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39851" y="4953938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39851" y="3898152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39851" y="2842366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791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3637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359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508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0803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6525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39851" y="5481832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39851" y="4426045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9851" y="3370259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39851" y="2314472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5776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149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220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22942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664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39851" y="2118822"/>
              <a:ext cx="3733119" cy="3363009"/>
            </a:xfrm>
            <a:custGeom>
              <a:avLst/>
              <a:pathLst>
                <a:path w="3733119" h="3363009">
                  <a:moveTo>
                    <a:pt x="0" y="3363009"/>
                  </a:moveTo>
                  <a:lnTo>
                    <a:pt x="18294" y="3363009"/>
                  </a:lnTo>
                  <a:lnTo>
                    <a:pt x="19060" y="3363009"/>
                  </a:lnTo>
                  <a:lnTo>
                    <a:pt x="19826" y="3363009"/>
                  </a:lnTo>
                  <a:lnTo>
                    <a:pt x="40252" y="3363009"/>
                  </a:lnTo>
                  <a:lnTo>
                    <a:pt x="41018" y="3363009"/>
                  </a:lnTo>
                  <a:lnTo>
                    <a:pt x="41784" y="3363009"/>
                  </a:lnTo>
                  <a:lnTo>
                    <a:pt x="62211" y="3363009"/>
                  </a:lnTo>
                  <a:lnTo>
                    <a:pt x="62977" y="3363009"/>
                  </a:lnTo>
                  <a:lnTo>
                    <a:pt x="63743" y="3363009"/>
                  </a:lnTo>
                  <a:lnTo>
                    <a:pt x="84170" y="3363009"/>
                  </a:lnTo>
                  <a:lnTo>
                    <a:pt x="84935" y="3363009"/>
                  </a:lnTo>
                  <a:lnTo>
                    <a:pt x="85701" y="3363009"/>
                  </a:lnTo>
                  <a:lnTo>
                    <a:pt x="106128" y="3363009"/>
                  </a:lnTo>
                  <a:lnTo>
                    <a:pt x="106894" y="3363009"/>
                  </a:lnTo>
                  <a:lnTo>
                    <a:pt x="107660" y="3363009"/>
                  </a:lnTo>
                  <a:lnTo>
                    <a:pt x="128087" y="3363009"/>
                  </a:lnTo>
                  <a:lnTo>
                    <a:pt x="128853" y="3363009"/>
                  </a:lnTo>
                  <a:lnTo>
                    <a:pt x="129618" y="3363009"/>
                  </a:lnTo>
                  <a:lnTo>
                    <a:pt x="150045" y="3363009"/>
                  </a:lnTo>
                  <a:lnTo>
                    <a:pt x="150811" y="3363009"/>
                  </a:lnTo>
                  <a:lnTo>
                    <a:pt x="151577" y="3363009"/>
                  </a:lnTo>
                  <a:lnTo>
                    <a:pt x="172004" y="3363009"/>
                  </a:lnTo>
                  <a:lnTo>
                    <a:pt x="172770" y="3363009"/>
                  </a:lnTo>
                  <a:lnTo>
                    <a:pt x="173536" y="3363009"/>
                  </a:lnTo>
                  <a:lnTo>
                    <a:pt x="193962" y="3363009"/>
                  </a:lnTo>
                  <a:lnTo>
                    <a:pt x="194728" y="3363009"/>
                  </a:lnTo>
                  <a:lnTo>
                    <a:pt x="195494" y="3363009"/>
                  </a:lnTo>
                  <a:lnTo>
                    <a:pt x="215921" y="3363009"/>
                  </a:lnTo>
                  <a:lnTo>
                    <a:pt x="216687" y="3363009"/>
                  </a:lnTo>
                  <a:lnTo>
                    <a:pt x="217453" y="3363009"/>
                  </a:lnTo>
                  <a:lnTo>
                    <a:pt x="237879" y="3363009"/>
                  </a:lnTo>
                  <a:lnTo>
                    <a:pt x="238645" y="3363009"/>
                  </a:lnTo>
                  <a:lnTo>
                    <a:pt x="239411" y="3363009"/>
                  </a:lnTo>
                  <a:lnTo>
                    <a:pt x="259838" y="3363009"/>
                  </a:lnTo>
                  <a:lnTo>
                    <a:pt x="260604" y="3363009"/>
                  </a:lnTo>
                  <a:lnTo>
                    <a:pt x="261370" y="3363009"/>
                  </a:lnTo>
                  <a:lnTo>
                    <a:pt x="281796" y="3363009"/>
                  </a:lnTo>
                  <a:lnTo>
                    <a:pt x="282562" y="3363009"/>
                  </a:lnTo>
                  <a:lnTo>
                    <a:pt x="283328" y="3363009"/>
                  </a:lnTo>
                  <a:lnTo>
                    <a:pt x="303755" y="3363009"/>
                  </a:lnTo>
                  <a:lnTo>
                    <a:pt x="304521" y="3363009"/>
                  </a:lnTo>
                  <a:lnTo>
                    <a:pt x="305287" y="3363009"/>
                  </a:lnTo>
                  <a:lnTo>
                    <a:pt x="325714" y="3363009"/>
                  </a:lnTo>
                  <a:lnTo>
                    <a:pt x="326480" y="3363009"/>
                  </a:lnTo>
                  <a:lnTo>
                    <a:pt x="327245" y="3363009"/>
                  </a:lnTo>
                  <a:lnTo>
                    <a:pt x="347672" y="3363009"/>
                  </a:lnTo>
                  <a:lnTo>
                    <a:pt x="348438" y="3363009"/>
                  </a:lnTo>
                  <a:lnTo>
                    <a:pt x="349204" y="3363009"/>
                  </a:lnTo>
                  <a:lnTo>
                    <a:pt x="369631" y="3363009"/>
                  </a:lnTo>
                  <a:lnTo>
                    <a:pt x="370397" y="3363009"/>
                  </a:lnTo>
                  <a:lnTo>
                    <a:pt x="371163" y="3363009"/>
                  </a:lnTo>
                  <a:lnTo>
                    <a:pt x="391589" y="3363009"/>
                  </a:lnTo>
                  <a:lnTo>
                    <a:pt x="392355" y="3363009"/>
                  </a:lnTo>
                  <a:lnTo>
                    <a:pt x="393121" y="3363009"/>
                  </a:lnTo>
                  <a:lnTo>
                    <a:pt x="413548" y="3363009"/>
                  </a:lnTo>
                  <a:lnTo>
                    <a:pt x="414314" y="3363009"/>
                  </a:lnTo>
                  <a:lnTo>
                    <a:pt x="415080" y="3363009"/>
                  </a:lnTo>
                  <a:lnTo>
                    <a:pt x="435506" y="3363009"/>
                  </a:lnTo>
                  <a:lnTo>
                    <a:pt x="436272" y="3363009"/>
                  </a:lnTo>
                  <a:lnTo>
                    <a:pt x="437038" y="3363009"/>
                  </a:lnTo>
                  <a:lnTo>
                    <a:pt x="457465" y="3363009"/>
                  </a:lnTo>
                  <a:lnTo>
                    <a:pt x="458231" y="3363009"/>
                  </a:lnTo>
                  <a:lnTo>
                    <a:pt x="458997" y="3363009"/>
                  </a:lnTo>
                  <a:lnTo>
                    <a:pt x="479423" y="3363009"/>
                  </a:lnTo>
                  <a:lnTo>
                    <a:pt x="480189" y="3363009"/>
                  </a:lnTo>
                  <a:lnTo>
                    <a:pt x="480955" y="3363009"/>
                  </a:lnTo>
                  <a:lnTo>
                    <a:pt x="501382" y="3363008"/>
                  </a:lnTo>
                  <a:lnTo>
                    <a:pt x="502148" y="3363008"/>
                  </a:lnTo>
                  <a:lnTo>
                    <a:pt x="502914" y="3363008"/>
                  </a:lnTo>
                  <a:lnTo>
                    <a:pt x="523341" y="3363008"/>
                  </a:lnTo>
                  <a:lnTo>
                    <a:pt x="524106" y="3363008"/>
                  </a:lnTo>
                  <a:lnTo>
                    <a:pt x="524872" y="3363008"/>
                  </a:lnTo>
                  <a:lnTo>
                    <a:pt x="545299" y="3363007"/>
                  </a:lnTo>
                  <a:lnTo>
                    <a:pt x="546065" y="3363007"/>
                  </a:lnTo>
                  <a:lnTo>
                    <a:pt x="546831" y="3363007"/>
                  </a:lnTo>
                  <a:lnTo>
                    <a:pt x="567258" y="3363006"/>
                  </a:lnTo>
                  <a:lnTo>
                    <a:pt x="568024" y="3363006"/>
                  </a:lnTo>
                  <a:lnTo>
                    <a:pt x="568790" y="3363006"/>
                  </a:lnTo>
                  <a:lnTo>
                    <a:pt x="589216" y="3363004"/>
                  </a:lnTo>
                  <a:lnTo>
                    <a:pt x="589982" y="3363003"/>
                  </a:lnTo>
                  <a:lnTo>
                    <a:pt x="590748" y="3363003"/>
                  </a:lnTo>
                  <a:lnTo>
                    <a:pt x="611175" y="3363000"/>
                  </a:lnTo>
                  <a:lnTo>
                    <a:pt x="611941" y="3363000"/>
                  </a:lnTo>
                  <a:lnTo>
                    <a:pt x="612707" y="3363000"/>
                  </a:lnTo>
                  <a:lnTo>
                    <a:pt x="633133" y="3362995"/>
                  </a:lnTo>
                  <a:lnTo>
                    <a:pt x="633899" y="3362995"/>
                  </a:lnTo>
                  <a:lnTo>
                    <a:pt x="634665" y="3362994"/>
                  </a:lnTo>
                  <a:lnTo>
                    <a:pt x="655092" y="3362987"/>
                  </a:lnTo>
                  <a:lnTo>
                    <a:pt x="655858" y="3362987"/>
                  </a:lnTo>
                  <a:lnTo>
                    <a:pt x="656624" y="3362986"/>
                  </a:lnTo>
                  <a:lnTo>
                    <a:pt x="677050" y="3362975"/>
                  </a:lnTo>
                  <a:lnTo>
                    <a:pt x="677816" y="3362974"/>
                  </a:lnTo>
                  <a:lnTo>
                    <a:pt x="678582" y="3362974"/>
                  </a:lnTo>
                  <a:lnTo>
                    <a:pt x="699009" y="3362957"/>
                  </a:lnTo>
                  <a:lnTo>
                    <a:pt x="699775" y="3362957"/>
                  </a:lnTo>
                  <a:lnTo>
                    <a:pt x="700541" y="3362956"/>
                  </a:lnTo>
                  <a:lnTo>
                    <a:pt x="720967" y="3362932"/>
                  </a:lnTo>
                  <a:lnTo>
                    <a:pt x="721733" y="3362931"/>
                  </a:lnTo>
                  <a:lnTo>
                    <a:pt x="722499" y="3362929"/>
                  </a:lnTo>
                  <a:lnTo>
                    <a:pt x="742926" y="3362893"/>
                  </a:lnTo>
                  <a:lnTo>
                    <a:pt x="743692" y="3362892"/>
                  </a:lnTo>
                  <a:lnTo>
                    <a:pt x="744458" y="3362890"/>
                  </a:lnTo>
                  <a:lnTo>
                    <a:pt x="764885" y="3362838"/>
                  </a:lnTo>
                  <a:lnTo>
                    <a:pt x="765651" y="3362836"/>
                  </a:lnTo>
                  <a:lnTo>
                    <a:pt x="766416" y="3362833"/>
                  </a:lnTo>
                  <a:lnTo>
                    <a:pt x="786843" y="3362759"/>
                  </a:lnTo>
                  <a:lnTo>
                    <a:pt x="787609" y="3362756"/>
                  </a:lnTo>
                  <a:lnTo>
                    <a:pt x="788375" y="3362752"/>
                  </a:lnTo>
                  <a:lnTo>
                    <a:pt x="808802" y="3362650"/>
                  </a:lnTo>
                  <a:lnTo>
                    <a:pt x="809568" y="3362646"/>
                  </a:lnTo>
                  <a:lnTo>
                    <a:pt x="810334" y="3362640"/>
                  </a:lnTo>
                  <a:lnTo>
                    <a:pt x="830760" y="3362500"/>
                  </a:lnTo>
                  <a:lnTo>
                    <a:pt x="831526" y="3362495"/>
                  </a:lnTo>
                  <a:lnTo>
                    <a:pt x="832292" y="3362488"/>
                  </a:lnTo>
                  <a:lnTo>
                    <a:pt x="852719" y="3362298"/>
                  </a:lnTo>
                  <a:lnTo>
                    <a:pt x="853485" y="3362291"/>
                  </a:lnTo>
                  <a:lnTo>
                    <a:pt x="854251" y="3362282"/>
                  </a:lnTo>
                  <a:lnTo>
                    <a:pt x="874677" y="3362031"/>
                  </a:lnTo>
                  <a:lnTo>
                    <a:pt x="875443" y="3362022"/>
                  </a:lnTo>
                  <a:lnTo>
                    <a:pt x="876209" y="3362009"/>
                  </a:lnTo>
                  <a:lnTo>
                    <a:pt x="896636" y="3361681"/>
                  </a:lnTo>
                  <a:lnTo>
                    <a:pt x="897402" y="3361669"/>
                  </a:lnTo>
                  <a:lnTo>
                    <a:pt x="898168" y="3361653"/>
                  </a:lnTo>
                  <a:lnTo>
                    <a:pt x="918594" y="3361227"/>
                  </a:lnTo>
                  <a:lnTo>
                    <a:pt x="919360" y="3361211"/>
                  </a:lnTo>
                  <a:lnTo>
                    <a:pt x="920126" y="3361190"/>
                  </a:lnTo>
                  <a:lnTo>
                    <a:pt x="940553" y="3360628"/>
                  </a:lnTo>
                  <a:lnTo>
                    <a:pt x="941319" y="3360607"/>
                  </a:lnTo>
                  <a:lnTo>
                    <a:pt x="942085" y="3360580"/>
                  </a:lnTo>
                  <a:lnTo>
                    <a:pt x="962512" y="3359872"/>
                  </a:lnTo>
                  <a:lnTo>
                    <a:pt x="963277" y="3359845"/>
                  </a:lnTo>
                  <a:lnTo>
                    <a:pt x="964043" y="3359812"/>
                  </a:lnTo>
                  <a:lnTo>
                    <a:pt x="984470" y="3358932"/>
                  </a:lnTo>
                  <a:lnTo>
                    <a:pt x="985236" y="3358899"/>
                  </a:lnTo>
                  <a:lnTo>
                    <a:pt x="986002" y="3358858"/>
                  </a:lnTo>
                  <a:lnTo>
                    <a:pt x="1006429" y="3357781"/>
                  </a:lnTo>
                  <a:lnTo>
                    <a:pt x="1007195" y="3357740"/>
                  </a:lnTo>
                  <a:lnTo>
                    <a:pt x="1007961" y="3357691"/>
                  </a:lnTo>
                  <a:lnTo>
                    <a:pt x="1028387" y="3356391"/>
                  </a:lnTo>
                  <a:lnTo>
                    <a:pt x="1029153" y="3356343"/>
                  </a:lnTo>
                  <a:lnTo>
                    <a:pt x="1029919" y="3356285"/>
                  </a:lnTo>
                  <a:lnTo>
                    <a:pt x="1050346" y="3354739"/>
                  </a:lnTo>
                  <a:lnTo>
                    <a:pt x="1051112" y="3354681"/>
                  </a:lnTo>
                  <a:lnTo>
                    <a:pt x="1051878" y="3354613"/>
                  </a:lnTo>
                  <a:lnTo>
                    <a:pt x="1072304" y="3352800"/>
                  </a:lnTo>
                  <a:lnTo>
                    <a:pt x="1073070" y="3352732"/>
                  </a:lnTo>
                  <a:lnTo>
                    <a:pt x="1073836" y="3352653"/>
                  </a:lnTo>
                  <a:lnTo>
                    <a:pt x="1094263" y="3350556"/>
                  </a:lnTo>
                  <a:lnTo>
                    <a:pt x="1095029" y="3350478"/>
                  </a:lnTo>
                  <a:lnTo>
                    <a:pt x="1095795" y="3350387"/>
                  </a:lnTo>
                  <a:lnTo>
                    <a:pt x="1116221" y="3347962"/>
                  </a:lnTo>
                  <a:lnTo>
                    <a:pt x="1116987" y="3347871"/>
                  </a:lnTo>
                  <a:lnTo>
                    <a:pt x="1117753" y="3347768"/>
                  </a:lnTo>
                  <a:lnTo>
                    <a:pt x="1138180" y="3345032"/>
                  </a:lnTo>
                  <a:lnTo>
                    <a:pt x="1138946" y="3344929"/>
                  </a:lnTo>
                  <a:lnTo>
                    <a:pt x="1139712" y="3344815"/>
                  </a:lnTo>
                  <a:lnTo>
                    <a:pt x="1160139" y="3341790"/>
                  </a:lnTo>
                  <a:lnTo>
                    <a:pt x="1160904" y="3341676"/>
                  </a:lnTo>
                  <a:lnTo>
                    <a:pt x="1161670" y="3341553"/>
                  </a:lnTo>
                  <a:lnTo>
                    <a:pt x="1182097" y="3338256"/>
                  </a:lnTo>
                  <a:lnTo>
                    <a:pt x="1182863" y="3338133"/>
                  </a:lnTo>
                  <a:lnTo>
                    <a:pt x="1183629" y="3338000"/>
                  </a:lnTo>
                  <a:lnTo>
                    <a:pt x="1204056" y="3334460"/>
                  </a:lnTo>
                  <a:lnTo>
                    <a:pt x="1204822" y="3334327"/>
                  </a:lnTo>
                  <a:lnTo>
                    <a:pt x="1205587" y="3334187"/>
                  </a:lnTo>
                  <a:lnTo>
                    <a:pt x="1226014" y="3330439"/>
                  </a:lnTo>
                  <a:lnTo>
                    <a:pt x="1226780" y="3330298"/>
                  </a:lnTo>
                  <a:lnTo>
                    <a:pt x="1227546" y="3330152"/>
                  </a:lnTo>
                  <a:lnTo>
                    <a:pt x="1247973" y="3326238"/>
                  </a:lnTo>
                  <a:lnTo>
                    <a:pt x="1248739" y="3326092"/>
                  </a:lnTo>
                  <a:lnTo>
                    <a:pt x="1249505" y="3325940"/>
                  </a:lnTo>
                  <a:lnTo>
                    <a:pt x="1269931" y="3321909"/>
                  </a:lnTo>
                  <a:lnTo>
                    <a:pt x="1270697" y="3321758"/>
                  </a:lnTo>
                  <a:lnTo>
                    <a:pt x="1271463" y="3321605"/>
                  </a:lnTo>
                  <a:lnTo>
                    <a:pt x="1291890" y="3317507"/>
                  </a:lnTo>
                  <a:lnTo>
                    <a:pt x="1292656" y="3317353"/>
                  </a:lnTo>
                  <a:lnTo>
                    <a:pt x="1293422" y="3317199"/>
                  </a:lnTo>
                  <a:lnTo>
                    <a:pt x="1313848" y="3313093"/>
                  </a:lnTo>
                  <a:lnTo>
                    <a:pt x="1314614" y="3312939"/>
                  </a:lnTo>
                  <a:lnTo>
                    <a:pt x="1315380" y="3312787"/>
                  </a:lnTo>
                  <a:lnTo>
                    <a:pt x="1335807" y="3308723"/>
                  </a:lnTo>
                  <a:lnTo>
                    <a:pt x="1336573" y="3308570"/>
                  </a:lnTo>
                  <a:lnTo>
                    <a:pt x="1337339" y="3308420"/>
                  </a:lnTo>
                  <a:lnTo>
                    <a:pt x="1357765" y="3304428"/>
                  </a:lnTo>
                  <a:lnTo>
                    <a:pt x="1358531" y="3304278"/>
                  </a:lnTo>
                  <a:lnTo>
                    <a:pt x="1359297" y="3304132"/>
                  </a:lnTo>
                  <a:lnTo>
                    <a:pt x="1379724" y="3300228"/>
                  </a:lnTo>
                  <a:lnTo>
                    <a:pt x="1380490" y="3300082"/>
                  </a:lnTo>
                  <a:lnTo>
                    <a:pt x="1381256" y="3299938"/>
                  </a:lnTo>
                  <a:lnTo>
                    <a:pt x="1401683" y="3296123"/>
                  </a:lnTo>
                  <a:lnTo>
                    <a:pt x="1402449" y="3295980"/>
                  </a:lnTo>
                  <a:lnTo>
                    <a:pt x="1403214" y="3295840"/>
                  </a:lnTo>
                  <a:lnTo>
                    <a:pt x="1423641" y="3292095"/>
                  </a:lnTo>
                  <a:lnTo>
                    <a:pt x="1424407" y="3291955"/>
                  </a:lnTo>
                  <a:lnTo>
                    <a:pt x="1425173" y="3291816"/>
                  </a:lnTo>
                  <a:lnTo>
                    <a:pt x="1445600" y="3288106"/>
                  </a:lnTo>
                  <a:lnTo>
                    <a:pt x="1446366" y="3287967"/>
                  </a:lnTo>
                  <a:lnTo>
                    <a:pt x="1447132" y="3287827"/>
                  </a:lnTo>
                  <a:lnTo>
                    <a:pt x="1467558" y="3284096"/>
                  </a:lnTo>
                  <a:lnTo>
                    <a:pt x="1468324" y="3283956"/>
                  </a:lnTo>
                  <a:lnTo>
                    <a:pt x="1469090" y="3283812"/>
                  </a:lnTo>
                  <a:lnTo>
                    <a:pt x="1489517" y="3279963"/>
                  </a:lnTo>
                  <a:lnTo>
                    <a:pt x="1490283" y="3279819"/>
                  </a:lnTo>
                  <a:lnTo>
                    <a:pt x="1491049" y="3279666"/>
                  </a:lnTo>
                  <a:lnTo>
                    <a:pt x="1511475" y="3275598"/>
                  </a:lnTo>
                  <a:lnTo>
                    <a:pt x="1512241" y="3275445"/>
                  </a:lnTo>
                  <a:lnTo>
                    <a:pt x="1513007" y="3275281"/>
                  </a:lnTo>
                  <a:lnTo>
                    <a:pt x="1533434" y="3270899"/>
                  </a:lnTo>
                  <a:lnTo>
                    <a:pt x="1534200" y="3270734"/>
                  </a:lnTo>
                  <a:lnTo>
                    <a:pt x="1534966" y="3270554"/>
                  </a:lnTo>
                  <a:lnTo>
                    <a:pt x="1555392" y="3265759"/>
                  </a:lnTo>
                  <a:lnTo>
                    <a:pt x="1556158" y="3265580"/>
                  </a:lnTo>
                  <a:lnTo>
                    <a:pt x="1556924" y="3265381"/>
                  </a:lnTo>
                  <a:lnTo>
                    <a:pt x="1577351" y="3260081"/>
                  </a:lnTo>
                  <a:lnTo>
                    <a:pt x="1578117" y="3259883"/>
                  </a:lnTo>
                  <a:lnTo>
                    <a:pt x="1578883" y="3259662"/>
                  </a:lnTo>
                  <a:lnTo>
                    <a:pt x="1599310" y="3253778"/>
                  </a:lnTo>
                  <a:lnTo>
                    <a:pt x="1600075" y="3253557"/>
                  </a:lnTo>
                  <a:lnTo>
                    <a:pt x="1600841" y="3253313"/>
                  </a:lnTo>
                  <a:lnTo>
                    <a:pt x="1621268" y="3246780"/>
                  </a:lnTo>
                  <a:lnTo>
                    <a:pt x="1622034" y="3246535"/>
                  </a:lnTo>
                  <a:lnTo>
                    <a:pt x="1622800" y="3246264"/>
                  </a:lnTo>
                  <a:lnTo>
                    <a:pt x="1643227" y="3239040"/>
                  </a:lnTo>
                  <a:lnTo>
                    <a:pt x="1643993" y="3238770"/>
                  </a:lnTo>
                  <a:lnTo>
                    <a:pt x="1644759" y="3238471"/>
                  </a:lnTo>
                  <a:lnTo>
                    <a:pt x="1665185" y="3230508"/>
                  </a:lnTo>
                  <a:lnTo>
                    <a:pt x="1665951" y="3230209"/>
                  </a:lnTo>
                  <a:lnTo>
                    <a:pt x="1666717" y="3229882"/>
                  </a:lnTo>
                  <a:lnTo>
                    <a:pt x="1687144" y="3221148"/>
                  </a:lnTo>
                  <a:lnTo>
                    <a:pt x="1687910" y="3220820"/>
                  </a:lnTo>
                  <a:lnTo>
                    <a:pt x="1688676" y="3220469"/>
                  </a:lnTo>
                  <a:lnTo>
                    <a:pt x="1709102" y="3211092"/>
                  </a:lnTo>
                  <a:lnTo>
                    <a:pt x="1709868" y="3210740"/>
                  </a:lnTo>
                  <a:lnTo>
                    <a:pt x="1710634" y="3210367"/>
                  </a:lnTo>
                  <a:lnTo>
                    <a:pt x="1731061" y="3200416"/>
                  </a:lnTo>
                  <a:lnTo>
                    <a:pt x="1731827" y="3200043"/>
                  </a:lnTo>
                  <a:lnTo>
                    <a:pt x="1732593" y="3199652"/>
                  </a:lnTo>
                  <a:lnTo>
                    <a:pt x="1753019" y="3189211"/>
                  </a:lnTo>
                  <a:lnTo>
                    <a:pt x="1753785" y="3188820"/>
                  </a:lnTo>
                  <a:lnTo>
                    <a:pt x="1754551" y="3188414"/>
                  </a:lnTo>
                  <a:lnTo>
                    <a:pt x="1774978" y="3177580"/>
                  </a:lnTo>
                  <a:lnTo>
                    <a:pt x="1775744" y="3177174"/>
                  </a:lnTo>
                  <a:lnTo>
                    <a:pt x="1776510" y="3176757"/>
                  </a:lnTo>
                  <a:lnTo>
                    <a:pt x="1796937" y="3165631"/>
                  </a:lnTo>
                  <a:lnTo>
                    <a:pt x="1797702" y="3165214"/>
                  </a:lnTo>
                  <a:lnTo>
                    <a:pt x="1798468" y="3164790"/>
                  </a:lnTo>
                  <a:lnTo>
                    <a:pt x="1818895" y="3153476"/>
                  </a:lnTo>
                  <a:lnTo>
                    <a:pt x="1819661" y="3153052"/>
                  </a:lnTo>
                  <a:lnTo>
                    <a:pt x="1820427" y="3152624"/>
                  </a:lnTo>
                  <a:lnTo>
                    <a:pt x="1840854" y="3141220"/>
                  </a:lnTo>
                  <a:lnTo>
                    <a:pt x="1841620" y="3140792"/>
                  </a:lnTo>
                  <a:lnTo>
                    <a:pt x="1842385" y="3140365"/>
                  </a:lnTo>
                  <a:lnTo>
                    <a:pt x="1862812" y="3128974"/>
                  </a:lnTo>
                  <a:lnTo>
                    <a:pt x="1863578" y="3128547"/>
                  </a:lnTo>
                  <a:lnTo>
                    <a:pt x="1864344" y="3128124"/>
                  </a:lnTo>
                  <a:lnTo>
                    <a:pt x="1884771" y="3116840"/>
                  </a:lnTo>
                  <a:lnTo>
                    <a:pt x="1885537" y="3116417"/>
                  </a:lnTo>
                  <a:lnTo>
                    <a:pt x="1886303" y="3116000"/>
                  </a:lnTo>
                  <a:lnTo>
                    <a:pt x="1906729" y="3104886"/>
                  </a:lnTo>
                  <a:lnTo>
                    <a:pt x="1907495" y="3104470"/>
                  </a:lnTo>
                  <a:lnTo>
                    <a:pt x="1908261" y="3104061"/>
                  </a:lnTo>
                  <a:lnTo>
                    <a:pt x="1928688" y="3093174"/>
                  </a:lnTo>
                  <a:lnTo>
                    <a:pt x="1929454" y="3092766"/>
                  </a:lnTo>
                  <a:lnTo>
                    <a:pt x="1930220" y="3092368"/>
                  </a:lnTo>
                  <a:lnTo>
                    <a:pt x="1950646" y="3081759"/>
                  </a:lnTo>
                  <a:lnTo>
                    <a:pt x="1951412" y="3081361"/>
                  </a:lnTo>
                  <a:lnTo>
                    <a:pt x="1952178" y="3080976"/>
                  </a:lnTo>
                  <a:lnTo>
                    <a:pt x="1972605" y="3070696"/>
                  </a:lnTo>
                  <a:lnTo>
                    <a:pt x="1973371" y="3070310"/>
                  </a:lnTo>
                  <a:lnTo>
                    <a:pt x="1974137" y="3069939"/>
                  </a:lnTo>
                  <a:lnTo>
                    <a:pt x="1994563" y="3060041"/>
                  </a:lnTo>
                  <a:lnTo>
                    <a:pt x="1995329" y="3059670"/>
                  </a:lnTo>
                  <a:lnTo>
                    <a:pt x="1996095" y="3059315"/>
                  </a:lnTo>
                  <a:lnTo>
                    <a:pt x="2016522" y="3049856"/>
                  </a:lnTo>
                  <a:lnTo>
                    <a:pt x="2017288" y="3049501"/>
                  </a:lnTo>
                  <a:lnTo>
                    <a:pt x="2018054" y="3049166"/>
                  </a:lnTo>
                  <a:lnTo>
                    <a:pt x="2038481" y="3040240"/>
                  </a:lnTo>
                  <a:lnTo>
                    <a:pt x="2039247" y="3039905"/>
                  </a:lnTo>
                  <a:lnTo>
                    <a:pt x="2040012" y="3039595"/>
                  </a:lnTo>
                  <a:lnTo>
                    <a:pt x="2060439" y="3031327"/>
                  </a:lnTo>
                  <a:lnTo>
                    <a:pt x="2061205" y="3031017"/>
                  </a:lnTo>
                  <a:lnTo>
                    <a:pt x="2061971" y="3030733"/>
                  </a:lnTo>
                  <a:lnTo>
                    <a:pt x="2082398" y="3023152"/>
                  </a:lnTo>
                  <a:lnTo>
                    <a:pt x="2083164" y="3022868"/>
                  </a:lnTo>
                  <a:lnTo>
                    <a:pt x="2083930" y="3022612"/>
                  </a:lnTo>
                  <a:lnTo>
                    <a:pt x="2104356" y="3015801"/>
                  </a:lnTo>
                  <a:lnTo>
                    <a:pt x="2105122" y="3015545"/>
                  </a:lnTo>
                  <a:lnTo>
                    <a:pt x="2105888" y="3015322"/>
                  </a:lnTo>
                  <a:lnTo>
                    <a:pt x="2126315" y="3009355"/>
                  </a:lnTo>
                  <a:lnTo>
                    <a:pt x="2127081" y="3009131"/>
                  </a:lnTo>
                  <a:lnTo>
                    <a:pt x="2127847" y="3008942"/>
                  </a:lnTo>
                  <a:lnTo>
                    <a:pt x="2148273" y="3003883"/>
                  </a:lnTo>
                  <a:lnTo>
                    <a:pt x="2149039" y="3003694"/>
                  </a:lnTo>
                  <a:lnTo>
                    <a:pt x="2149805" y="3003540"/>
                  </a:lnTo>
                  <a:lnTo>
                    <a:pt x="2170232" y="2999436"/>
                  </a:lnTo>
                  <a:lnTo>
                    <a:pt x="2170998" y="2999282"/>
                  </a:lnTo>
                  <a:lnTo>
                    <a:pt x="2171764" y="2999164"/>
                  </a:lnTo>
                  <a:lnTo>
                    <a:pt x="2192190" y="2996033"/>
                  </a:lnTo>
                  <a:lnTo>
                    <a:pt x="2192956" y="2995916"/>
                  </a:lnTo>
                  <a:lnTo>
                    <a:pt x="2193722" y="2995835"/>
                  </a:lnTo>
                  <a:lnTo>
                    <a:pt x="2214149" y="2993666"/>
                  </a:lnTo>
                  <a:lnTo>
                    <a:pt x="2214915" y="2993584"/>
                  </a:lnTo>
                  <a:lnTo>
                    <a:pt x="2215681" y="2993541"/>
                  </a:lnTo>
                  <a:lnTo>
                    <a:pt x="2236108" y="2992386"/>
                  </a:lnTo>
                  <a:lnTo>
                    <a:pt x="2236873" y="2992343"/>
                  </a:lnTo>
                  <a:lnTo>
                    <a:pt x="2237639" y="2992329"/>
                  </a:lnTo>
                  <a:lnTo>
                    <a:pt x="2258066" y="2991967"/>
                  </a:lnTo>
                  <a:lnTo>
                    <a:pt x="2258832" y="2991953"/>
                  </a:lnTo>
                  <a:lnTo>
                    <a:pt x="2259598" y="2991963"/>
                  </a:lnTo>
                  <a:lnTo>
                    <a:pt x="2280025" y="2992216"/>
                  </a:lnTo>
                  <a:lnTo>
                    <a:pt x="2280791" y="2992226"/>
                  </a:lnTo>
                  <a:lnTo>
                    <a:pt x="2281557" y="2992251"/>
                  </a:lnTo>
                  <a:lnTo>
                    <a:pt x="2301983" y="2992928"/>
                  </a:lnTo>
                  <a:lnTo>
                    <a:pt x="2302749" y="2992954"/>
                  </a:lnTo>
                  <a:lnTo>
                    <a:pt x="2303515" y="2992987"/>
                  </a:lnTo>
                  <a:lnTo>
                    <a:pt x="2323942" y="2993866"/>
                  </a:lnTo>
                  <a:lnTo>
                    <a:pt x="2324708" y="2993899"/>
                  </a:lnTo>
                  <a:lnTo>
                    <a:pt x="2325474" y="2993931"/>
                  </a:lnTo>
                  <a:lnTo>
                    <a:pt x="2345900" y="2994767"/>
                  </a:lnTo>
                  <a:lnTo>
                    <a:pt x="2346666" y="2994798"/>
                  </a:lnTo>
                  <a:lnTo>
                    <a:pt x="2347432" y="2994818"/>
                  </a:lnTo>
                  <a:lnTo>
                    <a:pt x="2367859" y="2995350"/>
                  </a:lnTo>
                  <a:lnTo>
                    <a:pt x="2368625" y="2995370"/>
                  </a:lnTo>
                  <a:lnTo>
                    <a:pt x="2369391" y="2995368"/>
                  </a:lnTo>
                  <a:lnTo>
                    <a:pt x="2389817" y="2995328"/>
                  </a:lnTo>
                  <a:lnTo>
                    <a:pt x="2390583" y="2995327"/>
                  </a:lnTo>
                  <a:lnTo>
                    <a:pt x="2391349" y="2995292"/>
                  </a:lnTo>
                  <a:lnTo>
                    <a:pt x="2411776" y="2994355"/>
                  </a:lnTo>
                  <a:lnTo>
                    <a:pt x="2412542" y="2994320"/>
                  </a:lnTo>
                  <a:lnTo>
                    <a:pt x="2413308" y="2994238"/>
                  </a:lnTo>
                  <a:lnTo>
                    <a:pt x="2433734" y="2992058"/>
                  </a:lnTo>
                  <a:lnTo>
                    <a:pt x="2434500" y="2991976"/>
                  </a:lnTo>
                  <a:lnTo>
                    <a:pt x="2435266" y="2991843"/>
                  </a:lnTo>
                  <a:lnTo>
                    <a:pt x="2455693" y="2988305"/>
                  </a:lnTo>
                  <a:lnTo>
                    <a:pt x="2456459" y="2988172"/>
                  </a:lnTo>
                  <a:lnTo>
                    <a:pt x="2457225" y="2987983"/>
                  </a:lnTo>
                  <a:lnTo>
                    <a:pt x="2477652" y="2982929"/>
                  </a:lnTo>
                  <a:lnTo>
                    <a:pt x="2478418" y="2982740"/>
                  </a:lnTo>
                  <a:lnTo>
                    <a:pt x="2479183" y="2982489"/>
                  </a:lnTo>
                  <a:lnTo>
                    <a:pt x="2499610" y="2975809"/>
                  </a:lnTo>
                  <a:lnTo>
                    <a:pt x="2500376" y="2975559"/>
                  </a:lnTo>
                  <a:lnTo>
                    <a:pt x="2501142" y="2975245"/>
                  </a:lnTo>
                  <a:lnTo>
                    <a:pt x="2521569" y="2966875"/>
                  </a:lnTo>
                  <a:lnTo>
                    <a:pt x="2522335" y="2966561"/>
                  </a:lnTo>
                  <a:lnTo>
                    <a:pt x="2523101" y="2966184"/>
                  </a:lnTo>
                  <a:lnTo>
                    <a:pt x="2543527" y="2956111"/>
                  </a:lnTo>
                  <a:lnTo>
                    <a:pt x="2544293" y="2955733"/>
                  </a:lnTo>
                  <a:lnTo>
                    <a:pt x="2545059" y="2955293"/>
                  </a:lnTo>
                  <a:lnTo>
                    <a:pt x="2565486" y="2943551"/>
                  </a:lnTo>
                  <a:lnTo>
                    <a:pt x="2566252" y="2943111"/>
                  </a:lnTo>
                  <a:lnTo>
                    <a:pt x="2567018" y="2942611"/>
                  </a:lnTo>
                  <a:lnTo>
                    <a:pt x="2587444" y="2929280"/>
                  </a:lnTo>
                  <a:lnTo>
                    <a:pt x="2588210" y="2928780"/>
                  </a:lnTo>
                  <a:lnTo>
                    <a:pt x="2588976" y="2928219"/>
                  </a:lnTo>
                  <a:lnTo>
                    <a:pt x="2609403" y="2913244"/>
                  </a:lnTo>
                  <a:lnTo>
                    <a:pt x="2610169" y="2912683"/>
                  </a:lnTo>
                  <a:lnTo>
                    <a:pt x="2610935" y="2912073"/>
                  </a:lnTo>
                  <a:lnTo>
                    <a:pt x="2631361" y="2895819"/>
                  </a:lnTo>
                  <a:lnTo>
                    <a:pt x="2632127" y="2895209"/>
                  </a:lnTo>
                  <a:lnTo>
                    <a:pt x="2632893" y="2894559"/>
                  </a:lnTo>
                  <a:lnTo>
                    <a:pt x="2653320" y="2877228"/>
                  </a:lnTo>
                  <a:lnTo>
                    <a:pt x="2654086" y="2876578"/>
                  </a:lnTo>
                  <a:lnTo>
                    <a:pt x="2654852" y="2875895"/>
                  </a:lnTo>
                  <a:lnTo>
                    <a:pt x="2675279" y="2857670"/>
                  </a:lnTo>
                  <a:lnTo>
                    <a:pt x="2676044" y="2856986"/>
                  </a:lnTo>
                  <a:lnTo>
                    <a:pt x="2676810" y="2856276"/>
                  </a:lnTo>
                  <a:lnTo>
                    <a:pt x="2697237" y="2837334"/>
                  </a:lnTo>
                  <a:lnTo>
                    <a:pt x="2698003" y="2836624"/>
                  </a:lnTo>
                  <a:lnTo>
                    <a:pt x="2698769" y="2835893"/>
                  </a:lnTo>
                  <a:lnTo>
                    <a:pt x="2719196" y="2816400"/>
                  </a:lnTo>
                  <a:lnTo>
                    <a:pt x="2719962" y="2815669"/>
                  </a:lnTo>
                  <a:lnTo>
                    <a:pt x="2720728" y="2814923"/>
                  </a:lnTo>
                  <a:lnTo>
                    <a:pt x="2741154" y="2795023"/>
                  </a:lnTo>
                  <a:lnTo>
                    <a:pt x="2741920" y="2794277"/>
                  </a:lnTo>
                  <a:lnTo>
                    <a:pt x="2742686" y="2793520"/>
                  </a:lnTo>
                  <a:lnTo>
                    <a:pt x="2763113" y="2773333"/>
                  </a:lnTo>
                  <a:lnTo>
                    <a:pt x="2763879" y="2772576"/>
                  </a:lnTo>
                  <a:lnTo>
                    <a:pt x="2764645" y="2771812"/>
                  </a:lnTo>
                  <a:lnTo>
                    <a:pt x="2785071" y="2751421"/>
                  </a:lnTo>
                  <a:lnTo>
                    <a:pt x="2785837" y="2750656"/>
                  </a:lnTo>
                  <a:lnTo>
                    <a:pt x="2786603" y="2749886"/>
                  </a:lnTo>
                  <a:lnTo>
                    <a:pt x="2807030" y="2729352"/>
                  </a:lnTo>
                  <a:lnTo>
                    <a:pt x="2807796" y="2728582"/>
                  </a:lnTo>
                  <a:lnTo>
                    <a:pt x="2808562" y="2727807"/>
                  </a:lnTo>
                  <a:lnTo>
                    <a:pt x="2828988" y="2707158"/>
                  </a:lnTo>
                  <a:lnTo>
                    <a:pt x="2829754" y="2706384"/>
                  </a:lnTo>
                  <a:lnTo>
                    <a:pt x="2830520" y="2705605"/>
                  </a:lnTo>
                  <a:lnTo>
                    <a:pt x="2850947" y="2684831"/>
                  </a:lnTo>
                  <a:lnTo>
                    <a:pt x="2851713" y="2684053"/>
                  </a:lnTo>
                  <a:lnTo>
                    <a:pt x="2852479" y="2683268"/>
                  </a:lnTo>
                  <a:lnTo>
                    <a:pt x="2872906" y="2662341"/>
                  </a:lnTo>
                  <a:lnTo>
                    <a:pt x="2873671" y="2661557"/>
                  </a:lnTo>
                  <a:lnTo>
                    <a:pt x="2874437" y="2660765"/>
                  </a:lnTo>
                  <a:lnTo>
                    <a:pt x="2894864" y="2639647"/>
                  </a:lnTo>
                  <a:lnTo>
                    <a:pt x="2895630" y="2638855"/>
                  </a:lnTo>
                  <a:lnTo>
                    <a:pt x="2896396" y="2638054"/>
                  </a:lnTo>
                  <a:lnTo>
                    <a:pt x="2916823" y="2616704"/>
                  </a:lnTo>
                  <a:lnTo>
                    <a:pt x="2917589" y="2615903"/>
                  </a:lnTo>
                  <a:lnTo>
                    <a:pt x="2918354" y="2615093"/>
                  </a:lnTo>
                  <a:lnTo>
                    <a:pt x="2938781" y="2593472"/>
                  </a:lnTo>
                  <a:lnTo>
                    <a:pt x="2939547" y="2592661"/>
                  </a:lnTo>
                  <a:lnTo>
                    <a:pt x="2940313" y="2591840"/>
                  </a:lnTo>
                  <a:lnTo>
                    <a:pt x="2960740" y="2569923"/>
                  </a:lnTo>
                  <a:lnTo>
                    <a:pt x="2961506" y="2569101"/>
                  </a:lnTo>
                  <a:lnTo>
                    <a:pt x="2962272" y="2568267"/>
                  </a:lnTo>
                  <a:lnTo>
                    <a:pt x="2982698" y="2546008"/>
                  </a:lnTo>
                  <a:lnTo>
                    <a:pt x="2983464" y="2545173"/>
                  </a:lnTo>
                  <a:lnTo>
                    <a:pt x="2984230" y="2544328"/>
                  </a:lnTo>
                  <a:lnTo>
                    <a:pt x="3004657" y="2521800"/>
                  </a:lnTo>
                  <a:lnTo>
                    <a:pt x="3005423" y="2520955"/>
                  </a:lnTo>
                  <a:lnTo>
                    <a:pt x="3006189" y="2520102"/>
                  </a:lnTo>
                  <a:lnTo>
                    <a:pt x="3026615" y="2497368"/>
                  </a:lnTo>
                  <a:lnTo>
                    <a:pt x="3027381" y="2496515"/>
                  </a:lnTo>
                  <a:lnTo>
                    <a:pt x="3028147" y="2495658"/>
                  </a:lnTo>
                  <a:lnTo>
                    <a:pt x="3048574" y="2472803"/>
                  </a:lnTo>
                  <a:lnTo>
                    <a:pt x="3049340" y="2471946"/>
                  </a:lnTo>
                  <a:lnTo>
                    <a:pt x="3050106" y="2471089"/>
                  </a:lnTo>
                  <a:lnTo>
                    <a:pt x="3070532" y="2448220"/>
                  </a:lnTo>
                  <a:lnTo>
                    <a:pt x="3071298" y="2447363"/>
                  </a:lnTo>
                  <a:lnTo>
                    <a:pt x="3072064" y="2446509"/>
                  </a:lnTo>
                  <a:lnTo>
                    <a:pt x="3092491" y="2423748"/>
                  </a:lnTo>
                  <a:lnTo>
                    <a:pt x="3093257" y="2422894"/>
                  </a:lnTo>
                  <a:lnTo>
                    <a:pt x="3094023" y="2422050"/>
                  </a:lnTo>
                  <a:lnTo>
                    <a:pt x="3114450" y="2399522"/>
                  </a:lnTo>
                  <a:lnTo>
                    <a:pt x="3115216" y="2398677"/>
                  </a:lnTo>
                  <a:lnTo>
                    <a:pt x="3115981" y="2397845"/>
                  </a:lnTo>
                  <a:lnTo>
                    <a:pt x="3136408" y="2375671"/>
                  </a:lnTo>
                  <a:lnTo>
                    <a:pt x="3137174" y="2374840"/>
                  </a:lnTo>
                  <a:lnTo>
                    <a:pt x="3137940" y="2374027"/>
                  </a:lnTo>
                  <a:lnTo>
                    <a:pt x="3158367" y="2352347"/>
                  </a:lnTo>
                  <a:lnTo>
                    <a:pt x="3159133" y="2351535"/>
                  </a:lnTo>
                  <a:lnTo>
                    <a:pt x="3159899" y="2350743"/>
                  </a:lnTo>
                  <a:lnTo>
                    <a:pt x="3180325" y="2329638"/>
                  </a:lnTo>
                  <a:lnTo>
                    <a:pt x="3181091" y="2328847"/>
                  </a:lnTo>
                  <a:lnTo>
                    <a:pt x="3181857" y="2328076"/>
                  </a:lnTo>
                  <a:lnTo>
                    <a:pt x="3202284" y="2307498"/>
                  </a:lnTo>
                  <a:lnTo>
                    <a:pt x="3203050" y="2306726"/>
                  </a:lnTo>
                  <a:lnTo>
                    <a:pt x="3203816" y="2305972"/>
                  </a:lnTo>
                  <a:lnTo>
                    <a:pt x="3224242" y="2285851"/>
                  </a:lnTo>
                  <a:lnTo>
                    <a:pt x="3225008" y="2285096"/>
                  </a:lnTo>
                  <a:lnTo>
                    <a:pt x="3225774" y="2284354"/>
                  </a:lnTo>
                  <a:lnTo>
                    <a:pt x="3246201" y="2264553"/>
                  </a:lnTo>
                  <a:lnTo>
                    <a:pt x="3246967" y="2263810"/>
                  </a:lnTo>
                  <a:lnTo>
                    <a:pt x="3247733" y="2263072"/>
                  </a:lnTo>
                  <a:lnTo>
                    <a:pt x="3268159" y="2243391"/>
                  </a:lnTo>
                  <a:lnTo>
                    <a:pt x="3268925" y="2242653"/>
                  </a:lnTo>
                  <a:lnTo>
                    <a:pt x="3269691" y="2241910"/>
                  </a:lnTo>
                  <a:lnTo>
                    <a:pt x="3290118" y="2222089"/>
                  </a:lnTo>
                  <a:lnTo>
                    <a:pt x="3290884" y="2221345"/>
                  </a:lnTo>
                  <a:lnTo>
                    <a:pt x="3291650" y="2220585"/>
                  </a:lnTo>
                  <a:lnTo>
                    <a:pt x="3312077" y="2200314"/>
                  </a:lnTo>
                  <a:lnTo>
                    <a:pt x="3312842" y="2199554"/>
                  </a:lnTo>
                  <a:lnTo>
                    <a:pt x="3313608" y="2198764"/>
                  </a:lnTo>
                  <a:lnTo>
                    <a:pt x="3334035" y="2177698"/>
                  </a:lnTo>
                  <a:lnTo>
                    <a:pt x="3334801" y="2176908"/>
                  </a:lnTo>
                  <a:lnTo>
                    <a:pt x="3335567" y="2176066"/>
                  </a:lnTo>
                  <a:lnTo>
                    <a:pt x="3355994" y="2153604"/>
                  </a:lnTo>
                  <a:lnTo>
                    <a:pt x="3356760" y="2152762"/>
                  </a:lnTo>
                  <a:lnTo>
                    <a:pt x="3357526" y="2151859"/>
                  </a:lnTo>
                  <a:lnTo>
                    <a:pt x="3377952" y="2127793"/>
                  </a:lnTo>
                  <a:lnTo>
                    <a:pt x="3378718" y="2126891"/>
                  </a:lnTo>
                  <a:lnTo>
                    <a:pt x="3379484" y="2125919"/>
                  </a:lnTo>
                  <a:lnTo>
                    <a:pt x="3399911" y="2100000"/>
                  </a:lnTo>
                  <a:lnTo>
                    <a:pt x="3400677" y="2099028"/>
                  </a:lnTo>
                  <a:lnTo>
                    <a:pt x="3401443" y="2097981"/>
                  </a:lnTo>
                  <a:lnTo>
                    <a:pt x="3421869" y="2070050"/>
                  </a:lnTo>
                  <a:lnTo>
                    <a:pt x="3422635" y="2069003"/>
                  </a:lnTo>
                  <a:lnTo>
                    <a:pt x="3423401" y="2067879"/>
                  </a:lnTo>
                  <a:lnTo>
                    <a:pt x="3443828" y="2037898"/>
                  </a:lnTo>
                  <a:lnTo>
                    <a:pt x="3444594" y="2036773"/>
                  </a:lnTo>
                  <a:lnTo>
                    <a:pt x="3445360" y="2035576"/>
                  </a:lnTo>
                  <a:lnTo>
                    <a:pt x="3465786" y="2003643"/>
                  </a:lnTo>
                  <a:lnTo>
                    <a:pt x="3466552" y="2002446"/>
                  </a:lnTo>
                  <a:lnTo>
                    <a:pt x="3467318" y="2001185"/>
                  </a:lnTo>
                  <a:lnTo>
                    <a:pt x="3487745" y="1967552"/>
                  </a:lnTo>
                  <a:lnTo>
                    <a:pt x="3488511" y="1966291"/>
                  </a:lnTo>
                  <a:lnTo>
                    <a:pt x="3489277" y="1964982"/>
                  </a:lnTo>
                  <a:lnTo>
                    <a:pt x="3509703" y="1930062"/>
                  </a:lnTo>
                  <a:lnTo>
                    <a:pt x="3510469" y="1928752"/>
                  </a:lnTo>
                  <a:lnTo>
                    <a:pt x="3511235" y="1927417"/>
                  </a:lnTo>
                  <a:lnTo>
                    <a:pt x="3531662" y="1891801"/>
                  </a:lnTo>
                  <a:lnTo>
                    <a:pt x="3532428" y="1890465"/>
                  </a:lnTo>
                  <a:lnTo>
                    <a:pt x="3533194" y="1889140"/>
                  </a:lnTo>
                  <a:lnTo>
                    <a:pt x="3553621" y="1853797"/>
                  </a:lnTo>
                  <a:lnTo>
                    <a:pt x="3554387" y="1852472"/>
                  </a:lnTo>
                  <a:lnTo>
                    <a:pt x="3555152" y="1851193"/>
                  </a:lnTo>
                  <a:lnTo>
                    <a:pt x="3575579" y="1817078"/>
                  </a:lnTo>
                  <a:lnTo>
                    <a:pt x="3576345" y="1815799"/>
                  </a:lnTo>
                  <a:lnTo>
                    <a:pt x="3577111" y="1814602"/>
                  </a:lnTo>
                  <a:lnTo>
                    <a:pt x="3597538" y="1782683"/>
                  </a:lnTo>
                  <a:lnTo>
                    <a:pt x="3598304" y="1781486"/>
                  </a:lnTo>
                  <a:lnTo>
                    <a:pt x="3599070" y="1780408"/>
                  </a:lnTo>
                  <a:lnTo>
                    <a:pt x="3619496" y="1751666"/>
                  </a:lnTo>
                  <a:lnTo>
                    <a:pt x="3620262" y="1750588"/>
                  </a:lnTo>
                  <a:lnTo>
                    <a:pt x="3621028" y="1749665"/>
                  </a:lnTo>
                  <a:lnTo>
                    <a:pt x="3641455" y="1725053"/>
                  </a:lnTo>
                  <a:lnTo>
                    <a:pt x="3642221" y="1724130"/>
                  </a:lnTo>
                  <a:lnTo>
                    <a:pt x="3642987" y="1723395"/>
                  </a:lnTo>
                  <a:lnTo>
                    <a:pt x="3663413" y="1703794"/>
                  </a:lnTo>
                  <a:lnTo>
                    <a:pt x="3664179" y="1703059"/>
                  </a:lnTo>
                  <a:lnTo>
                    <a:pt x="3664945" y="1702541"/>
                  </a:lnTo>
                  <a:lnTo>
                    <a:pt x="3685372" y="1688714"/>
                  </a:lnTo>
                  <a:lnTo>
                    <a:pt x="3686138" y="1688196"/>
                  </a:lnTo>
                  <a:lnTo>
                    <a:pt x="3686904" y="1687918"/>
                  </a:lnTo>
                  <a:lnTo>
                    <a:pt x="3707330" y="1680497"/>
                  </a:lnTo>
                  <a:lnTo>
                    <a:pt x="3708096" y="1680219"/>
                  </a:lnTo>
                  <a:lnTo>
                    <a:pt x="3708862" y="1680235"/>
                  </a:lnTo>
                  <a:lnTo>
                    <a:pt x="3729289" y="1680660"/>
                  </a:lnTo>
                  <a:lnTo>
                    <a:pt x="3730055" y="1680676"/>
                  </a:lnTo>
                  <a:lnTo>
                    <a:pt x="3730821" y="1680952"/>
                  </a:lnTo>
                  <a:lnTo>
                    <a:pt x="3731587" y="1681228"/>
                  </a:lnTo>
                  <a:lnTo>
                    <a:pt x="3732353" y="0"/>
                  </a:lnTo>
                  <a:lnTo>
                    <a:pt x="3733119" y="1681780"/>
                  </a:lnTo>
                  <a:lnTo>
                    <a:pt x="3732353" y="1681504"/>
                  </a:lnTo>
                  <a:lnTo>
                    <a:pt x="3731587" y="3363009"/>
                  </a:lnTo>
                  <a:lnTo>
                    <a:pt x="3730821" y="3363009"/>
                  </a:lnTo>
                  <a:lnTo>
                    <a:pt x="3730055" y="3363009"/>
                  </a:lnTo>
                  <a:lnTo>
                    <a:pt x="3729289" y="3363009"/>
                  </a:lnTo>
                  <a:lnTo>
                    <a:pt x="3708862" y="3363009"/>
                  </a:lnTo>
                  <a:lnTo>
                    <a:pt x="3708096" y="3363009"/>
                  </a:lnTo>
                  <a:lnTo>
                    <a:pt x="3707330" y="3363009"/>
                  </a:lnTo>
                  <a:lnTo>
                    <a:pt x="3686904" y="3363009"/>
                  </a:lnTo>
                  <a:lnTo>
                    <a:pt x="3686138" y="3363009"/>
                  </a:lnTo>
                  <a:lnTo>
                    <a:pt x="3685372" y="3363009"/>
                  </a:lnTo>
                  <a:lnTo>
                    <a:pt x="3664945" y="3363009"/>
                  </a:lnTo>
                  <a:lnTo>
                    <a:pt x="3664179" y="3363009"/>
                  </a:lnTo>
                  <a:lnTo>
                    <a:pt x="3663413" y="3363009"/>
                  </a:lnTo>
                  <a:lnTo>
                    <a:pt x="3642987" y="3363009"/>
                  </a:lnTo>
                  <a:lnTo>
                    <a:pt x="3642221" y="3363009"/>
                  </a:lnTo>
                  <a:lnTo>
                    <a:pt x="3641455" y="3363009"/>
                  </a:lnTo>
                  <a:lnTo>
                    <a:pt x="3621028" y="3363009"/>
                  </a:lnTo>
                  <a:lnTo>
                    <a:pt x="3620262" y="3363009"/>
                  </a:lnTo>
                  <a:lnTo>
                    <a:pt x="3619496" y="3363009"/>
                  </a:lnTo>
                  <a:lnTo>
                    <a:pt x="3599070" y="3363009"/>
                  </a:lnTo>
                  <a:lnTo>
                    <a:pt x="3598304" y="3363009"/>
                  </a:lnTo>
                  <a:lnTo>
                    <a:pt x="3597538" y="3363009"/>
                  </a:lnTo>
                  <a:lnTo>
                    <a:pt x="3577111" y="3363009"/>
                  </a:lnTo>
                  <a:lnTo>
                    <a:pt x="3576345" y="3363009"/>
                  </a:lnTo>
                  <a:lnTo>
                    <a:pt x="3575579" y="3363009"/>
                  </a:lnTo>
                  <a:lnTo>
                    <a:pt x="3555152" y="3363009"/>
                  </a:lnTo>
                  <a:lnTo>
                    <a:pt x="3554387" y="3363009"/>
                  </a:lnTo>
                  <a:lnTo>
                    <a:pt x="3553621" y="3363009"/>
                  </a:lnTo>
                  <a:lnTo>
                    <a:pt x="3533194" y="3363009"/>
                  </a:lnTo>
                  <a:lnTo>
                    <a:pt x="3532428" y="3363009"/>
                  </a:lnTo>
                  <a:lnTo>
                    <a:pt x="3531662" y="3363009"/>
                  </a:lnTo>
                  <a:lnTo>
                    <a:pt x="3511235" y="3363009"/>
                  </a:lnTo>
                  <a:lnTo>
                    <a:pt x="3510469" y="3363009"/>
                  </a:lnTo>
                  <a:lnTo>
                    <a:pt x="3509703" y="3363009"/>
                  </a:lnTo>
                  <a:lnTo>
                    <a:pt x="3489277" y="3363009"/>
                  </a:lnTo>
                  <a:lnTo>
                    <a:pt x="3488511" y="3363009"/>
                  </a:lnTo>
                  <a:lnTo>
                    <a:pt x="3487745" y="3363009"/>
                  </a:lnTo>
                  <a:lnTo>
                    <a:pt x="3467318" y="3363009"/>
                  </a:lnTo>
                  <a:lnTo>
                    <a:pt x="3466552" y="3363009"/>
                  </a:lnTo>
                  <a:lnTo>
                    <a:pt x="3465786" y="3363009"/>
                  </a:lnTo>
                  <a:lnTo>
                    <a:pt x="3445360" y="3363009"/>
                  </a:lnTo>
                  <a:lnTo>
                    <a:pt x="3444594" y="3363009"/>
                  </a:lnTo>
                  <a:lnTo>
                    <a:pt x="3443828" y="3363009"/>
                  </a:lnTo>
                  <a:lnTo>
                    <a:pt x="3423401" y="3363009"/>
                  </a:lnTo>
                  <a:lnTo>
                    <a:pt x="3422635" y="3363009"/>
                  </a:lnTo>
                  <a:lnTo>
                    <a:pt x="3421869" y="3363009"/>
                  </a:lnTo>
                  <a:lnTo>
                    <a:pt x="3401443" y="3363009"/>
                  </a:lnTo>
                  <a:lnTo>
                    <a:pt x="3400677" y="3363009"/>
                  </a:lnTo>
                  <a:lnTo>
                    <a:pt x="3399911" y="3363009"/>
                  </a:lnTo>
                  <a:lnTo>
                    <a:pt x="3379484" y="3363009"/>
                  </a:lnTo>
                  <a:lnTo>
                    <a:pt x="3378718" y="3363009"/>
                  </a:lnTo>
                  <a:lnTo>
                    <a:pt x="3377952" y="3363009"/>
                  </a:lnTo>
                  <a:lnTo>
                    <a:pt x="3357526" y="3363009"/>
                  </a:lnTo>
                  <a:lnTo>
                    <a:pt x="3356760" y="3363009"/>
                  </a:lnTo>
                  <a:lnTo>
                    <a:pt x="3355994" y="3363009"/>
                  </a:lnTo>
                  <a:lnTo>
                    <a:pt x="3335567" y="3363009"/>
                  </a:lnTo>
                  <a:lnTo>
                    <a:pt x="3334801" y="3363009"/>
                  </a:lnTo>
                  <a:lnTo>
                    <a:pt x="3334035" y="3363009"/>
                  </a:lnTo>
                  <a:lnTo>
                    <a:pt x="3313608" y="3363009"/>
                  </a:lnTo>
                  <a:lnTo>
                    <a:pt x="3312842" y="3363009"/>
                  </a:lnTo>
                  <a:lnTo>
                    <a:pt x="3312077" y="3363009"/>
                  </a:lnTo>
                  <a:lnTo>
                    <a:pt x="3291650" y="3363009"/>
                  </a:lnTo>
                  <a:lnTo>
                    <a:pt x="3290884" y="3363009"/>
                  </a:lnTo>
                  <a:lnTo>
                    <a:pt x="3290118" y="3363009"/>
                  </a:lnTo>
                  <a:lnTo>
                    <a:pt x="3269691" y="3363009"/>
                  </a:lnTo>
                  <a:lnTo>
                    <a:pt x="3268925" y="3363009"/>
                  </a:lnTo>
                  <a:lnTo>
                    <a:pt x="3268159" y="3363009"/>
                  </a:lnTo>
                  <a:lnTo>
                    <a:pt x="3247733" y="3363009"/>
                  </a:lnTo>
                  <a:lnTo>
                    <a:pt x="3246967" y="3363009"/>
                  </a:lnTo>
                  <a:lnTo>
                    <a:pt x="3246201" y="3363009"/>
                  </a:lnTo>
                  <a:lnTo>
                    <a:pt x="3225774" y="3363009"/>
                  </a:lnTo>
                  <a:lnTo>
                    <a:pt x="3225008" y="3363009"/>
                  </a:lnTo>
                  <a:lnTo>
                    <a:pt x="3224242" y="3363009"/>
                  </a:lnTo>
                  <a:lnTo>
                    <a:pt x="3203816" y="3363009"/>
                  </a:lnTo>
                  <a:lnTo>
                    <a:pt x="3203050" y="3363009"/>
                  </a:lnTo>
                  <a:lnTo>
                    <a:pt x="3202284" y="3363009"/>
                  </a:lnTo>
                  <a:lnTo>
                    <a:pt x="3181857" y="3363009"/>
                  </a:lnTo>
                  <a:lnTo>
                    <a:pt x="3181091" y="3363009"/>
                  </a:lnTo>
                  <a:lnTo>
                    <a:pt x="3180325" y="3363009"/>
                  </a:lnTo>
                  <a:lnTo>
                    <a:pt x="3159899" y="3363009"/>
                  </a:lnTo>
                  <a:lnTo>
                    <a:pt x="3159133" y="3363009"/>
                  </a:lnTo>
                  <a:lnTo>
                    <a:pt x="3158367" y="3363009"/>
                  </a:lnTo>
                  <a:lnTo>
                    <a:pt x="3137940" y="3363009"/>
                  </a:lnTo>
                  <a:lnTo>
                    <a:pt x="3137174" y="3363009"/>
                  </a:lnTo>
                  <a:lnTo>
                    <a:pt x="3136408" y="3363009"/>
                  </a:lnTo>
                  <a:lnTo>
                    <a:pt x="3115981" y="3363009"/>
                  </a:lnTo>
                  <a:lnTo>
                    <a:pt x="3115216" y="3363009"/>
                  </a:lnTo>
                  <a:lnTo>
                    <a:pt x="3114450" y="3363009"/>
                  </a:lnTo>
                  <a:lnTo>
                    <a:pt x="3094023" y="3363009"/>
                  </a:lnTo>
                  <a:lnTo>
                    <a:pt x="3093257" y="3363009"/>
                  </a:lnTo>
                  <a:lnTo>
                    <a:pt x="3092491" y="3363009"/>
                  </a:lnTo>
                  <a:lnTo>
                    <a:pt x="3072064" y="3363009"/>
                  </a:lnTo>
                  <a:lnTo>
                    <a:pt x="3071298" y="3363009"/>
                  </a:lnTo>
                  <a:lnTo>
                    <a:pt x="3070532" y="3363009"/>
                  </a:lnTo>
                  <a:lnTo>
                    <a:pt x="3050106" y="3363009"/>
                  </a:lnTo>
                  <a:lnTo>
                    <a:pt x="3049340" y="3363009"/>
                  </a:lnTo>
                  <a:lnTo>
                    <a:pt x="3048574" y="3363009"/>
                  </a:lnTo>
                  <a:lnTo>
                    <a:pt x="3028147" y="3363009"/>
                  </a:lnTo>
                  <a:lnTo>
                    <a:pt x="3027381" y="3363009"/>
                  </a:lnTo>
                  <a:lnTo>
                    <a:pt x="3026615" y="3363009"/>
                  </a:lnTo>
                  <a:lnTo>
                    <a:pt x="3006189" y="3363009"/>
                  </a:lnTo>
                  <a:lnTo>
                    <a:pt x="3005423" y="3363009"/>
                  </a:lnTo>
                  <a:lnTo>
                    <a:pt x="3004657" y="3363009"/>
                  </a:lnTo>
                  <a:lnTo>
                    <a:pt x="2984230" y="3363009"/>
                  </a:lnTo>
                  <a:lnTo>
                    <a:pt x="2983464" y="3363009"/>
                  </a:lnTo>
                  <a:lnTo>
                    <a:pt x="2982698" y="3363009"/>
                  </a:lnTo>
                  <a:lnTo>
                    <a:pt x="2962272" y="3363009"/>
                  </a:lnTo>
                  <a:lnTo>
                    <a:pt x="2961506" y="3363009"/>
                  </a:lnTo>
                  <a:lnTo>
                    <a:pt x="2960740" y="3363009"/>
                  </a:lnTo>
                  <a:lnTo>
                    <a:pt x="2940313" y="3363009"/>
                  </a:lnTo>
                  <a:lnTo>
                    <a:pt x="2939547" y="3363009"/>
                  </a:lnTo>
                  <a:lnTo>
                    <a:pt x="2938781" y="3363009"/>
                  </a:lnTo>
                  <a:lnTo>
                    <a:pt x="2918354" y="3363009"/>
                  </a:lnTo>
                  <a:lnTo>
                    <a:pt x="2917589" y="3363009"/>
                  </a:lnTo>
                  <a:lnTo>
                    <a:pt x="2916823" y="3363009"/>
                  </a:lnTo>
                  <a:lnTo>
                    <a:pt x="2896396" y="3363009"/>
                  </a:lnTo>
                  <a:lnTo>
                    <a:pt x="2895630" y="3363009"/>
                  </a:lnTo>
                  <a:lnTo>
                    <a:pt x="2894864" y="3363009"/>
                  </a:lnTo>
                  <a:lnTo>
                    <a:pt x="2874437" y="3363009"/>
                  </a:lnTo>
                  <a:lnTo>
                    <a:pt x="2873671" y="3363009"/>
                  </a:lnTo>
                  <a:lnTo>
                    <a:pt x="2872906" y="3363009"/>
                  </a:lnTo>
                  <a:lnTo>
                    <a:pt x="2852479" y="3363009"/>
                  </a:lnTo>
                  <a:lnTo>
                    <a:pt x="2851713" y="3363009"/>
                  </a:lnTo>
                  <a:lnTo>
                    <a:pt x="2850947" y="3363009"/>
                  </a:lnTo>
                  <a:lnTo>
                    <a:pt x="2830520" y="3363009"/>
                  </a:lnTo>
                  <a:lnTo>
                    <a:pt x="2829754" y="3363009"/>
                  </a:lnTo>
                  <a:lnTo>
                    <a:pt x="2828988" y="3363009"/>
                  </a:lnTo>
                  <a:lnTo>
                    <a:pt x="2808562" y="3363009"/>
                  </a:lnTo>
                  <a:lnTo>
                    <a:pt x="2807796" y="3363009"/>
                  </a:lnTo>
                  <a:lnTo>
                    <a:pt x="2807030" y="3363009"/>
                  </a:lnTo>
                  <a:lnTo>
                    <a:pt x="2786603" y="3363009"/>
                  </a:lnTo>
                  <a:lnTo>
                    <a:pt x="2785837" y="3363009"/>
                  </a:lnTo>
                  <a:lnTo>
                    <a:pt x="2785071" y="3363009"/>
                  </a:lnTo>
                  <a:lnTo>
                    <a:pt x="2764645" y="3363009"/>
                  </a:lnTo>
                  <a:lnTo>
                    <a:pt x="2763879" y="3363009"/>
                  </a:lnTo>
                  <a:lnTo>
                    <a:pt x="2763113" y="3363009"/>
                  </a:lnTo>
                  <a:lnTo>
                    <a:pt x="2742686" y="3363009"/>
                  </a:lnTo>
                  <a:lnTo>
                    <a:pt x="2741920" y="3363009"/>
                  </a:lnTo>
                  <a:lnTo>
                    <a:pt x="2741154" y="3363009"/>
                  </a:lnTo>
                  <a:lnTo>
                    <a:pt x="2720728" y="3363009"/>
                  </a:lnTo>
                  <a:lnTo>
                    <a:pt x="2719962" y="3363009"/>
                  </a:lnTo>
                  <a:lnTo>
                    <a:pt x="2719196" y="3363009"/>
                  </a:lnTo>
                  <a:lnTo>
                    <a:pt x="2698769" y="3363009"/>
                  </a:lnTo>
                  <a:lnTo>
                    <a:pt x="2698003" y="3363009"/>
                  </a:lnTo>
                  <a:lnTo>
                    <a:pt x="2697237" y="3363009"/>
                  </a:lnTo>
                  <a:lnTo>
                    <a:pt x="2676810" y="3363009"/>
                  </a:lnTo>
                  <a:lnTo>
                    <a:pt x="2676044" y="3363009"/>
                  </a:lnTo>
                  <a:lnTo>
                    <a:pt x="2675279" y="3363009"/>
                  </a:lnTo>
                  <a:lnTo>
                    <a:pt x="2654852" y="3363009"/>
                  </a:lnTo>
                  <a:lnTo>
                    <a:pt x="2654086" y="3363009"/>
                  </a:lnTo>
                  <a:lnTo>
                    <a:pt x="2653320" y="3363009"/>
                  </a:lnTo>
                  <a:lnTo>
                    <a:pt x="2632893" y="3363009"/>
                  </a:lnTo>
                  <a:lnTo>
                    <a:pt x="2632127" y="3363009"/>
                  </a:lnTo>
                  <a:lnTo>
                    <a:pt x="2631361" y="3363009"/>
                  </a:lnTo>
                  <a:lnTo>
                    <a:pt x="2610935" y="3363009"/>
                  </a:lnTo>
                  <a:lnTo>
                    <a:pt x="2610169" y="3363009"/>
                  </a:lnTo>
                  <a:lnTo>
                    <a:pt x="2609403" y="3363009"/>
                  </a:lnTo>
                  <a:lnTo>
                    <a:pt x="2588976" y="3363009"/>
                  </a:lnTo>
                  <a:lnTo>
                    <a:pt x="2588210" y="3363009"/>
                  </a:lnTo>
                  <a:lnTo>
                    <a:pt x="2587444" y="3363009"/>
                  </a:lnTo>
                  <a:lnTo>
                    <a:pt x="2567018" y="3363009"/>
                  </a:lnTo>
                  <a:lnTo>
                    <a:pt x="2566252" y="3363009"/>
                  </a:lnTo>
                  <a:lnTo>
                    <a:pt x="2565486" y="3363009"/>
                  </a:lnTo>
                  <a:lnTo>
                    <a:pt x="2545059" y="3363009"/>
                  </a:lnTo>
                  <a:lnTo>
                    <a:pt x="2544293" y="3363009"/>
                  </a:lnTo>
                  <a:lnTo>
                    <a:pt x="2543527" y="3363009"/>
                  </a:lnTo>
                  <a:lnTo>
                    <a:pt x="2523101" y="3363009"/>
                  </a:lnTo>
                  <a:lnTo>
                    <a:pt x="2522335" y="3363009"/>
                  </a:lnTo>
                  <a:lnTo>
                    <a:pt x="2521569" y="3363009"/>
                  </a:lnTo>
                  <a:lnTo>
                    <a:pt x="2501142" y="3363009"/>
                  </a:lnTo>
                  <a:lnTo>
                    <a:pt x="2500376" y="3363009"/>
                  </a:lnTo>
                  <a:lnTo>
                    <a:pt x="2499610" y="3363009"/>
                  </a:lnTo>
                  <a:lnTo>
                    <a:pt x="2479183" y="3363009"/>
                  </a:lnTo>
                  <a:lnTo>
                    <a:pt x="2478418" y="3363009"/>
                  </a:lnTo>
                  <a:lnTo>
                    <a:pt x="2477652" y="3363009"/>
                  </a:lnTo>
                  <a:lnTo>
                    <a:pt x="2457225" y="3363009"/>
                  </a:lnTo>
                  <a:lnTo>
                    <a:pt x="2456459" y="3363009"/>
                  </a:lnTo>
                  <a:lnTo>
                    <a:pt x="2455693" y="3363009"/>
                  </a:lnTo>
                  <a:lnTo>
                    <a:pt x="2435266" y="3363009"/>
                  </a:lnTo>
                  <a:lnTo>
                    <a:pt x="2434500" y="3363009"/>
                  </a:lnTo>
                  <a:lnTo>
                    <a:pt x="2433734" y="3363009"/>
                  </a:lnTo>
                  <a:lnTo>
                    <a:pt x="2413308" y="3363009"/>
                  </a:lnTo>
                  <a:lnTo>
                    <a:pt x="2412542" y="3363009"/>
                  </a:lnTo>
                  <a:lnTo>
                    <a:pt x="2411776" y="3363009"/>
                  </a:lnTo>
                  <a:lnTo>
                    <a:pt x="2391349" y="3363009"/>
                  </a:lnTo>
                  <a:lnTo>
                    <a:pt x="2390583" y="3363009"/>
                  </a:lnTo>
                  <a:lnTo>
                    <a:pt x="2389817" y="3363009"/>
                  </a:lnTo>
                  <a:lnTo>
                    <a:pt x="2369391" y="3363009"/>
                  </a:lnTo>
                  <a:lnTo>
                    <a:pt x="2368625" y="3363009"/>
                  </a:lnTo>
                  <a:lnTo>
                    <a:pt x="2367859" y="3363009"/>
                  </a:lnTo>
                  <a:lnTo>
                    <a:pt x="2347432" y="3363009"/>
                  </a:lnTo>
                  <a:lnTo>
                    <a:pt x="2346666" y="3363009"/>
                  </a:lnTo>
                  <a:lnTo>
                    <a:pt x="2345900" y="3363009"/>
                  </a:lnTo>
                  <a:lnTo>
                    <a:pt x="2325474" y="3363009"/>
                  </a:lnTo>
                  <a:lnTo>
                    <a:pt x="2324708" y="3363009"/>
                  </a:lnTo>
                  <a:lnTo>
                    <a:pt x="2323942" y="3363009"/>
                  </a:lnTo>
                  <a:lnTo>
                    <a:pt x="2303515" y="3363009"/>
                  </a:lnTo>
                  <a:lnTo>
                    <a:pt x="2302749" y="3363009"/>
                  </a:lnTo>
                  <a:lnTo>
                    <a:pt x="2301983" y="3363009"/>
                  </a:lnTo>
                  <a:lnTo>
                    <a:pt x="2281557" y="3363009"/>
                  </a:lnTo>
                  <a:lnTo>
                    <a:pt x="2280791" y="3363009"/>
                  </a:lnTo>
                  <a:lnTo>
                    <a:pt x="2280025" y="3363009"/>
                  </a:lnTo>
                  <a:lnTo>
                    <a:pt x="2259598" y="3363009"/>
                  </a:lnTo>
                  <a:lnTo>
                    <a:pt x="2258832" y="3363009"/>
                  </a:lnTo>
                  <a:lnTo>
                    <a:pt x="2258066" y="3363009"/>
                  </a:lnTo>
                  <a:lnTo>
                    <a:pt x="2237639" y="3363009"/>
                  </a:lnTo>
                  <a:lnTo>
                    <a:pt x="2236873" y="3363009"/>
                  </a:lnTo>
                  <a:lnTo>
                    <a:pt x="2236108" y="3363009"/>
                  </a:lnTo>
                  <a:lnTo>
                    <a:pt x="2215681" y="3363009"/>
                  </a:lnTo>
                  <a:lnTo>
                    <a:pt x="2214915" y="3363009"/>
                  </a:lnTo>
                  <a:lnTo>
                    <a:pt x="2214149" y="3363009"/>
                  </a:lnTo>
                  <a:lnTo>
                    <a:pt x="2193722" y="3363009"/>
                  </a:lnTo>
                  <a:lnTo>
                    <a:pt x="2192956" y="3363009"/>
                  </a:lnTo>
                  <a:lnTo>
                    <a:pt x="2192190" y="3363009"/>
                  </a:lnTo>
                  <a:lnTo>
                    <a:pt x="2171764" y="3363009"/>
                  </a:lnTo>
                  <a:lnTo>
                    <a:pt x="2170998" y="3363009"/>
                  </a:lnTo>
                  <a:lnTo>
                    <a:pt x="2170232" y="3363009"/>
                  </a:lnTo>
                  <a:lnTo>
                    <a:pt x="2149805" y="3363009"/>
                  </a:lnTo>
                  <a:lnTo>
                    <a:pt x="2149039" y="3363009"/>
                  </a:lnTo>
                  <a:lnTo>
                    <a:pt x="2148273" y="3363009"/>
                  </a:lnTo>
                  <a:lnTo>
                    <a:pt x="2127847" y="3363009"/>
                  </a:lnTo>
                  <a:lnTo>
                    <a:pt x="2127081" y="3363009"/>
                  </a:lnTo>
                  <a:lnTo>
                    <a:pt x="2126315" y="3363009"/>
                  </a:lnTo>
                  <a:lnTo>
                    <a:pt x="2105888" y="3363009"/>
                  </a:lnTo>
                  <a:lnTo>
                    <a:pt x="2105122" y="3363009"/>
                  </a:lnTo>
                  <a:lnTo>
                    <a:pt x="2104356" y="3363009"/>
                  </a:lnTo>
                  <a:lnTo>
                    <a:pt x="2083930" y="3363009"/>
                  </a:lnTo>
                  <a:lnTo>
                    <a:pt x="2083164" y="3363009"/>
                  </a:lnTo>
                  <a:lnTo>
                    <a:pt x="2082398" y="3363009"/>
                  </a:lnTo>
                  <a:lnTo>
                    <a:pt x="2061971" y="3363009"/>
                  </a:lnTo>
                  <a:lnTo>
                    <a:pt x="2061205" y="3363009"/>
                  </a:lnTo>
                  <a:lnTo>
                    <a:pt x="2060439" y="3363009"/>
                  </a:lnTo>
                  <a:lnTo>
                    <a:pt x="2040012" y="3363009"/>
                  </a:lnTo>
                  <a:lnTo>
                    <a:pt x="2039247" y="3363009"/>
                  </a:lnTo>
                  <a:lnTo>
                    <a:pt x="2038481" y="3363009"/>
                  </a:lnTo>
                  <a:lnTo>
                    <a:pt x="2018054" y="3363009"/>
                  </a:lnTo>
                  <a:lnTo>
                    <a:pt x="2017288" y="3363009"/>
                  </a:lnTo>
                  <a:lnTo>
                    <a:pt x="2016522" y="3363009"/>
                  </a:lnTo>
                  <a:lnTo>
                    <a:pt x="1996095" y="3363009"/>
                  </a:lnTo>
                  <a:lnTo>
                    <a:pt x="1995329" y="3363009"/>
                  </a:lnTo>
                  <a:lnTo>
                    <a:pt x="1994563" y="3363009"/>
                  </a:lnTo>
                  <a:lnTo>
                    <a:pt x="1974137" y="3363009"/>
                  </a:lnTo>
                  <a:lnTo>
                    <a:pt x="1973371" y="3363009"/>
                  </a:lnTo>
                  <a:lnTo>
                    <a:pt x="1972605" y="3363009"/>
                  </a:lnTo>
                  <a:lnTo>
                    <a:pt x="1952178" y="3363009"/>
                  </a:lnTo>
                  <a:lnTo>
                    <a:pt x="1951412" y="3363009"/>
                  </a:lnTo>
                  <a:lnTo>
                    <a:pt x="1950646" y="3363009"/>
                  </a:lnTo>
                  <a:lnTo>
                    <a:pt x="1930220" y="3363009"/>
                  </a:lnTo>
                  <a:lnTo>
                    <a:pt x="1929454" y="3363009"/>
                  </a:lnTo>
                  <a:lnTo>
                    <a:pt x="1928688" y="3363009"/>
                  </a:lnTo>
                  <a:lnTo>
                    <a:pt x="1908261" y="3363009"/>
                  </a:lnTo>
                  <a:lnTo>
                    <a:pt x="1907495" y="3363009"/>
                  </a:lnTo>
                  <a:lnTo>
                    <a:pt x="1906729" y="3363009"/>
                  </a:lnTo>
                  <a:lnTo>
                    <a:pt x="1886303" y="3363009"/>
                  </a:lnTo>
                  <a:lnTo>
                    <a:pt x="1885537" y="3363009"/>
                  </a:lnTo>
                  <a:lnTo>
                    <a:pt x="1884771" y="3363009"/>
                  </a:lnTo>
                  <a:lnTo>
                    <a:pt x="1864344" y="3363009"/>
                  </a:lnTo>
                  <a:lnTo>
                    <a:pt x="1863578" y="3363009"/>
                  </a:lnTo>
                  <a:lnTo>
                    <a:pt x="1862812" y="3363009"/>
                  </a:lnTo>
                  <a:lnTo>
                    <a:pt x="1842385" y="3363009"/>
                  </a:lnTo>
                  <a:lnTo>
                    <a:pt x="1841620" y="3363009"/>
                  </a:lnTo>
                  <a:lnTo>
                    <a:pt x="1840854" y="3363009"/>
                  </a:lnTo>
                  <a:lnTo>
                    <a:pt x="1820427" y="3363009"/>
                  </a:lnTo>
                  <a:lnTo>
                    <a:pt x="1819661" y="3363009"/>
                  </a:lnTo>
                  <a:lnTo>
                    <a:pt x="1818895" y="3363009"/>
                  </a:lnTo>
                  <a:lnTo>
                    <a:pt x="1798468" y="3363009"/>
                  </a:lnTo>
                  <a:lnTo>
                    <a:pt x="1797702" y="3363009"/>
                  </a:lnTo>
                  <a:lnTo>
                    <a:pt x="1796937" y="3363009"/>
                  </a:lnTo>
                  <a:lnTo>
                    <a:pt x="1776510" y="3363009"/>
                  </a:lnTo>
                  <a:lnTo>
                    <a:pt x="1775744" y="3363009"/>
                  </a:lnTo>
                  <a:lnTo>
                    <a:pt x="1774978" y="3363009"/>
                  </a:lnTo>
                  <a:lnTo>
                    <a:pt x="1754551" y="3363009"/>
                  </a:lnTo>
                  <a:lnTo>
                    <a:pt x="1753785" y="3363009"/>
                  </a:lnTo>
                  <a:lnTo>
                    <a:pt x="1753019" y="3363009"/>
                  </a:lnTo>
                  <a:lnTo>
                    <a:pt x="1732593" y="3363009"/>
                  </a:lnTo>
                  <a:lnTo>
                    <a:pt x="1731827" y="3363009"/>
                  </a:lnTo>
                  <a:lnTo>
                    <a:pt x="1731061" y="3363009"/>
                  </a:lnTo>
                  <a:lnTo>
                    <a:pt x="1710634" y="3363009"/>
                  </a:lnTo>
                  <a:lnTo>
                    <a:pt x="1709868" y="3363009"/>
                  </a:lnTo>
                  <a:lnTo>
                    <a:pt x="1709102" y="3363009"/>
                  </a:lnTo>
                  <a:lnTo>
                    <a:pt x="1688676" y="3363009"/>
                  </a:lnTo>
                  <a:lnTo>
                    <a:pt x="1687910" y="3363009"/>
                  </a:lnTo>
                  <a:lnTo>
                    <a:pt x="1687144" y="3363009"/>
                  </a:lnTo>
                  <a:lnTo>
                    <a:pt x="1666717" y="3363009"/>
                  </a:lnTo>
                  <a:lnTo>
                    <a:pt x="1665951" y="3363009"/>
                  </a:lnTo>
                  <a:lnTo>
                    <a:pt x="1665185" y="3363009"/>
                  </a:lnTo>
                  <a:lnTo>
                    <a:pt x="1644759" y="3363009"/>
                  </a:lnTo>
                  <a:lnTo>
                    <a:pt x="1643993" y="3363009"/>
                  </a:lnTo>
                  <a:lnTo>
                    <a:pt x="1643227" y="3363009"/>
                  </a:lnTo>
                  <a:lnTo>
                    <a:pt x="1622800" y="3363009"/>
                  </a:lnTo>
                  <a:lnTo>
                    <a:pt x="1622034" y="3363009"/>
                  </a:lnTo>
                  <a:lnTo>
                    <a:pt x="1621268" y="3363009"/>
                  </a:lnTo>
                  <a:lnTo>
                    <a:pt x="1600841" y="3363009"/>
                  </a:lnTo>
                  <a:lnTo>
                    <a:pt x="1600075" y="3363009"/>
                  </a:lnTo>
                  <a:lnTo>
                    <a:pt x="1599310" y="3363009"/>
                  </a:lnTo>
                  <a:lnTo>
                    <a:pt x="1578883" y="3363009"/>
                  </a:lnTo>
                  <a:lnTo>
                    <a:pt x="1578117" y="3363009"/>
                  </a:lnTo>
                  <a:lnTo>
                    <a:pt x="1577351" y="3363009"/>
                  </a:lnTo>
                  <a:lnTo>
                    <a:pt x="1556924" y="3363009"/>
                  </a:lnTo>
                  <a:lnTo>
                    <a:pt x="1556158" y="3363009"/>
                  </a:lnTo>
                  <a:lnTo>
                    <a:pt x="1555392" y="3363009"/>
                  </a:lnTo>
                  <a:lnTo>
                    <a:pt x="1534966" y="3363009"/>
                  </a:lnTo>
                  <a:lnTo>
                    <a:pt x="1534200" y="3363009"/>
                  </a:lnTo>
                  <a:lnTo>
                    <a:pt x="1533434" y="3363009"/>
                  </a:lnTo>
                  <a:lnTo>
                    <a:pt x="1513007" y="3363009"/>
                  </a:lnTo>
                  <a:lnTo>
                    <a:pt x="1512241" y="3363009"/>
                  </a:lnTo>
                  <a:lnTo>
                    <a:pt x="1511475" y="3363009"/>
                  </a:lnTo>
                  <a:lnTo>
                    <a:pt x="1491049" y="3363009"/>
                  </a:lnTo>
                  <a:lnTo>
                    <a:pt x="1490283" y="3363009"/>
                  </a:lnTo>
                  <a:lnTo>
                    <a:pt x="1489517" y="3363009"/>
                  </a:lnTo>
                  <a:lnTo>
                    <a:pt x="1469090" y="3363009"/>
                  </a:lnTo>
                  <a:lnTo>
                    <a:pt x="1468324" y="3363009"/>
                  </a:lnTo>
                  <a:lnTo>
                    <a:pt x="1467558" y="3363009"/>
                  </a:lnTo>
                  <a:lnTo>
                    <a:pt x="1447132" y="3363009"/>
                  </a:lnTo>
                  <a:lnTo>
                    <a:pt x="1446366" y="3363009"/>
                  </a:lnTo>
                  <a:lnTo>
                    <a:pt x="1445600" y="3363009"/>
                  </a:lnTo>
                  <a:lnTo>
                    <a:pt x="1425173" y="3363009"/>
                  </a:lnTo>
                  <a:lnTo>
                    <a:pt x="1424407" y="3363009"/>
                  </a:lnTo>
                  <a:lnTo>
                    <a:pt x="1423641" y="3363009"/>
                  </a:lnTo>
                  <a:lnTo>
                    <a:pt x="1403214" y="3363009"/>
                  </a:lnTo>
                  <a:lnTo>
                    <a:pt x="1402449" y="3363009"/>
                  </a:lnTo>
                  <a:lnTo>
                    <a:pt x="1401683" y="3363009"/>
                  </a:lnTo>
                  <a:lnTo>
                    <a:pt x="1381256" y="3363009"/>
                  </a:lnTo>
                  <a:lnTo>
                    <a:pt x="1380490" y="3363009"/>
                  </a:lnTo>
                  <a:lnTo>
                    <a:pt x="1379724" y="3363009"/>
                  </a:lnTo>
                  <a:lnTo>
                    <a:pt x="1359297" y="3363009"/>
                  </a:lnTo>
                  <a:lnTo>
                    <a:pt x="1358531" y="3363009"/>
                  </a:lnTo>
                  <a:lnTo>
                    <a:pt x="1357765" y="3363009"/>
                  </a:lnTo>
                  <a:lnTo>
                    <a:pt x="1337339" y="3363009"/>
                  </a:lnTo>
                  <a:lnTo>
                    <a:pt x="1336573" y="3363009"/>
                  </a:lnTo>
                  <a:lnTo>
                    <a:pt x="1335807" y="3363009"/>
                  </a:lnTo>
                  <a:lnTo>
                    <a:pt x="1315380" y="3363009"/>
                  </a:lnTo>
                  <a:lnTo>
                    <a:pt x="1314614" y="3363009"/>
                  </a:lnTo>
                  <a:lnTo>
                    <a:pt x="1313848" y="3363009"/>
                  </a:lnTo>
                  <a:lnTo>
                    <a:pt x="1293422" y="3363009"/>
                  </a:lnTo>
                  <a:lnTo>
                    <a:pt x="1292656" y="3363009"/>
                  </a:lnTo>
                  <a:lnTo>
                    <a:pt x="1291890" y="3363009"/>
                  </a:lnTo>
                  <a:lnTo>
                    <a:pt x="1271463" y="3363009"/>
                  </a:lnTo>
                  <a:lnTo>
                    <a:pt x="1270697" y="3363009"/>
                  </a:lnTo>
                  <a:lnTo>
                    <a:pt x="1269931" y="3363009"/>
                  </a:lnTo>
                  <a:lnTo>
                    <a:pt x="1249505" y="3363009"/>
                  </a:lnTo>
                  <a:lnTo>
                    <a:pt x="1248739" y="3363009"/>
                  </a:lnTo>
                  <a:lnTo>
                    <a:pt x="1247973" y="3363009"/>
                  </a:lnTo>
                  <a:lnTo>
                    <a:pt x="1227546" y="3363009"/>
                  </a:lnTo>
                  <a:lnTo>
                    <a:pt x="1226780" y="3363009"/>
                  </a:lnTo>
                  <a:lnTo>
                    <a:pt x="1226014" y="3363009"/>
                  </a:lnTo>
                  <a:lnTo>
                    <a:pt x="1205587" y="3363009"/>
                  </a:lnTo>
                  <a:lnTo>
                    <a:pt x="1204822" y="3363009"/>
                  </a:lnTo>
                  <a:lnTo>
                    <a:pt x="1204056" y="3363009"/>
                  </a:lnTo>
                  <a:lnTo>
                    <a:pt x="1183629" y="3363009"/>
                  </a:lnTo>
                  <a:lnTo>
                    <a:pt x="1182863" y="3363009"/>
                  </a:lnTo>
                  <a:lnTo>
                    <a:pt x="1182097" y="3363009"/>
                  </a:lnTo>
                  <a:lnTo>
                    <a:pt x="1161670" y="3363009"/>
                  </a:lnTo>
                  <a:lnTo>
                    <a:pt x="1160904" y="3363009"/>
                  </a:lnTo>
                  <a:lnTo>
                    <a:pt x="1160139" y="3363009"/>
                  </a:lnTo>
                  <a:lnTo>
                    <a:pt x="1139712" y="3363009"/>
                  </a:lnTo>
                  <a:lnTo>
                    <a:pt x="1138946" y="3363009"/>
                  </a:lnTo>
                  <a:lnTo>
                    <a:pt x="1138180" y="3363009"/>
                  </a:lnTo>
                  <a:lnTo>
                    <a:pt x="1117753" y="3363009"/>
                  </a:lnTo>
                  <a:lnTo>
                    <a:pt x="1116987" y="3363009"/>
                  </a:lnTo>
                  <a:lnTo>
                    <a:pt x="1116221" y="3363009"/>
                  </a:lnTo>
                  <a:lnTo>
                    <a:pt x="1095795" y="3363009"/>
                  </a:lnTo>
                  <a:lnTo>
                    <a:pt x="1095029" y="3363009"/>
                  </a:lnTo>
                  <a:lnTo>
                    <a:pt x="1094263" y="3363009"/>
                  </a:lnTo>
                  <a:lnTo>
                    <a:pt x="1073836" y="3363009"/>
                  </a:lnTo>
                  <a:lnTo>
                    <a:pt x="1073070" y="3363009"/>
                  </a:lnTo>
                  <a:lnTo>
                    <a:pt x="1072304" y="3363009"/>
                  </a:lnTo>
                  <a:lnTo>
                    <a:pt x="1051878" y="3363009"/>
                  </a:lnTo>
                  <a:lnTo>
                    <a:pt x="1051112" y="3363009"/>
                  </a:lnTo>
                  <a:lnTo>
                    <a:pt x="1050346" y="3363009"/>
                  </a:lnTo>
                  <a:lnTo>
                    <a:pt x="1029919" y="3363009"/>
                  </a:lnTo>
                  <a:lnTo>
                    <a:pt x="1029153" y="3363009"/>
                  </a:lnTo>
                  <a:lnTo>
                    <a:pt x="1028387" y="3363009"/>
                  </a:lnTo>
                  <a:lnTo>
                    <a:pt x="1007961" y="3363009"/>
                  </a:lnTo>
                  <a:lnTo>
                    <a:pt x="1007195" y="3363009"/>
                  </a:lnTo>
                  <a:lnTo>
                    <a:pt x="1006429" y="3363009"/>
                  </a:lnTo>
                  <a:lnTo>
                    <a:pt x="986002" y="3363009"/>
                  </a:lnTo>
                  <a:lnTo>
                    <a:pt x="985236" y="3363009"/>
                  </a:lnTo>
                  <a:lnTo>
                    <a:pt x="984470" y="3363009"/>
                  </a:lnTo>
                  <a:lnTo>
                    <a:pt x="964043" y="3363009"/>
                  </a:lnTo>
                  <a:lnTo>
                    <a:pt x="963277" y="3363009"/>
                  </a:lnTo>
                  <a:lnTo>
                    <a:pt x="962512" y="3363009"/>
                  </a:lnTo>
                  <a:lnTo>
                    <a:pt x="942085" y="3363009"/>
                  </a:lnTo>
                  <a:lnTo>
                    <a:pt x="941319" y="3363009"/>
                  </a:lnTo>
                  <a:lnTo>
                    <a:pt x="940553" y="3363009"/>
                  </a:lnTo>
                  <a:lnTo>
                    <a:pt x="920126" y="3363009"/>
                  </a:lnTo>
                  <a:lnTo>
                    <a:pt x="919360" y="3363009"/>
                  </a:lnTo>
                  <a:lnTo>
                    <a:pt x="918594" y="3363009"/>
                  </a:lnTo>
                  <a:lnTo>
                    <a:pt x="898168" y="3363009"/>
                  </a:lnTo>
                  <a:lnTo>
                    <a:pt x="897402" y="3363009"/>
                  </a:lnTo>
                  <a:lnTo>
                    <a:pt x="896636" y="3363009"/>
                  </a:lnTo>
                  <a:lnTo>
                    <a:pt x="876209" y="3363009"/>
                  </a:lnTo>
                  <a:lnTo>
                    <a:pt x="875443" y="3363009"/>
                  </a:lnTo>
                  <a:lnTo>
                    <a:pt x="874677" y="3363009"/>
                  </a:lnTo>
                  <a:lnTo>
                    <a:pt x="854251" y="3363009"/>
                  </a:lnTo>
                  <a:lnTo>
                    <a:pt x="853485" y="3363009"/>
                  </a:lnTo>
                  <a:lnTo>
                    <a:pt x="852719" y="3363009"/>
                  </a:lnTo>
                  <a:lnTo>
                    <a:pt x="832292" y="3363009"/>
                  </a:lnTo>
                  <a:lnTo>
                    <a:pt x="831526" y="3363009"/>
                  </a:lnTo>
                  <a:lnTo>
                    <a:pt x="830760" y="3363009"/>
                  </a:lnTo>
                  <a:lnTo>
                    <a:pt x="810334" y="3363009"/>
                  </a:lnTo>
                  <a:lnTo>
                    <a:pt x="809568" y="3363009"/>
                  </a:lnTo>
                  <a:lnTo>
                    <a:pt x="808802" y="3363009"/>
                  </a:lnTo>
                  <a:lnTo>
                    <a:pt x="788375" y="3363009"/>
                  </a:lnTo>
                  <a:lnTo>
                    <a:pt x="787609" y="3363009"/>
                  </a:lnTo>
                  <a:lnTo>
                    <a:pt x="786843" y="3363009"/>
                  </a:lnTo>
                  <a:lnTo>
                    <a:pt x="766416" y="3363009"/>
                  </a:lnTo>
                  <a:lnTo>
                    <a:pt x="765651" y="3363009"/>
                  </a:lnTo>
                  <a:lnTo>
                    <a:pt x="764885" y="3363009"/>
                  </a:lnTo>
                  <a:lnTo>
                    <a:pt x="744458" y="3363009"/>
                  </a:lnTo>
                  <a:lnTo>
                    <a:pt x="743692" y="3363009"/>
                  </a:lnTo>
                  <a:lnTo>
                    <a:pt x="742926" y="3363009"/>
                  </a:lnTo>
                  <a:lnTo>
                    <a:pt x="722499" y="3363009"/>
                  </a:lnTo>
                  <a:lnTo>
                    <a:pt x="721733" y="3363009"/>
                  </a:lnTo>
                  <a:lnTo>
                    <a:pt x="720967" y="3363009"/>
                  </a:lnTo>
                  <a:lnTo>
                    <a:pt x="700541" y="3363009"/>
                  </a:lnTo>
                  <a:lnTo>
                    <a:pt x="699775" y="3363009"/>
                  </a:lnTo>
                  <a:lnTo>
                    <a:pt x="699009" y="3363009"/>
                  </a:lnTo>
                  <a:lnTo>
                    <a:pt x="678582" y="3363009"/>
                  </a:lnTo>
                  <a:lnTo>
                    <a:pt x="677816" y="3363009"/>
                  </a:lnTo>
                  <a:lnTo>
                    <a:pt x="677050" y="3363009"/>
                  </a:lnTo>
                  <a:lnTo>
                    <a:pt x="656624" y="3363009"/>
                  </a:lnTo>
                  <a:lnTo>
                    <a:pt x="655858" y="3363009"/>
                  </a:lnTo>
                  <a:lnTo>
                    <a:pt x="655092" y="3363009"/>
                  </a:lnTo>
                  <a:lnTo>
                    <a:pt x="634665" y="3363009"/>
                  </a:lnTo>
                  <a:lnTo>
                    <a:pt x="633899" y="3363009"/>
                  </a:lnTo>
                  <a:lnTo>
                    <a:pt x="633133" y="3363009"/>
                  </a:lnTo>
                  <a:lnTo>
                    <a:pt x="612707" y="3363009"/>
                  </a:lnTo>
                  <a:lnTo>
                    <a:pt x="611941" y="3363009"/>
                  </a:lnTo>
                  <a:lnTo>
                    <a:pt x="611175" y="3363009"/>
                  </a:lnTo>
                  <a:lnTo>
                    <a:pt x="590748" y="3363009"/>
                  </a:lnTo>
                  <a:lnTo>
                    <a:pt x="589982" y="3363009"/>
                  </a:lnTo>
                  <a:lnTo>
                    <a:pt x="589216" y="3363009"/>
                  </a:lnTo>
                  <a:lnTo>
                    <a:pt x="568790" y="3363009"/>
                  </a:lnTo>
                  <a:lnTo>
                    <a:pt x="568024" y="3363009"/>
                  </a:lnTo>
                  <a:lnTo>
                    <a:pt x="567258" y="3363009"/>
                  </a:lnTo>
                  <a:lnTo>
                    <a:pt x="546831" y="3363009"/>
                  </a:lnTo>
                  <a:lnTo>
                    <a:pt x="546065" y="3363009"/>
                  </a:lnTo>
                  <a:lnTo>
                    <a:pt x="545299" y="3363009"/>
                  </a:lnTo>
                  <a:lnTo>
                    <a:pt x="524872" y="3363009"/>
                  </a:lnTo>
                  <a:lnTo>
                    <a:pt x="524106" y="3363009"/>
                  </a:lnTo>
                  <a:lnTo>
                    <a:pt x="523341" y="3363009"/>
                  </a:lnTo>
                  <a:lnTo>
                    <a:pt x="502914" y="3363009"/>
                  </a:lnTo>
                  <a:lnTo>
                    <a:pt x="502148" y="3363009"/>
                  </a:lnTo>
                  <a:lnTo>
                    <a:pt x="501382" y="3363009"/>
                  </a:lnTo>
                  <a:lnTo>
                    <a:pt x="480955" y="3363009"/>
                  </a:lnTo>
                  <a:lnTo>
                    <a:pt x="480189" y="3363009"/>
                  </a:lnTo>
                  <a:lnTo>
                    <a:pt x="479423" y="3363009"/>
                  </a:lnTo>
                  <a:lnTo>
                    <a:pt x="458997" y="3363009"/>
                  </a:lnTo>
                  <a:lnTo>
                    <a:pt x="458231" y="3363009"/>
                  </a:lnTo>
                  <a:lnTo>
                    <a:pt x="457465" y="3363009"/>
                  </a:lnTo>
                  <a:lnTo>
                    <a:pt x="437038" y="3363009"/>
                  </a:lnTo>
                  <a:lnTo>
                    <a:pt x="436272" y="3363009"/>
                  </a:lnTo>
                  <a:lnTo>
                    <a:pt x="435506" y="3363009"/>
                  </a:lnTo>
                  <a:lnTo>
                    <a:pt x="415080" y="3363009"/>
                  </a:lnTo>
                  <a:lnTo>
                    <a:pt x="414314" y="3363009"/>
                  </a:lnTo>
                  <a:lnTo>
                    <a:pt x="413548" y="3363009"/>
                  </a:lnTo>
                  <a:lnTo>
                    <a:pt x="393121" y="3363009"/>
                  </a:lnTo>
                  <a:lnTo>
                    <a:pt x="392355" y="3363009"/>
                  </a:lnTo>
                  <a:lnTo>
                    <a:pt x="391589" y="3363009"/>
                  </a:lnTo>
                  <a:lnTo>
                    <a:pt x="371163" y="3363009"/>
                  </a:lnTo>
                  <a:lnTo>
                    <a:pt x="370397" y="3363009"/>
                  </a:lnTo>
                  <a:lnTo>
                    <a:pt x="369631" y="3363009"/>
                  </a:lnTo>
                  <a:lnTo>
                    <a:pt x="349204" y="3363009"/>
                  </a:lnTo>
                  <a:lnTo>
                    <a:pt x="348438" y="3363009"/>
                  </a:lnTo>
                  <a:lnTo>
                    <a:pt x="347672" y="3363009"/>
                  </a:lnTo>
                  <a:lnTo>
                    <a:pt x="327245" y="3363009"/>
                  </a:lnTo>
                  <a:lnTo>
                    <a:pt x="326480" y="3363009"/>
                  </a:lnTo>
                  <a:lnTo>
                    <a:pt x="325714" y="3363009"/>
                  </a:lnTo>
                  <a:lnTo>
                    <a:pt x="305287" y="3363009"/>
                  </a:lnTo>
                  <a:lnTo>
                    <a:pt x="304521" y="3363009"/>
                  </a:lnTo>
                  <a:lnTo>
                    <a:pt x="303755" y="3363009"/>
                  </a:lnTo>
                  <a:lnTo>
                    <a:pt x="283328" y="3363009"/>
                  </a:lnTo>
                  <a:lnTo>
                    <a:pt x="282562" y="3363009"/>
                  </a:lnTo>
                  <a:lnTo>
                    <a:pt x="281796" y="3363009"/>
                  </a:lnTo>
                  <a:lnTo>
                    <a:pt x="261370" y="3363009"/>
                  </a:lnTo>
                  <a:lnTo>
                    <a:pt x="260604" y="3363009"/>
                  </a:lnTo>
                  <a:lnTo>
                    <a:pt x="259838" y="3363009"/>
                  </a:lnTo>
                  <a:lnTo>
                    <a:pt x="239411" y="3363009"/>
                  </a:lnTo>
                  <a:lnTo>
                    <a:pt x="238645" y="3363009"/>
                  </a:lnTo>
                  <a:lnTo>
                    <a:pt x="237879" y="3363009"/>
                  </a:lnTo>
                  <a:lnTo>
                    <a:pt x="217453" y="3363009"/>
                  </a:lnTo>
                  <a:lnTo>
                    <a:pt x="216687" y="3363009"/>
                  </a:lnTo>
                  <a:lnTo>
                    <a:pt x="215921" y="3363009"/>
                  </a:lnTo>
                  <a:lnTo>
                    <a:pt x="195494" y="3363009"/>
                  </a:lnTo>
                  <a:lnTo>
                    <a:pt x="194728" y="3363009"/>
                  </a:lnTo>
                  <a:lnTo>
                    <a:pt x="193962" y="3363009"/>
                  </a:lnTo>
                  <a:lnTo>
                    <a:pt x="173536" y="3363009"/>
                  </a:lnTo>
                  <a:lnTo>
                    <a:pt x="172770" y="3363009"/>
                  </a:lnTo>
                  <a:lnTo>
                    <a:pt x="172004" y="3363009"/>
                  </a:lnTo>
                  <a:lnTo>
                    <a:pt x="151577" y="3363009"/>
                  </a:lnTo>
                  <a:lnTo>
                    <a:pt x="150811" y="3363009"/>
                  </a:lnTo>
                  <a:lnTo>
                    <a:pt x="150045" y="3363009"/>
                  </a:lnTo>
                  <a:lnTo>
                    <a:pt x="129618" y="3363009"/>
                  </a:lnTo>
                  <a:lnTo>
                    <a:pt x="128853" y="3363009"/>
                  </a:lnTo>
                  <a:lnTo>
                    <a:pt x="128087" y="3363009"/>
                  </a:lnTo>
                  <a:lnTo>
                    <a:pt x="107660" y="3363009"/>
                  </a:lnTo>
                  <a:lnTo>
                    <a:pt x="106894" y="3363009"/>
                  </a:lnTo>
                  <a:lnTo>
                    <a:pt x="106128" y="3363009"/>
                  </a:lnTo>
                  <a:lnTo>
                    <a:pt x="85701" y="3363009"/>
                  </a:lnTo>
                  <a:lnTo>
                    <a:pt x="84935" y="3363009"/>
                  </a:lnTo>
                  <a:lnTo>
                    <a:pt x="84170" y="3363009"/>
                  </a:lnTo>
                  <a:lnTo>
                    <a:pt x="63743" y="3363009"/>
                  </a:lnTo>
                  <a:lnTo>
                    <a:pt x="62977" y="3363009"/>
                  </a:lnTo>
                  <a:lnTo>
                    <a:pt x="62211" y="3363009"/>
                  </a:lnTo>
                  <a:lnTo>
                    <a:pt x="41784" y="3363009"/>
                  </a:lnTo>
                  <a:lnTo>
                    <a:pt x="41018" y="3363009"/>
                  </a:lnTo>
                  <a:lnTo>
                    <a:pt x="40252" y="3363009"/>
                  </a:lnTo>
                  <a:lnTo>
                    <a:pt x="19826" y="3363009"/>
                  </a:lnTo>
                  <a:lnTo>
                    <a:pt x="19060" y="3363009"/>
                  </a:lnTo>
                  <a:lnTo>
                    <a:pt x="18294" y="336300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39851" y="2118822"/>
              <a:ext cx="3732353" cy="3363009"/>
            </a:xfrm>
            <a:custGeom>
              <a:avLst/>
              <a:pathLst>
                <a:path w="3732353" h="3363009">
                  <a:moveTo>
                    <a:pt x="0" y="3363009"/>
                  </a:moveTo>
                  <a:lnTo>
                    <a:pt x="18294" y="3363009"/>
                  </a:lnTo>
                  <a:lnTo>
                    <a:pt x="19060" y="3363009"/>
                  </a:lnTo>
                  <a:lnTo>
                    <a:pt x="19826" y="3363009"/>
                  </a:lnTo>
                  <a:lnTo>
                    <a:pt x="40252" y="3363009"/>
                  </a:lnTo>
                  <a:lnTo>
                    <a:pt x="41018" y="3363009"/>
                  </a:lnTo>
                  <a:lnTo>
                    <a:pt x="41784" y="3363009"/>
                  </a:lnTo>
                  <a:lnTo>
                    <a:pt x="62211" y="3363009"/>
                  </a:lnTo>
                  <a:lnTo>
                    <a:pt x="62977" y="3363009"/>
                  </a:lnTo>
                  <a:lnTo>
                    <a:pt x="63743" y="3363009"/>
                  </a:lnTo>
                  <a:lnTo>
                    <a:pt x="84170" y="3363009"/>
                  </a:lnTo>
                  <a:lnTo>
                    <a:pt x="84935" y="3363009"/>
                  </a:lnTo>
                  <a:lnTo>
                    <a:pt x="85701" y="3363009"/>
                  </a:lnTo>
                  <a:lnTo>
                    <a:pt x="106128" y="3363009"/>
                  </a:lnTo>
                  <a:lnTo>
                    <a:pt x="106894" y="3363009"/>
                  </a:lnTo>
                  <a:lnTo>
                    <a:pt x="107660" y="3363009"/>
                  </a:lnTo>
                  <a:lnTo>
                    <a:pt x="128087" y="3363009"/>
                  </a:lnTo>
                  <a:lnTo>
                    <a:pt x="128853" y="3363009"/>
                  </a:lnTo>
                  <a:lnTo>
                    <a:pt x="129618" y="3363009"/>
                  </a:lnTo>
                  <a:lnTo>
                    <a:pt x="150045" y="3363009"/>
                  </a:lnTo>
                  <a:lnTo>
                    <a:pt x="150811" y="3363009"/>
                  </a:lnTo>
                  <a:lnTo>
                    <a:pt x="151577" y="3363009"/>
                  </a:lnTo>
                  <a:lnTo>
                    <a:pt x="172004" y="3363009"/>
                  </a:lnTo>
                  <a:lnTo>
                    <a:pt x="172770" y="3363009"/>
                  </a:lnTo>
                  <a:lnTo>
                    <a:pt x="173536" y="3363009"/>
                  </a:lnTo>
                  <a:lnTo>
                    <a:pt x="193962" y="3363009"/>
                  </a:lnTo>
                  <a:lnTo>
                    <a:pt x="194728" y="3363009"/>
                  </a:lnTo>
                  <a:lnTo>
                    <a:pt x="195494" y="3363009"/>
                  </a:lnTo>
                  <a:lnTo>
                    <a:pt x="215921" y="3363009"/>
                  </a:lnTo>
                  <a:lnTo>
                    <a:pt x="216687" y="3363009"/>
                  </a:lnTo>
                  <a:lnTo>
                    <a:pt x="217453" y="3363009"/>
                  </a:lnTo>
                  <a:lnTo>
                    <a:pt x="237879" y="3363009"/>
                  </a:lnTo>
                  <a:lnTo>
                    <a:pt x="238645" y="3363009"/>
                  </a:lnTo>
                  <a:lnTo>
                    <a:pt x="239411" y="3363009"/>
                  </a:lnTo>
                  <a:lnTo>
                    <a:pt x="259838" y="3363009"/>
                  </a:lnTo>
                  <a:lnTo>
                    <a:pt x="260604" y="3363009"/>
                  </a:lnTo>
                  <a:lnTo>
                    <a:pt x="261370" y="3363009"/>
                  </a:lnTo>
                  <a:lnTo>
                    <a:pt x="281796" y="3363009"/>
                  </a:lnTo>
                  <a:lnTo>
                    <a:pt x="282562" y="3363009"/>
                  </a:lnTo>
                  <a:lnTo>
                    <a:pt x="283328" y="3363009"/>
                  </a:lnTo>
                  <a:lnTo>
                    <a:pt x="303755" y="3363009"/>
                  </a:lnTo>
                  <a:lnTo>
                    <a:pt x="304521" y="3363009"/>
                  </a:lnTo>
                  <a:lnTo>
                    <a:pt x="305287" y="3363009"/>
                  </a:lnTo>
                  <a:lnTo>
                    <a:pt x="325714" y="3363009"/>
                  </a:lnTo>
                  <a:lnTo>
                    <a:pt x="326480" y="3363009"/>
                  </a:lnTo>
                  <a:lnTo>
                    <a:pt x="327245" y="3363009"/>
                  </a:lnTo>
                  <a:lnTo>
                    <a:pt x="347672" y="3363009"/>
                  </a:lnTo>
                  <a:lnTo>
                    <a:pt x="348438" y="3363009"/>
                  </a:lnTo>
                  <a:lnTo>
                    <a:pt x="349204" y="3363009"/>
                  </a:lnTo>
                  <a:lnTo>
                    <a:pt x="369631" y="3363009"/>
                  </a:lnTo>
                  <a:lnTo>
                    <a:pt x="370397" y="3363009"/>
                  </a:lnTo>
                  <a:lnTo>
                    <a:pt x="371163" y="3363009"/>
                  </a:lnTo>
                  <a:lnTo>
                    <a:pt x="391589" y="3363009"/>
                  </a:lnTo>
                  <a:lnTo>
                    <a:pt x="392355" y="3363009"/>
                  </a:lnTo>
                  <a:lnTo>
                    <a:pt x="393121" y="3363009"/>
                  </a:lnTo>
                  <a:lnTo>
                    <a:pt x="413548" y="3363009"/>
                  </a:lnTo>
                  <a:lnTo>
                    <a:pt x="414314" y="3363009"/>
                  </a:lnTo>
                  <a:lnTo>
                    <a:pt x="415080" y="3363009"/>
                  </a:lnTo>
                  <a:lnTo>
                    <a:pt x="435506" y="3363009"/>
                  </a:lnTo>
                  <a:lnTo>
                    <a:pt x="436272" y="3363009"/>
                  </a:lnTo>
                  <a:lnTo>
                    <a:pt x="437038" y="3363009"/>
                  </a:lnTo>
                  <a:lnTo>
                    <a:pt x="457465" y="3363009"/>
                  </a:lnTo>
                  <a:lnTo>
                    <a:pt x="458231" y="3363009"/>
                  </a:lnTo>
                  <a:lnTo>
                    <a:pt x="458997" y="3363009"/>
                  </a:lnTo>
                  <a:lnTo>
                    <a:pt x="479423" y="3363009"/>
                  </a:lnTo>
                  <a:lnTo>
                    <a:pt x="480189" y="3363009"/>
                  </a:lnTo>
                  <a:lnTo>
                    <a:pt x="480955" y="3363009"/>
                  </a:lnTo>
                  <a:lnTo>
                    <a:pt x="501382" y="3363008"/>
                  </a:lnTo>
                  <a:lnTo>
                    <a:pt x="502148" y="3363008"/>
                  </a:lnTo>
                  <a:lnTo>
                    <a:pt x="502914" y="3363008"/>
                  </a:lnTo>
                  <a:lnTo>
                    <a:pt x="523341" y="3363008"/>
                  </a:lnTo>
                  <a:lnTo>
                    <a:pt x="524106" y="3363008"/>
                  </a:lnTo>
                  <a:lnTo>
                    <a:pt x="524872" y="3363008"/>
                  </a:lnTo>
                  <a:lnTo>
                    <a:pt x="545299" y="3363007"/>
                  </a:lnTo>
                  <a:lnTo>
                    <a:pt x="546065" y="3363007"/>
                  </a:lnTo>
                  <a:lnTo>
                    <a:pt x="546831" y="3363007"/>
                  </a:lnTo>
                  <a:lnTo>
                    <a:pt x="567258" y="3363006"/>
                  </a:lnTo>
                  <a:lnTo>
                    <a:pt x="568024" y="3363006"/>
                  </a:lnTo>
                  <a:lnTo>
                    <a:pt x="568790" y="3363006"/>
                  </a:lnTo>
                  <a:lnTo>
                    <a:pt x="589216" y="3363004"/>
                  </a:lnTo>
                  <a:lnTo>
                    <a:pt x="589982" y="3363003"/>
                  </a:lnTo>
                  <a:lnTo>
                    <a:pt x="590748" y="3363003"/>
                  </a:lnTo>
                  <a:lnTo>
                    <a:pt x="611175" y="3363000"/>
                  </a:lnTo>
                  <a:lnTo>
                    <a:pt x="611941" y="3363000"/>
                  </a:lnTo>
                  <a:lnTo>
                    <a:pt x="612707" y="3363000"/>
                  </a:lnTo>
                  <a:lnTo>
                    <a:pt x="633133" y="3362995"/>
                  </a:lnTo>
                  <a:lnTo>
                    <a:pt x="633899" y="3362995"/>
                  </a:lnTo>
                  <a:lnTo>
                    <a:pt x="634665" y="3362994"/>
                  </a:lnTo>
                  <a:lnTo>
                    <a:pt x="655092" y="3362987"/>
                  </a:lnTo>
                  <a:lnTo>
                    <a:pt x="655858" y="3362987"/>
                  </a:lnTo>
                  <a:lnTo>
                    <a:pt x="656624" y="3362986"/>
                  </a:lnTo>
                  <a:lnTo>
                    <a:pt x="677050" y="3362975"/>
                  </a:lnTo>
                  <a:lnTo>
                    <a:pt x="677816" y="3362974"/>
                  </a:lnTo>
                  <a:lnTo>
                    <a:pt x="678582" y="3362974"/>
                  </a:lnTo>
                  <a:lnTo>
                    <a:pt x="699009" y="3362957"/>
                  </a:lnTo>
                  <a:lnTo>
                    <a:pt x="699775" y="3362957"/>
                  </a:lnTo>
                  <a:lnTo>
                    <a:pt x="700541" y="3362956"/>
                  </a:lnTo>
                  <a:lnTo>
                    <a:pt x="720967" y="3362932"/>
                  </a:lnTo>
                  <a:lnTo>
                    <a:pt x="721733" y="3362931"/>
                  </a:lnTo>
                  <a:lnTo>
                    <a:pt x="722499" y="3362929"/>
                  </a:lnTo>
                  <a:lnTo>
                    <a:pt x="742926" y="3362893"/>
                  </a:lnTo>
                  <a:lnTo>
                    <a:pt x="743692" y="3362892"/>
                  </a:lnTo>
                  <a:lnTo>
                    <a:pt x="744458" y="3362890"/>
                  </a:lnTo>
                  <a:lnTo>
                    <a:pt x="764885" y="3362838"/>
                  </a:lnTo>
                  <a:lnTo>
                    <a:pt x="765651" y="3362836"/>
                  </a:lnTo>
                  <a:lnTo>
                    <a:pt x="766416" y="3362833"/>
                  </a:lnTo>
                  <a:lnTo>
                    <a:pt x="786843" y="3362759"/>
                  </a:lnTo>
                  <a:lnTo>
                    <a:pt x="787609" y="3362756"/>
                  </a:lnTo>
                  <a:lnTo>
                    <a:pt x="788375" y="3362752"/>
                  </a:lnTo>
                  <a:lnTo>
                    <a:pt x="808802" y="3362650"/>
                  </a:lnTo>
                  <a:lnTo>
                    <a:pt x="809568" y="3362646"/>
                  </a:lnTo>
                  <a:lnTo>
                    <a:pt x="810334" y="3362640"/>
                  </a:lnTo>
                  <a:lnTo>
                    <a:pt x="830760" y="3362500"/>
                  </a:lnTo>
                  <a:lnTo>
                    <a:pt x="831526" y="3362495"/>
                  </a:lnTo>
                  <a:lnTo>
                    <a:pt x="832292" y="3362488"/>
                  </a:lnTo>
                  <a:lnTo>
                    <a:pt x="852719" y="3362298"/>
                  </a:lnTo>
                  <a:lnTo>
                    <a:pt x="853485" y="3362291"/>
                  </a:lnTo>
                  <a:lnTo>
                    <a:pt x="854251" y="3362282"/>
                  </a:lnTo>
                  <a:lnTo>
                    <a:pt x="874677" y="3362031"/>
                  </a:lnTo>
                  <a:lnTo>
                    <a:pt x="875443" y="3362022"/>
                  </a:lnTo>
                  <a:lnTo>
                    <a:pt x="876209" y="3362009"/>
                  </a:lnTo>
                  <a:lnTo>
                    <a:pt x="896636" y="3361681"/>
                  </a:lnTo>
                  <a:lnTo>
                    <a:pt x="897402" y="3361669"/>
                  </a:lnTo>
                  <a:lnTo>
                    <a:pt x="898168" y="3361653"/>
                  </a:lnTo>
                  <a:lnTo>
                    <a:pt x="918594" y="3361227"/>
                  </a:lnTo>
                  <a:lnTo>
                    <a:pt x="919360" y="3361211"/>
                  </a:lnTo>
                  <a:lnTo>
                    <a:pt x="920126" y="3361190"/>
                  </a:lnTo>
                  <a:lnTo>
                    <a:pt x="940553" y="3360628"/>
                  </a:lnTo>
                  <a:lnTo>
                    <a:pt x="941319" y="3360607"/>
                  </a:lnTo>
                  <a:lnTo>
                    <a:pt x="942085" y="3360580"/>
                  </a:lnTo>
                  <a:lnTo>
                    <a:pt x="962512" y="3359872"/>
                  </a:lnTo>
                  <a:lnTo>
                    <a:pt x="963277" y="3359845"/>
                  </a:lnTo>
                  <a:lnTo>
                    <a:pt x="964043" y="3359812"/>
                  </a:lnTo>
                  <a:lnTo>
                    <a:pt x="984470" y="3358932"/>
                  </a:lnTo>
                  <a:lnTo>
                    <a:pt x="985236" y="3358899"/>
                  </a:lnTo>
                  <a:lnTo>
                    <a:pt x="986002" y="3358858"/>
                  </a:lnTo>
                  <a:lnTo>
                    <a:pt x="1006429" y="3357781"/>
                  </a:lnTo>
                  <a:lnTo>
                    <a:pt x="1007195" y="3357740"/>
                  </a:lnTo>
                  <a:lnTo>
                    <a:pt x="1007961" y="3357691"/>
                  </a:lnTo>
                  <a:lnTo>
                    <a:pt x="1028387" y="3356391"/>
                  </a:lnTo>
                  <a:lnTo>
                    <a:pt x="1029153" y="3356343"/>
                  </a:lnTo>
                  <a:lnTo>
                    <a:pt x="1029919" y="3356285"/>
                  </a:lnTo>
                  <a:lnTo>
                    <a:pt x="1050346" y="3354739"/>
                  </a:lnTo>
                  <a:lnTo>
                    <a:pt x="1051112" y="3354681"/>
                  </a:lnTo>
                  <a:lnTo>
                    <a:pt x="1051878" y="3354613"/>
                  </a:lnTo>
                  <a:lnTo>
                    <a:pt x="1072304" y="3352800"/>
                  </a:lnTo>
                  <a:lnTo>
                    <a:pt x="1073070" y="3352732"/>
                  </a:lnTo>
                  <a:lnTo>
                    <a:pt x="1073836" y="3352653"/>
                  </a:lnTo>
                  <a:lnTo>
                    <a:pt x="1094263" y="3350556"/>
                  </a:lnTo>
                  <a:lnTo>
                    <a:pt x="1095029" y="3350478"/>
                  </a:lnTo>
                  <a:lnTo>
                    <a:pt x="1095795" y="3350387"/>
                  </a:lnTo>
                  <a:lnTo>
                    <a:pt x="1116221" y="3347962"/>
                  </a:lnTo>
                  <a:lnTo>
                    <a:pt x="1116987" y="3347871"/>
                  </a:lnTo>
                  <a:lnTo>
                    <a:pt x="1117753" y="3347768"/>
                  </a:lnTo>
                  <a:lnTo>
                    <a:pt x="1138180" y="3345032"/>
                  </a:lnTo>
                  <a:lnTo>
                    <a:pt x="1138946" y="3344929"/>
                  </a:lnTo>
                  <a:lnTo>
                    <a:pt x="1139712" y="3344815"/>
                  </a:lnTo>
                  <a:lnTo>
                    <a:pt x="1160139" y="3341790"/>
                  </a:lnTo>
                  <a:lnTo>
                    <a:pt x="1160904" y="3341676"/>
                  </a:lnTo>
                  <a:lnTo>
                    <a:pt x="1161670" y="3341553"/>
                  </a:lnTo>
                  <a:lnTo>
                    <a:pt x="1182097" y="3338256"/>
                  </a:lnTo>
                  <a:lnTo>
                    <a:pt x="1182863" y="3338133"/>
                  </a:lnTo>
                  <a:lnTo>
                    <a:pt x="1183629" y="3338000"/>
                  </a:lnTo>
                  <a:lnTo>
                    <a:pt x="1204056" y="3334460"/>
                  </a:lnTo>
                  <a:lnTo>
                    <a:pt x="1204822" y="3334327"/>
                  </a:lnTo>
                  <a:lnTo>
                    <a:pt x="1205587" y="3334187"/>
                  </a:lnTo>
                  <a:lnTo>
                    <a:pt x="1226014" y="3330439"/>
                  </a:lnTo>
                  <a:lnTo>
                    <a:pt x="1226780" y="3330298"/>
                  </a:lnTo>
                  <a:lnTo>
                    <a:pt x="1227546" y="3330152"/>
                  </a:lnTo>
                  <a:lnTo>
                    <a:pt x="1247973" y="3326238"/>
                  </a:lnTo>
                  <a:lnTo>
                    <a:pt x="1248739" y="3326092"/>
                  </a:lnTo>
                  <a:lnTo>
                    <a:pt x="1249505" y="3325940"/>
                  </a:lnTo>
                  <a:lnTo>
                    <a:pt x="1269931" y="3321909"/>
                  </a:lnTo>
                  <a:lnTo>
                    <a:pt x="1270697" y="3321758"/>
                  </a:lnTo>
                  <a:lnTo>
                    <a:pt x="1271463" y="3321605"/>
                  </a:lnTo>
                  <a:lnTo>
                    <a:pt x="1291890" y="3317507"/>
                  </a:lnTo>
                  <a:lnTo>
                    <a:pt x="1292656" y="3317353"/>
                  </a:lnTo>
                  <a:lnTo>
                    <a:pt x="1293422" y="3317199"/>
                  </a:lnTo>
                  <a:lnTo>
                    <a:pt x="1313848" y="3313093"/>
                  </a:lnTo>
                  <a:lnTo>
                    <a:pt x="1314614" y="3312939"/>
                  </a:lnTo>
                  <a:lnTo>
                    <a:pt x="1315380" y="3312787"/>
                  </a:lnTo>
                  <a:lnTo>
                    <a:pt x="1335807" y="3308723"/>
                  </a:lnTo>
                  <a:lnTo>
                    <a:pt x="1336573" y="3308570"/>
                  </a:lnTo>
                  <a:lnTo>
                    <a:pt x="1337339" y="3308420"/>
                  </a:lnTo>
                  <a:lnTo>
                    <a:pt x="1357765" y="3304428"/>
                  </a:lnTo>
                  <a:lnTo>
                    <a:pt x="1358531" y="3304278"/>
                  </a:lnTo>
                  <a:lnTo>
                    <a:pt x="1359297" y="3304132"/>
                  </a:lnTo>
                  <a:lnTo>
                    <a:pt x="1379724" y="3300228"/>
                  </a:lnTo>
                  <a:lnTo>
                    <a:pt x="1380490" y="3300082"/>
                  </a:lnTo>
                  <a:lnTo>
                    <a:pt x="1381256" y="3299938"/>
                  </a:lnTo>
                  <a:lnTo>
                    <a:pt x="1401683" y="3296123"/>
                  </a:lnTo>
                  <a:lnTo>
                    <a:pt x="1402449" y="3295980"/>
                  </a:lnTo>
                  <a:lnTo>
                    <a:pt x="1403214" y="3295840"/>
                  </a:lnTo>
                  <a:lnTo>
                    <a:pt x="1423641" y="3292095"/>
                  </a:lnTo>
                  <a:lnTo>
                    <a:pt x="1424407" y="3291955"/>
                  </a:lnTo>
                  <a:lnTo>
                    <a:pt x="1425173" y="3291816"/>
                  </a:lnTo>
                  <a:lnTo>
                    <a:pt x="1445600" y="3288106"/>
                  </a:lnTo>
                  <a:lnTo>
                    <a:pt x="1446366" y="3287967"/>
                  </a:lnTo>
                  <a:lnTo>
                    <a:pt x="1447132" y="3287827"/>
                  </a:lnTo>
                  <a:lnTo>
                    <a:pt x="1467558" y="3284096"/>
                  </a:lnTo>
                  <a:lnTo>
                    <a:pt x="1468324" y="3283956"/>
                  </a:lnTo>
                  <a:lnTo>
                    <a:pt x="1469090" y="3283812"/>
                  </a:lnTo>
                  <a:lnTo>
                    <a:pt x="1489517" y="3279963"/>
                  </a:lnTo>
                  <a:lnTo>
                    <a:pt x="1490283" y="3279819"/>
                  </a:lnTo>
                  <a:lnTo>
                    <a:pt x="1491049" y="3279666"/>
                  </a:lnTo>
                  <a:lnTo>
                    <a:pt x="1511475" y="3275598"/>
                  </a:lnTo>
                  <a:lnTo>
                    <a:pt x="1512241" y="3275445"/>
                  </a:lnTo>
                  <a:lnTo>
                    <a:pt x="1513007" y="3275281"/>
                  </a:lnTo>
                  <a:lnTo>
                    <a:pt x="1533434" y="3270899"/>
                  </a:lnTo>
                  <a:lnTo>
                    <a:pt x="1534200" y="3270734"/>
                  </a:lnTo>
                  <a:lnTo>
                    <a:pt x="1534966" y="3270554"/>
                  </a:lnTo>
                  <a:lnTo>
                    <a:pt x="1555392" y="3265759"/>
                  </a:lnTo>
                  <a:lnTo>
                    <a:pt x="1556158" y="3265580"/>
                  </a:lnTo>
                  <a:lnTo>
                    <a:pt x="1556924" y="3265381"/>
                  </a:lnTo>
                  <a:lnTo>
                    <a:pt x="1577351" y="3260081"/>
                  </a:lnTo>
                  <a:lnTo>
                    <a:pt x="1578117" y="3259883"/>
                  </a:lnTo>
                  <a:lnTo>
                    <a:pt x="1578883" y="3259662"/>
                  </a:lnTo>
                  <a:lnTo>
                    <a:pt x="1599310" y="3253778"/>
                  </a:lnTo>
                  <a:lnTo>
                    <a:pt x="1600075" y="3253557"/>
                  </a:lnTo>
                  <a:lnTo>
                    <a:pt x="1600841" y="3253313"/>
                  </a:lnTo>
                  <a:lnTo>
                    <a:pt x="1621268" y="3246780"/>
                  </a:lnTo>
                  <a:lnTo>
                    <a:pt x="1622034" y="3246535"/>
                  </a:lnTo>
                  <a:lnTo>
                    <a:pt x="1622800" y="3246264"/>
                  </a:lnTo>
                  <a:lnTo>
                    <a:pt x="1643227" y="3239040"/>
                  </a:lnTo>
                  <a:lnTo>
                    <a:pt x="1643993" y="3238770"/>
                  </a:lnTo>
                  <a:lnTo>
                    <a:pt x="1644759" y="3238471"/>
                  </a:lnTo>
                  <a:lnTo>
                    <a:pt x="1665185" y="3230508"/>
                  </a:lnTo>
                  <a:lnTo>
                    <a:pt x="1665951" y="3230209"/>
                  </a:lnTo>
                  <a:lnTo>
                    <a:pt x="1666717" y="3229882"/>
                  </a:lnTo>
                  <a:lnTo>
                    <a:pt x="1687144" y="3221148"/>
                  </a:lnTo>
                  <a:lnTo>
                    <a:pt x="1687910" y="3220820"/>
                  </a:lnTo>
                  <a:lnTo>
                    <a:pt x="1688676" y="3220469"/>
                  </a:lnTo>
                  <a:lnTo>
                    <a:pt x="1709102" y="3211092"/>
                  </a:lnTo>
                  <a:lnTo>
                    <a:pt x="1709868" y="3210740"/>
                  </a:lnTo>
                  <a:lnTo>
                    <a:pt x="1710634" y="3210367"/>
                  </a:lnTo>
                  <a:lnTo>
                    <a:pt x="1731061" y="3200416"/>
                  </a:lnTo>
                  <a:lnTo>
                    <a:pt x="1731827" y="3200043"/>
                  </a:lnTo>
                  <a:lnTo>
                    <a:pt x="1732593" y="3199652"/>
                  </a:lnTo>
                  <a:lnTo>
                    <a:pt x="1753019" y="3189211"/>
                  </a:lnTo>
                  <a:lnTo>
                    <a:pt x="1753785" y="3188820"/>
                  </a:lnTo>
                  <a:lnTo>
                    <a:pt x="1754551" y="3188414"/>
                  </a:lnTo>
                  <a:lnTo>
                    <a:pt x="1774978" y="3177580"/>
                  </a:lnTo>
                  <a:lnTo>
                    <a:pt x="1775744" y="3177174"/>
                  </a:lnTo>
                  <a:lnTo>
                    <a:pt x="1776510" y="3176757"/>
                  </a:lnTo>
                  <a:lnTo>
                    <a:pt x="1796937" y="3165631"/>
                  </a:lnTo>
                  <a:lnTo>
                    <a:pt x="1797702" y="3165214"/>
                  </a:lnTo>
                  <a:lnTo>
                    <a:pt x="1798468" y="3164790"/>
                  </a:lnTo>
                  <a:lnTo>
                    <a:pt x="1818895" y="3153476"/>
                  </a:lnTo>
                  <a:lnTo>
                    <a:pt x="1819661" y="3153052"/>
                  </a:lnTo>
                  <a:lnTo>
                    <a:pt x="1820427" y="3152624"/>
                  </a:lnTo>
                  <a:lnTo>
                    <a:pt x="1840854" y="3141220"/>
                  </a:lnTo>
                  <a:lnTo>
                    <a:pt x="1841620" y="3140792"/>
                  </a:lnTo>
                  <a:lnTo>
                    <a:pt x="1842385" y="3140365"/>
                  </a:lnTo>
                  <a:lnTo>
                    <a:pt x="1862812" y="3128974"/>
                  </a:lnTo>
                  <a:lnTo>
                    <a:pt x="1863578" y="3128547"/>
                  </a:lnTo>
                  <a:lnTo>
                    <a:pt x="1864344" y="3128124"/>
                  </a:lnTo>
                  <a:lnTo>
                    <a:pt x="1884771" y="3116840"/>
                  </a:lnTo>
                  <a:lnTo>
                    <a:pt x="1885537" y="3116417"/>
                  </a:lnTo>
                  <a:lnTo>
                    <a:pt x="1886303" y="3116000"/>
                  </a:lnTo>
                  <a:lnTo>
                    <a:pt x="1906729" y="3104886"/>
                  </a:lnTo>
                  <a:lnTo>
                    <a:pt x="1907495" y="3104470"/>
                  </a:lnTo>
                  <a:lnTo>
                    <a:pt x="1908261" y="3104061"/>
                  </a:lnTo>
                  <a:lnTo>
                    <a:pt x="1928688" y="3093174"/>
                  </a:lnTo>
                  <a:lnTo>
                    <a:pt x="1929454" y="3092766"/>
                  </a:lnTo>
                  <a:lnTo>
                    <a:pt x="1930220" y="3092368"/>
                  </a:lnTo>
                  <a:lnTo>
                    <a:pt x="1950646" y="3081759"/>
                  </a:lnTo>
                  <a:lnTo>
                    <a:pt x="1951412" y="3081361"/>
                  </a:lnTo>
                  <a:lnTo>
                    <a:pt x="1952178" y="3080976"/>
                  </a:lnTo>
                  <a:lnTo>
                    <a:pt x="1972605" y="3070696"/>
                  </a:lnTo>
                  <a:lnTo>
                    <a:pt x="1973371" y="3070310"/>
                  </a:lnTo>
                  <a:lnTo>
                    <a:pt x="1974137" y="3069939"/>
                  </a:lnTo>
                  <a:lnTo>
                    <a:pt x="1994563" y="3060041"/>
                  </a:lnTo>
                  <a:lnTo>
                    <a:pt x="1995329" y="3059670"/>
                  </a:lnTo>
                  <a:lnTo>
                    <a:pt x="1996095" y="3059315"/>
                  </a:lnTo>
                  <a:lnTo>
                    <a:pt x="2016522" y="3049856"/>
                  </a:lnTo>
                  <a:lnTo>
                    <a:pt x="2017288" y="3049501"/>
                  </a:lnTo>
                  <a:lnTo>
                    <a:pt x="2018054" y="3049166"/>
                  </a:lnTo>
                  <a:lnTo>
                    <a:pt x="2038481" y="3040240"/>
                  </a:lnTo>
                  <a:lnTo>
                    <a:pt x="2039247" y="3039905"/>
                  </a:lnTo>
                  <a:lnTo>
                    <a:pt x="2040012" y="3039595"/>
                  </a:lnTo>
                  <a:lnTo>
                    <a:pt x="2060439" y="3031327"/>
                  </a:lnTo>
                  <a:lnTo>
                    <a:pt x="2061205" y="3031017"/>
                  </a:lnTo>
                  <a:lnTo>
                    <a:pt x="2061971" y="3030733"/>
                  </a:lnTo>
                  <a:lnTo>
                    <a:pt x="2082398" y="3023152"/>
                  </a:lnTo>
                  <a:lnTo>
                    <a:pt x="2083164" y="3022868"/>
                  </a:lnTo>
                  <a:lnTo>
                    <a:pt x="2083930" y="3022612"/>
                  </a:lnTo>
                  <a:lnTo>
                    <a:pt x="2104356" y="3015801"/>
                  </a:lnTo>
                  <a:lnTo>
                    <a:pt x="2105122" y="3015545"/>
                  </a:lnTo>
                  <a:lnTo>
                    <a:pt x="2105888" y="3015322"/>
                  </a:lnTo>
                  <a:lnTo>
                    <a:pt x="2126315" y="3009355"/>
                  </a:lnTo>
                  <a:lnTo>
                    <a:pt x="2127081" y="3009131"/>
                  </a:lnTo>
                  <a:lnTo>
                    <a:pt x="2127847" y="3008942"/>
                  </a:lnTo>
                  <a:lnTo>
                    <a:pt x="2148273" y="3003883"/>
                  </a:lnTo>
                  <a:lnTo>
                    <a:pt x="2149039" y="3003694"/>
                  </a:lnTo>
                  <a:lnTo>
                    <a:pt x="2149805" y="3003540"/>
                  </a:lnTo>
                  <a:lnTo>
                    <a:pt x="2170232" y="2999436"/>
                  </a:lnTo>
                  <a:lnTo>
                    <a:pt x="2170998" y="2999282"/>
                  </a:lnTo>
                  <a:lnTo>
                    <a:pt x="2171764" y="2999164"/>
                  </a:lnTo>
                  <a:lnTo>
                    <a:pt x="2192190" y="2996033"/>
                  </a:lnTo>
                  <a:lnTo>
                    <a:pt x="2192956" y="2995916"/>
                  </a:lnTo>
                  <a:lnTo>
                    <a:pt x="2193722" y="2995835"/>
                  </a:lnTo>
                  <a:lnTo>
                    <a:pt x="2214149" y="2993666"/>
                  </a:lnTo>
                  <a:lnTo>
                    <a:pt x="2214915" y="2993584"/>
                  </a:lnTo>
                  <a:lnTo>
                    <a:pt x="2215681" y="2993541"/>
                  </a:lnTo>
                  <a:lnTo>
                    <a:pt x="2236108" y="2992386"/>
                  </a:lnTo>
                  <a:lnTo>
                    <a:pt x="2236873" y="2992343"/>
                  </a:lnTo>
                  <a:lnTo>
                    <a:pt x="2237639" y="2992329"/>
                  </a:lnTo>
                  <a:lnTo>
                    <a:pt x="2258066" y="2991967"/>
                  </a:lnTo>
                  <a:lnTo>
                    <a:pt x="2258832" y="2991953"/>
                  </a:lnTo>
                  <a:lnTo>
                    <a:pt x="2259598" y="2991963"/>
                  </a:lnTo>
                  <a:lnTo>
                    <a:pt x="2280025" y="2992216"/>
                  </a:lnTo>
                  <a:lnTo>
                    <a:pt x="2280791" y="2992226"/>
                  </a:lnTo>
                  <a:lnTo>
                    <a:pt x="2281557" y="2992251"/>
                  </a:lnTo>
                  <a:lnTo>
                    <a:pt x="2301983" y="2992928"/>
                  </a:lnTo>
                  <a:lnTo>
                    <a:pt x="2302749" y="2992954"/>
                  </a:lnTo>
                  <a:lnTo>
                    <a:pt x="2303515" y="2992987"/>
                  </a:lnTo>
                  <a:lnTo>
                    <a:pt x="2323942" y="2993866"/>
                  </a:lnTo>
                  <a:lnTo>
                    <a:pt x="2324708" y="2993899"/>
                  </a:lnTo>
                  <a:lnTo>
                    <a:pt x="2325474" y="2993931"/>
                  </a:lnTo>
                  <a:lnTo>
                    <a:pt x="2345900" y="2994767"/>
                  </a:lnTo>
                  <a:lnTo>
                    <a:pt x="2346666" y="2994798"/>
                  </a:lnTo>
                  <a:lnTo>
                    <a:pt x="2347432" y="2994818"/>
                  </a:lnTo>
                  <a:lnTo>
                    <a:pt x="2367859" y="2995350"/>
                  </a:lnTo>
                  <a:lnTo>
                    <a:pt x="2368625" y="2995370"/>
                  </a:lnTo>
                  <a:lnTo>
                    <a:pt x="2369391" y="2995368"/>
                  </a:lnTo>
                  <a:lnTo>
                    <a:pt x="2389817" y="2995328"/>
                  </a:lnTo>
                  <a:lnTo>
                    <a:pt x="2390583" y="2995327"/>
                  </a:lnTo>
                  <a:lnTo>
                    <a:pt x="2391349" y="2995292"/>
                  </a:lnTo>
                  <a:lnTo>
                    <a:pt x="2411776" y="2994355"/>
                  </a:lnTo>
                  <a:lnTo>
                    <a:pt x="2412542" y="2994320"/>
                  </a:lnTo>
                  <a:lnTo>
                    <a:pt x="2413308" y="2994238"/>
                  </a:lnTo>
                  <a:lnTo>
                    <a:pt x="2433734" y="2992058"/>
                  </a:lnTo>
                  <a:lnTo>
                    <a:pt x="2434500" y="2991976"/>
                  </a:lnTo>
                  <a:lnTo>
                    <a:pt x="2435266" y="2991843"/>
                  </a:lnTo>
                  <a:lnTo>
                    <a:pt x="2455693" y="2988305"/>
                  </a:lnTo>
                  <a:lnTo>
                    <a:pt x="2456459" y="2988172"/>
                  </a:lnTo>
                  <a:lnTo>
                    <a:pt x="2457225" y="2987983"/>
                  </a:lnTo>
                  <a:lnTo>
                    <a:pt x="2477652" y="2982929"/>
                  </a:lnTo>
                  <a:lnTo>
                    <a:pt x="2478418" y="2982740"/>
                  </a:lnTo>
                  <a:lnTo>
                    <a:pt x="2479183" y="2982489"/>
                  </a:lnTo>
                  <a:lnTo>
                    <a:pt x="2499610" y="2975809"/>
                  </a:lnTo>
                  <a:lnTo>
                    <a:pt x="2500376" y="2975559"/>
                  </a:lnTo>
                  <a:lnTo>
                    <a:pt x="2501142" y="2975245"/>
                  </a:lnTo>
                  <a:lnTo>
                    <a:pt x="2521569" y="2966875"/>
                  </a:lnTo>
                  <a:lnTo>
                    <a:pt x="2522335" y="2966561"/>
                  </a:lnTo>
                  <a:lnTo>
                    <a:pt x="2523101" y="2966184"/>
                  </a:lnTo>
                  <a:lnTo>
                    <a:pt x="2543527" y="2956111"/>
                  </a:lnTo>
                  <a:lnTo>
                    <a:pt x="2544293" y="2955733"/>
                  </a:lnTo>
                  <a:lnTo>
                    <a:pt x="2545059" y="2955293"/>
                  </a:lnTo>
                  <a:lnTo>
                    <a:pt x="2565486" y="2943551"/>
                  </a:lnTo>
                  <a:lnTo>
                    <a:pt x="2566252" y="2943111"/>
                  </a:lnTo>
                  <a:lnTo>
                    <a:pt x="2567018" y="2942611"/>
                  </a:lnTo>
                  <a:lnTo>
                    <a:pt x="2587444" y="2929280"/>
                  </a:lnTo>
                  <a:lnTo>
                    <a:pt x="2588210" y="2928780"/>
                  </a:lnTo>
                  <a:lnTo>
                    <a:pt x="2588976" y="2928219"/>
                  </a:lnTo>
                  <a:lnTo>
                    <a:pt x="2609403" y="2913244"/>
                  </a:lnTo>
                  <a:lnTo>
                    <a:pt x="2610169" y="2912683"/>
                  </a:lnTo>
                  <a:lnTo>
                    <a:pt x="2610935" y="2912073"/>
                  </a:lnTo>
                  <a:lnTo>
                    <a:pt x="2631361" y="2895819"/>
                  </a:lnTo>
                  <a:lnTo>
                    <a:pt x="2632127" y="2895209"/>
                  </a:lnTo>
                  <a:lnTo>
                    <a:pt x="2632893" y="2894559"/>
                  </a:lnTo>
                  <a:lnTo>
                    <a:pt x="2653320" y="2877228"/>
                  </a:lnTo>
                  <a:lnTo>
                    <a:pt x="2654086" y="2876578"/>
                  </a:lnTo>
                  <a:lnTo>
                    <a:pt x="2654852" y="2875895"/>
                  </a:lnTo>
                  <a:lnTo>
                    <a:pt x="2675279" y="2857670"/>
                  </a:lnTo>
                  <a:lnTo>
                    <a:pt x="2676044" y="2856986"/>
                  </a:lnTo>
                  <a:lnTo>
                    <a:pt x="2676810" y="2856276"/>
                  </a:lnTo>
                  <a:lnTo>
                    <a:pt x="2697237" y="2837334"/>
                  </a:lnTo>
                  <a:lnTo>
                    <a:pt x="2698003" y="2836624"/>
                  </a:lnTo>
                  <a:lnTo>
                    <a:pt x="2698769" y="2835893"/>
                  </a:lnTo>
                  <a:lnTo>
                    <a:pt x="2719196" y="2816400"/>
                  </a:lnTo>
                  <a:lnTo>
                    <a:pt x="2719962" y="2815669"/>
                  </a:lnTo>
                  <a:lnTo>
                    <a:pt x="2720728" y="2814923"/>
                  </a:lnTo>
                  <a:lnTo>
                    <a:pt x="2741154" y="2795023"/>
                  </a:lnTo>
                  <a:lnTo>
                    <a:pt x="2741920" y="2794277"/>
                  </a:lnTo>
                  <a:lnTo>
                    <a:pt x="2742686" y="2793520"/>
                  </a:lnTo>
                  <a:lnTo>
                    <a:pt x="2763113" y="2773333"/>
                  </a:lnTo>
                  <a:lnTo>
                    <a:pt x="2763879" y="2772576"/>
                  </a:lnTo>
                  <a:lnTo>
                    <a:pt x="2764645" y="2771812"/>
                  </a:lnTo>
                  <a:lnTo>
                    <a:pt x="2785071" y="2751421"/>
                  </a:lnTo>
                  <a:lnTo>
                    <a:pt x="2785837" y="2750656"/>
                  </a:lnTo>
                  <a:lnTo>
                    <a:pt x="2786603" y="2749886"/>
                  </a:lnTo>
                  <a:lnTo>
                    <a:pt x="2807030" y="2729352"/>
                  </a:lnTo>
                  <a:lnTo>
                    <a:pt x="2807796" y="2728582"/>
                  </a:lnTo>
                  <a:lnTo>
                    <a:pt x="2808562" y="2727807"/>
                  </a:lnTo>
                  <a:lnTo>
                    <a:pt x="2828988" y="2707158"/>
                  </a:lnTo>
                  <a:lnTo>
                    <a:pt x="2829754" y="2706384"/>
                  </a:lnTo>
                  <a:lnTo>
                    <a:pt x="2830520" y="2705605"/>
                  </a:lnTo>
                  <a:lnTo>
                    <a:pt x="2850947" y="2684831"/>
                  </a:lnTo>
                  <a:lnTo>
                    <a:pt x="2851713" y="2684053"/>
                  </a:lnTo>
                  <a:lnTo>
                    <a:pt x="2852479" y="2683268"/>
                  </a:lnTo>
                  <a:lnTo>
                    <a:pt x="2872906" y="2662341"/>
                  </a:lnTo>
                  <a:lnTo>
                    <a:pt x="2873671" y="2661557"/>
                  </a:lnTo>
                  <a:lnTo>
                    <a:pt x="2874437" y="2660765"/>
                  </a:lnTo>
                  <a:lnTo>
                    <a:pt x="2894864" y="2639647"/>
                  </a:lnTo>
                  <a:lnTo>
                    <a:pt x="2895630" y="2638855"/>
                  </a:lnTo>
                  <a:lnTo>
                    <a:pt x="2896396" y="2638054"/>
                  </a:lnTo>
                  <a:lnTo>
                    <a:pt x="2916823" y="2616704"/>
                  </a:lnTo>
                  <a:lnTo>
                    <a:pt x="2917589" y="2615903"/>
                  </a:lnTo>
                  <a:lnTo>
                    <a:pt x="2918354" y="2615093"/>
                  </a:lnTo>
                  <a:lnTo>
                    <a:pt x="2938781" y="2593472"/>
                  </a:lnTo>
                  <a:lnTo>
                    <a:pt x="2939547" y="2592661"/>
                  </a:lnTo>
                  <a:lnTo>
                    <a:pt x="2940313" y="2591840"/>
                  </a:lnTo>
                  <a:lnTo>
                    <a:pt x="2960740" y="2569923"/>
                  </a:lnTo>
                  <a:lnTo>
                    <a:pt x="2961506" y="2569101"/>
                  </a:lnTo>
                  <a:lnTo>
                    <a:pt x="2962272" y="2568267"/>
                  </a:lnTo>
                  <a:lnTo>
                    <a:pt x="2982698" y="2546008"/>
                  </a:lnTo>
                  <a:lnTo>
                    <a:pt x="2983464" y="2545173"/>
                  </a:lnTo>
                  <a:lnTo>
                    <a:pt x="2984230" y="2544328"/>
                  </a:lnTo>
                  <a:lnTo>
                    <a:pt x="3004657" y="2521800"/>
                  </a:lnTo>
                  <a:lnTo>
                    <a:pt x="3005423" y="2520955"/>
                  </a:lnTo>
                  <a:lnTo>
                    <a:pt x="3006189" y="2520102"/>
                  </a:lnTo>
                  <a:lnTo>
                    <a:pt x="3026615" y="2497368"/>
                  </a:lnTo>
                  <a:lnTo>
                    <a:pt x="3027381" y="2496515"/>
                  </a:lnTo>
                  <a:lnTo>
                    <a:pt x="3028147" y="2495658"/>
                  </a:lnTo>
                  <a:lnTo>
                    <a:pt x="3048574" y="2472803"/>
                  </a:lnTo>
                  <a:lnTo>
                    <a:pt x="3049340" y="2471946"/>
                  </a:lnTo>
                  <a:lnTo>
                    <a:pt x="3050106" y="2471089"/>
                  </a:lnTo>
                  <a:lnTo>
                    <a:pt x="3070532" y="2448220"/>
                  </a:lnTo>
                  <a:lnTo>
                    <a:pt x="3071298" y="2447363"/>
                  </a:lnTo>
                  <a:lnTo>
                    <a:pt x="3072064" y="2446509"/>
                  </a:lnTo>
                  <a:lnTo>
                    <a:pt x="3092491" y="2423748"/>
                  </a:lnTo>
                  <a:lnTo>
                    <a:pt x="3093257" y="2422894"/>
                  </a:lnTo>
                  <a:lnTo>
                    <a:pt x="3094023" y="2422050"/>
                  </a:lnTo>
                  <a:lnTo>
                    <a:pt x="3114450" y="2399522"/>
                  </a:lnTo>
                  <a:lnTo>
                    <a:pt x="3115216" y="2398677"/>
                  </a:lnTo>
                  <a:lnTo>
                    <a:pt x="3115981" y="2397845"/>
                  </a:lnTo>
                  <a:lnTo>
                    <a:pt x="3136408" y="2375671"/>
                  </a:lnTo>
                  <a:lnTo>
                    <a:pt x="3137174" y="2374840"/>
                  </a:lnTo>
                  <a:lnTo>
                    <a:pt x="3137940" y="2374027"/>
                  </a:lnTo>
                  <a:lnTo>
                    <a:pt x="3158367" y="2352347"/>
                  </a:lnTo>
                  <a:lnTo>
                    <a:pt x="3159133" y="2351535"/>
                  </a:lnTo>
                  <a:lnTo>
                    <a:pt x="3159899" y="2350743"/>
                  </a:lnTo>
                  <a:lnTo>
                    <a:pt x="3180325" y="2329638"/>
                  </a:lnTo>
                  <a:lnTo>
                    <a:pt x="3181091" y="2328847"/>
                  </a:lnTo>
                  <a:lnTo>
                    <a:pt x="3181857" y="2328076"/>
                  </a:lnTo>
                  <a:lnTo>
                    <a:pt x="3202284" y="2307498"/>
                  </a:lnTo>
                  <a:lnTo>
                    <a:pt x="3203050" y="2306726"/>
                  </a:lnTo>
                  <a:lnTo>
                    <a:pt x="3203816" y="2305972"/>
                  </a:lnTo>
                  <a:lnTo>
                    <a:pt x="3224242" y="2285851"/>
                  </a:lnTo>
                  <a:lnTo>
                    <a:pt x="3225008" y="2285096"/>
                  </a:lnTo>
                  <a:lnTo>
                    <a:pt x="3225774" y="2284354"/>
                  </a:lnTo>
                  <a:lnTo>
                    <a:pt x="3246201" y="2264553"/>
                  </a:lnTo>
                  <a:lnTo>
                    <a:pt x="3246967" y="2263810"/>
                  </a:lnTo>
                  <a:lnTo>
                    <a:pt x="3247733" y="2263072"/>
                  </a:lnTo>
                  <a:lnTo>
                    <a:pt x="3268159" y="2243391"/>
                  </a:lnTo>
                  <a:lnTo>
                    <a:pt x="3268925" y="2242653"/>
                  </a:lnTo>
                  <a:lnTo>
                    <a:pt x="3269691" y="2241910"/>
                  </a:lnTo>
                  <a:lnTo>
                    <a:pt x="3290118" y="2222089"/>
                  </a:lnTo>
                  <a:lnTo>
                    <a:pt x="3290884" y="2221345"/>
                  </a:lnTo>
                  <a:lnTo>
                    <a:pt x="3291650" y="2220585"/>
                  </a:lnTo>
                  <a:lnTo>
                    <a:pt x="3312077" y="2200314"/>
                  </a:lnTo>
                  <a:lnTo>
                    <a:pt x="3312842" y="2199554"/>
                  </a:lnTo>
                  <a:lnTo>
                    <a:pt x="3313608" y="2198764"/>
                  </a:lnTo>
                  <a:lnTo>
                    <a:pt x="3334035" y="2177698"/>
                  </a:lnTo>
                  <a:lnTo>
                    <a:pt x="3334801" y="2176908"/>
                  </a:lnTo>
                  <a:lnTo>
                    <a:pt x="3335567" y="2176066"/>
                  </a:lnTo>
                  <a:lnTo>
                    <a:pt x="3355994" y="2153604"/>
                  </a:lnTo>
                  <a:lnTo>
                    <a:pt x="3356760" y="2152762"/>
                  </a:lnTo>
                  <a:lnTo>
                    <a:pt x="3357526" y="2151859"/>
                  </a:lnTo>
                  <a:lnTo>
                    <a:pt x="3377952" y="2127793"/>
                  </a:lnTo>
                  <a:lnTo>
                    <a:pt x="3378718" y="2126891"/>
                  </a:lnTo>
                  <a:lnTo>
                    <a:pt x="3379484" y="2125919"/>
                  </a:lnTo>
                  <a:lnTo>
                    <a:pt x="3399911" y="2100000"/>
                  </a:lnTo>
                  <a:lnTo>
                    <a:pt x="3400677" y="2099028"/>
                  </a:lnTo>
                  <a:lnTo>
                    <a:pt x="3401443" y="2097981"/>
                  </a:lnTo>
                  <a:lnTo>
                    <a:pt x="3421869" y="2070050"/>
                  </a:lnTo>
                  <a:lnTo>
                    <a:pt x="3422635" y="2069003"/>
                  </a:lnTo>
                  <a:lnTo>
                    <a:pt x="3423401" y="2067879"/>
                  </a:lnTo>
                  <a:lnTo>
                    <a:pt x="3443828" y="2037898"/>
                  </a:lnTo>
                  <a:lnTo>
                    <a:pt x="3444594" y="2036773"/>
                  </a:lnTo>
                  <a:lnTo>
                    <a:pt x="3445360" y="2035576"/>
                  </a:lnTo>
                  <a:lnTo>
                    <a:pt x="3465786" y="2003643"/>
                  </a:lnTo>
                  <a:lnTo>
                    <a:pt x="3466552" y="2002446"/>
                  </a:lnTo>
                  <a:lnTo>
                    <a:pt x="3467318" y="2001185"/>
                  </a:lnTo>
                  <a:lnTo>
                    <a:pt x="3487745" y="1967552"/>
                  </a:lnTo>
                  <a:lnTo>
                    <a:pt x="3488511" y="1966291"/>
                  </a:lnTo>
                  <a:lnTo>
                    <a:pt x="3489277" y="1964982"/>
                  </a:lnTo>
                  <a:lnTo>
                    <a:pt x="3509703" y="1930062"/>
                  </a:lnTo>
                  <a:lnTo>
                    <a:pt x="3510469" y="1928752"/>
                  </a:lnTo>
                  <a:lnTo>
                    <a:pt x="3511235" y="1927417"/>
                  </a:lnTo>
                  <a:lnTo>
                    <a:pt x="3531662" y="1891801"/>
                  </a:lnTo>
                  <a:lnTo>
                    <a:pt x="3532428" y="1890465"/>
                  </a:lnTo>
                  <a:lnTo>
                    <a:pt x="3533194" y="1889140"/>
                  </a:lnTo>
                  <a:lnTo>
                    <a:pt x="3553621" y="1853797"/>
                  </a:lnTo>
                  <a:lnTo>
                    <a:pt x="3554387" y="1852472"/>
                  </a:lnTo>
                  <a:lnTo>
                    <a:pt x="3555152" y="1851193"/>
                  </a:lnTo>
                  <a:lnTo>
                    <a:pt x="3575579" y="1817078"/>
                  </a:lnTo>
                  <a:lnTo>
                    <a:pt x="3576345" y="1815799"/>
                  </a:lnTo>
                  <a:lnTo>
                    <a:pt x="3577111" y="1814602"/>
                  </a:lnTo>
                  <a:lnTo>
                    <a:pt x="3597538" y="1782683"/>
                  </a:lnTo>
                  <a:lnTo>
                    <a:pt x="3598304" y="1781486"/>
                  </a:lnTo>
                  <a:lnTo>
                    <a:pt x="3599070" y="1780408"/>
                  </a:lnTo>
                  <a:lnTo>
                    <a:pt x="3619496" y="1751666"/>
                  </a:lnTo>
                  <a:lnTo>
                    <a:pt x="3620262" y="1750588"/>
                  </a:lnTo>
                  <a:lnTo>
                    <a:pt x="3621028" y="1749665"/>
                  </a:lnTo>
                  <a:lnTo>
                    <a:pt x="3641455" y="1725053"/>
                  </a:lnTo>
                  <a:lnTo>
                    <a:pt x="3642221" y="1724130"/>
                  </a:lnTo>
                  <a:lnTo>
                    <a:pt x="3642987" y="1723395"/>
                  </a:lnTo>
                  <a:lnTo>
                    <a:pt x="3663413" y="1703794"/>
                  </a:lnTo>
                  <a:lnTo>
                    <a:pt x="3664179" y="1703059"/>
                  </a:lnTo>
                  <a:lnTo>
                    <a:pt x="3664945" y="1702541"/>
                  </a:lnTo>
                  <a:lnTo>
                    <a:pt x="3685372" y="1688714"/>
                  </a:lnTo>
                  <a:lnTo>
                    <a:pt x="3686138" y="1688196"/>
                  </a:lnTo>
                  <a:lnTo>
                    <a:pt x="3686904" y="1687918"/>
                  </a:lnTo>
                  <a:lnTo>
                    <a:pt x="3707330" y="1680497"/>
                  </a:lnTo>
                  <a:lnTo>
                    <a:pt x="3708096" y="1680219"/>
                  </a:lnTo>
                  <a:lnTo>
                    <a:pt x="3708862" y="1680235"/>
                  </a:lnTo>
                  <a:lnTo>
                    <a:pt x="3729289" y="1680660"/>
                  </a:lnTo>
                  <a:lnTo>
                    <a:pt x="3730055" y="1680676"/>
                  </a:lnTo>
                  <a:lnTo>
                    <a:pt x="3730821" y="1680952"/>
                  </a:lnTo>
                  <a:lnTo>
                    <a:pt x="3731587" y="1681228"/>
                  </a:lnTo>
                  <a:lnTo>
                    <a:pt x="37323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4871439" y="3800327"/>
              <a:ext cx="3733119" cy="1681504"/>
            </a:xfrm>
            <a:custGeom>
              <a:avLst/>
              <a:pathLst>
                <a:path w="3733119" h="1681504">
                  <a:moveTo>
                    <a:pt x="765" y="0"/>
                  </a:moveTo>
                  <a:lnTo>
                    <a:pt x="1531" y="276"/>
                  </a:lnTo>
                  <a:lnTo>
                    <a:pt x="19660" y="6809"/>
                  </a:lnTo>
                  <a:lnTo>
                    <a:pt x="20426" y="7085"/>
                  </a:lnTo>
                  <a:lnTo>
                    <a:pt x="21192" y="7615"/>
                  </a:lnTo>
                  <a:lnTo>
                    <a:pt x="41619" y="21741"/>
                  </a:lnTo>
                  <a:lnTo>
                    <a:pt x="42385" y="22271"/>
                  </a:lnTo>
                  <a:lnTo>
                    <a:pt x="43151" y="23040"/>
                  </a:lnTo>
                  <a:lnTo>
                    <a:pt x="63577" y="43550"/>
                  </a:lnTo>
                  <a:lnTo>
                    <a:pt x="64343" y="44319"/>
                  </a:lnTo>
                  <a:lnTo>
                    <a:pt x="65109" y="45307"/>
                  </a:lnTo>
                  <a:lnTo>
                    <a:pt x="85536" y="71635"/>
                  </a:lnTo>
                  <a:lnTo>
                    <a:pt x="86302" y="72622"/>
                  </a:lnTo>
                  <a:lnTo>
                    <a:pt x="87068" y="73801"/>
                  </a:lnTo>
                  <a:lnTo>
                    <a:pt x="107494" y="105227"/>
                  </a:lnTo>
                  <a:lnTo>
                    <a:pt x="108260" y="106406"/>
                  </a:lnTo>
                  <a:lnTo>
                    <a:pt x="109026" y="107744"/>
                  </a:lnTo>
                  <a:lnTo>
                    <a:pt x="129453" y="143433"/>
                  </a:lnTo>
                  <a:lnTo>
                    <a:pt x="130219" y="144771"/>
                  </a:lnTo>
                  <a:lnTo>
                    <a:pt x="130985" y="146235"/>
                  </a:lnTo>
                  <a:lnTo>
                    <a:pt x="151412" y="185273"/>
                  </a:lnTo>
                  <a:lnTo>
                    <a:pt x="152177" y="186737"/>
                  </a:lnTo>
                  <a:lnTo>
                    <a:pt x="152943" y="188295"/>
                  </a:lnTo>
                  <a:lnTo>
                    <a:pt x="173370" y="229844"/>
                  </a:lnTo>
                  <a:lnTo>
                    <a:pt x="174136" y="231402"/>
                  </a:lnTo>
                  <a:lnTo>
                    <a:pt x="174902" y="233010"/>
                  </a:lnTo>
                  <a:lnTo>
                    <a:pt x="195329" y="275891"/>
                  </a:lnTo>
                  <a:lnTo>
                    <a:pt x="196095" y="277499"/>
                  </a:lnTo>
                  <a:lnTo>
                    <a:pt x="196861" y="279120"/>
                  </a:lnTo>
                  <a:lnTo>
                    <a:pt x="217287" y="322361"/>
                  </a:lnTo>
                  <a:lnTo>
                    <a:pt x="218053" y="323982"/>
                  </a:lnTo>
                  <a:lnTo>
                    <a:pt x="218819" y="325591"/>
                  </a:lnTo>
                  <a:lnTo>
                    <a:pt x="239246" y="368493"/>
                  </a:lnTo>
                  <a:lnTo>
                    <a:pt x="240012" y="370102"/>
                  </a:lnTo>
                  <a:lnTo>
                    <a:pt x="240778" y="371677"/>
                  </a:lnTo>
                  <a:lnTo>
                    <a:pt x="261204" y="413670"/>
                  </a:lnTo>
                  <a:lnTo>
                    <a:pt x="261970" y="415245"/>
                  </a:lnTo>
                  <a:lnTo>
                    <a:pt x="262736" y="416769"/>
                  </a:lnTo>
                  <a:lnTo>
                    <a:pt x="283163" y="457416"/>
                  </a:lnTo>
                  <a:lnTo>
                    <a:pt x="283929" y="458940"/>
                  </a:lnTo>
                  <a:lnTo>
                    <a:pt x="284695" y="460403"/>
                  </a:lnTo>
                  <a:lnTo>
                    <a:pt x="305121" y="499400"/>
                  </a:lnTo>
                  <a:lnTo>
                    <a:pt x="305887" y="500862"/>
                  </a:lnTo>
                  <a:lnTo>
                    <a:pt x="306653" y="502256"/>
                  </a:lnTo>
                  <a:lnTo>
                    <a:pt x="327080" y="539427"/>
                  </a:lnTo>
                  <a:lnTo>
                    <a:pt x="327846" y="540821"/>
                  </a:lnTo>
                  <a:lnTo>
                    <a:pt x="328612" y="542144"/>
                  </a:lnTo>
                  <a:lnTo>
                    <a:pt x="349039" y="577411"/>
                  </a:lnTo>
                  <a:lnTo>
                    <a:pt x="349804" y="578733"/>
                  </a:lnTo>
                  <a:lnTo>
                    <a:pt x="350570" y="579977"/>
                  </a:lnTo>
                  <a:lnTo>
                    <a:pt x="370997" y="613162"/>
                  </a:lnTo>
                  <a:lnTo>
                    <a:pt x="371763" y="614406"/>
                  </a:lnTo>
                  <a:lnTo>
                    <a:pt x="372529" y="615588"/>
                  </a:lnTo>
                  <a:lnTo>
                    <a:pt x="392956" y="647107"/>
                  </a:lnTo>
                  <a:lnTo>
                    <a:pt x="393722" y="648289"/>
                  </a:lnTo>
                  <a:lnTo>
                    <a:pt x="394487" y="649415"/>
                  </a:lnTo>
                  <a:lnTo>
                    <a:pt x="414914" y="679446"/>
                  </a:lnTo>
                  <a:lnTo>
                    <a:pt x="415680" y="680572"/>
                  </a:lnTo>
                  <a:lnTo>
                    <a:pt x="416446" y="681649"/>
                  </a:lnTo>
                  <a:lnTo>
                    <a:pt x="436873" y="710379"/>
                  </a:lnTo>
                  <a:lnTo>
                    <a:pt x="437639" y="711456"/>
                  </a:lnTo>
                  <a:lnTo>
                    <a:pt x="438405" y="712491"/>
                  </a:lnTo>
                  <a:lnTo>
                    <a:pt x="458831" y="740100"/>
                  </a:lnTo>
                  <a:lnTo>
                    <a:pt x="459597" y="741135"/>
                  </a:lnTo>
                  <a:lnTo>
                    <a:pt x="460363" y="742135"/>
                  </a:lnTo>
                  <a:lnTo>
                    <a:pt x="480790" y="768782"/>
                  </a:lnTo>
                  <a:lnTo>
                    <a:pt x="481556" y="769781"/>
                  </a:lnTo>
                  <a:lnTo>
                    <a:pt x="482322" y="770749"/>
                  </a:lnTo>
                  <a:lnTo>
                    <a:pt x="502748" y="796561"/>
                  </a:lnTo>
                  <a:lnTo>
                    <a:pt x="503514" y="797529"/>
                  </a:lnTo>
                  <a:lnTo>
                    <a:pt x="504280" y="798469"/>
                  </a:lnTo>
                  <a:lnTo>
                    <a:pt x="524707" y="823535"/>
                  </a:lnTo>
                  <a:lnTo>
                    <a:pt x="525473" y="824475"/>
                  </a:lnTo>
                  <a:lnTo>
                    <a:pt x="526239" y="825387"/>
                  </a:lnTo>
                  <a:lnTo>
                    <a:pt x="546665" y="849687"/>
                  </a:lnTo>
                  <a:lnTo>
                    <a:pt x="547431" y="850598"/>
                  </a:lnTo>
                  <a:lnTo>
                    <a:pt x="548197" y="851481"/>
                  </a:lnTo>
                  <a:lnTo>
                    <a:pt x="568624" y="875025"/>
                  </a:lnTo>
                  <a:lnTo>
                    <a:pt x="569390" y="875908"/>
                  </a:lnTo>
                  <a:lnTo>
                    <a:pt x="570156" y="876762"/>
                  </a:lnTo>
                  <a:lnTo>
                    <a:pt x="590583" y="899543"/>
                  </a:lnTo>
                  <a:lnTo>
                    <a:pt x="591349" y="900397"/>
                  </a:lnTo>
                  <a:lnTo>
                    <a:pt x="592114" y="901220"/>
                  </a:lnTo>
                  <a:lnTo>
                    <a:pt x="612541" y="923166"/>
                  </a:lnTo>
                  <a:lnTo>
                    <a:pt x="613307" y="923989"/>
                  </a:lnTo>
                  <a:lnTo>
                    <a:pt x="614073" y="924778"/>
                  </a:lnTo>
                  <a:lnTo>
                    <a:pt x="634500" y="945809"/>
                  </a:lnTo>
                  <a:lnTo>
                    <a:pt x="635266" y="946598"/>
                  </a:lnTo>
                  <a:lnTo>
                    <a:pt x="636032" y="947349"/>
                  </a:lnTo>
                  <a:lnTo>
                    <a:pt x="656458" y="967384"/>
                  </a:lnTo>
                  <a:lnTo>
                    <a:pt x="657224" y="968135"/>
                  </a:lnTo>
                  <a:lnTo>
                    <a:pt x="657990" y="968846"/>
                  </a:lnTo>
                  <a:lnTo>
                    <a:pt x="678417" y="987814"/>
                  </a:lnTo>
                  <a:lnTo>
                    <a:pt x="679183" y="988525"/>
                  </a:lnTo>
                  <a:lnTo>
                    <a:pt x="679949" y="989195"/>
                  </a:lnTo>
                  <a:lnTo>
                    <a:pt x="700375" y="1007043"/>
                  </a:lnTo>
                  <a:lnTo>
                    <a:pt x="701141" y="1007713"/>
                  </a:lnTo>
                  <a:lnTo>
                    <a:pt x="701907" y="1008338"/>
                  </a:lnTo>
                  <a:lnTo>
                    <a:pt x="722334" y="1025023"/>
                  </a:lnTo>
                  <a:lnTo>
                    <a:pt x="723100" y="1025648"/>
                  </a:lnTo>
                  <a:lnTo>
                    <a:pt x="723866" y="1026226"/>
                  </a:lnTo>
                  <a:lnTo>
                    <a:pt x="744292" y="1041630"/>
                  </a:lnTo>
                  <a:lnTo>
                    <a:pt x="745058" y="1042207"/>
                  </a:lnTo>
                  <a:lnTo>
                    <a:pt x="745824" y="1042745"/>
                  </a:lnTo>
                  <a:lnTo>
                    <a:pt x="766251" y="1057090"/>
                  </a:lnTo>
                  <a:lnTo>
                    <a:pt x="767017" y="1057627"/>
                  </a:lnTo>
                  <a:lnTo>
                    <a:pt x="767783" y="1058129"/>
                  </a:lnTo>
                  <a:lnTo>
                    <a:pt x="788210" y="1071511"/>
                  </a:lnTo>
                  <a:lnTo>
                    <a:pt x="788975" y="1072013"/>
                  </a:lnTo>
                  <a:lnTo>
                    <a:pt x="789741" y="1072483"/>
                  </a:lnTo>
                  <a:lnTo>
                    <a:pt x="810168" y="1085026"/>
                  </a:lnTo>
                  <a:lnTo>
                    <a:pt x="810934" y="1085496"/>
                  </a:lnTo>
                  <a:lnTo>
                    <a:pt x="811700" y="1085941"/>
                  </a:lnTo>
                  <a:lnTo>
                    <a:pt x="832127" y="1097789"/>
                  </a:lnTo>
                  <a:lnTo>
                    <a:pt x="832893" y="1098234"/>
                  </a:lnTo>
                  <a:lnTo>
                    <a:pt x="833659" y="1098658"/>
                  </a:lnTo>
                  <a:lnTo>
                    <a:pt x="854085" y="1109970"/>
                  </a:lnTo>
                  <a:lnTo>
                    <a:pt x="854851" y="1110395"/>
                  </a:lnTo>
                  <a:lnTo>
                    <a:pt x="855617" y="1110805"/>
                  </a:lnTo>
                  <a:lnTo>
                    <a:pt x="876044" y="1121744"/>
                  </a:lnTo>
                  <a:lnTo>
                    <a:pt x="876810" y="1122154"/>
                  </a:lnTo>
                  <a:lnTo>
                    <a:pt x="877576" y="1122556"/>
                  </a:lnTo>
                  <a:lnTo>
                    <a:pt x="898002" y="1133282"/>
                  </a:lnTo>
                  <a:lnTo>
                    <a:pt x="898768" y="1133684"/>
                  </a:lnTo>
                  <a:lnTo>
                    <a:pt x="899534" y="1134084"/>
                  </a:lnTo>
                  <a:lnTo>
                    <a:pt x="919961" y="1144754"/>
                  </a:lnTo>
                  <a:lnTo>
                    <a:pt x="920727" y="1145154"/>
                  </a:lnTo>
                  <a:lnTo>
                    <a:pt x="921493" y="1145558"/>
                  </a:lnTo>
                  <a:lnTo>
                    <a:pt x="941919" y="1156325"/>
                  </a:lnTo>
                  <a:lnTo>
                    <a:pt x="942685" y="1156729"/>
                  </a:lnTo>
                  <a:lnTo>
                    <a:pt x="943451" y="1157139"/>
                  </a:lnTo>
                  <a:lnTo>
                    <a:pt x="963878" y="1168094"/>
                  </a:lnTo>
                  <a:lnTo>
                    <a:pt x="964644" y="1168504"/>
                  </a:lnTo>
                  <a:lnTo>
                    <a:pt x="965410" y="1168924"/>
                  </a:lnTo>
                  <a:lnTo>
                    <a:pt x="985836" y="1180123"/>
                  </a:lnTo>
                  <a:lnTo>
                    <a:pt x="986602" y="1180542"/>
                  </a:lnTo>
                  <a:lnTo>
                    <a:pt x="987368" y="1180973"/>
                  </a:lnTo>
                  <a:lnTo>
                    <a:pt x="1007795" y="1192444"/>
                  </a:lnTo>
                  <a:lnTo>
                    <a:pt x="1008561" y="1192874"/>
                  </a:lnTo>
                  <a:lnTo>
                    <a:pt x="1009327" y="1193314"/>
                  </a:lnTo>
                  <a:lnTo>
                    <a:pt x="1029754" y="1205060"/>
                  </a:lnTo>
                  <a:lnTo>
                    <a:pt x="1030520" y="1205500"/>
                  </a:lnTo>
                  <a:lnTo>
                    <a:pt x="1031285" y="1205950"/>
                  </a:lnTo>
                  <a:lnTo>
                    <a:pt x="1051712" y="1217946"/>
                  </a:lnTo>
                  <a:lnTo>
                    <a:pt x="1052478" y="1218396"/>
                  </a:lnTo>
                  <a:lnTo>
                    <a:pt x="1053244" y="1218854"/>
                  </a:lnTo>
                  <a:lnTo>
                    <a:pt x="1073671" y="1231057"/>
                  </a:lnTo>
                  <a:lnTo>
                    <a:pt x="1074437" y="1231515"/>
                  </a:lnTo>
                  <a:lnTo>
                    <a:pt x="1075203" y="1231978"/>
                  </a:lnTo>
                  <a:lnTo>
                    <a:pt x="1095629" y="1244331"/>
                  </a:lnTo>
                  <a:lnTo>
                    <a:pt x="1096395" y="1244794"/>
                  </a:lnTo>
                  <a:lnTo>
                    <a:pt x="1097161" y="1245260"/>
                  </a:lnTo>
                  <a:lnTo>
                    <a:pt x="1117588" y="1257680"/>
                  </a:lnTo>
                  <a:lnTo>
                    <a:pt x="1118354" y="1258146"/>
                  </a:lnTo>
                  <a:lnTo>
                    <a:pt x="1119120" y="1258610"/>
                  </a:lnTo>
                  <a:lnTo>
                    <a:pt x="1139546" y="1271003"/>
                  </a:lnTo>
                  <a:lnTo>
                    <a:pt x="1140312" y="1271467"/>
                  </a:lnTo>
                  <a:lnTo>
                    <a:pt x="1141078" y="1271928"/>
                  </a:lnTo>
                  <a:lnTo>
                    <a:pt x="1161505" y="1284218"/>
                  </a:lnTo>
                  <a:lnTo>
                    <a:pt x="1162271" y="1284678"/>
                  </a:lnTo>
                  <a:lnTo>
                    <a:pt x="1163037" y="1285133"/>
                  </a:lnTo>
                  <a:lnTo>
                    <a:pt x="1183463" y="1297251"/>
                  </a:lnTo>
                  <a:lnTo>
                    <a:pt x="1184229" y="1297705"/>
                  </a:lnTo>
                  <a:lnTo>
                    <a:pt x="1184995" y="1298151"/>
                  </a:lnTo>
                  <a:lnTo>
                    <a:pt x="1205422" y="1310036"/>
                  </a:lnTo>
                  <a:lnTo>
                    <a:pt x="1206188" y="1310481"/>
                  </a:lnTo>
                  <a:lnTo>
                    <a:pt x="1206954" y="1310916"/>
                  </a:lnTo>
                  <a:lnTo>
                    <a:pt x="1227381" y="1322517"/>
                  </a:lnTo>
                  <a:lnTo>
                    <a:pt x="1228146" y="1322952"/>
                  </a:lnTo>
                  <a:lnTo>
                    <a:pt x="1228912" y="1323375"/>
                  </a:lnTo>
                  <a:lnTo>
                    <a:pt x="1249339" y="1334650"/>
                  </a:lnTo>
                  <a:lnTo>
                    <a:pt x="1250105" y="1335073"/>
                  </a:lnTo>
                  <a:lnTo>
                    <a:pt x="1250871" y="1335482"/>
                  </a:lnTo>
                  <a:lnTo>
                    <a:pt x="1271298" y="1346402"/>
                  </a:lnTo>
                  <a:lnTo>
                    <a:pt x="1272064" y="1346811"/>
                  </a:lnTo>
                  <a:lnTo>
                    <a:pt x="1272830" y="1347205"/>
                  </a:lnTo>
                  <a:lnTo>
                    <a:pt x="1293256" y="1357709"/>
                  </a:lnTo>
                  <a:lnTo>
                    <a:pt x="1294022" y="1358103"/>
                  </a:lnTo>
                  <a:lnTo>
                    <a:pt x="1294788" y="1358482"/>
                  </a:lnTo>
                  <a:lnTo>
                    <a:pt x="1315215" y="1368584"/>
                  </a:lnTo>
                  <a:lnTo>
                    <a:pt x="1315981" y="1368962"/>
                  </a:lnTo>
                  <a:lnTo>
                    <a:pt x="1316747" y="1369327"/>
                  </a:lnTo>
                  <a:lnTo>
                    <a:pt x="1337173" y="1379050"/>
                  </a:lnTo>
                  <a:lnTo>
                    <a:pt x="1337939" y="1379414"/>
                  </a:lnTo>
                  <a:lnTo>
                    <a:pt x="1338705" y="1379765"/>
                  </a:lnTo>
                  <a:lnTo>
                    <a:pt x="1359132" y="1389119"/>
                  </a:lnTo>
                  <a:lnTo>
                    <a:pt x="1359898" y="1389470"/>
                  </a:lnTo>
                  <a:lnTo>
                    <a:pt x="1360664" y="1389807"/>
                  </a:lnTo>
                  <a:lnTo>
                    <a:pt x="1381090" y="1398808"/>
                  </a:lnTo>
                  <a:lnTo>
                    <a:pt x="1381856" y="1399145"/>
                  </a:lnTo>
                  <a:lnTo>
                    <a:pt x="1382622" y="1399470"/>
                  </a:lnTo>
                  <a:lnTo>
                    <a:pt x="1403049" y="1408133"/>
                  </a:lnTo>
                  <a:lnTo>
                    <a:pt x="1403815" y="1408457"/>
                  </a:lnTo>
                  <a:lnTo>
                    <a:pt x="1404581" y="1408770"/>
                  </a:lnTo>
                  <a:lnTo>
                    <a:pt x="1425008" y="1417112"/>
                  </a:lnTo>
                  <a:lnTo>
                    <a:pt x="1425773" y="1417425"/>
                  </a:lnTo>
                  <a:lnTo>
                    <a:pt x="1426539" y="1417727"/>
                  </a:lnTo>
                  <a:lnTo>
                    <a:pt x="1446966" y="1425763"/>
                  </a:lnTo>
                  <a:lnTo>
                    <a:pt x="1447732" y="1426064"/>
                  </a:lnTo>
                  <a:lnTo>
                    <a:pt x="1448498" y="1426354"/>
                  </a:lnTo>
                  <a:lnTo>
                    <a:pt x="1468925" y="1434085"/>
                  </a:lnTo>
                  <a:lnTo>
                    <a:pt x="1469691" y="1434375"/>
                  </a:lnTo>
                  <a:lnTo>
                    <a:pt x="1470456" y="1434652"/>
                  </a:lnTo>
                  <a:lnTo>
                    <a:pt x="1490883" y="1442051"/>
                  </a:lnTo>
                  <a:lnTo>
                    <a:pt x="1491649" y="1442329"/>
                  </a:lnTo>
                  <a:lnTo>
                    <a:pt x="1492415" y="1442595"/>
                  </a:lnTo>
                  <a:lnTo>
                    <a:pt x="1512842" y="1449687"/>
                  </a:lnTo>
                  <a:lnTo>
                    <a:pt x="1513608" y="1449953"/>
                  </a:lnTo>
                  <a:lnTo>
                    <a:pt x="1514374" y="1450207"/>
                  </a:lnTo>
                  <a:lnTo>
                    <a:pt x="1534800" y="1456968"/>
                  </a:lnTo>
                  <a:lnTo>
                    <a:pt x="1535566" y="1457222"/>
                  </a:lnTo>
                  <a:lnTo>
                    <a:pt x="1536332" y="1457462"/>
                  </a:lnTo>
                  <a:lnTo>
                    <a:pt x="1556759" y="1463859"/>
                  </a:lnTo>
                  <a:lnTo>
                    <a:pt x="1557525" y="1464099"/>
                  </a:lnTo>
                  <a:lnTo>
                    <a:pt x="1558291" y="1464324"/>
                  </a:lnTo>
                  <a:lnTo>
                    <a:pt x="1578717" y="1470313"/>
                  </a:lnTo>
                  <a:lnTo>
                    <a:pt x="1579483" y="1470537"/>
                  </a:lnTo>
                  <a:lnTo>
                    <a:pt x="1580249" y="1470745"/>
                  </a:lnTo>
                  <a:lnTo>
                    <a:pt x="1600676" y="1476273"/>
                  </a:lnTo>
                  <a:lnTo>
                    <a:pt x="1601442" y="1476480"/>
                  </a:lnTo>
                  <a:lnTo>
                    <a:pt x="1602208" y="1476668"/>
                  </a:lnTo>
                  <a:lnTo>
                    <a:pt x="1622634" y="1481679"/>
                  </a:lnTo>
                  <a:lnTo>
                    <a:pt x="1623400" y="1481867"/>
                  </a:lnTo>
                  <a:lnTo>
                    <a:pt x="1624166" y="1482033"/>
                  </a:lnTo>
                  <a:lnTo>
                    <a:pt x="1644593" y="1486465"/>
                  </a:lnTo>
                  <a:lnTo>
                    <a:pt x="1645359" y="1486631"/>
                  </a:lnTo>
                  <a:lnTo>
                    <a:pt x="1646125" y="1486770"/>
                  </a:lnTo>
                  <a:lnTo>
                    <a:pt x="1666552" y="1490487"/>
                  </a:lnTo>
                  <a:lnTo>
                    <a:pt x="1667318" y="1490627"/>
                  </a:lnTo>
                  <a:lnTo>
                    <a:pt x="1668083" y="1490739"/>
                  </a:lnTo>
                  <a:lnTo>
                    <a:pt x="1688510" y="1493727"/>
                  </a:lnTo>
                  <a:lnTo>
                    <a:pt x="1689276" y="1493840"/>
                  </a:lnTo>
                  <a:lnTo>
                    <a:pt x="1690042" y="1493924"/>
                  </a:lnTo>
                  <a:lnTo>
                    <a:pt x="1710469" y="1496183"/>
                  </a:lnTo>
                  <a:lnTo>
                    <a:pt x="1711235" y="1496268"/>
                  </a:lnTo>
                  <a:lnTo>
                    <a:pt x="1712001" y="1496325"/>
                  </a:lnTo>
                  <a:lnTo>
                    <a:pt x="1732427" y="1497845"/>
                  </a:lnTo>
                  <a:lnTo>
                    <a:pt x="1733193" y="1497902"/>
                  </a:lnTo>
                  <a:lnTo>
                    <a:pt x="1733959" y="1497932"/>
                  </a:lnTo>
                  <a:lnTo>
                    <a:pt x="1754386" y="1498726"/>
                  </a:lnTo>
                  <a:lnTo>
                    <a:pt x="1755152" y="1498756"/>
                  </a:lnTo>
                  <a:lnTo>
                    <a:pt x="1755918" y="1498760"/>
                  </a:lnTo>
                  <a:lnTo>
                    <a:pt x="1776344" y="1498867"/>
                  </a:lnTo>
                  <a:lnTo>
                    <a:pt x="1777110" y="1498871"/>
                  </a:lnTo>
                  <a:lnTo>
                    <a:pt x="1777876" y="1498852"/>
                  </a:lnTo>
                  <a:lnTo>
                    <a:pt x="1798303" y="1498334"/>
                  </a:lnTo>
                  <a:lnTo>
                    <a:pt x="1799069" y="1498314"/>
                  </a:lnTo>
                  <a:lnTo>
                    <a:pt x="1799835" y="1498275"/>
                  </a:lnTo>
                  <a:lnTo>
                    <a:pt x="1820261" y="1497221"/>
                  </a:lnTo>
                  <a:lnTo>
                    <a:pt x="1821027" y="1497181"/>
                  </a:lnTo>
                  <a:lnTo>
                    <a:pt x="1821793" y="1497125"/>
                  </a:lnTo>
                  <a:lnTo>
                    <a:pt x="1842220" y="1495635"/>
                  </a:lnTo>
                  <a:lnTo>
                    <a:pt x="1842986" y="1495579"/>
                  </a:lnTo>
                  <a:lnTo>
                    <a:pt x="1843752" y="1495513"/>
                  </a:lnTo>
                  <a:lnTo>
                    <a:pt x="1864179" y="1493731"/>
                  </a:lnTo>
                  <a:lnTo>
                    <a:pt x="1864944" y="1493665"/>
                  </a:lnTo>
                  <a:lnTo>
                    <a:pt x="1865710" y="1493594"/>
                  </a:lnTo>
                  <a:lnTo>
                    <a:pt x="1886137" y="1491721"/>
                  </a:lnTo>
                  <a:lnTo>
                    <a:pt x="1886903" y="1491651"/>
                  </a:lnTo>
                  <a:lnTo>
                    <a:pt x="1887669" y="1491583"/>
                  </a:lnTo>
                  <a:lnTo>
                    <a:pt x="1908096" y="1489771"/>
                  </a:lnTo>
                  <a:lnTo>
                    <a:pt x="1908862" y="1489703"/>
                  </a:lnTo>
                  <a:lnTo>
                    <a:pt x="1909628" y="1489643"/>
                  </a:lnTo>
                  <a:lnTo>
                    <a:pt x="1930054" y="1488042"/>
                  </a:lnTo>
                  <a:lnTo>
                    <a:pt x="1930820" y="1487982"/>
                  </a:lnTo>
                  <a:lnTo>
                    <a:pt x="1931586" y="1487936"/>
                  </a:lnTo>
                  <a:lnTo>
                    <a:pt x="1952013" y="1486687"/>
                  </a:lnTo>
                  <a:lnTo>
                    <a:pt x="1952779" y="1486640"/>
                  </a:lnTo>
                  <a:lnTo>
                    <a:pt x="1953545" y="1486611"/>
                  </a:lnTo>
                  <a:lnTo>
                    <a:pt x="1973971" y="1485841"/>
                  </a:lnTo>
                  <a:lnTo>
                    <a:pt x="1974737" y="1485812"/>
                  </a:lnTo>
                  <a:lnTo>
                    <a:pt x="1975503" y="1485805"/>
                  </a:lnTo>
                  <a:lnTo>
                    <a:pt x="1995930" y="1485618"/>
                  </a:lnTo>
                  <a:lnTo>
                    <a:pt x="1996696" y="1485611"/>
                  </a:lnTo>
                  <a:lnTo>
                    <a:pt x="1997462" y="1485629"/>
                  </a:lnTo>
                  <a:lnTo>
                    <a:pt x="2017888" y="1486109"/>
                  </a:lnTo>
                  <a:lnTo>
                    <a:pt x="2018654" y="1486127"/>
                  </a:lnTo>
                  <a:lnTo>
                    <a:pt x="2019420" y="1486175"/>
                  </a:lnTo>
                  <a:lnTo>
                    <a:pt x="2039847" y="1487466"/>
                  </a:lnTo>
                  <a:lnTo>
                    <a:pt x="2040613" y="1487515"/>
                  </a:lnTo>
                  <a:lnTo>
                    <a:pt x="2041379" y="1487592"/>
                  </a:lnTo>
                  <a:lnTo>
                    <a:pt x="2061806" y="1489656"/>
                  </a:lnTo>
                  <a:lnTo>
                    <a:pt x="2062571" y="1489733"/>
                  </a:lnTo>
                  <a:lnTo>
                    <a:pt x="2063337" y="1489838"/>
                  </a:lnTo>
                  <a:lnTo>
                    <a:pt x="2083764" y="1492634"/>
                  </a:lnTo>
                  <a:lnTo>
                    <a:pt x="2084530" y="1492739"/>
                  </a:lnTo>
                  <a:lnTo>
                    <a:pt x="2085296" y="1492870"/>
                  </a:lnTo>
                  <a:lnTo>
                    <a:pt x="2105723" y="1496362"/>
                  </a:lnTo>
                  <a:lnTo>
                    <a:pt x="2106489" y="1496493"/>
                  </a:lnTo>
                  <a:lnTo>
                    <a:pt x="2107254" y="1496648"/>
                  </a:lnTo>
                  <a:lnTo>
                    <a:pt x="2127681" y="1500783"/>
                  </a:lnTo>
                  <a:lnTo>
                    <a:pt x="2128447" y="1500938"/>
                  </a:lnTo>
                  <a:lnTo>
                    <a:pt x="2129213" y="1501114"/>
                  </a:lnTo>
                  <a:lnTo>
                    <a:pt x="2149640" y="1505822"/>
                  </a:lnTo>
                  <a:lnTo>
                    <a:pt x="2150406" y="1505999"/>
                  </a:lnTo>
                  <a:lnTo>
                    <a:pt x="2151172" y="1506194"/>
                  </a:lnTo>
                  <a:lnTo>
                    <a:pt x="2171598" y="1511400"/>
                  </a:lnTo>
                  <a:lnTo>
                    <a:pt x="2172364" y="1511595"/>
                  </a:lnTo>
                  <a:lnTo>
                    <a:pt x="2173130" y="1511806"/>
                  </a:lnTo>
                  <a:lnTo>
                    <a:pt x="2193557" y="1517429"/>
                  </a:lnTo>
                  <a:lnTo>
                    <a:pt x="2194323" y="1517640"/>
                  </a:lnTo>
                  <a:lnTo>
                    <a:pt x="2195089" y="1517864"/>
                  </a:lnTo>
                  <a:lnTo>
                    <a:pt x="2215515" y="1523834"/>
                  </a:lnTo>
                  <a:lnTo>
                    <a:pt x="2216281" y="1524058"/>
                  </a:lnTo>
                  <a:lnTo>
                    <a:pt x="2217047" y="1524292"/>
                  </a:lnTo>
                  <a:lnTo>
                    <a:pt x="2237474" y="1530536"/>
                  </a:lnTo>
                  <a:lnTo>
                    <a:pt x="2238240" y="1530770"/>
                  </a:lnTo>
                  <a:lnTo>
                    <a:pt x="2239006" y="1531010"/>
                  </a:lnTo>
                  <a:lnTo>
                    <a:pt x="2259432" y="1537428"/>
                  </a:lnTo>
                  <a:lnTo>
                    <a:pt x="2260198" y="1537669"/>
                  </a:lnTo>
                  <a:lnTo>
                    <a:pt x="2260964" y="1537914"/>
                  </a:lnTo>
                  <a:lnTo>
                    <a:pt x="2281391" y="1544453"/>
                  </a:lnTo>
                  <a:lnTo>
                    <a:pt x="2282157" y="1544699"/>
                  </a:lnTo>
                  <a:lnTo>
                    <a:pt x="2282923" y="1544947"/>
                  </a:lnTo>
                  <a:lnTo>
                    <a:pt x="2303350" y="1551565"/>
                  </a:lnTo>
                  <a:lnTo>
                    <a:pt x="2304116" y="1551813"/>
                  </a:lnTo>
                  <a:lnTo>
                    <a:pt x="2304881" y="1552063"/>
                  </a:lnTo>
                  <a:lnTo>
                    <a:pt x="2325308" y="1558724"/>
                  </a:lnTo>
                  <a:lnTo>
                    <a:pt x="2326074" y="1558974"/>
                  </a:lnTo>
                  <a:lnTo>
                    <a:pt x="2326840" y="1559224"/>
                  </a:lnTo>
                  <a:lnTo>
                    <a:pt x="2347267" y="1565898"/>
                  </a:lnTo>
                  <a:lnTo>
                    <a:pt x="2348033" y="1566148"/>
                  </a:lnTo>
                  <a:lnTo>
                    <a:pt x="2348799" y="1566397"/>
                  </a:lnTo>
                  <a:lnTo>
                    <a:pt x="2369225" y="1573057"/>
                  </a:lnTo>
                  <a:lnTo>
                    <a:pt x="2369991" y="1573306"/>
                  </a:lnTo>
                  <a:lnTo>
                    <a:pt x="2370757" y="1573555"/>
                  </a:lnTo>
                  <a:lnTo>
                    <a:pt x="2391184" y="1580173"/>
                  </a:lnTo>
                  <a:lnTo>
                    <a:pt x="2391950" y="1580422"/>
                  </a:lnTo>
                  <a:lnTo>
                    <a:pt x="2392716" y="1580667"/>
                  </a:lnTo>
                  <a:lnTo>
                    <a:pt x="2413142" y="1587202"/>
                  </a:lnTo>
                  <a:lnTo>
                    <a:pt x="2413908" y="1587447"/>
                  </a:lnTo>
                  <a:lnTo>
                    <a:pt x="2414674" y="1587688"/>
                  </a:lnTo>
                  <a:lnTo>
                    <a:pt x="2435101" y="1594105"/>
                  </a:lnTo>
                  <a:lnTo>
                    <a:pt x="2435867" y="1594346"/>
                  </a:lnTo>
                  <a:lnTo>
                    <a:pt x="2436633" y="1594581"/>
                  </a:lnTo>
                  <a:lnTo>
                    <a:pt x="2457059" y="1600840"/>
                  </a:lnTo>
                  <a:lnTo>
                    <a:pt x="2457825" y="1601074"/>
                  </a:lnTo>
                  <a:lnTo>
                    <a:pt x="2458591" y="1601301"/>
                  </a:lnTo>
                  <a:lnTo>
                    <a:pt x="2479018" y="1607354"/>
                  </a:lnTo>
                  <a:lnTo>
                    <a:pt x="2479784" y="1607581"/>
                  </a:lnTo>
                  <a:lnTo>
                    <a:pt x="2480550" y="1607798"/>
                  </a:lnTo>
                  <a:lnTo>
                    <a:pt x="2500977" y="1613592"/>
                  </a:lnTo>
                  <a:lnTo>
                    <a:pt x="2501742" y="1613810"/>
                  </a:lnTo>
                  <a:lnTo>
                    <a:pt x="2502508" y="1614015"/>
                  </a:lnTo>
                  <a:lnTo>
                    <a:pt x="2522935" y="1619496"/>
                  </a:lnTo>
                  <a:lnTo>
                    <a:pt x="2523701" y="1619701"/>
                  </a:lnTo>
                  <a:lnTo>
                    <a:pt x="2524467" y="1619893"/>
                  </a:lnTo>
                  <a:lnTo>
                    <a:pt x="2544894" y="1625005"/>
                  </a:lnTo>
                  <a:lnTo>
                    <a:pt x="2545660" y="1625196"/>
                  </a:lnTo>
                  <a:lnTo>
                    <a:pt x="2546426" y="1625372"/>
                  </a:lnTo>
                  <a:lnTo>
                    <a:pt x="2566852" y="1630062"/>
                  </a:lnTo>
                  <a:lnTo>
                    <a:pt x="2567618" y="1630238"/>
                  </a:lnTo>
                  <a:lnTo>
                    <a:pt x="2568384" y="1630396"/>
                  </a:lnTo>
                  <a:lnTo>
                    <a:pt x="2588811" y="1634590"/>
                  </a:lnTo>
                  <a:lnTo>
                    <a:pt x="2589577" y="1634747"/>
                  </a:lnTo>
                  <a:lnTo>
                    <a:pt x="2590343" y="1634883"/>
                  </a:lnTo>
                  <a:lnTo>
                    <a:pt x="2610769" y="1638513"/>
                  </a:lnTo>
                  <a:lnTo>
                    <a:pt x="2611535" y="1638649"/>
                  </a:lnTo>
                  <a:lnTo>
                    <a:pt x="2612301" y="1638765"/>
                  </a:lnTo>
                  <a:lnTo>
                    <a:pt x="2632728" y="1641859"/>
                  </a:lnTo>
                  <a:lnTo>
                    <a:pt x="2633494" y="1641975"/>
                  </a:lnTo>
                  <a:lnTo>
                    <a:pt x="2634260" y="1642070"/>
                  </a:lnTo>
                  <a:lnTo>
                    <a:pt x="2654686" y="1644624"/>
                  </a:lnTo>
                  <a:lnTo>
                    <a:pt x="2655452" y="1644720"/>
                  </a:lnTo>
                  <a:lnTo>
                    <a:pt x="2656218" y="1644796"/>
                  </a:lnTo>
                  <a:lnTo>
                    <a:pt x="2676645" y="1646819"/>
                  </a:lnTo>
                  <a:lnTo>
                    <a:pt x="2677411" y="1646894"/>
                  </a:lnTo>
                  <a:lnTo>
                    <a:pt x="2678177" y="1646951"/>
                  </a:lnTo>
                  <a:lnTo>
                    <a:pt x="2698603" y="1648468"/>
                  </a:lnTo>
                  <a:lnTo>
                    <a:pt x="2699369" y="1648525"/>
                  </a:lnTo>
                  <a:lnTo>
                    <a:pt x="2700135" y="1648564"/>
                  </a:lnTo>
                  <a:lnTo>
                    <a:pt x="2720562" y="1649611"/>
                  </a:lnTo>
                  <a:lnTo>
                    <a:pt x="2721328" y="1649650"/>
                  </a:lnTo>
                  <a:lnTo>
                    <a:pt x="2722094" y="1649673"/>
                  </a:lnTo>
                  <a:lnTo>
                    <a:pt x="2742521" y="1650299"/>
                  </a:lnTo>
                  <a:lnTo>
                    <a:pt x="2743287" y="1650322"/>
                  </a:lnTo>
                  <a:lnTo>
                    <a:pt x="2744052" y="1650332"/>
                  </a:lnTo>
                  <a:lnTo>
                    <a:pt x="2764479" y="1650594"/>
                  </a:lnTo>
                  <a:lnTo>
                    <a:pt x="2765245" y="1650603"/>
                  </a:lnTo>
                  <a:lnTo>
                    <a:pt x="2766011" y="1650601"/>
                  </a:lnTo>
                  <a:lnTo>
                    <a:pt x="2786438" y="1650536"/>
                  </a:lnTo>
                  <a:lnTo>
                    <a:pt x="2787204" y="1650534"/>
                  </a:lnTo>
                  <a:lnTo>
                    <a:pt x="2787970" y="1650523"/>
                  </a:lnTo>
                  <a:lnTo>
                    <a:pt x="2808396" y="1650247"/>
                  </a:lnTo>
                  <a:lnTo>
                    <a:pt x="2809162" y="1650237"/>
                  </a:lnTo>
                  <a:lnTo>
                    <a:pt x="2809928" y="1650221"/>
                  </a:lnTo>
                  <a:lnTo>
                    <a:pt x="2830355" y="1649808"/>
                  </a:lnTo>
                  <a:lnTo>
                    <a:pt x="2831121" y="1649792"/>
                  </a:lnTo>
                  <a:lnTo>
                    <a:pt x="2831887" y="1649774"/>
                  </a:lnTo>
                  <a:lnTo>
                    <a:pt x="2852313" y="1649290"/>
                  </a:lnTo>
                  <a:lnTo>
                    <a:pt x="2853079" y="1649271"/>
                  </a:lnTo>
                  <a:lnTo>
                    <a:pt x="2853845" y="1649253"/>
                  </a:lnTo>
                  <a:lnTo>
                    <a:pt x="2874272" y="1648757"/>
                  </a:lnTo>
                  <a:lnTo>
                    <a:pt x="2875038" y="1648738"/>
                  </a:lnTo>
                  <a:lnTo>
                    <a:pt x="2875804" y="1648721"/>
                  </a:lnTo>
                  <a:lnTo>
                    <a:pt x="2896230" y="1648269"/>
                  </a:lnTo>
                  <a:lnTo>
                    <a:pt x="2896996" y="1648252"/>
                  </a:lnTo>
                  <a:lnTo>
                    <a:pt x="2897762" y="1648238"/>
                  </a:lnTo>
                  <a:lnTo>
                    <a:pt x="2918189" y="1647877"/>
                  </a:lnTo>
                  <a:lnTo>
                    <a:pt x="2918955" y="1647863"/>
                  </a:lnTo>
                  <a:lnTo>
                    <a:pt x="2919721" y="1647854"/>
                  </a:lnTo>
                  <a:lnTo>
                    <a:pt x="2940148" y="1647623"/>
                  </a:lnTo>
                  <a:lnTo>
                    <a:pt x="2940913" y="1647614"/>
                  </a:lnTo>
                  <a:lnTo>
                    <a:pt x="2941679" y="1647612"/>
                  </a:lnTo>
                  <a:lnTo>
                    <a:pt x="2962106" y="1647553"/>
                  </a:lnTo>
                  <a:lnTo>
                    <a:pt x="2962872" y="1647551"/>
                  </a:lnTo>
                  <a:lnTo>
                    <a:pt x="2963638" y="1647557"/>
                  </a:lnTo>
                  <a:lnTo>
                    <a:pt x="2984065" y="1647705"/>
                  </a:lnTo>
                  <a:lnTo>
                    <a:pt x="2984831" y="1647711"/>
                  </a:lnTo>
                  <a:lnTo>
                    <a:pt x="2985597" y="1647724"/>
                  </a:lnTo>
                  <a:lnTo>
                    <a:pt x="3006023" y="1648076"/>
                  </a:lnTo>
                  <a:lnTo>
                    <a:pt x="3006789" y="1648089"/>
                  </a:lnTo>
                  <a:lnTo>
                    <a:pt x="3007555" y="1648110"/>
                  </a:lnTo>
                  <a:lnTo>
                    <a:pt x="3027982" y="1648670"/>
                  </a:lnTo>
                  <a:lnTo>
                    <a:pt x="3028748" y="1648691"/>
                  </a:lnTo>
                  <a:lnTo>
                    <a:pt x="3029514" y="1648720"/>
                  </a:lnTo>
                  <a:lnTo>
                    <a:pt x="3049940" y="1649488"/>
                  </a:lnTo>
                  <a:lnTo>
                    <a:pt x="3050706" y="1649516"/>
                  </a:lnTo>
                  <a:lnTo>
                    <a:pt x="3051472" y="1649553"/>
                  </a:lnTo>
                  <a:lnTo>
                    <a:pt x="3071899" y="1650521"/>
                  </a:lnTo>
                  <a:lnTo>
                    <a:pt x="3072665" y="1650557"/>
                  </a:lnTo>
                  <a:lnTo>
                    <a:pt x="3073431" y="1650600"/>
                  </a:lnTo>
                  <a:lnTo>
                    <a:pt x="3093857" y="1651757"/>
                  </a:lnTo>
                  <a:lnTo>
                    <a:pt x="3094623" y="1651800"/>
                  </a:lnTo>
                  <a:lnTo>
                    <a:pt x="3095389" y="1651850"/>
                  </a:lnTo>
                  <a:lnTo>
                    <a:pt x="3115816" y="1653179"/>
                  </a:lnTo>
                  <a:lnTo>
                    <a:pt x="3116582" y="1653228"/>
                  </a:lnTo>
                  <a:lnTo>
                    <a:pt x="3117348" y="1653284"/>
                  </a:lnTo>
                  <a:lnTo>
                    <a:pt x="3137775" y="1654764"/>
                  </a:lnTo>
                  <a:lnTo>
                    <a:pt x="3138540" y="1654819"/>
                  </a:lnTo>
                  <a:lnTo>
                    <a:pt x="3139306" y="1654880"/>
                  </a:lnTo>
                  <a:lnTo>
                    <a:pt x="3159733" y="1656500"/>
                  </a:lnTo>
                  <a:lnTo>
                    <a:pt x="3160499" y="1656560"/>
                  </a:lnTo>
                  <a:lnTo>
                    <a:pt x="3161265" y="1656625"/>
                  </a:lnTo>
                  <a:lnTo>
                    <a:pt x="3181692" y="1658335"/>
                  </a:lnTo>
                  <a:lnTo>
                    <a:pt x="3182458" y="1658399"/>
                  </a:lnTo>
                  <a:lnTo>
                    <a:pt x="3183223" y="1658466"/>
                  </a:lnTo>
                  <a:lnTo>
                    <a:pt x="3203650" y="1660235"/>
                  </a:lnTo>
                  <a:lnTo>
                    <a:pt x="3204416" y="1660302"/>
                  </a:lnTo>
                  <a:lnTo>
                    <a:pt x="3205182" y="1660369"/>
                  </a:lnTo>
                  <a:lnTo>
                    <a:pt x="3225609" y="1662168"/>
                  </a:lnTo>
                  <a:lnTo>
                    <a:pt x="3226375" y="1662235"/>
                  </a:lnTo>
                  <a:lnTo>
                    <a:pt x="3227141" y="1662303"/>
                  </a:lnTo>
                  <a:lnTo>
                    <a:pt x="3247567" y="1664101"/>
                  </a:lnTo>
                  <a:lnTo>
                    <a:pt x="3248333" y="1664168"/>
                  </a:lnTo>
                  <a:lnTo>
                    <a:pt x="3249099" y="1664234"/>
                  </a:lnTo>
                  <a:lnTo>
                    <a:pt x="3269526" y="1666003"/>
                  </a:lnTo>
                  <a:lnTo>
                    <a:pt x="3270292" y="1666069"/>
                  </a:lnTo>
                  <a:lnTo>
                    <a:pt x="3271058" y="1666133"/>
                  </a:lnTo>
                  <a:lnTo>
                    <a:pt x="3291484" y="1667846"/>
                  </a:lnTo>
                  <a:lnTo>
                    <a:pt x="3292250" y="1667910"/>
                  </a:lnTo>
                  <a:lnTo>
                    <a:pt x="3293016" y="1667972"/>
                  </a:lnTo>
                  <a:lnTo>
                    <a:pt x="3313443" y="1669605"/>
                  </a:lnTo>
                  <a:lnTo>
                    <a:pt x="3314209" y="1669667"/>
                  </a:lnTo>
                  <a:lnTo>
                    <a:pt x="3314975" y="1669724"/>
                  </a:lnTo>
                  <a:lnTo>
                    <a:pt x="3335401" y="1671251"/>
                  </a:lnTo>
                  <a:lnTo>
                    <a:pt x="3336167" y="1671308"/>
                  </a:lnTo>
                  <a:lnTo>
                    <a:pt x="3336933" y="1671360"/>
                  </a:lnTo>
                  <a:lnTo>
                    <a:pt x="3357360" y="1672759"/>
                  </a:lnTo>
                  <a:lnTo>
                    <a:pt x="3358126" y="1672812"/>
                  </a:lnTo>
                  <a:lnTo>
                    <a:pt x="3358892" y="1672859"/>
                  </a:lnTo>
                  <a:lnTo>
                    <a:pt x="3379319" y="1674131"/>
                  </a:lnTo>
                  <a:lnTo>
                    <a:pt x="3380085" y="1674178"/>
                  </a:lnTo>
                  <a:lnTo>
                    <a:pt x="3380850" y="1674221"/>
                  </a:lnTo>
                  <a:lnTo>
                    <a:pt x="3401277" y="1675360"/>
                  </a:lnTo>
                  <a:lnTo>
                    <a:pt x="3402043" y="1675403"/>
                  </a:lnTo>
                  <a:lnTo>
                    <a:pt x="3402809" y="1675441"/>
                  </a:lnTo>
                  <a:lnTo>
                    <a:pt x="3423236" y="1676447"/>
                  </a:lnTo>
                  <a:lnTo>
                    <a:pt x="3424002" y="1676484"/>
                  </a:lnTo>
                  <a:lnTo>
                    <a:pt x="3424768" y="1676517"/>
                  </a:lnTo>
                  <a:lnTo>
                    <a:pt x="3445194" y="1677393"/>
                  </a:lnTo>
                  <a:lnTo>
                    <a:pt x="3445960" y="1677426"/>
                  </a:lnTo>
                  <a:lnTo>
                    <a:pt x="3446726" y="1677454"/>
                  </a:lnTo>
                  <a:lnTo>
                    <a:pt x="3467153" y="1678206"/>
                  </a:lnTo>
                  <a:lnTo>
                    <a:pt x="3467919" y="1678234"/>
                  </a:lnTo>
                  <a:lnTo>
                    <a:pt x="3468685" y="1678258"/>
                  </a:lnTo>
                  <a:lnTo>
                    <a:pt x="3489111" y="1678893"/>
                  </a:lnTo>
                  <a:lnTo>
                    <a:pt x="3489877" y="1678917"/>
                  </a:lnTo>
                  <a:lnTo>
                    <a:pt x="3490643" y="1678937"/>
                  </a:lnTo>
                  <a:lnTo>
                    <a:pt x="3511070" y="1679465"/>
                  </a:lnTo>
                  <a:lnTo>
                    <a:pt x="3511836" y="1679485"/>
                  </a:lnTo>
                  <a:lnTo>
                    <a:pt x="3512602" y="1679501"/>
                  </a:lnTo>
                  <a:lnTo>
                    <a:pt x="3533028" y="1679923"/>
                  </a:lnTo>
                  <a:lnTo>
                    <a:pt x="3533794" y="1679938"/>
                  </a:lnTo>
                  <a:lnTo>
                    <a:pt x="3534560" y="1679951"/>
                  </a:lnTo>
                  <a:lnTo>
                    <a:pt x="3554987" y="1680292"/>
                  </a:lnTo>
                  <a:lnTo>
                    <a:pt x="3555753" y="1680305"/>
                  </a:lnTo>
                  <a:lnTo>
                    <a:pt x="3556519" y="1680315"/>
                  </a:lnTo>
                  <a:lnTo>
                    <a:pt x="3576946" y="1680588"/>
                  </a:lnTo>
                  <a:lnTo>
                    <a:pt x="3577711" y="1680598"/>
                  </a:lnTo>
                  <a:lnTo>
                    <a:pt x="3578477" y="1680606"/>
                  </a:lnTo>
                  <a:lnTo>
                    <a:pt x="3598904" y="1680821"/>
                  </a:lnTo>
                  <a:lnTo>
                    <a:pt x="3599670" y="1680829"/>
                  </a:lnTo>
                  <a:lnTo>
                    <a:pt x="3600436" y="1680835"/>
                  </a:lnTo>
                  <a:lnTo>
                    <a:pt x="3620863" y="1681002"/>
                  </a:lnTo>
                  <a:lnTo>
                    <a:pt x="3621629" y="1681008"/>
                  </a:lnTo>
                  <a:lnTo>
                    <a:pt x="3622395" y="1681013"/>
                  </a:lnTo>
                  <a:lnTo>
                    <a:pt x="3642821" y="1681140"/>
                  </a:lnTo>
                  <a:lnTo>
                    <a:pt x="3643587" y="1681145"/>
                  </a:lnTo>
                  <a:lnTo>
                    <a:pt x="3644353" y="1681149"/>
                  </a:lnTo>
                  <a:lnTo>
                    <a:pt x="3664780" y="1681245"/>
                  </a:lnTo>
                  <a:lnTo>
                    <a:pt x="3665546" y="1681248"/>
                  </a:lnTo>
                  <a:lnTo>
                    <a:pt x="3666312" y="1681251"/>
                  </a:lnTo>
                  <a:lnTo>
                    <a:pt x="3686738" y="1681322"/>
                  </a:lnTo>
                  <a:lnTo>
                    <a:pt x="3687504" y="1681324"/>
                  </a:lnTo>
                  <a:lnTo>
                    <a:pt x="3688270" y="1681326"/>
                  </a:lnTo>
                  <a:lnTo>
                    <a:pt x="3708697" y="1681377"/>
                  </a:lnTo>
                  <a:lnTo>
                    <a:pt x="3709463" y="1681379"/>
                  </a:lnTo>
                  <a:lnTo>
                    <a:pt x="3710229" y="1681380"/>
                  </a:lnTo>
                  <a:lnTo>
                    <a:pt x="3730655" y="1681416"/>
                  </a:lnTo>
                  <a:lnTo>
                    <a:pt x="3731421" y="1681417"/>
                  </a:lnTo>
                  <a:lnTo>
                    <a:pt x="3732187" y="1681418"/>
                  </a:lnTo>
                  <a:lnTo>
                    <a:pt x="3733119" y="1681504"/>
                  </a:lnTo>
                  <a:lnTo>
                    <a:pt x="3732187" y="1681504"/>
                  </a:lnTo>
                  <a:lnTo>
                    <a:pt x="3731421" y="1681504"/>
                  </a:lnTo>
                  <a:lnTo>
                    <a:pt x="3730655" y="1681504"/>
                  </a:lnTo>
                  <a:lnTo>
                    <a:pt x="3710229" y="1681504"/>
                  </a:lnTo>
                  <a:lnTo>
                    <a:pt x="3709463" y="1681504"/>
                  </a:lnTo>
                  <a:lnTo>
                    <a:pt x="3708697" y="1681504"/>
                  </a:lnTo>
                  <a:lnTo>
                    <a:pt x="3688270" y="1681504"/>
                  </a:lnTo>
                  <a:lnTo>
                    <a:pt x="3687504" y="1681504"/>
                  </a:lnTo>
                  <a:lnTo>
                    <a:pt x="3686738" y="1681504"/>
                  </a:lnTo>
                  <a:lnTo>
                    <a:pt x="3666312" y="1681504"/>
                  </a:lnTo>
                  <a:lnTo>
                    <a:pt x="3665546" y="1681504"/>
                  </a:lnTo>
                  <a:lnTo>
                    <a:pt x="3664780" y="1681504"/>
                  </a:lnTo>
                  <a:lnTo>
                    <a:pt x="3644353" y="1681504"/>
                  </a:lnTo>
                  <a:lnTo>
                    <a:pt x="3643587" y="1681504"/>
                  </a:lnTo>
                  <a:lnTo>
                    <a:pt x="3642821" y="1681504"/>
                  </a:lnTo>
                  <a:lnTo>
                    <a:pt x="3622395" y="1681504"/>
                  </a:lnTo>
                  <a:lnTo>
                    <a:pt x="3621629" y="1681504"/>
                  </a:lnTo>
                  <a:lnTo>
                    <a:pt x="3620863" y="1681504"/>
                  </a:lnTo>
                  <a:lnTo>
                    <a:pt x="3600436" y="1681504"/>
                  </a:lnTo>
                  <a:lnTo>
                    <a:pt x="3599670" y="1681504"/>
                  </a:lnTo>
                  <a:lnTo>
                    <a:pt x="3598904" y="1681504"/>
                  </a:lnTo>
                  <a:lnTo>
                    <a:pt x="3578477" y="1681504"/>
                  </a:lnTo>
                  <a:lnTo>
                    <a:pt x="3577711" y="1681504"/>
                  </a:lnTo>
                  <a:lnTo>
                    <a:pt x="3576946" y="1681504"/>
                  </a:lnTo>
                  <a:lnTo>
                    <a:pt x="3556519" y="1681504"/>
                  </a:lnTo>
                  <a:lnTo>
                    <a:pt x="3555753" y="1681504"/>
                  </a:lnTo>
                  <a:lnTo>
                    <a:pt x="3554987" y="1681504"/>
                  </a:lnTo>
                  <a:lnTo>
                    <a:pt x="3534560" y="1681504"/>
                  </a:lnTo>
                  <a:lnTo>
                    <a:pt x="3533794" y="1681504"/>
                  </a:lnTo>
                  <a:lnTo>
                    <a:pt x="3533028" y="1681504"/>
                  </a:lnTo>
                  <a:lnTo>
                    <a:pt x="3512602" y="1681504"/>
                  </a:lnTo>
                  <a:lnTo>
                    <a:pt x="3511836" y="1681504"/>
                  </a:lnTo>
                  <a:lnTo>
                    <a:pt x="3511070" y="1681504"/>
                  </a:lnTo>
                  <a:lnTo>
                    <a:pt x="3490643" y="1681504"/>
                  </a:lnTo>
                  <a:lnTo>
                    <a:pt x="3489877" y="1681504"/>
                  </a:lnTo>
                  <a:lnTo>
                    <a:pt x="3489111" y="1681504"/>
                  </a:lnTo>
                  <a:lnTo>
                    <a:pt x="3468685" y="1681504"/>
                  </a:lnTo>
                  <a:lnTo>
                    <a:pt x="3467919" y="1681504"/>
                  </a:lnTo>
                  <a:lnTo>
                    <a:pt x="3467153" y="1681504"/>
                  </a:lnTo>
                  <a:lnTo>
                    <a:pt x="3446726" y="1681504"/>
                  </a:lnTo>
                  <a:lnTo>
                    <a:pt x="3445960" y="1681504"/>
                  </a:lnTo>
                  <a:lnTo>
                    <a:pt x="3445194" y="1681504"/>
                  </a:lnTo>
                  <a:lnTo>
                    <a:pt x="3424768" y="1681504"/>
                  </a:lnTo>
                  <a:lnTo>
                    <a:pt x="3424002" y="1681504"/>
                  </a:lnTo>
                  <a:lnTo>
                    <a:pt x="3423236" y="1681504"/>
                  </a:lnTo>
                  <a:lnTo>
                    <a:pt x="3402809" y="1681504"/>
                  </a:lnTo>
                  <a:lnTo>
                    <a:pt x="3402043" y="1681504"/>
                  </a:lnTo>
                  <a:lnTo>
                    <a:pt x="3401277" y="1681504"/>
                  </a:lnTo>
                  <a:lnTo>
                    <a:pt x="3380850" y="1681504"/>
                  </a:lnTo>
                  <a:lnTo>
                    <a:pt x="3380085" y="1681504"/>
                  </a:lnTo>
                  <a:lnTo>
                    <a:pt x="3379319" y="1681504"/>
                  </a:lnTo>
                  <a:lnTo>
                    <a:pt x="3358892" y="1681504"/>
                  </a:lnTo>
                  <a:lnTo>
                    <a:pt x="3358126" y="1681504"/>
                  </a:lnTo>
                  <a:lnTo>
                    <a:pt x="3357360" y="1681504"/>
                  </a:lnTo>
                  <a:lnTo>
                    <a:pt x="3336933" y="1681504"/>
                  </a:lnTo>
                  <a:lnTo>
                    <a:pt x="3336167" y="1681504"/>
                  </a:lnTo>
                  <a:lnTo>
                    <a:pt x="3335401" y="1681504"/>
                  </a:lnTo>
                  <a:lnTo>
                    <a:pt x="3314975" y="1681504"/>
                  </a:lnTo>
                  <a:lnTo>
                    <a:pt x="3314209" y="1681504"/>
                  </a:lnTo>
                  <a:lnTo>
                    <a:pt x="3313443" y="1681504"/>
                  </a:lnTo>
                  <a:lnTo>
                    <a:pt x="3293016" y="1681504"/>
                  </a:lnTo>
                  <a:lnTo>
                    <a:pt x="3292250" y="1681504"/>
                  </a:lnTo>
                  <a:lnTo>
                    <a:pt x="3291484" y="1681504"/>
                  </a:lnTo>
                  <a:lnTo>
                    <a:pt x="3271058" y="1681504"/>
                  </a:lnTo>
                  <a:lnTo>
                    <a:pt x="3270292" y="1681504"/>
                  </a:lnTo>
                  <a:lnTo>
                    <a:pt x="3269526" y="1681504"/>
                  </a:lnTo>
                  <a:lnTo>
                    <a:pt x="3249099" y="1681504"/>
                  </a:lnTo>
                  <a:lnTo>
                    <a:pt x="3248333" y="1681504"/>
                  </a:lnTo>
                  <a:lnTo>
                    <a:pt x="3247567" y="1681504"/>
                  </a:lnTo>
                  <a:lnTo>
                    <a:pt x="3227141" y="1681504"/>
                  </a:lnTo>
                  <a:lnTo>
                    <a:pt x="3226375" y="1681504"/>
                  </a:lnTo>
                  <a:lnTo>
                    <a:pt x="3225609" y="1681504"/>
                  </a:lnTo>
                  <a:lnTo>
                    <a:pt x="3205182" y="1681504"/>
                  </a:lnTo>
                  <a:lnTo>
                    <a:pt x="3204416" y="1681504"/>
                  </a:lnTo>
                  <a:lnTo>
                    <a:pt x="3203650" y="1681504"/>
                  </a:lnTo>
                  <a:lnTo>
                    <a:pt x="3183223" y="1681504"/>
                  </a:lnTo>
                  <a:lnTo>
                    <a:pt x="3182458" y="1681504"/>
                  </a:lnTo>
                  <a:lnTo>
                    <a:pt x="3181692" y="1681504"/>
                  </a:lnTo>
                  <a:lnTo>
                    <a:pt x="3161265" y="1681504"/>
                  </a:lnTo>
                  <a:lnTo>
                    <a:pt x="3160499" y="1681504"/>
                  </a:lnTo>
                  <a:lnTo>
                    <a:pt x="3159733" y="1681504"/>
                  </a:lnTo>
                  <a:lnTo>
                    <a:pt x="3139306" y="1681504"/>
                  </a:lnTo>
                  <a:lnTo>
                    <a:pt x="3138540" y="1681504"/>
                  </a:lnTo>
                  <a:lnTo>
                    <a:pt x="3137775" y="1681504"/>
                  </a:lnTo>
                  <a:lnTo>
                    <a:pt x="3117348" y="1681504"/>
                  </a:lnTo>
                  <a:lnTo>
                    <a:pt x="3116582" y="1681504"/>
                  </a:lnTo>
                  <a:lnTo>
                    <a:pt x="3115816" y="1681504"/>
                  </a:lnTo>
                  <a:lnTo>
                    <a:pt x="3095389" y="1681504"/>
                  </a:lnTo>
                  <a:lnTo>
                    <a:pt x="3094623" y="1681504"/>
                  </a:lnTo>
                  <a:lnTo>
                    <a:pt x="3093857" y="1681504"/>
                  </a:lnTo>
                  <a:lnTo>
                    <a:pt x="3073431" y="1681504"/>
                  </a:lnTo>
                  <a:lnTo>
                    <a:pt x="3072665" y="1681504"/>
                  </a:lnTo>
                  <a:lnTo>
                    <a:pt x="3071899" y="1681504"/>
                  </a:lnTo>
                  <a:lnTo>
                    <a:pt x="3051472" y="1681504"/>
                  </a:lnTo>
                  <a:lnTo>
                    <a:pt x="3050706" y="1681504"/>
                  </a:lnTo>
                  <a:lnTo>
                    <a:pt x="3049940" y="1681504"/>
                  </a:lnTo>
                  <a:lnTo>
                    <a:pt x="3029514" y="1681504"/>
                  </a:lnTo>
                  <a:lnTo>
                    <a:pt x="3028748" y="1681504"/>
                  </a:lnTo>
                  <a:lnTo>
                    <a:pt x="3027982" y="1681504"/>
                  </a:lnTo>
                  <a:lnTo>
                    <a:pt x="3007555" y="1681504"/>
                  </a:lnTo>
                  <a:lnTo>
                    <a:pt x="3006789" y="1681504"/>
                  </a:lnTo>
                  <a:lnTo>
                    <a:pt x="3006023" y="1681504"/>
                  </a:lnTo>
                  <a:lnTo>
                    <a:pt x="2985597" y="1681504"/>
                  </a:lnTo>
                  <a:lnTo>
                    <a:pt x="2984831" y="1681504"/>
                  </a:lnTo>
                  <a:lnTo>
                    <a:pt x="2984065" y="1681504"/>
                  </a:lnTo>
                  <a:lnTo>
                    <a:pt x="2963638" y="1681504"/>
                  </a:lnTo>
                  <a:lnTo>
                    <a:pt x="2962872" y="1681504"/>
                  </a:lnTo>
                  <a:lnTo>
                    <a:pt x="2962106" y="1681504"/>
                  </a:lnTo>
                  <a:lnTo>
                    <a:pt x="2941679" y="1681504"/>
                  </a:lnTo>
                  <a:lnTo>
                    <a:pt x="2940913" y="1681504"/>
                  </a:lnTo>
                  <a:lnTo>
                    <a:pt x="2940148" y="1681504"/>
                  </a:lnTo>
                  <a:lnTo>
                    <a:pt x="2919721" y="1681504"/>
                  </a:lnTo>
                  <a:lnTo>
                    <a:pt x="2918955" y="1681504"/>
                  </a:lnTo>
                  <a:lnTo>
                    <a:pt x="2918189" y="1681504"/>
                  </a:lnTo>
                  <a:lnTo>
                    <a:pt x="2897762" y="1681504"/>
                  </a:lnTo>
                  <a:lnTo>
                    <a:pt x="2896996" y="1681504"/>
                  </a:lnTo>
                  <a:lnTo>
                    <a:pt x="2896230" y="1681504"/>
                  </a:lnTo>
                  <a:lnTo>
                    <a:pt x="2875804" y="1681504"/>
                  </a:lnTo>
                  <a:lnTo>
                    <a:pt x="2875038" y="1681504"/>
                  </a:lnTo>
                  <a:lnTo>
                    <a:pt x="2874272" y="1681504"/>
                  </a:lnTo>
                  <a:lnTo>
                    <a:pt x="2853845" y="1681504"/>
                  </a:lnTo>
                  <a:lnTo>
                    <a:pt x="2853079" y="1681504"/>
                  </a:lnTo>
                  <a:lnTo>
                    <a:pt x="2852313" y="1681504"/>
                  </a:lnTo>
                  <a:lnTo>
                    <a:pt x="2831887" y="1681504"/>
                  </a:lnTo>
                  <a:lnTo>
                    <a:pt x="2831121" y="1681504"/>
                  </a:lnTo>
                  <a:lnTo>
                    <a:pt x="2830355" y="1681504"/>
                  </a:lnTo>
                  <a:lnTo>
                    <a:pt x="2809928" y="1681504"/>
                  </a:lnTo>
                  <a:lnTo>
                    <a:pt x="2809162" y="1681504"/>
                  </a:lnTo>
                  <a:lnTo>
                    <a:pt x="2808396" y="1681504"/>
                  </a:lnTo>
                  <a:lnTo>
                    <a:pt x="2787970" y="1681504"/>
                  </a:lnTo>
                  <a:lnTo>
                    <a:pt x="2787204" y="1681504"/>
                  </a:lnTo>
                  <a:lnTo>
                    <a:pt x="2786438" y="1681504"/>
                  </a:lnTo>
                  <a:lnTo>
                    <a:pt x="2766011" y="1681504"/>
                  </a:lnTo>
                  <a:lnTo>
                    <a:pt x="2765245" y="1681504"/>
                  </a:lnTo>
                  <a:lnTo>
                    <a:pt x="2764479" y="1681504"/>
                  </a:lnTo>
                  <a:lnTo>
                    <a:pt x="2744052" y="1681504"/>
                  </a:lnTo>
                  <a:lnTo>
                    <a:pt x="2743287" y="1681504"/>
                  </a:lnTo>
                  <a:lnTo>
                    <a:pt x="2742521" y="1681504"/>
                  </a:lnTo>
                  <a:lnTo>
                    <a:pt x="2722094" y="1681504"/>
                  </a:lnTo>
                  <a:lnTo>
                    <a:pt x="2721328" y="1681504"/>
                  </a:lnTo>
                  <a:lnTo>
                    <a:pt x="2720562" y="1681504"/>
                  </a:lnTo>
                  <a:lnTo>
                    <a:pt x="2700135" y="1681504"/>
                  </a:lnTo>
                  <a:lnTo>
                    <a:pt x="2699369" y="1681504"/>
                  </a:lnTo>
                  <a:lnTo>
                    <a:pt x="2698603" y="1681504"/>
                  </a:lnTo>
                  <a:lnTo>
                    <a:pt x="2678177" y="1681504"/>
                  </a:lnTo>
                  <a:lnTo>
                    <a:pt x="2677411" y="1681504"/>
                  </a:lnTo>
                  <a:lnTo>
                    <a:pt x="2676645" y="1681504"/>
                  </a:lnTo>
                  <a:lnTo>
                    <a:pt x="2656218" y="1681504"/>
                  </a:lnTo>
                  <a:lnTo>
                    <a:pt x="2655452" y="1681504"/>
                  </a:lnTo>
                  <a:lnTo>
                    <a:pt x="2654686" y="1681504"/>
                  </a:lnTo>
                  <a:lnTo>
                    <a:pt x="2634260" y="1681504"/>
                  </a:lnTo>
                  <a:lnTo>
                    <a:pt x="2633494" y="1681504"/>
                  </a:lnTo>
                  <a:lnTo>
                    <a:pt x="2632728" y="1681504"/>
                  </a:lnTo>
                  <a:lnTo>
                    <a:pt x="2612301" y="1681504"/>
                  </a:lnTo>
                  <a:lnTo>
                    <a:pt x="2611535" y="1681504"/>
                  </a:lnTo>
                  <a:lnTo>
                    <a:pt x="2610769" y="1681504"/>
                  </a:lnTo>
                  <a:lnTo>
                    <a:pt x="2590343" y="1681504"/>
                  </a:lnTo>
                  <a:lnTo>
                    <a:pt x="2589577" y="1681504"/>
                  </a:lnTo>
                  <a:lnTo>
                    <a:pt x="2588811" y="1681504"/>
                  </a:lnTo>
                  <a:lnTo>
                    <a:pt x="2568384" y="1681504"/>
                  </a:lnTo>
                  <a:lnTo>
                    <a:pt x="2567618" y="1681504"/>
                  </a:lnTo>
                  <a:lnTo>
                    <a:pt x="2566852" y="1681504"/>
                  </a:lnTo>
                  <a:lnTo>
                    <a:pt x="2546426" y="1681504"/>
                  </a:lnTo>
                  <a:lnTo>
                    <a:pt x="2545660" y="1681504"/>
                  </a:lnTo>
                  <a:lnTo>
                    <a:pt x="2544894" y="1681504"/>
                  </a:lnTo>
                  <a:lnTo>
                    <a:pt x="2524467" y="1681504"/>
                  </a:lnTo>
                  <a:lnTo>
                    <a:pt x="2523701" y="1681504"/>
                  </a:lnTo>
                  <a:lnTo>
                    <a:pt x="2522935" y="1681504"/>
                  </a:lnTo>
                  <a:lnTo>
                    <a:pt x="2502508" y="1681504"/>
                  </a:lnTo>
                  <a:lnTo>
                    <a:pt x="2501742" y="1681504"/>
                  </a:lnTo>
                  <a:lnTo>
                    <a:pt x="2500977" y="1681504"/>
                  </a:lnTo>
                  <a:lnTo>
                    <a:pt x="2480550" y="1681504"/>
                  </a:lnTo>
                  <a:lnTo>
                    <a:pt x="2479784" y="1681504"/>
                  </a:lnTo>
                  <a:lnTo>
                    <a:pt x="2479018" y="1681504"/>
                  </a:lnTo>
                  <a:lnTo>
                    <a:pt x="2458591" y="1681504"/>
                  </a:lnTo>
                  <a:lnTo>
                    <a:pt x="2457825" y="1681504"/>
                  </a:lnTo>
                  <a:lnTo>
                    <a:pt x="2457059" y="1681504"/>
                  </a:lnTo>
                  <a:lnTo>
                    <a:pt x="2436633" y="1681504"/>
                  </a:lnTo>
                  <a:lnTo>
                    <a:pt x="2435867" y="1681504"/>
                  </a:lnTo>
                  <a:lnTo>
                    <a:pt x="2435101" y="1681504"/>
                  </a:lnTo>
                  <a:lnTo>
                    <a:pt x="2414674" y="1681504"/>
                  </a:lnTo>
                  <a:lnTo>
                    <a:pt x="2413908" y="1681504"/>
                  </a:lnTo>
                  <a:lnTo>
                    <a:pt x="2413142" y="1681504"/>
                  </a:lnTo>
                  <a:lnTo>
                    <a:pt x="2392716" y="1681504"/>
                  </a:lnTo>
                  <a:lnTo>
                    <a:pt x="2391950" y="1681504"/>
                  </a:lnTo>
                  <a:lnTo>
                    <a:pt x="2391184" y="1681504"/>
                  </a:lnTo>
                  <a:lnTo>
                    <a:pt x="2370757" y="1681504"/>
                  </a:lnTo>
                  <a:lnTo>
                    <a:pt x="2369991" y="1681504"/>
                  </a:lnTo>
                  <a:lnTo>
                    <a:pt x="2369225" y="1681504"/>
                  </a:lnTo>
                  <a:lnTo>
                    <a:pt x="2348799" y="1681504"/>
                  </a:lnTo>
                  <a:lnTo>
                    <a:pt x="2348033" y="1681504"/>
                  </a:lnTo>
                  <a:lnTo>
                    <a:pt x="2347267" y="1681504"/>
                  </a:lnTo>
                  <a:lnTo>
                    <a:pt x="2326840" y="1681504"/>
                  </a:lnTo>
                  <a:lnTo>
                    <a:pt x="2326074" y="1681504"/>
                  </a:lnTo>
                  <a:lnTo>
                    <a:pt x="2325308" y="1681504"/>
                  </a:lnTo>
                  <a:lnTo>
                    <a:pt x="2304881" y="1681504"/>
                  </a:lnTo>
                  <a:lnTo>
                    <a:pt x="2304116" y="1681504"/>
                  </a:lnTo>
                  <a:lnTo>
                    <a:pt x="2303350" y="1681504"/>
                  </a:lnTo>
                  <a:lnTo>
                    <a:pt x="2282923" y="1681504"/>
                  </a:lnTo>
                  <a:lnTo>
                    <a:pt x="2282157" y="1681504"/>
                  </a:lnTo>
                  <a:lnTo>
                    <a:pt x="2281391" y="1681504"/>
                  </a:lnTo>
                  <a:lnTo>
                    <a:pt x="2260964" y="1681504"/>
                  </a:lnTo>
                  <a:lnTo>
                    <a:pt x="2260198" y="1681504"/>
                  </a:lnTo>
                  <a:lnTo>
                    <a:pt x="2259432" y="1681504"/>
                  </a:lnTo>
                  <a:lnTo>
                    <a:pt x="2239006" y="1681504"/>
                  </a:lnTo>
                  <a:lnTo>
                    <a:pt x="2238240" y="1681504"/>
                  </a:lnTo>
                  <a:lnTo>
                    <a:pt x="2237474" y="1681504"/>
                  </a:lnTo>
                  <a:lnTo>
                    <a:pt x="2217047" y="1681504"/>
                  </a:lnTo>
                  <a:lnTo>
                    <a:pt x="2216281" y="1681504"/>
                  </a:lnTo>
                  <a:lnTo>
                    <a:pt x="2215515" y="1681504"/>
                  </a:lnTo>
                  <a:lnTo>
                    <a:pt x="2195089" y="1681504"/>
                  </a:lnTo>
                  <a:lnTo>
                    <a:pt x="2194323" y="1681504"/>
                  </a:lnTo>
                  <a:lnTo>
                    <a:pt x="2193557" y="1681504"/>
                  </a:lnTo>
                  <a:lnTo>
                    <a:pt x="2173130" y="1681504"/>
                  </a:lnTo>
                  <a:lnTo>
                    <a:pt x="2172364" y="1681504"/>
                  </a:lnTo>
                  <a:lnTo>
                    <a:pt x="2171598" y="1681504"/>
                  </a:lnTo>
                  <a:lnTo>
                    <a:pt x="2151172" y="1681504"/>
                  </a:lnTo>
                  <a:lnTo>
                    <a:pt x="2150406" y="1681504"/>
                  </a:lnTo>
                  <a:lnTo>
                    <a:pt x="2149640" y="1681504"/>
                  </a:lnTo>
                  <a:lnTo>
                    <a:pt x="2129213" y="1681504"/>
                  </a:lnTo>
                  <a:lnTo>
                    <a:pt x="2128447" y="1681504"/>
                  </a:lnTo>
                  <a:lnTo>
                    <a:pt x="2127681" y="1681504"/>
                  </a:lnTo>
                  <a:lnTo>
                    <a:pt x="2107254" y="1681504"/>
                  </a:lnTo>
                  <a:lnTo>
                    <a:pt x="2106489" y="1681504"/>
                  </a:lnTo>
                  <a:lnTo>
                    <a:pt x="2105723" y="1681504"/>
                  </a:lnTo>
                  <a:lnTo>
                    <a:pt x="2085296" y="1681504"/>
                  </a:lnTo>
                  <a:lnTo>
                    <a:pt x="2084530" y="1681504"/>
                  </a:lnTo>
                  <a:lnTo>
                    <a:pt x="2083764" y="1681504"/>
                  </a:lnTo>
                  <a:lnTo>
                    <a:pt x="2063337" y="1681504"/>
                  </a:lnTo>
                  <a:lnTo>
                    <a:pt x="2062571" y="1681504"/>
                  </a:lnTo>
                  <a:lnTo>
                    <a:pt x="2061806" y="1681504"/>
                  </a:lnTo>
                  <a:lnTo>
                    <a:pt x="2041379" y="1681504"/>
                  </a:lnTo>
                  <a:lnTo>
                    <a:pt x="2040613" y="1681504"/>
                  </a:lnTo>
                  <a:lnTo>
                    <a:pt x="2039847" y="1681504"/>
                  </a:lnTo>
                  <a:lnTo>
                    <a:pt x="2019420" y="1681504"/>
                  </a:lnTo>
                  <a:lnTo>
                    <a:pt x="2018654" y="1681504"/>
                  </a:lnTo>
                  <a:lnTo>
                    <a:pt x="2017888" y="1681504"/>
                  </a:lnTo>
                  <a:lnTo>
                    <a:pt x="1997462" y="1681504"/>
                  </a:lnTo>
                  <a:lnTo>
                    <a:pt x="1996696" y="1681504"/>
                  </a:lnTo>
                  <a:lnTo>
                    <a:pt x="1995930" y="1681504"/>
                  </a:lnTo>
                  <a:lnTo>
                    <a:pt x="1975503" y="1681504"/>
                  </a:lnTo>
                  <a:lnTo>
                    <a:pt x="1974737" y="1681504"/>
                  </a:lnTo>
                  <a:lnTo>
                    <a:pt x="1973971" y="1681504"/>
                  </a:lnTo>
                  <a:lnTo>
                    <a:pt x="1953545" y="1681504"/>
                  </a:lnTo>
                  <a:lnTo>
                    <a:pt x="1952779" y="1681504"/>
                  </a:lnTo>
                  <a:lnTo>
                    <a:pt x="1952013" y="1681504"/>
                  </a:lnTo>
                  <a:lnTo>
                    <a:pt x="1931586" y="1681504"/>
                  </a:lnTo>
                  <a:lnTo>
                    <a:pt x="1930820" y="1681504"/>
                  </a:lnTo>
                  <a:lnTo>
                    <a:pt x="1930054" y="1681504"/>
                  </a:lnTo>
                  <a:lnTo>
                    <a:pt x="1909628" y="1681504"/>
                  </a:lnTo>
                  <a:lnTo>
                    <a:pt x="1908862" y="1681504"/>
                  </a:lnTo>
                  <a:lnTo>
                    <a:pt x="1908096" y="1681504"/>
                  </a:lnTo>
                  <a:lnTo>
                    <a:pt x="1887669" y="1681504"/>
                  </a:lnTo>
                  <a:lnTo>
                    <a:pt x="1886903" y="1681504"/>
                  </a:lnTo>
                  <a:lnTo>
                    <a:pt x="1886137" y="1681504"/>
                  </a:lnTo>
                  <a:lnTo>
                    <a:pt x="1865710" y="1681504"/>
                  </a:lnTo>
                  <a:lnTo>
                    <a:pt x="1864944" y="1681504"/>
                  </a:lnTo>
                  <a:lnTo>
                    <a:pt x="1864179" y="1681504"/>
                  </a:lnTo>
                  <a:lnTo>
                    <a:pt x="1843752" y="1681504"/>
                  </a:lnTo>
                  <a:lnTo>
                    <a:pt x="1842986" y="1681504"/>
                  </a:lnTo>
                  <a:lnTo>
                    <a:pt x="1842220" y="1681504"/>
                  </a:lnTo>
                  <a:lnTo>
                    <a:pt x="1821793" y="1681504"/>
                  </a:lnTo>
                  <a:lnTo>
                    <a:pt x="1821027" y="1681504"/>
                  </a:lnTo>
                  <a:lnTo>
                    <a:pt x="1820261" y="1681504"/>
                  </a:lnTo>
                  <a:lnTo>
                    <a:pt x="1799835" y="1681504"/>
                  </a:lnTo>
                  <a:lnTo>
                    <a:pt x="1799069" y="1681504"/>
                  </a:lnTo>
                  <a:lnTo>
                    <a:pt x="1798303" y="1681504"/>
                  </a:lnTo>
                  <a:lnTo>
                    <a:pt x="1777876" y="1681504"/>
                  </a:lnTo>
                  <a:lnTo>
                    <a:pt x="1777110" y="1681504"/>
                  </a:lnTo>
                  <a:lnTo>
                    <a:pt x="1776344" y="1681504"/>
                  </a:lnTo>
                  <a:lnTo>
                    <a:pt x="1755918" y="1681504"/>
                  </a:lnTo>
                  <a:lnTo>
                    <a:pt x="1755152" y="1681504"/>
                  </a:lnTo>
                  <a:lnTo>
                    <a:pt x="1754386" y="1681504"/>
                  </a:lnTo>
                  <a:lnTo>
                    <a:pt x="1733959" y="1681504"/>
                  </a:lnTo>
                  <a:lnTo>
                    <a:pt x="1733193" y="1681504"/>
                  </a:lnTo>
                  <a:lnTo>
                    <a:pt x="1732427" y="1681504"/>
                  </a:lnTo>
                  <a:lnTo>
                    <a:pt x="1712001" y="1681504"/>
                  </a:lnTo>
                  <a:lnTo>
                    <a:pt x="1711235" y="1681504"/>
                  </a:lnTo>
                  <a:lnTo>
                    <a:pt x="1710469" y="1681504"/>
                  </a:lnTo>
                  <a:lnTo>
                    <a:pt x="1690042" y="1681504"/>
                  </a:lnTo>
                  <a:lnTo>
                    <a:pt x="1689276" y="1681504"/>
                  </a:lnTo>
                  <a:lnTo>
                    <a:pt x="1688510" y="1681504"/>
                  </a:lnTo>
                  <a:lnTo>
                    <a:pt x="1668083" y="1681504"/>
                  </a:lnTo>
                  <a:lnTo>
                    <a:pt x="1667318" y="1681504"/>
                  </a:lnTo>
                  <a:lnTo>
                    <a:pt x="1666552" y="1681504"/>
                  </a:lnTo>
                  <a:lnTo>
                    <a:pt x="1646125" y="1681504"/>
                  </a:lnTo>
                  <a:lnTo>
                    <a:pt x="1645359" y="1681504"/>
                  </a:lnTo>
                  <a:lnTo>
                    <a:pt x="1644593" y="1681504"/>
                  </a:lnTo>
                  <a:lnTo>
                    <a:pt x="1624166" y="1681504"/>
                  </a:lnTo>
                  <a:lnTo>
                    <a:pt x="1623400" y="1681504"/>
                  </a:lnTo>
                  <a:lnTo>
                    <a:pt x="1622634" y="1681504"/>
                  </a:lnTo>
                  <a:lnTo>
                    <a:pt x="1602208" y="1681504"/>
                  </a:lnTo>
                  <a:lnTo>
                    <a:pt x="1601442" y="1681504"/>
                  </a:lnTo>
                  <a:lnTo>
                    <a:pt x="1600676" y="1681504"/>
                  </a:lnTo>
                  <a:lnTo>
                    <a:pt x="1580249" y="1681504"/>
                  </a:lnTo>
                  <a:lnTo>
                    <a:pt x="1579483" y="1681504"/>
                  </a:lnTo>
                  <a:lnTo>
                    <a:pt x="1578717" y="1681504"/>
                  </a:lnTo>
                  <a:lnTo>
                    <a:pt x="1558291" y="1681504"/>
                  </a:lnTo>
                  <a:lnTo>
                    <a:pt x="1557525" y="1681504"/>
                  </a:lnTo>
                  <a:lnTo>
                    <a:pt x="1556759" y="1681504"/>
                  </a:lnTo>
                  <a:lnTo>
                    <a:pt x="1536332" y="1681504"/>
                  </a:lnTo>
                  <a:lnTo>
                    <a:pt x="1535566" y="1681504"/>
                  </a:lnTo>
                  <a:lnTo>
                    <a:pt x="1534800" y="1681504"/>
                  </a:lnTo>
                  <a:lnTo>
                    <a:pt x="1514374" y="1681504"/>
                  </a:lnTo>
                  <a:lnTo>
                    <a:pt x="1513608" y="1681504"/>
                  </a:lnTo>
                  <a:lnTo>
                    <a:pt x="1512842" y="1681504"/>
                  </a:lnTo>
                  <a:lnTo>
                    <a:pt x="1492415" y="1681504"/>
                  </a:lnTo>
                  <a:lnTo>
                    <a:pt x="1491649" y="1681504"/>
                  </a:lnTo>
                  <a:lnTo>
                    <a:pt x="1490883" y="1681504"/>
                  </a:lnTo>
                  <a:lnTo>
                    <a:pt x="1470456" y="1681504"/>
                  </a:lnTo>
                  <a:lnTo>
                    <a:pt x="1469691" y="1681504"/>
                  </a:lnTo>
                  <a:lnTo>
                    <a:pt x="1468925" y="1681504"/>
                  </a:lnTo>
                  <a:lnTo>
                    <a:pt x="1448498" y="1681504"/>
                  </a:lnTo>
                  <a:lnTo>
                    <a:pt x="1447732" y="1681504"/>
                  </a:lnTo>
                  <a:lnTo>
                    <a:pt x="1446966" y="1681504"/>
                  </a:lnTo>
                  <a:lnTo>
                    <a:pt x="1426539" y="1681504"/>
                  </a:lnTo>
                  <a:lnTo>
                    <a:pt x="1425773" y="1681504"/>
                  </a:lnTo>
                  <a:lnTo>
                    <a:pt x="1425008" y="1681504"/>
                  </a:lnTo>
                  <a:lnTo>
                    <a:pt x="1404581" y="1681504"/>
                  </a:lnTo>
                  <a:lnTo>
                    <a:pt x="1403815" y="1681504"/>
                  </a:lnTo>
                  <a:lnTo>
                    <a:pt x="1403049" y="1681504"/>
                  </a:lnTo>
                  <a:lnTo>
                    <a:pt x="1382622" y="1681504"/>
                  </a:lnTo>
                  <a:lnTo>
                    <a:pt x="1381856" y="1681504"/>
                  </a:lnTo>
                  <a:lnTo>
                    <a:pt x="1381090" y="1681504"/>
                  </a:lnTo>
                  <a:lnTo>
                    <a:pt x="1360664" y="1681504"/>
                  </a:lnTo>
                  <a:lnTo>
                    <a:pt x="1359898" y="1681504"/>
                  </a:lnTo>
                  <a:lnTo>
                    <a:pt x="1359132" y="1681504"/>
                  </a:lnTo>
                  <a:lnTo>
                    <a:pt x="1338705" y="1681504"/>
                  </a:lnTo>
                  <a:lnTo>
                    <a:pt x="1337939" y="1681504"/>
                  </a:lnTo>
                  <a:lnTo>
                    <a:pt x="1337173" y="1681504"/>
                  </a:lnTo>
                  <a:lnTo>
                    <a:pt x="1316747" y="1681504"/>
                  </a:lnTo>
                  <a:lnTo>
                    <a:pt x="1315981" y="1681504"/>
                  </a:lnTo>
                  <a:lnTo>
                    <a:pt x="1315215" y="1681504"/>
                  </a:lnTo>
                  <a:lnTo>
                    <a:pt x="1294788" y="1681504"/>
                  </a:lnTo>
                  <a:lnTo>
                    <a:pt x="1294022" y="1681504"/>
                  </a:lnTo>
                  <a:lnTo>
                    <a:pt x="1293256" y="1681504"/>
                  </a:lnTo>
                  <a:lnTo>
                    <a:pt x="1272830" y="1681504"/>
                  </a:lnTo>
                  <a:lnTo>
                    <a:pt x="1272064" y="1681504"/>
                  </a:lnTo>
                  <a:lnTo>
                    <a:pt x="1271298" y="1681504"/>
                  </a:lnTo>
                  <a:lnTo>
                    <a:pt x="1250871" y="1681504"/>
                  </a:lnTo>
                  <a:lnTo>
                    <a:pt x="1250105" y="1681504"/>
                  </a:lnTo>
                  <a:lnTo>
                    <a:pt x="1249339" y="1681504"/>
                  </a:lnTo>
                  <a:lnTo>
                    <a:pt x="1228912" y="1681504"/>
                  </a:lnTo>
                  <a:lnTo>
                    <a:pt x="1228146" y="1681504"/>
                  </a:lnTo>
                  <a:lnTo>
                    <a:pt x="1227381" y="1681504"/>
                  </a:lnTo>
                  <a:lnTo>
                    <a:pt x="1206954" y="1681504"/>
                  </a:lnTo>
                  <a:lnTo>
                    <a:pt x="1206188" y="1681504"/>
                  </a:lnTo>
                  <a:lnTo>
                    <a:pt x="1205422" y="1681504"/>
                  </a:lnTo>
                  <a:lnTo>
                    <a:pt x="1184995" y="1681504"/>
                  </a:lnTo>
                  <a:lnTo>
                    <a:pt x="1184229" y="1681504"/>
                  </a:lnTo>
                  <a:lnTo>
                    <a:pt x="1183463" y="1681504"/>
                  </a:lnTo>
                  <a:lnTo>
                    <a:pt x="1163037" y="1681504"/>
                  </a:lnTo>
                  <a:lnTo>
                    <a:pt x="1162271" y="1681504"/>
                  </a:lnTo>
                  <a:lnTo>
                    <a:pt x="1161505" y="1681504"/>
                  </a:lnTo>
                  <a:lnTo>
                    <a:pt x="1141078" y="1681504"/>
                  </a:lnTo>
                  <a:lnTo>
                    <a:pt x="1140312" y="1681504"/>
                  </a:lnTo>
                  <a:lnTo>
                    <a:pt x="1139546" y="1681504"/>
                  </a:lnTo>
                  <a:lnTo>
                    <a:pt x="1119120" y="1681504"/>
                  </a:lnTo>
                  <a:lnTo>
                    <a:pt x="1118354" y="1681504"/>
                  </a:lnTo>
                  <a:lnTo>
                    <a:pt x="1117588" y="1681504"/>
                  </a:lnTo>
                  <a:lnTo>
                    <a:pt x="1097161" y="1681504"/>
                  </a:lnTo>
                  <a:lnTo>
                    <a:pt x="1096395" y="1681504"/>
                  </a:lnTo>
                  <a:lnTo>
                    <a:pt x="1095629" y="1681504"/>
                  </a:lnTo>
                  <a:lnTo>
                    <a:pt x="1075203" y="1681504"/>
                  </a:lnTo>
                  <a:lnTo>
                    <a:pt x="1074437" y="1681504"/>
                  </a:lnTo>
                  <a:lnTo>
                    <a:pt x="1073671" y="1681504"/>
                  </a:lnTo>
                  <a:lnTo>
                    <a:pt x="1053244" y="1681504"/>
                  </a:lnTo>
                  <a:lnTo>
                    <a:pt x="1052478" y="1681504"/>
                  </a:lnTo>
                  <a:lnTo>
                    <a:pt x="1051712" y="1681504"/>
                  </a:lnTo>
                  <a:lnTo>
                    <a:pt x="1031285" y="1681504"/>
                  </a:lnTo>
                  <a:lnTo>
                    <a:pt x="1030520" y="1681504"/>
                  </a:lnTo>
                  <a:lnTo>
                    <a:pt x="1029754" y="1681504"/>
                  </a:lnTo>
                  <a:lnTo>
                    <a:pt x="1009327" y="1681504"/>
                  </a:lnTo>
                  <a:lnTo>
                    <a:pt x="1008561" y="1681504"/>
                  </a:lnTo>
                  <a:lnTo>
                    <a:pt x="1007795" y="1681504"/>
                  </a:lnTo>
                  <a:lnTo>
                    <a:pt x="987368" y="1681504"/>
                  </a:lnTo>
                  <a:lnTo>
                    <a:pt x="986602" y="1681504"/>
                  </a:lnTo>
                  <a:lnTo>
                    <a:pt x="985836" y="1681504"/>
                  </a:lnTo>
                  <a:lnTo>
                    <a:pt x="965410" y="1681504"/>
                  </a:lnTo>
                  <a:lnTo>
                    <a:pt x="964644" y="1681504"/>
                  </a:lnTo>
                  <a:lnTo>
                    <a:pt x="963878" y="1681504"/>
                  </a:lnTo>
                  <a:lnTo>
                    <a:pt x="943451" y="1681504"/>
                  </a:lnTo>
                  <a:lnTo>
                    <a:pt x="942685" y="1681504"/>
                  </a:lnTo>
                  <a:lnTo>
                    <a:pt x="941919" y="1681504"/>
                  </a:lnTo>
                  <a:lnTo>
                    <a:pt x="921493" y="1681504"/>
                  </a:lnTo>
                  <a:lnTo>
                    <a:pt x="920727" y="1681504"/>
                  </a:lnTo>
                  <a:lnTo>
                    <a:pt x="919961" y="1681504"/>
                  </a:lnTo>
                  <a:lnTo>
                    <a:pt x="899534" y="1681504"/>
                  </a:lnTo>
                  <a:lnTo>
                    <a:pt x="898768" y="1681504"/>
                  </a:lnTo>
                  <a:lnTo>
                    <a:pt x="898002" y="1681504"/>
                  </a:lnTo>
                  <a:lnTo>
                    <a:pt x="877576" y="1681504"/>
                  </a:lnTo>
                  <a:lnTo>
                    <a:pt x="876810" y="1681504"/>
                  </a:lnTo>
                  <a:lnTo>
                    <a:pt x="876044" y="1681504"/>
                  </a:lnTo>
                  <a:lnTo>
                    <a:pt x="855617" y="1681504"/>
                  </a:lnTo>
                  <a:lnTo>
                    <a:pt x="854851" y="1681504"/>
                  </a:lnTo>
                  <a:lnTo>
                    <a:pt x="854085" y="1681504"/>
                  </a:lnTo>
                  <a:lnTo>
                    <a:pt x="833659" y="1681504"/>
                  </a:lnTo>
                  <a:lnTo>
                    <a:pt x="832893" y="1681504"/>
                  </a:lnTo>
                  <a:lnTo>
                    <a:pt x="832127" y="1681504"/>
                  </a:lnTo>
                  <a:lnTo>
                    <a:pt x="811700" y="1681504"/>
                  </a:lnTo>
                  <a:lnTo>
                    <a:pt x="810934" y="1681504"/>
                  </a:lnTo>
                  <a:lnTo>
                    <a:pt x="810168" y="1681504"/>
                  </a:lnTo>
                  <a:lnTo>
                    <a:pt x="789741" y="1681504"/>
                  </a:lnTo>
                  <a:lnTo>
                    <a:pt x="788975" y="1681504"/>
                  </a:lnTo>
                  <a:lnTo>
                    <a:pt x="788210" y="1681504"/>
                  </a:lnTo>
                  <a:lnTo>
                    <a:pt x="767783" y="1681504"/>
                  </a:lnTo>
                  <a:lnTo>
                    <a:pt x="767017" y="1681504"/>
                  </a:lnTo>
                  <a:lnTo>
                    <a:pt x="766251" y="1681504"/>
                  </a:lnTo>
                  <a:lnTo>
                    <a:pt x="745824" y="1681504"/>
                  </a:lnTo>
                  <a:lnTo>
                    <a:pt x="745058" y="1681504"/>
                  </a:lnTo>
                  <a:lnTo>
                    <a:pt x="744292" y="1681504"/>
                  </a:lnTo>
                  <a:lnTo>
                    <a:pt x="723866" y="1681504"/>
                  </a:lnTo>
                  <a:lnTo>
                    <a:pt x="723100" y="1681504"/>
                  </a:lnTo>
                  <a:lnTo>
                    <a:pt x="722334" y="1681504"/>
                  </a:lnTo>
                  <a:lnTo>
                    <a:pt x="701907" y="1681504"/>
                  </a:lnTo>
                  <a:lnTo>
                    <a:pt x="701141" y="1681504"/>
                  </a:lnTo>
                  <a:lnTo>
                    <a:pt x="700375" y="1681504"/>
                  </a:lnTo>
                  <a:lnTo>
                    <a:pt x="679949" y="1681504"/>
                  </a:lnTo>
                  <a:lnTo>
                    <a:pt x="679183" y="1681504"/>
                  </a:lnTo>
                  <a:lnTo>
                    <a:pt x="678417" y="1681504"/>
                  </a:lnTo>
                  <a:lnTo>
                    <a:pt x="657990" y="1681504"/>
                  </a:lnTo>
                  <a:lnTo>
                    <a:pt x="657224" y="1681504"/>
                  </a:lnTo>
                  <a:lnTo>
                    <a:pt x="656458" y="1681504"/>
                  </a:lnTo>
                  <a:lnTo>
                    <a:pt x="636032" y="1681504"/>
                  </a:lnTo>
                  <a:lnTo>
                    <a:pt x="635266" y="1681504"/>
                  </a:lnTo>
                  <a:lnTo>
                    <a:pt x="634500" y="1681504"/>
                  </a:lnTo>
                  <a:lnTo>
                    <a:pt x="614073" y="1681504"/>
                  </a:lnTo>
                  <a:lnTo>
                    <a:pt x="613307" y="1681504"/>
                  </a:lnTo>
                  <a:lnTo>
                    <a:pt x="612541" y="1681504"/>
                  </a:lnTo>
                  <a:lnTo>
                    <a:pt x="592114" y="1681504"/>
                  </a:lnTo>
                  <a:lnTo>
                    <a:pt x="591349" y="1681504"/>
                  </a:lnTo>
                  <a:lnTo>
                    <a:pt x="590583" y="1681504"/>
                  </a:lnTo>
                  <a:lnTo>
                    <a:pt x="570156" y="1681504"/>
                  </a:lnTo>
                  <a:lnTo>
                    <a:pt x="569390" y="1681504"/>
                  </a:lnTo>
                  <a:lnTo>
                    <a:pt x="568624" y="1681504"/>
                  </a:lnTo>
                  <a:lnTo>
                    <a:pt x="548197" y="1681504"/>
                  </a:lnTo>
                  <a:lnTo>
                    <a:pt x="547431" y="1681504"/>
                  </a:lnTo>
                  <a:lnTo>
                    <a:pt x="546665" y="1681504"/>
                  </a:lnTo>
                  <a:lnTo>
                    <a:pt x="526239" y="1681504"/>
                  </a:lnTo>
                  <a:lnTo>
                    <a:pt x="525473" y="1681504"/>
                  </a:lnTo>
                  <a:lnTo>
                    <a:pt x="524707" y="1681504"/>
                  </a:lnTo>
                  <a:lnTo>
                    <a:pt x="504280" y="1681504"/>
                  </a:lnTo>
                  <a:lnTo>
                    <a:pt x="503514" y="1681504"/>
                  </a:lnTo>
                  <a:lnTo>
                    <a:pt x="502748" y="1681504"/>
                  </a:lnTo>
                  <a:lnTo>
                    <a:pt x="482322" y="1681504"/>
                  </a:lnTo>
                  <a:lnTo>
                    <a:pt x="481556" y="1681504"/>
                  </a:lnTo>
                  <a:lnTo>
                    <a:pt x="480790" y="1681504"/>
                  </a:lnTo>
                  <a:lnTo>
                    <a:pt x="460363" y="1681504"/>
                  </a:lnTo>
                  <a:lnTo>
                    <a:pt x="459597" y="1681504"/>
                  </a:lnTo>
                  <a:lnTo>
                    <a:pt x="458831" y="1681504"/>
                  </a:lnTo>
                  <a:lnTo>
                    <a:pt x="438405" y="1681504"/>
                  </a:lnTo>
                  <a:lnTo>
                    <a:pt x="437639" y="1681504"/>
                  </a:lnTo>
                  <a:lnTo>
                    <a:pt x="436873" y="1681504"/>
                  </a:lnTo>
                  <a:lnTo>
                    <a:pt x="416446" y="1681504"/>
                  </a:lnTo>
                  <a:lnTo>
                    <a:pt x="415680" y="1681504"/>
                  </a:lnTo>
                  <a:lnTo>
                    <a:pt x="414914" y="1681504"/>
                  </a:lnTo>
                  <a:lnTo>
                    <a:pt x="394487" y="1681504"/>
                  </a:lnTo>
                  <a:lnTo>
                    <a:pt x="393722" y="1681504"/>
                  </a:lnTo>
                  <a:lnTo>
                    <a:pt x="392956" y="1681504"/>
                  </a:lnTo>
                  <a:lnTo>
                    <a:pt x="372529" y="1681504"/>
                  </a:lnTo>
                  <a:lnTo>
                    <a:pt x="371763" y="1681504"/>
                  </a:lnTo>
                  <a:lnTo>
                    <a:pt x="370997" y="1681504"/>
                  </a:lnTo>
                  <a:lnTo>
                    <a:pt x="350570" y="1681504"/>
                  </a:lnTo>
                  <a:lnTo>
                    <a:pt x="349804" y="1681504"/>
                  </a:lnTo>
                  <a:lnTo>
                    <a:pt x="349039" y="1681504"/>
                  </a:lnTo>
                  <a:lnTo>
                    <a:pt x="328612" y="1681504"/>
                  </a:lnTo>
                  <a:lnTo>
                    <a:pt x="327846" y="1681504"/>
                  </a:lnTo>
                  <a:lnTo>
                    <a:pt x="327080" y="1681504"/>
                  </a:lnTo>
                  <a:lnTo>
                    <a:pt x="306653" y="1681504"/>
                  </a:lnTo>
                  <a:lnTo>
                    <a:pt x="305887" y="1681504"/>
                  </a:lnTo>
                  <a:lnTo>
                    <a:pt x="305121" y="1681504"/>
                  </a:lnTo>
                  <a:lnTo>
                    <a:pt x="284695" y="1681504"/>
                  </a:lnTo>
                  <a:lnTo>
                    <a:pt x="283929" y="1681504"/>
                  </a:lnTo>
                  <a:lnTo>
                    <a:pt x="283163" y="1681504"/>
                  </a:lnTo>
                  <a:lnTo>
                    <a:pt x="262736" y="1681504"/>
                  </a:lnTo>
                  <a:lnTo>
                    <a:pt x="261970" y="1681504"/>
                  </a:lnTo>
                  <a:lnTo>
                    <a:pt x="261204" y="1681504"/>
                  </a:lnTo>
                  <a:lnTo>
                    <a:pt x="240778" y="1681504"/>
                  </a:lnTo>
                  <a:lnTo>
                    <a:pt x="240012" y="1681504"/>
                  </a:lnTo>
                  <a:lnTo>
                    <a:pt x="239246" y="1681504"/>
                  </a:lnTo>
                  <a:lnTo>
                    <a:pt x="218819" y="1681504"/>
                  </a:lnTo>
                  <a:lnTo>
                    <a:pt x="218053" y="1681504"/>
                  </a:lnTo>
                  <a:lnTo>
                    <a:pt x="217287" y="1681504"/>
                  </a:lnTo>
                  <a:lnTo>
                    <a:pt x="196861" y="1681504"/>
                  </a:lnTo>
                  <a:lnTo>
                    <a:pt x="196095" y="1681504"/>
                  </a:lnTo>
                  <a:lnTo>
                    <a:pt x="195329" y="1681504"/>
                  </a:lnTo>
                  <a:lnTo>
                    <a:pt x="174902" y="1681504"/>
                  </a:lnTo>
                  <a:lnTo>
                    <a:pt x="174136" y="1681504"/>
                  </a:lnTo>
                  <a:lnTo>
                    <a:pt x="173370" y="1681504"/>
                  </a:lnTo>
                  <a:lnTo>
                    <a:pt x="152943" y="1681504"/>
                  </a:lnTo>
                  <a:lnTo>
                    <a:pt x="152177" y="1681504"/>
                  </a:lnTo>
                  <a:lnTo>
                    <a:pt x="151412" y="1681504"/>
                  </a:lnTo>
                  <a:lnTo>
                    <a:pt x="130985" y="1681504"/>
                  </a:lnTo>
                  <a:lnTo>
                    <a:pt x="130219" y="1681504"/>
                  </a:lnTo>
                  <a:lnTo>
                    <a:pt x="129453" y="1681504"/>
                  </a:lnTo>
                  <a:lnTo>
                    <a:pt x="109026" y="1681504"/>
                  </a:lnTo>
                  <a:lnTo>
                    <a:pt x="108260" y="1681504"/>
                  </a:lnTo>
                  <a:lnTo>
                    <a:pt x="107494" y="1681504"/>
                  </a:lnTo>
                  <a:lnTo>
                    <a:pt x="87068" y="1681504"/>
                  </a:lnTo>
                  <a:lnTo>
                    <a:pt x="86302" y="1681504"/>
                  </a:lnTo>
                  <a:lnTo>
                    <a:pt x="85536" y="1681504"/>
                  </a:lnTo>
                  <a:lnTo>
                    <a:pt x="65109" y="1681504"/>
                  </a:lnTo>
                  <a:lnTo>
                    <a:pt x="64343" y="1681504"/>
                  </a:lnTo>
                  <a:lnTo>
                    <a:pt x="63577" y="1681504"/>
                  </a:lnTo>
                  <a:lnTo>
                    <a:pt x="43151" y="1681504"/>
                  </a:lnTo>
                  <a:lnTo>
                    <a:pt x="42385" y="1681504"/>
                  </a:lnTo>
                  <a:lnTo>
                    <a:pt x="41619" y="1681504"/>
                  </a:lnTo>
                  <a:lnTo>
                    <a:pt x="21192" y="1681504"/>
                  </a:lnTo>
                  <a:lnTo>
                    <a:pt x="20426" y="1681504"/>
                  </a:lnTo>
                  <a:lnTo>
                    <a:pt x="19660" y="1681504"/>
                  </a:lnTo>
                  <a:lnTo>
                    <a:pt x="1531" y="1681504"/>
                  </a:lnTo>
                  <a:lnTo>
                    <a:pt x="765" y="1681504"/>
                  </a:lnTo>
                  <a:lnTo>
                    <a:pt x="0" y="1681504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872205" y="3800327"/>
              <a:ext cx="3732353" cy="1681419"/>
            </a:xfrm>
            <a:custGeom>
              <a:avLst/>
              <a:pathLst>
                <a:path w="3732353" h="1681419">
                  <a:moveTo>
                    <a:pt x="0" y="0"/>
                  </a:moveTo>
                  <a:lnTo>
                    <a:pt x="765" y="276"/>
                  </a:lnTo>
                  <a:lnTo>
                    <a:pt x="18894" y="6809"/>
                  </a:lnTo>
                  <a:lnTo>
                    <a:pt x="19660" y="7085"/>
                  </a:lnTo>
                  <a:lnTo>
                    <a:pt x="20426" y="7615"/>
                  </a:lnTo>
                  <a:lnTo>
                    <a:pt x="40853" y="21741"/>
                  </a:lnTo>
                  <a:lnTo>
                    <a:pt x="41619" y="22271"/>
                  </a:lnTo>
                  <a:lnTo>
                    <a:pt x="42385" y="23040"/>
                  </a:lnTo>
                  <a:lnTo>
                    <a:pt x="62811" y="43550"/>
                  </a:lnTo>
                  <a:lnTo>
                    <a:pt x="63577" y="44319"/>
                  </a:lnTo>
                  <a:lnTo>
                    <a:pt x="64343" y="45307"/>
                  </a:lnTo>
                  <a:lnTo>
                    <a:pt x="84770" y="71635"/>
                  </a:lnTo>
                  <a:lnTo>
                    <a:pt x="85536" y="72622"/>
                  </a:lnTo>
                  <a:lnTo>
                    <a:pt x="86302" y="73801"/>
                  </a:lnTo>
                  <a:lnTo>
                    <a:pt x="106729" y="105227"/>
                  </a:lnTo>
                  <a:lnTo>
                    <a:pt x="107494" y="106406"/>
                  </a:lnTo>
                  <a:lnTo>
                    <a:pt x="108260" y="107744"/>
                  </a:lnTo>
                  <a:lnTo>
                    <a:pt x="128687" y="143433"/>
                  </a:lnTo>
                  <a:lnTo>
                    <a:pt x="129453" y="144771"/>
                  </a:lnTo>
                  <a:lnTo>
                    <a:pt x="130219" y="146235"/>
                  </a:lnTo>
                  <a:lnTo>
                    <a:pt x="150646" y="185273"/>
                  </a:lnTo>
                  <a:lnTo>
                    <a:pt x="151412" y="186737"/>
                  </a:lnTo>
                  <a:lnTo>
                    <a:pt x="152177" y="188295"/>
                  </a:lnTo>
                  <a:lnTo>
                    <a:pt x="172604" y="229844"/>
                  </a:lnTo>
                  <a:lnTo>
                    <a:pt x="173370" y="231402"/>
                  </a:lnTo>
                  <a:lnTo>
                    <a:pt x="174136" y="233010"/>
                  </a:lnTo>
                  <a:lnTo>
                    <a:pt x="194563" y="275891"/>
                  </a:lnTo>
                  <a:lnTo>
                    <a:pt x="195329" y="277499"/>
                  </a:lnTo>
                  <a:lnTo>
                    <a:pt x="196095" y="279120"/>
                  </a:lnTo>
                  <a:lnTo>
                    <a:pt x="216521" y="322361"/>
                  </a:lnTo>
                  <a:lnTo>
                    <a:pt x="217287" y="323982"/>
                  </a:lnTo>
                  <a:lnTo>
                    <a:pt x="218053" y="325591"/>
                  </a:lnTo>
                  <a:lnTo>
                    <a:pt x="238480" y="368493"/>
                  </a:lnTo>
                  <a:lnTo>
                    <a:pt x="239246" y="370102"/>
                  </a:lnTo>
                  <a:lnTo>
                    <a:pt x="240012" y="371677"/>
                  </a:lnTo>
                  <a:lnTo>
                    <a:pt x="260438" y="413670"/>
                  </a:lnTo>
                  <a:lnTo>
                    <a:pt x="261204" y="415245"/>
                  </a:lnTo>
                  <a:lnTo>
                    <a:pt x="261970" y="416769"/>
                  </a:lnTo>
                  <a:lnTo>
                    <a:pt x="282397" y="457416"/>
                  </a:lnTo>
                  <a:lnTo>
                    <a:pt x="283163" y="458940"/>
                  </a:lnTo>
                  <a:lnTo>
                    <a:pt x="283929" y="460403"/>
                  </a:lnTo>
                  <a:lnTo>
                    <a:pt x="304355" y="499400"/>
                  </a:lnTo>
                  <a:lnTo>
                    <a:pt x="305121" y="500862"/>
                  </a:lnTo>
                  <a:lnTo>
                    <a:pt x="305887" y="502256"/>
                  </a:lnTo>
                  <a:lnTo>
                    <a:pt x="326314" y="539427"/>
                  </a:lnTo>
                  <a:lnTo>
                    <a:pt x="327080" y="540821"/>
                  </a:lnTo>
                  <a:lnTo>
                    <a:pt x="327846" y="542144"/>
                  </a:lnTo>
                  <a:lnTo>
                    <a:pt x="348273" y="577411"/>
                  </a:lnTo>
                  <a:lnTo>
                    <a:pt x="349039" y="578733"/>
                  </a:lnTo>
                  <a:lnTo>
                    <a:pt x="349804" y="579977"/>
                  </a:lnTo>
                  <a:lnTo>
                    <a:pt x="370231" y="613162"/>
                  </a:lnTo>
                  <a:lnTo>
                    <a:pt x="370997" y="614406"/>
                  </a:lnTo>
                  <a:lnTo>
                    <a:pt x="371763" y="615588"/>
                  </a:lnTo>
                  <a:lnTo>
                    <a:pt x="392190" y="647107"/>
                  </a:lnTo>
                  <a:lnTo>
                    <a:pt x="392956" y="648289"/>
                  </a:lnTo>
                  <a:lnTo>
                    <a:pt x="393722" y="649415"/>
                  </a:lnTo>
                  <a:lnTo>
                    <a:pt x="414148" y="679446"/>
                  </a:lnTo>
                  <a:lnTo>
                    <a:pt x="414914" y="680572"/>
                  </a:lnTo>
                  <a:lnTo>
                    <a:pt x="415680" y="681649"/>
                  </a:lnTo>
                  <a:lnTo>
                    <a:pt x="436107" y="710379"/>
                  </a:lnTo>
                  <a:lnTo>
                    <a:pt x="436873" y="711456"/>
                  </a:lnTo>
                  <a:lnTo>
                    <a:pt x="437639" y="712491"/>
                  </a:lnTo>
                  <a:lnTo>
                    <a:pt x="458065" y="740100"/>
                  </a:lnTo>
                  <a:lnTo>
                    <a:pt x="458831" y="741135"/>
                  </a:lnTo>
                  <a:lnTo>
                    <a:pt x="459597" y="742135"/>
                  </a:lnTo>
                  <a:lnTo>
                    <a:pt x="480024" y="768782"/>
                  </a:lnTo>
                  <a:lnTo>
                    <a:pt x="480790" y="769781"/>
                  </a:lnTo>
                  <a:lnTo>
                    <a:pt x="481556" y="770749"/>
                  </a:lnTo>
                  <a:lnTo>
                    <a:pt x="501982" y="796561"/>
                  </a:lnTo>
                  <a:lnTo>
                    <a:pt x="502748" y="797529"/>
                  </a:lnTo>
                  <a:lnTo>
                    <a:pt x="503514" y="798469"/>
                  </a:lnTo>
                  <a:lnTo>
                    <a:pt x="523941" y="823535"/>
                  </a:lnTo>
                  <a:lnTo>
                    <a:pt x="524707" y="824475"/>
                  </a:lnTo>
                  <a:lnTo>
                    <a:pt x="525473" y="825387"/>
                  </a:lnTo>
                  <a:lnTo>
                    <a:pt x="545900" y="849687"/>
                  </a:lnTo>
                  <a:lnTo>
                    <a:pt x="546665" y="850598"/>
                  </a:lnTo>
                  <a:lnTo>
                    <a:pt x="547431" y="851481"/>
                  </a:lnTo>
                  <a:lnTo>
                    <a:pt x="567858" y="875025"/>
                  </a:lnTo>
                  <a:lnTo>
                    <a:pt x="568624" y="875908"/>
                  </a:lnTo>
                  <a:lnTo>
                    <a:pt x="569390" y="876762"/>
                  </a:lnTo>
                  <a:lnTo>
                    <a:pt x="589817" y="899543"/>
                  </a:lnTo>
                  <a:lnTo>
                    <a:pt x="590583" y="900397"/>
                  </a:lnTo>
                  <a:lnTo>
                    <a:pt x="591349" y="901220"/>
                  </a:lnTo>
                  <a:lnTo>
                    <a:pt x="611775" y="923166"/>
                  </a:lnTo>
                  <a:lnTo>
                    <a:pt x="612541" y="923989"/>
                  </a:lnTo>
                  <a:lnTo>
                    <a:pt x="613307" y="924778"/>
                  </a:lnTo>
                  <a:lnTo>
                    <a:pt x="633734" y="945809"/>
                  </a:lnTo>
                  <a:lnTo>
                    <a:pt x="634500" y="946598"/>
                  </a:lnTo>
                  <a:lnTo>
                    <a:pt x="635266" y="947349"/>
                  </a:lnTo>
                  <a:lnTo>
                    <a:pt x="655692" y="967384"/>
                  </a:lnTo>
                  <a:lnTo>
                    <a:pt x="656458" y="968135"/>
                  </a:lnTo>
                  <a:lnTo>
                    <a:pt x="657224" y="968846"/>
                  </a:lnTo>
                  <a:lnTo>
                    <a:pt x="677651" y="987814"/>
                  </a:lnTo>
                  <a:lnTo>
                    <a:pt x="678417" y="988525"/>
                  </a:lnTo>
                  <a:lnTo>
                    <a:pt x="679183" y="989195"/>
                  </a:lnTo>
                  <a:lnTo>
                    <a:pt x="699609" y="1007043"/>
                  </a:lnTo>
                  <a:lnTo>
                    <a:pt x="700375" y="1007713"/>
                  </a:lnTo>
                  <a:lnTo>
                    <a:pt x="701141" y="1008338"/>
                  </a:lnTo>
                  <a:lnTo>
                    <a:pt x="721568" y="1025023"/>
                  </a:lnTo>
                  <a:lnTo>
                    <a:pt x="722334" y="1025648"/>
                  </a:lnTo>
                  <a:lnTo>
                    <a:pt x="723100" y="1026226"/>
                  </a:lnTo>
                  <a:lnTo>
                    <a:pt x="743527" y="1041630"/>
                  </a:lnTo>
                  <a:lnTo>
                    <a:pt x="744292" y="1042207"/>
                  </a:lnTo>
                  <a:lnTo>
                    <a:pt x="745058" y="1042745"/>
                  </a:lnTo>
                  <a:lnTo>
                    <a:pt x="765485" y="1057090"/>
                  </a:lnTo>
                  <a:lnTo>
                    <a:pt x="766251" y="1057627"/>
                  </a:lnTo>
                  <a:lnTo>
                    <a:pt x="767017" y="1058129"/>
                  </a:lnTo>
                  <a:lnTo>
                    <a:pt x="787444" y="1071511"/>
                  </a:lnTo>
                  <a:lnTo>
                    <a:pt x="788210" y="1072013"/>
                  </a:lnTo>
                  <a:lnTo>
                    <a:pt x="788975" y="1072483"/>
                  </a:lnTo>
                  <a:lnTo>
                    <a:pt x="809402" y="1085026"/>
                  </a:lnTo>
                  <a:lnTo>
                    <a:pt x="810168" y="1085496"/>
                  </a:lnTo>
                  <a:lnTo>
                    <a:pt x="810934" y="1085941"/>
                  </a:lnTo>
                  <a:lnTo>
                    <a:pt x="831361" y="1097789"/>
                  </a:lnTo>
                  <a:lnTo>
                    <a:pt x="832127" y="1098234"/>
                  </a:lnTo>
                  <a:lnTo>
                    <a:pt x="832893" y="1098658"/>
                  </a:lnTo>
                  <a:lnTo>
                    <a:pt x="853319" y="1109970"/>
                  </a:lnTo>
                  <a:lnTo>
                    <a:pt x="854085" y="1110395"/>
                  </a:lnTo>
                  <a:lnTo>
                    <a:pt x="854851" y="1110805"/>
                  </a:lnTo>
                  <a:lnTo>
                    <a:pt x="875278" y="1121744"/>
                  </a:lnTo>
                  <a:lnTo>
                    <a:pt x="876044" y="1122154"/>
                  </a:lnTo>
                  <a:lnTo>
                    <a:pt x="876810" y="1122556"/>
                  </a:lnTo>
                  <a:lnTo>
                    <a:pt x="897236" y="1133282"/>
                  </a:lnTo>
                  <a:lnTo>
                    <a:pt x="898002" y="1133684"/>
                  </a:lnTo>
                  <a:lnTo>
                    <a:pt x="898768" y="1134084"/>
                  </a:lnTo>
                  <a:lnTo>
                    <a:pt x="919195" y="1144754"/>
                  </a:lnTo>
                  <a:lnTo>
                    <a:pt x="919961" y="1145154"/>
                  </a:lnTo>
                  <a:lnTo>
                    <a:pt x="920727" y="1145558"/>
                  </a:lnTo>
                  <a:lnTo>
                    <a:pt x="941153" y="1156325"/>
                  </a:lnTo>
                  <a:lnTo>
                    <a:pt x="941919" y="1156729"/>
                  </a:lnTo>
                  <a:lnTo>
                    <a:pt x="942685" y="1157139"/>
                  </a:lnTo>
                  <a:lnTo>
                    <a:pt x="963112" y="1168094"/>
                  </a:lnTo>
                  <a:lnTo>
                    <a:pt x="963878" y="1168504"/>
                  </a:lnTo>
                  <a:lnTo>
                    <a:pt x="964644" y="1168924"/>
                  </a:lnTo>
                  <a:lnTo>
                    <a:pt x="985071" y="1180123"/>
                  </a:lnTo>
                  <a:lnTo>
                    <a:pt x="985836" y="1180542"/>
                  </a:lnTo>
                  <a:lnTo>
                    <a:pt x="986602" y="1180973"/>
                  </a:lnTo>
                  <a:lnTo>
                    <a:pt x="1007029" y="1192444"/>
                  </a:lnTo>
                  <a:lnTo>
                    <a:pt x="1007795" y="1192874"/>
                  </a:lnTo>
                  <a:lnTo>
                    <a:pt x="1008561" y="1193314"/>
                  </a:lnTo>
                  <a:lnTo>
                    <a:pt x="1028988" y="1205060"/>
                  </a:lnTo>
                  <a:lnTo>
                    <a:pt x="1029754" y="1205500"/>
                  </a:lnTo>
                  <a:lnTo>
                    <a:pt x="1030520" y="1205950"/>
                  </a:lnTo>
                  <a:lnTo>
                    <a:pt x="1050946" y="1217946"/>
                  </a:lnTo>
                  <a:lnTo>
                    <a:pt x="1051712" y="1218396"/>
                  </a:lnTo>
                  <a:lnTo>
                    <a:pt x="1052478" y="1218854"/>
                  </a:lnTo>
                  <a:lnTo>
                    <a:pt x="1072905" y="1231057"/>
                  </a:lnTo>
                  <a:lnTo>
                    <a:pt x="1073671" y="1231515"/>
                  </a:lnTo>
                  <a:lnTo>
                    <a:pt x="1074437" y="1231978"/>
                  </a:lnTo>
                  <a:lnTo>
                    <a:pt x="1094863" y="1244331"/>
                  </a:lnTo>
                  <a:lnTo>
                    <a:pt x="1095629" y="1244794"/>
                  </a:lnTo>
                  <a:lnTo>
                    <a:pt x="1096395" y="1245260"/>
                  </a:lnTo>
                  <a:lnTo>
                    <a:pt x="1116822" y="1257680"/>
                  </a:lnTo>
                  <a:lnTo>
                    <a:pt x="1117588" y="1258146"/>
                  </a:lnTo>
                  <a:lnTo>
                    <a:pt x="1118354" y="1258610"/>
                  </a:lnTo>
                  <a:lnTo>
                    <a:pt x="1138780" y="1271003"/>
                  </a:lnTo>
                  <a:lnTo>
                    <a:pt x="1139546" y="1271467"/>
                  </a:lnTo>
                  <a:lnTo>
                    <a:pt x="1140312" y="1271928"/>
                  </a:lnTo>
                  <a:lnTo>
                    <a:pt x="1160739" y="1284218"/>
                  </a:lnTo>
                  <a:lnTo>
                    <a:pt x="1161505" y="1284678"/>
                  </a:lnTo>
                  <a:lnTo>
                    <a:pt x="1162271" y="1285133"/>
                  </a:lnTo>
                  <a:lnTo>
                    <a:pt x="1182698" y="1297251"/>
                  </a:lnTo>
                  <a:lnTo>
                    <a:pt x="1183463" y="1297705"/>
                  </a:lnTo>
                  <a:lnTo>
                    <a:pt x="1184229" y="1298151"/>
                  </a:lnTo>
                  <a:lnTo>
                    <a:pt x="1204656" y="1310036"/>
                  </a:lnTo>
                  <a:lnTo>
                    <a:pt x="1205422" y="1310481"/>
                  </a:lnTo>
                  <a:lnTo>
                    <a:pt x="1206188" y="1310916"/>
                  </a:lnTo>
                  <a:lnTo>
                    <a:pt x="1226615" y="1322517"/>
                  </a:lnTo>
                  <a:lnTo>
                    <a:pt x="1227381" y="1322952"/>
                  </a:lnTo>
                  <a:lnTo>
                    <a:pt x="1228146" y="1323375"/>
                  </a:lnTo>
                  <a:lnTo>
                    <a:pt x="1248573" y="1334650"/>
                  </a:lnTo>
                  <a:lnTo>
                    <a:pt x="1249339" y="1335073"/>
                  </a:lnTo>
                  <a:lnTo>
                    <a:pt x="1250105" y="1335482"/>
                  </a:lnTo>
                  <a:lnTo>
                    <a:pt x="1270532" y="1346402"/>
                  </a:lnTo>
                  <a:lnTo>
                    <a:pt x="1271298" y="1346811"/>
                  </a:lnTo>
                  <a:lnTo>
                    <a:pt x="1272064" y="1347205"/>
                  </a:lnTo>
                  <a:lnTo>
                    <a:pt x="1292490" y="1357709"/>
                  </a:lnTo>
                  <a:lnTo>
                    <a:pt x="1293256" y="1358103"/>
                  </a:lnTo>
                  <a:lnTo>
                    <a:pt x="1294022" y="1358482"/>
                  </a:lnTo>
                  <a:lnTo>
                    <a:pt x="1314449" y="1368584"/>
                  </a:lnTo>
                  <a:lnTo>
                    <a:pt x="1315215" y="1368962"/>
                  </a:lnTo>
                  <a:lnTo>
                    <a:pt x="1315981" y="1369327"/>
                  </a:lnTo>
                  <a:lnTo>
                    <a:pt x="1336407" y="1379050"/>
                  </a:lnTo>
                  <a:lnTo>
                    <a:pt x="1337173" y="1379414"/>
                  </a:lnTo>
                  <a:lnTo>
                    <a:pt x="1337939" y="1379765"/>
                  </a:lnTo>
                  <a:lnTo>
                    <a:pt x="1358366" y="1389119"/>
                  </a:lnTo>
                  <a:lnTo>
                    <a:pt x="1359132" y="1389470"/>
                  </a:lnTo>
                  <a:lnTo>
                    <a:pt x="1359898" y="1389807"/>
                  </a:lnTo>
                  <a:lnTo>
                    <a:pt x="1380324" y="1398808"/>
                  </a:lnTo>
                  <a:lnTo>
                    <a:pt x="1381090" y="1399145"/>
                  </a:lnTo>
                  <a:lnTo>
                    <a:pt x="1381856" y="1399470"/>
                  </a:lnTo>
                  <a:lnTo>
                    <a:pt x="1402283" y="1408133"/>
                  </a:lnTo>
                  <a:lnTo>
                    <a:pt x="1403049" y="1408457"/>
                  </a:lnTo>
                  <a:lnTo>
                    <a:pt x="1403815" y="1408770"/>
                  </a:lnTo>
                  <a:lnTo>
                    <a:pt x="1424242" y="1417112"/>
                  </a:lnTo>
                  <a:lnTo>
                    <a:pt x="1425008" y="1417425"/>
                  </a:lnTo>
                  <a:lnTo>
                    <a:pt x="1425773" y="1417727"/>
                  </a:lnTo>
                  <a:lnTo>
                    <a:pt x="1446200" y="1425763"/>
                  </a:lnTo>
                  <a:lnTo>
                    <a:pt x="1446966" y="1426064"/>
                  </a:lnTo>
                  <a:lnTo>
                    <a:pt x="1447732" y="1426354"/>
                  </a:lnTo>
                  <a:lnTo>
                    <a:pt x="1468159" y="1434085"/>
                  </a:lnTo>
                  <a:lnTo>
                    <a:pt x="1468925" y="1434375"/>
                  </a:lnTo>
                  <a:lnTo>
                    <a:pt x="1469691" y="1434652"/>
                  </a:lnTo>
                  <a:lnTo>
                    <a:pt x="1490117" y="1442051"/>
                  </a:lnTo>
                  <a:lnTo>
                    <a:pt x="1490883" y="1442329"/>
                  </a:lnTo>
                  <a:lnTo>
                    <a:pt x="1491649" y="1442595"/>
                  </a:lnTo>
                  <a:lnTo>
                    <a:pt x="1512076" y="1449687"/>
                  </a:lnTo>
                  <a:lnTo>
                    <a:pt x="1512842" y="1449953"/>
                  </a:lnTo>
                  <a:lnTo>
                    <a:pt x="1513608" y="1450207"/>
                  </a:lnTo>
                  <a:lnTo>
                    <a:pt x="1534034" y="1456968"/>
                  </a:lnTo>
                  <a:lnTo>
                    <a:pt x="1534800" y="1457222"/>
                  </a:lnTo>
                  <a:lnTo>
                    <a:pt x="1535566" y="1457462"/>
                  </a:lnTo>
                  <a:lnTo>
                    <a:pt x="1555993" y="1463859"/>
                  </a:lnTo>
                  <a:lnTo>
                    <a:pt x="1556759" y="1464099"/>
                  </a:lnTo>
                  <a:lnTo>
                    <a:pt x="1557525" y="1464324"/>
                  </a:lnTo>
                  <a:lnTo>
                    <a:pt x="1577951" y="1470313"/>
                  </a:lnTo>
                  <a:lnTo>
                    <a:pt x="1578717" y="1470537"/>
                  </a:lnTo>
                  <a:lnTo>
                    <a:pt x="1579483" y="1470745"/>
                  </a:lnTo>
                  <a:lnTo>
                    <a:pt x="1599910" y="1476273"/>
                  </a:lnTo>
                  <a:lnTo>
                    <a:pt x="1600676" y="1476480"/>
                  </a:lnTo>
                  <a:lnTo>
                    <a:pt x="1601442" y="1476668"/>
                  </a:lnTo>
                  <a:lnTo>
                    <a:pt x="1621869" y="1481679"/>
                  </a:lnTo>
                  <a:lnTo>
                    <a:pt x="1622634" y="1481867"/>
                  </a:lnTo>
                  <a:lnTo>
                    <a:pt x="1623400" y="1482033"/>
                  </a:lnTo>
                  <a:lnTo>
                    <a:pt x="1643827" y="1486465"/>
                  </a:lnTo>
                  <a:lnTo>
                    <a:pt x="1644593" y="1486631"/>
                  </a:lnTo>
                  <a:lnTo>
                    <a:pt x="1645359" y="1486770"/>
                  </a:lnTo>
                  <a:lnTo>
                    <a:pt x="1665786" y="1490487"/>
                  </a:lnTo>
                  <a:lnTo>
                    <a:pt x="1666552" y="1490627"/>
                  </a:lnTo>
                  <a:lnTo>
                    <a:pt x="1667318" y="1490739"/>
                  </a:lnTo>
                  <a:lnTo>
                    <a:pt x="1687744" y="1493727"/>
                  </a:lnTo>
                  <a:lnTo>
                    <a:pt x="1688510" y="1493840"/>
                  </a:lnTo>
                  <a:lnTo>
                    <a:pt x="1689276" y="1493924"/>
                  </a:lnTo>
                  <a:lnTo>
                    <a:pt x="1709703" y="1496183"/>
                  </a:lnTo>
                  <a:lnTo>
                    <a:pt x="1710469" y="1496268"/>
                  </a:lnTo>
                  <a:lnTo>
                    <a:pt x="1711235" y="1496325"/>
                  </a:lnTo>
                  <a:lnTo>
                    <a:pt x="1731661" y="1497845"/>
                  </a:lnTo>
                  <a:lnTo>
                    <a:pt x="1732427" y="1497902"/>
                  </a:lnTo>
                  <a:lnTo>
                    <a:pt x="1733193" y="1497932"/>
                  </a:lnTo>
                  <a:lnTo>
                    <a:pt x="1753620" y="1498726"/>
                  </a:lnTo>
                  <a:lnTo>
                    <a:pt x="1754386" y="1498756"/>
                  </a:lnTo>
                  <a:lnTo>
                    <a:pt x="1755152" y="1498760"/>
                  </a:lnTo>
                  <a:lnTo>
                    <a:pt x="1775578" y="1498867"/>
                  </a:lnTo>
                  <a:lnTo>
                    <a:pt x="1776344" y="1498871"/>
                  </a:lnTo>
                  <a:lnTo>
                    <a:pt x="1777110" y="1498852"/>
                  </a:lnTo>
                  <a:lnTo>
                    <a:pt x="1797537" y="1498334"/>
                  </a:lnTo>
                  <a:lnTo>
                    <a:pt x="1798303" y="1498314"/>
                  </a:lnTo>
                  <a:lnTo>
                    <a:pt x="1799069" y="1498275"/>
                  </a:lnTo>
                  <a:lnTo>
                    <a:pt x="1819496" y="1497221"/>
                  </a:lnTo>
                  <a:lnTo>
                    <a:pt x="1820261" y="1497181"/>
                  </a:lnTo>
                  <a:lnTo>
                    <a:pt x="1821027" y="1497125"/>
                  </a:lnTo>
                  <a:lnTo>
                    <a:pt x="1841454" y="1495635"/>
                  </a:lnTo>
                  <a:lnTo>
                    <a:pt x="1842220" y="1495579"/>
                  </a:lnTo>
                  <a:lnTo>
                    <a:pt x="1842986" y="1495513"/>
                  </a:lnTo>
                  <a:lnTo>
                    <a:pt x="1863413" y="1493731"/>
                  </a:lnTo>
                  <a:lnTo>
                    <a:pt x="1864179" y="1493665"/>
                  </a:lnTo>
                  <a:lnTo>
                    <a:pt x="1864944" y="1493594"/>
                  </a:lnTo>
                  <a:lnTo>
                    <a:pt x="1885371" y="1491721"/>
                  </a:lnTo>
                  <a:lnTo>
                    <a:pt x="1886137" y="1491651"/>
                  </a:lnTo>
                  <a:lnTo>
                    <a:pt x="1886903" y="1491583"/>
                  </a:lnTo>
                  <a:lnTo>
                    <a:pt x="1907330" y="1489771"/>
                  </a:lnTo>
                  <a:lnTo>
                    <a:pt x="1908096" y="1489703"/>
                  </a:lnTo>
                  <a:lnTo>
                    <a:pt x="1908862" y="1489643"/>
                  </a:lnTo>
                  <a:lnTo>
                    <a:pt x="1929288" y="1488042"/>
                  </a:lnTo>
                  <a:lnTo>
                    <a:pt x="1930054" y="1487982"/>
                  </a:lnTo>
                  <a:lnTo>
                    <a:pt x="1930820" y="1487936"/>
                  </a:lnTo>
                  <a:lnTo>
                    <a:pt x="1951247" y="1486687"/>
                  </a:lnTo>
                  <a:lnTo>
                    <a:pt x="1952013" y="1486640"/>
                  </a:lnTo>
                  <a:lnTo>
                    <a:pt x="1952779" y="1486611"/>
                  </a:lnTo>
                  <a:lnTo>
                    <a:pt x="1973205" y="1485841"/>
                  </a:lnTo>
                  <a:lnTo>
                    <a:pt x="1973971" y="1485812"/>
                  </a:lnTo>
                  <a:lnTo>
                    <a:pt x="1974737" y="1485805"/>
                  </a:lnTo>
                  <a:lnTo>
                    <a:pt x="1995164" y="1485618"/>
                  </a:lnTo>
                  <a:lnTo>
                    <a:pt x="1995930" y="1485611"/>
                  </a:lnTo>
                  <a:lnTo>
                    <a:pt x="1996696" y="1485629"/>
                  </a:lnTo>
                  <a:lnTo>
                    <a:pt x="2017122" y="1486109"/>
                  </a:lnTo>
                  <a:lnTo>
                    <a:pt x="2017888" y="1486127"/>
                  </a:lnTo>
                  <a:lnTo>
                    <a:pt x="2018654" y="1486175"/>
                  </a:lnTo>
                  <a:lnTo>
                    <a:pt x="2039081" y="1487466"/>
                  </a:lnTo>
                  <a:lnTo>
                    <a:pt x="2039847" y="1487515"/>
                  </a:lnTo>
                  <a:lnTo>
                    <a:pt x="2040613" y="1487592"/>
                  </a:lnTo>
                  <a:lnTo>
                    <a:pt x="2061040" y="1489656"/>
                  </a:lnTo>
                  <a:lnTo>
                    <a:pt x="2061806" y="1489733"/>
                  </a:lnTo>
                  <a:lnTo>
                    <a:pt x="2062571" y="1489838"/>
                  </a:lnTo>
                  <a:lnTo>
                    <a:pt x="2082998" y="1492634"/>
                  </a:lnTo>
                  <a:lnTo>
                    <a:pt x="2083764" y="1492739"/>
                  </a:lnTo>
                  <a:lnTo>
                    <a:pt x="2084530" y="1492870"/>
                  </a:lnTo>
                  <a:lnTo>
                    <a:pt x="2104957" y="1496362"/>
                  </a:lnTo>
                  <a:lnTo>
                    <a:pt x="2105723" y="1496493"/>
                  </a:lnTo>
                  <a:lnTo>
                    <a:pt x="2106489" y="1496648"/>
                  </a:lnTo>
                  <a:lnTo>
                    <a:pt x="2126915" y="1500783"/>
                  </a:lnTo>
                  <a:lnTo>
                    <a:pt x="2127681" y="1500938"/>
                  </a:lnTo>
                  <a:lnTo>
                    <a:pt x="2128447" y="1501114"/>
                  </a:lnTo>
                  <a:lnTo>
                    <a:pt x="2148874" y="1505822"/>
                  </a:lnTo>
                  <a:lnTo>
                    <a:pt x="2149640" y="1505999"/>
                  </a:lnTo>
                  <a:lnTo>
                    <a:pt x="2150406" y="1506194"/>
                  </a:lnTo>
                  <a:lnTo>
                    <a:pt x="2170832" y="1511400"/>
                  </a:lnTo>
                  <a:lnTo>
                    <a:pt x="2171598" y="1511595"/>
                  </a:lnTo>
                  <a:lnTo>
                    <a:pt x="2172364" y="1511806"/>
                  </a:lnTo>
                  <a:lnTo>
                    <a:pt x="2192791" y="1517429"/>
                  </a:lnTo>
                  <a:lnTo>
                    <a:pt x="2193557" y="1517640"/>
                  </a:lnTo>
                  <a:lnTo>
                    <a:pt x="2194323" y="1517864"/>
                  </a:lnTo>
                  <a:lnTo>
                    <a:pt x="2214749" y="1523834"/>
                  </a:lnTo>
                  <a:lnTo>
                    <a:pt x="2215515" y="1524058"/>
                  </a:lnTo>
                  <a:lnTo>
                    <a:pt x="2216281" y="1524292"/>
                  </a:lnTo>
                  <a:lnTo>
                    <a:pt x="2236708" y="1530536"/>
                  </a:lnTo>
                  <a:lnTo>
                    <a:pt x="2237474" y="1530770"/>
                  </a:lnTo>
                  <a:lnTo>
                    <a:pt x="2238240" y="1531010"/>
                  </a:lnTo>
                  <a:lnTo>
                    <a:pt x="2258667" y="1537428"/>
                  </a:lnTo>
                  <a:lnTo>
                    <a:pt x="2259432" y="1537669"/>
                  </a:lnTo>
                  <a:lnTo>
                    <a:pt x="2260198" y="1537914"/>
                  </a:lnTo>
                  <a:lnTo>
                    <a:pt x="2280625" y="1544453"/>
                  </a:lnTo>
                  <a:lnTo>
                    <a:pt x="2281391" y="1544699"/>
                  </a:lnTo>
                  <a:lnTo>
                    <a:pt x="2282157" y="1544947"/>
                  </a:lnTo>
                  <a:lnTo>
                    <a:pt x="2302584" y="1551565"/>
                  </a:lnTo>
                  <a:lnTo>
                    <a:pt x="2303350" y="1551813"/>
                  </a:lnTo>
                  <a:lnTo>
                    <a:pt x="2304116" y="1552063"/>
                  </a:lnTo>
                  <a:lnTo>
                    <a:pt x="2324542" y="1558724"/>
                  </a:lnTo>
                  <a:lnTo>
                    <a:pt x="2325308" y="1558974"/>
                  </a:lnTo>
                  <a:lnTo>
                    <a:pt x="2326074" y="1559224"/>
                  </a:lnTo>
                  <a:lnTo>
                    <a:pt x="2346501" y="1565898"/>
                  </a:lnTo>
                  <a:lnTo>
                    <a:pt x="2347267" y="1566148"/>
                  </a:lnTo>
                  <a:lnTo>
                    <a:pt x="2348033" y="1566397"/>
                  </a:lnTo>
                  <a:lnTo>
                    <a:pt x="2368459" y="1573057"/>
                  </a:lnTo>
                  <a:lnTo>
                    <a:pt x="2369225" y="1573306"/>
                  </a:lnTo>
                  <a:lnTo>
                    <a:pt x="2369991" y="1573555"/>
                  </a:lnTo>
                  <a:lnTo>
                    <a:pt x="2390418" y="1580173"/>
                  </a:lnTo>
                  <a:lnTo>
                    <a:pt x="2391184" y="1580422"/>
                  </a:lnTo>
                  <a:lnTo>
                    <a:pt x="2391950" y="1580667"/>
                  </a:lnTo>
                  <a:lnTo>
                    <a:pt x="2412376" y="1587202"/>
                  </a:lnTo>
                  <a:lnTo>
                    <a:pt x="2413142" y="1587447"/>
                  </a:lnTo>
                  <a:lnTo>
                    <a:pt x="2413908" y="1587688"/>
                  </a:lnTo>
                  <a:lnTo>
                    <a:pt x="2434335" y="1594105"/>
                  </a:lnTo>
                  <a:lnTo>
                    <a:pt x="2435101" y="1594346"/>
                  </a:lnTo>
                  <a:lnTo>
                    <a:pt x="2435867" y="1594581"/>
                  </a:lnTo>
                  <a:lnTo>
                    <a:pt x="2456293" y="1600840"/>
                  </a:lnTo>
                  <a:lnTo>
                    <a:pt x="2457059" y="1601074"/>
                  </a:lnTo>
                  <a:lnTo>
                    <a:pt x="2457825" y="1601301"/>
                  </a:lnTo>
                  <a:lnTo>
                    <a:pt x="2478252" y="1607354"/>
                  </a:lnTo>
                  <a:lnTo>
                    <a:pt x="2479018" y="1607581"/>
                  </a:lnTo>
                  <a:lnTo>
                    <a:pt x="2479784" y="1607798"/>
                  </a:lnTo>
                  <a:lnTo>
                    <a:pt x="2500211" y="1613592"/>
                  </a:lnTo>
                  <a:lnTo>
                    <a:pt x="2500977" y="1613810"/>
                  </a:lnTo>
                  <a:lnTo>
                    <a:pt x="2501742" y="1614015"/>
                  </a:lnTo>
                  <a:lnTo>
                    <a:pt x="2522169" y="1619496"/>
                  </a:lnTo>
                  <a:lnTo>
                    <a:pt x="2522935" y="1619701"/>
                  </a:lnTo>
                  <a:lnTo>
                    <a:pt x="2523701" y="1619893"/>
                  </a:lnTo>
                  <a:lnTo>
                    <a:pt x="2544128" y="1625005"/>
                  </a:lnTo>
                  <a:lnTo>
                    <a:pt x="2544894" y="1625196"/>
                  </a:lnTo>
                  <a:lnTo>
                    <a:pt x="2545660" y="1625372"/>
                  </a:lnTo>
                  <a:lnTo>
                    <a:pt x="2566086" y="1630062"/>
                  </a:lnTo>
                  <a:lnTo>
                    <a:pt x="2566852" y="1630238"/>
                  </a:lnTo>
                  <a:lnTo>
                    <a:pt x="2567618" y="1630396"/>
                  </a:lnTo>
                  <a:lnTo>
                    <a:pt x="2588045" y="1634590"/>
                  </a:lnTo>
                  <a:lnTo>
                    <a:pt x="2588811" y="1634747"/>
                  </a:lnTo>
                  <a:lnTo>
                    <a:pt x="2589577" y="1634883"/>
                  </a:lnTo>
                  <a:lnTo>
                    <a:pt x="2610003" y="1638513"/>
                  </a:lnTo>
                  <a:lnTo>
                    <a:pt x="2610769" y="1638649"/>
                  </a:lnTo>
                  <a:lnTo>
                    <a:pt x="2611535" y="1638765"/>
                  </a:lnTo>
                  <a:lnTo>
                    <a:pt x="2631962" y="1641859"/>
                  </a:lnTo>
                  <a:lnTo>
                    <a:pt x="2632728" y="1641975"/>
                  </a:lnTo>
                  <a:lnTo>
                    <a:pt x="2633494" y="1642070"/>
                  </a:lnTo>
                  <a:lnTo>
                    <a:pt x="2653920" y="1644624"/>
                  </a:lnTo>
                  <a:lnTo>
                    <a:pt x="2654686" y="1644720"/>
                  </a:lnTo>
                  <a:lnTo>
                    <a:pt x="2655452" y="1644796"/>
                  </a:lnTo>
                  <a:lnTo>
                    <a:pt x="2675879" y="1646819"/>
                  </a:lnTo>
                  <a:lnTo>
                    <a:pt x="2676645" y="1646894"/>
                  </a:lnTo>
                  <a:lnTo>
                    <a:pt x="2677411" y="1646951"/>
                  </a:lnTo>
                  <a:lnTo>
                    <a:pt x="2697838" y="1648468"/>
                  </a:lnTo>
                  <a:lnTo>
                    <a:pt x="2698603" y="1648525"/>
                  </a:lnTo>
                  <a:lnTo>
                    <a:pt x="2699369" y="1648564"/>
                  </a:lnTo>
                  <a:lnTo>
                    <a:pt x="2719796" y="1649611"/>
                  </a:lnTo>
                  <a:lnTo>
                    <a:pt x="2720562" y="1649650"/>
                  </a:lnTo>
                  <a:lnTo>
                    <a:pt x="2721328" y="1649673"/>
                  </a:lnTo>
                  <a:lnTo>
                    <a:pt x="2741755" y="1650299"/>
                  </a:lnTo>
                  <a:lnTo>
                    <a:pt x="2742521" y="1650322"/>
                  </a:lnTo>
                  <a:lnTo>
                    <a:pt x="2743287" y="1650332"/>
                  </a:lnTo>
                  <a:lnTo>
                    <a:pt x="2763713" y="1650594"/>
                  </a:lnTo>
                  <a:lnTo>
                    <a:pt x="2764479" y="1650603"/>
                  </a:lnTo>
                  <a:lnTo>
                    <a:pt x="2765245" y="1650601"/>
                  </a:lnTo>
                  <a:lnTo>
                    <a:pt x="2785672" y="1650536"/>
                  </a:lnTo>
                  <a:lnTo>
                    <a:pt x="2786438" y="1650534"/>
                  </a:lnTo>
                  <a:lnTo>
                    <a:pt x="2787204" y="1650523"/>
                  </a:lnTo>
                  <a:lnTo>
                    <a:pt x="2807630" y="1650247"/>
                  </a:lnTo>
                  <a:lnTo>
                    <a:pt x="2808396" y="1650237"/>
                  </a:lnTo>
                  <a:lnTo>
                    <a:pt x="2809162" y="1650221"/>
                  </a:lnTo>
                  <a:lnTo>
                    <a:pt x="2829589" y="1649808"/>
                  </a:lnTo>
                  <a:lnTo>
                    <a:pt x="2830355" y="1649792"/>
                  </a:lnTo>
                  <a:lnTo>
                    <a:pt x="2831121" y="1649774"/>
                  </a:lnTo>
                  <a:lnTo>
                    <a:pt x="2851547" y="1649290"/>
                  </a:lnTo>
                  <a:lnTo>
                    <a:pt x="2852313" y="1649271"/>
                  </a:lnTo>
                  <a:lnTo>
                    <a:pt x="2853079" y="1649253"/>
                  </a:lnTo>
                  <a:lnTo>
                    <a:pt x="2873506" y="1648757"/>
                  </a:lnTo>
                  <a:lnTo>
                    <a:pt x="2874272" y="1648738"/>
                  </a:lnTo>
                  <a:lnTo>
                    <a:pt x="2875038" y="1648721"/>
                  </a:lnTo>
                  <a:lnTo>
                    <a:pt x="2895465" y="1648269"/>
                  </a:lnTo>
                  <a:lnTo>
                    <a:pt x="2896230" y="1648252"/>
                  </a:lnTo>
                  <a:lnTo>
                    <a:pt x="2896996" y="1648238"/>
                  </a:lnTo>
                  <a:lnTo>
                    <a:pt x="2917423" y="1647877"/>
                  </a:lnTo>
                  <a:lnTo>
                    <a:pt x="2918189" y="1647863"/>
                  </a:lnTo>
                  <a:lnTo>
                    <a:pt x="2918955" y="1647854"/>
                  </a:lnTo>
                  <a:lnTo>
                    <a:pt x="2939382" y="1647623"/>
                  </a:lnTo>
                  <a:lnTo>
                    <a:pt x="2940148" y="1647614"/>
                  </a:lnTo>
                  <a:lnTo>
                    <a:pt x="2940913" y="1647612"/>
                  </a:lnTo>
                  <a:lnTo>
                    <a:pt x="2961340" y="1647553"/>
                  </a:lnTo>
                  <a:lnTo>
                    <a:pt x="2962106" y="1647551"/>
                  </a:lnTo>
                  <a:lnTo>
                    <a:pt x="2962872" y="1647557"/>
                  </a:lnTo>
                  <a:lnTo>
                    <a:pt x="2983299" y="1647705"/>
                  </a:lnTo>
                  <a:lnTo>
                    <a:pt x="2984065" y="1647711"/>
                  </a:lnTo>
                  <a:lnTo>
                    <a:pt x="2984831" y="1647724"/>
                  </a:lnTo>
                  <a:lnTo>
                    <a:pt x="3005257" y="1648076"/>
                  </a:lnTo>
                  <a:lnTo>
                    <a:pt x="3006023" y="1648089"/>
                  </a:lnTo>
                  <a:lnTo>
                    <a:pt x="3006789" y="1648110"/>
                  </a:lnTo>
                  <a:lnTo>
                    <a:pt x="3027216" y="1648670"/>
                  </a:lnTo>
                  <a:lnTo>
                    <a:pt x="3027982" y="1648691"/>
                  </a:lnTo>
                  <a:lnTo>
                    <a:pt x="3028748" y="1648720"/>
                  </a:lnTo>
                  <a:lnTo>
                    <a:pt x="3049174" y="1649488"/>
                  </a:lnTo>
                  <a:lnTo>
                    <a:pt x="3049940" y="1649516"/>
                  </a:lnTo>
                  <a:lnTo>
                    <a:pt x="3050706" y="1649553"/>
                  </a:lnTo>
                  <a:lnTo>
                    <a:pt x="3071133" y="1650521"/>
                  </a:lnTo>
                  <a:lnTo>
                    <a:pt x="3071899" y="1650557"/>
                  </a:lnTo>
                  <a:lnTo>
                    <a:pt x="3072665" y="1650600"/>
                  </a:lnTo>
                  <a:lnTo>
                    <a:pt x="3093091" y="1651757"/>
                  </a:lnTo>
                  <a:lnTo>
                    <a:pt x="3093857" y="1651800"/>
                  </a:lnTo>
                  <a:lnTo>
                    <a:pt x="3094623" y="1651850"/>
                  </a:lnTo>
                  <a:lnTo>
                    <a:pt x="3115050" y="1653179"/>
                  </a:lnTo>
                  <a:lnTo>
                    <a:pt x="3115816" y="1653228"/>
                  </a:lnTo>
                  <a:lnTo>
                    <a:pt x="3116582" y="1653284"/>
                  </a:lnTo>
                  <a:lnTo>
                    <a:pt x="3137009" y="1654764"/>
                  </a:lnTo>
                  <a:lnTo>
                    <a:pt x="3137775" y="1654819"/>
                  </a:lnTo>
                  <a:lnTo>
                    <a:pt x="3138540" y="1654880"/>
                  </a:lnTo>
                  <a:lnTo>
                    <a:pt x="3158967" y="1656500"/>
                  </a:lnTo>
                  <a:lnTo>
                    <a:pt x="3159733" y="1656560"/>
                  </a:lnTo>
                  <a:lnTo>
                    <a:pt x="3160499" y="1656625"/>
                  </a:lnTo>
                  <a:lnTo>
                    <a:pt x="3180926" y="1658335"/>
                  </a:lnTo>
                  <a:lnTo>
                    <a:pt x="3181692" y="1658399"/>
                  </a:lnTo>
                  <a:lnTo>
                    <a:pt x="3182458" y="1658466"/>
                  </a:lnTo>
                  <a:lnTo>
                    <a:pt x="3202884" y="1660235"/>
                  </a:lnTo>
                  <a:lnTo>
                    <a:pt x="3203650" y="1660302"/>
                  </a:lnTo>
                  <a:lnTo>
                    <a:pt x="3204416" y="1660369"/>
                  </a:lnTo>
                  <a:lnTo>
                    <a:pt x="3224843" y="1662168"/>
                  </a:lnTo>
                  <a:lnTo>
                    <a:pt x="3225609" y="1662235"/>
                  </a:lnTo>
                  <a:lnTo>
                    <a:pt x="3226375" y="1662303"/>
                  </a:lnTo>
                  <a:lnTo>
                    <a:pt x="3246801" y="1664101"/>
                  </a:lnTo>
                  <a:lnTo>
                    <a:pt x="3247567" y="1664168"/>
                  </a:lnTo>
                  <a:lnTo>
                    <a:pt x="3248333" y="1664234"/>
                  </a:lnTo>
                  <a:lnTo>
                    <a:pt x="3268760" y="1666003"/>
                  </a:lnTo>
                  <a:lnTo>
                    <a:pt x="3269526" y="1666069"/>
                  </a:lnTo>
                  <a:lnTo>
                    <a:pt x="3270292" y="1666133"/>
                  </a:lnTo>
                  <a:lnTo>
                    <a:pt x="3290718" y="1667846"/>
                  </a:lnTo>
                  <a:lnTo>
                    <a:pt x="3291484" y="1667910"/>
                  </a:lnTo>
                  <a:lnTo>
                    <a:pt x="3292250" y="1667972"/>
                  </a:lnTo>
                  <a:lnTo>
                    <a:pt x="3312677" y="1669605"/>
                  </a:lnTo>
                  <a:lnTo>
                    <a:pt x="3313443" y="1669667"/>
                  </a:lnTo>
                  <a:lnTo>
                    <a:pt x="3314209" y="1669724"/>
                  </a:lnTo>
                  <a:lnTo>
                    <a:pt x="3334636" y="1671251"/>
                  </a:lnTo>
                  <a:lnTo>
                    <a:pt x="3335401" y="1671308"/>
                  </a:lnTo>
                  <a:lnTo>
                    <a:pt x="3336167" y="1671360"/>
                  </a:lnTo>
                  <a:lnTo>
                    <a:pt x="3356594" y="1672759"/>
                  </a:lnTo>
                  <a:lnTo>
                    <a:pt x="3357360" y="1672812"/>
                  </a:lnTo>
                  <a:lnTo>
                    <a:pt x="3358126" y="1672859"/>
                  </a:lnTo>
                  <a:lnTo>
                    <a:pt x="3378553" y="1674131"/>
                  </a:lnTo>
                  <a:lnTo>
                    <a:pt x="3379319" y="1674178"/>
                  </a:lnTo>
                  <a:lnTo>
                    <a:pt x="3380085" y="1674221"/>
                  </a:lnTo>
                  <a:lnTo>
                    <a:pt x="3400511" y="1675360"/>
                  </a:lnTo>
                  <a:lnTo>
                    <a:pt x="3401277" y="1675403"/>
                  </a:lnTo>
                  <a:lnTo>
                    <a:pt x="3402043" y="1675441"/>
                  </a:lnTo>
                  <a:lnTo>
                    <a:pt x="3422470" y="1676447"/>
                  </a:lnTo>
                  <a:lnTo>
                    <a:pt x="3423236" y="1676484"/>
                  </a:lnTo>
                  <a:lnTo>
                    <a:pt x="3424002" y="1676517"/>
                  </a:lnTo>
                  <a:lnTo>
                    <a:pt x="3444428" y="1677393"/>
                  </a:lnTo>
                  <a:lnTo>
                    <a:pt x="3445194" y="1677426"/>
                  </a:lnTo>
                  <a:lnTo>
                    <a:pt x="3445960" y="1677454"/>
                  </a:lnTo>
                  <a:lnTo>
                    <a:pt x="3466387" y="1678206"/>
                  </a:lnTo>
                  <a:lnTo>
                    <a:pt x="3467153" y="1678234"/>
                  </a:lnTo>
                  <a:lnTo>
                    <a:pt x="3467919" y="1678258"/>
                  </a:lnTo>
                  <a:lnTo>
                    <a:pt x="3488345" y="1678893"/>
                  </a:lnTo>
                  <a:lnTo>
                    <a:pt x="3489111" y="1678917"/>
                  </a:lnTo>
                  <a:lnTo>
                    <a:pt x="3489877" y="1678937"/>
                  </a:lnTo>
                  <a:lnTo>
                    <a:pt x="3510304" y="1679465"/>
                  </a:lnTo>
                  <a:lnTo>
                    <a:pt x="3511070" y="1679485"/>
                  </a:lnTo>
                  <a:lnTo>
                    <a:pt x="3511836" y="1679501"/>
                  </a:lnTo>
                  <a:lnTo>
                    <a:pt x="3532263" y="1679923"/>
                  </a:lnTo>
                  <a:lnTo>
                    <a:pt x="3533028" y="1679938"/>
                  </a:lnTo>
                  <a:lnTo>
                    <a:pt x="3533794" y="1679951"/>
                  </a:lnTo>
                  <a:lnTo>
                    <a:pt x="3554221" y="1680292"/>
                  </a:lnTo>
                  <a:lnTo>
                    <a:pt x="3554987" y="1680305"/>
                  </a:lnTo>
                  <a:lnTo>
                    <a:pt x="3555753" y="1680315"/>
                  </a:lnTo>
                  <a:lnTo>
                    <a:pt x="3576180" y="1680588"/>
                  </a:lnTo>
                  <a:lnTo>
                    <a:pt x="3576946" y="1680598"/>
                  </a:lnTo>
                  <a:lnTo>
                    <a:pt x="3577711" y="1680606"/>
                  </a:lnTo>
                  <a:lnTo>
                    <a:pt x="3598138" y="1680821"/>
                  </a:lnTo>
                  <a:lnTo>
                    <a:pt x="3598904" y="1680829"/>
                  </a:lnTo>
                  <a:lnTo>
                    <a:pt x="3599670" y="1680835"/>
                  </a:lnTo>
                  <a:lnTo>
                    <a:pt x="3620097" y="1681002"/>
                  </a:lnTo>
                  <a:lnTo>
                    <a:pt x="3620863" y="1681008"/>
                  </a:lnTo>
                  <a:lnTo>
                    <a:pt x="3621629" y="1681013"/>
                  </a:lnTo>
                  <a:lnTo>
                    <a:pt x="3642055" y="1681140"/>
                  </a:lnTo>
                  <a:lnTo>
                    <a:pt x="3642821" y="1681145"/>
                  </a:lnTo>
                  <a:lnTo>
                    <a:pt x="3643587" y="1681149"/>
                  </a:lnTo>
                  <a:lnTo>
                    <a:pt x="3664014" y="1681245"/>
                  </a:lnTo>
                  <a:lnTo>
                    <a:pt x="3664780" y="1681248"/>
                  </a:lnTo>
                  <a:lnTo>
                    <a:pt x="3665546" y="1681251"/>
                  </a:lnTo>
                  <a:lnTo>
                    <a:pt x="3685972" y="1681322"/>
                  </a:lnTo>
                  <a:lnTo>
                    <a:pt x="3686738" y="1681324"/>
                  </a:lnTo>
                  <a:lnTo>
                    <a:pt x="3687504" y="1681326"/>
                  </a:lnTo>
                  <a:lnTo>
                    <a:pt x="3707931" y="1681377"/>
                  </a:lnTo>
                  <a:lnTo>
                    <a:pt x="3708697" y="1681379"/>
                  </a:lnTo>
                  <a:lnTo>
                    <a:pt x="3709463" y="1681380"/>
                  </a:lnTo>
                  <a:lnTo>
                    <a:pt x="3729889" y="1681416"/>
                  </a:lnTo>
                  <a:lnTo>
                    <a:pt x="3730655" y="1681417"/>
                  </a:lnTo>
                  <a:lnTo>
                    <a:pt x="3731421" y="1681418"/>
                  </a:lnTo>
                  <a:lnTo>
                    <a:pt x="3732353" y="16814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39851" y="3799041"/>
              <a:ext cx="7464706" cy="1682790"/>
            </a:xfrm>
            <a:custGeom>
              <a:avLst/>
              <a:pathLst>
                <a:path w="7464706" h="1682790">
                  <a:moveTo>
                    <a:pt x="0" y="1682790"/>
                  </a:moveTo>
                  <a:lnTo>
                    <a:pt x="19060" y="1682790"/>
                  </a:lnTo>
                  <a:lnTo>
                    <a:pt x="41018" y="1682790"/>
                  </a:lnTo>
                  <a:lnTo>
                    <a:pt x="62977" y="1682790"/>
                  </a:lnTo>
                  <a:lnTo>
                    <a:pt x="84935" y="1682790"/>
                  </a:lnTo>
                  <a:lnTo>
                    <a:pt x="106894" y="1682790"/>
                  </a:lnTo>
                  <a:lnTo>
                    <a:pt x="128853" y="1682790"/>
                  </a:lnTo>
                  <a:lnTo>
                    <a:pt x="150811" y="1682790"/>
                  </a:lnTo>
                  <a:lnTo>
                    <a:pt x="172770" y="1682790"/>
                  </a:lnTo>
                  <a:lnTo>
                    <a:pt x="194728" y="1682790"/>
                  </a:lnTo>
                  <a:lnTo>
                    <a:pt x="216687" y="1682790"/>
                  </a:lnTo>
                  <a:lnTo>
                    <a:pt x="238645" y="1682790"/>
                  </a:lnTo>
                  <a:lnTo>
                    <a:pt x="260604" y="1682790"/>
                  </a:lnTo>
                  <a:lnTo>
                    <a:pt x="282562" y="1682790"/>
                  </a:lnTo>
                  <a:lnTo>
                    <a:pt x="304521" y="1682790"/>
                  </a:lnTo>
                  <a:lnTo>
                    <a:pt x="326480" y="1682790"/>
                  </a:lnTo>
                  <a:lnTo>
                    <a:pt x="348438" y="1682790"/>
                  </a:lnTo>
                  <a:lnTo>
                    <a:pt x="370397" y="1682790"/>
                  </a:lnTo>
                  <a:lnTo>
                    <a:pt x="392355" y="1682790"/>
                  </a:lnTo>
                  <a:lnTo>
                    <a:pt x="414314" y="1682790"/>
                  </a:lnTo>
                  <a:lnTo>
                    <a:pt x="436272" y="1682790"/>
                  </a:lnTo>
                  <a:lnTo>
                    <a:pt x="458231" y="1682790"/>
                  </a:lnTo>
                  <a:lnTo>
                    <a:pt x="480189" y="1682790"/>
                  </a:lnTo>
                  <a:lnTo>
                    <a:pt x="502148" y="1682789"/>
                  </a:lnTo>
                  <a:lnTo>
                    <a:pt x="524106" y="1682789"/>
                  </a:lnTo>
                  <a:lnTo>
                    <a:pt x="546065" y="1682788"/>
                  </a:lnTo>
                  <a:lnTo>
                    <a:pt x="568024" y="1682787"/>
                  </a:lnTo>
                  <a:lnTo>
                    <a:pt x="589982" y="1682784"/>
                  </a:lnTo>
                  <a:lnTo>
                    <a:pt x="611941" y="1682781"/>
                  </a:lnTo>
                  <a:lnTo>
                    <a:pt x="633899" y="1682776"/>
                  </a:lnTo>
                  <a:lnTo>
                    <a:pt x="655858" y="1682767"/>
                  </a:lnTo>
                  <a:lnTo>
                    <a:pt x="677816" y="1682755"/>
                  </a:lnTo>
                  <a:lnTo>
                    <a:pt x="699775" y="1682737"/>
                  </a:lnTo>
                  <a:lnTo>
                    <a:pt x="721733" y="1682712"/>
                  </a:lnTo>
                  <a:lnTo>
                    <a:pt x="743692" y="1682673"/>
                  </a:lnTo>
                  <a:lnTo>
                    <a:pt x="765651" y="1682617"/>
                  </a:lnTo>
                  <a:lnTo>
                    <a:pt x="787609" y="1682537"/>
                  </a:lnTo>
                  <a:lnTo>
                    <a:pt x="809568" y="1682427"/>
                  </a:lnTo>
                  <a:lnTo>
                    <a:pt x="831526" y="1682276"/>
                  </a:lnTo>
                  <a:lnTo>
                    <a:pt x="853485" y="1682072"/>
                  </a:lnTo>
                  <a:lnTo>
                    <a:pt x="875443" y="1681803"/>
                  </a:lnTo>
                  <a:lnTo>
                    <a:pt x="897402" y="1681450"/>
                  </a:lnTo>
                  <a:lnTo>
                    <a:pt x="919360" y="1680992"/>
                  </a:lnTo>
                  <a:lnTo>
                    <a:pt x="941319" y="1680388"/>
                  </a:lnTo>
                  <a:lnTo>
                    <a:pt x="963277" y="1679626"/>
                  </a:lnTo>
                  <a:lnTo>
                    <a:pt x="985236" y="1678680"/>
                  </a:lnTo>
                  <a:lnTo>
                    <a:pt x="1007195" y="1677521"/>
                  </a:lnTo>
                  <a:lnTo>
                    <a:pt x="1029153" y="1676124"/>
                  </a:lnTo>
                  <a:lnTo>
                    <a:pt x="1051112" y="1674462"/>
                  </a:lnTo>
                  <a:lnTo>
                    <a:pt x="1073070" y="1672513"/>
                  </a:lnTo>
                  <a:lnTo>
                    <a:pt x="1095029" y="1670259"/>
                  </a:lnTo>
                  <a:lnTo>
                    <a:pt x="1116987" y="1667652"/>
                  </a:lnTo>
                  <a:lnTo>
                    <a:pt x="1138946" y="1664710"/>
                  </a:lnTo>
                  <a:lnTo>
                    <a:pt x="1160904" y="1661457"/>
                  </a:lnTo>
                  <a:lnTo>
                    <a:pt x="1182863" y="1657914"/>
                  </a:lnTo>
                  <a:lnTo>
                    <a:pt x="1204822" y="1654108"/>
                  </a:lnTo>
                  <a:lnTo>
                    <a:pt x="1226780" y="1650079"/>
                  </a:lnTo>
                  <a:lnTo>
                    <a:pt x="1248739" y="1645872"/>
                  </a:lnTo>
                  <a:lnTo>
                    <a:pt x="1270697" y="1641539"/>
                  </a:lnTo>
                  <a:lnTo>
                    <a:pt x="1292656" y="1637134"/>
                  </a:lnTo>
                  <a:lnTo>
                    <a:pt x="1314614" y="1632720"/>
                  </a:lnTo>
                  <a:lnTo>
                    <a:pt x="1336573" y="1628351"/>
                  </a:lnTo>
                  <a:lnTo>
                    <a:pt x="1358531" y="1624059"/>
                  </a:lnTo>
                  <a:lnTo>
                    <a:pt x="1380490" y="1619862"/>
                  </a:lnTo>
                  <a:lnTo>
                    <a:pt x="1402449" y="1615761"/>
                  </a:lnTo>
                  <a:lnTo>
                    <a:pt x="1424407" y="1611736"/>
                  </a:lnTo>
                  <a:lnTo>
                    <a:pt x="1446366" y="1607748"/>
                  </a:lnTo>
                  <a:lnTo>
                    <a:pt x="1468324" y="1603737"/>
                  </a:lnTo>
                  <a:lnTo>
                    <a:pt x="1490283" y="1599600"/>
                  </a:lnTo>
                  <a:lnTo>
                    <a:pt x="1512241" y="1595226"/>
                  </a:lnTo>
                  <a:lnTo>
                    <a:pt x="1534200" y="1590515"/>
                  </a:lnTo>
                  <a:lnTo>
                    <a:pt x="1556158" y="1585361"/>
                  </a:lnTo>
                  <a:lnTo>
                    <a:pt x="1578117" y="1579664"/>
                  </a:lnTo>
                  <a:lnTo>
                    <a:pt x="1600075" y="1573338"/>
                  </a:lnTo>
                  <a:lnTo>
                    <a:pt x="1622034" y="1566316"/>
                  </a:lnTo>
                  <a:lnTo>
                    <a:pt x="1643993" y="1558551"/>
                  </a:lnTo>
                  <a:lnTo>
                    <a:pt x="1665951" y="1549990"/>
                  </a:lnTo>
                  <a:lnTo>
                    <a:pt x="1687910" y="1540601"/>
                  </a:lnTo>
                  <a:lnTo>
                    <a:pt x="1709868" y="1530521"/>
                  </a:lnTo>
                  <a:lnTo>
                    <a:pt x="1731827" y="1519824"/>
                  </a:lnTo>
                  <a:lnTo>
                    <a:pt x="1753785" y="1508601"/>
                  </a:lnTo>
                  <a:lnTo>
                    <a:pt x="1775744" y="1496955"/>
                  </a:lnTo>
                  <a:lnTo>
                    <a:pt x="1797702" y="1484995"/>
                  </a:lnTo>
                  <a:lnTo>
                    <a:pt x="1819661" y="1472833"/>
                  </a:lnTo>
                  <a:lnTo>
                    <a:pt x="1841620" y="1460573"/>
                  </a:lnTo>
                  <a:lnTo>
                    <a:pt x="1863578" y="1448328"/>
                  </a:lnTo>
                  <a:lnTo>
                    <a:pt x="1885537" y="1436198"/>
                  </a:lnTo>
                  <a:lnTo>
                    <a:pt x="1907495" y="1424251"/>
                  </a:lnTo>
                  <a:lnTo>
                    <a:pt x="1929454" y="1412547"/>
                  </a:lnTo>
                  <a:lnTo>
                    <a:pt x="1951412" y="1401142"/>
                  </a:lnTo>
                  <a:lnTo>
                    <a:pt x="1973371" y="1390091"/>
                  </a:lnTo>
                  <a:lnTo>
                    <a:pt x="1995329" y="1379451"/>
                  </a:lnTo>
                  <a:lnTo>
                    <a:pt x="2017288" y="1369282"/>
                  </a:lnTo>
                  <a:lnTo>
                    <a:pt x="2039247" y="1359686"/>
                  </a:lnTo>
                  <a:lnTo>
                    <a:pt x="2061205" y="1350798"/>
                  </a:lnTo>
                  <a:lnTo>
                    <a:pt x="2083164" y="1342649"/>
                  </a:lnTo>
                  <a:lnTo>
                    <a:pt x="2105122" y="1335326"/>
                  </a:lnTo>
                  <a:lnTo>
                    <a:pt x="2127081" y="1328912"/>
                  </a:lnTo>
                  <a:lnTo>
                    <a:pt x="2149039" y="1323475"/>
                  </a:lnTo>
                  <a:lnTo>
                    <a:pt x="2170998" y="1319063"/>
                  </a:lnTo>
                  <a:lnTo>
                    <a:pt x="2192956" y="1315697"/>
                  </a:lnTo>
                  <a:lnTo>
                    <a:pt x="2214915" y="1313365"/>
                  </a:lnTo>
                  <a:lnTo>
                    <a:pt x="2236873" y="1312124"/>
                  </a:lnTo>
                  <a:lnTo>
                    <a:pt x="2258832" y="1311734"/>
                  </a:lnTo>
                  <a:lnTo>
                    <a:pt x="2280791" y="1312007"/>
                  </a:lnTo>
                  <a:lnTo>
                    <a:pt x="2302749" y="1312735"/>
                  </a:lnTo>
                  <a:lnTo>
                    <a:pt x="2324708" y="1313680"/>
                  </a:lnTo>
                  <a:lnTo>
                    <a:pt x="2346666" y="1314579"/>
                  </a:lnTo>
                  <a:lnTo>
                    <a:pt x="2368625" y="1315151"/>
                  </a:lnTo>
                  <a:lnTo>
                    <a:pt x="2390583" y="1315108"/>
                  </a:lnTo>
                  <a:lnTo>
                    <a:pt x="2412542" y="1314101"/>
                  </a:lnTo>
                  <a:lnTo>
                    <a:pt x="2434500" y="1311757"/>
                  </a:lnTo>
                  <a:lnTo>
                    <a:pt x="2456459" y="1307953"/>
                  </a:lnTo>
                  <a:lnTo>
                    <a:pt x="2478418" y="1302521"/>
                  </a:lnTo>
                  <a:lnTo>
                    <a:pt x="2500376" y="1295340"/>
                  </a:lnTo>
                  <a:lnTo>
                    <a:pt x="2522335" y="1286342"/>
                  </a:lnTo>
                  <a:lnTo>
                    <a:pt x="2544293" y="1275514"/>
                  </a:lnTo>
                  <a:lnTo>
                    <a:pt x="2566252" y="1262892"/>
                  </a:lnTo>
                  <a:lnTo>
                    <a:pt x="2588210" y="1248561"/>
                  </a:lnTo>
                  <a:lnTo>
                    <a:pt x="2610169" y="1232464"/>
                  </a:lnTo>
                  <a:lnTo>
                    <a:pt x="2632127" y="1214990"/>
                  </a:lnTo>
                  <a:lnTo>
                    <a:pt x="2654086" y="1196359"/>
                  </a:lnTo>
                  <a:lnTo>
                    <a:pt x="2676044" y="1176767"/>
                  </a:lnTo>
                  <a:lnTo>
                    <a:pt x="2698003" y="1156405"/>
                  </a:lnTo>
                  <a:lnTo>
                    <a:pt x="2719962" y="1135450"/>
                  </a:lnTo>
                  <a:lnTo>
                    <a:pt x="2741920" y="1114058"/>
                  </a:lnTo>
                  <a:lnTo>
                    <a:pt x="2763879" y="1092357"/>
                  </a:lnTo>
                  <a:lnTo>
                    <a:pt x="2785837" y="1070437"/>
                  </a:lnTo>
                  <a:lnTo>
                    <a:pt x="2807796" y="1048362"/>
                  </a:lnTo>
                  <a:lnTo>
                    <a:pt x="2829754" y="1026165"/>
                  </a:lnTo>
                  <a:lnTo>
                    <a:pt x="2851713" y="1003834"/>
                  </a:lnTo>
                  <a:lnTo>
                    <a:pt x="2873671" y="981337"/>
                  </a:lnTo>
                  <a:lnTo>
                    <a:pt x="2895630" y="958636"/>
                  </a:lnTo>
                  <a:lnTo>
                    <a:pt x="2917589" y="935684"/>
                  </a:lnTo>
                  <a:lnTo>
                    <a:pt x="2939547" y="912442"/>
                  </a:lnTo>
                  <a:lnTo>
                    <a:pt x="2961506" y="888882"/>
                  </a:lnTo>
                  <a:lnTo>
                    <a:pt x="2983464" y="864954"/>
                  </a:lnTo>
                  <a:lnTo>
                    <a:pt x="3005423" y="840736"/>
                  </a:lnTo>
                  <a:lnTo>
                    <a:pt x="3027381" y="816296"/>
                  </a:lnTo>
                  <a:lnTo>
                    <a:pt x="3049340" y="791727"/>
                  </a:lnTo>
                  <a:lnTo>
                    <a:pt x="3071298" y="767144"/>
                  </a:lnTo>
                  <a:lnTo>
                    <a:pt x="3093257" y="742675"/>
                  </a:lnTo>
                  <a:lnTo>
                    <a:pt x="3115216" y="718458"/>
                  </a:lnTo>
                  <a:lnTo>
                    <a:pt x="3137174" y="694621"/>
                  </a:lnTo>
                  <a:lnTo>
                    <a:pt x="3159133" y="671315"/>
                  </a:lnTo>
                  <a:lnTo>
                    <a:pt x="3181091" y="648628"/>
                  </a:lnTo>
                  <a:lnTo>
                    <a:pt x="3203050" y="626507"/>
                  </a:lnTo>
                  <a:lnTo>
                    <a:pt x="3225008" y="604877"/>
                  </a:lnTo>
                  <a:lnTo>
                    <a:pt x="3246967" y="583591"/>
                  </a:lnTo>
                  <a:lnTo>
                    <a:pt x="3268925" y="562434"/>
                  </a:lnTo>
                  <a:lnTo>
                    <a:pt x="3290884" y="541126"/>
                  </a:lnTo>
                  <a:lnTo>
                    <a:pt x="3312842" y="519335"/>
                  </a:lnTo>
                  <a:lnTo>
                    <a:pt x="3334801" y="496689"/>
                  </a:lnTo>
                  <a:lnTo>
                    <a:pt x="3356760" y="472543"/>
                  </a:lnTo>
                  <a:lnTo>
                    <a:pt x="3378718" y="446672"/>
                  </a:lnTo>
                  <a:lnTo>
                    <a:pt x="3400677" y="418809"/>
                  </a:lnTo>
                  <a:lnTo>
                    <a:pt x="3422635" y="388784"/>
                  </a:lnTo>
                  <a:lnTo>
                    <a:pt x="3444594" y="356554"/>
                  </a:lnTo>
                  <a:lnTo>
                    <a:pt x="3466552" y="322227"/>
                  </a:lnTo>
                  <a:lnTo>
                    <a:pt x="3488511" y="286072"/>
                  </a:lnTo>
                  <a:lnTo>
                    <a:pt x="3510469" y="248533"/>
                  </a:lnTo>
                  <a:lnTo>
                    <a:pt x="3532428" y="210246"/>
                  </a:lnTo>
                  <a:lnTo>
                    <a:pt x="3554387" y="172253"/>
                  </a:lnTo>
                  <a:lnTo>
                    <a:pt x="3576345" y="135580"/>
                  </a:lnTo>
                  <a:lnTo>
                    <a:pt x="3598304" y="101267"/>
                  </a:lnTo>
                  <a:lnTo>
                    <a:pt x="3620262" y="70369"/>
                  </a:lnTo>
                  <a:lnTo>
                    <a:pt x="3642221" y="43911"/>
                  </a:lnTo>
                  <a:lnTo>
                    <a:pt x="3664179" y="22840"/>
                  </a:lnTo>
                  <a:lnTo>
                    <a:pt x="3686138" y="7977"/>
                  </a:lnTo>
                  <a:lnTo>
                    <a:pt x="3708096" y="0"/>
                  </a:lnTo>
                  <a:lnTo>
                    <a:pt x="3730055" y="457"/>
                  </a:lnTo>
                  <a:lnTo>
                    <a:pt x="3732353" y="1285"/>
                  </a:lnTo>
                  <a:lnTo>
                    <a:pt x="3752013" y="8371"/>
                  </a:lnTo>
                  <a:lnTo>
                    <a:pt x="3773972" y="23557"/>
                  </a:lnTo>
                  <a:lnTo>
                    <a:pt x="3795931" y="45605"/>
                  </a:lnTo>
                  <a:lnTo>
                    <a:pt x="3817889" y="73908"/>
                  </a:lnTo>
                  <a:lnTo>
                    <a:pt x="3839848" y="107692"/>
                  </a:lnTo>
                  <a:lnTo>
                    <a:pt x="3861806" y="146057"/>
                  </a:lnTo>
                  <a:lnTo>
                    <a:pt x="3883765" y="188023"/>
                  </a:lnTo>
                  <a:lnTo>
                    <a:pt x="3905723" y="232688"/>
                  </a:lnTo>
                  <a:lnTo>
                    <a:pt x="3927682" y="278784"/>
                  </a:lnTo>
                  <a:lnTo>
                    <a:pt x="3949640" y="325268"/>
                  </a:lnTo>
                  <a:lnTo>
                    <a:pt x="3971599" y="371388"/>
                  </a:lnTo>
                  <a:lnTo>
                    <a:pt x="3993558" y="416531"/>
                  </a:lnTo>
                  <a:lnTo>
                    <a:pt x="4015516" y="460226"/>
                  </a:lnTo>
                  <a:lnTo>
                    <a:pt x="4037475" y="502148"/>
                  </a:lnTo>
                  <a:lnTo>
                    <a:pt x="4059433" y="542107"/>
                  </a:lnTo>
                  <a:lnTo>
                    <a:pt x="4081392" y="580019"/>
                  </a:lnTo>
                  <a:lnTo>
                    <a:pt x="4103350" y="615692"/>
                  </a:lnTo>
                  <a:lnTo>
                    <a:pt x="4125309" y="649574"/>
                  </a:lnTo>
                  <a:lnTo>
                    <a:pt x="4147267" y="681857"/>
                  </a:lnTo>
                  <a:lnTo>
                    <a:pt x="4169226" y="712742"/>
                  </a:lnTo>
                  <a:lnTo>
                    <a:pt x="4191185" y="742421"/>
                  </a:lnTo>
                  <a:lnTo>
                    <a:pt x="4213143" y="771067"/>
                  </a:lnTo>
                  <a:lnTo>
                    <a:pt x="4235102" y="798815"/>
                  </a:lnTo>
                  <a:lnTo>
                    <a:pt x="4257060" y="825761"/>
                  </a:lnTo>
                  <a:lnTo>
                    <a:pt x="4279019" y="851884"/>
                  </a:lnTo>
                  <a:lnTo>
                    <a:pt x="4300977" y="877193"/>
                  </a:lnTo>
                  <a:lnTo>
                    <a:pt x="4322936" y="901682"/>
                  </a:lnTo>
                  <a:lnTo>
                    <a:pt x="4344894" y="925275"/>
                  </a:lnTo>
                  <a:lnTo>
                    <a:pt x="4366853" y="947883"/>
                  </a:lnTo>
                  <a:lnTo>
                    <a:pt x="4388811" y="969421"/>
                  </a:lnTo>
                  <a:lnTo>
                    <a:pt x="4410770" y="989811"/>
                  </a:lnTo>
                  <a:lnTo>
                    <a:pt x="4432729" y="1008998"/>
                  </a:lnTo>
                  <a:lnTo>
                    <a:pt x="4454687" y="1026934"/>
                  </a:lnTo>
                  <a:lnTo>
                    <a:pt x="4476646" y="1043493"/>
                  </a:lnTo>
                  <a:lnTo>
                    <a:pt x="4498604" y="1058913"/>
                  </a:lnTo>
                  <a:lnTo>
                    <a:pt x="4520563" y="1073298"/>
                  </a:lnTo>
                  <a:lnTo>
                    <a:pt x="4542521" y="1086782"/>
                  </a:lnTo>
                  <a:lnTo>
                    <a:pt x="4564480" y="1099519"/>
                  </a:lnTo>
                  <a:lnTo>
                    <a:pt x="4586438" y="1111680"/>
                  </a:lnTo>
                  <a:lnTo>
                    <a:pt x="4608397" y="1123440"/>
                  </a:lnTo>
                  <a:lnTo>
                    <a:pt x="4630356" y="1134970"/>
                  </a:lnTo>
                  <a:lnTo>
                    <a:pt x="4652314" y="1146440"/>
                  </a:lnTo>
                  <a:lnTo>
                    <a:pt x="4674273" y="1158014"/>
                  </a:lnTo>
                  <a:lnTo>
                    <a:pt x="4696231" y="1169790"/>
                  </a:lnTo>
                  <a:lnTo>
                    <a:pt x="4718190" y="1181828"/>
                  </a:lnTo>
                  <a:lnTo>
                    <a:pt x="4740148" y="1194160"/>
                  </a:lnTo>
                  <a:lnTo>
                    <a:pt x="4762107" y="1206786"/>
                  </a:lnTo>
                  <a:lnTo>
                    <a:pt x="4784065" y="1219682"/>
                  </a:lnTo>
                  <a:lnTo>
                    <a:pt x="4806024" y="1232801"/>
                  </a:lnTo>
                  <a:lnTo>
                    <a:pt x="4827983" y="1246080"/>
                  </a:lnTo>
                  <a:lnTo>
                    <a:pt x="4849941" y="1259431"/>
                  </a:lnTo>
                  <a:lnTo>
                    <a:pt x="4871900" y="1272753"/>
                  </a:lnTo>
                  <a:lnTo>
                    <a:pt x="4893858" y="1285964"/>
                  </a:lnTo>
                  <a:lnTo>
                    <a:pt x="4915817" y="1298991"/>
                  </a:lnTo>
                  <a:lnTo>
                    <a:pt x="4937775" y="1311767"/>
                  </a:lnTo>
                  <a:lnTo>
                    <a:pt x="4959734" y="1324238"/>
                  </a:lnTo>
                  <a:lnTo>
                    <a:pt x="4981692" y="1336359"/>
                  </a:lnTo>
                  <a:lnTo>
                    <a:pt x="5003651" y="1348097"/>
                  </a:lnTo>
                  <a:lnTo>
                    <a:pt x="5025609" y="1359389"/>
                  </a:lnTo>
                  <a:lnTo>
                    <a:pt x="5047568" y="1370248"/>
                  </a:lnTo>
                  <a:lnTo>
                    <a:pt x="5069527" y="1380700"/>
                  </a:lnTo>
                  <a:lnTo>
                    <a:pt x="5091485" y="1390756"/>
                  </a:lnTo>
                  <a:lnTo>
                    <a:pt x="5113444" y="1400431"/>
                  </a:lnTo>
                  <a:lnTo>
                    <a:pt x="5135402" y="1409743"/>
                  </a:lnTo>
                  <a:lnTo>
                    <a:pt x="5157361" y="1418711"/>
                  </a:lnTo>
                  <a:lnTo>
                    <a:pt x="5179319" y="1427350"/>
                  </a:lnTo>
                  <a:lnTo>
                    <a:pt x="5201278" y="1435660"/>
                  </a:lnTo>
                  <a:lnTo>
                    <a:pt x="5223236" y="1443615"/>
                  </a:lnTo>
                  <a:lnTo>
                    <a:pt x="5245195" y="1451239"/>
                  </a:lnTo>
                  <a:lnTo>
                    <a:pt x="5267154" y="1458508"/>
                  </a:lnTo>
                  <a:lnTo>
                    <a:pt x="5289112" y="1465385"/>
                  </a:lnTo>
                  <a:lnTo>
                    <a:pt x="5311071" y="1471823"/>
                  </a:lnTo>
                  <a:lnTo>
                    <a:pt x="5333029" y="1477766"/>
                  </a:lnTo>
                  <a:lnTo>
                    <a:pt x="5354988" y="1483152"/>
                  </a:lnTo>
                  <a:lnTo>
                    <a:pt x="5376946" y="1487917"/>
                  </a:lnTo>
                  <a:lnTo>
                    <a:pt x="5398905" y="1491912"/>
                  </a:lnTo>
                  <a:lnTo>
                    <a:pt x="5420863" y="1495125"/>
                  </a:lnTo>
                  <a:lnTo>
                    <a:pt x="5442822" y="1497554"/>
                  </a:lnTo>
                  <a:lnTo>
                    <a:pt x="5464780" y="1499188"/>
                  </a:lnTo>
                  <a:lnTo>
                    <a:pt x="5486739" y="1500042"/>
                  </a:lnTo>
                  <a:lnTo>
                    <a:pt x="5508698" y="1500157"/>
                  </a:lnTo>
                  <a:lnTo>
                    <a:pt x="5530656" y="1499600"/>
                  </a:lnTo>
                  <a:lnTo>
                    <a:pt x="5552615" y="1498467"/>
                  </a:lnTo>
                  <a:lnTo>
                    <a:pt x="5574573" y="1496865"/>
                  </a:lnTo>
                  <a:lnTo>
                    <a:pt x="5596532" y="1494950"/>
                  </a:lnTo>
                  <a:lnTo>
                    <a:pt x="5618490" y="1492936"/>
                  </a:lnTo>
                  <a:lnTo>
                    <a:pt x="5640449" y="1490989"/>
                  </a:lnTo>
                  <a:lnTo>
                    <a:pt x="5662407" y="1489268"/>
                  </a:lnTo>
                  <a:lnTo>
                    <a:pt x="5684366" y="1487926"/>
                  </a:lnTo>
                  <a:lnTo>
                    <a:pt x="5706325" y="1487098"/>
                  </a:lnTo>
                  <a:lnTo>
                    <a:pt x="5728283" y="1486897"/>
                  </a:lnTo>
                  <a:lnTo>
                    <a:pt x="5750242" y="1487412"/>
                  </a:lnTo>
                  <a:lnTo>
                    <a:pt x="5772200" y="1488800"/>
                  </a:lnTo>
                  <a:lnTo>
                    <a:pt x="5794159" y="1491019"/>
                  </a:lnTo>
                  <a:lnTo>
                    <a:pt x="5816117" y="1494025"/>
                  </a:lnTo>
                  <a:lnTo>
                    <a:pt x="5838076" y="1497779"/>
                  </a:lnTo>
                  <a:lnTo>
                    <a:pt x="5860034" y="1502223"/>
                  </a:lnTo>
                  <a:lnTo>
                    <a:pt x="5881993" y="1507285"/>
                  </a:lnTo>
                  <a:lnTo>
                    <a:pt x="5903952" y="1512881"/>
                  </a:lnTo>
                  <a:lnTo>
                    <a:pt x="5925910" y="1518925"/>
                  </a:lnTo>
                  <a:lnTo>
                    <a:pt x="5947869" y="1525344"/>
                  </a:lnTo>
                  <a:lnTo>
                    <a:pt x="5969827" y="1532055"/>
                  </a:lnTo>
                  <a:lnTo>
                    <a:pt x="5991786" y="1538954"/>
                  </a:lnTo>
                  <a:lnTo>
                    <a:pt x="6013744" y="1545984"/>
                  </a:lnTo>
                  <a:lnTo>
                    <a:pt x="6035703" y="1553099"/>
                  </a:lnTo>
                  <a:lnTo>
                    <a:pt x="6057661" y="1560259"/>
                  </a:lnTo>
                  <a:lnTo>
                    <a:pt x="6079620" y="1567434"/>
                  </a:lnTo>
                  <a:lnTo>
                    <a:pt x="6101578" y="1574592"/>
                  </a:lnTo>
                  <a:lnTo>
                    <a:pt x="6123537" y="1581707"/>
                  </a:lnTo>
                  <a:lnTo>
                    <a:pt x="6145496" y="1588733"/>
                  </a:lnTo>
                  <a:lnTo>
                    <a:pt x="6167454" y="1595632"/>
                  </a:lnTo>
                  <a:lnTo>
                    <a:pt x="6189413" y="1602360"/>
                  </a:lnTo>
                  <a:lnTo>
                    <a:pt x="6211371" y="1608867"/>
                  </a:lnTo>
                  <a:lnTo>
                    <a:pt x="6233330" y="1615095"/>
                  </a:lnTo>
                  <a:lnTo>
                    <a:pt x="6255288" y="1620987"/>
                  </a:lnTo>
                  <a:lnTo>
                    <a:pt x="6277247" y="1626482"/>
                  </a:lnTo>
                  <a:lnTo>
                    <a:pt x="6299205" y="1631524"/>
                  </a:lnTo>
                  <a:lnTo>
                    <a:pt x="6321164" y="1636033"/>
                  </a:lnTo>
                  <a:lnTo>
                    <a:pt x="6343123" y="1639935"/>
                  </a:lnTo>
                  <a:lnTo>
                    <a:pt x="6365081" y="1643260"/>
                  </a:lnTo>
                  <a:lnTo>
                    <a:pt x="6387040" y="1646005"/>
                  </a:lnTo>
                  <a:lnTo>
                    <a:pt x="6408998" y="1648180"/>
                  </a:lnTo>
                  <a:lnTo>
                    <a:pt x="6430957" y="1649810"/>
                  </a:lnTo>
                  <a:lnTo>
                    <a:pt x="6452915" y="1650936"/>
                  </a:lnTo>
                  <a:lnTo>
                    <a:pt x="6474874" y="1651608"/>
                  </a:lnTo>
                  <a:lnTo>
                    <a:pt x="6496832" y="1651889"/>
                  </a:lnTo>
                  <a:lnTo>
                    <a:pt x="6518791" y="1651819"/>
                  </a:lnTo>
                  <a:lnTo>
                    <a:pt x="6540750" y="1651522"/>
                  </a:lnTo>
                  <a:lnTo>
                    <a:pt x="6562708" y="1651078"/>
                  </a:lnTo>
                  <a:lnTo>
                    <a:pt x="6584667" y="1650557"/>
                  </a:lnTo>
                  <a:lnTo>
                    <a:pt x="6606625" y="1650024"/>
                  </a:lnTo>
                  <a:lnTo>
                    <a:pt x="6628584" y="1649538"/>
                  </a:lnTo>
                  <a:lnTo>
                    <a:pt x="6650542" y="1649149"/>
                  </a:lnTo>
                  <a:lnTo>
                    <a:pt x="6672501" y="1648900"/>
                  </a:lnTo>
                  <a:lnTo>
                    <a:pt x="6694459" y="1648837"/>
                  </a:lnTo>
                  <a:lnTo>
                    <a:pt x="6716418" y="1648997"/>
                  </a:lnTo>
                  <a:lnTo>
                    <a:pt x="6738376" y="1649375"/>
                  </a:lnTo>
                  <a:lnTo>
                    <a:pt x="6760335" y="1649977"/>
                  </a:lnTo>
                  <a:lnTo>
                    <a:pt x="6782294" y="1650802"/>
                  </a:lnTo>
                  <a:lnTo>
                    <a:pt x="6804252" y="1651843"/>
                  </a:lnTo>
                  <a:lnTo>
                    <a:pt x="6826211" y="1653086"/>
                  </a:lnTo>
                  <a:lnTo>
                    <a:pt x="6848169" y="1654514"/>
                  </a:lnTo>
                  <a:lnTo>
                    <a:pt x="6870128" y="1656105"/>
                  </a:lnTo>
                  <a:lnTo>
                    <a:pt x="6892086" y="1657846"/>
                  </a:lnTo>
                  <a:lnTo>
                    <a:pt x="6914045" y="1659685"/>
                  </a:lnTo>
                  <a:lnTo>
                    <a:pt x="6936003" y="1661587"/>
                  </a:lnTo>
                  <a:lnTo>
                    <a:pt x="6957962" y="1663521"/>
                  </a:lnTo>
                  <a:lnTo>
                    <a:pt x="6979921" y="1665454"/>
                  </a:lnTo>
                  <a:lnTo>
                    <a:pt x="7001879" y="1667355"/>
                  </a:lnTo>
                  <a:lnTo>
                    <a:pt x="7023838" y="1669196"/>
                  </a:lnTo>
                  <a:lnTo>
                    <a:pt x="7045796" y="1670952"/>
                  </a:lnTo>
                  <a:lnTo>
                    <a:pt x="7067755" y="1672594"/>
                  </a:lnTo>
                  <a:lnTo>
                    <a:pt x="7089713" y="1674098"/>
                  </a:lnTo>
                  <a:lnTo>
                    <a:pt x="7111672" y="1675464"/>
                  </a:lnTo>
                  <a:lnTo>
                    <a:pt x="7133630" y="1676689"/>
                  </a:lnTo>
                  <a:lnTo>
                    <a:pt x="7155589" y="1677770"/>
                  </a:lnTo>
                  <a:lnTo>
                    <a:pt x="7177547" y="1678712"/>
                  </a:lnTo>
                  <a:lnTo>
                    <a:pt x="7199506" y="1679520"/>
                  </a:lnTo>
                  <a:lnTo>
                    <a:pt x="7221465" y="1680203"/>
                  </a:lnTo>
                  <a:lnTo>
                    <a:pt x="7243423" y="1680771"/>
                  </a:lnTo>
                  <a:lnTo>
                    <a:pt x="7265382" y="1681224"/>
                  </a:lnTo>
                  <a:lnTo>
                    <a:pt x="7287340" y="1681591"/>
                  </a:lnTo>
                  <a:lnTo>
                    <a:pt x="7309299" y="1681884"/>
                  </a:lnTo>
                  <a:lnTo>
                    <a:pt x="7331257" y="1682115"/>
                  </a:lnTo>
                  <a:lnTo>
                    <a:pt x="7353216" y="1682294"/>
                  </a:lnTo>
                  <a:lnTo>
                    <a:pt x="7375174" y="1682431"/>
                  </a:lnTo>
                  <a:lnTo>
                    <a:pt x="7397133" y="1682534"/>
                  </a:lnTo>
                  <a:lnTo>
                    <a:pt x="7419092" y="1682610"/>
                  </a:lnTo>
                  <a:lnTo>
                    <a:pt x="7441050" y="1682665"/>
                  </a:lnTo>
                  <a:lnTo>
                    <a:pt x="7463009" y="1682703"/>
                  </a:lnTo>
                  <a:lnTo>
                    <a:pt x="7464706" y="1682705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87220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735461" y="5434466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35461" y="4378679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35461" y="3322893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2267106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025635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382854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835491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119285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476504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282475" y="5889022"/>
              <a:ext cx="31794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- predicted</a:t>
              </a:r>
            </a:p>
          </p:txBody>
        </p:sp>
        <p:sp>
          <p:nvSpPr>
            <p:cNvPr id="38" name="tx38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139851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2026-05-21T09:01:40Z</dcterms:modified>
  <cp:category/>
</cp:coreProperties>
</file>