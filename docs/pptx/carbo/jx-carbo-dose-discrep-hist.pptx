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213278" y="5061455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213278" y="4220703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213278" y="3379951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213278" y="2539198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49245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93114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236983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80852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924722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268591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213278" y="5481832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213278" y="4641079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213278" y="3800327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13278" y="2959575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213278" y="2118822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221180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565049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908918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252787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596656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13278" y="1950672"/>
              <a:ext cx="3696398" cy="3531159"/>
            </a:xfrm>
            <a:custGeom>
              <a:avLst/>
              <a:pathLst>
                <a:path w="3696398" h="3531159">
                  <a:moveTo>
                    <a:pt x="0" y="3531159"/>
                  </a:moveTo>
                  <a:lnTo>
                    <a:pt x="18114" y="3531159"/>
                  </a:lnTo>
                  <a:lnTo>
                    <a:pt x="18872" y="3531159"/>
                  </a:lnTo>
                  <a:lnTo>
                    <a:pt x="19631" y="3531159"/>
                  </a:lnTo>
                  <a:lnTo>
                    <a:pt x="39856" y="3531159"/>
                  </a:lnTo>
                  <a:lnTo>
                    <a:pt x="40615" y="3531159"/>
                  </a:lnTo>
                  <a:lnTo>
                    <a:pt x="41373" y="3531159"/>
                  </a:lnTo>
                  <a:lnTo>
                    <a:pt x="61599" y="3531159"/>
                  </a:lnTo>
                  <a:lnTo>
                    <a:pt x="62357" y="3531159"/>
                  </a:lnTo>
                  <a:lnTo>
                    <a:pt x="63116" y="3531159"/>
                  </a:lnTo>
                  <a:lnTo>
                    <a:pt x="83342" y="3531159"/>
                  </a:lnTo>
                  <a:lnTo>
                    <a:pt x="84100" y="3531159"/>
                  </a:lnTo>
                  <a:lnTo>
                    <a:pt x="84858" y="3531159"/>
                  </a:lnTo>
                  <a:lnTo>
                    <a:pt x="105084" y="3531159"/>
                  </a:lnTo>
                  <a:lnTo>
                    <a:pt x="105843" y="3531159"/>
                  </a:lnTo>
                  <a:lnTo>
                    <a:pt x="106601" y="3531159"/>
                  </a:lnTo>
                  <a:lnTo>
                    <a:pt x="126827" y="3531159"/>
                  </a:lnTo>
                  <a:lnTo>
                    <a:pt x="127585" y="3531159"/>
                  </a:lnTo>
                  <a:lnTo>
                    <a:pt x="128343" y="3531159"/>
                  </a:lnTo>
                  <a:lnTo>
                    <a:pt x="148569" y="3531159"/>
                  </a:lnTo>
                  <a:lnTo>
                    <a:pt x="149328" y="3531159"/>
                  </a:lnTo>
                  <a:lnTo>
                    <a:pt x="150086" y="3531159"/>
                  </a:lnTo>
                  <a:lnTo>
                    <a:pt x="170312" y="3531159"/>
                  </a:lnTo>
                  <a:lnTo>
                    <a:pt x="171070" y="3531159"/>
                  </a:lnTo>
                  <a:lnTo>
                    <a:pt x="171829" y="3531159"/>
                  </a:lnTo>
                  <a:lnTo>
                    <a:pt x="192054" y="3531159"/>
                  </a:lnTo>
                  <a:lnTo>
                    <a:pt x="192813" y="3531159"/>
                  </a:lnTo>
                  <a:lnTo>
                    <a:pt x="193571" y="3531159"/>
                  </a:lnTo>
                  <a:lnTo>
                    <a:pt x="213797" y="3531159"/>
                  </a:lnTo>
                  <a:lnTo>
                    <a:pt x="214555" y="3531159"/>
                  </a:lnTo>
                  <a:lnTo>
                    <a:pt x="215314" y="3531159"/>
                  </a:lnTo>
                  <a:lnTo>
                    <a:pt x="235539" y="3531159"/>
                  </a:lnTo>
                  <a:lnTo>
                    <a:pt x="236298" y="3531159"/>
                  </a:lnTo>
                  <a:lnTo>
                    <a:pt x="237056" y="3531159"/>
                  </a:lnTo>
                  <a:lnTo>
                    <a:pt x="257282" y="3531159"/>
                  </a:lnTo>
                  <a:lnTo>
                    <a:pt x="258040" y="3531159"/>
                  </a:lnTo>
                  <a:lnTo>
                    <a:pt x="258799" y="3531159"/>
                  </a:lnTo>
                  <a:lnTo>
                    <a:pt x="279025" y="3531159"/>
                  </a:lnTo>
                  <a:lnTo>
                    <a:pt x="279783" y="3531159"/>
                  </a:lnTo>
                  <a:lnTo>
                    <a:pt x="280541" y="3531159"/>
                  </a:lnTo>
                  <a:lnTo>
                    <a:pt x="300767" y="3531159"/>
                  </a:lnTo>
                  <a:lnTo>
                    <a:pt x="301526" y="3531159"/>
                  </a:lnTo>
                  <a:lnTo>
                    <a:pt x="302284" y="3531159"/>
                  </a:lnTo>
                  <a:lnTo>
                    <a:pt x="322510" y="3531159"/>
                  </a:lnTo>
                  <a:lnTo>
                    <a:pt x="323268" y="3531159"/>
                  </a:lnTo>
                  <a:lnTo>
                    <a:pt x="324027" y="3531159"/>
                  </a:lnTo>
                  <a:lnTo>
                    <a:pt x="344252" y="3531159"/>
                  </a:lnTo>
                  <a:lnTo>
                    <a:pt x="345011" y="3531159"/>
                  </a:lnTo>
                  <a:lnTo>
                    <a:pt x="345769" y="3531159"/>
                  </a:lnTo>
                  <a:lnTo>
                    <a:pt x="365995" y="3531159"/>
                  </a:lnTo>
                  <a:lnTo>
                    <a:pt x="366753" y="3531159"/>
                  </a:lnTo>
                  <a:lnTo>
                    <a:pt x="367512" y="3531159"/>
                  </a:lnTo>
                  <a:lnTo>
                    <a:pt x="387737" y="3531159"/>
                  </a:lnTo>
                  <a:lnTo>
                    <a:pt x="388496" y="3531159"/>
                  </a:lnTo>
                  <a:lnTo>
                    <a:pt x="389254" y="3531159"/>
                  </a:lnTo>
                  <a:lnTo>
                    <a:pt x="409480" y="3531159"/>
                  </a:lnTo>
                  <a:lnTo>
                    <a:pt x="410238" y="3531159"/>
                  </a:lnTo>
                  <a:lnTo>
                    <a:pt x="410997" y="3531159"/>
                  </a:lnTo>
                  <a:lnTo>
                    <a:pt x="431222" y="3531159"/>
                  </a:lnTo>
                  <a:lnTo>
                    <a:pt x="431981" y="3531159"/>
                  </a:lnTo>
                  <a:lnTo>
                    <a:pt x="432739" y="3531159"/>
                  </a:lnTo>
                  <a:lnTo>
                    <a:pt x="452965" y="3531159"/>
                  </a:lnTo>
                  <a:lnTo>
                    <a:pt x="453723" y="3531159"/>
                  </a:lnTo>
                  <a:lnTo>
                    <a:pt x="454482" y="3531159"/>
                  </a:lnTo>
                  <a:lnTo>
                    <a:pt x="474708" y="3531159"/>
                  </a:lnTo>
                  <a:lnTo>
                    <a:pt x="475466" y="3531159"/>
                  </a:lnTo>
                  <a:lnTo>
                    <a:pt x="476224" y="3531159"/>
                  </a:lnTo>
                  <a:lnTo>
                    <a:pt x="496450" y="3531158"/>
                  </a:lnTo>
                  <a:lnTo>
                    <a:pt x="497209" y="3531158"/>
                  </a:lnTo>
                  <a:lnTo>
                    <a:pt x="497967" y="3531158"/>
                  </a:lnTo>
                  <a:lnTo>
                    <a:pt x="518193" y="3531158"/>
                  </a:lnTo>
                  <a:lnTo>
                    <a:pt x="518951" y="3531158"/>
                  </a:lnTo>
                  <a:lnTo>
                    <a:pt x="519710" y="3531157"/>
                  </a:lnTo>
                  <a:lnTo>
                    <a:pt x="539935" y="3531156"/>
                  </a:lnTo>
                  <a:lnTo>
                    <a:pt x="540694" y="3531156"/>
                  </a:lnTo>
                  <a:lnTo>
                    <a:pt x="541452" y="3531156"/>
                  </a:lnTo>
                  <a:lnTo>
                    <a:pt x="561678" y="3531154"/>
                  </a:lnTo>
                  <a:lnTo>
                    <a:pt x="562436" y="3531154"/>
                  </a:lnTo>
                  <a:lnTo>
                    <a:pt x="563195" y="3531154"/>
                  </a:lnTo>
                  <a:lnTo>
                    <a:pt x="583420" y="3531151"/>
                  </a:lnTo>
                  <a:lnTo>
                    <a:pt x="584179" y="3531151"/>
                  </a:lnTo>
                  <a:lnTo>
                    <a:pt x="584937" y="3531150"/>
                  </a:lnTo>
                  <a:lnTo>
                    <a:pt x="605163" y="3531145"/>
                  </a:lnTo>
                  <a:lnTo>
                    <a:pt x="605921" y="3531145"/>
                  </a:lnTo>
                  <a:lnTo>
                    <a:pt x="606680" y="3531145"/>
                  </a:lnTo>
                  <a:lnTo>
                    <a:pt x="626905" y="3531137"/>
                  </a:lnTo>
                  <a:lnTo>
                    <a:pt x="627664" y="3531137"/>
                  </a:lnTo>
                  <a:lnTo>
                    <a:pt x="628422" y="3531136"/>
                  </a:lnTo>
                  <a:lnTo>
                    <a:pt x="648648" y="3531124"/>
                  </a:lnTo>
                  <a:lnTo>
                    <a:pt x="649406" y="3531124"/>
                  </a:lnTo>
                  <a:lnTo>
                    <a:pt x="650165" y="3531123"/>
                  </a:lnTo>
                  <a:lnTo>
                    <a:pt x="670391" y="3531105"/>
                  </a:lnTo>
                  <a:lnTo>
                    <a:pt x="671149" y="3531104"/>
                  </a:lnTo>
                  <a:lnTo>
                    <a:pt x="671907" y="3531103"/>
                  </a:lnTo>
                  <a:lnTo>
                    <a:pt x="692133" y="3531077"/>
                  </a:lnTo>
                  <a:lnTo>
                    <a:pt x="692892" y="3531076"/>
                  </a:lnTo>
                  <a:lnTo>
                    <a:pt x="693650" y="3531074"/>
                  </a:lnTo>
                  <a:lnTo>
                    <a:pt x="713876" y="3531036"/>
                  </a:lnTo>
                  <a:lnTo>
                    <a:pt x="714634" y="3531035"/>
                  </a:lnTo>
                  <a:lnTo>
                    <a:pt x="715393" y="3531032"/>
                  </a:lnTo>
                  <a:lnTo>
                    <a:pt x="735618" y="3530975"/>
                  </a:lnTo>
                  <a:lnTo>
                    <a:pt x="736377" y="3530973"/>
                  </a:lnTo>
                  <a:lnTo>
                    <a:pt x="737135" y="3530970"/>
                  </a:lnTo>
                  <a:lnTo>
                    <a:pt x="757361" y="3530886"/>
                  </a:lnTo>
                  <a:lnTo>
                    <a:pt x="758119" y="3530883"/>
                  </a:lnTo>
                  <a:lnTo>
                    <a:pt x="758878" y="3530879"/>
                  </a:lnTo>
                  <a:lnTo>
                    <a:pt x="779103" y="3530761"/>
                  </a:lnTo>
                  <a:lnTo>
                    <a:pt x="779862" y="3530757"/>
                  </a:lnTo>
                  <a:lnTo>
                    <a:pt x="780620" y="3530751"/>
                  </a:lnTo>
                  <a:lnTo>
                    <a:pt x="800846" y="3530587"/>
                  </a:lnTo>
                  <a:lnTo>
                    <a:pt x="801604" y="3530581"/>
                  </a:lnTo>
                  <a:lnTo>
                    <a:pt x="802363" y="3530572"/>
                  </a:lnTo>
                  <a:lnTo>
                    <a:pt x="822589" y="3530349"/>
                  </a:lnTo>
                  <a:lnTo>
                    <a:pt x="823347" y="3530340"/>
                  </a:lnTo>
                  <a:lnTo>
                    <a:pt x="824105" y="3530329"/>
                  </a:lnTo>
                  <a:lnTo>
                    <a:pt x="844331" y="3530028"/>
                  </a:lnTo>
                  <a:lnTo>
                    <a:pt x="845089" y="3530017"/>
                  </a:lnTo>
                  <a:lnTo>
                    <a:pt x="845848" y="3530002"/>
                  </a:lnTo>
                  <a:lnTo>
                    <a:pt x="866074" y="3529602"/>
                  </a:lnTo>
                  <a:lnTo>
                    <a:pt x="866832" y="3529587"/>
                  </a:lnTo>
                  <a:lnTo>
                    <a:pt x="867590" y="3529567"/>
                  </a:lnTo>
                  <a:lnTo>
                    <a:pt x="887816" y="3529045"/>
                  </a:lnTo>
                  <a:lnTo>
                    <a:pt x="888575" y="3529025"/>
                  </a:lnTo>
                  <a:lnTo>
                    <a:pt x="889333" y="3529000"/>
                  </a:lnTo>
                  <a:lnTo>
                    <a:pt x="909559" y="3528321"/>
                  </a:lnTo>
                  <a:lnTo>
                    <a:pt x="910317" y="3528295"/>
                  </a:lnTo>
                  <a:lnTo>
                    <a:pt x="911076" y="3528262"/>
                  </a:lnTo>
                  <a:lnTo>
                    <a:pt x="931301" y="3527367"/>
                  </a:lnTo>
                  <a:lnTo>
                    <a:pt x="932060" y="3527334"/>
                  </a:lnTo>
                  <a:lnTo>
                    <a:pt x="932818" y="3527291"/>
                  </a:lnTo>
                  <a:lnTo>
                    <a:pt x="953044" y="3526163"/>
                  </a:lnTo>
                  <a:lnTo>
                    <a:pt x="953802" y="3526120"/>
                  </a:lnTo>
                  <a:lnTo>
                    <a:pt x="954561" y="3526068"/>
                  </a:lnTo>
                  <a:lnTo>
                    <a:pt x="974786" y="3524666"/>
                  </a:lnTo>
                  <a:lnTo>
                    <a:pt x="975545" y="3524613"/>
                  </a:lnTo>
                  <a:lnTo>
                    <a:pt x="976303" y="3524549"/>
                  </a:lnTo>
                  <a:lnTo>
                    <a:pt x="996529" y="3522832"/>
                  </a:lnTo>
                  <a:lnTo>
                    <a:pt x="997287" y="3522768"/>
                  </a:lnTo>
                  <a:lnTo>
                    <a:pt x="998046" y="3522690"/>
                  </a:lnTo>
                  <a:lnTo>
                    <a:pt x="1018272" y="3520620"/>
                  </a:lnTo>
                  <a:lnTo>
                    <a:pt x="1019030" y="3520542"/>
                  </a:lnTo>
                  <a:lnTo>
                    <a:pt x="1019788" y="3520450"/>
                  </a:lnTo>
                  <a:lnTo>
                    <a:pt x="1040014" y="3517988"/>
                  </a:lnTo>
                  <a:lnTo>
                    <a:pt x="1040772" y="3517896"/>
                  </a:lnTo>
                  <a:lnTo>
                    <a:pt x="1041531" y="3517787"/>
                  </a:lnTo>
                  <a:lnTo>
                    <a:pt x="1061757" y="3514900"/>
                  </a:lnTo>
                  <a:lnTo>
                    <a:pt x="1062515" y="3514792"/>
                  </a:lnTo>
                  <a:lnTo>
                    <a:pt x="1063273" y="3514666"/>
                  </a:lnTo>
                  <a:lnTo>
                    <a:pt x="1083499" y="3511327"/>
                  </a:lnTo>
                  <a:lnTo>
                    <a:pt x="1084258" y="3511202"/>
                  </a:lnTo>
                  <a:lnTo>
                    <a:pt x="1085016" y="3511057"/>
                  </a:lnTo>
                  <a:lnTo>
                    <a:pt x="1105242" y="3507194"/>
                  </a:lnTo>
                  <a:lnTo>
                    <a:pt x="1106000" y="3507050"/>
                  </a:lnTo>
                  <a:lnTo>
                    <a:pt x="1106759" y="3506886"/>
                  </a:lnTo>
                  <a:lnTo>
                    <a:pt x="1126984" y="3502528"/>
                  </a:lnTo>
                  <a:lnTo>
                    <a:pt x="1127743" y="3502364"/>
                  </a:lnTo>
                  <a:lnTo>
                    <a:pt x="1128501" y="3502183"/>
                  </a:lnTo>
                  <a:lnTo>
                    <a:pt x="1148727" y="3497365"/>
                  </a:lnTo>
                  <a:lnTo>
                    <a:pt x="1149485" y="3497184"/>
                  </a:lnTo>
                  <a:lnTo>
                    <a:pt x="1150244" y="3496987"/>
                  </a:lnTo>
                  <a:lnTo>
                    <a:pt x="1170469" y="3491737"/>
                  </a:lnTo>
                  <a:lnTo>
                    <a:pt x="1171228" y="3491540"/>
                  </a:lnTo>
                  <a:lnTo>
                    <a:pt x="1171986" y="3491329"/>
                  </a:lnTo>
                  <a:lnTo>
                    <a:pt x="1192212" y="3485691"/>
                  </a:lnTo>
                  <a:lnTo>
                    <a:pt x="1192970" y="3485479"/>
                  </a:lnTo>
                  <a:lnTo>
                    <a:pt x="1193729" y="3485256"/>
                  </a:lnTo>
                  <a:lnTo>
                    <a:pt x="1213955" y="3479286"/>
                  </a:lnTo>
                  <a:lnTo>
                    <a:pt x="1214713" y="3479063"/>
                  </a:lnTo>
                  <a:lnTo>
                    <a:pt x="1215471" y="3478829"/>
                  </a:lnTo>
                  <a:lnTo>
                    <a:pt x="1235697" y="3472596"/>
                  </a:lnTo>
                  <a:lnTo>
                    <a:pt x="1236455" y="3472363"/>
                  </a:lnTo>
                  <a:lnTo>
                    <a:pt x="1237214" y="3472122"/>
                  </a:lnTo>
                  <a:lnTo>
                    <a:pt x="1257440" y="3465702"/>
                  </a:lnTo>
                  <a:lnTo>
                    <a:pt x="1258198" y="3465461"/>
                  </a:lnTo>
                  <a:lnTo>
                    <a:pt x="1258956" y="3465217"/>
                  </a:lnTo>
                  <a:lnTo>
                    <a:pt x="1279182" y="3458690"/>
                  </a:lnTo>
                  <a:lnTo>
                    <a:pt x="1279941" y="3458445"/>
                  </a:lnTo>
                  <a:lnTo>
                    <a:pt x="1280699" y="3458200"/>
                  </a:lnTo>
                  <a:lnTo>
                    <a:pt x="1300925" y="3451661"/>
                  </a:lnTo>
                  <a:lnTo>
                    <a:pt x="1301683" y="3451416"/>
                  </a:lnTo>
                  <a:lnTo>
                    <a:pt x="1302442" y="3451173"/>
                  </a:lnTo>
                  <a:lnTo>
                    <a:pt x="1322667" y="3444700"/>
                  </a:lnTo>
                  <a:lnTo>
                    <a:pt x="1323426" y="3444457"/>
                  </a:lnTo>
                  <a:lnTo>
                    <a:pt x="1324184" y="3444219"/>
                  </a:lnTo>
                  <a:lnTo>
                    <a:pt x="1344410" y="3437860"/>
                  </a:lnTo>
                  <a:lnTo>
                    <a:pt x="1345168" y="3437622"/>
                  </a:lnTo>
                  <a:lnTo>
                    <a:pt x="1345927" y="3437389"/>
                  </a:lnTo>
                  <a:lnTo>
                    <a:pt x="1366152" y="3431171"/>
                  </a:lnTo>
                  <a:lnTo>
                    <a:pt x="1366911" y="3430938"/>
                  </a:lnTo>
                  <a:lnTo>
                    <a:pt x="1367669" y="3430710"/>
                  </a:lnTo>
                  <a:lnTo>
                    <a:pt x="1387895" y="3424633"/>
                  </a:lnTo>
                  <a:lnTo>
                    <a:pt x="1388653" y="3424405"/>
                  </a:lnTo>
                  <a:lnTo>
                    <a:pt x="1389412" y="3424182"/>
                  </a:lnTo>
                  <a:lnTo>
                    <a:pt x="1409638" y="3418218"/>
                  </a:lnTo>
                  <a:lnTo>
                    <a:pt x="1410396" y="3417995"/>
                  </a:lnTo>
                  <a:lnTo>
                    <a:pt x="1411154" y="3417773"/>
                  </a:lnTo>
                  <a:lnTo>
                    <a:pt x="1431380" y="3411864"/>
                  </a:lnTo>
                  <a:lnTo>
                    <a:pt x="1432138" y="3411643"/>
                  </a:lnTo>
                  <a:lnTo>
                    <a:pt x="1432897" y="3411420"/>
                  </a:lnTo>
                  <a:lnTo>
                    <a:pt x="1453123" y="3405478"/>
                  </a:lnTo>
                  <a:lnTo>
                    <a:pt x="1453881" y="3405255"/>
                  </a:lnTo>
                  <a:lnTo>
                    <a:pt x="1454639" y="3405025"/>
                  </a:lnTo>
                  <a:lnTo>
                    <a:pt x="1474865" y="3398896"/>
                  </a:lnTo>
                  <a:lnTo>
                    <a:pt x="1475624" y="3398666"/>
                  </a:lnTo>
                  <a:lnTo>
                    <a:pt x="1476382" y="3398423"/>
                  </a:lnTo>
                  <a:lnTo>
                    <a:pt x="1496608" y="3391944"/>
                  </a:lnTo>
                  <a:lnTo>
                    <a:pt x="1497366" y="3391701"/>
                  </a:lnTo>
                  <a:lnTo>
                    <a:pt x="1498125" y="3391439"/>
                  </a:lnTo>
                  <a:lnTo>
                    <a:pt x="1518350" y="3384459"/>
                  </a:lnTo>
                  <a:lnTo>
                    <a:pt x="1519109" y="3384197"/>
                  </a:lnTo>
                  <a:lnTo>
                    <a:pt x="1519867" y="3383911"/>
                  </a:lnTo>
                  <a:lnTo>
                    <a:pt x="1540093" y="3376274"/>
                  </a:lnTo>
                  <a:lnTo>
                    <a:pt x="1540851" y="3375988"/>
                  </a:lnTo>
                  <a:lnTo>
                    <a:pt x="1541610" y="3375671"/>
                  </a:lnTo>
                  <a:lnTo>
                    <a:pt x="1561835" y="3367231"/>
                  </a:lnTo>
                  <a:lnTo>
                    <a:pt x="1562594" y="3366915"/>
                  </a:lnTo>
                  <a:lnTo>
                    <a:pt x="1563352" y="3366563"/>
                  </a:lnTo>
                  <a:lnTo>
                    <a:pt x="1583578" y="3357192"/>
                  </a:lnTo>
                  <a:lnTo>
                    <a:pt x="1584336" y="3356841"/>
                  </a:lnTo>
                  <a:lnTo>
                    <a:pt x="1585095" y="3356451"/>
                  </a:lnTo>
                  <a:lnTo>
                    <a:pt x="1605321" y="3346047"/>
                  </a:lnTo>
                  <a:lnTo>
                    <a:pt x="1606079" y="3345657"/>
                  </a:lnTo>
                  <a:lnTo>
                    <a:pt x="1606837" y="3345225"/>
                  </a:lnTo>
                  <a:lnTo>
                    <a:pt x="1627063" y="3333720"/>
                  </a:lnTo>
                  <a:lnTo>
                    <a:pt x="1627822" y="3333289"/>
                  </a:lnTo>
                  <a:lnTo>
                    <a:pt x="1628580" y="3332813"/>
                  </a:lnTo>
                  <a:lnTo>
                    <a:pt x="1648806" y="3320131"/>
                  </a:lnTo>
                  <a:lnTo>
                    <a:pt x="1649564" y="3319655"/>
                  </a:lnTo>
                  <a:lnTo>
                    <a:pt x="1650322" y="3319134"/>
                  </a:lnTo>
                  <a:lnTo>
                    <a:pt x="1670548" y="3305224"/>
                  </a:lnTo>
                  <a:lnTo>
                    <a:pt x="1671307" y="3304702"/>
                  </a:lnTo>
                  <a:lnTo>
                    <a:pt x="1672065" y="3304142"/>
                  </a:lnTo>
                  <a:lnTo>
                    <a:pt x="1692291" y="3289208"/>
                  </a:lnTo>
                  <a:lnTo>
                    <a:pt x="1693049" y="3288648"/>
                  </a:lnTo>
                  <a:lnTo>
                    <a:pt x="1693808" y="3288054"/>
                  </a:lnTo>
                  <a:lnTo>
                    <a:pt x="1714033" y="3272205"/>
                  </a:lnTo>
                  <a:lnTo>
                    <a:pt x="1714792" y="3271611"/>
                  </a:lnTo>
                  <a:lnTo>
                    <a:pt x="1715550" y="3270987"/>
                  </a:lnTo>
                  <a:lnTo>
                    <a:pt x="1735776" y="3254360"/>
                  </a:lnTo>
                  <a:lnTo>
                    <a:pt x="1736534" y="3253736"/>
                  </a:lnTo>
                  <a:lnTo>
                    <a:pt x="1737293" y="3253089"/>
                  </a:lnTo>
                  <a:lnTo>
                    <a:pt x="1757518" y="3235835"/>
                  </a:lnTo>
                  <a:lnTo>
                    <a:pt x="1758277" y="3235188"/>
                  </a:lnTo>
                  <a:lnTo>
                    <a:pt x="1759035" y="3234524"/>
                  </a:lnTo>
                  <a:lnTo>
                    <a:pt x="1779261" y="3216805"/>
                  </a:lnTo>
                  <a:lnTo>
                    <a:pt x="1780019" y="3216141"/>
                  </a:lnTo>
                  <a:lnTo>
                    <a:pt x="1780778" y="3215465"/>
                  </a:lnTo>
                  <a:lnTo>
                    <a:pt x="1801004" y="3197445"/>
                  </a:lnTo>
                  <a:lnTo>
                    <a:pt x="1801762" y="3196770"/>
                  </a:lnTo>
                  <a:lnTo>
                    <a:pt x="1802520" y="3196089"/>
                  </a:lnTo>
                  <a:lnTo>
                    <a:pt x="1822746" y="3177925"/>
                  </a:lnTo>
                  <a:lnTo>
                    <a:pt x="1823505" y="3177244"/>
                  </a:lnTo>
                  <a:lnTo>
                    <a:pt x="1824263" y="3176564"/>
                  </a:lnTo>
                  <a:lnTo>
                    <a:pt x="1844489" y="3158423"/>
                  </a:lnTo>
                  <a:lnTo>
                    <a:pt x="1845247" y="3157743"/>
                  </a:lnTo>
                  <a:lnTo>
                    <a:pt x="1846005" y="3157069"/>
                  </a:lnTo>
                  <a:lnTo>
                    <a:pt x="1866231" y="3139097"/>
                  </a:lnTo>
                  <a:lnTo>
                    <a:pt x="1866990" y="3138423"/>
                  </a:lnTo>
                  <a:lnTo>
                    <a:pt x="1867748" y="3137759"/>
                  </a:lnTo>
                  <a:lnTo>
                    <a:pt x="1887974" y="3120059"/>
                  </a:lnTo>
                  <a:lnTo>
                    <a:pt x="1888732" y="3119395"/>
                  </a:lnTo>
                  <a:lnTo>
                    <a:pt x="1889491" y="3118745"/>
                  </a:lnTo>
                  <a:lnTo>
                    <a:pt x="1909716" y="3101405"/>
                  </a:lnTo>
                  <a:lnTo>
                    <a:pt x="1910475" y="3100755"/>
                  </a:lnTo>
                  <a:lnTo>
                    <a:pt x="1911233" y="3100121"/>
                  </a:lnTo>
                  <a:lnTo>
                    <a:pt x="1931459" y="3083225"/>
                  </a:lnTo>
                  <a:lnTo>
                    <a:pt x="1932217" y="3082591"/>
                  </a:lnTo>
                  <a:lnTo>
                    <a:pt x="1932976" y="3081978"/>
                  </a:lnTo>
                  <a:lnTo>
                    <a:pt x="1953201" y="3065605"/>
                  </a:lnTo>
                  <a:lnTo>
                    <a:pt x="1953960" y="3064991"/>
                  </a:lnTo>
                  <a:lnTo>
                    <a:pt x="1954718" y="3064400"/>
                  </a:lnTo>
                  <a:lnTo>
                    <a:pt x="1974944" y="3048635"/>
                  </a:lnTo>
                  <a:lnTo>
                    <a:pt x="1975702" y="3048044"/>
                  </a:lnTo>
                  <a:lnTo>
                    <a:pt x="1976461" y="3047479"/>
                  </a:lnTo>
                  <a:lnTo>
                    <a:pt x="1996687" y="3032414"/>
                  </a:lnTo>
                  <a:lnTo>
                    <a:pt x="1997445" y="3031849"/>
                  </a:lnTo>
                  <a:lnTo>
                    <a:pt x="1998203" y="3031316"/>
                  </a:lnTo>
                  <a:lnTo>
                    <a:pt x="2018429" y="3017099"/>
                  </a:lnTo>
                  <a:lnTo>
                    <a:pt x="2019188" y="3016566"/>
                  </a:lnTo>
                  <a:lnTo>
                    <a:pt x="2019946" y="3016072"/>
                  </a:lnTo>
                  <a:lnTo>
                    <a:pt x="2040172" y="3002904"/>
                  </a:lnTo>
                  <a:lnTo>
                    <a:pt x="2040930" y="3002410"/>
                  </a:lnTo>
                  <a:lnTo>
                    <a:pt x="2041688" y="3001958"/>
                  </a:lnTo>
                  <a:lnTo>
                    <a:pt x="2061914" y="2989884"/>
                  </a:lnTo>
                  <a:lnTo>
                    <a:pt x="2062673" y="2989432"/>
                  </a:lnTo>
                  <a:lnTo>
                    <a:pt x="2063431" y="2989025"/>
                  </a:lnTo>
                  <a:lnTo>
                    <a:pt x="2083657" y="2978176"/>
                  </a:lnTo>
                  <a:lnTo>
                    <a:pt x="2084415" y="2977769"/>
                  </a:lnTo>
                  <a:lnTo>
                    <a:pt x="2085174" y="2977413"/>
                  </a:lnTo>
                  <a:lnTo>
                    <a:pt x="2105399" y="2967910"/>
                  </a:lnTo>
                  <a:lnTo>
                    <a:pt x="2106158" y="2967554"/>
                  </a:lnTo>
                  <a:lnTo>
                    <a:pt x="2106916" y="2967252"/>
                  </a:lnTo>
                  <a:lnTo>
                    <a:pt x="2127142" y="2959196"/>
                  </a:lnTo>
                  <a:lnTo>
                    <a:pt x="2127900" y="2958894"/>
                  </a:lnTo>
                  <a:lnTo>
                    <a:pt x="2128659" y="2958649"/>
                  </a:lnTo>
                  <a:lnTo>
                    <a:pt x="2148884" y="2952112"/>
                  </a:lnTo>
                  <a:lnTo>
                    <a:pt x="2149643" y="2951867"/>
                  </a:lnTo>
                  <a:lnTo>
                    <a:pt x="2150401" y="2951680"/>
                  </a:lnTo>
                  <a:lnTo>
                    <a:pt x="2170627" y="2946694"/>
                  </a:lnTo>
                  <a:lnTo>
                    <a:pt x="2171385" y="2946507"/>
                  </a:lnTo>
                  <a:lnTo>
                    <a:pt x="2172144" y="2946377"/>
                  </a:lnTo>
                  <a:lnTo>
                    <a:pt x="2192370" y="2942922"/>
                  </a:lnTo>
                  <a:lnTo>
                    <a:pt x="2193128" y="2942793"/>
                  </a:lnTo>
                  <a:lnTo>
                    <a:pt x="2193886" y="2942724"/>
                  </a:lnTo>
                  <a:lnTo>
                    <a:pt x="2214112" y="2940884"/>
                  </a:lnTo>
                  <a:lnTo>
                    <a:pt x="2214871" y="2940815"/>
                  </a:lnTo>
                  <a:lnTo>
                    <a:pt x="2215629" y="2940794"/>
                  </a:lnTo>
                  <a:lnTo>
                    <a:pt x="2235855" y="2940217"/>
                  </a:lnTo>
                  <a:lnTo>
                    <a:pt x="2236613" y="2940195"/>
                  </a:lnTo>
                  <a:lnTo>
                    <a:pt x="2237371" y="2940210"/>
                  </a:lnTo>
                  <a:lnTo>
                    <a:pt x="2257597" y="2940614"/>
                  </a:lnTo>
                  <a:lnTo>
                    <a:pt x="2258356" y="2940629"/>
                  </a:lnTo>
                  <a:lnTo>
                    <a:pt x="2259114" y="2940669"/>
                  </a:lnTo>
                  <a:lnTo>
                    <a:pt x="2279340" y="2941748"/>
                  </a:lnTo>
                  <a:lnTo>
                    <a:pt x="2280098" y="2941789"/>
                  </a:lnTo>
                  <a:lnTo>
                    <a:pt x="2280857" y="2941841"/>
                  </a:lnTo>
                  <a:lnTo>
                    <a:pt x="2301082" y="2943242"/>
                  </a:lnTo>
                  <a:lnTo>
                    <a:pt x="2301841" y="2943295"/>
                  </a:lnTo>
                  <a:lnTo>
                    <a:pt x="2302599" y="2943345"/>
                  </a:lnTo>
                  <a:lnTo>
                    <a:pt x="2322825" y="2944676"/>
                  </a:lnTo>
                  <a:lnTo>
                    <a:pt x="2323583" y="2944726"/>
                  </a:lnTo>
                  <a:lnTo>
                    <a:pt x="2324342" y="2944758"/>
                  </a:lnTo>
                  <a:lnTo>
                    <a:pt x="2344567" y="2945605"/>
                  </a:lnTo>
                  <a:lnTo>
                    <a:pt x="2345326" y="2945636"/>
                  </a:lnTo>
                  <a:lnTo>
                    <a:pt x="2346084" y="2945634"/>
                  </a:lnTo>
                  <a:lnTo>
                    <a:pt x="2366310" y="2945571"/>
                  </a:lnTo>
                  <a:lnTo>
                    <a:pt x="2367068" y="2945568"/>
                  </a:lnTo>
                  <a:lnTo>
                    <a:pt x="2367827" y="2945512"/>
                  </a:lnTo>
                  <a:lnTo>
                    <a:pt x="2388053" y="2944020"/>
                  </a:lnTo>
                  <a:lnTo>
                    <a:pt x="2388811" y="2943964"/>
                  </a:lnTo>
                  <a:lnTo>
                    <a:pt x="2389569" y="2943834"/>
                  </a:lnTo>
                  <a:lnTo>
                    <a:pt x="2409795" y="2940361"/>
                  </a:lnTo>
                  <a:lnTo>
                    <a:pt x="2410554" y="2940231"/>
                  </a:lnTo>
                  <a:lnTo>
                    <a:pt x="2411312" y="2940020"/>
                  </a:lnTo>
                  <a:lnTo>
                    <a:pt x="2431538" y="2934385"/>
                  </a:lnTo>
                  <a:lnTo>
                    <a:pt x="2432296" y="2934173"/>
                  </a:lnTo>
                  <a:lnTo>
                    <a:pt x="2433055" y="2933872"/>
                  </a:lnTo>
                  <a:lnTo>
                    <a:pt x="2453280" y="2925823"/>
                  </a:lnTo>
                  <a:lnTo>
                    <a:pt x="2454039" y="2925521"/>
                  </a:lnTo>
                  <a:lnTo>
                    <a:pt x="2454797" y="2925122"/>
                  </a:lnTo>
                  <a:lnTo>
                    <a:pt x="2475023" y="2914483"/>
                  </a:lnTo>
                  <a:lnTo>
                    <a:pt x="2475781" y="2914084"/>
                  </a:lnTo>
                  <a:lnTo>
                    <a:pt x="2476540" y="2913584"/>
                  </a:lnTo>
                  <a:lnTo>
                    <a:pt x="2496765" y="2900254"/>
                  </a:lnTo>
                  <a:lnTo>
                    <a:pt x="2497524" y="2899755"/>
                  </a:lnTo>
                  <a:lnTo>
                    <a:pt x="2498282" y="2899153"/>
                  </a:lnTo>
                  <a:lnTo>
                    <a:pt x="2518508" y="2883111"/>
                  </a:lnTo>
                  <a:lnTo>
                    <a:pt x="2519266" y="2882509"/>
                  </a:lnTo>
                  <a:lnTo>
                    <a:pt x="2520025" y="2881808"/>
                  </a:lnTo>
                  <a:lnTo>
                    <a:pt x="2540250" y="2863108"/>
                  </a:lnTo>
                  <a:lnTo>
                    <a:pt x="2541009" y="2862406"/>
                  </a:lnTo>
                  <a:lnTo>
                    <a:pt x="2541767" y="2861610"/>
                  </a:lnTo>
                  <a:lnTo>
                    <a:pt x="2561993" y="2840378"/>
                  </a:lnTo>
                  <a:lnTo>
                    <a:pt x="2562751" y="2839582"/>
                  </a:lnTo>
                  <a:lnTo>
                    <a:pt x="2563510" y="2838688"/>
                  </a:lnTo>
                  <a:lnTo>
                    <a:pt x="2583736" y="2814839"/>
                  </a:lnTo>
                  <a:lnTo>
                    <a:pt x="2584494" y="2813945"/>
                  </a:lnTo>
                  <a:lnTo>
                    <a:pt x="2585252" y="2812974"/>
                  </a:lnTo>
                  <a:lnTo>
                    <a:pt x="2605478" y="2787086"/>
                  </a:lnTo>
                  <a:lnTo>
                    <a:pt x="2606237" y="2786115"/>
                  </a:lnTo>
                  <a:lnTo>
                    <a:pt x="2606995" y="2785080"/>
                  </a:lnTo>
                  <a:lnTo>
                    <a:pt x="2627221" y="2757478"/>
                  </a:lnTo>
                  <a:lnTo>
                    <a:pt x="2627979" y="2756443"/>
                  </a:lnTo>
                  <a:lnTo>
                    <a:pt x="2628738" y="2755354"/>
                  </a:lnTo>
                  <a:lnTo>
                    <a:pt x="2648963" y="2726328"/>
                  </a:lnTo>
                  <a:lnTo>
                    <a:pt x="2649722" y="2725239"/>
                  </a:lnTo>
                  <a:lnTo>
                    <a:pt x="2650480" y="2724108"/>
                  </a:lnTo>
                  <a:lnTo>
                    <a:pt x="2670706" y="2693941"/>
                  </a:lnTo>
                  <a:lnTo>
                    <a:pt x="2671464" y="2692810"/>
                  </a:lnTo>
                  <a:lnTo>
                    <a:pt x="2672223" y="2691645"/>
                  </a:lnTo>
                  <a:lnTo>
                    <a:pt x="2692448" y="2660599"/>
                  </a:lnTo>
                  <a:lnTo>
                    <a:pt x="2693207" y="2659435"/>
                  </a:lnTo>
                  <a:lnTo>
                    <a:pt x="2693965" y="2658247"/>
                  </a:lnTo>
                  <a:lnTo>
                    <a:pt x="2714191" y="2626553"/>
                  </a:lnTo>
                  <a:lnTo>
                    <a:pt x="2714949" y="2625365"/>
                  </a:lnTo>
                  <a:lnTo>
                    <a:pt x="2715708" y="2624159"/>
                  </a:lnTo>
                  <a:lnTo>
                    <a:pt x="2735933" y="2592009"/>
                  </a:lnTo>
                  <a:lnTo>
                    <a:pt x="2736692" y="2590803"/>
                  </a:lnTo>
                  <a:lnTo>
                    <a:pt x="2737450" y="2589585"/>
                  </a:lnTo>
                  <a:lnTo>
                    <a:pt x="2757676" y="2557110"/>
                  </a:lnTo>
                  <a:lnTo>
                    <a:pt x="2758434" y="2555892"/>
                  </a:lnTo>
                  <a:lnTo>
                    <a:pt x="2759193" y="2554666"/>
                  </a:lnTo>
                  <a:lnTo>
                    <a:pt x="2779419" y="2521961"/>
                  </a:lnTo>
                  <a:lnTo>
                    <a:pt x="2780177" y="2520735"/>
                  </a:lnTo>
                  <a:lnTo>
                    <a:pt x="2780935" y="2519502"/>
                  </a:lnTo>
                  <a:lnTo>
                    <a:pt x="2801161" y="2486615"/>
                  </a:lnTo>
                  <a:lnTo>
                    <a:pt x="2801920" y="2485382"/>
                  </a:lnTo>
                  <a:lnTo>
                    <a:pt x="2802678" y="2484141"/>
                  </a:lnTo>
                  <a:lnTo>
                    <a:pt x="2822904" y="2451056"/>
                  </a:lnTo>
                  <a:lnTo>
                    <a:pt x="2823662" y="2449815"/>
                  </a:lnTo>
                  <a:lnTo>
                    <a:pt x="2824421" y="2448566"/>
                  </a:lnTo>
                  <a:lnTo>
                    <a:pt x="2844646" y="2415237"/>
                  </a:lnTo>
                  <a:lnTo>
                    <a:pt x="2845405" y="2413987"/>
                  </a:lnTo>
                  <a:lnTo>
                    <a:pt x="2846163" y="2412726"/>
                  </a:lnTo>
                  <a:lnTo>
                    <a:pt x="2866389" y="2379092"/>
                  </a:lnTo>
                  <a:lnTo>
                    <a:pt x="2867147" y="2377831"/>
                  </a:lnTo>
                  <a:lnTo>
                    <a:pt x="2867906" y="2376556"/>
                  </a:lnTo>
                  <a:lnTo>
                    <a:pt x="2888131" y="2342552"/>
                  </a:lnTo>
                  <a:lnTo>
                    <a:pt x="2888890" y="2341277"/>
                  </a:lnTo>
                  <a:lnTo>
                    <a:pt x="2889648" y="2339986"/>
                  </a:lnTo>
                  <a:lnTo>
                    <a:pt x="2909874" y="2305552"/>
                  </a:lnTo>
                  <a:lnTo>
                    <a:pt x="2910632" y="2304261"/>
                  </a:lnTo>
                  <a:lnTo>
                    <a:pt x="2911391" y="2302952"/>
                  </a:lnTo>
                  <a:lnTo>
                    <a:pt x="2931617" y="2268046"/>
                  </a:lnTo>
                  <a:lnTo>
                    <a:pt x="2932375" y="2266737"/>
                  </a:lnTo>
                  <a:lnTo>
                    <a:pt x="2933133" y="2265408"/>
                  </a:lnTo>
                  <a:lnTo>
                    <a:pt x="2953359" y="2229957"/>
                  </a:lnTo>
                  <a:lnTo>
                    <a:pt x="2954117" y="2228628"/>
                  </a:lnTo>
                  <a:lnTo>
                    <a:pt x="2954876" y="2227283"/>
                  </a:lnTo>
                  <a:lnTo>
                    <a:pt x="2975102" y="2191402"/>
                  </a:lnTo>
                  <a:lnTo>
                    <a:pt x="2975860" y="2190057"/>
                  </a:lnTo>
                  <a:lnTo>
                    <a:pt x="2976618" y="2188699"/>
                  </a:lnTo>
                  <a:lnTo>
                    <a:pt x="2996844" y="2152490"/>
                  </a:lnTo>
                  <a:lnTo>
                    <a:pt x="2997603" y="2151133"/>
                  </a:lnTo>
                  <a:lnTo>
                    <a:pt x="2998361" y="2149768"/>
                  </a:lnTo>
                  <a:lnTo>
                    <a:pt x="3018587" y="2113368"/>
                  </a:lnTo>
                  <a:lnTo>
                    <a:pt x="3019345" y="2112003"/>
                  </a:lnTo>
                  <a:lnTo>
                    <a:pt x="3020104" y="2110637"/>
                  </a:lnTo>
                  <a:lnTo>
                    <a:pt x="3040329" y="2074215"/>
                  </a:lnTo>
                  <a:lnTo>
                    <a:pt x="3041088" y="2072850"/>
                  </a:lnTo>
                  <a:lnTo>
                    <a:pt x="3041846" y="2071490"/>
                  </a:lnTo>
                  <a:lnTo>
                    <a:pt x="3062072" y="2035240"/>
                  </a:lnTo>
                  <a:lnTo>
                    <a:pt x="3062830" y="2033880"/>
                  </a:lnTo>
                  <a:lnTo>
                    <a:pt x="3063589" y="2032535"/>
                  </a:lnTo>
                  <a:lnTo>
                    <a:pt x="3083814" y="1996655"/>
                  </a:lnTo>
                  <a:lnTo>
                    <a:pt x="3084573" y="1995310"/>
                  </a:lnTo>
                  <a:lnTo>
                    <a:pt x="3085331" y="1993986"/>
                  </a:lnTo>
                  <a:lnTo>
                    <a:pt x="3105557" y="1958670"/>
                  </a:lnTo>
                  <a:lnTo>
                    <a:pt x="3106315" y="1957346"/>
                  </a:lnTo>
                  <a:lnTo>
                    <a:pt x="3107074" y="1956051"/>
                  </a:lnTo>
                  <a:lnTo>
                    <a:pt x="3127300" y="1921523"/>
                  </a:lnTo>
                  <a:lnTo>
                    <a:pt x="3128058" y="1920228"/>
                  </a:lnTo>
                  <a:lnTo>
                    <a:pt x="3128816" y="1918968"/>
                  </a:lnTo>
                  <a:lnTo>
                    <a:pt x="3149042" y="1885356"/>
                  </a:lnTo>
                  <a:lnTo>
                    <a:pt x="3149800" y="1884095"/>
                  </a:lnTo>
                  <a:lnTo>
                    <a:pt x="3150559" y="1882866"/>
                  </a:lnTo>
                  <a:lnTo>
                    <a:pt x="3170785" y="1850093"/>
                  </a:lnTo>
                  <a:lnTo>
                    <a:pt x="3171543" y="1848864"/>
                  </a:lnTo>
                  <a:lnTo>
                    <a:pt x="3172301" y="1847663"/>
                  </a:lnTo>
                  <a:lnTo>
                    <a:pt x="3192527" y="1815617"/>
                  </a:lnTo>
                  <a:lnTo>
                    <a:pt x="3193286" y="1814415"/>
                  </a:lnTo>
                  <a:lnTo>
                    <a:pt x="3194044" y="1813232"/>
                  </a:lnTo>
                  <a:lnTo>
                    <a:pt x="3214270" y="1781696"/>
                  </a:lnTo>
                  <a:lnTo>
                    <a:pt x="3215028" y="1780514"/>
                  </a:lnTo>
                  <a:lnTo>
                    <a:pt x="3215787" y="1779339"/>
                  </a:lnTo>
                  <a:lnTo>
                    <a:pt x="3236012" y="1747993"/>
                  </a:lnTo>
                  <a:lnTo>
                    <a:pt x="3236771" y="1746818"/>
                  </a:lnTo>
                  <a:lnTo>
                    <a:pt x="3237529" y="1745634"/>
                  </a:lnTo>
                  <a:lnTo>
                    <a:pt x="3257755" y="1714066"/>
                  </a:lnTo>
                  <a:lnTo>
                    <a:pt x="3258513" y="1712882"/>
                  </a:lnTo>
                  <a:lnTo>
                    <a:pt x="3259272" y="1711671"/>
                  </a:lnTo>
                  <a:lnTo>
                    <a:pt x="3279497" y="1679386"/>
                  </a:lnTo>
                  <a:lnTo>
                    <a:pt x="3280256" y="1678175"/>
                  </a:lnTo>
                  <a:lnTo>
                    <a:pt x="3281014" y="1676917"/>
                  </a:lnTo>
                  <a:lnTo>
                    <a:pt x="3301240" y="1643366"/>
                  </a:lnTo>
                  <a:lnTo>
                    <a:pt x="3301998" y="1642108"/>
                  </a:lnTo>
                  <a:lnTo>
                    <a:pt x="3302757" y="1640767"/>
                  </a:lnTo>
                  <a:lnTo>
                    <a:pt x="3322983" y="1604993"/>
                  </a:lnTo>
                  <a:lnTo>
                    <a:pt x="3323741" y="1603651"/>
                  </a:lnTo>
                  <a:lnTo>
                    <a:pt x="3324499" y="1602214"/>
                  </a:lnTo>
                  <a:lnTo>
                    <a:pt x="3344725" y="1563885"/>
                  </a:lnTo>
                  <a:lnTo>
                    <a:pt x="3345483" y="1562448"/>
                  </a:lnTo>
                  <a:lnTo>
                    <a:pt x="3346242" y="1560900"/>
                  </a:lnTo>
                  <a:lnTo>
                    <a:pt x="3366468" y="1519620"/>
                  </a:lnTo>
                  <a:lnTo>
                    <a:pt x="3367226" y="1518072"/>
                  </a:lnTo>
                  <a:lnTo>
                    <a:pt x="3367984" y="1516404"/>
                  </a:lnTo>
                  <a:lnTo>
                    <a:pt x="3388210" y="1471921"/>
                  </a:lnTo>
                  <a:lnTo>
                    <a:pt x="3388969" y="1470253"/>
                  </a:lnTo>
                  <a:lnTo>
                    <a:pt x="3389727" y="1468462"/>
                  </a:lnTo>
                  <a:lnTo>
                    <a:pt x="3409953" y="1420713"/>
                  </a:lnTo>
                  <a:lnTo>
                    <a:pt x="3410711" y="1418922"/>
                  </a:lnTo>
                  <a:lnTo>
                    <a:pt x="3411470" y="1417015"/>
                  </a:lnTo>
                  <a:lnTo>
                    <a:pt x="3431695" y="1366157"/>
                  </a:lnTo>
                  <a:lnTo>
                    <a:pt x="3432454" y="1364250"/>
                  </a:lnTo>
                  <a:lnTo>
                    <a:pt x="3433212" y="1362242"/>
                  </a:lnTo>
                  <a:lnTo>
                    <a:pt x="3453438" y="1308677"/>
                  </a:lnTo>
                  <a:lnTo>
                    <a:pt x="3454196" y="1306669"/>
                  </a:lnTo>
                  <a:lnTo>
                    <a:pt x="3454955" y="1304583"/>
                  </a:lnTo>
                  <a:lnTo>
                    <a:pt x="3475180" y="1248967"/>
                  </a:lnTo>
                  <a:lnTo>
                    <a:pt x="3475939" y="1246882"/>
                  </a:lnTo>
                  <a:lnTo>
                    <a:pt x="3476697" y="1244755"/>
                  </a:lnTo>
                  <a:lnTo>
                    <a:pt x="3496923" y="1188031"/>
                  </a:lnTo>
                  <a:lnTo>
                    <a:pt x="3497681" y="1185904"/>
                  </a:lnTo>
                  <a:lnTo>
                    <a:pt x="3498440" y="1183793"/>
                  </a:lnTo>
                  <a:lnTo>
                    <a:pt x="3518666" y="1127504"/>
                  </a:lnTo>
                  <a:lnTo>
                    <a:pt x="3519424" y="1125393"/>
                  </a:lnTo>
                  <a:lnTo>
                    <a:pt x="3520182" y="1123356"/>
                  </a:lnTo>
                  <a:lnTo>
                    <a:pt x="3540408" y="1069024"/>
                  </a:lnTo>
                  <a:lnTo>
                    <a:pt x="3541166" y="1066986"/>
                  </a:lnTo>
                  <a:lnTo>
                    <a:pt x="3541925" y="1065080"/>
                  </a:lnTo>
                  <a:lnTo>
                    <a:pt x="3562151" y="1014243"/>
                  </a:lnTo>
                  <a:lnTo>
                    <a:pt x="3562909" y="1012337"/>
                  </a:lnTo>
                  <a:lnTo>
                    <a:pt x="3563667" y="1010621"/>
                  </a:lnTo>
                  <a:lnTo>
                    <a:pt x="3583893" y="964844"/>
                  </a:lnTo>
                  <a:lnTo>
                    <a:pt x="3584652" y="963127"/>
                  </a:lnTo>
                  <a:lnTo>
                    <a:pt x="3585410" y="961657"/>
                  </a:lnTo>
                  <a:lnTo>
                    <a:pt x="3605636" y="922459"/>
                  </a:lnTo>
                  <a:lnTo>
                    <a:pt x="3606394" y="920989"/>
                  </a:lnTo>
                  <a:lnTo>
                    <a:pt x="3607153" y="919819"/>
                  </a:lnTo>
                  <a:lnTo>
                    <a:pt x="3627378" y="888601"/>
                  </a:lnTo>
                  <a:lnTo>
                    <a:pt x="3628137" y="887430"/>
                  </a:lnTo>
                  <a:lnTo>
                    <a:pt x="3628895" y="886605"/>
                  </a:lnTo>
                  <a:lnTo>
                    <a:pt x="3649121" y="864584"/>
                  </a:lnTo>
                  <a:lnTo>
                    <a:pt x="3649879" y="863758"/>
                  </a:lnTo>
                  <a:lnTo>
                    <a:pt x="3650638" y="863315"/>
                  </a:lnTo>
                  <a:lnTo>
                    <a:pt x="3670863" y="851496"/>
                  </a:lnTo>
                  <a:lnTo>
                    <a:pt x="3671622" y="851053"/>
                  </a:lnTo>
                  <a:lnTo>
                    <a:pt x="3672380" y="851078"/>
                  </a:lnTo>
                  <a:lnTo>
                    <a:pt x="3692606" y="851756"/>
                  </a:lnTo>
                  <a:lnTo>
                    <a:pt x="3693364" y="851782"/>
                  </a:lnTo>
                  <a:lnTo>
                    <a:pt x="3694123" y="852221"/>
                  </a:lnTo>
                  <a:lnTo>
                    <a:pt x="3694881" y="852661"/>
                  </a:lnTo>
                  <a:lnTo>
                    <a:pt x="3695123" y="0"/>
                  </a:lnTo>
                  <a:lnTo>
                    <a:pt x="3696156" y="0"/>
                  </a:lnTo>
                  <a:lnTo>
                    <a:pt x="3696398" y="853540"/>
                  </a:lnTo>
                  <a:lnTo>
                    <a:pt x="3695640" y="853101"/>
                  </a:lnTo>
                  <a:lnTo>
                    <a:pt x="3694881" y="3531159"/>
                  </a:lnTo>
                  <a:lnTo>
                    <a:pt x="3694123" y="3531159"/>
                  </a:lnTo>
                  <a:lnTo>
                    <a:pt x="3693364" y="3531159"/>
                  </a:lnTo>
                  <a:lnTo>
                    <a:pt x="3692606" y="3531159"/>
                  </a:lnTo>
                  <a:lnTo>
                    <a:pt x="3672380" y="3531159"/>
                  </a:lnTo>
                  <a:lnTo>
                    <a:pt x="3671622" y="3531159"/>
                  </a:lnTo>
                  <a:lnTo>
                    <a:pt x="3670863" y="3531159"/>
                  </a:lnTo>
                  <a:lnTo>
                    <a:pt x="3650638" y="3531159"/>
                  </a:lnTo>
                  <a:lnTo>
                    <a:pt x="3649879" y="3531159"/>
                  </a:lnTo>
                  <a:lnTo>
                    <a:pt x="3649121" y="3531159"/>
                  </a:lnTo>
                  <a:lnTo>
                    <a:pt x="3628895" y="3531159"/>
                  </a:lnTo>
                  <a:lnTo>
                    <a:pt x="3628137" y="3531159"/>
                  </a:lnTo>
                  <a:lnTo>
                    <a:pt x="3627378" y="3531159"/>
                  </a:lnTo>
                  <a:lnTo>
                    <a:pt x="3607153" y="3531159"/>
                  </a:lnTo>
                  <a:lnTo>
                    <a:pt x="3606394" y="3531159"/>
                  </a:lnTo>
                  <a:lnTo>
                    <a:pt x="3605636" y="3531159"/>
                  </a:lnTo>
                  <a:lnTo>
                    <a:pt x="3585410" y="3531159"/>
                  </a:lnTo>
                  <a:lnTo>
                    <a:pt x="3584652" y="3531159"/>
                  </a:lnTo>
                  <a:lnTo>
                    <a:pt x="3583893" y="3531159"/>
                  </a:lnTo>
                  <a:lnTo>
                    <a:pt x="3563667" y="3531159"/>
                  </a:lnTo>
                  <a:lnTo>
                    <a:pt x="3562909" y="3531159"/>
                  </a:lnTo>
                  <a:lnTo>
                    <a:pt x="3562151" y="3531159"/>
                  </a:lnTo>
                  <a:lnTo>
                    <a:pt x="3541925" y="3531159"/>
                  </a:lnTo>
                  <a:lnTo>
                    <a:pt x="3541166" y="3531159"/>
                  </a:lnTo>
                  <a:lnTo>
                    <a:pt x="3540408" y="3531159"/>
                  </a:lnTo>
                  <a:lnTo>
                    <a:pt x="3520182" y="3531159"/>
                  </a:lnTo>
                  <a:lnTo>
                    <a:pt x="3519424" y="3531159"/>
                  </a:lnTo>
                  <a:lnTo>
                    <a:pt x="3518666" y="3531159"/>
                  </a:lnTo>
                  <a:lnTo>
                    <a:pt x="3498440" y="3531159"/>
                  </a:lnTo>
                  <a:lnTo>
                    <a:pt x="3497681" y="3531159"/>
                  </a:lnTo>
                  <a:lnTo>
                    <a:pt x="3496923" y="3531159"/>
                  </a:lnTo>
                  <a:lnTo>
                    <a:pt x="3476697" y="3531159"/>
                  </a:lnTo>
                  <a:lnTo>
                    <a:pt x="3475939" y="3531159"/>
                  </a:lnTo>
                  <a:lnTo>
                    <a:pt x="3475180" y="3531159"/>
                  </a:lnTo>
                  <a:lnTo>
                    <a:pt x="3454955" y="3531159"/>
                  </a:lnTo>
                  <a:lnTo>
                    <a:pt x="3454196" y="3531159"/>
                  </a:lnTo>
                  <a:lnTo>
                    <a:pt x="3453438" y="3531159"/>
                  </a:lnTo>
                  <a:lnTo>
                    <a:pt x="3433212" y="3531159"/>
                  </a:lnTo>
                  <a:lnTo>
                    <a:pt x="3432454" y="3531159"/>
                  </a:lnTo>
                  <a:lnTo>
                    <a:pt x="3431695" y="3531159"/>
                  </a:lnTo>
                  <a:lnTo>
                    <a:pt x="3411470" y="3531159"/>
                  </a:lnTo>
                  <a:lnTo>
                    <a:pt x="3410711" y="3531159"/>
                  </a:lnTo>
                  <a:lnTo>
                    <a:pt x="3409953" y="3531159"/>
                  </a:lnTo>
                  <a:lnTo>
                    <a:pt x="3389727" y="3531159"/>
                  </a:lnTo>
                  <a:lnTo>
                    <a:pt x="3388969" y="3531159"/>
                  </a:lnTo>
                  <a:lnTo>
                    <a:pt x="3388210" y="3531159"/>
                  </a:lnTo>
                  <a:lnTo>
                    <a:pt x="3367984" y="3531159"/>
                  </a:lnTo>
                  <a:lnTo>
                    <a:pt x="3367226" y="3531159"/>
                  </a:lnTo>
                  <a:lnTo>
                    <a:pt x="3366468" y="3531159"/>
                  </a:lnTo>
                  <a:lnTo>
                    <a:pt x="3346242" y="3531159"/>
                  </a:lnTo>
                  <a:lnTo>
                    <a:pt x="3345483" y="3531159"/>
                  </a:lnTo>
                  <a:lnTo>
                    <a:pt x="3344725" y="3531159"/>
                  </a:lnTo>
                  <a:lnTo>
                    <a:pt x="3324499" y="3531159"/>
                  </a:lnTo>
                  <a:lnTo>
                    <a:pt x="3323741" y="3531159"/>
                  </a:lnTo>
                  <a:lnTo>
                    <a:pt x="3322983" y="3531159"/>
                  </a:lnTo>
                  <a:lnTo>
                    <a:pt x="3302757" y="3531159"/>
                  </a:lnTo>
                  <a:lnTo>
                    <a:pt x="3301998" y="3531159"/>
                  </a:lnTo>
                  <a:lnTo>
                    <a:pt x="3301240" y="3531159"/>
                  </a:lnTo>
                  <a:lnTo>
                    <a:pt x="3281014" y="3531159"/>
                  </a:lnTo>
                  <a:lnTo>
                    <a:pt x="3280256" y="3531159"/>
                  </a:lnTo>
                  <a:lnTo>
                    <a:pt x="3279497" y="3531159"/>
                  </a:lnTo>
                  <a:lnTo>
                    <a:pt x="3259272" y="3531159"/>
                  </a:lnTo>
                  <a:lnTo>
                    <a:pt x="3258513" y="3531159"/>
                  </a:lnTo>
                  <a:lnTo>
                    <a:pt x="3257755" y="3531159"/>
                  </a:lnTo>
                  <a:lnTo>
                    <a:pt x="3237529" y="3531159"/>
                  </a:lnTo>
                  <a:lnTo>
                    <a:pt x="3236771" y="3531159"/>
                  </a:lnTo>
                  <a:lnTo>
                    <a:pt x="3236012" y="3531159"/>
                  </a:lnTo>
                  <a:lnTo>
                    <a:pt x="3215787" y="3531159"/>
                  </a:lnTo>
                  <a:lnTo>
                    <a:pt x="3215028" y="3531159"/>
                  </a:lnTo>
                  <a:lnTo>
                    <a:pt x="3214270" y="3531159"/>
                  </a:lnTo>
                  <a:lnTo>
                    <a:pt x="3194044" y="3531159"/>
                  </a:lnTo>
                  <a:lnTo>
                    <a:pt x="3193286" y="3531159"/>
                  </a:lnTo>
                  <a:lnTo>
                    <a:pt x="3192527" y="3531159"/>
                  </a:lnTo>
                  <a:lnTo>
                    <a:pt x="3172301" y="3531159"/>
                  </a:lnTo>
                  <a:lnTo>
                    <a:pt x="3171543" y="3531159"/>
                  </a:lnTo>
                  <a:lnTo>
                    <a:pt x="3170785" y="3531159"/>
                  </a:lnTo>
                  <a:lnTo>
                    <a:pt x="3150559" y="3531159"/>
                  </a:lnTo>
                  <a:lnTo>
                    <a:pt x="3149800" y="3531159"/>
                  </a:lnTo>
                  <a:lnTo>
                    <a:pt x="3149042" y="3531159"/>
                  </a:lnTo>
                  <a:lnTo>
                    <a:pt x="3128816" y="3531159"/>
                  </a:lnTo>
                  <a:lnTo>
                    <a:pt x="3128058" y="3531159"/>
                  </a:lnTo>
                  <a:lnTo>
                    <a:pt x="3127300" y="3531159"/>
                  </a:lnTo>
                  <a:lnTo>
                    <a:pt x="3107074" y="3531159"/>
                  </a:lnTo>
                  <a:lnTo>
                    <a:pt x="3106315" y="3531159"/>
                  </a:lnTo>
                  <a:lnTo>
                    <a:pt x="3105557" y="3531159"/>
                  </a:lnTo>
                  <a:lnTo>
                    <a:pt x="3085331" y="3531159"/>
                  </a:lnTo>
                  <a:lnTo>
                    <a:pt x="3084573" y="3531159"/>
                  </a:lnTo>
                  <a:lnTo>
                    <a:pt x="3083814" y="3531159"/>
                  </a:lnTo>
                  <a:lnTo>
                    <a:pt x="3063589" y="3531159"/>
                  </a:lnTo>
                  <a:lnTo>
                    <a:pt x="3062830" y="3531159"/>
                  </a:lnTo>
                  <a:lnTo>
                    <a:pt x="3062072" y="3531159"/>
                  </a:lnTo>
                  <a:lnTo>
                    <a:pt x="3041846" y="3531159"/>
                  </a:lnTo>
                  <a:lnTo>
                    <a:pt x="3041088" y="3531159"/>
                  </a:lnTo>
                  <a:lnTo>
                    <a:pt x="3040329" y="3531159"/>
                  </a:lnTo>
                  <a:lnTo>
                    <a:pt x="3020104" y="3531159"/>
                  </a:lnTo>
                  <a:lnTo>
                    <a:pt x="3019345" y="3531159"/>
                  </a:lnTo>
                  <a:lnTo>
                    <a:pt x="3018587" y="3531159"/>
                  </a:lnTo>
                  <a:lnTo>
                    <a:pt x="2998361" y="3531159"/>
                  </a:lnTo>
                  <a:lnTo>
                    <a:pt x="2997603" y="3531159"/>
                  </a:lnTo>
                  <a:lnTo>
                    <a:pt x="2996844" y="3531159"/>
                  </a:lnTo>
                  <a:lnTo>
                    <a:pt x="2976618" y="3531159"/>
                  </a:lnTo>
                  <a:lnTo>
                    <a:pt x="2975860" y="3531159"/>
                  </a:lnTo>
                  <a:lnTo>
                    <a:pt x="2975102" y="3531159"/>
                  </a:lnTo>
                  <a:lnTo>
                    <a:pt x="2954876" y="3531159"/>
                  </a:lnTo>
                  <a:lnTo>
                    <a:pt x="2954117" y="3531159"/>
                  </a:lnTo>
                  <a:lnTo>
                    <a:pt x="2953359" y="3531159"/>
                  </a:lnTo>
                  <a:lnTo>
                    <a:pt x="2933133" y="3531159"/>
                  </a:lnTo>
                  <a:lnTo>
                    <a:pt x="2932375" y="3531159"/>
                  </a:lnTo>
                  <a:lnTo>
                    <a:pt x="2931617" y="3531159"/>
                  </a:lnTo>
                  <a:lnTo>
                    <a:pt x="2911391" y="3531159"/>
                  </a:lnTo>
                  <a:lnTo>
                    <a:pt x="2910632" y="3531159"/>
                  </a:lnTo>
                  <a:lnTo>
                    <a:pt x="2909874" y="3531159"/>
                  </a:lnTo>
                  <a:lnTo>
                    <a:pt x="2889648" y="3531159"/>
                  </a:lnTo>
                  <a:lnTo>
                    <a:pt x="2888890" y="3531159"/>
                  </a:lnTo>
                  <a:lnTo>
                    <a:pt x="2888131" y="3531159"/>
                  </a:lnTo>
                  <a:lnTo>
                    <a:pt x="2867906" y="3531159"/>
                  </a:lnTo>
                  <a:lnTo>
                    <a:pt x="2867147" y="3531159"/>
                  </a:lnTo>
                  <a:lnTo>
                    <a:pt x="2866389" y="3531159"/>
                  </a:lnTo>
                  <a:lnTo>
                    <a:pt x="2846163" y="3531159"/>
                  </a:lnTo>
                  <a:lnTo>
                    <a:pt x="2845405" y="3531159"/>
                  </a:lnTo>
                  <a:lnTo>
                    <a:pt x="2844646" y="3531159"/>
                  </a:lnTo>
                  <a:lnTo>
                    <a:pt x="2824421" y="3531159"/>
                  </a:lnTo>
                  <a:lnTo>
                    <a:pt x="2823662" y="3531159"/>
                  </a:lnTo>
                  <a:lnTo>
                    <a:pt x="2822904" y="3531159"/>
                  </a:lnTo>
                  <a:lnTo>
                    <a:pt x="2802678" y="3531159"/>
                  </a:lnTo>
                  <a:lnTo>
                    <a:pt x="2801920" y="3531159"/>
                  </a:lnTo>
                  <a:lnTo>
                    <a:pt x="2801161" y="3531159"/>
                  </a:lnTo>
                  <a:lnTo>
                    <a:pt x="2780935" y="3531159"/>
                  </a:lnTo>
                  <a:lnTo>
                    <a:pt x="2780177" y="3531159"/>
                  </a:lnTo>
                  <a:lnTo>
                    <a:pt x="2779419" y="3531159"/>
                  </a:lnTo>
                  <a:lnTo>
                    <a:pt x="2759193" y="3531159"/>
                  </a:lnTo>
                  <a:lnTo>
                    <a:pt x="2758434" y="3531159"/>
                  </a:lnTo>
                  <a:lnTo>
                    <a:pt x="2757676" y="3531159"/>
                  </a:lnTo>
                  <a:lnTo>
                    <a:pt x="2737450" y="3531159"/>
                  </a:lnTo>
                  <a:lnTo>
                    <a:pt x="2736692" y="3531159"/>
                  </a:lnTo>
                  <a:lnTo>
                    <a:pt x="2735933" y="3531159"/>
                  </a:lnTo>
                  <a:lnTo>
                    <a:pt x="2715708" y="3531159"/>
                  </a:lnTo>
                  <a:lnTo>
                    <a:pt x="2714949" y="3531159"/>
                  </a:lnTo>
                  <a:lnTo>
                    <a:pt x="2714191" y="3531159"/>
                  </a:lnTo>
                  <a:lnTo>
                    <a:pt x="2693965" y="3531159"/>
                  </a:lnTo>
                  <a:lnTo>
                    <a:pt x="2693207" y="3531159"/>
                  </a:lnTo>
                  <a:lnTo>
                    <a:pt x="2692448" y="3531159"/>
                  </a:lnTo>
                  <a:lnTo>
                    <a:pt x="2672223" y="3531159"/>
                  </a:lnTo>
                  <a:lnTo>
                    <a:pt x="2671464" y="3531159"/>
                  </a:lnTo>
                  <a:lnTo>
                    <a:pt x="2670706" y="3531159"/>
                  </a:lnTo>
                  <a:lnTo>
                    <a:pt x="2650480" y="3531159"/>
                  </a:lnTo>
                  <a:lnTo>
                    <a:pt x="2649722" y="3531159"/>
                  </a:lnTo>
                  <a:lnTo>
                    <a:pt x="2648963" y="3531159"/>
                  </a:lnTo>
                  <a:lnTo>
                    <a:pt x="2628738" y="3531159"/>
                  </a:lnTo>
                  <a:lnTo>
                    <a:pt x="2627979" y="3531159"/>
                  </a:lnTo>
                  <a:lnTo>
                    <a:pt x="2627221" y="3531159"/>
                  </a:lnTo>
                  <a:lnTo>
                    <a:pt x="2606995" y="3531159"/>
                  </a:lnTo>
                  <a:lnTo>
                    <a:pt x="2606237" y="3531159"/>
                  </a:lnTo>
                  <a:lnTo>
                    <a:pt x="2605478" y="3531159"/>
                  </a:lnTo>
                  <a:lnTo>
                    <a:pt x="2585252" y="3531159"/>
                  </a:lnTo>
                  <a:lnTo>
                    <a:pt x="2584494" y="3531159"/>
                  </a:lnTo>
                  <a:lnTo>
                    <a:pt x="2583736" y="3531159"/>
                  </a:lnTo>
                  <a:lnTo>
                    <a:pt x="2563510" y="3531159"/>
                  </a:lnTo>
                  <a:lnTo>
                    <a:pt x="2562751" y="3531159"/>
                  </a:lnTo>
                  <a:lnTo>
                    <a:pt x="2561993" y="3531159"/>
                  </a:lnTo>
                  <a:lnTo>
                    <a:pt x="2541767" y="3531159"/>
                  </a:lnTo>
                  <a:lnTo>
                    <a:pt x="2541009" y="3531159"/>
                  </a:lnTo>
                  <a:lnTo>
                    <a:pt x="2540250" y="3531159"/>
                  </a:lnTo>
                  <a:lnTo>
                    <a:pt x="2520025" y="3531159"/>
                  </a:lnTo>
                  <a:lnTo>
                    <a:pt x="2519266" y="3531159"/>
                  </a:lnTo>
                  <a:lnTo>
                    <a:pt x="2518508" y="3531159"/>
                  </a:lnTo>
                  <a:lnTo>
                    <a:pt x="2498282" y="3531159"/>
                  </a:lnTo>
                  <a:lnTo>
                    <a:pt x="2497524" y="3531159"/>
                  </a:lnTo>
                  <a:lnTo>
                    <a:pt x="2496765" y="3531159"/>
                  </a:lnTo>
                  <a:lnTo>
                    <a:pt x="2476540" y="3531159"/>
                  </a:lnTo>
                  <a:lnTo>
                    <a:pt x="2475781" y="3531159"/>
                  </a:lnTo>
                  <a:lnTo>
                    <a:pt x="2475023" y="3531159"/>
                  </a:lnTo>
                  <a:lnTo>
                    <a:pt x="2454797" y="3531159"/>
                  </a:lnTo>
                  <a:lnTo>
                    <a:pt x="2454039" y="3531159"/>
                  </a:lnTo>
                  <a:lnTo>
                    <a:pt x="2453280" y="3531159"/>
                  </a:lnTo>
                  <a:lnTo>
                    <a:pt x="2433055" y="3531159"/>
                  </a:lnTo>
                  <a:lnTo>
                    <a:pt x="2432296" y="3531159"/>
                  </a:lnTo>
                  <a:lnTo>
                    <a:pt x="2431538" y="3531159"/>
                  </a:lnTo>
                  <a:lnTo>
                    <a:pt x="2411312" y="3531159"/>
                  </a:lnTo>
                  <a:lnTo>
                    <a:pt x="2410554" y="3531159"/>
                  </a:lnTo>
                  <a:lnTo>
                    <a:pt x="2409795" y="3531159"/>
                  </a:lnTo>
                  <a:lnTo>
                    <a:pt x="2389569" y="3531159"/>
                  </a:lnTo>
                  <a:lnTo>
                    <a:pt x="2388811" y="3531159"/>
                  </a:lnTo>
                  <a:lnTo>
                    <a:pt x="2388053" y="3531159"/>
                  </a:lnTo>
                  <a:lnTo>
                    <a:pt x="2367827" y="3531159"/>
                  </a:lnTo>
                  <a:lnTo>
                    <a:pt x="2367068" y="3531159"/>
                  </a:lnTo>
                  <a:lnTo>
                    <a:pt x="2366310" y="3531159"/>
                  </a:lnTo>
                  <a:lnTo>
                    <a:pt x="2346084" y="3531159"/>
                  </a:lnTo>
                  <a:lnTo>
                    <a:pt x="2345326" y="3531159"/>
                  </a:lnTo>
                  <a:lnTo>
                    <a:pt x="2344567" y="3531159"/>
                  </a:lnTo>
                  <a:lnTo>
                    <a:pt x="2324342" y="3531159"/>
                  </a:lnTo>
                  <a:lnTo>
                    <a:pt x="2323583" y="3531159"/>
                  </a:lnTo>
                  <a:lnTo>
                    <a:pt x="2322825" y="3531159"/>
                  </a:lnTo>
                  <a:lnTo>
                    <a:pt x="2302599" y="3531159"/>
                  </a:lnTo>
                  <a:lnTo>
                    <a:pt x="2301841" y="3531159"/>
                  </a:lnTo>
                  <a:lnTo>
                    <a:pt x="2301082" y="3531159"/>
                  </a:lnTo>
                  <a:lnTo>
                    <a:pt x="2280857" y="3531159"/>
                  </a:lnTo>
                  <a:lnTo>
                    <a:pt x="2280098" y="3531159"/>
                  </a:lnTo>
                  <a:lnTo>
                    <a:pt x="2279340" y="3531159"/>
                  </a:lnTo>
                  <a:lnTo>
                    <a:pt x="2259114" y="3531159"/>
                  </a:lnTo>
                  <a:lnTo>
                    <a:pt x="2258356" y="3531159"/>
                  </a:lnTo>
                  <a:lnTo>
                    <a:pt x="2257597" y="3531159"/>
                  </a:lnTo>
                  <a:lnTo>
                    <a:pt x="2237371" y="3531159"/>
                  </a:lnTo>
                  <a:lnTo>
                    <a:pt x="2236613" y="3531159"/>
                  </a:lnTo>
                  <a:lnTo>
                    <a:pt x="2235855" y="3531159"/>
                  </a:lnTo>
                  <a:lnTo>
                    <a:pt x="2215629" y="3531159"/>
                  </a:lnTo>
                  <a:lnTo>
                    <a:pt x="2214871" y="3531159"/>
                  </a:lnTo>
                  <a:lnTo>
                    <a:pt x="2214112" y="3531159"/>
                  </a:lnTo>
                  <a:lnTo>
                    <a:pt x="2193886" y="3531159"/>
                  </a:lnTo>
                  <a:lnTo>
                    <a:pt x="2193128" y="3531159"/>
                  </a:lnTo>
                  <a:lnTo>
                    <a:pt x="2192370" y="3531159"/>
                  </a:lnTo>
                  <a:lnTo>
                    <a:pt x="2172144" y="3531159"/>
                  </a:lnTo>
                  <a:lnTo>
                    <a:pt x="2171385" y="3531159"/>
                  </a:lnTo>
                  <a:lnTo>
                    <a:pt x="2170627" y="3531159"/>
                  </a:lnTo>
                  <a:lnTo>
                    <a:pt x="2150401" y="3531159"/>
                  </a:lnTo>
                  <a:lnTo>
                    <a:pt x="2149643" y="3531159"/>
                  </a:lnTo>
                  <a:lnTo>
                    <a:pt x="2148884" y="3531159"/>
                  </a:lnTo>
                  <a:lnTo>
                    <a:pt x="2128659" y="3531159"/>
                  </a:lnTo>
                  <a:lnTo>
                    <a:pt x="2127900" y="3531159"/>
                  </a:lnTo>
                  <a:lnTo>
                    <a:pt x="2127142" y="3531159"/>
                  </a:lnTo>
                  <a:lnTo>
                    <a:pt x="2106916" y="3531159"/>
                  </a:lnTo>
                  <a:lnTo>
                    <a:pt x="2106158" y="3531159"/>
                  </a:lnTo>
                  <a:lnTo>
                    <a:pt x="2105399" y="3531159"/>
                  </a:lnTo>
                  <a:lnTo>
                    <a:pt x="2085174" y="3531159"/>
                  </a:lnTo>
                  <a:lnTo>
                    <a:pt x="2084415" y="3531159"/>
                  </a:lnTo>
                  <a:lnTo>
                    <a:pt x="2083657" y="3531159"/>
                  </a:lnTo>
                  <a:lnTo>
                    <a:pt x="2063431" y="3531159"/>
                  </a:lnTo>
                  <a:lnTo>
                    <a:pt x="2062673" y="3531159"/>
                  </a:lnTo>
                  <a:lnTo>
                    <a:pt x="2061914" y="3531159"/>
                  </a:lnTo>
                  <a:lnTo>
                    <a:pt x="2041688" y="3531159"/>
                  </a:lnTo>
                  <a:lnTo>
                    <a:pt x="2040930" y="3531159"/>
                  </a:lnTo>
                  <a:lnTo>
                    <a:pt x="2040172" y="3531159"/>
                  </a:lnTo>
                  <a:lnTo>
                    <a:pt x="2019946" y="3531159"/>
                  </a:lnTo>
                  <a:lnTo>
                    <a:pt x="2019188" y="3531159"/>
                  </a:lnTo>
                  <a:lnTo>
                    <a:pt x="2018429" y="3531159"/>
                  </a:lnTo>
                  <a:lnTo>
                    <a:pt x="1998203" y="3531159"/>
                  </a:lnTo>
                  <a:lnTo>
                    <a:pt x="1997445" y="3531159"/>
                  </a:lnTo>
                  <a:lnTo>
                    <a:pt x="1996687" y="3531159"/>
                  </a:lnTo>
                  <a:lnTo>
                    <a:pt x="1976461" y="3531159"/>
                  </a:lnTo>
                  <a:lnTo>
                    <a:pt x="1975702" y="3531159"/>
                  </a:lnTo>
                  <a:lnTo>
                    <a:pt x="1974944" y="3531159"/>
                  </a:lnTo>
                  <a:lnTo>
                    <a:pt x="1954718" y="3531159"/>
                  </a:lnTo>
                  <a:lnTo>
                    <a:pt x="1953960" y="3531159"/>
                  </a:lnTo>
                  <a:lnTo>
                    <a:pt x="1953201" y="3531159"/>
                  </a:lnTo>
                  <a:lnTo>
                    <a:pt x="1932976" y="3531159"/>
                  </a:lnTo>
                  <a:lnTo>
                    <a:pt x="1932217" y="3531159"/>
                  </a:lnTo>
                  <a:lnTo>
                    <a:pt x="1931459" y="3531159"/>
                  </a:lnTo>
                  <a:lnTo>
                    <a:pt x="1911233" y="3531159"/>
                  </a:lnTo>
                  <a:lnTo>
                    <a:pt x="1910475" y="3531159"/>
                  </a:lnTo>
                  <a:lnTo>
                    <a:pt x="1909716" y="3531159"/>
                  </a:lnTo>
                  <a:lnTo>
                    <a:pt x="1889491" y="3531159"/>
                  </a:lnTo>
                  <a:lnTo>
                    <a:pt x="1888732" y="3531159"/>
                  </a:lnTo>
                  <a:lnTo>
                    <a:pt x="1887974" y="3531159"/>
                  </a:lnTo>
                  <a:lnTo>
                    <a:pt x="1867748" y="3531159"/>
                  </a:lnTo>
                  <a:lnTo>
                    <a:pt x="1866990" y="3531159"/>
                  </a:lnTo>
                  <a:lnTo>
                    <a:pt x="1866231" y="3531159"/>
                  </a:lnTo>
                  <a:lnTo>
                    <a:pt x="1846005" y="3531159"/>
                  </a:lnTo>
                  <a:lnTo>
                    <a:pt x="1845247" y="3531159"/>
                  </a:lnTo>
                  <a:lnTo>
                    <a:pt x="1844489" y="3531159"/>
                  </a:lnTo>
                  <a:lnTo>
                    <a:pt x="1824263" y="3531159"/>
                  </a:lnTo>
                  <a:lnTo>
                    <a:pt x="1823505" y="3531159"/>
                  </a:lnTo>
                  <a:lnTo>
                    <a:pt x="1822746" y="3531159"/>
                  </a:lnTo>
                  <a:lnTo>
                    <a:pt x="1802520" y="3531159"/>
                  </a:lnTo>
                  <a:lnTo>
                    <a:pt x="1801762" y="3531159"/>
                  </a:lnTo>
                  <a:lnTo>
                    <a:pt x="1801004" y="3531159"/>
                  </a:lnTo>
                  <a:lnTo>
                    <a:pt x="1780778" y="3531159"/>
                  </a:lnTo>
                  <a:lnTo>
                    <a:pt x="1780019" y="3531159"/>
                  </a:lnTo>
                  <a:lnTo>
                    <a:pt x="1779261" y="3531159"/>
                  </a:lnTo>
                  <a:lnTo>
                    <a:pt x="1759035" y="3531159"/>
                  </a:lnTo>
                  <a:lnTo>
                    <a:pt x="1758277" y="3531159"/>
                  </a:lnTo>
                  <a:lnTo>
                    <a:pt x="1757518" y="3531159"/>
                  </a:lnTo>
                  <a:lnTo>
                    <a:pt x="1737293" y="3531159"/>
                  </a:lnTo>
                  <a:lnTo>
                    <a:pt x="1736534" y="3531159"/>
                  </a:lnTo>
                  <a:lnTo>
                    <a:pt x="1735776" y="3531159"/>
                  </a:lnTo>
                  <a:lnTo>
                    <a:pt x="1715550" y="3531159"/>
                  </a:lnTo>
                  <a:lnTo>
                    <a:pt x="1714792" y="3531159"/>
                  </a:lnTo>
                  <a:lnTo>
                    <a:pt x="1714033" y="3531159"/>
                  </a:lnTo>
                  <a:lnTo>
                    <a:pt x="1693808" y="3531159"/>
                  </a:lnTo>
                  <a:lnTo>
                    <a:pt x="1693049" y="3531159"/>
                  </a:lnTo>
                  <a:lnTo>
                    <a:pt x="1692291" y="3531159"/>
                  </a:lnTo>
                  <a:lnTo>
                    <a:pt x="1672065" y="3531159"/>
                  </a:lnTo>
                  <a:lnTo>
                    <a:pt x="1671307" y="3531159"/>
                  </a:lnTo>
                  <a:lnTo>
                    <a:pt x="1670548" y="3531159"/>
                  </a:lnTo>
                  <a:lnTo>
                    <a:pt x="1650322" y="3531159"/>
                  </a:lnTo>
                  <a:lnTo>
                    <a:pt x="1649564" y="3531159"/>
                  </a:lnTo>
                  <a:lnTo>
                    <a:pt x="1648806" y="3531159"/>
                  </a:lnTo>
                  <a:lnTo>
                    <a:pt x="1628580" y="3531159"/>
                  </a:lnTo>
                  <a:lnTo>
                    <a:pt x="1627822" y="3531159"/>
                  </a:lnTo>
                  <a:lnTo>
                    <a:pt x="1627063" y="3531159"/>
                  </a:lnTo>
                  <a:lnTo>
                    <a:pt x="1606837" y="3531159"/>
                  </a:lnTo>
                  <a:lnTo>
                    <a:pt x="1606079" y="3531159"/>
                  </a:lnTo>
                  <a:lnTo>
                    <a:pt x="1605321" y="3531159"/>
                  </a:lnTo>
                  <a:lnTo>
                    <a:pt x="1585095" y="3531159"/>
                  </a:lnTo>
                  <a:lnTo>
                    <a:pt x="1584336" y="3531159"/>
                  </a:lnTo>
                  <a:lnTo>
                    <a:pt x="1583578" y="3531159"/>
                  </a:lnTo>
                  <a:lnTo>
                    <a:pt x="1563352" y="3531159"/>
                  </a:lnTo>
                  <a:lnTo>
                    <a:pt x="1562594" y="3531159"/>
                  </a:lnTo>
                  <a:lnTo>
                    <a:pt x="1561835" y="3531159"/>
                  </a:lnTo>
                  <a:lnTo>
                    <a:pt x="1541610" y="3531159"/>
                  </a:lnTo>
                  <a:lnTo>
                    <a:pt x="1540851" y="3531159"/>
                  </a:lnTo>
                  <a:lnTo>
                    <a:pt x="1540093" y="3531159"/>
                  </a:lnTo>
                  <a:lnTo>
                    <a:pt x="1519867" y="3531159"/>
                  </a:lnTo>
                  <a:lnTo>
                    <a:pt x="1519109" y="3531159"/>
                  </a:lnTo>
                  <a:lnTo>
                    <a:pt x="1518350" y="3531159"/>
                  </a:lnTo>
                  <a:lnTo>
                    <a:pt x="1498125" y="3531159"/>
                  </a:lnTo>
                  <a:lnTo>
                    <a:pt x="1497366" y="3531159"/>
                  </a:lnTo>
                  <a:lnTo>
                    <a:pt x="1496608" y="3531159"/>
                  </a:lnTo>
                  <a:lnTo>
                    <a:pt x="1476382" y="3531159"/>
                  </a:lnTo>
                  <a:lnTo>
                    <a:pt x="1475624" y="3531159"/>
                  </a:lnTo>
                  <a:lnTo>
                    <a:pt x="1474865" y="3531159"/>
                  </a:lnTo>
                  <a:lnTo>
                    <a:pt x="1454639" y="3531159"/>
                  </a:lnTo>
                  <a:lnTo>
                    <a:pt x="1453881" y="3531159"/>
                  </a:lnTo>
                  <a:lnTo>
                    <a:pt x="1453123" y="3531159"/>
                  </a:lnTo>
                  <a:lnTo>
                    <a:pt x="1432897" y="3531159"/>
                  </a:lnTo>
                  <a:lnTo>
                    <a:pt x="1432138" y="3531159"/>
                  </a:lnTo>
                  <a:lnTo>
                    <a:pt x="1431380" y="3531159"/>
                  </a:lnTo>
                  <a:lnTo>
                    <a:pt x="1411154" y="3531159"/>
                  </a:lnTo>
                  <a:lnTo>
                    <a:pt x="1410396" y="3531159"/>
                  </a:lnTo>
                  <a:lnTo>
                    <a:pt x="1409638" y="3531159"/>
                  </a:lnTo>
                  <a:lnTo>
                    <a:pt x="1389412" y="3531159"/>
                  </a:lnTo>
                  <a:lnTo>
                    <a:pt x="1388653" y="3531159"/>
                  </a:lnTo>
                  <a:lnTo>
                    <a:pt x="1387895" y="3531159"/>
                  </a:lnTo>
                  <a:lnTo>
                    <a:pt x="1367669" y="3531159"/>
                  </a:lnTo>
                  <a:lnTo>
                    <a:pt x="1366911" y="3531159"/>
                  </a:lnTo>
                  <a:lnTo>
                    <a:pt x="1366152" y="3531159"/>
                  </a:lnTo>
                  <a:lnTo>
                    <a:pt x="1345927" y="3531159"/>
                  </a:lnTo>
                  <a:lnTo>
                    <a:pt x="1345168" y="3531159"/>
                  </a:lnTo>
                  <a:lnTo>
                    <a:pt x="1344410" y="3531159"/>
                  </a:lnTo>
                  <a:lnTo>
                    <a:pt x="1324184" y="3531159"/>
                  </a:lnTo>
                  <a:lnTo>
                    <a:pt x="1323426" y="3531159"/>
                  </a:lnTo>
                  <a:lnTo>
                    <a:pt x="1322667" y="3531159"/>
                  </a:lnTo>
                  <a:lnTo>
                    <a:pt x="1302442" y="3531159"/>
                  </a:lnTo>
                  <a:lnTo>
                    <a:pt x="1301683" y="3531159"/>
                  </a:lnTo>
                  <a:lnTo>
                    <a:pt x="1300925" y="3531159"/>
                  </a:lnTo>
                  <a:lnTo>
                    <a:pt x="1280699" y="3531159"/>
                  </a:lnTo>
                  <a:lnTo>
                    <a:pt x="1279941" y="3531159"/>
                  </a:lnTo>
                  <a:lnTo>
                    <a:pt x="1279182" y="3531159"/>
                  </a:lnTo>
                  <a:lnTo>
                    <a:pt x="1258956" y="3531159"/>
                  </a:lnTo>
                  <a:lnTo>
                    <a:pt x="1258198" y="3531159"/>
                  </a:lnTo>
                  <a:lnTo>
                    <a:pt x="1257440" y="3531159"/>
                  </a:lnTo>
                  <a:lnTo>
                    <a:pt x="1237214" y="3531159"/>
                  </a:lnTo>
                  <a:lnTo>
                    <a:pt x="1236455" y="3531159"/>
                  </a:lnTo>
                  <a:lnTo>
                    <a:pt x="1235697" y="3531159"/>
                  </a:lnTo>
                  <a:lnTo>
                    <a:pt x="1215471" y="3531159"/>
                  </a:lnTo>
                  <a:lnTo>
                    <a:pt x="1214713" y="3531159"/>
                  </a:lnTo>
                  <a:lnTo>
                    <a:pt x="1213955" y="3531159"/>
                  </a:lnTo>
                  <a:lnTo>
                    <a:pt x="1193729" y="3531159"/>
                  </a:lnTo>
                  <a:lnTo>
                    <a:pt x="1192970" y="3531159"/>
                  </a:lnTo>
                  <a:lnTo>
                    <a:pt x="1192212" y="3531159"/>
                  </a:lnTo>
                  <a:lnTo>
                    <a:pt x="1171986" y="3531159"/>
                  </a:lnTo>
                  <a:lnTo>
                    <a:pt x="1171228" y="3531159"/>
                  </a:lnTo>
                  <a:lnTo>
                    <a:pt x="1170469" y="3531159"/>
                  </a:lnTo>
                  <a:lnTo>
                    <a:pt x="1150244" y="3531159"/>
                  </a:lnTo>
                  <a:lnTo>
                    <a:pt x="1149485" y="3531159"/>
                  </a:lnTo>
                  <a:lnTo>
                    <a:pt x="1148727" y="3531159"/>
                  </a:lnTo>
                  <a:lnTo>
                    <a:pt x="1128501" y="3531159"/>
                  </a:lnTo>
                  <a:lnTo>
                    <a:pt x="1127743" y="3531159"/>
                  </a:lnTo>
                  <a:lnTo>
                    <a:pt x="1126984" y="3531159"/>
                  </a:lnTo>
                  <a:lnTo>
                    <a:pt x="1106759" y="3531159"/>
                  </a:lnTo>
                  <a:lnTo>
                    <a:pt x="1106000" y="3531159"/>
                  </a:lnTo>
                  <a:lnTo>
                    <a:pt x="1105242" y="3531159"/>
                  </a:lnTo>
                  <a:lnTo>
                    <a:pt x="1085016" y="3531159"/>
                  </a:lnTo>
                  <a:lnTo>
                    <a:pt x="1084258" y="3531159"/>
                  </a:lnTo>
                  <a:lnTo>
                    <a:pt x="1083499" y="3531159"/>
                  </a:lnTo>
                  <a:lnTo>
                    <a:pt x="1063273" y="3531159"/>
                  </a:lnTo>
                  <a:lnTo>
                    <a:pt x="1062515" y="3531159"/>
                  </a:lnTo>
                  <a:lnTo>
                    <a:pt x="1061757" y="3531159"/>
                  </a:lnTo>
                  <a:lnTo>
                    <a:pt x="1041531" y="3531159"/>
                  </a:lnTo>
                  <a:lnTo>
                    <a:pt x="1040772" y="3531159"/>
                  </a:lnTo>
                  <a:lnTo>
                    <a:pt x="1040014" y="3531159"/>
                  </a:lnTo>
                  <a:lnTo>
                    <a:pt x="1019788" y="3531159"/>
                  </a:lnTo>
                  <a:lnTo>
                    <a:pt x="1019030" y="3531159"/>
                  </a:lnTo>
                  <a:lnTo>
                    <a:pt x="1018272" y="3531159"/>
                  </a:lnTo>
                  <a:lnTo>
                    <a:pt x="998046" y="3531159"/>
                  </a:lnTo>
                  <a:lnTo>
                    <a:pt x="997287" y="3531159"/>
                  </a:lnTo>
                  <a:lnTo>
                    <a:pt x="996529" y="3531159"/>
                  </a:lnTo>
                  <a:lnTo>
                    <a:pt x="976303" y="3531159"/>
                  </a:lnTo>
                  <a:lnTo>
                    <a:pt x="975545" y="3531159"/>
                  </a:lnTo>
                  <a:lnTo>
                    <a:pt x="974786" y="3531159"/>
                  </a:lnTo>
                  <a:lnTo>
                    <a:pt x="954561" y="3531159"/>
                  </a:lnTo>
                  <a:lnTo>
                    <a:pt x="953802" y="3531159"/>
                  </a:lnTo>
                  <a:lnTo>
                    <a:pt x="953044" y="3531159"/>
                  </a:lnTo>
                  <a:lnTo>
                    <a:pt x="932818" y="3531159"/>
                  </a:lnTo>
                  <a:lnTo>
                    <a:pt x="932060" y="3531159"/>
                  </a:lnTo>
                  <a:lnTo>
                    <a:pt x="931301" y="3531159"/>
                  </a:lnTo>
                  <a:lnTo>
                    <a:pt x="911076" y="3531159"/>
                  </a:lnTo>
                  <a:lnTo>
                    <a:pt x="910317" y="3531159"/>
                  </a:lnTo>
                  <a:lnTo>
                    <a:pt x="909559" y="3531159"/>
                  </a:lnTo>
                  <a:lnTo>
                    <a:pt x="889333" y="3531159"/>
                  </a:lnTo>
                  <a:lnTo>
                    <a:pt x="888575" y="3531159"/>
                  </a:lnTo>
                  <a:lnTo>
                    <a:pt x="887816" y="3531159"/>
                  </a:lnTo>
                  <a:lnTo>
                    <a:pt x="867590" y="3531159"/>
                  </a:lnTo>
                  <a:lnTo>
                    <a:pt x="866832" y="3531159"/>
                  </a:lnTo>
                  <a:lnTo>
                    <a:pt x="866074" y="3531159"/>
                  </a:lnTo>
                  <a:lnTo>
                    <a:pt x="845848" y="3531159"/>
                  </a:lnTo>
                  <a:lnTo>
                    <a:pt x="845089" y="3531159"/>
                  </a:lnTo>
                  <a:lnTo>
                    <a:pt x="844331" y="3531159"/>
                  </a:lnTo>
                  <a:lnTo>
                    <a:pt x="824105" y="3531159"/>
                  </a:lnTo>
                  <a:lnTo>
                    <a:pt x="823347" y="3531159"/>
                  </a:lnTo>
                  <a:lnTo>
                    <a:pt x="822589" y="3531159"/>
                  </a:lnTo>
                  <a:lnTo>
                    <a:pt x="802363" y="3531159"/>
                  </a:lnTo>
                  <a:lnTo>
                    <a:pt x="801604" y="3531159"/>
                  </a:lnTo>
                  <a:lnTo>
                    <a:pt x="800846" y="3531159"/>
                  </a:lnTo>
                  <a:lnTo>
                    <a:pt x="780620" y="3531159"/>
                  </a:lnTo>
                  <a:lnTo>
                    <a:pt x="779862" y="3531159"/>
                  </a:lnTo>
                  <a:lnTo>
                    <a:pt x="779103" y="3531159"/>
                  </a:lnTo>
                  <a:lnTo>
                    <a:pt x="758878" y="3531159"/>
                  </a:lnTo>
                  <a:lnTo>
                    <a:pt x="758119" y="3531159"/>
                  </a:lnTo>
                  <a:lnTo>
                    <a:pt x="757361" y="3531159"/>
                  </a:lnTo>
                  <a:lnTo>
                    <a:pt x="737135" y="3531159"/>
                  </a:lnTo>
                  <a:lnTo>
                    <a:pt x="736377" y="3531159"/>
                  </a:lnTo>
                  <a:lnTo>
                    <a:pt x="735618" y="3531159"/>
                  </a:lnTo>
                  <a:lnTo>
                    <a:pt x="715393" y="3531159"/>
                  </a:lnTo>
                  <a:lnTo>
                    <a:pt x="714634" y="3531159"/>
                  </a:lnTo>
                  <a:lnTo>
                    <a:pt x="713876" y="3531159"/>
                  </a:lnTo>
                  <a:lnTo>
                    <a:pt x="693650" y="3531159"/>
                  </a:lnTo>
                  <a:lnTo>
                    <a:pt x="692892" y="3531159"/>
                  </a:lnTo>
                  <a:lnTo>
                    <a:pt x="692133" y="3531159"/>
                  </a:lnTo>
                  <a:lnTo>
                    <a:pt x="671907" y="3531159"/>
                  </a:lnTo>
                  <a:lnTo>
                    <a:pt x="671149" y="3531159"/>
                  </a:lnTo>
                  <a:lnTo>
                    <a:pt x="670391" y="3531159"/>
                  </a:lnTo>
                  <a:lnTo>
                    <a:pt x="650165" y="3531159"/>
                  </a:lnTo>
                  <a:lnTo>
                    <a:pt x="649406" y="3531159"/>
                  </a:lnTo>
                  <a:lnTo>
                    <a:pt x="648648" y="3531159"/>
                  </a:lnTo>
                  <a:lnTo>
                    <a:pt x="628422" y="3531159"/>
                  </a:lnTo>
                  <a:lnTo>
                    <a:pt x="627664" y="3531159"/>
                  </a:lnTo>
                  <a:lnTo>
                    <a:pt x="626905" y="3531159"/>
                  </a:lnTo>
                  <a:lnTo>
                    <a:pt x="606680" y="3531159"/>
                  </a:lnTo>
                  <a:lnTo>
                    <a:pt x="605921" y="3531159"/>
                  </a:lnTo>
                  <a:lnTo>
                    <a:pt x="605163" y="3531159"/>
                  </a:lnTo>
                  <a:lnTo>
                    <a:pt x="584937" y="3531159"/>
                  </a:lnTo>
                  <a:lnTo>
                    <a:pt x="584179" y="3531159"/>
                  </a:lnTo>
                  <a:lnTo>
                    <a:pt x="583420" y="3531159"/>
                  </a:lnTo>
                  <a:lnTo>
                    <a:pt x="563195" y="3531159"/>
                  </a:lnTo>
                  <a:lnTo>
                    <a:pt x="562436" y="3531159"/>
                  </a:lnTo>
                  <a:lnTo>
                    <a:pt x="561678" y="3531159"/>
                  </a:lnTo>
                  <a:lnTo>
                    <a:pt x="541452" y="3531159"/>
                  </a:lnTo>
                  <a:lnTo>
                    <a:pt x="540694" y="3531159"/>
                  </a:lnTo>
                  <a:lnTo>
                    <a:pt x="539935" y="3531159"/>
                  </a:lnTo>
                  <a:lnTo>
                    <a:pt x="519710" y="3531159"/>
                  </a:lnTo>
                  <a:lnTo>
                    <a:pt x="518951" y="3531159"/>
                  </a:lnTo>
                  <a:lnTo>
                    <a:pt x="518193" y="3531159"/>
                  </a:lnTo>
                  <a:lnTo>
                    <a:pt x="497967" y="3531159"/>
                  </a:lnTo>
                  <a:lnTo>
                    <a:pt x="497209" y="3531159"/>
                  </a:lnTo>
                  <a:lnTo>
                    <a:pt x="496450" y="3531159"/>
                  </a:lnTo>
                  <a:lnTo>
                    <a:pt x="476224" y="3531159"/>
                  </a:lnTo>
                  <a:lnTo>
                    <a:pt x="475466" y="3531159"/>
                  </a:lnTo>
                  <a:lnTo>
                    <a:pt x="474708" y="3531159"/>
                  </a:lnTo>
                  <a:lnTo>
                    <a:pt x="454482" y="3531159"/>
                  </a:lnTo>
                  <a:lnTo>
                    <a:pt x="453723" y="3531159"/>
                  </a:lnTo>
                  <a:lnTo>
                    <a:pt x="452965" y="3531159"/>
                  </a:lnTo>
                  <a:lnTo>
                    <a:pt x="432739" y="3531159"/>
                  </a:lnTo>
                  <a:lnTo>
                    <a:pt x="431981" y="3531159"/>
                  </a:lnTo>
                  <a:lnTo>
                    <a:pt x="431222" y="3531159"/>
                  </a:lnTo>
                  <a:lnTo>
                    <a:pt x="410997" y="3531159"/>
                  </a:lnTo>
                  <a:lnTo>
                    <a:pt x="410238" y="3531159"/>
                  </a:lnTo>
                  <a:lnTo>
                    <a:pt x="409480" y="3531159"/>
                  </a:lnTo>
                  <a:lnTo>
                    <a:pt x="389254" y="3531159"/>
                  </a:lnTo>
                  <a:lnTo>
                    <a:pt x="388496" y="3531159"/>
                  </a:lnTo>
                  <a:lnTo>
                    <a:pt x="387737" y="3531159"/>
                  </a:lnTo>
                  <a:lnTo>
                    <a:pt x="367512" y="3531159"/>
                  </a:lnTo>
                  <a:lnTo>
                    <a:pt x="366753" y="3531159"/>
                  </a:lnTo>
                  <a:lnTo>
                    <a:pt x="365995" y="3531159"/>
                  </a:lnTo>
                  <a:lnTo>
                    <a:pt x="345769" y="3531159"/>
                  </a:lnTo>
                  <a:lnTo>
                    <a:pt x="345011" y="3531159"/>
                  </a:lnTo>
                  <a:lnTo>
                    <a:pt x="344252" y="3531159"/>
                  </a:lnTo>
                  <a:lnTo>
                    <a:pt x="324027" y="3531159"/>
                  </a:lnTo>
                  <a:lnTo>
                    <a:pt x="323268" y="3531159"/>
                  </a:lnTo>
                  <a:lnTo>
                    <a:pt x="322510" y="3531159"/>
                  </a:lnTo>
                  <a:lnTo>
                    <a:pt x="302284" y="3531159"/>
                  </a:lnTo>
                  <a:lnTo>
                    <a:pt x="301526" y="3531159"/>
                  </a:lnTo>
                  <a:lnTo>
                    <a:pt x="300767" y="3531159"/>
                  </a:lnTo>
                  <a:lnTo>
                    <a:pt x="280541" y="3531159"/>
                  </a:lnTo>
                  <a:lnTo>
                    <a:pt x="279783" y="3531159"/>
                  </a:lnTo>
                  <a:lnTo>
                    <a:pt x="279025" y="3531159"/>
                  </a:lnTo>
                  <a:lnTo>
                    <a:pt x="258799" y="3531159"/>
                  </a:lnTo>
                  <a:lnTo>
                    <a:pt x="258040" y="3531159"/>
                  </a:lnTo>
                  <a:lnTo>
                    <a:pt x="257282" y="3531159"/>
                  </a:lnTo>
                  <a:lnTo>
                    <a:pt x="237056" y="3531159"/>
                  </a:lnTo>
                  <a:lnTo>
                    <a:pt x="236298" y="3531159"/>
                  </a:lnTo>
                  <a:lnTo>
                    <a:pt x="235539" y="3531159"/>
                  </a:lnTo>
                  <a:lnTo>
                    <a:pt x="215314" y="3531159"/>
                  </a:lnTo>
                  <a:lnTo>
                    <a:pt x="214555" y="3531159"/>
                  </a:lnTo>
                  <a:lnTo>
                    <a:pt x="213797" y="3531159"/>
                  </a:lnTo>
                  <a:lnTo>
                    <a:pt x="193571" y="3531159"/>
                  </a:lnTo>
                  <a:lnTo>
                    <a:pt x="192813" y="3531159"/>
                  </a:lnTo>
                  <a:lnTo>
                    <a:pt x="192054" y="3531159"/>
                  </a:lnTo>
                  <a:lnTo>
                    <a:pt x="171829" y="3531159"/>
                  </a:lnTo>
                  <a:lnTo>
                    <a:pt x="171070" y="3531159"/>
                  </a:lnTo>
                  <a:lnTo>
                    <a:pt x="170312" y="3531159"/>
                  </a:lnTo>
                  <a:lnTo>
                    <a:pt x="150086" y="3531159"/>
                  </a:lnTo>
                  <a:lnTo>
                    <a:pt x="149328" y="3531159"/>
                  </a:lnTo>
                  <a:lnTo>
                    <a:pt x="148569" y="3531159"/>
                  </a:lnTo>
                  <a:lnTo>
                    <a:pt x="128343" y="3531159"/>
                  </a:lnTo>
                  <a:lnTo>
                    <a:pt x="127585" y="3531159"/>
                  </a:lnTo>
                  <a:lnTo>
                    <a:pt x="126827" y="3531159"/>
                  </a:lnTo>
                  <a:lnTo>
                    <a:pt x="106601" y="3531159"/>
                  </a:lnTo>
                  <a:lnTo>
                    <a:pt x="105843" y="3531159"/>
                  </a:lnTo>
                  <a:lnTo>
                    <a:pt x="105084" y="3531159"/>
                  </a:lnTo>
                  <a:lnTo>
                    <a:pt x="84858" y="3531159"/>
                  </a:lnTo>
                  <a:lnTo>
                    <a:pt x="84100" y="3531159"/>
                  </a:lnTo>
                  <a:lnTo>
                    <a:pt x="83342" y="3531159"/>
                  </a:lnTo>
                  <a:lnTo>
                    <a:pt x="63116" y="3531159"/>
                  </a:lnTo>
                  <a:lnTo>
                    <a:pt x="62357" y="3531159"/>
                  </a:lnTo>
                  <a:lnTo>
                    <a:pt x="61599" y="3531159"/>
                  </a:lnTo>
                  <a:lnTo>
                    <a:pt x="41373" y="3531159"/>
                  </a:lnTo>
                  <a:lnTo>
                    <a:pt x="40615" y="3531159"/>
                  </a:lnTo>
                  <a:lnTo>
                    <a:pt x="39856" y="3531159"/>
                  </a:lnTo>
                  <a:lnTo>
                    <a:pt x="19631" y="3531159"/>
                  </a:lnTo>
                  <a:lnTo>
                    <a:pt x="18872" y="3531159"/>
                  </a:lnTo>
                  <a:lnTo>
                    <a:pt x="18114" y="3531159"/>
                  </a:lnTo>
                  <a:close/>
                </a:path>
              </a:pathLst>
            </a:custGeom>
            <a:solidFill>
              <a:srgbClr val="E31A1C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13278" y="1950672"/>
              <a:ext cx="3695123" cy="3531159"/>
            </a:xfrm>
            <a:custGeom>
              <a:avLst/>
              <a:pathLst>
                <a:path w="3695123" h="3531159">
                  <a:moveTo>
                    <a:pt x="0" y="3531159"/>
                  </a:moveTo>
                  <a:lnTo>
                    <a:pt x="18114" y="3531159"/>
                  </a:lnTo>
                  <a:lnTo>
                    <a:pt x="18872" y="3531159"/>
                  </a:lnTo>
                  <a:lnTo>
                    <a:pt x="19631" y="3531159"/>
                  </a:lnTo>
                  <a:lnTo>
                    <a:pt x="39856" y="3531159"/>
                  </a:lnTo>
                  <a:lnTo>
                    <a:pt x="40615" y="3531159"/>
                  </a:lnTo>
                  <a:lnTo>
                    <a:pt x="41373" y="3531159"/>
                  </a:lnTo>
                  <a:lnTo>
                    <a:pt x="61599" y="3531159"/>
                  </a:lnTo>
                  <a:lnTo>
                    <a:pt x="62357" y="3531159"/>
                  </a:lnTo>
                  <a:lnTo>
                    <a:pt x="63116" y="3531159"/>
                  </a:lnTo>
                  <a:lnTo>
                    <a:pt x="83342" y="3531159"/>
                  </a:lnTo>
                  <a:lnTo>
                    <a:pt x="84100" y="3531159"/>
                  </a:lnTo>
                  <a:lnTo>
                    <a:pt x="84858" y="3531159"/>
                  </a:lnTo>
                  <a:lnTo>
                    <a:pt x="105084" y="3531159"/>
                  </a:lnTo>
                  <a:lnTo>
                    <a:pt x="105843" y="3531159"/>
                  </a:lnTo>
                  <a:lnTo>
                    <a:pt x="106601" y="3531159"/>
                  </a:lnTo>
                  <a:lnTo>
                    <a:pt x="126827" y="3531159"/>
                  </a:lnTo>
                  <a:lnTo>
                    <a:pt x="127585" y="3531159"/>
                  </a:lnTo>
                  <a:lnTo>
                    <a:pt x="128343" y="3531159"/>
                  </a:lnTo>
                  <a:lnTo>
                    <a:pt x="148569" y="3531159"/>
                  </a:lnTo>
                  <a:lnTo>
                    <a:pt x="149328" y="3531159"/>
                  </a:lnTo>
                  <a:lnTo>
                    <a:pt x="150086" y="3531159"/>
                  </a:lnTo>
                  <a:lnTo>
                    <a:pt x="170312" y="3531159"/>
                  </a:lnTo>
                  <a:lnTo>
                    <a:pt x="171070" y="3531159"/>
                  </a:lnTo>
                  <a:lnTo>
                    <a:pt x="171829" y="3531159"/>
                  </a:lnTo>
                  <a:lnTo>
                    <a:pt x="192054" y="3531159"/>
                  </a:lnTo>
                  <a:lnTo>
                    <a:pt x="192813" y="3531159"/>
                  </a:lnTo>
                  <a:lnTo>
                    <a:pt x="193571" y="3531159"/>
                  </a:lnTo>
                  <a:lnTo>
                    <a:pt x="213797" y="3531159"/>
                  </a:lnTo>
                  <a:lnTo>
                    <a:pt x="214555" y="3531159"/>
                  </a:lnTo>
                  <a:lnTo>
                    <a:pt x="215314" y="3531159"/>
                  </a:lnTo>
                  <a:lnTo>
                    <a:pt x="235539" y="3531159"/>
                  </a:lnTo>
                  <a:lnTo>
                    <a:pt x="236298" y="3531159"/>
                  </a:lnTo>
                  <a:lnTo>
                    <a:pt x="237056" y="3531159"/>
                  </a:lnTo>
                  <a:lnTo>
                    <a:pt x="257282" y="3531159"/>
                  </a:lnTo>
                  <a:lnTo>
                    <a:pt x="258040" y="3531159"/>
                  </a:lnTo>
                  <a:lnTo>
                    <a:pt x="258799" y="3531159"/>
                  </a:lnTo>
                  <a:lnTo>
                    <a:pt x="279025" y="3531159"/>
                  </a:lnTo>
                  <a:lnTo>
                    <a:pt x="279783" y="3531159"/>
                  </a:lnTo>
                  <a:lnTo>
                    <a:pt x="280541" y="3531159"/>
                  </a:lnTo>
                  <a:lnTo>
                    <a:pt x="300767" y="3531159"/>
                  </a:lnTo>
                  <a:lnTo>
                    <a:pt x="301526" y="3531159"/>
                  </a:lnTo>
                  <a:lnTo>
                    <a:pt x="302284" y="3531159"/>
                  </a:lnTo>
                  <a:lnTo>
                    <a:pt x="322510" y="3531159"/>
                  </a:lnTo>
                  <a:lnTo>
                    <a:pt x="323268" y="3531159"/>
                  </a:lnTo>
                  <a:lnTo>
                    <a:pt x="324027" y="3531159"/>
                  </a:lnTo>
                  <a:lnTo>
                    <a:pt x="344252" y="3531159"/>
                  </a:lnTo>
                  <a:lnTo>
                    <a:pt x="345011" y="3531159"/>
                  </a:lnTo>
                  <a:lnTo>
                    <a:pt x="345769" y="3531159"/>
                  </a:lnTo>
                  <a:lnTo>
                    <a:pt x="365995" y="3531159"/>
                  </a:lnTo>
                  <a:lnTo>
                    <a:pt x="366753" y="3531159"/>
                  </a:lnTo>
                  <a:lnTo>
                    <a:pt x="367512" y="3531159"/>
                  </a:lnTo>
                  <a:lnTo>
                    <a:pt x="387737" y="3531159"/>
                  </a:lnTo>
                  <a:lnTo>
                    <a:pt x="388496" y="3531159"/>
                  </a:lnTo>
                  <a:lnTo>
                    <a:pt x="389254" y="3531159"/>
                  </a:lnTo>
                  <a:lnTo>
                    <a:pt x="409480" y="3531159"/>
                  </a:lnTo>
                  <a:lnTo>
                    <a:pt x="410238" y="3531159"/>
                  </a:lnTo>
                  <a:lnTo>
                    <a:pt x="410997" y="3531159"/>
                  </a:lnTo>
                  <a:lnTo>
                    <a:pt x="431222" y="3531159"/>
                  </a:lnTo>
                  <a:lnTo>
                    <a:pt x="431981" y="3531159"/>
                  </a:lnTo>
                  <a:lnTo>
                    <a:pt x="432739" y="3531159"/>
                  </a:lnTo>
                  <a:lnTo>
                    <a:pt x="452965" y="3531159"/>
                  </a:lnTo>
                  <a:lnTo>
                    <a:pt x="453723" y="3531159"/>
                  </a:lnTo>
                  <a:lnTo>
                    <a:pt x="454482" y="3531159"/>
                  </a:lnTo>
                  <a:lnTo>
                    <a:pt x="474708" y="3531159"/>
                  </a:lnTo>
                  <a:lnTo>
                    <a:pt x="475466" y="3531159"/>
                  </a:lnTo>
                  <a:lnTo>
                    <a:pt x="476224" y="3531159"/>
                  </a:lnTo>
                  <a:lnTo>
                    <a:pt x="496450" y="3531158"/>
                  </a:lnTo>
                  <a:lnTo>
                    <a:pt x="497209" y="3531158"/>
                  </a:lnTo>
                  <a:lnTo>
                    <a:pt x="497967" y="3531158"/>
                  </a:lnTo>
                  <a:lnTo>
                    <a:pt x="518193" y="3531158"/>
                  </a:lnTo>
                  <a:lnTo>
                    <a:pt x="518951" y="3531158"/>
                  </a:lnTo>
                  <a:lnTo>
                    <a:pt x="519710" y="3531157"/>
                  </a:lnTo>
                  <a:lnTo>
                    <a:pt x="539935" y="3531156"/>
                  </a:lnTo>
                  <a:lnTo>
                    <a:pt x="540694" y="3531156"/>
                  </a:lnTo>
                  <a:lnTo>
                    <a:pt x="541452" y="3531156"/>
                  </a:lnTo>
                  <a:lnTo>
                    <a:pt x="561678" y="3531154"/>
                  </a:lnTo>
                  <a:lnTo>
                    <a:pt x="562436" y="3531154"/>
                  </a:lnTo>
                  <a:lnTo>
                    <a:pt x="563195" y="3531154"/>
                  </a:lnTo>
                  <a:lnTo>
                    <a:pt x="583420" y="3531151"/>
                  </a:lnTo>
                  <a:lnTo>
                    <a:pt x="584179" y="3531151"/>
                  </a:lnTo>
                  <a:lnTo>
                    <a:pt x="584937" y="3531150"/>
                  </a:lnTo>
                  <a:lnTo>
                    <a:pt x="605163" y="3531145"/>
                  </a:lnTo>
                  <a:lnTo>
                    <a:pt x="605921" y="3531145"/>
                  </a:lnTo>
                  <a:lnTo>
                    <a:pt x="606680" y="3531145"/>
                  </a:lnTo>
                  <a:lnTo>
                    <a:pt x="626905" y="3531137"/>
                  </a:lnTo>
                  <a:lnTo>
                    <a:pt x="627664" y="3531137"/>
                  </a:lnTo>
                  <a:lnTo>
                    <a:pt x="628422" y="3531136"/>
                  </a:lnTo>
                  <a:lnTo>
                    <a:pt x="648648" y="3531124"/>
                  </a:lnTo>
                  <a:lnTo>
                    <a:pt x="649406" y="3531124"/>
                  </a:lnTo>
                  <a:lnTo>
                    <a:pt x="650165" y="3531123"/>
                  </a:lnTo>
                  <a:lnTo>
                    <a:pt x="670391" y="3531105"/>
                  </a:lnTo>
                  <a:lnTo>
                    <a:pt x="671149" y="3531104"/>
                  </a:lnTo>
                  <a:lnTo>
                    <a:pt x="671907" y="3531103"/>
                  </a:lnTo>
                  <a:lnTo>
                    <a:pt x="692133" y="3531077"/>
                  </a:lnTo>
                  <a:lnTo>
                    <a:pt x="692892" y="3531076"/>
                  </a:lnTo>
                  <a:lnTo>
                    <a:pt x="693650" y="3531074"/>
                  </a:lnTo>
                  <a:lnTo>
                    <a:pt x="713876" y="3531036"/>
                  </a:lnTo>
                  <a:lnTo>
                    <a:pt x="714634" y="3531035"/>
                  </a:lnTo>
                  <a:lnTo>
                    <a:pt x="715393" y="3531032"/>
                  </a:lnTo>
                  <a:lnTo>
                    <a:pt x="735618" y="3530975"/>
                  </a:lnTo>
                  <a:lnTo>
                    <a:pt x="736377" y="3530973"/>
                  </a:lnTo>
                  <a:lnTo>
                    <a:pt x="737135" y="3530970"/>
                  </a:lnTo>
                  <a:lnTo>
                    <a:pt x="757361" y="3530886"/>
                  </a:lnTo>
                  <a:lnTo>
                    <a:pt x="758119" y="3530883"/>
                  </a:lnTo>
                  <a:lnTo>
                    <a:pt x="758878" y="3530879"/>
                  </a:lnTo>
                  <a:lnTo>
                    <a:pt x="779103" y="3530761"/>
                  </a:lnTo>
                  <a:lnTo>
                    <a:pt x="779862" y="3530757"/>
                  </a:lnTo>
                  <a:lnTo>
                    <a:pt x="780620" y="3530751"/>
                  </a:lnTo>
                  <a:lnTo>
                    <a:pt x="800846" y="3530587"/>
                  </a:lnTo>
                  <a:lnTo>
                    <a:pt x="801604" y="3530581"/>
                  </a:lnTo>
                  <a:lnTo>
                    <a:pt x="802363" y="3530572"/>
                  </a:lnTo>
                  <a:lnTo>
                    <a:pt x="822589" y="3530349"/>
                  </a:lnTo>
                  <a:lnTo>
                    <a:pt x="823347" y="3530340"/>
                  </a:lnTo>
                  <a:lnTo>
                    <a:pt x="824105" y="3530329"/>
                  </a:lnTo>
                  <a:lnTo>
                    <a:pt x="844331" y="3530028"/>
                  </a:lnTo>
                  <a:lnTo>
                    <a:pt x="845089" y="3530017"/>
                  </a:lnTo>
                  <a:lnTo>
                    <a:pt x="845848" y="3530002"/>
                  </a:lnTo>
                  <a:lnTo>
                    <a:pt x="866074" y="3529602"/>
                  </a:lnTo>
                  <a:lnTo>
                    <a:pt x="866832" y="3529587"/>
                  </a:lnTo>
                  <a:lnTo>
                    <a:pt x="867590" y="3529567"/>
                  </a:lnTo>
                  <a:lnTo>
                    <a:pt x="887816" y="3529045"/>
                  </a:lnTo>
                  <a:lnTo>
                    <a:pt x="888575" y="3529025"/>
                  </a:lnTo>
                  <a:lnTo>
                    <a:pt x="889333" y="3529000"/>
                  </a:lnTo>
                  <a:lnTo>
                    <a:pt x="909559" y="3528321"/>
                  </a:lnTo>
                  <a:lnTo>
                    <a:pt x="910317" y="3528295"/>
                  </a:lnTo>
                  <a:lnTo>
                    <a:pt x="911076" y="3528262"/>
                  </a:lnTo>
                  <a:lnTo>
                    <a:pt x="931301" y="3527367"/>
                  </a:lnTo>
                  <a:lnTo>
                    <a:pt x="932060" y="3527334"/>
                  </a:lnTo>
                  <a:lnTo>
                    <a:pt x="932818" y="3527291"/>
                  </a:lnTo>
                  <a:lnTo>
                    <a:pt x="953044" y="3526163"/>
                  </a:lnTo>
                  <a:lnTo>
                    <a:pt x="953802" y="3526120"/>
                  </a:lnTo>
                  <a:lnTo>
                    <a:pt x="954561" y="3526068"/>
                  </a:lnTo>
                  <a:lnTo>
                    <a:pt x="974786" y="3524666"/>
                  </a:lnTo>
                  <a:lnTo>
                    <a:pt x="975545" y="3524613"/>
                  </a:lnTo>
                  <a:lnTo>
                    <a:pt x="976303" y="3524549"/>
                  </a:lnTo>
                  <a:lnTo>
                    <a:pt x="996529" y="3522832"/>
                  </a:lnTo>
                  <a:lnTo>
                    <a:pt x="997287" y="3522768"/>
                  </a:lnTo>
                  <a:lnTo>
                    <a:pt x="998046" y="3522690"/>
                  </a:lnTo>
                  <a:lnTo>
                    <a:pt x="1018272" y="3520620"/>
                  </a:lnTo>
                  <a:lnTo>
                    <a:pt x="1019030" y="3520542"/>
                  </a:lnTo>
                  <a:lnTo>
                    <a:pt x="1019788" y="3520450"/>
                  </a:lnTo>
                  <a:lnTo>
                    <a:pt x="1040014" y="3517988"/>
                  </a:lnTo>
                  <a:lnTo>
                    <a:pt x="1040772" y="3517896"/>
                  </a:lnTo>
                  <a:lnTo>
                    <a:pt x="1041531" y="3517787"/>
                  </a:lnTo>
                  <a:lnTo>
                    <a:pt x="1061757" y="3514900"/>
                  </a:lnTo>
                  <a:lnTo>
                    <a:pt x="1062515" y="3514792"/>
                  </a:lnTo>
                  <a:lnTo>
                    <a:pt x="1063273" y="3514666"/>
                  </a:lnTo>
                  <a:lnTo>
                    <a:pt x="1083499" y="3511327"/>
                  </a:lnTo>
                  <a:lnTo>
                    <a:pt x="1084258" y="3511202"/>
                  </a:lnTo>
                  <a:lnTo>
                    <a:pt x="1085016" y="3511057"/>
                  </a:lnTo>
                  <a:lnTo>
                    <a:pt x="1105242" y="3507194"/>
                  </a:lnTo>
                  <a:lnTo>
                    <a:pt x="1106000" y="3507050"/>
                  </a:lnTo>
                  <a:lnTo>
                    <a:pt x="1106759" y="3506886"/>
                  </a:lnTo>
                  <a:lnTo>
                    <a:pt x="1126984" y="3502528"/>
                  </a:lnTo>
                  <a:lnTo>
                    <a:pt x="1127743" y="3502364"/>
                  </a:lnTo>
                  <a:lnTo>
                    <a:pt x="1128501" y="3502183"/>
                  </a:lnTo>
                  <a:lnTo>
                    <a:pt x="1148727" y="3497365"/>
                  </a:lnTo>
                  <a:lnTo>
                    <a:pt x="1149485" y="3497184"/>
                  </a:lnTo>
                  <a:lnTo>
                    <a:pt x="1150244" y="3496987"/>
                  </a:lnTo>
                  <a:lnTo>
                    <a:pt x="1170469" y="3491737"/>
                  </a:lnTo>
                  <a:lnTo>
                    <a:pt x="1171228" y="3491540"/>
                  </a:lnTo>
                  <a:lnTo>
                    <a:pt x="1171986" y="3491329"/>
                  </a:lnTo>
                  <a:lnTo>
                    <a:pt x="1192212" y="3485691"/>
                  </a:lnTo>
                  <a:lnTo>
                    <a:pt x="1192970" y="3485479"/>
                  </a:lnTo>
                  <a:lnTo>
                    <a:pt x="1193729" y="3485256"/>
                  </a:lnTo>
                  <a:lnTo>
                    <a:pt x="1213955" y="3479286"/>
                  </a:lnTo>
                  <a:lnTo>
                    <a:pt x="1214713" y="3479063"/>
                  </a:lnTo>
                  <a:lnTo>
                    <a:pt x="1215471" y="3478829"/>
                  </a:lnTo>
                  <a:lnTo>
                    <a:pt x="1235697" y="3472596"/>
                  </a:lnTo>
                  <a:lnTo>
                    <a:pt x="1236455" y="3472363"/>
                  </a:lnTo>
                  <a:lnTo>
                    <a:pt x="1237214" y="3472122"/>
                  </a:lnTo>
                  <a:lnTo>
                    <a:pt x="1257440" y="3465702"/>
                  </a:lnTo>
                  <a:lnTo>
                    <a:pt x="1258198" y="3465461"/>
                  </a:lnTo>
                  <a:lnTo>
                    <a:pt x="1258956" y="3465217"/>
                  </a:lnTo>
                  <a:lnTo>
                    <a:pt x="1279182" y="3458690"/>
                  </a:lnTo>
                  <a:lnTo>
                    <a:pt x="1279941" y="3458445"/>
                  </a:lnTo>
                  <a:lnTo>
                    <a:pt x="1280699" y="3458200"/>
                  </a:lnTo>
                  <a:lnTo>
                    <a:pt x="1300925" y="3451661"/>
                  </a:lnTo>
                  <a:lnTo>
                    <a:pt x="1301683" y="3451416"/>
                  </a:lnTo>
                  <a:lnTo>
                    <a:pt x="1302442" y="3451173"/>
                  </a:lnTo>
                  <a:lnTo>
                    <a:pt x="1322667" y="3444700"/>
                  </a:lnTo>
                  <a:lnTo>
                    <a:pt x="1323426" y="3444457"/>
                  </a:lnTo>
                  <a:lnTo>
                    <a:pt x="1324184" y="3444219"/>
                  </a:lnTo>
                  <a:lnTo>
                    <a:pt x="1344410" y="3437860"/>
                  </a:lnTo>
                  <a:lnTo>
                    <a:pt x="1345168" y="3437622"/>
                  </a:lnTo>
                  <a:lnTo>
                    <a:pt x="1345927" y="3437389"/>
                  </a:lnTo>
                  <a:lnTo>
                    <a:pt x="1366152" y="3431171"/>
                  </a:lnTo>
                  <a:lnTo>
                    <a:pt x="1366911" y="3430938"/>
                  </a:lnTo>
                  <a:lnTo>
                    <a:pt x="1367669" y="3430710"/>
                  </a:lnTo>
                  <a:lnTo>
                    <a:pt x="1387895" y="3424633"/>
                  </a:lnTo>
                  <a:lnTo>
                    <a:pt x="1388653" y="3424405"/>
                  </a:lnTo>
                  <a:lnTo>
                    <a:pt x="1389412" y="3424182"/>
                  </a:lnTo>
                  <a:lnTo>
                    <a:pt x="1409638" y="3418218"/>
                  </a:lnTo>
                  <a:lnTo>
                    <a:pt x="1410396" y="3417995"/>
                  </a:lnTo>
                  <a:lnTo>
                    <a:pt x="1411154" y="3417773"/>
                  </a:lnTo>
                  <a:lnTo>
                    <a:pt x="1431380" y="3411864"/>
                  </a:lnTo>
                  <a:lnTo>
                    <a:pt x="1432138" y="3411643"/>
                  </a:lnTo>
                  <a:lnTo>
                    <a:pt x="1432897" y="3411420"/>
                  </a:lnTo>
                  <a:lnTo>
                    <a:pt x="1453123" y="3405478"/>
                  </a:lnTo>
                  <a:lnTo>
                    <a:pt x="1453881" y="3405255"/>
                  </a:lnTo>
                  <a:lnTo>
                    <a:pt x="1454639" y="3405025"/>
                  </a:lnTo>
                  <a:lnTo>
                    <a:pt x="1474865" y="3398896"/>
                  </a:lnTo>
                  <a:lnTo>
                    <a:pt x="1475624" y="3398666"/>
                  </a:lnTo>
                  <a:lnTo>
                    <a:pt x="1476382" y="3398423"/>
                  </a:lnTo>
                  <a:lnTo>
                    <a:pt x="1496608" y="3391944"/>
                  </a:lnTo>
                  <a:lnTo>
                    <a:pt x="1497366" y="3391701"/>
                  </a:lnTo>
                  <a:lnTo>
                    <a:pt x="1498125" y="3391439"/>
                  </a:lnTo>
                  <a:lnTo>
                    <a:pt x="1518350" y="3384459"/>
                  </a:lnTo>
                  <a:lnTo>
                    <a:pt x="1519109" y="3384197"/>
                  </a:lnTo>
                  <a:lnTo>
                    <a:pt x="1519867" y="3383911"/>
                  </a:lnTo>
                  <a:lnTo>
                    <a:pt x="1540093" y="3376274"/>
                  </a:lnTo>
                  <a:lnTo>
                    <a:pt x="1540851" y="3375988"/>
                  </a:lnTo>
                  <a:lnTo>
                    <a:pt x="1541610" y="3375671"/>
                  </a:lnTo>
                  <a:lnTo>
                    <a:pt x="1561835" y="3367231"/>
                  </a:lnTo>
                  <a:lnTo>
                    <a:pt x="1562594" y="3366915"/>
                  </a:lnTo>
                  <a:lnTo>
                    <a:pt x="1563352" y="3366563"/>
                  </a:lnTo>
                  <a:lnTo>
                    <a:pt x="1583578" y="3357192"/>
                  </a:lnTo>
                  <a:lnTo>
                    <a:pt x="1584336" y="3356841"/>
                  </a:lnTo>
                  <a:lnTo>
                    <a:pt x="1585095" y="3356451"/>
                  </a:lnTo>
                  <a:lnTo>
                    <a:pt x="1605321" y="3346047"/>
                  </a:lnTo>
                  <a:lnTo>
                    <a:pt x="1606079" y="3345657"/>
                  </a:lnTo>
                  <a:lnTo>
                    <a:pt x="1606837" y="3345225"/>
                  </a:lnTo>
                  <a:lnTo>
                    <a:pt x="1627063" y="3333720"/>
                  </a:lnTo>
                  <a:lnTo>
                    <a:pt x="1627822" y="3333289"/>
                  </a:lnTo>
                  <a:lnTo>
                    <a:pt x="1628580" y="3332813"/>
                  </a:lnTo>
                  <a:lnTo>
                    <a:pt x="1648806" y="3320131"/>
                  </a:lnTo>
                  <a:lnTo>
                    <a:pt x="1649564" y="3319655"/>
                  </a:lnTo>
                  <a:lnTo>
                    <a:pt x="1650322" y="3319134"/>
                  </a:lnTo>
                  <a:lnTo>
                    <a:pt x="1670548" y="3305224"/>
                  </a:lnTo>
                  <a:lnTo>
                    <a:pt x="1671307" y="3304702"/>
                  </a:lnTo>
                  <a:lnTo>
                    <a:pt x="1672065" y="3304142"/>
                  </a:lnTo>
                  <a:lnTo>
                    <a:pt x="1692291" y="3289208"/>
                  </a:lnTo>
                  <a:lnTo>
                    <a:pt x="1693049" y="3288648"/>
                  </a:lnTo>
                  <a:lnTo>
                    <a:pt x="1693808" y="3288054"/>
                  </a:lnTo>
                  <a:lnTo>
                    <a:pt x="1714033" y="3272205"/>
                  </a:lnTo>
                  <a:lnTo>
                    <a:pt x="1714792" y="3271611"/>
                  </a:lnTo>
                  <a:lnTo>
                    <a:pt x="1715550" y="3270987"/>
                  </a:lnTo>
                  <a:lnTo>
                    <a:pt x="1735776" y="3254360"/>
                  </a:lnTo>
                  <a:lnTo>
                    <a:pt x="1736534" y="3253736"/>
                  </a:lnTo>
                  <a:lnTo>
                    <a:pt x="1737293" y="3253089"/>
                  </a:lnTo>
                  <a:lnTo>
                    <a:pt x="1757518" y="3235835"/>
                  </a:lnTo>
                  <a:lnTo>
                    <a:pt x="1758277" y="3235188"/>
                  </a:lnTo>
                  <a:lnTo>
                    <a:pt x="1759035" y="3234524"/>
                  </a:lnTo>
                  <a:lnTo>
                    <a:pt x="1779261" y="3216805"/>
                  </a:lnTo>
                  <a:lnTo>
                    <a:pt x="1780019" y="3216141"/>
                  </a:lnTo>
                  <a:lnTo>
                    <a:pt x="1780778" y="3215465"/>
                  </a:lnTo>
                  <a:lnTo>
                    <a:pt x="1801004" y="3197445"/>
                  </a:lnTo>
                  <a:lnTo>
                    <a:pt x="1801762" y="3196770"/>
                  </a:lnTo>
                  <a:lnTo>
                    <a:pt x="1802520" y="3196089"/>
                  </a:lnTo>
                  <a:lnTo>
                    <a:pt x="1822746" y="3177925"/>
                  </a:lnTo>
                  <a:lnTo>
                    <a:pt x="1823505" y="3177244"/>
                  </a:lnTo>
                  <a:lnTo>
                    <a:pt x="1824263" y="3176564"/>
                  </a:lnTo>
                  <a:lnTo>
                    <a:pt x="1844489" y="3158423"/>
                  </a:lnTo>
                  <a:lnTo>
                    <a:pt x="1845247" y="3157743"/>
                  </a:lnTo>
                  <a:lnTo>
                    <a:pt x="1846005" y="3157069"/>
                  </a:lnTo>
                  <a:lnTo>
                    <a:pt x="1866231" y="3139097"/>
                  </a:lnTo>
                  <a:lnTo>
                    <a:pt x="1866990" y="3138423"/>
                  </a:lnTo>
                  <a:lnTo>
                    <a:pt x="1867748" y="3137759"/>
                  </a:lnTo>
                  <a:lnTo>
                    <a:pt x="1887974" y="3120059"/>
                  </a:lnTo>
                  <a:lnTo>
                    <a:pt x="1888732" y="3119395"/>
                  </a:lnTo>
                  <a:lnTo>
                    <a:pt x="1889491" y="3118745"/>
                  </a:lnTo>
                  <a:lnTo>
                    <a:pt x="1909716" y="3101405"/>
                  </a:lnTo>
                  <a:lnTo>
                    <a:pt x="1910475" y="3100755"/>
                  </a:lnTo>
                  <a:lnTo>
                    <a:pt x="1911233" y="3100121"/>
                  </a:lnTo>
                  <a:lnTo>
                    <a:pt x="1931459" y="3083225"/>
                  </a:lnTo>
                  <a:lnTo>
                    <a:pt x="1932217" y="3082591"/>
                  </a:lnTo>
                  <a:lnTo>
                    <a:pt x="1932976" y="3081978"/>
                  </a:lnTo>
                  <a:lnTo>
                    <a:pt x="1953201" y="3065605"/>
                  </a:lnTo>
                  <a:lnTo>
                    <a:pt x="1953960" y="3064991"/>
                  </a:lnTo>
                  <a:lnTo>
                    <a:pt x="1954718" y="3064400"/>
                  </a:lnTo>
                  <a:lnTo>
                    <a:pt x="1974944" y="3048635"/>
                  </a:lnTo>
                  <a:lnTo>
                    <a:pt x="1975702" y="3048044"/>
                  </a:lnTo>
                  <a:lnTo>
                    <a:pt x="1976461" y="3047479"/>
                  </a:lnTo>
                  <a:lnTo>
                    <a:pt x="1996687" y="3032414"/>
                  </a:lnTo>
                  <a:lnTo>
                    <a:pt x="1997445" y="3031849"/>
                  </a:lnTo>
                  <a:lnTo>
                    <a:pt x="1998203" y="3031316"/>
                  </a:lnTo>
                  <a:lnTo>
                    <a:pt x="2018429" y="3017099"/>
                  </a:lnTo>
                  <a:lnTo>
                    <a:pt x="2019188" y="3016566"/>
                  </a:lnTo>
                  <a:lnTo>
                    <a:pt x="2019946" y="3016072"/>
                  </a:lnTo>
                  <a:lnTo>
                    <a:pt x="2040172" y="3002904"/>
                  </a:lnTo>
                  <a:lnTo>
                    <a:pt x="2040930" y="3002410"/>
                  </a:lnTo>
                  <a:lnTo>
                    <a:pt x="2041688" y="3001958"/>
                  </a:lnTo>
                  <a:lnTo>
                    <a:pt x="2061914" y="2989884"/>
                  </a:lnTo>
                  <a:lnTo>
                    <a:pt x="2062673" y="2989432"/>
                  </a:lnTo>
                  <a:lnTo>
                    <a:pt x="2063431" y="2989025"/>
                  </a:lnTo>
                  <a:lnTo>
                    <a:pt x="2083657" y="2978176"/>
                  </a:lnTo>
                  <a:lnTo>
                    <a:pt x="2084415" y="2977769"/>
                  </a:lnTo>
                  <a:lnTo>
                    <a:pt x="2085174" y="2977413"/>
                  </a:lnTo>
                  <a:lnTo>
                    <a:pt x="2105399" y="2967910"/>
                  </a:lnTo>
                  <a:lnTo>
                    <a:pt x="2106158" y="2967554"/>
                  </a:lnTo>
                  <a:lnTo>
                    <a:pt x="2106916" y="2967252"/>
                  </a:lnTo>
                  <a:lnTo>
                    <a:pt x="2127142" y="2959196"/>
                  </a:lnTo>
                  <a:lnTo>
                    <a:pt x="2127900" y="2958894"/>
                  </a:lnTo>
                  <a:lnTo>
                    <a:pt x="2128659" y="2958649"/>
                  </a:lnTo>
                  <a:lnTo>
                    <a:pt x="2148884" y="2952112"/>
                  </a:lnTo>
                  <a:lnTo>
                    <a:pt x="2149643" y="2951867"/>
                  </a:lnTo>
                  <a:lnTo>
                    <a:pt x="2150401" y="2951680"/>
                  </a:lnTo>
                  <a:lnTo>
                    <a:pt x="2170627" y="2946694"/>
                  </a:lnTo>
                  <a:lnTo>
                    <a:pt x="2171385" y="2946507"/>
                  </a:lnTo>
                  <a:lnTo>
                    <a:pt x="2172144" y="2946377"/>
                  </a:lnTo>
                  <a:lnTo>
                    <a:pt x="2192370" y="2942922"/>
                  </a:lnTo>
                  <a:lnTo>
                    <a:pt x="2193128" y="2942793"/>
                  </a:lnTo>
                  <a:lnTo>
                    <a:pt x="2193886" y="2942724"/>
                  </a:lnTo>
                  <a:lnTo>
                    <a:pt x="2214112" y="2940884"/>
                  </a:lnTo>
                  <a:lnTo>
                    <a:pt x="2214871" y="2940815"/>
                  </a:lnTo>
                  <a:lnTo>
                    <a:pt x="2215629" y="2940794"/>
                  </a:lnTo>
                  <a:lnTo>
                    <a:pt x="2235855" y="2940217"/>
                  </a:lnTo>
                  <a:lnTo>
                    <a:pt x="2236613" y="2940195"/>
                  </a:lnTo>
                  <a:lnTo>
                    <a:pt x="2237371" y="2940210"/>
                  </a:lnTo>
                  <a:lnTo>
                    <a:pt x="2257597" y="2940614"/>
                  </a:lnTo>
                  <a:lnTo>
                    <a:pt x="2258356" y="2940629"/>
                  </a:lnTo>
                  <a:lnTo>
                    <a:pt x="2259114" y="2940669"/>
                  </a:lnTo>
                  <a:lnTo>
                    <a:pt x="2279340" y="2941748"/>
                  </a:lnTo>
                  <a:lnTo>
                    <a:pt x="2280098" y="2941789"/>
                  </a:lnTo>
                  <a:lnTo>
                    <a:pt x="2280857" y="2941841"/>
                  </a:lnTo>
                  <a:lnTo>
                    <a:pt x="2301082" y="2943242"/>
                  </a:lnTo>
                  <a:lnTo>
                    <a:pt x="2301841" y="2943295"/>
                  </a:lnTo>
                  <a:lnTo>
                    <a:pt x="2302599" y="2943345"/>
                  </a:lnTo>
                  <a:lnTo>
                    <a:pt x="2322825" y="2944676"/>
                  </a:lnTo>
                  <a:lnTo>
                    <a:pt x="2323583" y="2944726"/>
                  </a:lnTo>
                  <a:lnTo>
                    <a:pt x="2324342" y="2944758"/>
                  </a:lnTo>
                  <a:lnTo>
                    <a:pt x="2344567" y="2945605"/>
                  </a:lnTo>
                  <a:lnTo>
                    <a:pt x="2345326" y="2945636"/>
                  </a:lnTo>
                  <a:lnTo>
                    <a:pt x="2346084" y="2945634"/>
                  </a:lnTo>
                  <a:lnTo>
                    <a:pt x="2366310" y="2945571"/>
                  </a:lnTo>
                  <a:lnTo>
                    <a:pt x="2367068" y="2945568"/>
                  </a:lnTo>
                  <a:lnTo>
                    <a:pt x="2367827" y="2945512"/>
                  </a:lnTo>
                  <a:lnTo>
                    <a:pt x="2388053" y="2944020"/>
                  </a:lnTo>
                  <a:lnTo>
                    <a:pt x="2388811" y="2943964"/>
                  </a:lnTo>
                  <a:lnTo>
                    <a:pt x="2389569" y="2943834"/>
                  </a:lnTo>
                  <a:lnTo>
                    <a:pt x="2409795" y="2940361"/>
                  </a:lnTo>
                  <a:lnTo>
                    <a:pt x="2410554" y="2940231"/>
                  </a:lnTo>
                  <a:lnTo>
                    <a:pt x="2411312" y="2940020"/>
                  </a:lnTo>
                  <a:lnTo>
                    <a:pt x="2431538" y="2934385"/>
                  </a:lnTo>
                  <a:lnTo>
                    <a:pt x="2432296" y="2934173"/>
                  </a:lnTo>
                  <a:lnTo>
                    <a:pt x="2433055" y="2933872"/>
                  </a:lnTo>
                  <a:lnTo>
                    <a:pt x="2453280" y="2925823"/>
                  </a:lnTo>
                  <a:lnTo>
                    <a:pt x="2454039" y="2925521"/>
                  </a:lnTo>
                  <a:lnTo>
                    <a:pt x="2454797" y="2925122"/>
                  </a:lnTo>
                  <a:lnTo>
                    <a:pt x="2475023" y="2914483"/>
                  </a:lnTo>
                  <a:lnTo>
                    <a:pt x="2475781" y="2914084"/>
                  </a:lnTo>
                  <a:lnTo>
                    <a:pt x="2476540" y="2913584"/>
                  </a:lnTo>
                  <a:lnTo>
                    <a:pt x="2496765" y="2900254"/>
                  </a:lnTo>
                  <a:lnTo>
                    <a:pt x="2497524" y="2899755"/>
                  </a:lnTo>
                  <a:lnTo>
                    <a:pt x="2498282" y="2899153"/>
                  </a:lnTo>
                  <a:lnTo>
                    <a:pt x="2518508" y="2883111"/>
                  </a:lnTo>
                  <a:lnTo>
                    <a:pt x="2519266" y="2882509"/>
                  </a:lnTo>
                  <a:lnTo>
                    <a:pt x="2520025" y="2881808"/>
                  </a:lnTo>
                  <a:lnTo>
                    <a:pt x="2540250" y="2863108"/>
                  </a:lnTo>
                  <a:lnTo>
                    <a:pt x="2541009" y="2862406"/>
                  </a:lnTo>
                  <a:lnTo>
                    <a:pt x="2541767" y="2861610"/>
                  </a:lnTo>
                  <a:lnTo>
                    <a:pt x="2561993" y="2840378"/>
                  </a:lnTo>
                  <a:lnTo>
                    <a:pt x="2562751" y="2839582"/>
                  </a:lnTo>
                  <a:lnTo>
                    <a:pt x="2563510" y="2838688"/>
                  </a:lnTo>
                  <a:lnTo>
                    <a:pt x="2583736" y="2814839"/>
                  </a:lnTo>
                  <a:lnTo>
                    <a:pt x="2584494" y="2813945"/>
                  </a:lnTo>
                  <a:lnTo>
                    <a:pt x="2585252" y="2812974"/>
                  </a:lnTo>
                  <a:lnTo>
                    <a:pt x="2605478" y="2787086"/>
                  </a:lnTo>
                  <a:lnTo>
                    <a:pt x="2606237" y="2786115"/>
                  </a:lnTo>
                  <a:lnTo>
                    <a:pt x="2606995" y="2785080"/>
                  </a:lnTo>
                  <a:lnTo>
                    <a:pt x="2627221" y="2757478"/>
                  </a:lnTo>
                  <a:lnTo>
                    <a:pt x="2627979" y="2756443"/>
                  </a:lnTo>
                  <a:lnTo>
                    <a:pt x="2628738" y="2755354"/>
                  </a:lnTo>
                  <a:lnTo>
                    <a:pt x="2648963" y="2726328"/>
                  </a:lnTo>
                  <a:lnTo>
                    <a:pt x="2649722" y="2725239"/>
                  </a:lnTo>
                  <a:lnTo>
                    <a:pt x="2650480" y="2724108"/>
                  </a:lnTo>
                  <a:lnTo>
                    <a:pt x="2670706" y="2693941"/>
                  </a:lnTo>
                  <a:lnTo>
                    <a:pt x="2671464" y="2692810"/>
                  </a:lnTo>
                  <a:lnTo>
                    <a:pt x="2672223" y="2691645"/>
                  </a:lnTo>
                  <a:lnTo>
                    <a:pt x="2692448" y="2660599"/>
                  </a:lnTo>
                  <a:lnTo>
                    <a:pt x="2693207" y="2659435"/>
                  </a:lnTo>
                  <a:lnTo>
                    <a:pt x="2693965" y="2658247"/>
                  </a:lnTo>
                  <a:lnTo>
                    <a:pt x="2714191" y="2626553"/>
                  </a:lnTo>
                  <a:lnTo>
                    <a:pt x="2714949" y="2625365"/>
                  </a:lnTo>
                  <a:lnTo>
                    <a:pt x="2715708" y="2624159"/>
                  </a:lnTo>
                  <a:lnTo>
                    <a:pt x="2735933" y="2592009"/>
                  </a:lnTo>
                  <a:lnTo>
                    <a:pt x="2736692" y="2590803"/>
                  </a:lnTo>
                  <a:lnTo>
                    <a:pt x="2737450" y="2589585"/>
                  </a:lnTo>
                  <a:lnTo>
                    <a:pt x="2757676" y="2557110"/>
                  </a:lnTo>
                  <a:lnTo>
                    <a:pt x="2758434" y="2555892"/>
                  </a:lnTo>
                  <a:lnTo>
                    <a:pt x="2759193" y="2554666"/>
                  </a:lnTo>
                  <a:lnTo>
                    <a:pt x="2779419" y="2521961"/>
                  </a:lnTo>
                  <a:lnTo>
                    <a:pt x="2780177" y="2520735"/>
                  </a:lnTo>
                  <a:lnTo>
                    <a:pt x="2780935" y="2519502"/>
                  </a:lnTo>
                  <a:lnTo>
                    <a:pt x="2801161" y="2486615"/>
                  </a:lnTo>
                  <a:lnTo>
                    <a:pt x="2801920" y="2485382"/>
                  </a:lnTo>
                  <a:lnTo>
                    <a:pt x="2802678" y="2484141"/>
                  </a:lnTo>
                  <a:lnTo>
                    <a:pt x="2822904" y="2451056"/>
                  </a:lnTo>
                  <a:lnTo>
                    <a:pt x="2823662" y="2449815"/>
                  </a:lnTo>
                  <a:lnTo>
                    <a:pt x="2824421" y="2448566"/>
                  </a:lnTo>
                  <a:lnTo>
                    <a:pt x="2844646" y="2415237"/>
                  </a:lnTo>
                  <a:lnTo>
                    <a:pt x="2845405" y="2413987"/>
                  </a:lnTo>
                  <a:lnTo>
                    <a:pt x="2846163" y="2412726"/>
                  </a:lnTo>
                  <a:lnTo>
                    <a:pt x="2866389" y="2379092"/>
                  </a:lnTo>
                  <a:lnTo>
                    <a:pt x="2867147" y="2377831"/>
                  </a:lnTo>
                  <a:lnTo>
                    <a:pt x="2867906" y="2376556"/>
                  </a:lnTo>
                  <a:lnTo>
                    <a:pt x="2888131" y="2342552"/>
                  </a:lnTo>
                  <a:lnTo>
                    <a:pt x="2888890" y="2341277"/>
                  </a:lnTo>
                  <a:lnTo>
                    <a:pt x="2889648" y="2339986"/>
                  </a:lnTo>
                  <a:lnTo>
                    <a:pt x="2909874" y="2305552"/>
                  </a:lnTo>
                  <a:lnTo>
                    <a:pt x="2910632" y="2304261"/>
                  </a:lnTo>
                  <a:lnTo>
                    <a:pt x="2911391" y="2302952"/>
                  </a:lnTo>
                  <a:lnTo>
                    <a:pt x="2931617" y="2268046"/>
                  </a:lnTo>
                  <a:lnTo>
                    <a:pt x="2932375" y="2266737"/>
                  </a:lnTo>
                  <a:lnTo>
                    <a:pt x="2933133" y="2265408"/>
                  </a:lnTo>
                  <a:lnTo>
                    <a:pt x="2953359" y="2229957"/>
                  </a:lnTo>
                  <a:lnTo>
                    <a:pt x="2954117" y="2228628"/>
                  </a:lnTo>
                  <a:lnTo>
                    <a:pt x="2954876" y="2227283"/>
                  </a:lnTo>
                  <a:lnTo>
                    <a:pt x="2975102" y="2191402"/>
                  </a:lnTo>
                  <a:lnTo>
                    <a:pt x="2975860" y="2190057"/>
                  </a:lnTo>
                  <a:lnTo>
                    <a:pt x="2976618" y="2188699"/>
                  </a:lnTo>
                  <a:lnTo>
                    <a:pt x="2996844" y="2152490"/>
                  </a:lnTo>
                  <a:lnTo>
                    <a:pt x="2997603" y="2151133"/>
                  </a:lnTo>
                  <a:lnTo>
                    <a:pt x="2998361" y="2149768"/>
                  </a:lnTo>
                  <a:lnTo>
                    <a:pt x="3018587" y="2113368"/>
                  </a:lnTo>
                  <a:lnTo>
                    <a:pt x="3019345" y="2112003"/>
                  </a:lnTo>
                  <a:lnTo>
                    <a:pt x="3020104" y="2110637"/>
                  </a:lnTo>
                  <a:lnTo>
                    <a:pt x="3040329" y="2074215"/>
                  </a:lnTo>
                  <a:lnTo>
                    <a:pt x="3041088" y="2072850"/>
                  </a:lnTo>
                  <a:lnTo>
                    <a:pt x="3041846" y="2071490"/>
                  </a:lnTo>
                  <a:lnTo>
                    <a:pt x="3062072" y="2035240"/>
                  </a:lnTo>
                  <a:lnTo>
                    <a:pt x="3062830" y="2033880"/>
                  </a:lnTo>
                  <a:lnTo>
                    <a:pt x="3063589" y="2032535"/>
                  </a:lnTo>
                  <a:lnTo>
                    <a:pt x="3083814" y="1996655"/>
                  </a:lnTo>
                  <a:lnTo>
                    <a:pt x="3084573" y="1995310"/>
                  </a:lnTo>
                  <a:lnTo>
                    <a:pt x="3085331" y="1993986"/>
                  </a:lnTo>
                  <a:lnTo>
                    <a:pt x="3105557" y="1958670"/>
                  </a:lnTo>
                  <a:lnTo>
                    <a:pt x="3106315" y="1957346"/>
                  </a:lnTo>
                  <a:lnTo>
                    <a:pt x="3107074" y="1956051"/>
                  </a:lnTo>
                  <a:lnTo>
                    <a:pt x="3127300" y="1921523"/>
                  </a:lnTo>
                  <a:lnTo>
                    <a:pt x="3128058" y="1920228"/>
                  </a:lnTo>
                  <a:lnTo>
                    <a:pt x="3128816" y="1918968"/>
                  </a:lnTo>
                  <a:lnTo>
                    <a:pt x="3149042" y="1885356"/>
                  </a:lnTo>
                  <a:lnTo>
                    <a:pt x="3149800" y="1884095"/>
                  </a:lnTo>
                  <a:lnTo>
                    <a:pt x="3150559" y="1882866"/>
                  </a:lnTo>
                  <a:lnTo>
                    <a:pt x="3170785" y="1850093"/>
                  </a:lnTo>
                  <a:lnTo>
                    <a:pt x="3171543" y="1848864"/>
                  </a:lnTo>
                  <a:lnTo>
                    <a:pt x="3172301" y="1847663"/>
                  </a:lnTo>
                  <a:lnTo>
                    <a:pt x="3192527" y="1815617"/>
                  </a:lnTo>
                  <a:lnTo>
                    <a:pt x="3193286" y="1814415"/>
                  </a:lnTo>
                  <a:lnTo>
                    <a:pt x="3194044" y="1813232"/>
                  </a:lnTo>
                  <a:lnTo>
                    <a:pt x="3214270" y="1781696"/>
                  </a:lnTo>
                  <a:lnTo>
                    <a:pt x="3215028" y="1780514"/>
                  </a:lnTo>
                  <a:lnTo>
                    <a:pt x="3215787" y="1779339"/>
                  </a:lnTo>
                  <a:lnTo>
                    <a:pt x="3236012" y="1747993"/>
                  </a:lnTo>
                  <a:lnTo>
                    <a:pt x="3236771" y="1746818"/>
                  </a:lnTo>
                  <a:lnTo>
                    <a:pt x="3237529" y="1745634"/>
                  </a:lnTo>
                  <a:lnTo>
                    <a:pt x="3257755" y="1714066"/>
                  </a:lnTo>
                  <a:lnTo>
                    <a:pt x="3258513" y="1712882"/>
                  </a:lnTo>
                  <a:lnTo>
                    <a:pt x="3259272" y="1711671"/>
                  </a:lnTo>
                  <a:lnTo>
                    <a:pt x="3279497" y="1679386"/>
                  </a:lnTo>
                  <a:lnTo>
                    <a:pt x="3280256" y="1678175"/>
                  </a:lnTo>
                  <a:lnTo>
                    <a:pt x="3281014" y="1676917"/>
                  </a:lnTo>
                  <a:lnTo>
                    <a:pt x="3301240" y="1643366"/>
                  </a:lnTo>
                  <a:lnTo>
                    <a:pt x="3301998" y="1642108"/>
                  </a:lnTo>
                  <a:lnTo>
                    <a:pt x="3302757" y="1640767"/>
                  </a:lnTo>
                  <a:lnTo>
                    <a:pt x="3322983" y="1604993"/>
                  </a:lnTo>
                  <a:lnTo>
                    <a:pt x="3323741" y="1603651"/>
                  </a:lnTo>
                  <a:lnTo>
                    <a:pt x="3324499" y="1602214"/>
                  </a:lnTo>
                  <a:lnTo>
                    <a:pt x="3344725" y="1563885"/>
                  </a:lnTo>
                  <a:lnTo>
                    <a:pt x="3345483" y="1562448"/>
                  </a:lnTo>
                  <a:lnTo>
                    <a:pt x="3346242" y="1560900"/>
                  </a:lnTo>
                  <a:lnTo>
                    <a:pt x="3366468" y="1519620"/>
                  </a:lnTo>
                  <a:lnTo>
                    <a:pt x="3367226" y="1518072"/>
                  </a:lnTo>
                  <a:lnTo>
                    <a:pt x="3367984" y="1516404"/>
                  </a:lnTo>
                  <a:lnTo>
                    <a:pt x="3388210" y="1471921"/>
                  </a:lnTo>
                  <a:lnTo>
                    <a:pt x="3388969" y="1470253"/>
                  </a:lnTo>
                  <a:lnTo>
                    <a:pt x="3389727" y="1468462"/>
                  </a:lnTo>
                  <a:lnTo>
                    <a:pt x="3409953" y="1420713"/>
                  </a:lnTo>
                  <a:lnTo>
                    <a:pt x="3410711" y="1418922"/>
                  </a:lnTo>
                  <a:lnTo>
                    <a:pt x="3411470" y="1417015"/>
                  </a:lnTo>
                  <a:lnTo>
                    <a:pt x="3431695" y="1366157"/>
                  </a:lnTo>
                  <a:lnTo>
                    <a:pt x="3432454" y="1364250"/>
                  </a:lnTo>
                  <a:lnTo>
                    <a:pt x="3433212" y="1362242"/>
                  </a:lnTo>
                  <a:lnTo>
                    <a:pt x="3453438" y="1308677"/>
                  </a:lnTo>
                  <a:lnTo>
                    <a:pt x="3454196" y="1306669"/>
                  </a:lnTo>
                  <a:lnTo>
                    <a:pt x="3454955" y="1304583"/>
                  </a:lnTo>
                  <a:lnTo>
                    <a:pt x="3475180" y="1248967"/>
                  </a:lnTo>
                  <a:lnTo>
                    <a:pt x="3475939" y="1246882"/>
                  </a:lnTo>
                  <a:lnTo>
                    <a:pt x="3476697" y="1244755"/>
                  </a:lnTo>
                  <a:lnTo>
                    <a:pt x="3496923" y="1188031"/>
                  </a:lnTo>
                  <a:lnTo>
                    <a:pt x="3497681" y="1185904"/>
                  </a:lnTo>
                  <a:lnTo>
                    <a:pt x="3498440" y="1183793"/>
                  </a:lnTo>
                  <a:lnTo>
                    <a:pt x="3518666" y="1127504"/>
                  </a:lnTo>
                  <a:lnTo>
                    <a:pt x="3519424" y="1125393"/>
                  </a:lnTo>
                  <a:lnTo>
                    <a:pt x="3520182" y="1123356"/>
                  </a:lnTo>
                  <a:lnTo>
                    <a:pt x="3540408" y="1069024"/>
                  </a:lnTo>
                  <a:lnTo>
                    <a:pt x="3541166" y="1066986"/>
                  </a:lnTo>
                  <a:lnTo>
                    <a:pt x="3541925" y="1065080"/>
                  </a:lnTo>
                  <a:lnTo>
                    <a:pt x="3562151" y="1014243"/>
                  </a:lnTo>
                  <a:lnTo>
                    <a:pt x="3562909" y="1012337"/>
                  </a:lnTo>
                  <a:lnTo>
                    <a:pt x="3563667" y="1010621"/>
                  </a:lnTo>
                  <a:lnTo>
                    <a:pt x="3583893" y="964844"/>
                  </a:lnTo>
                  <a:lnTo>
                    <a:pt x="3584652" y="963127"/>
                  </a:lnTo>
                  <a:lnTo>
                    <a:pt x="3585410" y="961657"/>
                  </a:lnTo>
                  <a:lnTo>
                    <a:pt x="3605636" y="922459"/>
                  </a:lnTo>
                  <a:lnTo>
                    <a:pt x="3606394" y="920989"/>
                  </a:lnTo>
                  <a:lnTo>
                    <a:pt x="3607153" y="919819"/>
                  </a:lnTo>
                  <a:lnTo>
                    <a:pt x="3627378" y="888601"/>
                  </a:lnTo>
                  <a:lnTo>
                    <a:pt x="3628137" y="887430"/>
                  </a:lnTo>
                  <a:lnTo>
                    <a:pt x="3628895" y="886605"/>
                  </a:lnTo>
                  <a:lnTo>
                    <a:pt x="3649121" y="864584"/>
                  </a:lnTo>
                  <a:lnTo>
                    <a:pt x="3649879" y="863758"/>
                  </a:lnTo>
                  <a:lnTo>
                    <a:pt x="3650638" y="863315"/>
                  </a:lnTo>
                  <a:lnTo>
                    <a:pt x="3670863" y="851496"/>
                  </a:lnTo>
                  <a:lnTo>
                    <a:pt x="3671622" y="851053"/>
                  </a:lnTo>
                  <a:lnTo>
                    <a:pt x="3672380" y="851078"/>
                  </a:lnTo>
                  <a:lnTo>
                    <a:pt x="3692606" y="851756"/>
                  </a:lnTo>
                  <a:lnTo>
                    <a:pt x="3693364" y="851782"/>
                  </a:lnTo>
                  <a:lnTo>
                    <a:pt x="3694123" y="852221"/>
                  </a:lnTo>
                  <a:lnTo>
                    <a:pt x="3694881" y="852661"/>
                  </a:lnTo>
                  <a:lnTo>
                    <a:pt x="369512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4908159" y="2803773"/>
              <a:ext cx="3696398" cy="2678058"/>
            </a:xfrm>
            <a:custGeom>
              <a:avLst/>
              <a:pathLst>
                <a:path w="3696398" h="2678058">
                  <a:moveTo>
                    <a:pt x="758" y="0"/>
                  </a:moveTo>
                  <a:lnTo>
                    <a:pt x="1516" y="439"/>
                  </a:lnTo>
                  <a:lnTo>
                    <a:pt x="19467" y="10845"/>
                  </a:lnTo>
                  <a:lnTo>
                    <a:pt x="20225" y="11285"/>
                  </a:lnTo>
                  <a:lnTo>
                    <a:pt x="20984" y="12128"/>
                  </a:lnTo>
                  <a:lnTo>
                    <a:pt x="41209" y="34627"/>
                  </a:lnTo>
                  <a:lnTo>
                    <a:pt x="41968" y="35470"/>
                  </a:lnTo>
                  <a:lnTo>
                    <a:pt x="42726" y="36695"/>
                  </a:lnTo>
                  <a:lnTo>
                    <a:pt x="62952" y="69361"/>
                  </a:lnTo>
                  <a:lnTo>
                    <a:pt x="63710" y="70586"/>
                  </a:lnTo>
                  <a:lnTo>
                    <a:pt x="64469" y="72158"/>
                  </a:lnTo>
                  <a:lnTo>
                    <a:pt x="84695" y="114090"/>
                  </a:lnTo>
                  <a:lnTo>
                    <a:pt x="85453" y="115663"/>
                  </a:lnTo>
                  <a:lnTo>
                    <a:pt x="86211" y="117539"/>
                  </a:lnTo>
                  <a:lnTo>
                    <a:pt x="106437" y="167591"/>
                  </a:lnTo>
                  <a:lnTo>
                    <a:pt x="107195" y="169468"/>
                  </a:lnTo>
                  <a:lnTo>
                    <a:pt x="107954" y="171600"/>
                  </a:lnTo>
                  <a:lnTo>
                    <a:pt x="128180" y="228439"/>
                  </a:lnTo>
                  <a:lnTo>
                    <a:pt x="128938" y="230571"/>
                  </a:lnTo>
                  <a:lnTo>
                    <a:pt x="129696" y="232902"/>
                  </a:lnTo>
                  <a:lnTo>
                    <a:pt x="149922" y="295077"/>
                  </a:lnTo>
                  <a:lnTo>
                    <a:pt x="150681" y="297408"/>
                  </a:lnTo>
                  <a:lnTo>
                    <a:pt x="151439" y="299889"/>
                  </a:lnTo>
                  <a:lnTo>
                    <a:pt x="171665" y="366063"/>
                  </a:lnTo>
                  <a:lnTo>
                    <a:pt x="172423" y="368545"/>
                  </a:lnTo>
                  <a:lnTo>
                    <a:pt x="173182" y="371105"/>
                  </a:lnTo>
                  <a:lnTo>
                    <a:pt x="193407" y="439400"/>
                  </a:lnTo>
                  <a:lnTo>
                    <a:pt x="194166" y="441960"/>
                  </a:lnTo>
                  <a:lnTo>
                    <a:pt x="194924" y="444543"/>
                  </a:lnTo>
                  <a:lnTo>
                    <a:pt x="215150" y="513410"/>
                  </a:lnTo>
                  <a:lnTo>
                    <a:pt x="215908" y="515992"/>
                  </a:lnTo>
                  <a:lnTo>
                    <a:pt x="216667" y="518554"/>
                  </a:lnTo>
                  <a:lnTo>
                    <a:pt x="236892" y="586884"/>
                  </a:lnTo>
                  <a:lnTo>
                    <a:pt x="237651" y="589446"/>
                  </a:lnTo>
                  <a:lnTo>
                    <a:pt x="238409" y="591954"/>
                  </a:lnTo>
                  <a:lnTo>
                    <a:pt x="258635" y="658835"/>
                  </a:lnTo>
                  <a:lnTo>
                    <a:pt x="259393" y="661343"/>
                  </a:lnTo>
                  <a:lnTo>
                    <a:pt x="260152" y="663770"/>
                  </a:lnTo>
                  <a:lnTo>
                    <a:pt x="280378" y="728507"/>
                  </a:lnTo>
                  <a:lnTo>
                    <a:pt x="281136" y="730934"/>
                  </a:lnTo>
                  <a:lnTo>
                    <a:pt x="281894" y="733263"/>
                  </a:lnTo>
                  <a:lnTo>
                    <a:pt x="302120" y="795372"/>
                  </a:lnTo>
                  <a:lnTo>
                    <a:pt x="302878" y="797701"/>
                  </a:lnTo>
                  <a:lnTo>
                    <a:pt x="303637" y="799921"/>
                  </a:lnTo>
                  <a:lnTo>
                    <a:pt x="323863" y="859123"/>
                  </a:lnTo>
                  <a:lnTo>
                    <a:pt x="324621" y="861343"/>
                  </a:lnTo>
                  <a:lnTo>
                    <a:pt x="325379" y="863449"/>
                  </a:lnTo>
                  <a:lnTo>
                    <a:pt x="345605" y="919617"/>
                  </a:lnTo>
                  <a:lnTo>
                    <a:pt x="346364" y="921723"/>
                  </a:lnTo>
                  <a:lnTo>
                    <a:pt x="347122" y="923705"/>
                  </a:lnTo>
                  <a:lnTo>
                    <a:pt x="367348" y="976556"/>
                  </a:lnTo>
                  <a:lnTo>
                    <a:pt x="368106" y="978538"/>
                  </a:lnTo>
                  <a:lnTo>
                    <a:pt x="368865" y="980420"/>
                  </a:lnTo>
                  <a:lnTo>
                    <a:pt x="389090" y="1030619"/>
                  </a:lnTo>
                  <a:lnTo>
                    <a:pt x="389849" y="1032501"/>
                  </a:lnTo>
                  <a:lnTo>
                    <a:pt x="390607" y="1034295"/>
                  </a:lnTo>
                  <a:lnTo>
                    <a:pt x="410833" y="1082123"/>
                  </a:lnTo>
                  <a:lnTo>
                    <a:pt x="411591" y="1083917"/>
                  </a:lnTo>
                  <a:lnTo>
                    <a:pt x="412350" y="1085633"/>
                  </a:lnTo>
                  <a:lnTo>
                    <a:pt x="432575" y="1131389"/>
                  </a:lnTo>
                  <a:lnTo>
                    <a:pt x="433334" y="1133105"/>
                  </a:lnTo>
                  <a:lnTo>
                    <a:pt x="434092" y="1134754"/>
                  </a:lnTo>
                  <a:lnTo>
                    <a:pt x="454318" y="1178725"/>
                  </a:lnTo>
                  <a:lnTo>
                    <a:pt x="455076" y="1180374"/>
                  </a:lnTo>
                  <a:lnTo>
                    <a:pt x="455835" y="1181965"/>
                  </a:lnTo>
                  <a:lnTo>
                    <a:pt x="476061" y="1224405"/>
                  </a:lnTo>
                  <a:lnTo>
                    <a:pt x="476819" y="1225997"/>
                  </a:lnTo>
                  <a:lnTo>
                    <a:pt x="477577" y="1227538"/>
                  </a:lnTo>
                  <a:lnTo>
                    <a:pt x="497803" y="1268649"/>
                  </a:lnTo>
                  <a:lnTo>
                    <a:pt x="498562" y="1270190"/>
                  </a:lnTo>
                  <a:lnTo>
                    <a:pt x="499320" y="1271687"/>
                  </a:lnTo>
                  <a:lnTo>
                    <a:pt x="519546" y="1311609"/>
                  </a:lnTo>
                  <a:lnTo>
                    <a:pt x="520304" y="1313106"/>
                  </a:lnTo>
                  <a:lnTo>
                    <a:pt x="521062" y="1314557"/>
                  </a:lnTo>
                  <a:lnTo>
                    <a:pt x="541288" y="1353259"/>
                  </a:lnTo>
                  <a:lnTo>
                    <a:pt x="542047" y="1354711"/>
                  </a:lnTo>
                  <a:lnTo>
                    <a:pt x="542805" y="1356117"/>
                  </a:lnTo>
                  <a:lnTo>
                    <a:pt x="563031" y="1393614"/>
                  </a:lnTo>
                  <a:lnTo>
                    <a:pt x="563789" y="1395020"/>
                  </a:lnTo>
                  <a:lnTo>
                    <a:pt x="564548" y="1396380"/>
                  </a:lnTo>
                  <a:lnTo>
                    <a:pt x="584773" y="1432662"/>
                  </a:lnTo>
                  <a:lnTo>
                    <a:pt x="585532" y="1434023"/>
                  </a:lnTo>
                  <a:lnTo>
                    <a:pt x="586290" y="1435333"/>
                  </a:lnTo>
                  <a:lnTo>
                    <a:pt x="606516" y="1470287"/>
                  </a:lnTo>
                  <a:lnTo>
                    <a:pt x="607274" y="1471597"/>
                  </a:lnTo>
                  <a:lnTo>
                    <a:pt x="608033" y="1472853"/>
                  </a:lnTo>
                  <a:lnTo>
                    <a:pt x="628258" y="1506349"/>
                  </a:lnTo>
                  <a:lnTo>
                    <a:pt x="629017" y="1507605"/>
                  </a:lnTo>
                  <a:lnTo>
                    <a:pt x="629775" y="1508801"/>
                  </a:lnTo>
                  <a:lnTo>
                    <a:pt x="650001" y="1540710"/>
                  </a:lnTo>
                  <a:lnTo>
                    <a:pt x="650759" y="1541907"/>
                  </a:lnTo>
                  <a:lnTo>
                    <a:pt x="651518" y="1543039"/>
                  </a:lnTo>
                  <a:lnTo>
                    <a:pt x="671744" y="1573249"/>
                  </a:lnTo>
                  <a:lnTo>
                    <a:pt x="672502" y="1574381"/>
                  </a:lnTo>
                  <a:lnTo>
                    <a:pt x="673260" y="1575447"/>
                  </a:lnTo>
                  <a:lnTo>
                    <a:pt x="693486" y="1603874"/>
                  </a:lnTo>
                  <a:lnTo>
                    <a:pt x="694245" y="1604940"/>
                  </a:lnTo>
                  <a:lnTo>
                    <a:pt x="695003" y="1605937"/>
                  </a:lnTo>
                  <a:lnTo>
                    <a:pt x="715229" y="1632509"/>
                  </a:lnTo>
                  <a:lnTo>
                    <a:pt x="715987" y="1633505"/>
                  </a:lnTo>
                  <a:lnTo>
                    <a:pt x="716745" y="1634425"/>
                  </a:lnTo>
                  <a:lnTo>
                    <a:pt x="736971" y="1658958"/>
                  </a:lnTo>
                  <a:lnTo>
                    <a:pt x="737730" y="1659878"/>
                  </a:lnTo>
                  <a:lnTo>
                    <a:pt x="738488" y="1660735"/>
                  </a:lnTo>
                  <a:lnTo>
                    <a:pt x="758714" y="1683580"/>
                  </a:lnTo>
                  <a:lnTo>
                    <a:pt x="759472" y="1684437"/>
                  </a:lnTo>
                  <a:lnTo>
                    <a:pt x="760231" y="1685236"/>
                  </a:lnTo>
                  <a:lnTo>
                    <a:pt x="780456" y="1706549"/>
                  </a:lnTo>
                  <a:lnTo>
                    <a:pt x="781215" y="1707348"/>
                  </a:lnTo>
                  <a:lnTo>
                    <a:pt x="781973" y="1708097"/>
                  </a:lnTo>
                  <a:lnTo>
                    <a:pt x="802199" y="1728074"/>
                  </a:lnTo>
                  <a:lnTo>
                    <a:pt x="802957" y="1728823"/>
                  </a:lnTo>
                  <a:lnTo>
                    <a:pt x="803716" y="1729530"/>
                  </a:lnTo>
                  <a:lnTo>
                    <a:pt x="823941" y="1748401"/>
                  </a:lnTo>
                  <a:lnTo>
                    <a:pt x="824700" y="1749109"/>
                  </a:lnTo>
                  <a:lnTo>
                    <a:pt x="825458" y="1749785"/>
                  </a:lnTo>
                  <a:lnTo>
                    <a:pt x="845684" y="1767801"/>
                  </a:lnTo>
                  <a:lnTo>
                    <a:pt x="846442" y="1768477"/>
                  </a:lnTo>
                  <a:lnTo>
                    <a:pt x="847201" y="1769130"/>
                  </a:lnTo>
                  <a:lnTo>
                    <a:pt x="867427" y="1786553"/>
                  </a:lnTo>
                  <a:lnTo>
                    <a:pt x="868185" y="1787206"/>
                  </a:lnTo>
                  <a:lnTo>
                    <a:pt x="868943" y="1787846"/>
                  </a:lnTo>
                  <a:lnTo>
                    <a:pt x="889169" y="1804928"/>
                  </a:lnTo>
                  <a:lnTo>
                    <a:pt x="889928" y="1805569"/>
                  </a:lnTo>
                  <a:lnTo>
                    <a:pt x="890686" y="1806206"/>
                  </a:lnTo>
                  <a:lnTo>
                    <a:pt x="910912" y="1823200"/>
                  </a:lnTo>
                  <a:lnTo>
                    <a:pt x="911670" y="1823837"/>
                  </a:lnTo>
                  <a:lnTo>
                    <a:pt x="912428" y="1824480"/>
                  </a:lnTo>
                  <a:lnTo>
                    <a:pt x="932654" y="1841628"/>
                  </a:lnTo>
                  <a:lnTo>
                    <a:pt x="933413" y="1842271"/>
                  </a:lnTo>
                  <a:lnTo>
                    <a:pt x="934171" y="1842926"/>
                  </a:lnTo>
                  <a:lnTo>
                    <a:pt x="954397" y="1860372"/>
                  </a:lnTo>
                  <a:lnTo>
                    <a:pt x="955155" y="1861026"/>
                  </a:lnTo>
                  <a:lnTo>
                    <a:pt x="955914" y="1861695"/>
                  </a:lnTo>
                  <a:lnTo>
                    <a:pt x="976139" y="1879530"/>
                  </a:lnTo>
                  <a:lnTo>
                    <a:pt x="976898" y="1880198"/>
                  </a:lnTo>
                  <a:lnTo>
                    <a:pt x="977656" y="1880884"/>
                  </a:lnTo>
                  <a:lnTo>
                    <a:pt x="997882" y="1899153"/>
                  </a:lnTo>
                  <a:lnTo>
                    <a:pt x="998640" y="1899838"/>
                  </a:lnTo>
                  <a:lnTo>
                    <a:pt x="999399" y="1900540"/>
                  </a:lnTo>
                  <a:lnTo>
                    <a:pt x="1019624" y="1919246"/>
                  </a:lnTo>
                  <a:lnTo>
                    <a:pt x="1020383" y="1919948"/>
                  </a:lnTo>
                  <a:lnTo>
                    <a:pt x="1021141" y="1920664"/>
                  </a:lnTo>
                  <a:lnTo>
                    <a:pt x="1041367" y="1939770"/>
                  </a:lnTo>
                  <a:lnTo>
                    <a:pt x="1042125" y="1940487"/>
                  </a:lnTo>
                  <a:lnTo>
                    <a:pt x="1042884" y="1941215"/>
                  </a:lnTo>
                  <a:lnTo>
                    <a:pt x="1063110" y="1960651"/>
                  </a:lnTo>
                  <a:lnTo>
                    <a:pt x="1063868" y="1961380"/>
                  </a:lnTo>
                  <a:lnTo>
                    <a:pt x="1064626" y="1962118"/>
                  </a:lnTo>
                  <a:lnTo>
                    <a:pt x="1084852" y="1981791"/>
                  </a:lnTo>
                  <a:lnTo>
                    <a:pt x="1085611" y="1982529"/>
                  </a:lnTo>
                  <a:lnTo>
                    <a:pt x="1086369" y="1983271"/>
                  </a:lnTo>
                  <a:lnTo>
                    <a:pt x="1106595" y="2003052"/>
                  </a:lnTo>
                  <a:lnTo>
                    <a:pt x="1107353" y="2003794"/>
                  </a:lnTo>
                  <a:lnTo>
                    <a:pt x="1108111" y="2004534"/>
                  </a:lnTo>
                  <a:lnTo>
                    <a:pt x="1128337" y="2024270"/>
                  </a:lnTo>
                  <a:lnTo>
                    <a:pt x="1129096" y="2025010"/>
                  </a:lnTo>
                  <a:lnTo>
                    <a:pt x="1129854" y="2025744"/>
                  </a:lnTo>
                  <a:lnTo>
                    <a:pt x="1150080" y="2045317"/>
                  </a:lnTo>
                  <a:lnTo>
                    <a:pt x="1150838" y="2046051"/>
                  </a:lnTo>
                  <a:lnTo>
                    <a:pt x="1151597" y="2046775"/>
                  </a:lnTo>
                  <a:lnTo>
                    <a:pt x="1171822" y="2066075"/>
                  </a:lnTo>
                  <a:lnTo>
                    <a:pt x="1172581" y="2066798"/>
                  </a:lnTo>
                  <a:lnTo>
                    <a:pt x="1173339" y="2067508"/>
                  </a:lnTo>
                  <a:lnTo>
                    <a:pt x="1193565" y="2086437"/>
                  </a:lnTo>
                  <a:lnTo>
                    <a:pt x="1194323" y="2087147"/>
                  </a:lnTo>
                  <a:lnTo>
                    <a:pt x="1195082" y="2087839"/>
                  </a:lnTo>
                  <a:lnTo>
                    <a:pt x="1215307" y="2106315"/>
                  </a:lnTo>
                  <a:lnTo>
                    <a:pt x="1216066" y="2107008"/>
                  </a:lnTo>
                  <a:lnTo>
                    <a:pt x="1216824" y="2107681"/>
                  </a:lnTo>
                  <a:lnTo>
                    <a:pt x="1237050" y="2125639"/>
                  </a:lnTo>
                  <a:lnTo>
                    <a:pt x="1237808" y="2126312"/>
                  </a:lnTo>
                  <a:lnTo>
                    <a:pt x="1238567" y="2126964"/>
                  </a:lnTo>
                  <a:lnTo>
                    <a:pt x="1258793" y="2144355"/>
                  </a:lnTo>
                  <a:lnTo>
                    <a:pt x="1259551" y="2145007"/>
                  </a:lnTo>
                  <a:lnTo>
                    <a:pt x="1260309" y="2145635"/>
                  </a:lnTo>
                  <a:lnTo>
                    <a:pt x="1280535" y="2162364"/>
                  </a:lnTo>
                  <a:lnTo>
                    <a:pt x="1281294" y="2162991"/>
                  </a:lnTo>
                  <a:lnTo>
                    <a:pt x="1282052" y="2163594"/>
                  </a:lnTo>
                  <a:lnTo>
                    <a:pt x="1302278" y="2179683"/>
                  </a:lnTo>
                  <a:lnTo>
                    <a:pt x="1303036" y="2180287"/>
                  </a:lnTo>
                  <a:lnTo>
                    <a:pt x="1303795" y="2180867"/>
                  </a:lnTo>
                  <a:lnTo>
                    <a:pt x="1324020" y="2196352"/>
                  </a:lnTo>
                  <a:lnTo>
                    <a:pt x="1324779" y="2196933"/>
                  </a:lnTo>
                  <a:lnTo>
                    <a:pt x="1325537" y="2197492"/>
                  </a:lnTo>
                  <a:lnTo>
                    <a:pt x="1345763" y="2212390"/>
                  </a:lnTo>
                  <a:lnTo>
                    <a:pt x="1346521" y="2212948"/>
                  </a:lnTo>
                  <a:lnTo>
                    <a:pt x="1347280" y="2213486"/>
                  </a:lnTo>
                  <a:lnTo>
                    <a:pt x="1367505" y="2227820"/>
                  </a:lnTo>
                  <a:lnTo>
                    <a:pt x="1368264" y="2228357"/>
                  </a:lnTo>
                  <a:lnTo>
                    <a:pt x="1369022" y="2228875"/>
                  </a:lnTo>
                  <a:lnTo>
                    <a:pt x="1389248" y="2242671"/>
                  </a:lnTo>
                  <a:lnTo>
                    <a:pt x="1390006" y="2243189"/>
                  </a:lnTo>
                  <a:lnTo>
                    <a:pt x="1390765" y="2243687"/>
                  </a:lnTo>
                  <a:lnTo>
                    <a:pt x="1410990" y="2256973"/>
                  </a:lnTo>
                  <a:lnTo>
                    <a:pt x="1411749" y="2257471"/>
                  </a:lnTo>
                  <a:lnTo>
                    <a:pt x="1412507" y="2257951"/>
                  </a:lnTo>
                  <a:lnTo>
                    <a:pt x="1432733" y="2270750"/>
                  </a:lnTo>
                  <a:lnTo>
                    <a:pt x="1433491" y="2271230"/>
                  </a:lnTo>
                  <a:lnTo>
                    <a:pt x="1434250" y="2271692"/>
                  </a:lnTo>
                  <a:lnTo>
                    <a:pt x="1454476" y="2284004"/>
                  </a:lnTo>
                  <a:lnTo>
                    <a:pt x="1455234" y="2284466"/>
                  </a:lnTo>
                  <a:lnTo>
                    <a:pt x="1455992" y="2284908"/>
                  </a:lnTo>
                  <a:lnTo>
                    <a:pt x="1476218" y="2296692"/>
                  </a:lnTo>
                  <a:lnTo>
                    <a:pt x="1476977" y="2297134"/>
                  </a:lnTo>
                  <a:lnTo>
                    <a:pt x="1477735" y="2297558"/>
                  </a:lnTo>
                  <a:lnTo>
                    <a:pt x="1497961" y="2308853"/>
                  </a:lnTo>
                  <a:lnTo>
                    <a:pt x="1498719" y="2309277"/>
                  </a:lnTo>
                  <a:lnTo>
                    <a:pt x="1499478" y="2309681"/>
                  </a:lnTo>
                  <a:lnTo>
                    <a:pt x="1519703" y="2320450"/>
                  </a:lnTo>
                  <a:lnTo>
                    <a:pt x="1520462" y="2320854"/>
                  </a:lnTo>
                  <a:lnTo>
                    <a:pt x="1521220" y="2321236"/>
                  </a:lnTo>
                  <a:lnTo>
                    <a:pt x="1541446" y="2331425"/>
                  </a:lnTo>
                  <a:lnTo>
                    <a:pt x="1542204" y="2331807"/>
                  </a:lnTo>
                  <a:lnTo>
                    <a:pt x="1542963" y="2332164"/>
                  </a:lnTo>
                  <a:lnTo>
                    <a:pt x="1563188" y="2341703"/>
                  </a:lnTo>
                  <a:lnTo>
                    <a:pt x="1563947" y="2342061"/>
                  </a:lnTo>
                  <a:lnTo>
                    <a:pt x="1564705" y="2342391"/>
                  </a:lnTo>
                  <a:lnTo>
                    <a:pt x="1584931" y="2351196"/>
                  </a:lnTo>
                  <a:lnTo>
                    <a:pt x="1585689" y="2351526"/>
                  </a:lnTo>
                  <a:lnTo>
                    <a:pt x="1586448" y="2351825"/>
                  </a:lnTo>
                  <a:lnTo>
                    <a:pt x="1606673" y="2359805"/>
                  </a:lnTo>
                  <a:lnTo>
                    <a:pt x="1607432" y="2360104"/>
                  </a:lnTo>
                  <a:lnTo>
                    <a:pt x="1608190" y="2360369"/>
                  </a:lnTo>
                  <a:lnTo>
                    <a:pt x="1628416" y="2367428"/>
                  </a:lnTo>
                  <a:lnTo>
                    <a:pt x="1629174" y="2367692"/>
                  </a:lnTo>
                  <a:lnTo>
                    <a:pt x="1629933" y="2367914"/>
                  </a:lnTo>
                  <a:lnTo>
                    <a:pt x="1650159" y="2373834"/>
                  </a:lnTo>
                  <a:lnTo>
                    <a:pt x="1650917" y="2374056"/>
                  </a:lnTo>
                  <a:lnTo>
                    <a:pt x="1651675" y="2374234"/>
                  </a:lnTo>
                  <a:lnTo>
                    <a:pt x="1671901" y="2378995"/>
                  </a:lnTo>
                  <a:lnTo>
                    <a:pt x="1672660" y="2379173"/>
                  </a:lnTo>
                  <a:lnTo>
                    <a:pt x="1673418" y="2379308"/>
                  </a:lnTo>
                  <a:lnTo>
                    <a:pt x="1693644" y="2382906"/>
                  </a:lnTo>
                  <a:lnTo>
                    <a:pt x="1694402" y="2383041"/>
                  </a:lnTo>
                  <a:lnTo>
                    <a:pt x="1695161" y="2383131"/>
                  </a:lnTo>
                  <a:lnTo>
                    <a:pt x="1715386" y="2385552"/>
                  </a:lnTo>
                  <a:lnTo>
                    <a:pt x="1716145" y="2385643"/>
                  </a:lnTo>
                  <a:lnTo>
                    <a:pt x="1716903" y="2385691"/>
                  </a:lnTo>
                  <a:lnTo>
                    <a:pt x="1737129" y="2386956"/>
                  </a:lnTo>
                  <a:lnTo>
                    <a:pt x="1737887" y="2387003"/>
                  </a:lnTo>
                  <a:lnTo>
                    <a:pt x="1738646" y="2387010"/>
                  </a:lnTo>
                  <a:lnTo>
                    <a:pt x="1758871" y="2387180"/>
                  </a:lnTo>
                  <a:lnTo>
                    <a:pt x="1759630" y="2387186"/>
                  </a:lnTo>
                  <a:lnTo>
                    <a:pt x="1760388" y="2387155"/>
                  </a:lnTo>
                  <a:lnTo>
                    <a:pt x="1780614" y="2386331"/>
                  </a:lnTo>
                  <a:lnTo>
                    <a:pt x="1781372" y="2386300"/>
                  </a:lnTo>
                  <a:lnTo>
                    <a:pt x="1782131" y="2386237"/>
                  </a:lnTo>
                  <a:lnTo>
                    <a:pt x="1802357" y="2384558"/>
                  </a:lnTo>
                  <a:lnTo>
                    <a:pt x="1803115" y="2384495"/>
                  </a:lnTo>
                  <a:lnTo>
                    <a:pt x="1803873" y="2384406"/>
                  </a:lnTo>
                  <a:lnTo>
                    <a:pt x="1824099" y="2382033"/>
                  </a:lnTo>
                  <a:lnTo>
                    <a:pt x="1824857" y="2381944"/>
                  </a:lnTo>
                  <a:lnTo>
                    <a:pt x="1825616" y="2381838"/>
                  </a:lnTo>
                  <a:lnTo>
                    <a:pt x="1845842" y="2379001"/>
                  </a:lnTo>
                  <a:lnTo>
                    <a:pt x="1846600" y="2378894"/>
                  </a:lnTo>
                  <a:lnTo>
                    <a:pt x="1847358" y="2378782"/>
                  </a:lnTo>
                  <a:lnTo>
                    <a:pt x="1867584" y="2375799"/>
                  </a:lnTo>
                  <a:lnTo>
                    <a:pt x="1868343" y="2375687"/>
                  </a:lnTo>
                  <a:lnTo>
                    <a:pt x="1869101" y="2375579"/>
                  </a:lnTo>
                  <a:lnTo>
                    <a:pt x="1889327" y="2372693"/>
                  </a:lnTo>
                  <a:lnTo>
                    <a:pt x="1890085" y="2372585"/>
                  </a:lnTo>
                  <a:lnTo>
                    <a:pt x="1890844" y="2372489"/>
                  </a:lnTo>
                  <a:lnTo>
                    <a:pt x="1911069" y="2369940"/>
                  </a:lnTo>
                  <a:lnTo>
                    <a:pt x="1911828" y="2369844"/>
                  </a:lnTo>
                  <a:lnTo>
                    <a:pt x="1912586" y="2369770"/>
                  </a:lnTo>
                  <a:lnTo>
                    <a:pt x="1932812" y="2367782"/>
                  </a:lnTo>
                  <a:lnTo>
                    <a:pt x="1933570" y="2367707"/>
                  </a:lnTo>
                  <a:lnTo>
                    <a:pt x="1934329" y="2367661"/>
                  </a:lnTo>
                  <a:lnTo>
                    <a:pt x="1954554" y="2366434"/>
                  </a:lnTo>
                  <a:lnTo>
                    <a:pt x="1955313" y="2366388"/>
                  </a:lnTo>
                  <a:lnTo>
                    <a:pt x="1956071" y="2366377"/>
                  </a:lnTo>
                  <a:lnTo>
                    <a:pt x="1976297" y="2366079"/>
                  </a:lnTo>
                  <a:lnTo>
                    <a:pt x="1977055" y="2366068"/>
                  </a:lnTo>
                  <a:lnTo>
                    <a:pt x="1977814" y="2366097"/>
                  </a:lnTo>
                  <a:lnTo>
                    <a:pt x="1998040" y="2366860"/>
                  </a:lnTo>
                  <a:lnTo>
                    <a:pt x="1998798" y="2366889"/>
                  </a:lnTo>
                  <a:lnTo>
                    <a:pt x="1999556" y="2366966"/>
                  </a:lnTo>
                  <a:lnTo>
                    <a:pt x="2019782" y="2369022"/>
                  </a:lnTo>
                  <a:lnTo>
                    <a:pt x="2020540" y="2369099"/>
                  </a:lnTo>
                  <a:lnTo>
                    <a:pt x="2021299" y="2369223"/>
                  </a:lnTo>
                  <a:lnTo>
                    <a:pt x="2041525" y="2372509"/>
                  </a:lnTo>
                  <a:lnTo>
                    <a:pt x="2042283" y="2372633"/>
                  </a:lnTo>
                  <a:lnTo>
                    <a:pt x="2043041" y="2372800"/>
                  </a:lnTo>
                  <a:lnTo>
                    <a:pt x="2063267" y="2377253"/>
                  </a:lnTo>
                  <a:lnTo>
                    <a:pt x="2064026" y="2377420"/>
                  </a:lnTo>
                  <a:lnTo>
                    <a:pt x="2064784" y="2377629"/>
                  </a:lnTo>
                  <a:lnTo>
                    <a:pt x="2085010" y="2383191"/>
                  </a:lnTo>
                  <a:lnTo>
                    <a:pt x="2085768" y="2383399"/>
                  </a:lnTo>
                  <a:lnTo>
                    <a:pt x="2086527" y="2383646"/>
                  </a:lnTo>
                  <a:lnTo>
                    <a:pt x="2106752" y="2390231"/>
                  </a:lnTo>
                  <a:lnTo>
                    <a:pt x="2107511" y="2390478"/>
                  </a:lnTo>
                  <a:lnTo>
                    <a:pt x="2108269" y="2390759"/>
                  </a:lnTo>
                  <a:lnTo>
                    <a:pt x="2128495" y="2398258"/>
                  </a:lnTo>
                  <a:lnTo>
                    <a:pt x="2129253" y="2398539"/>
                  </a:lnTo>
                  <a:lnTo>
                    <a:pt x="2130012" y="2398850"/>
                  </a:lnTo>
                  <a:lnTo>
                    <a:pt x="2150237" y="2407141"/>
                  </a:lnTo>
                  <a:lnTo>
                    <a:pt x="2150996" y="2407452"/>
                  </a:lnTo>
                  <a:lnTo>
                    <a:pt x="2151754" y="2407788"/>
                  </a:lnTo>
                  <a:lnTo>
                    <a:pt x="2171980" y="2416743"/>
                  </a:lnTo>
                  <a:lnTo>
                    <a:pt x="2172738" y="2417079"/>
                  </a:lnTo>
                  <a:lnTo>
                    <a:pt x="2173497" y="2417435"/>
                  </a:lnTo>
                  <a:lnTo>
                    <a:pt x="2193723" y="2426944"/>
                  </a:lnTo>
                  <a:lnTo>
                    <a:pt x="2194481" y="2427301"/>
                  </a:lnTo>
                  <a:lnTo>
                    <a:pt x="2195239" y="2427674"/>
                  </a:lnTo>
                  <a:lnTo>
                    <a:pt x="2215465" y="2437617"/>
                  </a:lnTo>
                  <a:lnTo>
                    <a:pt x="2216223" y="2437990"/>
                  </a:lnTo>
                  <a:lnTo>
                    <a:pt x="2216982" y="2438373"/>
                  </a:lnTo>
                  <a:lnTo>
                    <a:pt x="2237208" y="2448594"/>
                  </a:lnTo>
                  <a:lnTo>
                    <a:pt x="2237966" y="2448978"/>
                  </a:lnTo>
                  <a:lnTo>
                    <a:pt x="2238724" y="2449368"/>
                  </a:lnTo>
                  <a:lnTo>
                    <a:pt x="2258950" y="2459784"/>
                  </a:lnTo>
                  <a:lnTo>
                    <a:pt x="2259709" y="2460174"/>
                  </a:lnTo>
                  <a:lnTo>
                    <a:pt x="2260467" y="2460569"/>
                  </a:lnTo>
                  <a:lnTo>
                    <a:pt x="2280693" y="2471110"/>
                  </a:lnTo>
                  <a:lnTo>
                    <a:pt x="2281451" y="2471505"/>
                  </a:lnTo>
                  <a:lnTo>
                    <a:pt x="2282210" y="2471903"/>
                  </a:lnTo>
                  <a:lnTo>
                    <a:pt x="2302435" y="2482512"/>
                  </a:lnTo>
                  <a:lnTo>
                    <a:pt x="2303194" y="2482909"/>
                  </a:lnTo>
                  <a:lnTo>
                    <a:pt x="2303952" y="2483308"/>
                  </a:lnTo>
                  <a:lnTo>
                    <a:pt x="2324178" y="2493937"/>
                  </a:lnTo>
                  <a:lnTo>
                    <a:pt x="2324936" y="2494335"/>
                  </a:lnTo>
                  <a:lnTo>
                    <a:pt x="2325695" y="2494733"/>
                  </a:lnTo>
                  <a:lnTo>
                    <a:pt x="2345920" y="2505339"/>
                  </a:lnTo>
                  <a:lnTo>
                    <a:pt x="2346679" y="2505737"/>
                  </a:lnTo>
                  <a:lnTo>
                    <a:pt x="2347437" y="2506132"/>
                  </a:lnTo>
                  <a:lnTo>
                    <a:pt x="2367663" y="2516673"/>
                  </a:lnTo>
                  <a:lnTo>
                    <a:pt x="2368421" y="2517068"/>
                  </a:lnTo>
                  <a:lnTo>
                    <a:pt x="2369180" y="2517459"/>
                  </a:lnTo>
                  <a:lnTo>
                    <a:pt x="2389406" y="2527868"/>
                  </a:lnTo>
                  <a:lnTo>
                    <a:pt x="2390164" y="2528258"/>
                  </a:lnTo>
                  <a:lnTo>
                    <a:pt x="2390922" y="2528641"/>
                  </a:lnTo>
                  <a:lnTo>
                    <a:pt x="2411148" y="2538862"/>
                  </a:lnTo>
                  <a:lnTo>
                    <a:pt x="2411906" y="2539245"/>
                  </a:lnTo>
                  <a:lnTo>
                    <a:pt x="2412665" y="2539619"/>
                  </a:lnTo>
                  <a:lnTo>
                    <a:pt x="2432891" y="2549587"/>
                  </a:lnTo>
                  <a:lnTo>
                    <a:pt x="2433649" y="2549961"/>
                  </a:lnTo>
                  <a:lnTo>
                    <a:pt x="2434407" y="2550323"/>
                  </a:lnTo>
                  <a:lnTo>
                    <a:pt x="2454633" y="2559963"/>
                  </a:lnTo>
                  <a:lnTo>
                    <a:pt x="2455392" y="2560324"/>
                  </a:lnTo>
                  <a:lnTo>
                    <a:pt x="2456150" y="2560670"/>
                  </a:lnTo>
                  <a:lnTo>
                    <a:pt x="2476376" y="2569898"/>
                  </a:lnTo>
                  <a:lnTo>
                    <a:pt x="2477134" y="2570244"/>
                  </a:lnTo>
                  <a:lnTo>
                    <a:pt x="2477893" y="2570572"/>
                  </a:lnTo>
                  <a:lnTo>
                    <a:pt x="2498118" y="2579300"/>
                  </a:lnTo>
                  <a:lnTo>
                    <a:pt x="2498877" y="2579627"/>
                  </a:lnTo>
                  <a:lnTo>
                    <a:pt x="2499635" y="2579933"/>
                  </a:lnTo>
                  <a:lnTo>
                    <a:pt x="2519861" y="2588074"/>
                  </a:lnTo>
                  <a:lnTo>
                    <a:pt x="2520619" y="2588379"/>
                  </a:lnTo>
                  <a:lnTo>
                    <a:pt x="2521378" y="2588659"/>
                  </a:lnTo>
                  <a:lnTo>
                    <a:pt x="2541603" y="2596129"/>
                  </a:lnTo>
                  <a:lnTo>
                    <a:pt x="2542362" y="2596409"/>
                  </a:lnTo>
                  <a:lnTo>
                    <a:pt x="2543120" y="2596660"/>
                  </a:lnTo>
                  <a:lnTo>
                    <a:pt x="2563346" y="2603340"/>
                  </a:lnTo>
                  <a:lnTo>
                    <a:pt x="2564104" y="2603590"/>
                  </a:lnTo>
                  <a:lnTo>
                    <a:pt x="2564863" y="2603807"/>
                  </a:lnTo>
                  <a:lnTo>
                    <a:pt x="2585089" y="2609588"/>
                  </a:lnTo>
                  <a:lnTo>
                    <a:pt x="2585847" y="2609804"/>
                  </a:lnTo>
                  <a:lnTo>
                    <a:pt x="2586605" y="2609989"/>
                  </a:lnTo>
                  <a:lnTo>
                    <a:pt x="2606831" y="2614917"/>
                  </a:lnTo>
                  <a:lnTo>
                    <a:pt x="2607590" y="2615101"/>
                  </a:lnTo>
                  <a:lnTo>
                    <a:pt x="2608348" y="2615254"/>
                  </a:lnTo>
                  <a:lnTo>
                    <a:pt x="2628574" y="2619321"/>
                  </a:lnTo>
                  <a:lnTo>
                    <a:pt x="2629332" y="2619473"/>
                  </a:lnTo>
                  <a:lnTo>
                    <a:pt x="2630090" y="2619594"/>
                  </a:lnTo>
                  <a:lnTo>
                    <a:pt x="2650316" y="2622816"/>
                  </a:lnTo>
                  <a:lnTo>
                    <a:pt x="2651075" y="2622937"/>
                  </a:lnTo>
                  <a:lnTo>
                    <a:pt x="2651833" y="2623027"/>
                  </a:lnTo>
                  <a:lnTo>
                    <a:pt x="2672059" y="2625443"/>
                  </a:lnTo>
                  <a:lnTo>
                    <a:pt x="2672817" y="2625533"/>
                  </a:lnTo>
                  <a:lnTo>
                    <a:pt x="2673576" y="2625596"/>
                  </a:lnTo>
                  <a:lnTo>
                    <a:pt x="2693801" y="2627263"/>
                  </a:lnTo>
                  <a:lnTo>
                    <a:pt x="2694560" y="2627325"/>
                  </a:lnTo>
                  <a:lnTo>
                    <a:pt x="2695318" y="2627363"/>
                  </a:lnTo>
                  <a:lnTo>
                    <a:pt x="2715544" y="2628359"/>
                  </a:lnTo>
                  <a:lnTo>
                    <a:pt x="2716302" y="2628396"/>
                  </a:lnTo>
                  <a:lnTo>
                    <a:pt x="2717061" y="2628412"/>
                  </a:lnTo>
                  <a:lnTo>
                    <a:pt x="2737286" y="2628828"/>
                  </a:lnTo>
                  <a:lnTo>
                    <a:pt x="2738045" y="2628844"/>
                  </a:lnTo>
                  <a:lnTo>
                    <a:pt x="2738803" y="2628840"/>
                  </a:lnTo>
                  <a:lnTo>
                    <a:pt x="2759029" y="2628737"/>
                  </a:lnTo>
                  <a:lnTo>
                    <a:pt x="2759787" y="2628733"/>
                  </a:lnTo>
                  <a:lnTo>
                    <a:pt x="2760546" y="2628716"/>
                  </a:lnTo>
                  <a:lnTo>
                    <a:pt x="2780772" y="2628276"/>
                  </a:lnTo>
                  <a:lnTo>
                    <a:pt x="2781530" y="2628260"/>
                  </a:lnTo>
                  <a:lnTo>
                    <a:pt x="2782288" y="2628235"/>
                  </a:lnTo>
                  <a:lnTo>
                    <a:pt x="2802514" y="2627577"/>
                  </a:lnTo>
                  <a:lnTo>
                    <a:pt x="2803273" y="2627552"/>
                  </a:lnTo>
                  <a:lnTo>
                    <a:pt x="2804031" y="2627523"/>
                  </a:lnTo>
                  <a:lnTo>
                    <a:pt x="2824257" y="2626751"/>
                  </a:lnTo>
                  <a:lnTo>
                    <a:pt x="2825015" y="2626722"/>
                  </a:lnTo>
                  <a:lnTo>
                    <a:pt x="2825773" y="2626693"/>
                  </a:lnTo>
                  <a:lnTo>
                    <a:pt x="2845999" y="2625903"/>
                  </a:lnTo>
                  <a:lnTo>
                    <a:pt x="2846758" y="2625874"/>
                  </a:lnTo>
                  <a:lnTo>
                    <a:pt x="2847516" y="2625847"/>
                  </a:lnTo>
                  <a:lnTo>
                    <a:pt x="2867742" y="2625126"/>
                  </a:lnTo>
                  <a:lnTo>
                    <a:pt x="2868500" y="2625099"/>
                  </a:lnTo>
                  <a:lnTo>
                    <a:pt x="2869259" y="2625077"/>
                  </a:lnTo>
                  <a:lnTo>
                    <a:pt x="2889484" y="2624501"/>
                  </a:lnTo>
                  <a:lnTo>
                    <a:pt x="2890243" y="2624479"/>
                  </a:lnTo>
                  <a:lnTo>
                    <a:pt x="2891001" y="2624466"/>
                  </a:lnTo>
                  <a:lnTo>
                    <a:pt x="2911227" y="2624097"/>
                  </a:lnTo>
                  <a:lnTo>
                    <a:pt x="2911985" y="2624083"/>
                  </a:lnTo>
                  <a:lnTo>
                    <a:pt x="2912744" y="2624079"/>
                  </a:lnTo>
                  <a:lnTo>
                    <a:pt x="2932969" y="2623986"/>
                  </a:lnTo>
                  <a:lnTo>
                    <a:pt x="2933728" y="2623983"/>
                  </a:lnTo>
                  <a:lnTo>
                    <a:pt x="2934486" y="2623992"/>
                  </a:lnTo>
                  <a:lnTo>
                    <a:pt x="2954712" y="2624228"/>
                  </a:lnTo>
                  <a:lnTo>
                    <a:pt x="2955470" y="2624237"/>
                  </a:lnTo>
                  <a:lnTo>
                    <a:pt x="2956229" y="2624258"/>
                  </a:lnTo>
                  <a:lnTo>
                    <a:pt x="2976455" y="2624819"/>
                  </a:lnTo>
                  <a:lnTo>
                    <a:pt x="2977213" y="2624840"/>
                  </a:lnTo>
                  <a:lnTo>
                    <a:pt x="2977971" y="2624873"/>
                  </a:lnTo>
                  <a:lnTo>
                    <a:pt x="2998197" y="2625765"/>
                  </a:lnTo>
                  <a:lnTo>
                    <a:pt x="2998956" y="2625799"/>
                  </a:lnTo>
                  <a:lnTo>
                    <a:pt x="2999714" y="2625845"/>
                  </a:lnTo>
                  <a:lnTo>
                    <a:pt x="3019940" y="2627067"/>
                  </a:lnTo>
                  <a:lnTo>
                    <a:pt x="3020698" y="2627113"/>
                  </a:lnTo>
                  <a:lnTo>
                    <a:pt x="3021456" y="2627170"/>
                  </a:lnTo>
                  <a:lnTo>
                    <a:pt x="3041682" y="2628712"/>
                  </a:lnTo>
                  <a:lnTo>
                    <a:pt x="3042441" y="2628770"/>
                  </a:lnTo>
                  <a:lnTo>
                    <a:pt x="3043199" y="2628839"/>
                  </a:lnTo>
                  <a:lnTo>
                    <a:pt x="3063425" y="2630681"/>
                  </a:lnTo>
                  <a:lnTo>
                    <a:pt x="3064183" y="2630750"/>
                  </a:lnTo>
                  <a:lnTo>
                    <a:pt x="3064942" y="2630829"/>
                  </a:lnTo>
                  <a:lnTo>
                    <a:pt x="3085167" y="2632945"/>
                  </a:lnTo>
                  <a:lnTo>
                    <a:pt x="3085926" y="2633025"/>
                  </a:lnTo>
                  <a:lnTo>
                    <a:pt x="3086684" y="2633113"/>
                  </a:lnTo>
                  <a:lnTo>
                    <a:pt x="3106910" y="2635470"/>
                  </a:lnTo>
                  <a:lnTo>
                    <a:pt x="3107668" y="2635558"/>
                  </a:lnTo>
                  <a:lnTo>
                    <a:pt x="3108427" y="2635655"/>
                  </a:lnTo>
                  <a:lnTo>
                    <a:pt x="3128652" y="2638235"/>
                  </a:lnTo>
                  <a:lnTo>
                    <a:pt x="3129411" y="2638331"/>
                  </a:lnTo>
                  <a:lnTo>
                    <a:pt x="3130169" y="2638434"/>
                  </a:lnTo>
                  <a:lnTo>
                    <a:pt x="3150395" y="2641158"/>
                  </a:lnTo>
                  <a:lnTo>
                    <a:pt x="3151153" y="2641260"/>
                  </a:lnTo>
                  <a:lnTo>
                    <a:pt x="3151912" y="2641366"/>
                  </a:lnTo>
                  <a:lnTo>
                    <a:pt x="3172138" y="2644184"/>
                  </a:lnTo>
                  <a:lnTo>
                    <a:pt x="3172896" y="2644290"/>
                  </a:lnTo>
                  <a:lnTo>
                    <a:pt x="3173654" y="2644397"/>
                  </a:lnTo>
                  <a:lnTo>
                    <a:pt x="3193880" y="2647262"/>
                  </a:lnTo>
                  <a:lnTo>
                    <a:pt x="3194639" y="2647369"/>
                  </a:lnTo>
                  <a:lnTo>
                    <a:pt x="3195397" y="2647477"/>
                  </a:lnTo>
                  <a:lnTo>
                    <a:pt x="3215623" y="2650340"/>
                  </a:lnTo>
                  <a:lnTo>
                    <a:pt x="3216381" y="2650448"/>
                  </a:lnTo>
                  <a:lnTo>
                    <a:pt x="3217139" y="2650553"/>
                  </a:lnTo>
                  <a:lnTo>
                    <a:pt x="3237365" y="2653370"/>
                  </a:lnTo>
                  <a:lnTo>
                    <a:pt x="3238124" y="2653476"/>
                  </a:lnTo>
                  <a:lnTo>
                    <a:pt x="3238882" y="2653578"/>
                  </a:lnTo>
                  <a:lnTo>
                    <a:pt x="3259108" y="2656306"/>
                  </a:lnTo>
                  <a:lnTo>
                    <a:pt x="3259866" y="2656408"/>
                  </a:lnTo>
                  <a:lnTo>
                    <a:pt x="3260625" y="2656506"/>
                  </a:lnTo>
                  <a:lnTo>
                    <a:pt x="3280850" y="2659108"/>
                  </a:lnTo>
                  <a:lnTo>
                    <a:pt x="3281609" y="2659205"/>
                  </a:lnTo>
                  <a:lnTo>
                    <a:pt x="3282367" y="2659296"/>
                  </a:lnTo>
                  <a:lnTo>
                    <a:pt x="3302593" y="2661728"/>
                  </a:lnTo>
                  <a:lnTo>
                    <a:pt x="3303351" y="2661819"/>
                  </a:lnTo>
                  <a:lnTo>
                    <a:pt x="3304110" y="2661903"/>
                  </a:lnTo>
                  <a:lnTo>
                    <a:pt x="3324335" y="2664131"/>
                  </a:lnTo>
                  <a:lnTo>
                    <a:pt x="3325094" y="2664214"/>
                  </a:lnTo>
                  <a:lnTo>
                    <a:pt x="3325852" y="2664290"/>
                  </a:lnTo>
                  <a:lnTo>
                    <a:pt x="3346078" y="2666315"/>
                  </a:lnTo>
                  <a:lnTo>
                    <a:pt x="3346836" y="2666391"/>
                  </a:lnTo>
                  <a:lnTo>
                    <a:pt x="3347595" y="2666459"/>
                  </a:lnTo>
                  <a:lnTo>
                    <a:pt x="3367821" y="2668273"/>
                  </a:lnTo>
                  <a:lnTo>
                    <a:pt x="3368579" y="2668341"/>
                  </a:lnTo>
                  <a:lnTo>
                    <a:pt x="3369337" y="2668401"/>
                  </a:lnTo>
                  <a:lnTo>
                    <a:pt x="3389563" y="2670003"/>
                  </a:lnTo>
                  <a:lnTo>
                    <a:pt x="3390322" y="2670063"/>
                  </a:lnTo>
                  <a:lnTo>
                    <a:pt x="3391080" y="2670116"/>
                  </a:lnTo>
                  <a:lnTo>
                    <a:pt x="3411306" y="2671511"/>
                  </a:lnTo>
                  <a:lnTo>
                    <a:pt x="3412064" y="2671563"/>
                  </a:lnTo>
                  <a:lnTo>
                    <a:pt x="3412823" y="2671608"/>
                  </a:lnTo>
                  <a:lnTo>
                    <a:pt x="3433048" y="2672805"/>
                  </a:lnTo>
                  <a:lnTo>
                    <a:pt x="3433807" y="2672850"/>
                  </a:lnTo>
                  <a:lnTo>
                    <a:pt x="3434565" y="2672888"/>
                  </a:lnTo>
                  <a:lnTo>
                    <a:pt x="3454791" y="2673900"/>
                  </a:lnTo>
                  <a:lnTo>
                    <a:pt x="3455549" y="2673938"/>
                  </a:lnTo>
                  <a:lnTo>
                    <a:pt x="3456308" y="2673969"/>
                  </a:lnTo>
                  <a:lnTo>
                    <a:pt x="3476533" y="2674811"/>
                  </a:lnTo>
                  <a:lnTo>
                    <a:pt x="3477292" y="2674843"/>
                  </a:lnTo>
                  <a:lnTo>
                    <a:pt x="3478050" y="2674868"/>
                  </a:lnTo>
                  <a:lnTo>
                    <a:pt x="3498276" y="2675539"/>
                  </a:lnTo>
                  <a:lnTo>
                    <a:pt x="3499034" y="2675564"/>
                  </a:lnTo>
                  <a:lnTo>
                    <a:pt x="3499793" y="2675585"/>
                  </a:lnTo>
                  <a:lnTo>
                    <a:pt x="3520018" y="2676128"/>
                  </a:lnTo>
                  <a:lnTo>
                    <a:pt x="3520777" y="2676149"/>
                  </a:lnTo>
                  <a:lnTo>
                    <a:pt x="3521535" y="2676165"/>
                  </a:lnTo>
                  <a:lnTo>
                    <a:pt x="3541761" y="2676599"/>
                  </a:lnTo>
                  <a:lnTo>
                    <a:pt x="3542519" y="2676615"/>
                  </a:lnTo>
                  <a:lnTo>
                    <a:pt x="3543278" y="2676628"/>
                  </a:lnTo>
                  <a:lnTo>
                    <a:pt x="3563504" y="2676970"/>
                  </a:lnTo>
                  <a:lnTo>
                    <a:pt x="3564262" y="2676983"/>
                  </a:lnTo>
                  <a:lnTo>
                    <a:pt x="3565020" y="2676993"/>
                  </a:lnTo>
                  <a:lnTo>
                    <a:pt x="3585246" y="2677258"/>
                  </a:lnTo>
                  <a:lnTo>
                    <a:pt x="3586005" y="2677268"/>
                  </a:lnTo>
                  <a:lnTo>
                    <a:pt x="3586763" y="2677276"/>
                  </a:lnTo>
                  <a:lnTo>
                    <a:pt x="3606989" y="2677479"/>
                  </a:lnTo>
                  <a:lnTo>
                    <a:pt x="3607747" y="2677486"/>
                  </a:lnTo>
                  <a:lnTo>
                    <a:pt x="3608506" y="2677492"/>
                  </a:lnTo>
                  <a:lnTo>
                    <a:pt x="3628731" y="2677645"/>
                  </a:lnTo>
                  <a:lnTo>
                    <a:pt x="3629490" y="2677650"/>
                  </a:lnTo>
                  <a:lnTo>
                    <a:pt x="3630248" y="2677655"/>
                  </a:lnTo>
                  <a:lnTo>
                    <a:pt x="3650474" y="2677768"/>
                  </a:lnTo>
                  <a:lnTo>
                    <a:pt x="3651232" y="2677772"/>
                  </a:lnTo>
                  <a:lnTo>
                    <a:pt x="3651991" y="2677775"/>
                  </a:lnTo>
                  <a:lnTo>
                    <a:pt x="3672216" y="2677856"/>
                  </a:lnTo>
                  <a:lnTo>
                    <a:pt x="3672975" y="2677859"/>
                  </a:lnTo>
                  <a:lnTo>
                    <a:pt x="3673733" y="2677861"/>
                  </a:lnTo>
                  <a:lnTo>
                    <a:pt x="3693959" y="2677918"/>
                  </a:lnTo>
                  <a:lnTo>
                    <a:pt x="3694717" y="2677920"/>
                  </a:lnTo>
                  <a:lnTo>
                    <a:pt x="3695476" y="2677921"/>
                  </a:lnTo>
                  <a:lnTo>
                    <a:pt x="3696398" y="2677923"/>
                  </a:lnTo>
                  <a:lnTo>
                    <a:pt x="3696398" y="2678058"/>
                  </a:lnTo>
                  <a:lnTo>
                    <a:pt x="3695476" y="2678058"/>
                  </a:lnTo>
                  <a:lnTo>
                    <a:pt x="3694717" y="2678058"/>
                  </a:lnTo>
                  <a:lnTo>
                    <a:pt x="3693959" y="2678058"/>
                  </a:lnTo>
                  <a:lnTo>
                    <a:pt x="3673733" y="2678058"/>
                  </a:lnTo>
                  <a:lnTo>
                    <a:pt x="3672975" y="2678058"/>
                  </a:lnTo>
                  <a:lnTo>
                    <a:pt x="3672216" y="2678058"/>
                  </a:lnTo>
                  <a:lnTo>
                    <a:pt x="3651991" y="2678058"/>
                  </a:lnTo>
                  <a:lnTo>
                    <a:pt x="3651232" y="2678058"/>
                  </a:lnTo>
                  <a:lnTo>
                    <a:pt x="3650474" y="2678058"/>
                  </a:lnTo>
                  <a:lnTo>
                    <a:pt x="3630248" y="2678058"/>
                  </a:lnTo>
                  <a:lnTo>
                    <a:pt x="3629490" y="2678058"/>
                  </a:lnTo>
                  <a:lnTo>
                    <a:pt x="3628731" y="2678058"/>
                  </a:lnTo>
                  <a:lnTo>
                    <a:pt x="3608506" y="2678058"/>
                  </a:lnTo>
                  <a:lnTo>
                    <a:pt x="3607747" y="2678058"/>
                  </a:lnTo>
                  <a:lnTo>
                    <a:pt x="3606989" y="2678058"/>
                  </a:lnTo>
                  <a:lnTo>
                    <a:pt x="3586763" y="2678058"/>
                  </a:lnTo>
                  <a:lnTo>
                    <a:pt x="3586005" y="2678058"/>
                  </a:lnTo>
                  <a:lnTo>
                    <a:pt x="3585246" y="2678058"/>
                  </a:lnTo>
                  <a:lnTo>
                    <a:pt x="3565020" y="2678058"/>
                  </a:lnTo>
                  <a:lnTo>
                    <a:pt x="3564262" y="2678058"/>
                  </a:lnTo>
                  <a:lnTo>
                    <a:pt x="3563504" y="2678058"/>
                  </a:lnTo>
                  <a:lnTo>
                    <a:pt x="3543278" y="2678058"/>
                  </a:lnTo>
                  <a:lnTo>
                    <a:pt x="3542519" y="2678058"/>
                  </a:lnTo>
                  <a:lnTo>
                    <a:pt x="3541761" y="2678058"/>
                  </a:lnTo>
                  <a:lnTo>
                    <a:pt x="3521535" y="2678058"/>
                  </a:lnTo>
                  <a:lnTo>
                    <a:pt x="3520777" y="2678058"/>
                  </a:lnTo>
                  <a:lnTo>
                    <a:pt x="3520018" y="2678058"/>
                  </a:lnTo>
                  <a:lnTo>
                    <a:pt x="3499793" y="2678058"/>
                  </a:lnTo>
                  <a:lnTo>
                    <a:pt x="3499034" y="2678058"/>
                  </a:lnTo>
                  <a:lnTo>
                    <a:pt x="3498276" y="2678058"/>
                  </a:lnTo>
                  <a:lnTo>
                    <a:pt x="3478050" y="2678058"/>
                  </a:lnTo>
                  <a:lnTo>
                    <a:pt x="3477292" y="2678058"/>
                  </a:lnTo>
                  <a:lnTo>
                    <a:pt x="3476533" y="2678058"/>
                  </a:lnTo>
                  <a:lnTo>
                    <a:pt x="3456308" y="2678058"/>
                  </a:lnTo>
                  <a:lnTo>
                    <a:pt x="3455549" y="2678058"/>
                  </a:lnTo>
                  <a:lnTo>
                    <a:pt x="3454791" y="2678058"/>
                  </a:lnTo>
                  <a:lnTo>
                    <a:pt x="3434565" y="2678058"/>
                  </a:lnTo>
                  <a:lnTo>
                    <a:pt x="3433807" y="2678058"/>
                  </a:lnTo>
                  <a:lnTo>
                    <a:pt x="3433048" y="2678058"/>
                  </a:lnTo>
                  <a:lnTo>
                    <a:pt x="3412823" y="2678058"/>
                  </a:lnTo>
                  <a:lnTo>
                    <a:pt x="3412064" y="2678058"/>
                  </a:lnTo>
                  <a:lnTo>
                    <a:pt x="3411306" y="2678058"/>
                  </a:lnTo>
                  <a:lnTo>
                    <a:pt x="3391080" y="2678058"/>
                  </a:lnTo>
                  <a:lnTo>
                    <a:pt x="3390322" y="2678058"/>
                  </a:lnTo>
                  <a:lnTo>
                    <a:pt x="3389563" y="2678058"/>
                  </a:lnTo>
                  <a:lnTo>
                    <a:pt x="3369337" y="2678058"/>
                  </a:lnTo>
                  <a:lnTo>
                    <a:pt x="3368579" y="2678058"/>
                  </a:lnTo>
                  <a:lnTo>
                    <a:pt x="3367821" y="2678058"/>
                  </a:lnTo>
                  <a:lnTo>
                    <a:pt x="3347595" y="2678058"/>
                  </a:lnTo>
                  <a:lnTo>
                    <a:pt x="3346836" y="2678058"/>
                  </a:lnTo>
                  <a:lnTo>
                    <a:pt x="3346078" y="2678058"/>
                  </a:lnTo>
                  <a:lnTo>
                    <a:pt x="3325852" y="2678058"/>
                  </a:lnTo>
                  <a:lnTo>
                    <a:pt x="3325094" y="2678058"/>
                  </a:lnTo>
                  <a:lnTo>
                    <a:pt x="3324335" y="2678058"/>
                  </a:lnTo>
                  <a:lnTo>
                    <a:pt x="3304110" y="2678058"/>
                  </a:lnTo>
                  <a:lnTo>
                    <a:pt x="3303351" y="2678058"/>
                  </a:lnTo>
                  <a:lnTo>
                    <a:pt x="3302593" y="2678058"/>
                  </a:lnTo>
                  <a:lnTo>
                    <a:pt x="3282367" y="2678058"/>
                  </a:lnTo>
                  <a:lnTo>
                    <a:pt x="3281609" y="2678058"/>
                  </a:lnTo>
                  <a:lnTo>
                    <a:pt x="3280850" y="2678058"/>
                  </a:lnTo>
                  <a:lnTo>
                    <a:pt x="3260625" y="2678058"/>
                  </a:lnTo>
                  <a:lnTo>
                    <a:pt x="3259866" y="2678058"/>
                  </a:lnTo>
                  <a:lnTo>
                    <a:pt x="3259108" y="2678058"/>
                  </a:lnTo>
                  <a:lnTo>
                    <a:pt x="3238882" y="2678058"/>
                  </a:lnTo>
                  <a:lnTo>
                    <a:pt x="3238124" y="2678058"/>
                  </a:lnTo>
                  <a:lnTo>
                    <a:pt x="3237365" y="2678058"/>
                  </a:lnTo>
                  <a:lnTo>
                    <a:pt x="3217139" y="2678058"/>
                  </a:lnTo>
                  <a:lnTo>
                    <a:pt x="3216381" y="2678058"/>
                  </a:lnTo>
                  <a:lnTo>
                    <a:pt x="3215623" y="2678058"/>
                  </a:lnTo>
                  <a:lnTo>
                    <a:pt x="3195397" y="2678058"/>
                  </a:lnTo>
                  <a:lnTo>
                    <a:pt x="3194639" y="2678058"/>
                  </a:lnTo>
                  <a:lnTo>
                    <a:pt x="3193880" y="2678058"/>
                  </a:lnTo>
                  <a:lnTo>
                    <a:pt x="3173654" y="2678058"/>
                  </a:lnTo>
                  <a:lnTo>
                    <a:pt x="3172896" y="2678058"/>
                  </a:lnTo>
                  <a:lnTo>
                    <a:pt x="3172138" y="2678058"/>
                  </a:lnTo>
                  <a:lnTo>
                    <a:pt x="3151912" y="2678058"/>
                  </a:lnTo>
                  <a:lnTo>
                    <a:pt x="3151153" y="2678058"/>
                  </a:lnTo>
                  <a:lnTo>
                    <a:pt x="3150395" y="2678058"/>
                  </a:lnTo>
                  <a:lnTo>
                    <a:pt x="3130169" y="2678058"/>
                  </a:lnTo>
                  <a:lnTo>
                    <a:pt x="3129411" y="2678058"/>
                  </a:lnTo>
                  <a:lnTo>
                    <a:pt x="3128652" y="2678058"/>
                  </a:lnTo>
                  <a:lnTo>
                    <a:pt x="3108427" y="2678058"/>
                  </a:lnTo>
                  <a:lnTo>
                    <a:pt x="3107668" y="2678058"/>
                  </a:lnTo>
                  <a:lnTo>
                    <a:pt x="3106910" y="2678058"/>
                  </a:lnTo>
                  <a:lnTo>
                    <a:pt x="3086684" y="2678058"/>
                  </a:lnTo>
                  <a:lnTo>
                    <a:pt x="3085926" y="2678058"/>
                  </a:lnTo>
                  <a:lnTo>
                    <a:pt x="3085167" y="2678058"/>
                  </a:lnTo>
                  <a:lnTo>
                    <a:pt x="3064942" y="2678058"/>
                  </a:lnTo>
                  <a:lnTo>
                    <a:pt x="3064183" y="2678058"/>
                  </a:lnTo>
                  <a:lnTo>
                    <a:pt x="3063425" y="2678058"/>
                  </a:lnTo>
                  <a:lnTo>
                    <a:pt x="3043199" y="2678058"/>
                  </a:lnTo>
                  <a:lnTo>
                    <a:pt x="3042441" y="2678058"/>
                  </a:lnTo>
                  <a:lnTo>
                    <a:pt x="3041682" y="2678058"/>
                  </a:lnTo>
                  <a:lnTo>
                    <a:pt x="3021456" y="2678058"/>
                  </a:lnTo>
                  <a:lnTo>
                    <a:pt x="3020698" y="2678058"/>
                  </a:lnTo>
                  <a:lnTo>
                    <a:pt x="3019940" y="2678058"/>
                  </a:lnTo>
                  <a:lnTo>
                    <a:pt x="2999714" y="2678058"/>
                  </a:lnTo>
                  <a:lnTo>
                    <a:pt x="2998956" y="2678058"/>
                  </a:lnTo>
                  <a:lnTo>
                    <a:pt x="2998197" y="2678058"/>
                  </a:lnTo>
                  <a:lnTo>
                    <a:pt x="2977971" y="2678058"/>
                  </a:lnTo>
                  <a:lnTo>
                    <a:pt x="2977213" y="2678058"/>
                  </a:lnTo>
                  <a:lnTo>
                    <a:pt x="2976455" y="2678058"/>
                  </a:lnTo>
                  <a:lnTo>
                    <a:pt x="2956229" y="2678058"/>
                  </a:lnTo>
                  <a:lnTo>
                    <a:pt x="2955470" y="2678058"/>
                  </a:lnTo>
                  <a:lnTo>
                    <a:pt x="2954712" y="2678058"/>
                  </a:lnTo>
                  <a:lnTo>
                    <a:pt x="2934486" y="2678058"/>
                  </a:lnTo>
                  <a:lnTo>
                    <a:pt x="2933728" y="2678058"/>
                  </a:lnTo>
                  <a:lnTo>
                    <a:pt x="2932969" y="2678058"/>
                  </a:lnTo>
                  <a:lnTo>
                    <a:pt x="2912744" y="2678058"/>
                  </a:lnTo>
                  <a:lnTo>
                    <a:pt x="2911985" y="2678058"/>
                  </a:lnTo>
                  <a:lnTo>
                    <a:pt x="2911227" y="2678058"/>
                  </a:lnTo>
                  <a:lnTo>
                    <a:pt x="2891001" y="2678058"/>
                  </a:lnTo>
                  <a:lnTo>
                    <a:pt x="2890243" y="2678058"/>
                  </a:lnTo>
                  <a:lnTo>
                    <a:pt x="2889484" y="2678058"/>
                  </a:lnTo>
                  <a:lnTo>
                    <a:pt x="2869259" y="2678058"/>
                  </a:lnTo>
                  <a:lnTo>
                    <a:pt x="2868500" y="2678058"/>
                  </a:lnTo>
                  <a:lnTo>
                    <a:pt x="2867742" y="2678058"/>
                  </a:lnTo>
                  <a:lnTo>
                    <a:pt x="2847516" y="2678058"/>
                  </a:lnTo>
                  <a:lnTo>
                    <a:pt x="2846758" y="2678058"/>
                  </a:lnTo>
                  <a:lnTo>
                    <a:pt x="2845999" y="2678058"/>
                  </a:lnTo>
                  <a:lnTo>
                    <a:pt x="2825773" y="2678058"/>
                  </a:lnTo>
                  <a:lnTo>
                    <a:pt x="2825015" y="2678058"/>
                  </a:lnTo>
                  <a:lnTo>
                    <a:pt x="2824257" y="2678058"/>
                  </a:lnTo>
                  <a:lnTo>
                    <a:pt x="2804031" y="2678058"/>
                  </a:lnTo>
                  <a:lnTo>
                    <a:pt x="2803273" y="2678058"/>
                  </a:lnTo>
                  <a:lnTo>
                    <a:pt x="2802514" y="2678058"/>
                  </a:lnTo>
                  <a:lnTo>
                    <a:pt x="2782288" y="2678058"/>
                  </a:lnTo>
                  <a:lnTo>
                    <a:pt x="2781530" y="2678058"/>
                  </a:lnTo>
                  <a:lnTo>
                    <a:pt x="2780772" y="2678058"/>
                  </a:lnTo>
                  <a:lnTo>
                    <a:pt x="2760546" y="2678058"/>
                  </a:lnTo>
                  <a:lnTo>
                    <a:pt x="2759787" y="2678058"/>
                  </a:lnTo>
                  <a:lnTo>
                    <a:pt x="2759029" y="2678058"/>
                  </a:lnTo>
                  <a:lnTo>
                    <a:pt x="2738803" y="2678058"/>
                  </a:lnTo>
                  <a:lnTo>
                    <a:pt x="2738045" y="2678058"/>
                  </a:lnTo>
                  <a:lnTo>
                    <a:pt x="2737286" y="2678058"/>
                  </a:lnTo>
                  <a:lnTo>
                    <a:pt x="2717061" y="2678058"/>
                  </a:lnTo>
                  <a:lnTo>
                    <a:pt x="2716302" y="2678058"/>
                  </a:lnTo>
                  <a:lnTo>
                    <a:pt x="2715544" y="2678058"/>
                  </a:lnTo>
                  <a:lnTo>
                    <a:pt x="2695318" y="2678058"/>
                  </a:lnTo>
                  <a:lnTo>
                    <a:pt x="2694560" y="2678058"/>
                  </a:lnTo>
                  <a:lnTo>
                    <a:pt x="2693801" y="2678058"/>
                  </a:lnTo>
                  <a:lnTo>
                    <a:pt x="2673576" y="2678058"/>
                  </a:lnTo>
                  <a:lnTo>
                    <a:pt x="2672817" y="2678058"/>
                  </a:lnTo>
                  <a:lnTo>
                    <a:pt x="2672059" y="2678058"/>
                  </a:lnTo>
                  <a:lnTo>
                    <a:pt x="2651833" y="2678058"/>
                  </a:lnTo>
                  <a:lnTo>
                    <a:pt x="2651075" y="2678058"/>
                  </a:lnTo>
                  <a:lnTo>
                    <a:pt x="2650316" y="2678058"/>
                  </a:lnTo>
                  <a:lnTo>
                    <a:pt x="2630090" y="2678058"/>
                  </a:lnTo>
                  <a:lnTo>
                    <a:pt x="2629332" y="2678058"/>
                  </a:lnTo>
                  <a:lnTo>
                    <a:pt x="2628574" y="2678058"/>
                  </a:lnTo>
                  <a:lnTo>
                    <a:pt x="2608348" y="2678058"/>
                  </a:lnTo>
                  <a:lnTo>
                    <a:pt x="2607590" y="2678058"/>
                  </a:lnTo>
                  <a:lnTo>
                    <a:pt x="2606831" y="2678058"/>
                  </a:lnTo>
                  <a:lnTo>
                    <a:pt x="2586605" y="2678058"/>
                  </a:lnTo>
                  <a:lnTo>
                    <a:pt x="2585847" y="2678058"/>
                  </a:lnTo>
                  <a:lnTo>
                    <a:pt x="2585089" y="2678058"/>
                  </a:lnTo>
                  <a:lnTo>
                    <a:pt x="2564863" y="2678058"/>
                  </a:lnTo>
                  <a:lnTo>
                    <a:pt x="2564104" y="2678058"/>
                  </a:lnTo>
                  <a:lnTo>
                    <a:pt x="2563346" y="2678058"/>
                  </a:lnTo>
                  <a:lnTo>
                    <a:pt x="2543120" y="2678058"/>
                  </a:lnTo>
                  <a:lnTo>
                    <a:pt x="2542362" y="2678058"/>
                  </a:lnTo>
                  <a:lnTo>
                    <a:pt x="2541603" y="2678058"/>
                  </a:lnTo>
                  <a:lnTo>
                    <a:pt x="2521378" y="2678058"/>
                  </a:lnTo>
                  <a:lnTo>
                    <a:pt x="2520619" y="2678058"/>
                  </a:lnTo>
                  <a:lnTo>
                    <a:pt x="2519861" y="2678058"/>
                  </a:lnTo>
                  <a:lnTo>
                    <a:pt x="2499635" y="2678058"/>
                  </a:lnTo>
                  <a:lnTo>
                    <a:pt x="2498877" y="2678058"/>
                  </a:lnTo>
                  <a:lnTo>
                    <a:pt x="2498118" y="2678058"/>
                  </a:lnTo>
                  <a:lnTo>
                    <a:pt x="2477893" y="2678058"/>
                  </a:lnTo>
                  <a:lnTo>
                    <a:pt x="2477134" y="2678058"/>
                  </a:lnTo>
                  <a:lnTo>
                    <a:pt x="2476376" y="2678058"/>
                  </a:lnTo>
                  <a:lnTo>
                    <a:pt x="2456150" y="2678058"/>
                  </a:lnTo>
                  <a:lnTo>
                    <a:pt x="2455392" y="2678058"/>
                  </a:lnTo>
                  <a:lnTo>
                    <a:pt x="2454633" y="2678058"/>
                  </a:lnTo>
                  <a:lnTo>
                    <a:pt x="2434407" y="2678058"/>
                  </a:lnTo>
                  <a:lnTo>
                    <a:pt x="2433649" y="2678058"/>
                  </a:lnTo>
                  <a:lnTo>
                    <a:pt x="2432891" y="2678058"/>
                  </a:lnTo>
                  <a:lnTo>
                    <a:pt x="2412665" y="2678058"/>
                  </a:lnTo>
                  <a:lnTo>
                    <a:pt x="2411906" y="2678058"/>
                  </a:lnTo>
                  <a:lnTo>
                    <a:pt x="2411148" y="2678058"/>
                  </a:lnTo>
                  <a:lnTo>
                    <a:pt x="2390922" y="2678058"/>
                  </a:lnTo>
                  <a:lnTo>
                    <a:pt x="2390164" y="2678058"/>
                  </a:lnTo>
                  <a:lnTo>
                    <a:pt x="2389406" y="2678058"/>
                  </a:lnTo>
                  <a:lnTo>
                    <a:pt x="2369180" y="2678058"/>
                  </a:lnTo>
                  <a:lnTo>
                    <a:pt x="2368421" y="2678058"/>
                  </a:lnTo>
                  <a:lnTo>
                    <a:pt x="2367663" y="2678058"/>
                  </a:lnTo>
                  <a:lnTo>
                    <a:pt x="2347437" y="2678058"/>
                  </a:lnTo>
                  <a:lnTo>
                    <a:pt x="2346679" y="2678058"/>
                  </a:lnTo>
                  <a:lnTo>
                    <a:pt x="2345920" y="2678058"/>
                  </a:lnTo>
                  <a:lnTo>
                    <a:pt x="2325695" y="2678058"/>
                  </a:lnTo>
                  <a:lnTo>
                    <a:pt x="2324936" y="2678058"/>
                  </a:lnTo>
                  <a:lnTo>
                    <a:pt x="2324178" y="2678058"/>
                  </a:lnTo>
                  <a:lnTo>
                    <a:pt x="2303952" y="2678058"/>
                  </a:lnTo>
                  <a:lnTo>
                    <a:pt x="2303194" y="2678058"/>
                  </a:lnTo>
                  <a:lnTo>
                    <a:pt x="2302435" y="2678058"/>
                  </a:lnTo>
                  <a:lnTo>
                    <a:pt x="2282210" y="2678058"/>
                  </a:lnTo>
                  <a:lnTo>
                    <a:pt x="2281451" y="2678058"/>
                  </a:lnTo>
                  <a:lnTo>
                    <a:pt x="2280693" y="2678058"/>
                  </a:lnTo>
                  <a:lnTo>
                    <a:pt x="2260467" y="2678058"/>
                  </a:lnTo>
                  <a:lnTo>
                    <a:pt x="2259709" y="2678058"/>
                  </a:lnTo>
                  <a:lnTo>
                    <a:pt x="2258950" y="2678058"/>
                  </a:lnTo>
                  <a:lnTo>
                    <a:pt x="2238724" y="2678058"/>
                  </a:lnTo>
                  <a:lnTo>
                    <a:pt x="2237966" y="2678058"/>
                  </a:lnTo>
                  <a:lnTo>
                    <a:pt x="2237208" y="2678058"/>
                  </a:lnTo>
                  <a:lnTo>
                    <a:pt x="2216982" y="2678058"/>
                  </a:lnTo>
                  <a:lnTo>
                    <a:pt x="2216223" y="2678058"/>
                  </a:lnTo>
                  <a:lnTo>
                    <a:pt x="2215465" y="2678058"/>
                  </a:lnTo>
                  <a:lnTo>
                    <a:pt x="2195239" y="2678058"/>
                  </a:lnTo>
                  <a:lnTo>
                    <a:pt x="2194481" y="2678058"/>
                  </a:lnTo>
                  <a:lnTo>
                    <a:pt x="2193723" y="2678058"/>
                  </a:lnTo>
                  <a:lnTo>
                    <a:pt x="2173497" y="2678058"/>
                  </a:lnTo>
                  <a:lnTo>
                    <a:pt x="2172738" y="2678058"/>
                  </a:lnTo>
                  <a:lnTo>
                    <a:pt x="2171980" y="2678058"/>
                  </a:lnTo>
                  <a:lnTo>
                    <a:pt x="2151754" y="2678058"/>
                  </a:lnTo>
                  <a:lnTo>
                    <a:pt x="2150996" y="2678058"/>
                  </a:lnTo>
                  <a:lnTo>
                    <a:pt x="2150237" y="2678058"/>
                  </a:lnTo>
                  <a:lnTo>
                    <a:pt x="2130012" y="2678058"/>
                  </a:lnTo>
                  <a:lnTo>
                    <a:pt x="2129253" y="2678058"/>
                  </a:lnTo>
                  <a:lnTo>
                    <a:pt x="2128495" y="2678058"/>
                  </a:lnTo>
                  <a:lnTo>
                    <a:pt x="2108269" y="2678058"/>
                  </a:lnTo>
                  <a:lnTo>
                    <a:pt x="2107511" y="2678058"/>
                  </a:lnTo>
                  <a:lnTo>
                    <a:pt x="2106752" y="2678058"/>
                  </a:lnTo>
                  <a:lnTo>
                    <a:pt x="2086527" y="2678058"/>
                  </a:lnTo>
                  <a:lnTo>
                    <a:pt x="2085768" y="2678058"/>
                  </a:lnTo>
                  <a:lnTo>
                    <a:pt x="2085010" y="2678058"/>
                  </a:lnTo>
                  <a:lnTo>
                    <a:pt x="2064784" y="2678058"/>
                  </a:lnTo>
                  <a:lnTo>
                    <a:pt x="2064026" y="2678058"/>
                  </a:lnTo>
                  <a:lnTo>
                    <a:pt x="2063267" y="2678058"/>
                  </a:lnTo>
                  <a:lnTo>
                    <a:pt x="2043041" y="2678058"/>
                  </a:lnTo>
                  <a:lnTo>
                    <a:pt x="2042283" y="2678058"/>
                  </a:lnTo>
                  <a:lnTo>
                    <a:pt x="2041525" y="2678058"/>
                  </a:lnTo>
                  <a:lnTo>
                    <a:pt x="2021299" y="2678058"/>
                  </a:lnTo>
                  <a:lnTo>
                    <a:pt x="2020540" y="2678058"/>
                  </a:lnTo>
                  <a:lnTo>
                    <a:pt x="2019782" y="2678058"/>
                  </a:lnTo>
                  <a:lnTo>
                    <a:pt x="1999556" y="2678058"/>
                  </a:lnTo>
                  <a:lnTo>
                    <a:pt x="1998798" y="2678058"/>
                  </a:lnTo>
                  <a:lnTo>
                    <a:pt x="1998040" y="2678058"/>
                  </a:lnTo>
                  <a:lnTo>
                    <a:pt x="1977814" y="2678058"/>
                  </a:lnTo>
                  <a:lnTo>
                    <a:pt x="1977055" y="2678058"/>
                  </a:lnTo>
                  <a:lnTo>
                    <a:pt x="1976297" y="2678058"/>
                  </a:lnTo>
                  <a:lnTo>
                    <a:pt x="1956071" y="2678058"/>
                  </a:lnTo>
                  <a:lnTo>
                    <a:pt x="1955313" y="2678058"/>
                  </a:lnTo>
                  <a:lnTo>
                    <a:pt x="1954554" y="2678058"/>
                  </a:lnTo>
                  <a:lnTo>
                    <a:pt x="1934329" y="2678058"/>
                  </a:lnTo>
                  <a:lnTo>
                    <a:pt x="1933570" y="2678058"/>
                  </a:lnTo>
                  <a:lnTo>
                    <a:pt x="1932812" y="2678058"/>
                  </a:lnTo>
                  <a:lnTo>
                    <a:pt x="1912586" y="2678058"/>
                  </a:lnTo>
                  <a:lnTo>
                    <a:pt x="1911828" y="2678058"/>
                  </a:lnTo>
                  <a:lnTo>
                    <a:pt x="1911069" y="2678058"/>
                  </a:lnTo>
                  <a:lnTo>
                    <a:pt x="1890844" y="2678058"/>
                  </a:lnTo>
                  <a:lnTo>
                    <a:pt x="1890085" y="2678058"/>
                  </a:lnTo>
                  <a:lnTo>
                    <a:pt x="1889327" y="2678058"/>
                  </a:lnTo>
                  <a:lnTo>
                    <a:pt x="1869101" y="2678058"/>
                  </a:lnTo>
                  <a:lnTo>
                    <a:pt x="1868343" y="2678058"/>
                  </a:lnTo>
                  <a:lnTo>
                    <a:pt x="1867584" y="2678058"/>
                  </a:lnTo>
                  <a:lnTo>
                    <a:pt x="1847358" y="2678058"/>
                  </a:lnTo>
                  <a:lnTo>
                    <a:pt x="1846600" y="2678058"/>
                  </a:lnTo>
                  <a:lnTo>
                    <a:pt x="1845842" y="2678058"/>
                  </a:lnTo>
                  <a:lnTo>
                    <a:pt x="1825616" y="2678058"/>
                  </a:lnTo>
                  <a:lnTo>
                    <a:pt x="1824857" y="2678058"/>
                  </a:lnTo>
                  <a:lnTo>
                    <a:pt x="1824099" y="2678058"/>
                  </a:lnTo>
                  <a:lnTo>
                    <a:pt x="1803873" y="2678058"/>
                  </a:lnTo>
                  <a:lnTo>
                    <a:pt x="1803115" y="2678058"/>
                  </a:lnTo>
                  <a:lnTo>
                    <a:pt x="1802357" y="2678058"/>
                  </a:lnTo>
                  <a:lnTo>
                    <a:pt x="1782131" y="2678058"/>
                  </a:lnTo>
                  <a:lnTo>
                    <a:pt x="1781372" y="2678058"/>
                  </a:lnTo>
                  <a:lnTo>
                    <a:pt x="1780614" y="2678058"/>
                  </a:lnTo>
                  <a:lnTo>
                    <a:pt x="1760388" y="2678058"/>
                  </a:lnTo>
                  <a:lnTo>
                    <a:pt x="1759630" y="2678058"/>
                  </a:lnTo>
                  <a:lnTo>
                    <a:pt x="1758871" y="2678058"/>
                  </a:lnTo>
                  <a:lnTo>
                    <a:pt x="1738646" y="2678058"/>
                  </a:lnTo>
                  <a:lnTo>
                    <a:pt x="1737887" y="2678058"/>
                  </a:lnTo>
                  <a:lnTo>
                    <a:pt x="1737129" y="2678058"/>
                  </a:lnTo>
                  <a:lnTo>
                    <a:pt x="1716903" y="2678058"/>
                  </a:lnTo>
                  <a:lnTo>
                    <a:pt x="1716145" y="2678058"/>
                  </a:lnTo>
                  <a:lnTo>
                    <a:pt x="1715386" y="2678058"/>
                  </a:lnTo>
                  <a:lnTo>
                    <a:pt x="1695161" y="2678058"/>
                  </a:lnTo>
                  <a:lnTo>
                    <a:pt x="1694402" y="2678058"/>
                  </a:lnTo>
                  <a:lnTo>
                    <a:pt x="1693644" y="2678058"/>
                  </a:lnTo>
                  <a:lnTo>
                    <a:pt x="1673418" y="2678058"/>
                  </a:lnTo>
                  <a:lnTo>
                    <a:pt x="1672660" y="2678058"/>
                  </a:lnTo>
                  <a:lnTo>
                    <a:pt x="1671901" y="2678058"/>
                  </a:lnTo>
                  <a:lnTo>
                    <a:pt x="1651675" y="2678058"/>
                  </a:lnTo>
                  <a:lnTo>
                    <a:pt x="1650917" y="2678058"/>
                  </a:lnTo>
                  <a:lnTo>
                    <a:pt x="1650159" y="2678058"/>
                  </a:lnTo>
                  <a:lnTo>
                    <a:pt x="1629933" y="2678058"/>
                  </a:lnTo>
                  <a:lnTo>
                    <a:pt x="1629174" y="2678058"/>
                  </a:lnTo>
                  <a:lnTo>
                    <a:pt x="1628416" y="2678058"/>
                  </a:lnTo>
                  <a:lnTo>
                    <a:pt x="1608190" y="2678058"/>
                  </a:lnTo>
                  <a:lnTo>
                    <a:pt x="1607432" y="2678058"/>
                  </a:lnTo>
                  <a:lnTo>
                    <a:pt x="1606673" y="2678058"/>
                  </a:lnTo>
                  <a:lnTo>
                    <a:pt x="1586448" y="2678058"/>
                  </a:lnTo>
                  <a:lnTo>
                    <a:pt x="1585689" y="2678058"/>
                  </a:lnTo>
                  <a:lnTo>
                    <a:pt x="1584931" y="2678058"/>
                  </a:lnTo>
                  <a:lnTo>
                    <a:pt x="1564705" y="2678058"/>
                  </a:lnTo>
                  <a:lnTo>
                    <a:pt x="1563947" y="2678058"/>
                  </a:lnTo>
                  <a:lnTo>
                    <a:pt x="1563188" y="2678058"/>
                  </a:lnTo>
                  <a:lnTo>
                    <a:pt x="1542963" y="2678058"/>
                  </a:lnTo>
                  <a:lnTo>
                    <a:pt x="1542204" y="2678058"/>
                  </a:lnTo>
                  <a:lnTo>
                    <a:pt x="1541446" y="2678058"/>
                  </a:lnTo>
                  <a:lnTo>
                    <a:pt x="1521220" y="2678058"/>
                  </a:lnTo>
                  <a:lnTo>
                    <a:pt x="1520462" y="2678058"/>
                  </a:lnTo>
                  <a:lnTo>
                    <a:pt x="1519703" y="2678058"/>
                  </a:lnTo>
                  <a:lnTo>
                    <a:pt x="1499478" y="2678058"/>
                  </a:lnTo>
                  <a:lnTo>
                    <a:pt x="1498719" y="2678058"/>
                  </a:lnTo>
                  <a:lnTo>
                    <a:pt x="1497961" y="2678058"/>
                  </a:lnTo>
                  <a:lnTo>
                    <a:pt x="1477735" y="2678058"/>
                  </a:lnTo>
                  <a:lnTo>
                    <a:pt x="1476977" y="2678058"/>
                  </a:lnTo>
                  <a:lnTo>
                    <a:pt x="1476218" y="2678058"/>
                  </a:lnTo>
                  <a:lnTo>
                    <a:pt x="1455992" y="2678058"/>
                  </a:lnTo>
                  <a:lnTo>
                    <a:pt x="1455234" y="2678058"/>
                  </a:lnTo>
                  <a:lnTo>
                    <a:pt x="1454476" y="2678058"/>
                  </a:lnTo>
                  <a:lnTo>
                    <a:pt x="1434250" y="2678058"/>
                  </a:lnTo>
                  <a:lnTo>
                    <a:pt x="1433491" y="2678058"/>
                  </a:lnTo>
                  <a:lnTo>
                    <a:pt x="1432733" y="2678058"/>
                  </a:lnTo>
                  <a:lnTo>
                    <a:pt x="1412507" y="2678058"/>
                  </a:lnTo>
                  <a:lnTo>
                    <a:pt x="1411749" y="2678058"/>
                  </a:lnTo>
                  <a:lnTo>
                    <a:pt x="1410990" y="2678058"/>
                  </a:lnTo>
                  <a:lnTo>
                    <a:pt x="1390765" y="2678058"/>
                  </a:lnTo>
                  <a:lnTo>
                    <a:pt x="1390006" y="2678058"/>
                  </a:lnTo>
                  <a:lnTo>
                    <a:pt x="1389248" y="2678058"/>
                  </a:lnTo>
                  <a:lnTo>
                    <a:pt x="1369022" y="2678058"/>
                  </a:lnTo>
                  <a:lnTo>
                    <a:pt x="1368264" y="2678058"/>
                  </a:lnTo>
                  <a:lnTo>
                    <a:pt x="1367505" y="2678058"/>
                  </a:lnTo>
                  <a:lnTo>
                    <a:pt x="1347280" y="2678058"/>
                  </a:lnTo>
                  <a:lnTo>
                    <a:pt x="1346521" y="2678058"/>
                  </a:lnTo>
                  <a:lnTo>
                    <a:pt x="1345763" y="2678058"/>
                  </a:lnTo>
                  <a:lnTo>
                    <a:pt x="1325537" y="2678058"/>
                  </a:lnTo>
                  <a:lnTo>
                    <a:pt x="1324779" y="2678058"/>
                  </a:lnTo>
                  <a:lnTo>
                    <a:pt x="1324020" y="2678058"/>
                  </a:lnTo>
                  <a:lnTo>
                    <a:pt x="1303795" y="2678058"/>
                  </a:lnTo>
                  <a:lnTo>
                    <a:pt x="1303036" y="2678058"/>
                  </a:lnTo>
                  <a:lnTo>
                    <a:pt x="1302278" y="2678058"/>
                  </a:lnTo>
                  <a:lnTo>
                    <a:pt x="1282052" y="2678058"/>
                  </a:lnTo>
                  <a:lnTo>
                    <a:pt x="1281294" y="2678058"/>
                  </a:lnTo>
                  <a:lnTo>
                    <a:pt x="1280535" y="2678058"/>
                  </a:lnTo>
                  <a:lnTo>
                    <a:pt x="1260309" y="2678058"/>
                  </a:lnTo>
                  <a:lnTo>
                    <a:pt x="1259551" y="2678058"/>
                  </a:lnTo>
                  <a:lnTo>
                    <a:pt x="1258793" y="2678058"/>
                  </a:lnTo>
                  <a:lnTo>
                    <a:pt x="1238567" y="2678058"/>
                  </a:lnTo>
                  <a:lnTo>
                    <a:pt x="1237808" y="2678058"/>
                  </a:lnTo>
                  <a:lnTo>
                    <a:pt x="1237050" y="2678058"/>
                  </a:lnTo>
                  <a:lnTo>
                    <a:pt x="1216824" y="2678058"/>
                  </a:lnTo>
                  <a:lnTo>
                    <a:pt x="1216066" y="2678058"/>
                  </a:lnTo>
                  <a:lnTo>
                    <a:pt x="1215307" y="2678058"/>
                  </a:lnTo>
                  <a:lnTo>
                    <a:pt x="1195082" y="2678058"/>
                  </a:lnTo>
                  <a:lnTo>
                    <a:pt x="1194323" y="2678058"/>
                  </a:lnTo>
                  <a:lnTo>
                    <a:pt x="1193565" y="2678058"/>
                  </a:lnTo>
                  <a:lnTo>
                    <a:pt x="1173339" y="2678058"/>
                  </a:lnTo>
                  <a:lnTo>
                    <a:pt x="1172581" y="2678058"/>
                  </a:lnTo>
                  <a:lnTo>
                    <a:pt x="1171822" y="2678058"/>
                  </a:lnTo>
                  <a:lnTo>
                    <a:pt x="1151597" y="2678058"/>
                  </a:lnTo>
                  <a:lnTo>
                    <a:pt x="1150838" y="2678058"/>
                  </a:lnTo>
                  <a:lnTo>
                    <a:pt x="1150080" y="2678058"/>
                  </a:lnTo>
                  <a:lnTo>
                    <a:pt x="1129854" y="2678058"/>
                  </a:lnTo>
                  <a:lnTo>
                    <a:pt x="1129096" y="2678058"/>
                  </a:lnTo>
                  <a:lnTo>
                    <a:pt x="1128337" y="2678058"/>
                  </a:lnTo>
                  <a:lnTo>
                    <a:pt x="1108111" y="2678058"/>
                  </a:lnTo>
                  <a:lnTo>
                    <a:pt x="1107353" y="2678058"/>
                  </a:lnTo>
                  <a:lnTo>
                    <a:pt x="1106595" y="2678058"/>
                  </a:lnTo>
                  <a:lnTo>
                    <a:pt x="1086369" y="2678058"/>
                  </a:lnTo>
                  <a:lnTo>
                    <a:pt x="1085611" y="2678058"/>
                  </a:lnTo>
                  <a:lnTo>
                    <a:pt x="1084852" y="2678058"/>
                  </a:lnTo>
                  <a:lnTo>
                    <a:pt x="1064626" y="2678058"/>
                  </a:lnTo>
                  <a:lnTo>
                    <a:pt x="1063868" y="2678058"/>
                  </a:lnTo>
                  <a:lnTo>
                    <a:pt x="1063110" y="2678058"/>
                  </a:lnTo>
                  <a:lnTo>
                    <a:pt x="1042884" y="2678058"/>
                  </a:lnTo>
                  <a:lnTo>
                    <a:pt x="1042125" y="2678058"/>
                  </a:lnTo>
                  <a:lnTo>
                    <a:pt x="1041367" y="2678058"/>
                  </a:lnTo>
                  <a:lnTo>
                    <a:pt x="1021141" y="2678058"/>
                  </a:lnTo>
                  <a:lnTo>
                    <a:pt x="1020383" y="2678058"/>
                  </a:lnTo>
                  <a:lnTo>
                    <a:pt x="1019624" y="2678058"/>
                  </a:lnTo>
                  <a:lnTo>
                    <a:pt x="999399" y="2678058"/>
                  </a:lnTo>
                  <a:lnTo>
                    <a:pt x="998640" y="2678058"/>
                  </a:lnTo>
                  <a:lnTo>
                    <a:pt x="997882" y="2678058"/>
                  </a:lnTo>
                  <a:lnTo>
                    <a:pt x="977656" y="2678058"/>
                  </a:lnTo>
                  <a:lnTo>
                    <a:pt x="976898" y="2678058"/>
                  </a:lnTo>
                  <a:lnTo>
                    <a:pt x="976139" y="2678058"/>
                  </a:lnTo>
                  <a:lnTo>
                    <a:pt x="955914" y="2678058"/>
                  </a:lnTo>
                  <a:lnTo>
                    <a:pt x="955155" y="2678058"/>
                  </a:lnTo>
                  <a:lnTo>
                    <a:pt x="954397" y="2678058"/>
                  </a:lnTo>
                  <a:lnTo>
                    <a:pt x="934171" y="2678058"/>
                  </a:lnTo>
                  <a:lnTo>
                    <a:pt x="933413" y="2678058"/>
                  </a:lnTo>
                  <a:lnTo>
                    <a:pt x="932654" y="2678058"/>
                  </a:lnTo>
                  <a:lnTo>
                    <a:pt x="912428" y="2678058"/>
                  </a:lnTo>
                  <a:lnTo>
                    <a:pt x="911670" y="2678058"/>
                  </a:lnTo>
                  <a:lnTo>
                    <a:pt x="910912" y="2678058"/>
                  </a:lnTo>
                  <a:lnTo>
                    <a:pt x="890686" y="2678058"/>
                  </a:lnTo>
                  <a:lnTo>
                    <a:pt x="889928" y="2678058"/>
                  </a:lnTo>
                  <a:lnTo>
                    <a:pt x="889169" y="2678058"/>
                  </a:lnTo>
                  <a:lnTo>
                    <a:pt x="868943" y="2678058"/>
                  </a:lnTo>
                  <a:lnTo>
                    <a:pt x="868185" y="2678058"/>
                  </a:lnTo>
                  <a:lnTo>
                    <a:pt x="867427" y="2678058"/>
                  </a:lnTo>
                  <a:lnTo>
                    <a:pt x="847201" y="2678058"/>
                  </a:lnTo>
                  <a:lnTo>
                    <a:pt x="846442" y="2678058"/>
                  </a:lnTo>
                  <a:lnTo>
                    <a:pt x="845684" y="2678058"/>
                  </a:lnTo>
                  <a:lnTo>
                    <a:pt x="825458" y="2678058"/>
                  </a:lnTo>
                  <a:lnTo>
                    <a:pt x="824700" y="2678058"/>
                  </a:lnTo>
                  <a:lnTo>
                    <a:pt x="823941" y="2678058"/>
                  </a:lnTo>
                  <a:lnTo>
                    <a:pt x="803716" y="2678058"/>
                  </a:lnTo>
                  <a:lnTo>
                    <a:pt x="802957" y="2678058"/>
                  </a:lnTo>
                  <a:lnTo>
                    <a:pt x="802199" y="2678058"/>
                  </a:lnTo>
                  <a:lnTo>
                    <a:pt x="781973" y="2678058"/>
                  </a:lnTo>
                  <a:lnTo>
                    <a:pt x="781215" y="2678058"/>
                  </a:lnTo>
                  <a:lnTo>
                    <a:pt x="780456" y="2678058"/>
                  </a:lnTo>
                  <a:lnTo>
                    <a:pt x="760231" y="2678058"/>
                  </a:lnTo>
                  <a:lnTo>
                    <a:pt x="759472" y="2678058"/>
                  </a:lnTo>
                  <a:lnTo>
                    <a:pt x="758714" y="2678058"/>
                  </a:lnTo>
                  <a:lnTo>
                    <a:pt x="738488" y="2678058"/>
                  </a:lnTo>
                  <a:lnTo>
                    <a:pt x="737730" y="2678058"/>
                  </a:lnTo>
                  <a:lnTo>
                    <a:pt x="736971" y="2678058"/>
                  </a:lnTo>
                  <a:lnTo>
                    <a:pt x="716745" y="2678058"/>
                  </a:lnTo>
                  <a:lnTo>
                    <a:pt x="715987" y="2678058"/>
                  </a:lnTo>
                  <a:lnTo>
                    <a:pt x="715229" y="2678058"/>
                  </a:lnTo>
                  <a:lnTo>
                    <a:pt x="695003" y="2678058"/>
                  </a:lnTo>
                  <a:lnTo>
                    <a:pt x="694245" y="2678058"/>
                  </a:lnTo>
                  <a:lnTo>
                    <a:pt x="693486" y="2678058"/>
                  </a:lnTo>
                  <a:lnTo>
                    <a:pt x="673260" y="2678058"/>
                  </a:lnTo>
                  <a:lnTo>
                    <a:pt x="672502" y="2678058"/>
                  </a:lnTo>
                  <a:lnTo>
                    <a:pt x="671744" y="2678058"/>
                  </a:lnTo>
                  <a:lnTo>
                    <a:pt x="651518" y="2678058"/>
                  </a:lnTo>
                  <a:lnTo>
                    <a:pt x="650759" y="2678058"/>
                  </a:lnTo>
                  <a:lnTo>
                    <a:pt x="650001" y="2678058"/>
                  </a:lnTo>
                  <a:lnTo>
                    <a:pt x="629775" y="2678058"/>
                  </a:lnTo>
                  <a:lnTo>
                    <a:pt x="629017" y="2678058"/>
                  </a:lnTo>
                  <a:lnTo>
                    <a:pt x="628258" y="2678058"/>
                  </a:lnTo>
                  <a:lnTo>
                    <a:pt x="608033" y="2678058"/>
                  </a:lnTo>
                  <a:lnTo>
                    <a:pt x="607274" y="2678058"/>
                  </a:lnTo>
                  <a:lnTo>
                    <a:pt x="606516" y="2678058"/>
                  </a:lnTo>
                  <a:lnTo>
                    <a:pt x="586290" y="2678058"/>
                  </a:lnTo>
                  <a:lnTo>
                    <a:pt x="585532" y="2678058"/>
                  </a:lnTo>
                  <a:lnTo>
                    <a:pt x="584773" y="2678058"/>
                  </a:lnTo>
                  <a:lnTo>
                    <a:pt x="564548" y="2678058"/>
                  </a:lnTo>
                  <a:lnTo>
                    <a:pt x="563789" y="2678058"/>
                  </a:lnTo>
                  <a:lnTo>
                    <a:pt x="563031" y="2678058"/>
                  </a:lnTo>
                  <a:lnTo>
                    <a:pt x="542805" y="2678058"/>
                  </a:lnTo>
                  <a:lnTo>
                    <a:pt x="542047" y="2678058"/>
                  </a:lnTo>
                  <a:lnTo>
                    <a:pt x="541288" y="2678058"/>
                  </a:lnTo>
                  <a:lnTo>
                    <a:pt x="521062" y="2678058"/>
                  </a:lnTo>
                  <a:lnTo>
                    <a:pt x="520304" y="2678058"/>
                  </a:lnTo>
                  <a:lnTo>
                    <a:pt x="519546" y="2678058"/>
                  </a:lnTo>
                  <a:lnTo>
                    <a:pt x="499320" y="2678058"/>
                  </a:lnTo>
                  <a:lnTo>
                    <a:pt x="498562" y="2678058"/>
                  </a:lnTo>
                  <a:lnTo>
                    <a:pt x="497803" y="2678058"/>
                  </a:lnTo>
                  <a:lnTo>
                    <a:pt x="477577" y="2678058"/>
                  </a:lnTo>
                  <a:lnTo>
                    <a:pt x="476819" y="2678058"/>
                  </a:lnTo>
                  <a:lnTo>
                    <a:pt x="476061" y="2678058"/>
                  </a:lnTo>
                  <a:lnTo>
                    <a:pt x="455835" y="2678058"/>
                  </a:lnTo>
                  <a:lnTo>
                    <a:pt x="455076" y="2678058"/>
                  </a:lnTo>
                  <a:lnTo>
                    <a:pt x="454318" y="2678058"/>
                  </a:lnTo>
                  <a:lnTo>
                    <a:pt x="434092" y="2678058"/>
                  </a:lnTo>
                  <a:lnTo>
                    <a:pt x="433334" y="2678058"/>
                  </a:lnTo>
                  <a:lnTo>
                    <a:pt x="432575" y="2678058"/>
                  </a:lnTo>
                  <a:lnTo>
                    <a:pt x="412350" y="2678058"/>
                  </a:lnTo>
                  <a:lnTo>
                    <a:pt x="411591" y="2678058"/>
                  </a:lnTo>
                  <a:lnTo>
                    <a:pt x="410833" y="2678058"/>
                  </a:lnTo>
                  <a:lnTo>
                    <a:pt x="390607" y="2678058"/>
                  </a:lnTo>
                  <a:lnTo>
                    <a:pt x="389849" y="2678058"/>
                  </a:lnTo>
                  <a:lnTo>
                    <a:pt x="389090" y="2678058"/>
                  </a:lnTo>
                  <a:lnTo>
                    <a:pt x="368865" y="2678058"/>
                  </a:lnTo>
                  <a:lnTo>
                    <a:pt x="368106" y="2678058"/>
                  </a:lnTo>
                  <a:lnTo>
                    <a:pt x="367348" y="2678058"/>
                  </a:lnTo>
                  <a:lnTo>
                    <a:pt x="347122" y="2678058"/>
                  </a:lnTo>
                  <a:lnTo>
                    <a:pt x="346364" y="2678058"/>
                  </a:lnTo>
                  <a:lnTo>
                    <a:pt x="345605" y="2678058"/>
                  </a:lnTo>
                  <a:lnTo>
                    <a:pt x="325379" y="2678058"/>
                  </a:lnTo>
                  <a:lnTo>
                    <a:pt x="324621" y="2678058"/>
                  </a:lnTo>
                  <a:lnTo>
                    <a:pt x="323863" y="2678058"/>
                  </a:lnTo>
                  <a:lnTo>
                    <a:pt x="303637" y="2678058"/>
                  </a:lnTo>
                  <a:lnTo>
                    <a:pt x="302878" y="2678058"/>
                  </a:lnTo>
                  <a:lnTo>
                    <a:pt x="302120" y="2678058"/>
                  </a:lnTo>
                  <a:lnTo>
                    <a:pt x="281894" y="2678058"/>
                  </a:lnTo>
                  <a:lnTo>
                    <a:pt x="281136" y="2678058"/>
                  </a:lnTo>
                  <a:lnTo>
                    <a:pt x="280378" y="2678058"/>
                  </a:lnTo>
                  <a:lnTo>
                    <a:pt x="260152" y="2678058"/>
                  </a:lnTo>
                  <a:lnTo>
                    <a:pt x="259393" y="2678058"/>
                  </a:lnTo>
                  <a:lnTo>
                    <a:pt x="258635" y="2678058"/>
                  </a:lnTo>
                  <a:lnTo>
                    <a:pt x="238409" y="2678058"/>
                  </a:lnTo>
                  <a:lnTo>
                    <a:pt x="237651" y="2678058"/>
                  </a:lnTo>
                  <a:lnTo>
                    <a:pt x="236892" y="2678058"/>
                  </a:lnTo>
                  <a:lnTo>
                    <a:pt x="216667" y="2678058"/>
                  </a:lnTo>
                  <a:lnTo>
                    <a:pt x="215908" y="2678058"/>
                  </a:lnTo>
                  <a:lnTo>
                    <a:pt x="215150" y="2678058"/>
                  </a:lnTo>
                  <a:lnTo>
                    <a:pt x="194924" y="2678058"/>
                  </a:lnTo>
                  <a:lnTo>
                    <a:pt x="194166" y="2678058"/>
                  </a:lnTo>
                  <a:lnTo>
                    <a:pt x="193407" y="2678058"/>
                  </a:lnTo>
                  <a:lnTo>
                    <a:pt x="173182" y="2678058"/>
                  </a:lnTo>
                  <a:lnTo>
                    <a:pt x="172423" y="2678058"/>
                  </a:lnTo>
                  <a:lnTo>
                    <a:pt x="171665" y="2678058"/>
                  </a:lnTo>
                  <a:lnTo>
                    <a:pt x="151439" y="2678058"/>
                  </a:lnTo>
                  <a:lnTo>
                    <a:pt x="150681" y="2678058"/>
                  </a:lnTo>
                  <a:lnTo>
                    <a:pt x="149922" y="2678058"/>
                  </a:lnTo>
                  <a:lnTo>
                    <a:pt x="129696" y="2678058"/>
                  </a:lnTo>
                  <a:lnTo>
                    <a:pt x="128938" y="2678058"/>
                  </a:lnTo>
                  <a:lnTo>
                    <a:pt x="128180" y="2678058"/>
                  </a:lnTo>
                  <a:lnTo>
                    <a:pt x="107954" y="2678058"/>
                  </a:lnTo>
                  <a:lnTo>
                    <a:pt x="107195" y="2678058"/>
                  </a:lnTo>
                  <a:lnTo>
                    <a:pt x="106437" y="2678058"/>
                  </a:lnTo>
                  <a:lnTo>
                    <a:pt x="86211" y="2678058"/>
                  </a:lnTo>
                  <a:lnTo>
                    <a:pt x="85453" y="2678058"/>
                  </a:lnTo>
                  <a:lnTo>
                    <a:pt x="84695" y="2678058"/>
                  </a:lnTo>
                  <a:lnTo>
                    <a:pt x="64469" y="2678058"/>
                  </a:lnTo>
                  <a:lnTo>
                    <a:pt x="63710" y="2678058"/>
                  </a:lnTo>
                  <a:lnTo>
                    <a:pt x="62952" y="2678058"/>
                  </a:lnTo>
                  <a:lnTo>
                    <a:pt x="42726" y="2678058"/>
                  </a:lnTo>
                  <a:lnTo>
                    <a:pt x="41968" y="2678058"/>
                  </a:lnTo>
                  <a:lnTo>
                    <a:pt x="41209" y="2678058"/>
                  </a:lnTo>
                  <a:lnTo>
                    <a:pt x="20984" y="2678058"/>
                  </a:lnTo>
                  <a:lnTo>
                    <a:pt x="20225" y="2678058"/>
                  </a:lnTo>
                  <a:lnTo>
                    <a:pt x="19467" y="2678058"/>
                  </a:lnTo>
                  <a:lnTo>
                    <a:pt x="1516" y="2678058"/>
                  </a:lnTo>
                  <a:lnTo>
                    <a:pt x="758" y="2678058"/>
                  </a:lnTo>
                  <a:lnTo>
                    <a:pt x="0" y="2678058"/>
                  </a:lnTo>
                  <a:close/>
                </a:path>
              </a:pathLst>
            </a:custGeom>
            <a:solidFill>
              <a:srgbClr val="99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908918" y="2803773"/>
              <a:ext cx="3695640" cy="2677923"/>
            </a:xfrm>
            <a:custGeom>
              <a:avLst/>
              <a:pathLst>
                <a:path w="3695640" h="2677923">
                  <a:moveTo>
                    <a:pt x="0" y="0"/>
                  </a:moveTo>
                  <a:lnTo>
                    <a:pt x="758" y="439"/>
                  </a:lnTo>
                  <a:lnTo>
                    <a:pt x="18708" y="10845"/>
                  </a:lnTo>
                  <a:lnTo>
                    <a:pt x="19467" y="11285"/>
                  </a:lnTo>
                  <a:lnTo>
                    <a:pt x="20225" y="12128"/>
                  </a:lnTo>
                  <a:lnTo>
                    <a:pt x="40451" y="34627"/>
                  </a:lnTo>
                  <a:lnTo>
                    <a:pt x="41209" y="35470"/>
                  </a:lnTo>
                  <a:lnTo>
                    <a:pt x="41968" y="36695"/>
                  </a:lnTo>
                  <a:lnTo>
                    <a:pt x="62194" y="69361"/>
                  </a:lnTo>
                  <a:lnTo>
                    <a:pt x="62952" y="70586"/>
                  </a:lnTo>
                  <a:lnTo>
                    <a:pt x="63710" y="72158"/>
                  </a:lnTo>
                  <a:lnTo>
                    <a:pt x="83936" y="114090"/>
                  </a:lnTo>
                  <a:lnTo>
                    <a:pt x="84695" y="115663"/>
                  </a:lnTo>
                  <a:lnTo>
                    <a:pt x="85453" y="117539"/>
                  </a:lnTo>
                  <a:lnTo>
                    <a:pt x="105679" y="167591"/>
                  </a:lnTo>
                  <a:lnTo>
                    <a:pt x="106437" y="169468"/>
                  </a:lnTo>
                  <a:lnTo>
                    <a:pt x="107195" y="171600"/>
                  </a:lnTo>
                  <a:lnTo>
                    <a:pt x="127421" y="228439"/>
                  </a:lnTo>
                  <a:lnTo>
                    <a:pt x="128180" y="230571"/>
                  </a:lnTo>
                  <a:lnTo>
                    <a:pt x="128938" y="232902"/>
                  </a:lnTo>
                  <a:lnTo>
                    <a:pt x="149164" y="295077"/>
                  </a:lnTo>
                  <a:lnTo>
                    <a:pt x="149922" y="297408"/>
                  </a:lnTo>
                  <a:lnTo>
                    <a:pt x="150681" y="299889"/>
                  </a:lnTo>
                  <a:lnTo>
                    <a:pt x="170906" y="366063"/>
                  </a:lnTo>
                  <a:lnTo>
                    <a:pt x="171665" y="368545"/>
                  </a:lnTo>
                  <a:lnTo>
                    <a:pt x="172423" y="371105"/>
                  </a:lnTo>
                  <a:lnTo>
                    <a:pt x="192649" y="439400"/>
                  </a:lnTo>
                  <a:lnTo>
                    <a:pt x="193407" y="441960"/>
                  </a:lnTo>
                  <a:lnTo>
                    <a:pt x="194166" y="444543"/>
                  </a:lnTo>
                  <a:lnTo>
                    <a:pt x="214391" y="513410"/>
                  </a:lnTo>
                  <a:lnTo>
                    <a:pt x="215150" y="515992"/>
                  </a:lnTo>
                  <a:lnTo>
                    <a:pt x="215908" y="518554"/>
                  </a:lnTo>
                  <a:lnTo>
                    <a:pt x="236134" y="586884"/>
                  </a:lnTo>
                  <a:lnTo>
                    <a:pt x="236892" y="589446"/>
                  </a:lnTo>
                  <a:lnTo>
                    <a:pt x="237651" y="591954"/>
                  </a:lnTo>
                  <a:lnTo>
                    <a:pt x="257877" y="658835"/>
                  </a:lnTo>
                  <a:lnTo>
                    <a:pt x="258635" y="661343"/>
                  </a:lnTo>
                  <a:lnTo>
                    <a:pt x="259393" y="663770"/>
                  </a:lnTo>
                  <a:lnTo>
                    <a:pt x="279619" y="728507"/>
                  </a:lnTo>
                  <a:lnTo>
                    <a:pt x="280378" y="730934"/>
                  </a:lnTo>
                  <a:lnTo>
                    <a:pt x="281136" y="733263"/>
                  </a:lnTo>
                  <a:lnTo>
                    <a:pt x="301362" y="795372"/>
                  </a:lnTo>
                  <a:lnTo>
                    <a:pt x="302120" y="797701"/>
                  </a:lnTo>
                  <a:lnTo>
                    <a:pt x="302878" y="799921"/>
                  </a:lnTo>
                  <a:lnTo>
                    <a:pt x="323104" y="859123"/>
                  </a:lnTo>
                  <a:lnTo>
                    <a:pt x="323863" y="861343"/>
                  </a:lnTo>
                  <a:lnTo>
                    <a:pt x="324621" y="863449"/>
                  </a:lnTo>
                  <a:lnTo>
                    <a:pt x="344847" y="919617"/>
                  </a:lnTo>
                  <a:lnTo>
                    <a:pt x="345605" y="921723"/>
                  </a:lnTo>
                  <a:lnTo>
                    <a:pt x="346364" y="923705"/>
                  </a:lnTo>
                  <a:lnTo>
                    <a:pt x="366589" y="976556"/>
                  </a:lnTo>
                  <a:lnTo>
                    <a:pt x="367348" y="978538"/>
                  </a:lnTo>
                  <a:lnTo>
                    <a:pt x="368106" y="980420"/>
                  </a:lnTo>
                  <a:lnTo>
                    <a:pt x="388332" y="1030619"/>
                  </a:lnTo>
                  <a:lnTo>
                    <a:pt x="389090" y="1032501"/>
                  </a:lnTo>
                  <a:lnTo>
                    <a:pt x="389849" y="1034295"/>
                  </a:lnTo>
                  <a:lnTo>
                    <a:pt x="410074" y="1082123"/>
                  </a:lnTo>
                  <a:lnTo>
                    <a:pt x="410833" y="1083917"/>
                  </a:lnTo>
                  <a:lnTo>
                    <a:pt x="411591" y="1085633"/>
                  </a:lnTo>
                  <a:lnTo>
                    <a:pt x="431817" y="1131389"/>
                  </a:lnTo>
                  <a:lnTo>
                    <a:pt x="432575" y="1133105"/>
                  </a:lnTo>
                  <a:lnTo>
                    <a:pt x="433334" y="1134754"/>
                  </a:lnTo>
                  <a:lnTo>
                    <a:pt x="453560" y="1178725"/>
                  </a:lnTo>
                  <a:lnTo>
                    <a:pt x="454318" y="1180374"/>
                  </a:lnTo>
                  <a:lnTo>
                    <a:pt x="455076" y="1181965"/>
                  </a:lnTo>
                  <a:lnTo>
                    <a:pt x="475302" y="1224405"/>
                  </a:lnTo>
                  <a:lnTo>
                    <a:pt x="476061" y="1225997"/>
                  </a:lnTo>
                  <a:lnTo>
                    <a:pt x="476819" y="1227538"/>
                  </a:lnTo>
                  <a:lnTo>
                    <a:pt x="497045" y="1268649"/>
                  </a:lnTo>
                  <a:lnTo>
                    <a:pt x="497803" y="1270190"/>
                  </a:lnTo>
                  <a:lnTo>
                    <a:pt x="498562" y="1271687"/>
                  </a:lnTo>
                  <a:lnTo>
                    <a:pt x="518787" y="1311609"/>
                  </a:lnTo>
                  <a:lnTo>
                    <a:pt x="519546" y="1313106"/>
                  </a:lnTo>
                  <a:lnTo>
                    <a:pt x="520304" y="1314557"/>
                  </a:lnTo>
                  <a:lnTo>
                    <a:pt x="540530" y="1353259"/>
                  </a:lnTo>
                  <a:lnTo>
                    <a:pt x="541288" y="1354711"/>
                  </a:lnTo>
                  <a:lnTo>
                    <a:pt x="542047" y="1356117"/>
                  </a:lnTo>
                  <a:lnTo>
                    <a:pt x="562272" y="1393614"/>
                  </a:lnTo>
                  <a:lnTo>
                    <a:pt x="563031" y="1395020"/>
                  </a:lnTo>
                  <a:lnTo>
                    <a:pt x="563789" y="1396380"/>
                  </a:lnTo>
                  <a:lnTo>
                    <a:pt x="584015" y="1432662"/>
                  </a:lnTo>
                  <a:lnTo>
                    <a:pt x="584773" y="1434023"/>
                  </a:lnTo>
                  <a:lnTo>
                    <a:pt x="585532" y="1435333"/>
                  </a:lnTo>
                  <a:lnTo>
                    <a:pt x="605757" y="1470287"/>
                  </a:lnTo>
                  <a:lnTo>
                    <a:pt x="606516" y="1471597"/>
                  </a:lnTo>
                  <a:lnTo>
                    <a:pt x="607274" y="1472853"/>
                  </a:lnTo>
                  <a:lnTo>
                    <a:pt x="627500" y="1506349"/>
                  </a:lnTo>
                  <a:lnTo>
                    <a:pt x="628258" y="1507605"/>
                  </a:lnTo>
                  <a:lnTo>
                    <a:pt x="629017" y="1508801"/>
                  </a:lnTo>
                  <a:lnTo>
                    <a:pt x="649243" y="1540710"/>
                  </a:lnTo>
                  <a:lnTo>
                    <a:pt x="650001" y="1541907"/>
                  </a:lnTo>
                  <a:lnTo>
                    <a:pt x="650759" y="1543039"/>
                  </a:lnTo>
                  <a:lnTo>
                    <a:pt x="670985" y="1573249"/>
                  </a:lnTo>
                  <a:lnTo>
                    <a:pt x="671744" y="1574381"/>
                  </a:lnTo>
                  <a:lnTo>
                    <a:pt x="672502" y="1575447"/>
                  </a:lnTo>
                  <a:lnTo>
                    <a:pt x="692728" y="1603874"/>
                  </a:lnTo>
                  <a:lnTo>
                    <a:pt x="693486" y="1604940"/>
                  </a:lnTo>
                  <a:lnTo>
                    <a:pt x="694245" y="1605937"/>
                  </a:lnTo>
                  <a:lnTo>
                    <a:pt x="714470" y="1632509"/>
                  </a:lnTo>
                  <a:lnTo>
                    <a:pt x="715229" y="1633505"/>
                  </a:lnTo>
                  <a:lnTo>
                    <a:pt x="715987" y="1634425"/>
                  </a:lnTo>
                  <a:lnTo>
                    <a:pt x="736213" y="1658958"/>
                  </a:lnTo>
                  <a:lnTo>
                    <a:pt x="736971" y="1659878"/>
                  </a:lnTo>
                  <a:lnTo>
                    <a:pt x="737730" y="1660735"/>
                  </a:lnTo>
                  <a:lnTo>
                    <a:pt x="757955" y="1683580"/>
                  </a:lnTo>
                  <a:lnTo>
                    <a:pt x="758714" y="1684437"/>
                  </a:lnTo>
                  <a:lnTo>
                    <a:pt x="759472" y="1685236"/>
                  </a:lnTo>
                  <a:lnTo>
                    <a:pt x="779698" y="1706549"/>
                  </a:lnTo>
                  <a:lnTo>
                    <a:pt x="780456" y="1707348"/>
                  </a:lnTo>
                  <a:lnTo>
                    <a:pt x="781215" y="1708097"/>
                  </a:lnTo>
                  <a:lnTo>
                    <a:pt x="801440" y="1728074"/>
                  </a:lnTo>
                  <a:lnTo>
                    <a:pt x="802199" y="1728823"/>
                  </a:lnTo>
                  <a:lnTo>
                    <a:pt x="802957" y="1729530"/>
                  </a:lnTo>
                  <a:lnTo>
                    <a:pt x="823183" y="1748401"/>
                  </a:lnTo>
                  <a:lnTo>
                    <a:pt x="823941" y="1749109"/>
                  </a:lnTo>
                  <a:lnTo>
                    <a:pt x="824700" y="1749785"/>
                  </a:lnTo>
                  <a:lnTo>
                    <a:pt x="844926" y="1767801"/>
                  </a:lnTo>
                  <a:lnTo>
                    <a:pt x="845684" y="1768477"/>
                  </a:lnTo>
                  <a:lnTo>
                    <a:pt x="846442" y="1769130"/>
                  </a:lnTo>
                  <a:lnTo>
                    <a:pt x="866668" y="1786553"/>
                  </a:lnTo>
                  <a:lnTo>
                    <a:pt x="867427" y="1787206"/>
                  </a:lnTo>
                  <a:lnTo>
                    <a:pt x="868185" y="1787846"/>
                  </a:lnTo>
                  <a:lnTo>
                    <a:pt x="888411" y="1804928"/>
                  </a:lnTo>
                  <a:lnTo>
                    <a:pt x="889169" y="1805569"/>
                  </a:lnTo>
                  <a:lnTo>
                    <a:pt x="889928" y="1806206"/>
                  </a:lnTo>
                  <a:lnTo>
                    <a:pt x="910153" y="1823200"/>
                  </a:lnTo>
                  <a:lnTo>
                    <a:pt x="910912" y="1823837"/>
                  </a:lnTo>
                  <a:lnTo>
                    <a:pt x="911670" y="1824480"/>
                  </a:lnTo>
                  <a:lnTo>
                    <a:pt x="931896" y="1841628"/>
                  </a:lnTo>
                  <a:lnTo>
                    <a:pt x="932654" y="1842271"/>
                  </a:lnTo>
                  <a:lnTo>
                    <a:pt x="933413" y="1842926"/>
                  </a:lnTo>
                  <a:lnTo>
                    <a:pt x="953638" y="1860372"/>
                  </a:lnTo>
                  <a:lnTo>
                    <a:pt x="954397" y="1861026"/>
                  </a:lnTo>
                  <a:lnTo>
                    <a:pt x="955155" y="1861695"/>
                  </a:lnTo>
                  <a:lnTo>
                    <a:pt x="975381" y="1879530"/>
                  </a:lnTo>
                  <a:lnTo>
                    <a:pt x="976139" y="1880198"/>
                  </a:lnTo>
                  <a:lnTo>
                    <a:pt x="976898" y="1880884"/>
                  </a:lnTo>
                  <a:lnTo>
                    <a:pt x="997124" y="1899153"/>
                  </a:lnTo>
                  <a:lnTo>
                    <a:pt x="997882" y="1899838"/>
                  </a:lnTo>
                  <a:lnTo>
                    <a:pt x="998640" y="1900540"/>
                  </a:lnTo>
                  <a:lnTo>
                    <a:pt x="1018866" y="1919246"/>
                  </a:lnTo>
                  <a:lnTo>
                    <a:pt x="1019624" y="1919948"/>
                  </a:lnTo>
                  <a:lnTo>
                    <a:pt x="1020383" y="1920664"/>
                  </a:lnTo>
                  <a:lnTo>
                    <a:pt x="1040609" y="1939770"/>
                  </a:lnTo>
                  <a:lnTo>
                    <a:pt x="1041367" y="1940487"/>
                  </a:lnTo>
                  <a:lnTo>
                    <a:pt x="1042125" y="1941215"/>
                  </a:lnTo>
                  <a:lnTo>
                    <a:pt x="1062351" y="1960651"/>
                  </a:lnTo>
                  <a:lnTo>
                    <a:pt x="1063110" y="1961380"/>
                  </a:lnTo>
                  <a:lnTo>
                    <a:pt x="1063868" y="1962118"/>
                  </a:lnTo>
                  <a:lnTo>
                    <a:pt x="1084094" y="1981791"/>
                  </a:lnTo>
                  <a:lnTo>
                    <a:pt x="1084852" y="1982529"/>
                  </a:lnTo>
                  <a:lnTo>
                    <a:pt x="1085611" y="1983271"/>
                  </a:lnTo>
                  <a:lnTo>
                    <a:pt x="1105836" y="2003052"/>
                  </a:lnTo>
                  <a:lnTo>
                    <a:pt x="1106595" y="2003794"/>
                  </a:lnTo>
                  <a:lnTo>
                    <a:pt x="1107353" y="2004534"/>
                  </a:lnTo>
                  <a:lnTo>
                    <a:pt x="1127579" y="2024270"/>
                  </a:lnTo>
                  <a:lnTo>
                    <a:pt x="1128337" y="2025010"/>
                  </a:lnTo>
                  <a:lnTo>
                    <a:pt x="1129096" y="2025744"/>
                  </a:lnTo>
                  <a:lnTo>
                    <a:pt x="1149321" y="2045317"/>
                  </a:lnTo>
                  <a:lnTo>
                    <a:pt x="1150080" y="2046051"/>
                  </a:lnTo>
                  <a:lnTo>
                    <a:pt x="1150838" y="2046775"/>
                  </a:lnTo>
                  <a:lnTo>
                    <a:pt x="1171064" y="2066075"/>
                  </a:lnTo>
                  <a:lnTo>
                    <a:pt x="1171822" y="2066798"/>
                  </a:lnTo>
                  <a:lnTo>
                    <a:pt x="1172581" y="2067508"/>
                  </a:lnTo>
                  <a:lnTo>
                    <a:pt x="1192807" y="2086437"/>
                  </a:lnTo>
                  <a:lnTo>
                    <a:pt x="1193565" y="2087147"/>
                  </a:lnTo>
                  <a:lnTo>
                    <a:pt x="1194323" y="2087839"/>
                  </a:lnTo>
                  <a:lnTo>
                    <a:pt x="1214549" y="2106315"/>
                  </a:lnTo>
                  <a:lnTo>
                    <a:pt x="1215307" y="2107008"/>
                  </a:lnTo>
                  <a:lnTo>
                    <a:pt x="1216066" y="2107681"/>
                  </a:lnTo>
                  <a:lnTo>
                    <a:pt x="1236292" y="2125639"/>
                  </a:lnTo>
                  <a:lnTo>
                    <a:pt x="1237050" y="2126312"/>
                  </a:lnTo>
                  <a:lnTo>
                    <a:pt x="1237808" y="2126964"/>
                  </a:lnTo>
                  <a:lnTo>
                    <a:pt x="1258034" y="2144355"/>
                  </a:lnTo>
                  <a:lnTo>
                    <a:pt x="1258793" y="2145007"/>
                  </a:lnTo>
                  <a:lnTo>
                    <a:pt x="1259551" y="2145635"/>
                  </a:lnTo>
                  <a:lnTo>
                    <a:pt x="1279777" y="2162364"/>
                  </a:lnTo>
                  <a:lnTo>
                    <a:pt x="1280535" y="2162991"/>
                  </a:lnTo>
                  <a:lnTo>
                    <a:pt x="1281294" y="2163594"/>
                  </a:lnTo>
                  <a:lnTo>
                    <a:pt x="1301519" y="2179683"/>
                  </a:lnTo>
                  <a:lnTo>
                    <a:pt x="1302278" y="2180287"/>
                  </a:lnTo>
                  <a:lnTo>
                    <a:pt x="1303036" y="2180867"/>
                  </a:lnTo>
                  <a:lnTo>
                    <a:pt x="1323262" y="2196352"/>
                  </a:lnTo>
                  <a:lnTo>
                    <a:pt x="1324020" y="2196933"/>
                  </a:lnTo>
                  <a:lnTo>
                    <a:pt x="1324779" y="2197492"/>
                  </a:lnTo>
                  <a:lnTo>
                    <a:pt x="1345004" y="2212390"/>
                  </a:lnTo>
                  <a:lnTo>
                    <a:pt x="1345763" y="2212948"/>
                  </a:lnTo>
                  <a:lnTo>
                    <a:pt x="1346521" y="2213486"/>
                  </a:lnTo>
                  <a:lnTo>
                    <a:pt x="1366747" y="2227820"/>
                  </a:lnTo>
                  <a:lnTo>
                    <a:pt x="1367505" y="2228357"/>
                  </a:lnTo>
                  <a:lnTo>
                    <a:pt x="1368264" y="2228875"/>
                  </a:lnTo>
                  <a:lnTo>
                    <a:pt x="1388490" y="2242671"/>
                  </a:lnTo>
                  <a:lnTo>
                    <a:pt x="1389248" y="2243189"/>
                  </a:lnTo>
                  <a:lnTo>
                    <a:pt x="1390006" y="2243687"/>
                  </a:lnTo>
                  <a:lnTo>
                    <a:pt x="1410232" y="2256973"/>
                  </a:lnTo>
                  <a:lnTo>
                    <a:pt x="1410990" y="2257471"/>
                  </a:lnTo>
                  <a:lnTo>
                    <a:pt x="1411749" y="2257951"/>
                  </a:lnTo>
                  <a:lnTo>
                    <a:pt x="1431975" y="2270750"/>
                  </a:lnTo>
                  <a:lnTo>
                    <a:pt x="1432733" y="2271230"/>
                  </a:lnTo>
                  <a:lnTo>
                    <a:pt x="1433491" y="2271692"/>
                  </a:lnTo>
                  <a:lnTo>
                    <a:pt x="1453717" y="2284004"/>
                  </a:lnTo>
                  <a:lnTo>
                    <a:pt x="1454476" y="2284466"/>
                  </a:lnTo>
                  <a:lnTo>
                    <a:pt x="1455234" y="2284908"/>
                  </a:lnTo>
                  <a:lnTo>
                    <a:pt x="1475460" y="2296692"/>
                  </a:lnTo>
                  <a:lnTo>
                    <a:pt x="1476218" y="2297134"/>
                  </a:lnTo>
                  <a:lnTo>
                    <a:pt x="1476977" y="2297558"/>
                  </a:lnTo>
                  <a:lnTo>
                    <a:pt x="1497202" y="2308853"/>
                  </a:lnTo>
                  <a:lnTo>
                    <a:pt x="1497961" y="2309277"/>
                  </a:lnTo>
                  <a:lnTo>
                    <a:pt x="1498719" y="2309681"/>
                  </a:lnTo>
                  <a:lnTo>
                    <a:pt x="1518945" y="2320450"/>
                  </a:lnTo>
                  <a:lnTo>
                    <a:pt x="1519703" y="2320854"/>
                  </a:lnTo>
                  <a:lnTo>
                    <a:pt x="1520462" y="2321236"/>
                  </a:lnTo>
                  <a:lnTo>
                    <a:pt x="1540687" y="2331425"/>
                  </a:lnTo>
                  <a:lnTo>
                    <a:pt x="1541446" y="2331807"/>
                  </a:lnTo>
                  <a:lnTo>
                    <a:pt x="1542204" y="2332164"/>
                  </a:lnTo>
                  <a:lnTo>
                    <a:pt x="1562430" y="2341703"/>
                  </a:lnTo>
                  <a:lnTo>
                    <a:pt x="1563188" y="2342061"/>
                  </a:lnTo>
                  <a:lnTo>
                    <a:pt x="1563947" y="2342391"/>
                  </a:lnTo>
                  <a:lnTo>
                    <a:pt x="1584173" y="2351196"/>
                  </a:lnTo>
                  <a:lnTo>
                    <a:pt x="1584931" y="2351526"/>
                  </a:lnTo>
                  <a:lnTo>
                    <a:pt x="1585689" y="2351825"/>
                  </a:lnTo>
                  <a:lnTo>
                    <a:pt x="1605915" y="2359805"/>
                  </a:lnTo>
                  <a:lnTo>
                    <a:pt x="1606673" y="2360104"/>
                  </a:lnTo>
                  <a:lnTo>
                    <a:pt x="1607432" y="2360369"/>
                  </a:lnTo>
                  <a:lnTo>
                    <a:pt x="1627658" y="2367428"/>
                  </a:lnTo>
                  <a:lnTo>
                    <a:pt x="1628416" y="2367692"/>
                  </a:lnTo>
                  <a:lnTo>
                    <a:pt x="1629174" y="2367914"/>
                  </a:lnTo>
                  <a:lnTo>
                    <a:pt x="1649400" y="2373834"/>
                  </a:lnTo>
                  <a:lnTo>
                    <a:pt x="1650159" y="2374056"/>
                  </a:lnTo>
                  <a:lnTo>
                    <a:pt x="1650917" y="2374234"/>
                  </a:lnTo>
                  <a:lnTo>
                    <a:pt x="1671143" y="2378995"/>
                  </a:lnTo>
                  <a:lnTo>
                    <a:pt x="1671901" y="2379173"/>
                  </a:lnTo>
                  <a:lnTo>
                    <a:pt x="1672660" y="2379308"/>
                  </a:lnTo>
                  <a:lnTo>
                    <a:pt x="1692885" y="2382906"/>
                  </a:lnTo>
                  <a:lnTo>
                    <a:pt x="1693644" y="2383041"/>
                  </a:lnTo>
                  <a:lnTo>
                    <a:pt x="1694402" y="2383131"/>
                  </a:lnTo>
                  <a:lnTo>
                    <a:pt x="1714628" y="2385552"/>
                  </a:lnTo>
                  <a:lnTo>
                    <a:pt x="1715386" y="2385643"/>
                  </a:lnTo>
                  <a:lnTo>
                    <a:pt x="1716145" y="2385691"/>
                  </a:lnTo>
                  <a:lnTo>
                    <a:pt x="1736370" y="2386956"/>
                  </a:lnTo>
                  <a:lnTo>
                    <a:pt x="1737129" y="2387003"/>
                  </a:lnTo>
                  <a:lnTo>
                    <a:pt x="1737887" y="2387010"/>
                  </a:lnTo>
                  <a:lnTo>
                    <a:pt x="1758113" y="2387180"/>
                  </a:lnTo>
                  <a:lnTo>
                    <a:pt x="1758871" y="2387186"/>
                  </a:lnTo>
                  <a:lnTo>
                    <a:pt x="1759630" y="2387155"/>
                  </a:lnTo>
                  <a:lnTo>
                    <a:pt x="1779856" y="2386331"/>
                  </a:lnTo>
                  <a:lnTo>
                    <a:pt x="1780614" y="2386300"/>
                  </a:lnTo>
                  <a:lnTo>
                    <a:pt x="1781372" y="2386237"/>
                  </a:lnTo>
                  <a:lnTo>
                    <a:pt x="1801598" y="2384558"/>
                  </a:lnTo>
                  <a:lnTo>
                    <a:pt x="1802357" y="2384495"/>
                  </a:lnTo>
                  <a:lnTo>
                    <a:pt x="1803115" y="2384406"/>
                  </a:lnTo>
                  <a:lnTo>
                    <a:pt x="1823341" y="2382033"/>
                  </a:lnTo>
                  <a:lnTo>
                    <a:pt x="1824099" y="2381944"/>
                  </a:lnTo>
                  <a:lnTo>
                    <a:pt x="1824857" y="2381838"/>
                  </a:lnTo>
                  <a:lnTo>
                    <a:pt x="1845083" y="2379001"/>
                  </a:lnTo>
                  <a:lnTo>
                    <a:pt x="1845842" y="2378894"/>
                  </a:lnTo>
                  <a:lnTo>
                    <a:pt x="1846600" y="2378782"/>
                  </a:lnTo>
                  <a:lnTo>
                    <a:pt x="1866826" y="2375799"/>
                  </a:lnTo>
                  <a:lnTo>
                    <a:pt x="1867584" y="2375687"/>
                  </a:lnTo>
                  <a:lnTo>
                    <a:pt x="1868343" y="2375579"/>
                  </a:lnTo>
                  <a:lnTo>
                    <a:pt x="1888568" y="2372693"/>
                  </a:lnTo>
                  <a:lnTo>
                    <a:pt x="1889327" y="2372585"/>
                  </a:lnTo>
                  <a:lnTo>
                    <a:pt x="1890085" y="2372489"/>
                  </a:lnTo>
                  <a:lnTo>
                    <a:pt x="1910311" y="2369940"/>
                  </a:lnTo>
                  <a:lnTo>
                    <a:pt x="1911069" y="2369844"/>
                  </a:lnTo>
                  <a:lnTo>
                    <a:pt x="1911828" y="2369770"/>
                  </a:lnTo>
                  <a:lnTo>
                    <a:pt x="1932053" y="2367782"/>
                  </a:lnTo>
                  <a:lnTo>
                    <a:pt x="1932812" y="2367707"/>
                  </a:lnTo>
                  <a:lnTo>
                    <a:pt x="1933570" y="2367661"/>
                  </a:lnTo>
                  <a:lnTo>
                    <a:pt x="1953796" y="2366434"/>
                  </a:lnTo>
                  <a:lnTo>
                    <a:pt x="1954554" y="2366388"/>
                  </a:lnTo>
                  <a:lnTo>
                    <a:pt x="1955313" y="2366377"/>
                  </a:lnTo>
                  <a:lnTo>
                    <a:pt x="1975539" y="2366079"/>
                  </a:lnTo>
                  <a:lnTo>
                    <a:pt x="1976297" y="2366068"/>
                  </a:lnTo>
                  <a:lnTo>
                    <a:pt x="1977055" y="2366097"/>
                  </a:lnTo>
                  <a:lnTo>
                    <a:pt x="1997281" y="2366860"/>
                  </a:lnTo>
                  <a:lnTo>
                    <a:pt x="1998040" y="2366889"/>
                  </a:lnTo>
                  <a:lnTo>
                    <a:pt x="1998798" y="2366966"/>
                  </a:lnTo>
                  <a:lnTo>
                    <a:pt x="2019024" y="2369022"/>
                  </a:lnTo>
                  <a:lnTo>
                    <a:pt x="2019782" y="2369099"/>
                  </a:lnTo>
                  <a:lnTo>
                    <a:pt x="2020540" y="2369223"/>
                  </a:lnTo>
                  <a:lnTo>
                    <a:pt x="2040766" y="2372509"/>
                  </a:lnTo>
                  <a:lnTo>
                    <a:pt x="2041525" y="2372633"/>
                  </a:lnTo>
                  <a:lnTo>
                    <a:pt x="2042283" y="2372800"/>
                  </a:lnTo>
                  <a:lnTo>
                    <a:pt x="2062509" y="2377253"/>
                  </a:lnTo>
                  <a:lnTo>
                    <a:pt x="2063267" y="2377420"/>
                  </a:lnTo>
                  <a:lnTo>
                    <a:pt x="2064026" y="2377629"/>
                  </a:lnTo>
                  <a:lnTo>
                    <a:pt x="2084251" y="2383191"/>
                  </a:lnTo>
                  <a:lnTo>
                    <a:pt x="2085010" y="2383399"/>
                  </a:lnTo>
                  <a:lnTo>
                    <a:pt x="2085768" y="2383646"/>
                  </a:lnTo>
                  <a:lnTo>
                    <a:pt x="2105994" y="2390231"/>
                  </a:lnTo>
                  <a:lnTo>
                    <a:pt x="2106752" y="2390478"/>
                  </a:lnTo>
                  <a:lnTo>
                    <a:pt x="2107511" y="2390759"/>
                  </a:lnTo>
                  <a:lnTo>
                    <a:pt x="2127736" y="2398258"/>
                  </a:lnTo>
                  <a:lnTo>
                    <a:pt x="2128495" y="2398539"/>
                  </a:lnTo>
                  <a:lnTo>
                    <a:pt x="2129253" y="2398850"/>
                  </a:lnTo>
                  <a:lnTo>
                    <a:pt x="2149479" y="2407141"/>
                  </a:lnTo>
                  <a:lnTo>
                    <a:pt x="2150237" y="2407452"/>
                  </a:lnTo>
                  <a:lnTo>
                    <a:pt x="2150996" y="2407788"/>
                  </a:lnTo>
                  <a:lnTo>
                    <a:pt x="2171222" y="2416743"/>
                  </a:lnTo>
                  <a:lnTo>
                    <a:pt x="2171980" y="2417079"/>
                  </a:lnTo>
                  <a:lnTo>
                    <a:pt x="2172738" y="2417435"/>
                  </a:lnTo>
                  <a:lnTo>
                    <a:pt x="2192964" y="2426944"/>
                  </a:lnTo>
                  <a:lnTo>
                    <a:pt x="2193723" y="2427301"/>
                  </a:lnTo>
                  <a:lnTo>
                    <a:pt x="2194481" y="2427674"/>
                  </a:lnTo>
                  <a:lnTo>
                    <a:pt x="2214707" y="2437617"/>
                  </a:lnTo>
                  <a:lnTo>
                    <a:pt x="2215465" y="2437990"/>
                  </a:lnTo>
                  <a:lnTo>
                    <a:pt x="2216223" y="2438373"/>
                  </a:lnTo>
                  <a:lnTo>
                    <a:pt x="2236449" y="2448594"/>
                  </a:lnTo>
                  <a:lnTo>
                    <a:pt x="2237208" y="2448978"/>
                  </a:lnTo>
                  <a:lnTo>
                    <a:pt x="2237966" y="2449368"/>
                  </a:lnTo>
                  <a:lnTo>
                    <a:pt x="2258192" y="2459784"/>
                  </a:lnTo>
                  <a:lnTo>
                    <a:pt x="2258950" y="2460174"/>
                  </a:lnTo>
                  <a:lnTo>
                    <a:pt x="2259709" y="2460569"/>
                  </a:lnTo>
                  <a:lnTo>
                    <a:pt x="2279934" y="2471110"/>
                  </a:lnTo>
                  <a:lnTo>
                    <a:pt x="2280693" y="2471505"/>
                  </a:lnTo>
                  <a:lnTo>
                    <a:pt x="2281451" y="2471903"/>
                  </a:lnTo>
                  <a:lnTo>
                    <a:pt x="2301677" y="2482512"/>
                  </a:lnTo>
                  <a:lnTo>
                    <a:pt x="2302435" y="2482909"/>
                  </a:lnTo>
                  <a:lnTo>
                    <a:pt x="2303194" y="2483308"/>
                  </a:lnTo>
                  <a:lnTo>
                    <a:pt x="2323419" y="2493937"/>
                  </a:lnTo>
                  <a:lnTo>
                    <a:pt x="2324178" y="2494335"/>
                  </a:lnTo>
                  <a:lnTo>
                    <a:pt x="2324936" y="2494733"/>
                  </a:lnTo>
                  <a:lnTo>
                    <a:pt x="2345162" y="2505339"/>
                  </a:lnTo>
                  <a:lnTo>
                    <a:pt x="2345920" y="2505737"/>
                  </a:lnTo>
                  <a:lnTo>
                    <a:pt x="2346679" y="2506132"/>
                  </a:lnTo>
                  <a:lnTo>
                    <a:pt x="2366905" y="2516673"/>
                  </a:lnTo>
                  <a:lnTo>
                    <a:pt x="2367663" y="2517068"/>
                  </a:lnTo>
                  <a:lnTo>
                    <a:pt x="2368421" y="2517459"/>
                  </a:lnTo>
                  <a:lnTo>
                    <a:pt x="2388647" y="2527868"/>
                  </a:lnTo>
                  <a:lnTo>
                    <a:pt x="2389406" y="2528258"/>
                  </a:lnTo>
                  <a:lnTo>
                    <a:pt x="2390164" y="2528641"/>
                  </a:lnTo>
                  <a:lnTo>
                    <a:pt x="2410390" y="2538862"/>
                  </a:lnTo>
                  <a:lnTo>
                    <a:pt x="2411148" y="2539245"/>
                  </a:lnTo>
                  <a:lnTo>
                    <a:pt x="2411906" y="2539619"/>
                  </a:lnTo>
                  <a:lnTo>
                    <a:pt x="2432132" y="2549587"/>
                  </a:lnTo>
                  <a:lnTo>
                    <a:pt x="2432891" y="2549961"/>
                  </a:lnTo>
                  <a:lnTo>
                    <a:pt x="2433649" y="2550323"/>
                  </a:lnTo>
                  <a:lnTo>
                    <a:pt x="2453875" y="2559963"/>
                  </a:lnTo>
                  <a:lnTo>
                    <a:pt x="2454633" y="2560324"/>
                  </a:lnTo>
                  <a:lnTo>
                    <a:pt x="2455392" y="2560670"/>
                  </a:lnTo>
                  <a:lnTo>
                    <a:pt x="2475617" y="2569898"/>
                  </a:lnTo>
                  <a:lnTo>
                    <a:pt x="2476376" y="2570244"/>
                  </a:lnTo>
                  <a:lnTo>
                    <a:pt x="2477134" y="2570572"/>
                  </a:lnTo>
                  <a:lnTo>
                    <a:pt x="2497360" y="2579300"/>
                  </a:lnTo>
                  <a:lnTo>
                    <a:pt x="2498118" y="2579627"/>
                  </a:lnTo>
                  <a:lnTo>
                    <a:pt x="2498877" y="2579933"/>
                  </a:lnTo>
                  <a:lnTo>
                    <a:pt x="2519102" y="2588074"/>
                  </a:lnTo>
                  <a:lnTo>
                    <a:pt x="2519861" y="2588379"/>
                  </a:lnTo>
                  <a:lnTo>
                    <a:pt x="2520619" y="2588659"/>
                  </a:lnTo>
                  <a:lnTo>
                    <a:pt x="2540845" y="2596129"/>
                  </a:lnTo>
                  <a:lnTo>
                    <a:pt x="2541603" y="2596409"/>
                  </a:lnTo>
                  <a:lnTo>
                    <a:pt x="2542362" y="2596660"/>
                  </a:lnTo>
                  <a:lnTo>
                    <a:pt x="2562588" y="2603340"/>
                  </a:lnTo>
                  <a:lnTo>
                    <a:pt x="2563346" y="2603590"/>
                  </a:lnTo>
                  <a:lnTo>
                    <a:pt x="2564104" y="2603807"/>
                  </a:lnTo>
                  <a:lnTo>
                    <a:pt x="2584330" y="2609588"/>
                  </a:lnTo>
                  <a:lnTo>
                    <a:pt x="2585089" y="2609804"/>
                  </a:lnTo>
                  <a:lnTo>
                    <a:pt x="2585847" y="2609989"/>
                  </a:lnTo>
                  <a:lnTo>
                    <a:pt x="2606073" y="2614917"/>
                  </a:lnTo>
                  <a:lnTo>
                    <a:pt x="2606831" y="2615101"/>
                  </a:lnTo>
                  <a:lnTo>
                    <a:pt x="2607590" y="2615254"/>
                  </a:lnTo>
                  <a:lnTo>
                    <a:pt x="2627815" y="2619321"/>
                  </a:lnTo>
                  <a:lnTo>
                    <a:pt x="2628574" y="2619473"/>
                  </a:lnTo>
                  <a:lnTo>
                    <a:pt x="2629332" y="2619594"/>
                  </a:lnTo>
                  <a:lnTo>
                    <a:pt x="2649558" y="2622816"/>
                  </a:lnTo>
                  <a:lnTo>
                    <a:pt x="2650316" y="2622937"/>
                  </a:lnTo>
                  <a:lnTo>
                    <a:pt x="2651075" y="2623027"/>
                  </a:lnTo>
                  <a:lnTo>
                    <a:pt x="2671300" y="2625443"/>
                  </a:lnTo>
                  <a:lnTo>
                    <a:pt x="2672059" y="2625533"/>
                  </a:lnTo>
                  <a:lnTo>
                    <a:pt x="2672817" y="2625596"/>
                  </a:lnTo>
                  <a:lnTo>
                    <a:pt x="2693043" y="2627263"/>
                  </a:lnTo>
                  <a:lnTo>
                    <a:pt x="2693801" y="2627325"/>
                  </a:lnTo>
                  <a:lnTo>
                    <a:pt x="2694560" y="2627363"/>
                  </a:lnTo>
                  <a:lnTo>
                    <a:pt x="2714785" y="2628359"/>
                  </a:lnTo>
                  <a:lnTo>
                    <a:pt x="2715544" y="2628396"/>
                  </a:lnTo>
                  <a:lnTo>
                    <a:pt x="2716302" y="2628412"/>
                  </a:lnTo>
                  <a:lnTo>
                    <a:pt x="2736528" y="2628828"/>
                  </a:lnTo>
                  <a:lnTo>
                    <a:pt x="2737286" y="2628844"/>
                  </a:lnTo>
                  <a:lnTo>
                    <a:pt x="2738045" y="2628840"/>
                  </a:lnTo>
                  <a:lnTo>
                    <a:pt x="2758271" y="2628737"/>
                  </a:lnTo>
                  <a:lnTo>
                    <a:pt x="2759029" y="2628733"/>
                  </a:lnTo>
                  <a:lnTo>
                    <a:pt x="2759787" y="2628716"/>
                  </a:lnTo>
                  <a:lnTo>
                    <a:pt x="2780013" y="2628276"/>
                  </a:lnTo>
                  <a:lnTo>
                    <a:pt x="2780772" y="2628260"/>
                  </a:lnTo>
                  <a:lnTo>
                    <a:pt x="2781530" y="2628235"/>
                  </a:lnTo>
                  <a:lnTo>
                    <a:pt x="2801756" y="2627577"/>
                  </a:lnTo>
                  <a:lnTo>
                    <a:pt x="2802514" y="2627552"/>
                  </a:lnTo>
                  <a:lnTo>
                    <a:pt x="2803273" y="2627523"/>
                  </a:lnTo>
                  <a:lnTo>
                    <a:pt x="2823498" y="2626751"/>
                  </a:lnTo>
                  <a:lnTo>
                    <a:pt x="2824257" y="2626722"/>
                  </a:lnTo>
                  <a:lnTo>
                    <a:pt x="2825015" y="2626693"/>
                  </a:lnTo>
                  <a:lnTo>
                    <a:pt x="2845241" y="2625903"/>
                  </a:lnTo>
                  <a:lnTo>
                    <a:pt x="2845999" y="2625874"/>
                  </a:lnTo>
                  <a:lnTo>
                    <a:pt x="2846758" y="2625847"/>
                  </a:lnTo>
                  <a:lnTo>
                    <a:pt x="2866983" y="2625126"/>
                  </a:lnTo>
                  <a:lnTo>
                    <a:pt x="2867742" y="2625099"/>
                  </a:lnTo>
                  <a:lnTo>
                    <a:pt x="2868500" y="2625077"/>
                  </a:lnTo>
                  <a:lnTo>
                    <a:pt x="2888726" y="2624501"/>
                  </a:lnTo>
                  <a:lnTo>
                    <a:pt x="2889484" y="2624479"/>
                  </a:lnTo>
                  <a:lnTo>
                    <a:pt x="2890243" y="2624466"/>
                  </a:lnTo>
                  <a:lnTo>
                    <a:pt x="2910468" y="2624097"/>
                  </a:lnTo>
                  <a:lnTo>
                    <a:pt x="2911227" y="2624083"/>
                  </a:lnTo>
                  <a:lnTo>
                    <a:pt x="2911985" y="2624079"/>
                  </a:lnTo>
                  <a:lnTo>
                    <a:pt x="2932211" y="2623986"/>
                  </a:lnTo>
                  <a:lnTo>
                    <a:pt x="2932969" y="2623983"/>
                  </a:lnTo>
                  <a:lnTo>
                    <a:pt x="2933728" y="2623992"/>
                  </a:lnTo>
                  <a:lnTo>
                    <a:pt x="2953954" y="2624228"/>
                  </a:lnTo>
                  <a:lnTo>
                    <a:pt x="2954712" y="2624237"/>
                  </a:lnTo>
                  <a:lnTo>
                    <a:pt x="2955470" y="2624258"/>
                  </a:lnTo>
                  <a:lnTo>
                    <a:pt x="2975696" y="2624819"/>
                  </a:lnTo>
                  <a:lnTo>
                    <a:pt x="2976455" y="2624840"/>
                  </a:lnTo>
                  <a:lnTo>
                    <a:pt x="2977213" y="2624873"/>
                  </a:lnTo>
                  <a:lnTo>
                    <a:pt x="2997439" y="2625765"/>
                  </a:lnTo>
                  <a:lnTo>
                    <a:pt x="2998197" y="2625799"/>
                  </a:lnTo>
                  <a:lnTo>
                    <a:pt x="2998956" y="2625845"/>
                  </a:lnTo>
                  <a:lnTo>
                    <a:pt x="3019181" y="2627067"/>
                  </a:lnTo>
                  <a:lnTo>
                    <a:pt x="3019940" y="2627113"/>
                  </a:lnTo>
                  <a:lnTo>
                    <a:pt x="3020698" y="2627170"/>
                  </a:lnTo>
                  <a:lnTo>
                    <a:pt x="3040924" y="2628712"/>
                  </a:lnTo>
                  <a:lnTo>
                    <a:pt x="3041682" y="2628770"/>
                  </a:lnTo>
                  <a:lnTo>
                    <a:pt x="3042441" y="2628839"/>
                  </a:lnTo>
                  <a:lnTo>
                    <a:pt x="3062666" y="2630681"/>
                  </a:lnTo>
                  <a:lnTo>
                    <a:pt x="3063425" y="2630750"/>
                  </a:lnTo>
                  <a:lnTo>
                    <a:pt x="3064183" y="2630829"/>
                  </a:lnTo>
                  <a:lnTo>
                    <a:pt x="3084409" y="2632945"/>
                  </a:lnTo>
                  <a:lnTo>
                    <a:pt x="3085167" y="2633025"/>
                  </a:lnTo>
                  <a:lnTo>
                    <a:pt x="3085926" y="2633113"/>
                  </a:lnTo>
                  <a:lnTo>
                    <a:pt x="3106152" y="2635470"/>
                  </a:lnTo>
                  <a:lnTo>
                    <a:pt x="3106910" y="2635558"/>
                  </a:lnTo>
                  <a:lnTo>
                    <a:pt x="3107668" y="2635655"/>
                  </a:lnTo>
                  <a:lnTo>
                    <a:pt x="3127894" y="2638235"/>
                  </a:lnTo>
                  <a:lnTo>
                    <a:pt x="3128652" y="2638331"/>
                  </a:lnTo>
                  <a:lnTo>
                    <a:pt x="3129411" y="2638434"/>
                  </a:lnTo>
                  <a:lnTo>
                    <a:pt x="3149637" y="2641158"/>
                  </a:lnTo>
                  <a:lnTo>
                    <a:pt x="3150395" y="2641260"/>
                  </a:lnTo>
                  <a:lnTo>
                    <a:pt x="3151153" y="2641366"/>
                  </a:lnTo>
                  <a:lnTo>
                    <a:pt x="3171379" y="2644184"/>
                  </a:lnTo>
                  <a:lnTo>
                    <a:pt x="3172138" y="2644290"/>
                  </a:lnTo>
                  <a:lnTo>
                    <a:pt x="3172896" y="2644397"/>
                  </a:lnTo>
                  <a:lnTo>
                    <a:pt x="3193122" y="2647262"/>
                  </a:lnTo>
                  <a:lnTo>
                    <a:pt x="3193880" y="2647369"/>
                  </a:lnTo>
                  <a:lnTo>
                    <a:pt x="3194639" y="2647477"/>
                  </a:lnTo>
                  <a:lnTo>
                    <a:pt x="3214864" y="2650340"/>
                  </a:lnTo>
                  <a:lnTo>
                    <a:pt x="3215623" y="2650448"/>
                  </a:lnTo>
                  <a:lnTo>
                    <a:pt x="3216381" y="2650553"/>
                  </a:lnTo>
                  <a:lnTo>
                    <a:pt x="3236607" y="2653370"/>
                  </a:lnTo>
                  <a:lnTo>
                    <a:pt x="3237365" y="2653476"/>
                  </a:lnTo>
                  <a:lnTo>
                    <a:pt x="3238124" y="2653578"/>
                  </a:lnTo>
                  <a:lnTo>
                    <a:pt x="3258349" y="2656306"/>
                  </a:lnTo>
                  <a:lnTo>
                    <a:pt x="3259108" y="2656408"/>
                  </a:lnTo>
                  <a:lnTo>
                    <a:pt x="3259866" y="2656506"/>
                  </a:lnTo>
                  <a:lnTo>
                    <a:pt x="3280092" y="2659108"/>
                  </a:lnTo>
                  <a:lnTo>
                    <a:pt x="3280850" y="2659205"/>
                  </a:lnTo>
                  <a:lnTo>
                    <a:pt x="3281609" y="2659296"/>
                  </a:lnTo>
                  <a:lnTo>
                    <a:pt x="3301835" y="2661728"/>
                  </a:lnTo>
                  <a:lnTo>
                    <a:pt x="3302593" y="2661819"/>
                  </a:lnTo>
                  <a:lnTo>
                    <a:pt x="3303351" y="2661903"/>
                  </a:lnTo>
                  <a:lnTo>
                    <a:pt x="3323577" y="2664131"/>
                  </a:lnTo>
                  <a:lnTo>
                    <a:pt x="3324335" y="2664214"/>
                  </a:lnTo>
                  <a:lnTo>
                    <a:pt x="3325094" y="2664290"/>
                  </a:lnTo>
                  <a:lnTo>
                    <a:pt x="3345320" y="2666315"/>
                  </a:lnTo>
                  <a:lnTo>
                    <a:pt x="3346078" y="2666391"/>
                  </a:lnTo>
                  <a:lnTo>
                    <a:pt x="3346836" y="2666459"/>
                  </a:lnTo>
                  <a:lnTo>
                    <a:pt x="3367062" y="2668273"/>
                  </a:lnTo>
                  <a:lnTo>
                    <a:pt x="3367821" y="2668341"/>
                  </a:lnTo>
                  <a:lnTo>
                    <a:pt x="3368579" y="2668401"/>
                  </a:lnTo>
                  <a:lnTo>
                    <a:pt x="3388805" y="2670003"/>
                  </a:lnTo>
                  <a:lnTo>
                    <a:pt x="3389563" y="2670063"/>
                  </a:lnTo>
                  <a:lnTo>
                    <a:pt x="3390322" y="2670116"/>
                  </a:lnTo>
                  <a:lnTo>
                    <a:pt x="3410547" y="2671511"/>
                  </a:lnTo>
                  <a:lnTo>
                    <a:pt x="3411306" y="2671563"/>
                  </a:lnTo>
                  <a:lnTo>
                    <a:pt x="3412064" y="2671608"/>
                  </a:lnTo>
                  <a:lnTo>
                    <a:pt x="3432290" y="2672805"/>
                  </a:lnTo>
                  <a:lnTo>
                    <a:pt x="3433048" y="2672850"/>
                  </a:lnTo>
                  <a:lnTo>
                    <a:pt x="3433807" y="2672888"/>
                  </a:lnTo>
                  <a:lnTo>
                    <a:pt x="3454032" y="2673900"/>
                  </a:lnTo>
                  <a:lnTo>
                    <a:pt x="3454791" y="2673938"/>
                  </a:lnTo>
                  <a:lnTo>
                    <a:pt x="3455549" y="2673969"/>
                  </a:lnTo>
                  <a:lnTo>
                    <a:pt x="3475775" y="2674811"/>
                  </a:lnTo>
                  <a:lnTo>
                    <a:pt x="3476533" y="2674843"/>
                  </a:lnTo>
                  <a:lnTo>
                    <a:pt x="3477292" y="2674868"/>
                  </a:lnTo>
                  <a:lnTo>
                    <a:pt x="3497518" y="2675539"/>
                  </a:lnTo>
                  <a:lnTo>
                    <a:pt x="3498276" y="2675564"/>
                  </a:lnTo>
                  <a:lnTo>
                    <a:pt x="3499034" y="2675585"/>
                  </a:lnTo>
                  <a:lnTo>
                    <a:pt x="3519260" y="2676128"/>
                  </a:lnTo>
                  <a:lnTo>
                    <a:pt x="3520018" y="2676149"/>
                  </a:lnTo>
                  <a:lnTo>
                    <a:pt x="3520777" y="2676165"/>
                  </a:lnTo>
                  <a:lnTo>
                    <a:pt x="3541003" y="2676599"/>
                  </a:lnTo>
                  <a:lnTo>
                    <a:pt x="3541761" y="2676615"/>
                  </a:lnTo>
                  <a:lnTo>
                    <a:pt x="3542519" y="2676628"/>
                  </a:lnTo>
                  <a:lnTo>
                    <a:pt x="3562745" y="2676970"/>
                  </a:lnTo>
                  <a:lnTo>
                    <a:pt x="3563504" y="2676983"/>
                  </a:lnTo>
                  <a:lnTo>
                    <a:pt x="3564262" y="2676993"/>
                  </a:lnTo>
                  <a:lnTo>
                    <a:pt x="3584488" y="2677258"/>
                  </a:lnTo>
                  <a:lnTo>
                    <a:pt x="3585246" y="2677268"/>
                  </a:lnTo>
                  <a:lnTo>
                    <a:pt x="3586005" y="2677276"/>
                  </a:lnTo>
                  <a:lnTo>
                    <a:pt x="3606230" y="2677479"/>
                  </a:lnTo>
                  <a:lnTo>
                    <a:pt x="3606989" y="2677486"/>
                  </a:lnTo>
                  <a:lnTo>
                    <a:pt x="3607747" y="2677492"/>
                  </a:lnTo>
                  <a:lnTo>
                    <a:pt x="3627973" y="2677645"/>
                  </a:lnTo>
                  <a:lnTo>
                    <a:pt x="3628731" y="2677650"/>
                  </a:lnTo>
                  <a:lnTo>
                    <a:pt x="3629490" y="2677655"/>
                  </a:lnTo>
                  <a:lnTo>
                    <a:pt x="3649715" y="2677768"/>
                  </a:lnTo>
                  <a:lnTo>
                    <a:pt x="3650474" y="2677772"/>
                  </a:lnTo>
                  <a:lnTo>
                    <a:pt x="3651232" y="2677775"/>
                  </a:lnTo>
                  <a:lnTo>
                    <a:pt x="3671458" y="2677856"/>
                  </a:lnTo>
                  <a:lnTo>
                    <a:pt x="3672216" y="2677859"/>
                  </a:lnTo>
                  <a:lnTo>
                    <a:pt x="3672975" y="2677861"/>
                  </a:lnTo>
                  <a:lnTo>
                    <a:pt x="3693201" y="2677918"/>
                  </a:lnTo>
                  <a:lnTo>
                    <a:pt x="3693959" y="2677920"/>
                  </a:lnTo>
                  <a:lnTo>
                    <a:pt x="3694717" y="2677921"/>
                  </a:lnTo>
                  <a:lnTo>
                    <a:pt x="3695640" y="26779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213278" y="2801725"/>
              <a:ext cx="7391280" cy="2680106"/>
            </a:xfrm>
            <a:custGeom>
              <a:avLst/>
              <a:pathLst>
                <a:path w="7391280" h="2680106">
                  <a:moveTo>
                    <a:pt x="0" y="2680106"/>
                  </a:moveTo>
                  <a:lnTo>
                    <a:pt x="18872" y="2680106"/>
                  </a:lnTo>
                  <a:lnTo>
                    <a:pt x="40615" y="2680106"/>
                  </a:lnTo>
                  <a:lnTo>
                    <a:pt x="62357" y="2680106"/>
                  </a:lnTo>
                  <a:lnTo>
                    <a:pt x="84100" y="2680106"/>
                  </a:lnTo>
                  <a:lnTo>
                    <a:pt x="105843" y="2680106"/>
                  </a:lnTo>
                  <a:lnTo>
                    <a:pt x="127585" y="2680106"/>
                  </a:lnTo>
                  <a:lnTo>
                    <a:pt x="149328" y="2680106"/>
                  </a:lnTo>
                  <a:lnTo>
                    <a:pt x="171070" y="2680106"/>
                  </a:lnTo>
                  <a:lnTo>
                    <a:pt x="192813" y="2680106"/>
                  </a:lnTo>
                  <a:lnTo>
                    <a:pt x="214555" y="2680106"/>
                  </a:lnTo>
                  <a:lnTo>
                    <a:pt x="236298" y="2680106"/>
                  </a:lnTo>
                  <a:lnTo>
                    <a:pt x="258040" y="2680106"/>
                  </a:lnTo>
                  <a:lnTo>
                    <a:pt x="279783" y="2680106"/>
                  </a:lnTo>
                  <a:lnTo>
                    <a:pt x="301526" y="2680106"/>
                  </a:lnTo>
                  <a:lnTo>
                    <a:pt x="323268" y="2680106"/>
                  </a:lnTo>
                  <a:lnTo>
                    <a:pt x="345011" y="2680106"/>
                  </a:lnTo>
                  <a:lnTo>
                    <a:pt x="366753" y="2680106"/>
                  </a:lnTo>
                  <a:lnTo>
                    <a:pt x="388496" y="2680106"/>
                  </a:lnTo>
                  <a:lnTo>
                    <a:pt x="410238" y="2680106"/>
                  </a:lnTo>
                  <a:lnTo>
                    <a:pt x="431981" y="2680106"/>
                  </a:lnTo>
                  <a:lnTo>
                    <a:pt x="453723" y="2680106"/>
                  </a:lnTo>
                  <a:lnTo>
                    <a:pt x="475466" y="2680105"/>
                  </a:lnTo>
                  <a:lnTo>
                    <a:pt x="497209" y="2680105"/>
                  </a:lnTo>
                  <a:lnTo>
                    <a:pt x="518951" y="2680104"/>
                  </a:lnTo>
                  <a:lnTo>
                    <a:pt x="540694" y="2680103"/>
                  </a:lnTo>
                  <a:lnTo>
                    <a:pt x="562436" y="2680101"/>
                  </a:lnTo>
                  <a:lnTo>
                    <a:pt x="584179" y="2680097"/>
                  </a:lnTo>
                  <a:lnTo>
                    <a:pt x="605921" y="2680092"/>
                  </a:lnTo>
                  <a:lnTo>
                    <a:pt x="627664" y="2680083"/>
                  </a:lnTo>
                  <a:lnTo>
                    <a:pt x="649406" y="2680070"/>
                  </a:lnTo>
                  <a:lnTo>
                    <a:pt x="671149" y="2680051"/>
                  </a:lnTo>
                  <a:lnTo>
                    <a:pt x="692892" y="2680022"/>
                  </a:lnTo>
                  <a:lnTo>
                    <a:pt x="714634" y="2679981"/>
                  </a:lnTo>
                  <a:lnTo>
                    <a:pt x="736377" y="2679920"/>
                  </a:lnTo>
                  <a:lnTo>
                    <a:pt x="758119" y="2679830"/>
                  </a:lnTo>
                  <a:lnTo>
                    <a:pt x="779862" y="2679703"/>
                  </a:lnTo>
                  <a:lnTo>
                    <a:pt x="801604" y="2679527"/>
                  </a:lnTo>
                  <a:lnTo>
                    <a:pt x="823347" y="2679287"/>
                  </a:lnTo>
                  <a:lnTo>
                    <a:pt x="845089" y="2678963"/>
                  </a:lnTo>
                  <a:lnTo>
                    <a:pt x="866832" y="2678534"/>
                  </a:lnTo>
                  <a:lnTo>
                    <a:pt x="888575" y="2677972"/>
                  </a:lnTo>
                  <a:lnTo>
                    <a:pt x="910317" y="2677242"/>
                  </a:lnTo>
                  <a:lnTo>
                    <a:pt x="932060" y="2676280"/>
                  </a:lnTo>
                  <a:lnTo>
                    <a:pt x="953802" y="2675067"/>
                  </a:lnTo>
                  <a:lnTo>
                    <a:pt x="975545" y="2673560"/>
                  </a:lnTo>
                  <a:lnTo>
                    <a:pt x="997287" y="2671715"/>
                  </a:lnTo>
                  <a:lnTo>
                    <a:pt x="1019030" y="2669489"/>
                  </a:lnTo>
                  <a:lnTo>
                    <a:pt x="1040772" y="2666842"/>
                  </a:lnTo>
                  <a:lnTo>
                    <a:pt x="1062515" y="2663738"/>
                  </a:lnTo>
                  <a:lnTo>
                    <a:pt x="1084258" y="2660148"/>
                  </a:lnTo>
                  <a:lnTo>
                    <a:pt x="1106000" y="2655996"/>
                  </a:lnTo>
                  <a:lnTo>
                    <a:pt x="1127743" y="2651311"/>
                  </a:lnTo>
                  <a:lnTo>
                    <a:pt x="1149485" y="2646130"/>
                  </a:lnTo>
                  <a:lnTo>
                    <a:pt x="1171228" y="2640487"/>
                  </a:lnTo>
                  <a:lnTo>
                    <a:pt x="1192970" y="2634426"/>
                  </a:lnTo>
                  <a:lnTo>
                    <a:pt x="1214713" y="2628009"/>
                  </a:lnTo>
                  <a:lnTo>
                    <a:pt x="1236455" y="2621309"/>
                  </a:lnTo>
                  <a:lnTo>
                    <a:pt x="1258198" y="2614408"/>
                  </a:lnTo>
                  <a:lnTo>
                    <a:pt x="1279941" y="2607392"/>
                  </a:lnTo>
                  <a:lnTo>
                    <a:pt x="1301683" y="2600362"/>
                  </a:lnTo>
                  <a:lnTo>
                    <a:pt x="1323426" y="2593404"/>
                  </a:lnTo>
                  <a:lnTo>
                    <a:pt x="1345168" y="2586568"/>
                  </a:lnTo>
                  <a:lnTo>
                    <a:pt x="1366911" y="2579884"/>
                  </a:lnTo>
                  <a:lnTo>
                    <a:pt x="1388653" y="2573352"/>
                  </a:lnTo>
                  <a:lnTo>
                    <a:pt x="1410396" y="2566941"/>
                  </a:lnTo>
                  <a:lnTo>
                    <a:pt x="1432138" y="2560589"/>
                  </a:lnTo>
                  <a:lnTo>
                    <a:pt x="1453881" y="2554202"/>
                  </a:lnTo>
                  <a:lnTo>
                    <a:pt x="1475624" y="2547613"/>
                  </a:lnTo>
                  <a:lnTo>
                    <a:pt x="1497366" y="2540647"/>
                  </a:lnTo>
                  <a:lnTo>
                    <a:pt x="1519109" y="2533144"/>
                  </a:lnTo>
                  <a:lnTo>
                    <a:pt x="1540851" y="2524934"/>
                  </a:lnTo>
                  <a:lnTo>
                    <a:pt x="1562594" y="2515861"/>
                  </a:lnTo>
                  <a:lnTo>
                    <a:pt x="1584336" y="2505787"/>
                  </a:lnTo>
                  <a:lnTo>
                    <a:pt x="1606079" y="2494603"/>
                  </a:lnTo>
                  <a:lnTo>
                    <a:pt x="1627822" y="2482235"/>
                  </a:lnTo>
                  <a:lnTo>
                    <a:pt x="1649564" y="2468602"/>
                  </a:lnTo>
                  <a:lnTo>
                    <a:pt x="1671307" y="2453649"/>
                  </a:lnTo>
                  <a:lnTo>
                    <a:pt x="1693049" y="2437595"/>
                  </a:lnTo>
                  <a:lnTo>
                    <a:pt x="1714792" y="2420558"/>
                  </a:lnTo>
                  <a:lnTo>
                    <a:pt x="1736534" y="2402683"/>
                  </a:lnTo>
                  <a:lnTo>
                    <a:pt x="1758277" y="2384135"/>
                  </a:lnTo>
                  <a:lnTo>
                    <a:pt x="1780019" y="2365087"/>
                  </a:lnTo>
                  <a:lnTo>
                    <a:pt x="1801762" y="2345716"/>
                  </a:lnTo>
                  <a:lnTo>
                    <a:pt x="1823505" y="2326191"/>
                  </a:lnTo>
                  <a:lnTo>
                    <a:pt x="1845247" y="2306689"/>
                  </a:lnTo>
                  <a:lnTo>
                    <a:pt x="1866990" y="2287370"/>
                  </a:lnTo>
                  <a:lnTo>
                    <a:pt x="1888732" y="2268342"/>
                  </a:lnTo>
                  <a:lnTo>
                    <a:pt x="1910475" y="2249701"/>
                  </a:lnTo>
                  <a:lnTo>
                    <a:pt x="1932217" y="2231538"/>
                  </a:lnTo>
                  <a:lnTo>
                    <a:pt x="1953960" y="2213938"/>
                  </a:lnTo>
                  <a:lnTo>
                    <a:pt x="1975702" y="2196991"/>
                  </a:lnTo>
                  <a:lnTo>
                    <a:pt x="1997445" y="2180795"/>
                  </a:lnTo>
                  <a:lnTo>
                    <a:pt x="2019188" y="2165512"/>
                  </a:lnTo>
                  <a:lnTo>
                    <a:pt x="2040930" y="2151357"/>
                  </a:lnTo>
                  <a:lnTo>
                    <a:pt x="2062673" y="2138378"/>
                  </a:lnTo>
                  <a:lnTo>
                    <a:pt x="2084415" y="2126716"/>
                  </a:lnTo>
                  <a:lnTo>
                    <a:pt x="2106158" y="2116500"/>
                  </a:lnTo>
                  <a:lnTo>
                    <a:pt x="2127900" y="2107841"/>
                  </a:lnTo>
                  <a:lnTo>
                    <a:pt x="2149643" y="2100814"/>
                  </a:lnTo>
                  <a:lnTo>
                    <a:pt x="2171385" y="2095453"/>
                  </a:lnTo>
                  <a:lnTo>
                    <a:pt x="2193128" y="2091739"/>
                  </a:lnTo>
                  <a:lnTo>
                    <a:pt x="2214871" y="2089762"/>
                  </a:lnTo>
                  <a:lnTo>
                    <a:pt x="2236613" y="2089142"/>
                  </a:lnTo>
                  <a:lnTo>
                    <a:pt x="2258356" y="2089575"/>
                  </a:lnTo>
                  <a:lnTo>
                    <a:pt x="2280098" y="2090735"/>
                  </a:lnTo>
                  <a:lnTo>
                    <a:pt x="2301841" y="2092241"/>
                  </a:lnTo>
                  <a:lnTo>
                    <a:pt x="2323583" y="2093673"/>
                  </a:lnTo>
                  <a:lnTo>
                    <a:pt x="2345326" y="2094583"/>
                  </a:lnTo>
                  <a:lnTo>
                    <a:pt x="2367068" y="2094515"/>
                  </a:lnTo>
                  <a:lnTo>
                    <a:pt x="2388811" y="2092911"/>
                  </a:lnTo>
                  <a:lnTo>
                    <a:pt x="2410554" y="2089178"/>
                  </a:lnTo>
                  <a:lnTo>
                    <a:pt x="2432296" y="2083120"/>
                  </a:lnTo>
                  <a:lnTo>
                    <a:pt x="2454039" y="2074468"/>
                  </a:lnTo>
                  <a:lnTo>
                    <a:pt x="2475781" y="2063031"/>
                  </a:lnTo>
                  <a:lnTo>
                    <a:pt x="2497524" y="2048701"/>
                  </a:lnTo>
                  <a:lnTo>
                    <a:pt x="2519266" y="2031456"/>
                  </a:lnTo>
                  <a:lnTo>
                    <a:pt x="2541009" y="2011353"/>
                  </a:lnTo>
                  <a:lnTo>
                    <a:pt x="2562751" y="1988529"/>
                  </a:lnTo>
                  <a:lnTo>
                    <a:pt x="2584494" y="1962891"/>
                  </a:lnTo>
                  <a:lnTo>
                    <a:pt x="2606237" y="1935062"/>
                  </a:lnTo>
                  <a:lnTo>
                    <a:pt x="2627979" y="1905389"/>
                  </a:lnTo>
                  <a:lnTo>
                    <a:pt x="2649722" y="1874186"/>
                  </a:lnTo>
                  <a:lnTo>
                    <a:pt x="2671464" y="1841756"/>
                  </a:lnTo>
                  <a:lnTo>
                    <a:pt x="2693207" y="1808382"/>
                  </a:lnTo>
                  <a:lnTo>
                    <a:pt x="2714949" y="1774311"/>
                  </a:lnTo>
                  <a:lnTo>
                    <a:pt x="2736692" y="1739750"/>
                  </a:lnTo>
                  <a:lnTo>
                    <a:pt x="2758434" y="1704839"/>
                  </a:lnTo>
                  <a:lnTo>
                    <a:pt x="2780177" y="1669681"/>
                  </a:lnTo>
                  <a:lnTo>
                    <a:pt x="2801920" y="1634329"/>
                  </a:lnTo>
                  <a:lnTo>
                    <a:pt x="2823662" y="1598762"/>
                  </a:lnTo>
                  <a:lnTo>
                    <a:pt x="2845405" y="1562933"/>
                  </a:lnTo>
                  <a:lnTo>
                    <a:pt x="2867147" y="1526778"/>
                  </a:lnTo>
                  <a:lnTo>
                    <a:pt x="2888890" y="1490224"/>
                  </a:lnTo>
                  <a:lnTo>
                    <a:pt x="2910632" y="1453207"/>
                  </a:lnTo>
                  <a:lnTo>
                    <a:pt x="2932375" y="1415684"/>
                  </a:lnTo>
                  <a:lnTo>
                    <a:pt x="2954117" y="1377575"/>
                  </a:lnTo>
                  <a:lnTo>
                    <a:pt x="2975860" y="1339003"/>
                  </a:lnTo>
                  <a:lnTo>
                    <a:pt x="2997603" y="1300079"/>
                  </a:lnTo>
                  <a:lnTo>
                    <a:pt x="3019345" y="1260949"/>
                  </a:lnTo>
                  <a:lnTo>
                    <a:pt x="3041088" y="1221796"/>
                  </a:lnTo>
                  <a:lnTo>
                    <a:pt x="3062830" y="1182827"/>
                  </a:lnTo>
                  <a:lnTo>
                    <a:pt x="3084573" y="1144257"/>
                  </a:lnTo>
                  <a:lnTo>
                    <a:pt x="3106315" y="1106292"/>
                  </a:lnTo>
                  <a:lnTo>
                    <a:pt x="3128058" y="1069175"/>
                  </a:lnTo>
                  <a:lnTo>
                    <a:pt x="3149800" y="1033042"/>
                  </a:lnTo>
                  <a:lnTo>
                    <a:pt x="3171543" y="997811"/>
                  </a:lnTo>
                  <a:lnTo>
                    <a:pt x="3193286" y="963361"/>
                  </a:lnTo>
                  <a:lnTo>
                    <a:pt x="3215028" y="929460"/>
                  </a:lnTo>
                  <a:lnTo>
                    <a:pt x="3236771" y="895765"/>
                  </a:lnTo>
                  <a:lnTo>
                    <a:pt x="3258513" y="861828"/>
                  </a:lnTo>
                  <a:lnTo>
                    <a:pt x="3280256" y="827122"/>
                  </a:lnTo>
                  <a:lnTo>
                    <a:pt x="3301998" y="791055"/>
                  </a:lnTo>
                  <a:lnTo>
                    <a:pt x="3323741" y="752598"/>
                  </a:lnTo>
                  <a:lnTo>
                    <a:pt x="3345483" y="711395"/>
                  </a:lnTo>
                  <a:lnTo>
                    <a:pt x="3367226" y="667019"/>
                  </a:lnTo>
                  <a:lnTo>
                    <a:pt x="3388969" y="619199"/>
                  </a:lnTo>
                  <a:lnTo>
                    <a:pt x="3410711" y="567869"/>
                  </a:lnTo>
                  <a:lnTo>
                    <a:pt x="3432454" y="513197"/>
                  </a:lnTo>
                  <a:lnTo>
                    <a:pt x="3454196" y="455615"/>
                  </a:lnTo>
                  <a:lnTo>
                    <a:pt x="3475939" y="395829"/>
                  </a:lnTo>
                  <a:lnTo>
                    <a:pt x="3497681" y="334851"/>
                  </a:lnTo>
                  <a:lnTo>
                    <a:pt x="3519424" y="274340"/>
                  </a:lnTo>
                  <a:lnTo>
                    <a:pt x="3541166" y="215933"/>
                  </a:lnTo>
                  <a:lnTo>
                    <a:pt x="3562909" y="161284"/>
                  </a:lnTo>
                  <a:lnTo>
                    <a:pt x="3584652" y="112074"/>
                  </a:lnTo>
                  <a:lnTo>
                    <a:pt x="3606394" y="69936"/>
                  </a:lnTo>
                  <a:lnTo>
                    <a:pt x="3628137" y="36377"/>
                  </a:lnTo>
                  <a:lnTo>
                    <a:pt x="3649879" y="12705"/>
                  </a:lnTo>
                  <a:lnTo>
                    <a:pt x="3671622" y="0"/>
                  </a:lnTo>
                  <a:lnTo>
                    <a:pt x="3693364" y="728"/>
                  </a:lnTo>
                  <a:lnTo>
                    <a:pt x="3695640" y="2047"/>
                  </a:lnTo>
                  <a:lnTo>
                    <a:pt x="3715107" y="13332"/>
                  </a:lnTo>
                  <a:lnTo>
                    <a:pt x="3736850" y="37518"/>
                  </a:lnTo>
                  <a:lnTo>
                    <a:pt x="3758592" y="72633"/>
                  </a:lnTo>
                  <a:lnTo>
                    <a:pt x="3780335" y="117710"/>
                  </a:lnTo>
                  <a:lnTo>
                    <a:pt x="3802077" y="171516"/>
                  </a:lnTo>
                  <a:lnTo>
                    <a:pt x="3823820" y="232618"/>
                  </a:lnTo>
                  <a:lnTo>
                    <a:pt x="3845562" y="299456"/>
                  </a:lnTo>
                  <a:lnTo>
                    <a:pt x="3867305" y="370592"/>
                  </a:lnTo>
                  <a:lnTo>
                    <a:pt x="3889047" y="444008"/>
                  </a:lnTo>
                  <a:lnTo>
                    <a:pt x="3910790" y="518040"/>
                  </a:lnTo>
                  <a:lnTo>
                    <a:pt x="3932533" y="591494"/>
                  </a:lnTo>
                  <a:lnTo>
                    <a:pt x="3954275" y="663391"/>
                  </a:lnTo>
                  <a:lnTo>
                    <a:pt x="3976018" y="732982"/>
                  </a:lnTo>
                  <a:lnTo>
                    <a:pt x="3997760" y="799749"/>
                  </a:lnTo>
                  <a:lnTo>
                    <a:pt x="4019503" y="863390"/>
                  </a:lnTo>
                  <a:lnTo>
                    <a:pt x="4041245" y="923771"/>
                  </a:lnTo>
                  <a:lnTo>
                    <a:pt x="4062988" y="980585"/>
                  </a:lnTo>
                  <a:lnTo>
                    <a:pt x="4084730" y="1034549"/>
                  </a:lnTo>
                  <a:lnTo>
                    <a:pt x="4106473" y="1085964"/>
                  </a:lnTo>
                  <a:lnTo>
                    <a:pt x="4128216" y="1135153"/>
                  </a:lnTo>
                  <a:lnTo>
                    <a:pt x="4149958" y="1182422"/>
                  </a:lnTo>
                  <a:lnTo>
                    <a:pt x="4171701" y="1228044"/>
                  </a:lnTo>
                  <a:lnTo>
                    <a:pt x="4193443" y="1272238"/>
                  </a:lnTo>
                  <a:lnTo>
                    <a:pt x="4215186" y="1315154"/>
                  </a:lnTo>
                  <a:lnTo>
                    <a:pt x="4236928" y="1356758"/>
                  </a:lnTo>
                  <a:lnTo>
                    <a:pt x="4258671" y="1397068"/>
                  </a:lnTo>
                  <a:lnTo>
                    <a:pt x="4280413" y="1436070"/>
                  </a:lnTo>
                  <a:lnTo>
                    <a:pt x="4302156" y="1473645"/>
                  </a:lnTo>
                  <a:lnTo>
                    <a:pt x="4323899" y="1509652"/>
                  </a:lnTo>
                  <a:lnTo>
                    <a:pt x="4345641" y="1543954"/>
                  </a:lnTo>
                  <a:lnTo>
                    <a:pt x="4367384" y="1576429"/>
                  </a:lnTo>
                  <a:lnTo>
                    <a:pt x="4389126" y="1606988"/>
                  </a:lnTo>
                  <a:lnTo>
                    <a:pt x="4410869" y="1635553"/>
                  </a:lnTo>
                  <a:lnTo>
                    <a:pt x="4432611" y="1661926"/>
                  </a:lnTo>
                  <a:lnTo>
                    <a:pt x="4454354" y="1686485"/>
                  </a:lnTo>
                  <a:lnTo>
                    <a:pt x="4476096" y="1709396"/>
                  </a:lnTo>
                  <a:lnTo>
                    <a:pt x="4497839" y="1730870"/>
                  </a:lnTo>
                  <a:lnTo>
                    <a:pt x="4519582" y="1751157"/>
                  </a:lnTo>
                  <a:lnTo>
                    <a:pt x="4541324" y="1770525"/>
                  </a:lnTo>
                  <a:lnTo>
                    <a:pt x="4563067" y="1789253"/>
                  </a:lnTo>
                  <a:lnTo>
                    <a:pt x="4584809" y="1807617"/>
                  </a:lnTo>
                  <a:lnTo>
                    <a:pt x="4606552" y="1825885"/>
                  </a:lnTo>
                  <a:lnTo>
                    <a:pt x="4628294" y="1844319"/>
                  </a:lnTo>
                  <a:lnTo>
                    <a:pt x="4650037" y="1863073"/>
                  </a:lnTo>
                  <a:lnTo>
                    <a:pt x="4671779" y="1882246"/>
                  </a:lnTo>
                  <a:lnTo>
                    <a:pt x="4693522" y="1901886"/>
                  </a:lnTo>
                  <a:lnTo>
                    <a:pt x="4715265" y="1921995"/>
                  </a:lnTo>
                  <a:lnTo>
                    <a:pt x="4737007" y="1942534"/>
                  </a:lnTo>
                  <a:lnTo>
                    <a:pt x="4758750" y="1963428"/>
                  </a:lnTo>
                  <a:lnTo>
                    <a:pt x="4780492" y="1984577"/>
                  </a:lnTo>
                  <a:lnTo>
                    <a:pt x="4802235" y="2005841"/>
                  </a:lnTo>
                  <a:lnTo>
                    <a:pt x="4823977" y="2027058"/>
                  </a:lnTo>
                  <a:lnTo>
                    <a:pt x="4845720" y="2048099"/>
                  </a:lnTo>
                  <a:lnTo>
                    <a:pt x="4867462" y="2068846"/>
                  </a:lnTo>
                  <a:lnTo>
                    <a:pt x="4889205" y="2089194"/>
                  </a:lnTo>
                  <a:lnTo>
                    <a:pt x="4910948" y="2109056"/>
                  </a:lnTo>
                  <a:lnTo>
                    <a:pt x="4932690" y="2128360"/>
                  </a:lnTo>
                  <a:lnTo>
                    <a:pt x="4954433" y="2147055"/>
                  </a:lnTo>
                  <a:lnTo>
                    <a:pt x="4976175" y="2165039"/>
                  </a:lnTo>
                  <a:lnTo>
                    <a:pt x="4997918" y="2182334"/>
                  </a:lnTo>
                  <a:lnTo>
                    <a:pt x="5019660" y="2198981"/>
                  </a:lnTo>
                  <a:lnTo>
                    <a:pt x="5041403" y="2214996"/>
                  </a:lnTo>
                  <a:lnTo>
                    <a:pt x="5063145" y="2230405"/>
                  </a:lnTo>
                  <a:lnTo>
                    <a:pt x="5084888" y="2245236"/>
                  </a:lnTo>
                  <a:lnTo>
                    <a:pt x="5106631" y="2259519"/>
                  </a:lnTo>
                  <a:lnTo>
                    <a:pt x="5128373" y="2273278"/>
                  </a:lnTo>
                  <a:lnTo>
                    <a:pt x="5150116" y="2286513"/>
                  </a:lnTo>
                  <a:lnTo>
                    <a:pt x="5171858" y="2299182"/>
                  </a:lnTo>
                  <a:lnTo>
                    <a:pt x="5193601" y="2311325"/>
                  </a:lnTo>
                  <a:lnTo>
                    <a:pt x="5215343" y="2322902"/>
                  </a:lnTo>
                  <a:lnTo>
                    <a:pt x="5237086" y="2333854"/>
                  </a:lnTo>
                  <a:lnTo>
                    <a:pt x="5258828" y="2344108"/>
                  </a:lnTo>
                  <a:lnTo>
                    <a:pt x="5280571" y="2353574"/>
                  </a:lnTo>
                  <a:lnTo>
                    <a:pt x="5302314" y="2362152"/>
                  </a:lnTo>
                  <a:lnTo>
                    <a:pt x="5324056" y="2369740"/>
                  </a:lnTo>
                  <a:lnTo>
                    <a:pt x="5345799" y="2376104"/>
                  </a:lnTo>
                  <a:lnTo>
                    <a:pt x="5367541" y="2381221"/>
                  </a:lnTo>
                  <a:lnTo>
                    <a:pt x="5389284" y="2385088"/>
                  </a:lnTo>
                  <a:lnTo>
                    <a:pt x="5411026" y="2387691"/>
                  </a:lnTo>
                  <a:lnTo>
                    <a:pt x="5432769" y="2389051"/>
                  </a:lnTo>
                  <a:lnTo>
                    <a:pt x="5454511" y="2389234"/>
                  </a:lnTo>
                  <a:lnTo>
                    <a:pt x="5476254" y="2388348"/>
                  </a:lnTo>
                  <a:lnTo>
                    <a:pt x="5497997" y="2386543"/>
                  </a:lnTo>
                  <a:lnTo>
                    <a:pt x="5519739" y="2383992"/>
                  </a:lnTo>
                  <a:lnTo>
                    <a:pt x="5541482" y="2380942"/>
                  </a:lnTo>
                  <a:lnTo>
                    <a:pt x="5563224" y="2377735"/>
                  </a:lnTo>
                  <a:lnTo>
                    <a:pt x="5584967" y="2374632"/>
                  </a:lnTo>
                  <a:lnTo>
                    <a:pt x="5606709" y="2371892"/>
                  </a:lnTo>
                  <a:lnTo>
                    <a:pt x="5628452" y="2369755"/>
                  </a:lnTo>
                  <a:lnTo>
                    <a:pt x="5650194" y="2368435"/>
                  </a:lnTo>
                  <a:lnTo>
                    <a:pt x="5671937" y="2368116"/>
                  </a:lnTo>
                  <a:lnTo>
                    <a:pt x="5693680" y="2368937"/>
                  </a:lnTo>
                  <a:lnTo>
                    <a:pt x="5715422" y="2371147"/>
                  </a:lnTo>
                  <a:lnTo>
                    <a:pt x="5737165" y="2374680"/>
                  </a:lnTo>
                  <a:lnTo>
                    <a:pt x="5758907" y="2379468"/>
                  </a:lnTo>
                  <a:lnTo>
                    <a:pt x="5780650" y="2385447"/>
                  </a:lnTo>
                  <a:lnTo>
                    <a:pt x="5802392" y="2392525"/>
                  </a:lnTo>
                  <a:lnTo>
                    <a:pt x="5824135" y="2400587"/>
                  </a:lnTo>
                  <a:lnTo>
                    <a:pt x="5845878" y="2409500"/>
                  </a:lnTo>
                  <a:lnTo>
                    <a:pt x="5867620" y="2419126"/>
                  </a:lnTo>
                  <a:lnTo>
                    <a:pt x="5889363" y="2429349"/>
                  </a:lnTo>
                  <a:lnTo>
                    <a:pt x="5911105" y="2440038"/>
                  </a:lnTo>
                  <a:lnTo>
                    <a:pt x="5932848" y="2451025"/>
                  </a:lnTo>
                  <a:lnTo>
                    <a:pt x="5954590" y="2462222"/>
                  </a:lnTo>
                  <a:lnTo>
                    <a:pt x="5976333" y="2473553"/>
                  </a:lnTo>
                  <a:lnTo>
                    <a:pt x="5998075" y="2484957"/>
                  </a:lnTo>
                  <a:lnTo>
                    <a:pt x="6019818" y="2496383"/>
                  </a:lnTo>
                  <a:lnTo>
                    <a:pt x="6041561" y="2507784"/>
                  </a:lnTo>
                  <a:lnTo>
                    <a:pt x="6063303" y="2519116"/>
                  </a:lnTo>
                  <a:lnTo>
                    <a:pt x="6085046" y="2530306"/>
                  </a:lnTo>
                  <a:lnTo>
                    <a:pt x="6106788" y="2541293"/>
                  </a:lnTo>
                  <a:lnTo>
                    <a:pt x="6128531" y="2552009"/>
                  </a:lnTo>
                  <a:lnTo>
                    <a:pt x="6150273" y="2562372"/>
                  </a:lnTo>
                  <a:lnTo>
                    <a:pt x="6172016" y="2572292"/>
                  </a:lnTo>
                  <a:lnTo>
                    <a:pt x="6193758" y="2581675"/>
                  </a:lnTo>
                  <a:lnTo>
                    <a:pt x="6215501" y="2590427"/>
                  </a:lnTo>
                  <a:lnTo>
                    <a:pt x="6237244" y="2598457"/>
                  </a:lnTo>
                  <a:lnTo>
                    <a:pt x="6258986" y="2605638"/>
                  </a:lnTo>
                  <a:lnTo>
                    <a:pt x="6280729" y="2611852"/>
                  </a:lnTo>
                  <a:lnTo>
                    <a:pt x="6302471" y="2617149"/>
                  </a:lnTo>
                  <a:lnTo>
                    <a:pt x="6324214" y="2621521"/>
                  </a:lnTo>
                  <a:lnTo>
                    <a:pt x="6345956" y="2624984"/>
                  </a:lnTo>
                  <a:lnTo>
                    <a:pt x="6367699" y="2627581"/>
                  </a:lnTo>
                  <a:lnTo>
                    <a:pt x="6389441" y="2629373"/>
                  </a:lnTo>
                  <a:lnTo>
                    <a:pt x="6411184" y="2630444"/>
                  </a:lnTo>
                  <a:lnTo>
                    <a:pt x="6432927" y="2630892"/>
                  </a:lnTo>
                  <a:lnTo>
                    <a:pt x="6454669" y="2630780"/>
                  </a:lnTo>
                  <a:lnTo>
                    <a:pt x="6476412" y="2630307"/>
                  </a:lnTo>
                  <a:lnTo>
                    <a:pt x="6498154" y="2629600"/>
                  </a:lnTo>
                  <a:lnTo>
                    <a:pt x="6519897" y="2628770"/>
                  </a:lnTo>
                  <a:lnTo>
                    <a:pt x="6541639" y="2627921"/>
                  </a:lnTo>
                  <a:lnTo>
                    <a:pt x="6563382" y="2627147"/>
                  </a:lnTo>
                  <a:lnTo>
                    <a:pt x="6585124" y="2626527"/>
                  </a:lnTo>
                  <a:lnTo>
                    <a:pt x="6606867" y="2626130"/>
                  </a:lnTo>
                  <a:lnTo>
                    <a:pt x="6628610" y="2626030"/>
                  </a:lnTo>
                  <a:lnTo>
                    <a:pt x="6650352" y="2626285"/>
                  </a:lnTo>
                  <a:lnTo>
                    <a:pt x="6672095" y="2626887"/>
                  </a:lnTo>
                  <a:lnTo>
                    <a:pt x="6693837" y="2627846"/>
                  </a:lnTo>
                  <a:lnTo>
                    <a:pt x="6715580" y="2629160"/>
                  </a:lnTo>
                  <a:lnTo>
                    <a:pt x="6737322" y="2630818"/>
                  </a:lnTo>
                  <a:lnTo>
                    <a:pt x="6759065" y="2632798"/>
                  </a:lnTo>
                  <a:lnTo>
                    <a:pt x="6780807" y="2635072"/>
                  </a:lnTo>
                  <a:lnTo>
                    <a:pt x="6802550" y="2637606"/>
                  </a:lnTo>
                  <a:lnTo>
                    <a:pt x="6824293" y="2640379"/>
                  </a:lnTo>
                  <a:lnTo>
                    <a:pt x="6846035" y="2643308"/>
                  </a:lnTo>
                  <a:lnTo>
                    <a:pt x="6867778" y="2646338"/>
                  </a:lnTo>
                  <a:lnTo>
                    <a:pt x="6889520" y="2649417"/>
                  </a:lnTo>
                  <a:lnTo>
                    <a:pt x="6911263" y="2652495"/>
                  </a:lnTo>
                  <a:lnTo>
                    <a:pt x="6933005" y="2655523"/>
                  </a:lnTo>
                  <a:lnTo>
                    <a:pt x="6954748" y="2658456"/>
                  </a:lnTo>
                  <a:lnTo>
                    <a:pt x="6976490" y="2661253"/>
                  </a:lnTo>
                  <a:lnTo>
                    <a:pt x="6998233" y="2663867"/>
                  </a:lnTo>
                  <a:lnTo>
                    <a:pt x="7019976" y="2666262"/>
                  </a:lnTo>
                  <a:lnTo>
                    <a:pt x="7041718" y="2668439"/>
                  </a:lnTo>
                  <a:lnTo>
                    <a:pt x="7063461" y="2670389"/>
                  </a:lnTo>
                  <a:lnTo>
                    <a:pt x="7085203" y="2672111"/>
                  </a:lnTo>
                  <a:lnTo>
                    <a:pt x="7106946" y="2673611"/>
                  </a:lnTo>
                  <a:lnTo>
                    <a:pt x="7128688" y="2674898"/>
                  </a:lnTo>
                  <a:lnTo>
                    <a:pt x="7150431" y="2675985"/>
                  </a:lnTo>
                  <a:lnTo>
                    <a:pt x="7172173" y="2676890"/>
                  </a:lnTo>
                  <a:lnTo>
                    <a:pt x="7193916" y="2677612"/>
                  </a:lnTo>
                  <a:lnTo>
                    <a:pt x="7215659" y="2678196"/>
                  </a:lnTo>
                  <a:lnTo>
                    <a:pt x="7237401" y="2678663"/>
                  </a:lnTo>
                  <a:lnTo>
                    <a:pt x="7259144" y="2679031"/>
                  </a:lnTo>
                  <a:lnTo>
                    <a:pt x="7280886" y="2679316"/>
                  </a:lnTo>
                  <a:lnTo>
                    <a:pt x="7302629" y="2679534"/>
                  </a:lnTo>
                  <a:lnTo>
                    <a:pt x="7324371" y="2679698"/>
                  </a:lnTo>
                  <a:lnTo>
                    <a:pt x="7346114" y="2679820"/>
                  </a:lnTo>
                  <a:lnTo>
                    <a:pt x="7367856" y="2679906"/>
                  </a:lnTo>
                  <a:lnTo>
                    <a:pt x="7389599" y="2679967"/>
                  </a:lnTo>
                  <a:lnTo>
                    <a:pt x="7391280" y="2679971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908918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244885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735461" y="5434466"/>
              <a:ext cx="403799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735461" y="4593713"/>
              <a:ext cx="403799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735461" y="3752961"/>
              <a:ext cx="403799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0.0050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35461" y="2912209"/>
              <a:ext cx="403799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0.0075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35461" y="2071456"/>
              <a:ext cx="403799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0.0100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089049" y="5724000"/>
              <a:ext cx="264261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432918" y="5724000"/>
              <a:ext cx="264261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4872205" y="5724000"/>
              <a:ext cx="73426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142647" y="5724000"/>
              <a:ext cx="220278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486517" y="5724000"/>
              <a:ext cx="220278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878584" y="5889022"/>
              <a:ext cx="4060667" cy="118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 = Actual dose – Predicted dose</a:t>
              </a:r>
            </a:p>
          </p:txBody>
        </p:sp>
        <p:sp>
          <p:nvSpPr>
            <p:cNvPr id="42" name="tx42"/>
            <p:cNvSpPr/>
            <p:nvPr/>
          </p:nvSpPr>
          <p:spPr>
            <a:xfrm rot="-5400000">
              <a:off x="323368" y="3741119"/>
              <a:ext cx="550560" cy="118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213278" y="1682441"/>
              <a:ext cx="4745187" cy="142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Signed Dose Discrepancy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2026-09-28T16:48:38Z</dcterms:modified>
  <cp:category/>
</cp:coreProperties>
</file>