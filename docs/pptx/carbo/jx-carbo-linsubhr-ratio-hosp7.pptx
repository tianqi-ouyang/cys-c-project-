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29189"/>
            </a:xfrm>
            <a:custGeom>
              <a:avLst/>
              <a:pathLst>
                <a:path w="6964104" h="1229189">
                  <a:moveTo>
                    <a:pt x="1072606" y="0"/>
                  </a:moveTo>
                  <a:lnTo>
                    <a:pt x="1125511" y="42450"/>
                  </a:lnTo>
                  <a:lnTo>
                    <a:pt x="1195856" y="96386"/>
                  </a:lnTo>
                  <a:lnTo>
                    <a:pt x="1266200" y="147928"/>
                  </a:lnTo>
                  <a:lnTo>
                    <a:pt x="1336545" y="197181"/>
                  </a:lnTo>
                  <a:lnTo>
                    <a:pt x="1406889" y="244247"/>
                  </a:lnTo>
                  <a:lnTo>
                    <a:pt x="1477234" y="289224"/>
                  </a:lnTo>
                  <a:lnTo>
                    <a:pt x="1547578" y="332203"/>
                  </a:lnTo>
                  <a:lnTo>
                    <a:pt x="1617923" y="373275"/>
                  </a:lnTo>
                  <a:lnTo>
                    <a:pt x="1688267" y="412522"/>
                  </a:lnTo>
                  <a:lnTo>
                    <a:pt x="1758612" y="450027"/>
                  </a:lnTo>
                  <a:lnTo>
                    <a:pt x="1828956" y="485867"/>
                  </a:lnTo>
                  <a:lnTo>
                    <a:pt x="1899301" y="520115"/>
                  </a:lnTo>
                  <a:lnTo>
                    <a:pt x="1969645" y="552843"/>
                  </a:lnTo>
                  <a:lnTo>
                    <a:pt x="2039990" y="584117"/>
                  </a:lnTo>
                  <a:lnTo>
                    <a:pt x="2110334" y="614003"/>
                  </a:lnTo>
                  <a:lnTo>
                    <a:pt x="2180679" y="642562"/>
                  </a:lnTo>
                  <a:lnTo>
                    <a:pt x="2251023" y="669853"/>
                  </a:lnTo>
                  <a:lnTo>
                    <a:pt x="2321368" y="695932"/>
                  </a:lnTo>
                  <a:lnTo>
                    <a:pt x="2391712" y="720853"/>
                  </a:lnTo>
                  <a:lnTo>
                    <a:pt x="2462057" y="744667"/>
                  </a:lnTo>
                  <a:lnTo>
                    <a:pt x="2532401" y="767425"/>
                  </a:lnTo>
                  <a:lnTo>
                    <a:pt x="2602746" y="789171"/>
                  </a:lnTo>
                  <a:lnTo>
                    <a:pt x="2673090" y="809953"/>
                  </a:lnTo>
                  <a:lnTo>
                    <a:pt x="2743435" y="829811"/>
                  </a:lnTo>
                  <a:lnTo>
                    <a:pt x="2813779" y="848788"/>
                  </a:lnTo>
                  <a:lnTo>
                    <a:pt x="2884124" y="866922"/>
                  </a:lnTo>
                  <a:lnTo>
                    <a:pt x="2954468" y="884251"/>
                  </a:lnTo>
                  <a:lnTo>
                    <a:pt x="3024813" y="900810"/>
                  </a:lnTo>
                  <a:lnTo>
                    <a:pt x="3095157" y="916635"/>
                  </a:lnTo>
                  <a:lnTo>
                    <a:pt x="3165502" y="931756"/>
                  </a:lnTo>
                  <a:lnTo>
                    <a:pt x="3235846" y="946206"/>
                  </a:lnTo>
                  <a:lnTo>
                    <a:pt x="3306191" y="958546"/>
                  </a:lnTo>
                  <a:lnTo>
                    <a:pt x="3376535" y="962787"/>
                  </a:lnTo>
                  <a:lnTo>
                    <a:pt x="3446880" y="966967"/>
                  </a:lnTo>
                  <a:lnTo>
                    <a:pt x="3517224" y="971089"/>
                  </a:lnTo>
                  <a:lnTo>
                    <a:pt x="3587569" y="975152"/>
                  </a:lnTo>
                  <a:lnTo>
                    <a:pt x="3657913" y="979157"/>
                  </a:lnTo>
                  <a:lnTo>
                    <a:pt x="3728257" y="983105"/>
                  </a:lnTo>
                  <a:lnTo>
                    <a:pt x="3798602" y="986997"/>
                  </a:lnTo>
                  <a:lnTo>
                    <a:pt x="3868946" y="990834"/>
                  </a:lnTo>
                  <a:lnTo>
                    <a:pt x="3939291" y="994617"/>
                  </a:lnTo>
                  <a:lnTo>
                    <a:pt x="4009635" y="998345"/>
                  </a:lnTo>
                  <a:lnTo>
                    <a:pt x="4079980" y="1002021"/>
                  </a:lnTo>
                  <a:lnTo>
                    <a:pt x="4150324" y="1005645"/>
                  </a:lnTo>
                  <a:lnTo>
                    <a:pt x="4220669" y="1009217"/>
                  </a:lnTo>
                  <a:lnTo>
                    <a:pt x="4291013" y="1012738"/>
                  </a:lnTo>
                  <a:lnTo>
                    <a:pt x="4361358" y="1016210"/>
                  </a:lnTo>
                  <a:lnTo>
                    <a:pt x="4431702" y="1019632"/>
                  </a:lnTo>
                  <a:lnTo>
                    <a:pt x="4502047" y="1023005"/>
                  </a:lnTo>
                  <a:lnTo>
                    <a:pt x="4572391" y="1026331"/>
                  </a:lnTo>
                  <a:lnTo>
                    <a:pt x="4642736" y="1029609"/>
                  </a:lnTo>
                  <a:lnTo>
                    <a:pt x="4713080" y="1032841"/>
                  </a:lnTo>
                  <a:lnTo>
                    <a:pt x="4783425" y="1036027"/>
                  </a:lnTo>
                  <a:lnTo>
                    <a:pt x="4853769" y="1039168"/>
                  </a:lnTo>
                  <a:lnTo>
                    <a:pt x="4924114" y="1042264"/>
                  </a:lnTo>
                  <a:lnTo>
                    <a:pt x="4994458" y="1045316"/>
                  </a:lnTo>
                  <a:lnTo>
                    <a:pt x="5064803" y="1048325"/>
                  </a:lnTo>
                  <a:lnTo>
                    <a:pt x="5135147" y="1051291"/>
                  </a:lnTo>
                  <a:lnTo>
                    <a:pt x="5205492" y="1054215"/>
                  </a:lnTo>
                  <a:lnTo>
                    <a:pt x="5275836" y="1057097"/>
                  </a:lnTo>
                  <a:lnTo>
                    <a:pt x="5346181" y="1059939"/>
                  </a:lnTo>
                  <a:lnTo>
                    <a:pt x="5416525" y="1062740"/>
                  </a:lnTo>
                  <a:lnTo>
                    <a:pt x="5486870" y="1065501"/>
                  </a:lnTo>
                  <a:lnTo>
                    <a:pt x="5557214" y="1068224"/>
                  </a:lnTo>
                  <a:lnTo>
                    <a:pt x="5627559" y="1070907"/>
                  </a:lnTo>
                  <a:lnTo>
                    <a:pt x="5697903" y="1073553"/>
                  </a:lnTo>
                  <a:lnTo>
                    <a:pt x="5768248" y="1076160"/>
                  </a:lnTo>
                  <a:lnTo>
                    <a:pt x="5838592" y="1078731"/>
                  </a:lnTo>
                  <a:lnTo>
                    <a:pt x="5908937" y="1081266"/>
                  </a:lnTo>
                  <a:lnTo>
                    <a:pt x="5979281" y="1083764"/>
                  </a:lnTo>
                  <a:lnTo>
                    <a:pt x="6049626" y="1086227"/>
                  </a:lnTo>
                  <a:lnTo>
                    <a:pt x="6119970" y="1088655"/>
                  </a:lnTo>
                  <a:lnTo>
                    <a:pt x="6190315" y="1091048"/>
                  </a:lnTo>
                  <a:lnTo>
                    <a:pt x="6260659" y="1093407"/>
                  </a:lnTo>
                  <a:lnTo>
                    <a:pt x="6331004" y="1095733"/>
                  </a:lnTo>
                  <a:lnTo>
                    <a:pt x="6401348" y="1098026"/>
                  </a:lnTo>
                  <a:lnTo>
                    <a:pt x="6471693" y="1100286"/>
                  </a:lnTo>
                  <a:lnTo>
                    <a:pt x="6542037" y="1102515"/>
                  </a:lnTo>
                  <a:lnTo>
                    <a:pt x="6612382" y="1104711"/>
                  </a:lnTo>
                  <a:lnTo>
                    <a:pt x="6682726" y="1106877"/>
                  </a:lnTo>
                  <a:lnTo>
                    <a:pt x="6753071" y="1109011"/>
                  </a:lnTo>
                  <a:lnTo>
                    <a:pt x="6823415" y="1111116"/>
                  </a:lnTo>
                  <a:lnTo>
                    <a:pt x="6893760" y="1113190"/>
                  </a:lnTo>
                  <a:lnTo>
                    <a:pt x="6964104" y="1115235"/>
                  </a:lnTo>
                  <a:lnTo>
                    <a:pt x="6964104" y="1229189"/>
                  </a:lnTo>
                  <a:lnTo>
                    <a:pt x="6893760" y="1227887"/>
                  </a:lnTo>
                  <a:lnTo>
                    <a:pt x="6823415" y="1226525"/>
                  </a:lnTo>
                  <a:lnTo>
                    <a:pt x="6753071" y="1225100"/>
                  </a:lnTo>
                  <a:lnTo>
                    <a:pt x="6682726" y="1223608"/>
                  </a:lnTo>
                  <a:lnTo>
                    <a:pt x="6612382" y="1222047"/>
                  </a:lnTo>
                  <a:lnTo>
                    <a:pt x="6542037" y="1220414"/>
                  </a:lnTo>
                  <a:lnTo>
                    <a:pt x="6471693" y="1218705"/>
                  </a:lnTo>
                  <a:lnTo>
                    <a:pt x="6401348" y="1216916"/>
                  </a:lnTo>
                  <a:lnTo>
                    <a:pt x="6331004" y="1215044"/>
                  </a:lnTo>
                  <a:lnTo>
                    <a:pt x="6260659" y="1213085"/>
                  </a:lnTo>
                  <a:lnTo>
                    <a:pt x="6190315" y="1211035"/>
                  </a:lnTo>
                  <a:lnTo>
                    <a:pt x="6119970" y="1208890"/>
                  </a:lnTo>
                  <a:lnTo>
                    <a:pt x="6049626" y="1206645"/>
                  </a:lnTo>
                  <a:lnTo>
                    <a:pt x="5979281" y="1204296"/>
                  </a:lnTo>
                  <a:lnTo>
                    <a:pt x="5908937" y="1201838"/>
                  </a:lnTo>
                  <a:lnTo>
                    <a:pt x="5838592" y="1199266"/>
                  </a:lnTo>
                  <a:lnTo>
                    <a:pt x="5768248" y="1196574"/>
                  </a:lnTo>
                  <a:lnTo>
                    <a:pt x="5697903" y="1193757"/>
                  </a:lnTo>
                  <a:lnTo>
                    <a:pt x="5627559" y="1190809"/>
                  </a:lnTo>
                  <a:lnTo>
                    <a:pt x="5557214" y="1187724"/>
                  </a:lnTo>
                  <a:lnTo>
                    <a:pt x="5486870" y="1184496"/>
                  </a:lnTo>
                  <a:lnTo>
                    <a:pt x="5416525" y="1181117"/>
                  </a:lnTo>
                  <a:lnTo>
                    <a:pt x="5346181" y="1177582"/>
                  </a:lnTo>
                  <a:lnTo>
                    <a:pt x="5275836" y="1173883"/>
                  </a:lnTo>
                  <a:lnTo>
                    <a:pt x="5205492" y="1170011"/>
                  </a:lnTo>
                  <a:lnTo>
                    <a:pt x="5135147" y="1165960"/>
                  </a:lnTo>
                  <a:lnTo>
                    <a:pt x="5064803" y="1161721"/>
                  </a:lnTo>
                  <a:lnTo>
                    <a:pt x="4994458" y="1157284"/>
                  </a:lnTo>
                  <a:lnTo>
                    <a:pt x="4924114" y="1152641"/>
                  </a:lnTo>
                  <a:lnTo>
                    <a:pt x="4853769" y="1147783"/>
                  </a:lnTo>
                  <a:lnTo>
                    <a:pt x="4783425" y="1142699"/>
                  </a:lnTo>
                  <a:lnTo>
                    <a:pt x="4713080" y="1137379"/>
                  </a:lnTo>
                  <a:lnTo>
                    <a:pt x="4642736" y="1131811"/>
                  </a:lnTo>
                  <a:lnTo>
                    <a:pt x="4572391" y="1125985"/>
                  </a:lnTo>
                  <a:lnTo>
                    <a:pt x="4502047" y="1119888"/>
                  </a:lnTo>
                  <a:lnTo>
                    <a:pt x="4431702" y="1113508"/>
                  </a:lnTo>
                  <a:lnTo>
                    <a:pt x="4361358" y="1106831"/>
                  </a:lnTo>
                  <a:lnTo>
                    <a:pt x="4291013" y="1099844"/>
                  </a:lnTo>
                  <a:lnTo>
                    <a:pt x="4220669" y="1092533"/>
                  </a:lnTo>
                  <a:lnTo>
                    <a:pt x="4150324" y="1084882"/>
                  </a:lnTo>
                  <a:lnTo>
                    <a:pt x="4079980" y="1076875"/>
                  </a:lnTo>
                  <a:lnTo>
                    <a:pt x="4009635" y="1068496"/>
                  </a:lnTo>
                  <a:lnTo>
                    <a:pt x="3939291" y="1059728"/>
                  </a:lnTo>
                  <a:lnTo>
                    <a:pt x="3868946" y="1050553"/>
                  </a:lnTo>
                  <a:lnTo>
                    <a:pt x="3798602" y="1040951"/>
                  </a:lnTo>
                  <a:lnTo>
                    <a:pt x="3728257" y="1030903"/>
                  </a:lnTo>
                  <a:lnTo>
                    <a:pt x="3657913" y="1020388"/>
                  </a:lnTo>
                  <a:lnTo>
                    <a:pt x="3587569" y="1009385"/>
                  </a:lnTo>
                  <a:lnTo>
                    <a:pt x="3517224" y="997870"/>
                  </a:lnTo>
                  <a:lnTo>
                    <a:pt x="3446880" y="985820"/>
                  </a:lnTo>
                  <a:lnTo>
                    <a:pt x="3376535" y="973211"/>
                  </a:lnTo>
                  <a:lnTo>
                    <a:pt x="3306191" y="960015"/>
                  </a:lnTo>
                  <a:lnTo>
                    <a:pt x="3235846" y="954244"/>
                  </a:lnTo>
                  <a:lnTo>
                    <a:pt x="3165502" y="949880"/>
                  </a:lnTo>
                  <a:lnTo>
                    <a:pt x="3095157" y="945453"/>
                  </a:lnTo>
                  <a:lnTo>
                    <a:pt x="3024813" y="940962"/>
                  </a:lnTo>
                  <a:lnTo>
                    <a:pt x="2954468" y="936407"/>
                  </a:lnTo>
                  <a:lnTo>
                    <a:pt x="2884124" y="931786"/>
                  </a:lnTo>
                  <a:lnTo>
                    <a:pt x="2813779" y="927098"/>
                  </a:lnTo>
                  <a:lnTo>
                    <a:pt x="2743435" y="922343"/>
                  </a:lnTo>
                  <a:lnTo>
                    <a:pt x="2673090" y="917520"/>
                  </a:lnTo>
                  <a:lnTo>
                    <a:pt x="2602746" y="912627"/>
                  </a:lnTo>
                  <a:lnTo>
                    <a:pt x="2532401" y="907663"/>
                  </a:lnTo>
                  <a:lnTo>
                    <a:pt x="2462057" y="902628"/>
                  </a:lnTo>
                  <a:lnTo>
                    <a:pt x="2391712" y="897521"/>
                  </a:lnTo>
                  <a:lnTo>
                    <a:pt x="2321368" y="892340"/>
                  </a:lnTo>
                  <a:lnTo>
                    <a:pt x="2251023" y="887084"/>
                  </a:lnTo>
                  <a:lnTo>
                    <a:pt x="2180679" y="881753"/>
                  </a:lnTo>
                  <a:lnTo>
                    <a:pt x="2110334" y="876344"/>
                  </a:lnTo>
                  <a:lnTo>
                    <a:pt x="2039990" y="870858"/>
                  </a:lnTo>
                  <a:lnTo>
                    <a:pt x="1969645" y="865293"/>
                  </a:lnTo>
                  <a:lnTo>
                    <a:pt x="1899301" y="859648"/>
                  </a:lnTo>
                  <a:lnTo>
                    <a:pt x="1828956" y="853921"/>
                  </a:lnTo>
                  <a:lnTo>
                    <a:pt x="1758612" y="848112"/>
                  </a:lnTo>
                  <a:lnTo>
                    <a:pt x="1688267" y="842219"/>
                  </a:lnTo>
                  <a:lnTo>
                    <a:pt x="1617923" y="836241"/>
                  </a:lnTo>
                  <a:lnTo>
                    <a:pt x="1547578" y="830178"/>
                  </a:lnTo>
                  <a:lnTo>
                    <a:pt x="1477234" y="824027"/>
                  </a:lnTo>
                  <a:lnTo>
                    <a:pt x="1406889" y="817787"/>
                  </a:lnTo>
                  <a:lnTo>
                    <a:pt x="1336545" y="811457"/>
                  </a:lnTo>
                  <a:lnTo>
                    <a:pt x="1266200" y="805036"/>
                  </a:lnTo>
                  <a:lnTo>
                    <a:pt x="1195856" y="798523"/>
                  </a:lnTo>
                  <a:lnTo>
                    <a:pt x="1125511" y="791916"/>
                  </a:lnTo>
                  <a:lnTo>
                    <a:pt x="1055167" y="785214"/>
                  </a:lnTo>
                  <a:lnTo>
                    <a:pt x="984822" y="778415"/>
                  </a:lnTo>
                  <a:lnTo>
                    <a:pt x="914478" y="771518"/>
                  </a:lnTo>
                  <a:lnTo>
                    <a:pt x="844133" y="764522"/>
                  </a:lnTo>
                  <a:lnTo>
                    <a:pt x="773789" y="757425"/>
                  </a:lnTo>
                  <a:lnTo>
                    <a:pt x="703444" y="750226"/>
                  </a:lnTo>
                  <a:lnTo>
                    <a:pt x="633100" y="742923"/>
                  </a:lnTo>
                  <a:lnTo>
                    <a:pt x="562755" y="735515"/>
                  </a:lnTo>
                  <a:lnTo>
                    <a:pt x="492411" y="728000"/>
                  </a:lnTo>
                  <a:lnTo>
                    <a:pt x="422066" y="720377"/>
                  </a:lnTo>
                  <a:lnTo>
                    <a:pt x="351722" y="712645"/>
                  </a:lnTo>
                  <a:lnTo>
                    <a:pt x="281377" y="704800"/>
                  </a:lnTo>
                  <a:lnTo>
                    <a:pt x="211033" y="696843"/>
                  </a:lnTo>
                  <a:lnTo>
                    <a:pt x="140688" y="688771"/>
                  </a:lnTo>
                  <a:lnTo>
                    <a:pt x="70344" y="680583"/>
                  </a:lnTo>
                  <a:lnTo>
                    <a:pt x="0" y="6722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07918" y="2143092"/>
              <a:ext cx="5891498" cy="1115235"/>
            </a:xfrm>
            <a:custGeom>
              <a:avLst/>
              <a:pathLst>
                <a:path w="5891498" h="1115235">
                  <a:moveTo>
                    <a:pt x="0" y="0"/>
                  </a:moveTo>
                  <a:lnTo>
                    <a:pt x="52905" y="42450"/>
                  </a:lnTo>
                  <a:lnTo>
                    <a:pt x="123249" y="96386"/>
                  </a:lnTo>
                  <a:lnTo>
                    <a:pt x="193594" y="147928"/>
                  </a:lnTo>
                  <a:lnTo>
                    <a:pt x="263938" y="197181"/>
                  </a:lnTo>
                  <a:lnTo>
                    <a:pt x="334283" y="244247"/>
                  </a:lnTo>
                  <a:lnTo>
                    <a:pt x="404627" y="289224"/>
                  </a:lnTo>
                  <a:lnTo>
                    <a:pt x="474972" y="332203"/>
                  </a:lnTo>
                  <a:lnTo>
                    <a:pt x="545316" y="373275"/>
                  </a:lnTo>
                  <a:lnTo>
                    <a:pt x="615661" y="412522"/>
                  </a:lnTo>
                  <a:lnTo>
                    <a:pt x="686005" y="450027"/>
                  </a:lnTo>
                  <a:lnTo>
                    <a:pt x="756350" y="485867"/>
                  </a:lnTo>
                  <a:lnTo>
                    <a:pt x="826694" y="520115"/>
                  </a:lnTo>
                  <a:lnTo>
                    <a:pt x="897039" y="552843"/>
                  </a:lnTo>
                  <a:lnTo>
                    <a:pt x="967383" y="584117"/>
                  </a:lnTo>
                  <a:lnTo>
                    <a:pt x="1037728" y="614003"/>
                  </a:lnTo>
                  <a:lnTo>
                    <a:pt x="1108072" y="642562"/>
                  </a:lnTo>
                  <a:lnTo>
                    <a:pt x="1178417" y="669853"/>
                  </a:lnTo>
                  <a:lnTo>
                    <a:pt x="1248761" y="695932"/>
                  </a:lnTo>
                  <a:lnTo>
                    <a:pt x="1319106" y="720853"/>
                  </a:lnTo>
                  <a:lnTo>
                    <a:pt x="1389450" y="744667"/>
                  </a:lnTo>
                  <a:lnTo>
                    <a:pt x="1459795" y="767425"/>
                  </a:lnTo>
                  <a:lnTo>
                    <a:pt x="1530139" y="789171"/>
                  </a:lnTo>
                  <a:lnTo>
                    <a:pt x="1600484" y="809953"/>
                  </a:lnTo>
                  <a:lnTo>
                    <a:pt x="1670828" y="829811"/>
                  </a:lnTo>
                  <a:lnTo>
                    <a:pt x="1741173" y="848788"/>
                  </a:lnTo>
                  <a:lnTo>
                    <a:pt x="1811517" y="866922"/>
                  </a:lnTo>
                  <a:lnTo>
                    <a:pt x="1881862" y="884251"/>
                  </a:lnTo>
                  <a:lnTo>
                    <a:pt x="1952206" y="900810"/>
                  </a:lnTo>
                  <a:lnTo>
                    <a:pt x="2022551" y="916635"/>
                  </a:lnTo>
                  <a:lnTo>
                    <a:pt x="2092895" y="931756"/>
                  </a:lnTo>
                  <a:lnTo>
                    <a:pt x="2163240" y="946206"/>
                  </a:lnTo>
                  <a:lnTo>
                    <a:pt x="2233584" y="958546"/>
                  </a:lnTo>
                  <a:lnTo>
                    <a:pt x="2303929" y="962787"/>
                  </a:lnTo>
                  <a:lnTo>
                    <a:pt x="2374273" y="966967"/>
                  </a:lnTo>
                  <a:lnTo>
                    <a:pt x="2444618" y="971089"/>
                  </a:lnTo>
                  <a:lnTo>
                    <a:pt x="2514962" y="975152"/>
                  </a:lnTo>
                  <a:lnTo>
                    <a:pt x="2585307" y="979157"/>
                  </a:lnTo>
                  <a:lnTo>
                    <a:pt x="2655651" y="983105"/>
                  </a:lnTo>
                  <a:lnTo>
                    <a:pt x="2725996" y="986997"/>
                  </a:lnTo>
                  <a:lnTo>
                    <a:pt x="2796340" y="990834"/>
                  </a:lnTo>
                  <a:lnTo>
                    <a:pt x="2866685" y="994617"/>
                  </a:lnTo>
                  <a:lnTo>
                    <a:pt x="2937029" y="998345"/>
                  </a:lnTo>
                  <a:lnTo>
                    <a:pt x="3007373" y="1002021"/>
                  </a:lnTo>
                  <a:lnTo>
                    <a:pt x="3077718" y="1005645"/>
                  </a:lnTo>
                  <a:lnTo>
                    <a:pt x="3148062" y="1009217"/>
                  </a:lnTo>
                  <a:lnTo>
                    <a:pt x="3218407" y="1012738"/>
                  </a:lnTo>
                  <a:lnTo>
                    <a:pt x="3288751" y="1016210"/>
                  </a:lnTo>
                  <a:lnTo>
                    <a:pt x="3359096" y="1019632"/>
                  </a:lnTo>
                  <a:lnTo>
                    <a:pt x="3429440" y="1023005"/>
                  </a:lnTo>
                  <a:lnTo>
                    <a:pt x="3499785" y="1026331"/>
                  </a:lnTo>
                  <a:lnTo>
                    <a:pt x="3570129" y="1029609"/>
                  </a:lnTo>
                  <a:lnTo>
                    <a:pt x="3640474" y="1032841"/>
                  </a:lnTo>
                  <a:lnTo>
                    <a:pt x="3710818" y="1036027"/>
                  </a:lnTo>
                  <a:lnTo>
                    <a:pt x="3781163" y="1039168"/>
                  </a:lnTo>
                  <a:lnTo>
                    <a:pt x="3851507" y="1042264"/>
                  </a:lnTo>
                  <a:lnTo>
                    <a:pt x="3921852" y="1045316"/>
                  </a:lnTo>
                  <a:lnTo>
                    <a:pt x="3992196" y="1048325"/>
                  </a:lnTo>
                  <a:lnTo>
                    <a:pt x="4062541" y="1051291"/>
                  </a:lnTo>
                  <a:lnTo>
                    <a:pt x="4132885" y="1054215"/>
                  </a:lnTo>
                  <a:lnTo>
                    <a:pt x="4203230" y="1057097"/>
                  </a:lnTo>
                  <a:lnTo>
                    <a:pt x="4273574" y="1059939"/>
                  </a:lnTo>
                  <a:lnTo>
                    <a:pt x="4343919" y="1062740"/>
                  </a:lnTo>
                  <a:lnTo>
                    <a:pt x="4414263" y="1065501"/>
                  </a:lnTo>
                  <a:lnTo>
                    <a:pt x="4484608" y="1068224"/>
                  </a:lnTo>
                  <a:lnTo>
                    <a:pt x="4554952" y="1070907"/>
                  </a:lnTo>
                  <a:lnTo>
                    <a:pt x="4625297" y="1073553"/>
                  </a:lnTo>
                  <a:lnTo>
                    <a:pt x="4695641" y="1076160"/>
                  </a:lnTo>
                  <a:lnTo>
                    <a:pt x="4765986" y="1078731"/>
                  </a:lnTo>
                  <a:lnTo>
                    <a:pt x="4836330" y="1081266"/>
                  </a:lnTo>
                  <a:lnTo>
                    <a:pt x="4906675" y="1083764"/>
                  </a:lnTo>
                  <a:lnTo>
                    <a:pt x="4977019" y="1086227"/>
                  </a:lnTo>
                  <a:lnTo>
                    <a:pt x="5047364" y="1088655"/>
                  </a:lnTo>
                  <a:lnTo>
                    <a:pt x="5117708" y="1091048"/>
                  </a:lnTo>
                  <a:lnTo>
                    <a:pt x="5188053" y="1093407"/>
                  </a:lnTo>
                  <a:lnTo>
                    <a:pt x="5258397" y="1095733"/>
                  </a:lnTo>
                  <a:lnTo>
                    <a:pt x="5328742" y="1098026"/>
                  </a:lnTo>
                  <a:lnTo>
                    <a:pt x="5399086" y="1100286"/>
                  </a:lnTo>
                  <a:lnTo>
                    <a:pt x="5469431" y="1102515"/>
                  </a:lnTo>
                  <a:lnTo>
                    <a:pt x="5539775" y="1104711"/>
                  </a:lnTo>
                  <a:lnTo>
                    <a:pt x="5610120" y="1106877"/>
                  </a:lnTo>
                  <a:lnTo>
                    <a:pt x="5680464" y="1109011"/>
                  </a:lnTo>
                  <a:lnTo>
                    <a:pt x="5750809" y="1111116"/>
                  </a:lnTo>
                  <a:lnTo>
                    <a:pt x="5821153" y="1113190"/>
                  </a:lnTo>
                  <a:lnTo>
                    <a:pt x="5891498" y="1115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815369"/>
              <a:ext cx="6964104" cy="556911"/>
            </a:xfrm>
            <a:custGeom>
              <a:avLst/>
              <a:pathLst>
                <a:path w="6964104" h="556911">
                  <a:moveTo>
                    <a:pt x="6964104" y="556911"/>
                  </a:moveTo>
                  <a:lnTo>
                    <a:pt x="6893760" y="555609"/>
                  </a:lnTo>
                  <a:lnTo>
                    <a:pt x="6823415" y="554247"/>
                  </a:lnTo>
                  <a:lnTo>
                    <a:pt x="6753071" y="552822"/>
                  </a:lnTo>
                  <a:lnTo>
                    <a:pt x="6682726" y="551330"/>
                  </a:lnTo>
                  <a:lnTo>
                    <a:pt x="6612382" y="549770"/>
                  </a:lnTo>
                  <a:lnTo>
                    <a:pt x="6542037" y="548136"/>
                  </a:lnTo>
                  <a:lnTo>
                    <a:pt x="6471693" y="546427"/>
                  </a:lnTo>
                  <a:lnTo>
                    <a:pt x="6401348" y="544638"/>
                  </a:lnTo>
                  <a:lnTo>
                    <a:pt x="6331004" y="542766"/>
                  </a:lnTo>
                  <a:lnTo>
                    <a:pt x="6260659" y="540807"/>
                  </a:lnTo>
                  <a:lnTo>
                    <a:pt x="6190315" y="538757"/>
                  </a:lnTo>
                  <a:lnTo>
                    <a:pt x="6119970" y="536612"/>
                  </a:lnTo>
                  <a:lnTo>
                    <a:pt x="6049626" y="534368"/>
                  </a:lnTo>
                  <a:lnTo>
                    <a:pt x="5979281" y="532019"/>
                  </a:lnTo>
                  <a:lnTo>
                    <a:pt x="5908937" y="529560"/>
                  </a:lnTo>
                  <a:lnTo>
                    <a:pt x="5838592" y="526988"/>
                  </a:lnTo>
                  <a:lnTo>
                    <a:pt x="5768248" y="524296"/>
                  </a:lnTo>
                  <a:lnTo>
                    <a:pt x="5697903" y="521479"/>
                  </a:lnTo>
                  <a:lnTo>
                    <a:pt x="5627559" y="518531"/>
                  </a:lnTo>
                  <a:lnTo>
                    <a:pt x="5557214" y="515446"/>
                  </a:lnTo>
                  <a:lnTo>
                    <a:pt x="5486870" y="512218"/>
                  </a:lnTo>
                  <a:lnTo>
                    <a:pt x="5416525" y="508840"/>
                  </a:lnTo>
                  <a:lnTo>
                    <a:pt x="5346181" y="505304"/>
                  </a:lnTo>
                  <a:lnTo>
                    <a:pt x="5275836" y="501605"/>
                  </a:lnTo>
                  <a:lnTo>
                    <a:pt x="5205492" y="497733"/>
                  </a:lnTo>
                  <a:lnTo>
                    <a:pt x="5135147" y="493682"/>
                  </a:lnTo>
                  <a:lnTo>
                    <a:pt x="5064803" y="489443"/>
                  </a:lnTo>
                  <a:lnTo>
                    <a:pt x="4994458" y="485006"/>
                  </a:lnTo>
                  <a:lnTo>
                    <a:pt x="4924114" y="480364"/>
                  </a:lnTo>
                  <a:lnTo>
                    <a:pt x="4853769" y="475505"/>
                  </a:lnTo>
                  <a:lnTo>
                    <a:pt x="4783425" y="470421"/>
                  </a:lnTo>
                  <a:lnTo>
                    <a:pt x="4713080" y="465101"/>
                  </a:lnTo>
                  <a:lnTo>
                    <a:pt x="4642736" y="459533"/>
                  </a:lnTo>
                  <a:lnTo>
                    <a:pt x="4572391" y="453707"/>
                  </a:lnTo>
                  <a:lnTo>
                    <a:pt x="4502047" y="447610"/>
                  </a:lnTo>
                  <a:lnTo>
                    <a:pt x="4431702" y="441230"/>
                  </a:lnTo>
                  <a:lnTo>
                    <a:pt x="4361358" y="434553"/>
                  </a:lnTo>
                  <a:lnTo>
                    <a:pt x="4291013" y="427567"/>
                  </a:lnTo>
                  <a:lnTo>
                    <a:pt x="4220669" y="420255"/>
                  </a:lnTo>
                  <a:lnTo>
                    <a:pt x="4150324" y="412604"/>
                  </a:lnTo>
                  <a:lnTo>
                    <a:pt x="4079980" y="404597"/>
                  </a:lnTo>
                  <a:lnTo>
                    <a:pt x="4009635" y="396218"/>
                  </a:lnTo>
                  <a:lnTo>
                    <a:pt x="3939291" y="387450"/>
                  </a:lnTo>
                  <a:lnTo>
                    <a:pt x="3868946" y="378275"/>
                  </a:lnTo>
                  <a:lnTo>
                    <a:pt x="3798602" y="368673"/>
                  </a:lnTo>
                  <a:lnTo>
                    <a:pt x="3728257" y="358625"/>
                  </a:lnTo>
                  <a:lnTo>
                    <a:pt x="3657913" y="348110"/>
                  </a:lnTo>
                  <a:lnTo>
                    <a:pt x="3587569" y="337107"/>
                  </a:lnTo>
                  <a:lnTo>
                    <a:pt x="3517224" y="325592"/>
                  </a:lnTo>
                  <a:lnTo>
                    <a:pt x="3446880" y="313542"/>
                  </a:lnTo>
                  <a:lnTo>
                    <a:pt x="3376535" y="300933"/>
                  </a:lnTo>
                  <a:lnTo>
                    <a:pt x="3306191" y="287737"/>
                  </a:lnTo>
                  <a:lnTo>
                    <a:pt x="3235846" y="281966"/>
                  </a:lnTo>
                  <a:lnTo>
                    <a:pt x="3165502" y="277602"/>
                  </a:lnTo>
                  <a:lnTo>
                    <a:pt x="3095157" y="273175"/>
                  </a:lnTo>
                  <a:lnTo>
                    <a:pt x="3024813" y="268684"/>
                  </a:lnTo>
                  <a:lnTo>
                    <a:pt x="2954468" y="264129"/>
                  </a:lnTo>
                  <a:lnTo>
                    <a:pt x="2884124" y="259508"/>
                  </a:lnTo>
                  <a:lnTo>
                    <a:pt x="2813779" y="254820"/>
                  </a:lnTo>
                  <a:lnTo>
                    <a:pt x="2743435" y="250065"/>
                  </a:lnTo>
                  <a:lnTo>
                    <a:pt x="2673090" y="245242"/>
                  </a:lnTo>
                  <a:lnTo>
                    <a:pt x="2602746" y="240349"/>
                  </a:lnTo>
                  <a:lnTo>
                    <a:pt x="2532401" y="235385"/>
                  </a:lnTo>
                  <a:lnTo>
                    <a:pt x="2462057" y="230350"/>
                  </a:lnTo>
                  <a:lnTo>
                    <a:pt x="2391712" y="225243"/>
                  </a:lnTo>
                  <a:lnTo>
                    <a:pt x="2321368" y="220062"/>
                  </a:lnTo>
                  <a:lnTo>
                    <a:pt x="2251023" y="214806"/>
                  </a:lnTo>
                  <a:lnTo>
                    <a:pt x="2180679" y="209475"/>
                  </a:lnTo>
                  <a:lnTo>
                    <a:pt x="2110334" y="204066"/>
                  </a:lnTo>
                  <a:lnTo>
                    <a:pt x="2039990" y="198580"/>
                  </a:lnTo>
                  <a:lnTo>
                    <a:pt x="1969645" y="193015"/>
                  </a:lnTo>
                  <a:lnTo>
                    <a:pt x="1899301" y="187370"/>
                  </a:lnTo>
                  <a:lnTo>
                    <a:pt x="1828956" y="181643"/>
                  </a:lnTo>
                  <a:lnTo>
                    <a:pt x="1758612" y="175834"/>
                  </a:lnTo>
                  <a:lnTo>
                    <a:pt x="1688267" y="169941"/>
                  </a:lnTo>
                  <a:lnTo>
                    <a:pt x="1617923" y="163964"/>
                  </a:lnTo>
                  <a:lnTo>
                    <a:pt x="1547578" y="157900"/>
                  </a:lnTo>
                  <a:lnTo>
                    <a:pt x="1477234" y="151749"/>
                  </a:lnTo>
                  <a:lnTo>
                    <a:pt x="1406889" y="145509"/>
                  </a:lnTo>
                  <a:lnTo>
                    <a:pt x="1336545" y="139179"/>
                  </a:lnTo>
                  <a:lnTo>
                    <a:pt x="1266200" y="132758"/>
                  </a:lnTo>
                  <a:lnTo>
                    <a:pt x="1195856" y="126245"/>
                  </a:lnTo>
                  <a:lnTo>
                    <a:pt x="1125511" y="119638"/>
                  </a:lnTo>
                  <a:lnTo>
                    <a:pt x="1055167" y="112936"/>
                  </a:lnTo>
                  <a:lnTo>
                    <a:pt x="984822" y="106137"/>
                  </a:lnTo>
                  <a:lnTo>
                    <a:pt x="914478" y="99240"/>
                  </a:lnTo>
                  <a:lnTo>
                    <a:pt x="844133" y="92244"/>
                  </a:lnTo>
                  <a:lnTo>
                    <a:pt x="773789" y="85147"/>
                  </a:lnTo>
                  <a:lnTo>
                    <a:pt x="703444" y="77948"/>
                  </a:lnTo>
                  <a:lnTo>
                    <a:pt x="633100" y="70645"/>
                  </a:lnTo>
                  <a:lnTo>
                    <a:pt x="562755" y="63237"/>
                  </a:lnTo>
                  <a:lnTo>
                    <a:pt x="492411" y="55722"/>
                  </a:lnTo>
                  <a:lnTo>
                    <a:pt x="422066" y="48099"/>
                  </a:lnTo>
                  <a:lnTo>
                    <a:pt x="351722" y="40367"/>
                  </a:lnTo>
                  <a:lnTo>
                    <a:pt x="281377" y="32523"/>
                  </a:lnTo>
                  <a:lnTo>
                    <a:pt x="211033" y="24565"/>
                  </a:lnTo>
                  <a:lnTo>
                    <a:pt x="140688" y="16494"/>
                  </a:lnTo>
                  <a:lnTo>
                    <a:pt x="70344" y="83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188052"/>
              <a:ext cx="6964104" cy="1149179"/>
            </a:xfrm>
            <a:custGeom>
              <a:avLst/>
              <a:pathLst>
                <a:path w="6964104" h="1149179">
                  <a:moveTo>
                    <a:pt x="0" y="0"/>
                  </a:moveTo>
                  <a:lnTo>
                    <a:pt x="70344" y="35661"/>
                  </a:lnTo>
                  <a:lnTo>
                    <a:pt x="140688" y="70274"/>
                  </a:lnTo>
                  <a:lnTo>
                    <a:pt x="211033" y="103869"/>
                  </a:lnTo>
                  <a:lnTo>
                    <a:pt x="281377" y="136475"/>
                  </a:lnTo>
                  <a:lnTo>
                    <a:pt x="351722" y="168122"/>
                  </a:lnTo>
                  <a:lnTo>
                    <a:pt x="422066" y="198838"/>
                  </a:lnTo>
                  <a:lnTo>
                    <a:pt x="492411" y="228651"/>
                  </a:lnTo>
                  <a:lnTo>
                    <a:pt x="562755" y="257586"/>
                  </a:lnTo>
                  <a:lnTo>
                    <a:pt x="633100" y="285671"/>
                  </a:lnTo>
                  <a:lnTo>
                    <a:pt x="703444" y="312929"/>
                  </a:lnTo>
                  <a:lnTo>
                    <a:pt x="773789" y="339385"/>
                  </a:lnTo>
                  <a:lnTo>
                    <a:pt x="844133" y="365063"/>
                  </a:lnTo>
                  <a:lnTo>
                    <a:pt x="914478" y="389985"/>
                  </a:lnTo>
                  <a:lnTo>
                    <a:pt x="984822" y="414175"/>
                  </a:lnTo>
                  <a:lnTo>
                    <a:pt x="1055167" y="437652"/>
                  </a:lnTo>
                  <a:lnTo>
                    <a:pt x="1125511" y="460439"/>
                  </a:lnTo>
                  <a:lnTo>
                    <a:pt x="1195856" y="482556"/>
                  </a:lnTo>
                  <a:lnTo>
                    <a:pt x="1266200" y="504022"/>
                  </a:lnTo>
                  <a:lnTo>
                    <a:pt x="1336545" y="524856"/>
                  </a:lnTo>
                  <a:lnTo>
                    <a:pt x="1406889" y="545078"/>
                  </a:lnTo>
                  <a:lnTo>
                    <a:pt x="1477234" y="564705"/>
                  </a:lnTo>
                  <a:lnTo>
                    <a:pt x="1547578" y="583754"/>
                  </a:lnTo>
                  <a:lnTo>
                    <a:pt x="1617923" y="602243"/>
                  </a:lnTo>
                  <a:lnTo>
                    <a:pt x="1688267" y="620188"/>
                  </a:lnTo>
                  <a:lnTo>
                    <a:pt x="1758612" y="637605"/>
                  </a:lnTo>
                  <a:lnTo>
                    <a:pt x="1828956" y="654510"/>
                  </a:lnTo>
                  <a:lnTo>
                    <a:pt x="1899301" y="670918"/>
                  </a:lnTo>
                  <a:lnTo>
                    <a:pt x="1969645" y="686842"/>
                  </a:lnTo>
                  <a:lnTo>
                    <a:pt x="2039990" y="702299"/>
                  </a:lnTo>
                  <a:lnTo>
                    <a:pt x="2110334" y="717300"/>
                  </a:lnTo>
                  <a:lnTo>
                    <a:pt x="2180679" y="731861"/>
                  </a:lnTo>
                  <a:lnTo>
                    <a:pt x="2251023" y="745993"/>
                  </a:lnTo>
                  <a:lnTo>
                    <a:pt x="2321368" y="759709"/>
                  </a:lnTo>
                  <a:lnTo>
                    <a:pt x="2391712" y="773021"/>
                  </a:lnTo>
                  <a:lnTo>
                    <a:pt x="2462057" y="785942"/>
                  </a:lnTo>
                  <a:lnTo>
                    <a:pt x="2532401" y="798483"/>
                  </a:lnTo>
                  <a:lnTo>
                    <a:pt x="2602746" y="810655"/>
                  </a:lnTo>
                  <a:lnTo>
                    <a:pt x="2673090" y="822469"/>
                  </a:lnTo>
                  <a:lnTo>
                    <a:pt x="2743435" y="833936"/>
                  </a:lnTo>
                  <a:lnTo>
                    <a:pt x="2813779" y="845065"/>
                  </a:lnTo>
                  <a:lnTo>
                    <a:pt x="2884124" y="855867"/>
                  </a:lnTo>
                  <a:lnTo>
                    <a:pt x="2954468" y="866350"/>
                  </a:lnTo>
                  <a:lnTo>
                    <a:pt x="3024813" y="876526"/>
                  </a:lnTo>
                  <a:lnTo>
                    <a:pt x="3095157" y="886402"/>
                  </a:lnTo>
                  <a:lnTo>
                    <a:pt x="3165502" y="895988"/>
                  </a:lnTo>
                  <a:lnTo>
                    <a:pt x="3235846" y="905291"/>
                  </a:lnTo>
                  <a:lnTo>
                    <a:pt x="3306191" y="914321"/>
                  </a:lnTo>
                  <a:lnTo>
                    <a:pt x="3376535" y="923086"/>
                  </a:lnTo>
                  <a:lnTo>
                    <a:pt x="3446880" y="931592"/>
                  </a:lnTo>
                  <a:lnTo>
                    <a:pt x="3517224" y="939848"/>
                  </a:lnTo>
                  <a:lnTo>
                    <a:pt x="3587569" y="947862"/>
                  </a:lnTo>
                  <a:lnTo>
                    <a:pt x="3657913" y="955639"/>
                  </a:lnTo>
                  <a:lnTo>
                    <a:pt x="3728257" y="963188"/>
                  </a:lnTo>
                  <a:lnTo>
                    <a:pt x="3798602" y="970515"/>
                  </a:lnTo>
                  <a:lnTo>
                    <a:pt x="3868946" y="977626"/>
                  </a:lnTo>
                  <a:lnTo>
                    <a:pt x="3939291" y="984528"/>
                  </a:lnTo>
                  <a:lnTo>
                    <a:pt x="4009635" y="991227"/>
                  </a:lnTo>
                  <a:lnTo>
                    <a:pt x="4079980" y="997729"/>
                  </a:lnTo>
                  <a:lnTo>
                    <a:pt x="4150324" y="1004039"/>
                  </a:lnTo>
                  <a:lnTo>
                    <a:pt x="4220669" y="1010164"/>
                  </a:lnTo>
                  <a:lnTo>
                    <a:pt x="4291013" y="1016109"/>
                  </a:lnTo>
                  <a:lnTo>
                    <a:pt x="4361358" y="1021879"/>
                  </a:lnTo>
                  <a:lnTo>
                    <a:pt x="4431702" y="1027479"/>
                  </a:lnTo>
                  <a:lnTo>
                    <a:pt x="4502047" y="1032914"/>
                  </a:lnTo>
                  <a:lnTo>
                    <a:pt x="4572391" y="1038190"/>
                  </a:lnTo>
                  <a:lnTo>
                    <a:pt x="4642736" y="1043310"/>
                  </a:lnTo>
                  <a:lnTo>
                    <a:pt x="4713080" y="1048280"/>
                  </a:lnTo>
                  <a:lnTo>
                    <a:pt x="4783425" y="1053103"/>
                  </a:lnTo>
                  <a:lnTo>
                    <a:pt x="4853769" y="1057785"/>
                  </a:lnTo>
                  <a:lnTo>
                    <a:pt x="4924114" y="1062329"/>
                  </a:lnTo>
                  <a:lnTo>
                    <a:pt x="4994458" y="1066739"/>
                  </a:lnTo>
                  <a:lnTo>
                    <a:pt x="5064803" y="1071019"/>
                  </a:lnTo>
                  <a:lnTo>
                    <a:pt x="5135147" y="1075174"/>
                  </a:lnTo>
                  <a:lnTo>
                    <a:pt x="5205492" y="1079206"/>
                  </a:lnTo>
                  <a:lnTo>
                    <a:pt x="5275836" y="1083120"/>
                  </a:lnTo>
                  <a:lnTo>
                    <a:pt x="5346181" y="1086918"/>
                  </a:lnTo>
                  <a:lnTo>
                    <a:pt x="5416525" y="1090605"/>
                  </a:lnTo>
                  <a:lnTo>
                    <a:pt x="5486870" y="1094183"/>
                  </a:lnTo>
                  <a:lnTo>
                    <a:pt x="5557214" y="1097656"/>
                  </a:lnTo>
                  <a:lnTo>
                    <a:pt x="5627559" y="1101027"/>
                  </a:lnTo>
                  <a:lnTo>
                    <a:pt x="5697903" y="1104299"/>
                  </a:lnTo>
                  <a:lnTo>
                    <a:pt x="5768248" y="1107475"/>
                  </a:lnTo>
                  <a:lnTo>
                    <a:pt x="5838592" y="1110557"/>
                  </a:lnTo>
                  <a:lnTo>
                    <a:pt x="5908937" y="1113548"/>
                  </a:lnTo>
                  <a:lnTo>
                    <a:pt x="5979281" y="1116451"/>
                  </a:lnTo>
                  <a:lnTo>
                    <a:pt x="6049626" y="1119269"/>
                  </a:lnTo>
                  <a:lnTo>
                    <a:pt x="6119970" y="1122004"/>
                  </a:lnTo>
                  <a:lnTo>
                    <a:pt x="6190315" y="1124659"/>
                  </a:lnTo>
                  <a:lnTo>
                    <a:pt x="6260659" y="1127236"/>
                  </a:lnTo>
                  <a:lnTo>
                    <a:pt x="6331004" y="1129736"/>
                  </a:lnTo>
                  <a:lnTo>
                    <a:pt x="6401348" y="1132163"/>
                  </a:lnTo>
                  <a:lnTo>
                    <a:pt x="6471693" y="1134519"/>
                  </a:lnTo>
                  <a:lnTo>
                    <a:pt x="6542037" y="1136806"/>
                  </a:lnTo>
                  <a:lnTo>
                    <a:pt x="6612382" y="1139025"/>
                  </a:lnTo>
                  <a:lnTo>
                    <a:pt x="6682726" y="1141179"/>
                  </a:lnTo>
                  <a:lnTo>
                    <a:pt x="6753071" y="1143269"/>
                  </a:lnTo>
                  <a:lnTo>
                    <a:pt x="6823415" y="1145298"/>
                  </a:lnTo>
                  <a:lnTo>
                    <a:pt x="6893760" y="1147268"/>
                  </a:lnTo>
                  <a:lnTo>
                    <a:pt x="6964104" y="11491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1.41 (1.18-1.69), p = &lt;0.001  |  per IQR decline (Δ = 29.9 %): 2.81 (1.64-4.81)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29189"/>
            </a:xfrm>
            <a:custGeom>
              <a:avLst/>
              <a:pathLst>
                <a:path w="6964104" h="1229189">
                  <a:moveTo>
                    <a:pt x="1072606" y="0"/>
                  </a:moveTo>
                  <a:lnTo>
                    <a:pt x="1125511" y="42450"/>
                  </a:lnTo>
                  <a:lnTo>
                    <a:pt x="1195856" y="96386"/>
                  </a:lnTo>
                  <a:lnTo>
                    <a:pt x="1266200" y="147928"/>
                  </a:lnTo>
                  <a:lnTo>
                    <a:pt x="1336545" y="197181"/>
                  </a:lnTo>
                  <a:lnTo>
                    <a:pt x="1406889" y="244247"/>
                  </a:lnTo>
                  <a:lnTo>
                    <a:pt x="1477234" y="289224"/>
                  </a:lnTo>
                  <a:lnTo>
                    <a:pt x="1547578" y="332203"/>
                  </a:lnTo>
                  <a:lnTo>
                    <a:pt x="1617923" y="373275"/>
                  </a:lnTo>
                  <a:lnTo>
                    <a:pt x="1688267" y="412522"/>
                  </a:lnTo>
                  <a:lnTo>
                    <a:pt x="1758612" y="450027"/>
                  </a:lnTo>
                  <a:lnTo>
                    <a:pt x="1828956" y="485867"/>
                  </a:lnTo>
                  <a:lnTo>
                    <a:pt x="1899301" y="520115"/>
                  </a:lnTo>
                  <a:lnTo>
                    <a:pt x="1969645" y="552843"/>
                  </a:lnTo>
                  <a:lnTo>
                    <a:pt x="2039990" y="584117"/>
                  </a:lnTo>
                  <a:lnTo>
                    <a:pt x="2110334" y="614003"/>
                  </a:lnTo>
                  <a:lnTo>
                    <a:pt x="2180679" y="642562"/>
                  </a:lnTo>
                  <a:lnTo>
                    <a:pt x="2251023" y="669853"/>
                  </a:lnTo>
                  <a:lnTo>
                    <a:pt x="2321368" y="695932"/>
                  </a:lnTo>
                  <a:lnTo>
                    <a:pt x="2391712" y="720853"/>
                  </a:lnTo>
                  <a:lnTo>
                    <a:pt x="2462057" y="744667"/>
                  </a:lnTo>
                  <a:lnTo>
                    <a:pt x="2532401" y="767425"/>
                  </a:lnTo>
                  <a:lnTo>
                    <a:pt x="2602746" y="789171"/>
                  </a:lnTo>
                  <a:lnTo>
                    <a:pt x="2673090" y="809953"/>
                  </a:lnTo>
                  <a:lnTo>
                    <a:pt x="2743435" y="829811"/>
                  </a:lnTo>
                  <a:lnTo>
                    <a:pt x="2813779" y="848788"/>
                  </a:lnTo>
                  <a:lnTo>
                    <a:pt x="2884124" y="866922"/>
                  </a:lnTo>
                  <a:lnTo>
                    <a:pt x="2954468" y="884251"/>
                  </a:lnTo>
                  <a:lnTo>
                    <a:pt x="3024813" y="900810"/>
                  </a:lnTo>
                  <a:lnTo>
                    <a:pt x="3095157" y="916635"/>
                  </a:lnTo>
                  <a:lnTo>
                    <a:pt x="3165502" y="931756"/>
                  </a:lnTo>
                  <a:lnTo>
                    <a:pt x="3235846" y="946206"/>
                  </a:lnTo>
                  <a:lnTo>
                    <a:pt x="3306191" y="958546"/>
                  </a:lnTo>
                  <a:lnTo>
                    <a:pt x="3376535" y="962787"/>
                  </a:lnTo>
                  <a:lnTo>
                    <a:pt x="3446880" y="966967"/>
                  </a:lnTo>
                  <a:lnTo>
                    <a:pt x="3517224" y="971089"/>
                  </a:lnTo>
                  <a:lnTo>
                    <a:pt x="3587569" y="975152"/>
                  </a:lnTo>
                  <a:lnTo>
                    <a:pt x="3657913" y="979157"/>
                  </a:lnTo>
                  <a:lnTo>
                    <a:pt x="3728257" y="983105"/>
                  </a:lnTo>
                  <a:lnTo>
                    <a:pt x="3798602" y="986997"/>
                  </a:lnTo>
                  <a:lnTo>
                    <a:pt x="3868946" y="990834"/>
                  </a:lnTo>
                  <a:lnTo>
                    <a:pt x="3939291" y="994617"/>
                  </a:lnTo>
                  <a:lnTo>
                    <a:pt x="4009635" y="998345"/>
                  </a:lnTo>
                  <a:lnTo>
                    <a:pt x="4079980" y="1002021"/>
                  </a:lnTo>
                  <a:lnTo>
                    <a:pt x="4150324" y="1005645"/>
                  </a:lnTo>
                  <a:lnTo>
                    <a:pt x="4220669" y="1009217"/>
                  </a:lnTo>
                  <a:lnTo>
                    <a:pt x="4291013" y="1012738"/>
                  </a:lnTo>
                  <a:lnTo>
                    <a:pt x="4361358" y="1016210"/>
                  </a:lnTo>
                  <a:lnTo>
                    <a:pt x="4431702" y="1019632"/>
                  </a:lnTo>
                  <a:lnTo>
                    <a:pt x="4502047" y="1023005"/>
                  </a:lnTo>
                  <a:lnTo>
                    <a:pt x="4572391" y="1026331"/>
                  </a:lnTo>
                  <a:lnTo>
                    <a:pt x="4642736" y="1029609"/>
                  </a:lnTo>
                  <a:lnTo>
                    <a:pt x="4713080" y="1032841"/>
                  </a:lnTo>
                  <a:lnTo>
                    <a:pt x="4783425" y="1036027"/>
                  </a:lnTo>
                  <a:lnTo>
                    <a:pt x="4853769" y="1039168"/>
                  </a:lnTo>
                  <a:lnTo>
                    <a:pt x="4924114" y="1042264"/>
                  </a:lnTo>
                  <a:lnTo>
                    <a:pt x="4994458" y="1045316"/>
                  </a:lnTo>
                  <a:lnTo>
                    <a:pt x="5064803" y="1048325"/>
                  </a:lnTo>
                  <a:lnTo>
                    <a:pt x="5135147" y="1051291"/>
                  </a:lnTo>
                  <a:lnTo>
                    <a:pt x="5205492" y="1054215"/>
                  </a:lnTo>
                  <a:lnTo>
                    <a:pt x="5275836" y="1057097"/>
                  </a:lnTo>
                  <a:lnTo>
                    <a:pt x="5346181" y="1059939"/>
                  </a:lnTo>
                  <a:lnTo>
                    <a:pt x="5416525" y="1062740"/>
                  </a:lnTo>
                  <a:lnTo>
                    <a:pt x="5486870" y="1065501"/>
                  </a:lnTo>
                  <a:lnTo>
                    <a:pt x="5557214" y="1068224"/>
                  </a:lnTo>
                  <a:lnTo>
                    <a:pt x="5627559" y="1070907"/>
                  </a:lnTo>
                  <a:lnTo>
                    <a:pt x="5697903" y="1073553"/>
                  </a:lnTo>
                  <a:lnTo>
                    <a:pt x="5768248" y="1076160"/>
                  </a:lnTo>
                  <a:lnTo>
                    <a:pt x="5838592" y="1078731"/>
                  </a:lnTo>
                  <a:lnTo>
                    <a:pt x="5908937" y="1081266"/>
                  </a:lnTo>
                  <a:lnTo>
                    <a:pt x="5979281" y="1083764"/>
                  </a:lnTo>
                  <a:lnTo>
                    <a:pt x="6049626" y="1086227"/>
                  </a:lnTo>
                  <a:lnTo>
                    <a:pt x="6119970" y="1088655"/>
                  </a:lnTo>
                  <a:lnTo>
                    <a:pt x="6190315" y="1091048"/>
                  </a:lnTo>
                  <a:lnTo>
                    <a:pt x="6260659" y="1093407"/>
                  </a:lnTo>
                  <a:lnTo>
                    <a:pt x="6331004" y="1095733"/>
                  </a:lnTo>
                  <a:lnTo>
                    <a:pt x="6401348" y="1098026"/>
                  </a:lnTo>
                  <a:lnTo>
                    <a:pt x="6471693" y="1100286"/>
                  </a:lnTo>
                  <a:lnTo>
                    <a:pt x="6542037" y="1102515"/>
                  </a:lnTo>
                  <a:lnTo>
                    <a:pt x="6612382" y="1104711"/>
                  </a:lnTo>
                  <a:lnTo>
                    <a:pt x="6682726" y="1106877"/>
                  </a:lnTo>
                  <a:lnTo>
                    <a:pt x="6753071" y="1109011"/>
                  </a:lnTo>
                  <a:lnTo>
                    <a:pt x="6823415" y="1111116"/>
                  </a:lnTo>
                  <a:lnTo>
                    <a:pt x="6893760" y="1113190"/>
                  </a:lnTo>
                  <a:lnTo>
                    <a:pt x="6964104" y="1115235"/>
                  </a:lnTo>
                  <a:lnTo>
                    <a:pt x="6964104" y="1229189"/>
                  </a:lnTo>
                  <a:lnTo>
                    <a:pt x="6893760" y="1227887"/>
                  </a:lnTo>
                  <a:lnTo>
                    <a:pt x="6823415" y="1226525"/>
                  </a:lnTo>
                  <a:lnTo>
                    <a:pt x="6753071" y="1225100"/>
                  </a:lnTo>
                  <a:lnTo>
                    <a:pt x="6682726" y="1223608"/>
                  </a:lnTo>
                  <a:lnTo>
                    <a:pt x="6612382" y="1222047"/>
                  </a:lnTo>
                  <a:lnTo>
                    <a:pt x="6542037" y="1220414"/>
                  </a:lnTo>
                  <a:lnTo>
                    <a:pt x="6471693" y="1218705"/>
                  </a:lnTo>
                  <a:lnTo>
                    <a:pt x="6401348" y="1216916"/>
                  </a:lnTo>
                  <a:lnTo>
                    <a:pt x="6331004" y="1215044"/>
                  </a:lnTo>
                  <a:lnTo>
                    <a:pt x="6260659" y="1213085"/>
                  </a:lnTo>
                  <a:lnTo>
                    <a:pt x="6190315" y="1211035"/>
                  </a:lnTo>
                  <a:lnTo>
                    <a:pt x="6119970" y="1208890"/>
                  </a:lnTo>
                  <a:lnTo>
                    <a:pt x="6049626" y="1206645"/>
                  </a:lnTo>
                  <a:lnTo>
                    <a:pt x="5979281" y="1204296"/>
                  </a:lnTo>
                  <a:lnTo>
                    <a:pt x="5908937" y="1201838"/>
                  </a:lnTo>
                  <a:lnTo>
                    <a:pt x="5838592" y="1199266"/>
                  </a:lnTo>
                  <a:lnTo>
                    <a:pt x="5768248" y="1196574"/>
                  </a:lnTo>
                  <a:lnTo>
                    <a:pt x="5697903" y="1193757"/>
                  </a:lnTo>
                  <a:lnTo>
                    <a:pt x="5627559" y="1190809"/>
                  </a:lnTo>
                  <a:lnTo>
                    <a:pt x="5557214" y="1187724"/>
                  </a:lnTo>
                  <a:lnTo>
                    <a:pt x="5486870" y="1184496"/>
                  </a:lnTo>
                  <a:lnTo>
                    <a:pt x="5416525" y="1181117"/>
                  </a:lnTo>
                  <a:lnTo>
                    <a:pt x="5346181" y="1177582"/>
                  </a:lnTo>
                  <a:lnTo>
                    <a:pt x="5275836" y="1173883"/>
                  </a:lnTo>
                  <a:lnTo>
                    <a:pt x="5205492" y="1170011"/>
                  </a:lnTo>
                  <a:lnTo>
                    <a:pt x="5135147" y="1165960"/>
                  </a:lnTo>
                  <a:lnTo>
                    <a:pt x="5064803" y="1161721"/>
                  </a:lnTo>
                  <a:lnTo>
                    <a:pt x="4994458" y="1157284"/>
                  </a:lnTo>
                  <a:lnTo>
                    <a:pt x="4924114" y="1152641"/>
                  </a:lnTo>
                  <a:lnTo>
                    <a:pt x="4853769" y="1147783"/>
                  </a:lnTo>
                  <a:lnTo>
                    <a:pt x="4783425" y="1142699"/>
                  </a:lnTo>
                  <a:lnTo>
                    <a:pt x="4713080" y="1137379"/>
                  </a:lnTo>
                  <a:lnTo>
                    <a:pt x="4642736" y="1131811"/>
                  </a:lnTo>
                  <a:lnTo>
                    <a:pt x="4572391" y="1125985"/>
                  </a:lnTo>
                  <a:lnTo>
                    <a:pt x="4502047" y="1119888"/>
                  </a:lnTo>
                  <a:lnTo>
                    <a:pt x="4431702" y="1113508"/>
                  </a:lnTo>
                  <a:lnTo>
                    <a:pt x="4361358" y="1106831"/>
                  </a:lnTo>
                  <a:lnTo>
                    <a:pt x="4291013" y="1099844"/>
                  </a:lnTo>
                  <a:lnTo>
                    <a:pt x="4220669" y="1092533"/>
                  </a:lnTo>
                  <a:lnTo>
                    <a:pt x="4150324" y="1084882"/>
                  </a:lnTo>
                  <a:lnTo>
                    <a:pt x="4079980" y="1076875"/>
                  </a:lnTo>
                  <a:lnTo>
                    <a:pt x="4009635" y="1068496"/>
                  </a:lnTo>
                  <a:lnTo>
                    <a:pt x="3939291" y="1059728"/>
                  </a:lnTo>
                  <a:lnTo>
                    <a:pt x="3868946" y="1050553"/>
                  </a:lnTo>
                  <a:lnTo>
                    <a:pt x="3798602" y="1040951"/>
                  </a:lnTo>
                  <a:lnTo>
                    <a:pt x="3728257" y="1030903"/>
                  </a:lnTo>
                  <a:lnTo>
                    <a:pt x="3657913" y="1020388"/>
                  </a:lnTo>
                  <a:lnTo>
                    <a:pt x="3587569" y="1009385"/>
                  </a:lnTo>
                  <a:lnTo>
                    <a:pt x="3517224" y="997870"/>
                  </a:lnTo>
                  <a:lnTo>
                    <a:pt x="3446880" y="985820"/>
                  </a:lnTo>
                  <a:lnTo>
                    <a:pt x="3376535" y="973211"/>
                  </a:lnTo>
                  <a:lnTo>
                    <a:pt x="3306191" y="960015"/>
                  </a:lnTo>
                  <a:lnTo>
                    <a:pt x="3235846" y="954244"/>
                  </a:lnTo>
                  <a:lnTo>
                    <a:pt x="3165502" y="949880"/>
                  </a:lnTo>
                  <a:lnTo>
                    <a:pt x="3095157" y="945453"/>
                  </a:lnTo>
                  <a:lnTo>
                    <a:pt x="3024813" y="940962"/>
                  </a:lnTo>
                  <a:lnTo>
                    <a:pt x="2954468" y="936407"/>
                  </a:lnTo>
                  <a:lnTo>
                    <a:pt x="2884124" y="931786"/>
                  </a:lnTo>
                  <a:lnTo>
                    <a:pt x="2813779" y="927098"/>
                  </a:lnTo>
                  <a:lnTo>
                    <a:pt x="2743435" y="922343"/>
                  </a:lnTo>
                  <a:lnTo>
                    <a:pt x="2673090" y="917520"/>
                  </a:lnTo>
                  <a:lnTo>
                    <a:pt x="2602746" y="912627"/>
                  </a:lnTo>
                  <a:lnTo>
                    <a:pt x="2532401" y="907663"/>
                  </a:lnTo>
                  <a:lnTo>
                    <a:pt x="2462057" y="902628"/>
                  </a:lnTo>
                  <a:lnTo>
                    <a:pt x="2391712" y="897521"/>
                  </a:lnTo>
                  <a:lnTo>
                    <a:pt x="2321368" y="892340"/>
                  </a:lnTo>
                  <a:lnTo>
                    <a:pt x="2251023" y="887084"/>
                  </a:lnTo>
                  <a:lnTo>
                    <a:pt x="2180679" y="881753"/>
                  </a:lnTo>
                  <a:lnTo>
                    <a:pt x="2110334" y="876344"/>
                  </a:lnTo>
                  <a:lnTo>
                    <a:pt x="2039990" y="870858"/>
                  </a:lnTo>
                  <a:lnTo>
                    <a:pt x="1969645" y="865293"/>
                  </a:lnTo>
                  <a:lnTo>
                    <a:pt x="1899301" y="859648"/>
                  </a:lnTo>
                  <a:lnTo>
                    <a:pt x="1828956" y="853921"/>
                  </a:lnTo>
                  <a:lnTo>
                    <a:pt x="1758612" y="848112"/>
                  </a:lnTo>
                  <a:lnTo>
                    <a:pt x="1688267" y="842219"/>
                  </a:lnTo>
                  <a:lnTo>
                    <a:pt x="1617923" y="836241"/>
                  </a:lnTo>
                  <a:lnTo>
                    <a:pt x="1547578" y="830178"/>
                  </a:lnTo>
                  <a:lnTo>
                    <a:pt x="1477234" y="824027"/>
                  </a:lnTo>
                  <a:lnTo>
                    <a:pt x="1406889" y="817787"/>
                  </a:lnTo>
                  <a:lnTo>
                    <a:pt x="1336545" y="811457"/>
                  </a:lnTo>
                  <a:lnTo>
                    <a:pt x="1266200" y="805036"/>
                  </a:lnTo>
                  <a:lnTo>
                    <a:pt x="1195856" y="798523"/>
                  </a:lnTo>
                  <a:lnTo>
                    <a:pt x="1125511" y="791916"/>
                  </a:lnTo>
                  <a:lnTo>
                    <a:pt x="1055167" y="785214"/>
                  </a:lnTo>
                  <a:lnTo>
                    <a:pt x="984822" y="778415"/>
                  </a:lnTo>
                  <a:lnTo>
                    <a:pt x="914478" y="771518"/>
                  </a:lnTo>
                  <a:lnTo>
                    <a:pt x="844133" y="764522"/>
                  </a:lnTo>
                  <a:lnTo>
                    <a:pt x="773789" y="757425"/>
                  </a:lnTo>
                  <a:lnTo>
                    <a:pt x="703444" y="750226"/>
                  </a:lnTo>
                  <a:lnTo>
                    <a:pt x="633100" y="742923"/>
                  </a:lnTo>
                  <a:lnTo>
                    <a:pt x="562755" y="735515"/>
                  </a:lnTo>
                  <a:lnTo>
                    <a:pt x="492411" y="728000"/>
                  </a:lnTo>
                  <a:lnTo>
                    <a:pt x="422066" y="720377"/>
                  </a:lnTo>
                  <a:lnTo>
                    <a:pt x="351722" y="712645"/>
                  </a:lnTo>
                  <a:lnTo>
                    <a:pt x="281377" y="704800"/>
                  </a:lnTo>
                  <a:lnTo>
                    <a:pt x="211033" y="696843"/>
                  </a:lnTo>
                  <a:lnTo>
                    <a:pt x="140688" y="688771"/>
                  </a:lnTo>
                  <a:lnTo>
                    <a:pt x="70344" y="680583"/>
                  </a:lnTo>
                  <a:lnTo>
                    <a:pt x="0" y="6722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307918" y="4336484"/>
              <a:ext cx="5891498" cy="1115235"/>
            </a:xfrm>
            <a:custGeom>
              <a:avLst/>
              <a:pathLst>
                <a:path w="5891498" h="1115235">
                  <a:moveTo>
                    <a:pt x="0" y="0"/>
                  </a:moveTo>
                  <a:lnTo>
                    <a:pt x="52905" y="42450"/>
                  </a:lnTo>
                  <a:lnTo>
                    <a:pt x="123249" y="96386"/>
                  </a:lnTo>
                  <a:lnTo>
                    <a:pt x="193594" y="147928"/>
                  </a:lnTo>
                  <a:lnTo>
                    <a:pt x="263938" y="197181"/>
                  </a:lnTo>
                  <a:lnTo>
                    <a:pt x="334283" y="244247"/>
                  </a:lnTo>
                  <a:lnTo>
                    <a:pt x="404627" y="289224"/>
                  </a:lnTo>
                  <a:lnTo>
                    <a:pt x="474972" y="332203"/>
                  </a:lnTo>
                  <a:lnTo>
                    <a:pt x="545316" y="373275"/>
                  </a:lnTo>
                  <a:lnTo>
                    <a:pt x="615661" y="412522"/>
                  </a:lnTo>
                  <a:lnTo>
                    <a:pt x="686005" y="450027"/>
                  </a:lnTo>
                  <a:lnTo>
                    <a:pt x="756350" y="485867"/>
                  </a:lnTo>
                  <a:lnTo>
                    <a:pt x="826694" y="520115"/>
                  </a:lnTo>
                  <a:lnTo>
                    <a:pt x="897039" y="552843"/>
                  </a:lnTo>
                  <a:lnTo>
                    <a:pt x="967383" y="584117"/>
                  </a:lnTo>
                  <a:lnTo>
                    <a:pt x="1037728" y="614003"/>
                  </a:lnTo>
                  <a:lnTo>
                    <a:pt x="1108072" y="642562"/>
                  </a:lnTo>
                  <a:lnTo>
                    <a:pt x="1178417" y="669853"/>
                  </a:lnTo>
                  <a:lnTo>
                    <a:pt x="1248761" y="695932"/>
                  </a:lnTo>
                  <a:lnTo>
                    <a:pt x="1319106" y="720853"/>
                  </a:lnTo>
                  <a:lnTo>
                    <a:pt x="1389450" y="744667"/>
                  </a:lnTo>
                  <a:lnTo>
                    <a:pt x="1459795" y="767425"/>
                  </a:lnTo>
                  <a:lnTo>
                    <a:pt x="1530139" y="789171"/>
                  </a:lnTo>
                  <a:lnTo>
                    <a:pt x="1600484" y="809953"/>
                  </a:lnTo>
                  <a:lnTo>
                    <a:pt x="1670828" y="829811"/>
                  </a:lnTo>
                  <a:lnTo>
                    <a:pt x="1741173" y="848788"/>
                  </a:lnTo>
                  <a:lnTo>
                    <a:pt x="1811517" y="866922"/>
                  </a:lnTo>
                  <a:lnTo>
                    <a:pt x="1881862" y="884251"/>
                  </a:lnTo>
                  <a:lnTo>
                    <a:pt x="1952206" y="900810"/>
                  </a:lnTo>
                  <a:lnTo>
                    <a:pt x="2022551" y="916635"/>
                  </a:lnTo>
                  <a:lnTo>
                    <a:pt x="2092895" y="931756"/>
                  </a:lnTo>
                  <a:lnTo>
                    <a:pt x="2163240" y="946206"/>
                  </a:lnTo>
                  <a:lnTo>
                    <a:pt x="2233584" y="958546"/>
                  </a:lnTo>
                  <a:lnTo>
                    <a:pt x="2303929" y="962787"/>
                  </a:lnTo>
                  <a:lnTo>
                    <a:pt x="2374273" y="966967"/>
                  </a:lnTo>
                  <a:lnTo>
                    <a:pt x="2444618" y="971089"/>
                  </a:lnTo>
                  <a:lnTo>
                    <a:pt x="2514962" y="975152"/>
                  </a:lnTo>
                  <a:lnTo>
                    <a:pt x="2585307" y="979157"/>
                  </a:lnTo>
                  <a:lnTo>
                    <a:pt x="2655651" y="983105"/>
                  </a:lnTo>
                  <a:lnTo>
                    <a:pt x="2725996" y="986997"/>
                  </a:lnTo>
                  <a:lnTo>
                    <a:pt x="2796340" y="990834"/>
                  </a:lnTo>
                  <a:lnTo>
                    <a:pt x="2866685" y="994617"/>
                  </a:lnTo>
                  <a:lnTo>
                    <a:pt x="2937029" y="998345"/>
                  </a:lnTo>
                  <a:lnTo>
                    <a:pt x="3007373" y="1002021"/>
                  </a:lnTo>
                  <a:lnTo>
                    <a:pt x="3077718" y="1005645"/>
                  </a:lnTo>
                  <a:lnTo>
                    <a:pt x="3148062" y="1009217"/>
                  </a:lnTo>
                  <a:lnTo>
                    <a:pt x="3218407" y="1012738"/>
                  </a:lnTo>
                  <a:lnTo>
                    <a:pt x="3288751" y="1016210"/>
                  </a:lnTo>
                  <a:lnTo>
                    <a:pt x="3359096" y="1019632"/>
                  </a:lnTo>
                  <a:lnTo>
                    <a:pt x="3429440" y="1023005"/>
                  </a:lnTo>
                  <a:lnTo>
                    <a:pt x="3499785" y="1026331"/>
                  </a:lnTo>
                  <a:lnTo>
                    <a:pt x="3570129" y="1029609"/>
                  </a:lnTo>
                  <a:lnTo>
                    <a:pt x="3640474" y="1032841"/>
                  </a:lnTo>
                  <a:lnTo>
                    <a:pt x="3710818" y="1036027"/>
                  </a:lnTo>
                  <a:lnTo>
                    <a:pt x="3781163" y="1039168"/>
                  </a:lnTo>
                  <a:lnTo>
                    <a:pt x="3851507" y="1042264"/>
                  </a:lnTo>
                  <a:lnTo>
                    <a:pt x="3921852" y="1045316"/>
                  </a:lnTo>
                  <a:lnTo>
                    <a:pt x="3992196" y="1048325"/>
                  </a:lnTo>
                  <a:lnTo>
                    <a:pt x="4062541" y="1051291"/>
                  </a:lnTo>
                  <a:lnTo>
                    <a:pt x="4132885" y="1054215"/>
                  </a:lnTo>
                  <a:lnTo>
                    <a:pt x="4203230" y="1057097"/>
                  </a:lnTo>
                  <a:lnTo>
                    <a:pt x="4273574" y="1059939"/>
                  </a:lnTo>
                  <a:lnTo>
                    <a:pt x="4343919" y="1062740"/>
                  </a:lnTo>
                  <a:lnTo>
                    <a:pt x="4414263" y="1065501"/>
                  </a:lnTo>
                  <a:lnTo>
                    <a:pt x="4484608" y="1068224"/>
                  </a:lnTo>
                  <a:lnTo>
                    <a:pt x="4554952" y="1070907"/>
                  </a:lnTo>
                  <a:lnTo>
                    <a:pt x="4625297" y="1073553"/>
                  </a:lnTo>
                  <a:lnTo>
                    <a:pt x="4695641" y="1076160"/>
                  </a:lnTo>
                  <a:lnTo>
                    <a:pt x="4765986" y="1078731"/>
                  </a:lnTo>
                  <a:lnTo>
                    <a:pt x="4836330" y="1081266"/>
                  </a:lnTo>
                  <a:lnTo>
                    <a:pt x="4906675" y="1083764"/>
                  </a:lnTo>
                  <a:lnTo>
                    <a:pt x="4977019" y="1086227"/>
                  </a:lnTo>
                  <a:lnTo>
                    <a:pt x="5047364" y="1088655"/>
                  </a:lnTo>
                  <a:lnTo>
                    <a:pt x="5117708" y="1091048"/>
                  </a:lnTo>
                  <a:lnTo>
                    <a:pt x="5188053" y="1093407"/>
                  </a:lnTo>
                  <a:lnTo>
                    <a:pt x="5258397" y="1095733"/>
                  </a:lnTo>
                  <a:lnTo>
                    <a:pt x="5328742" y="1098026"/>
                  </a:lnTo>
                  <a:lnTo>
                    <a:pt x="5399086" y="1100286"/>
                  </a:lnTo>
                  <a:lnTo>
                    <a:pt x="5469431" y="1102515"/>
                  </a:lnTo>
                  <a:lnTo>
                    <a:pt x="5539775" y="1104711"/>
                  </a:lnTo>
                  <a:lnTo>
                    <a:pt x="5610120" y="1106877"/>
                  </a:lnTo>
                  <a:lnTo>
                    <a:pt x="5680464" y="1109011"/>
                  </a:lnTo>
                  <a:lnTo>
                    <a:pt x="5750809" y="1111116"/>
                  </a:lnTo>
                  <a:lnTo>
                    <a:pt x="5821153" y="1113190"/>
                  </a:lnTo>
                  <a:lnTo>
                    <a:pt x="5891498" y="1115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008762"/>
              <a:ext cx="6964104" cy="556911"/>
            </a:xfrm>
            <a:custGeom>
              <a:avLst/>
              <a:pathLst>
                <a:path w="6964104" h="556911">
                  <a:moveTo>
                    <a:pt x="6964104" y="556911"/>
                  </a:moveTo>
                  <a:lnTo>
                    <a:pt x="6893760" y="555609"/>
                  </a:lnTo>
                  <a:lnTo>
                    <a:pt x="6823415" y="554247"/>
                  </a:lnTo>
                  <a:lnTo>
                    <a:pt x="6753071" y="552822"/>
                  </a:lnTo>
                  <a:lnTo>
                    <a:pt x="6682726" y="551330"/>
                  </a:lnTo>
                  <a:lnTo>
                    <a:pt x="6612382" y="549770"/>
                  </a:lnTo>
                  <a:lnTo>
                    <a:pt x="6542037" y="548136"/>
                  </a:lnTo>
                  <a:lnTo>
                    <a:pt x="6471693" y="546427"/>
                  </a:lnTo>
                  <a:lnTo>
                    <a:pt x="6401348" y="544638"/>
                  </a:lnTo>
                  <a:lnTo>
                    <a:pt x="6331004" y="542766"/>
                  </a:lnTo>
                  <a:lnTo>
                    <a:pt x="6260659" y="540807"/>
                  </a:lnTo>
                  <a:lnTo>
                    <a:pt x="6190315" y="538757"/>
                  </a:lnTo>
                  <a:lnTo>
                    <a:pt x="6119970" y="536612"/>
                  </a:lnTo>
                  <a:lnTo>
                    <a:pt x="6049626" y="534368"/>
                  </a:lnTo>
                  <a:lnTo>
                    <a:pt x="5979281" y="532019"/>
                  </a:lnTo>
                  <a:lnTo>
                    <a:pt x="5908937" y="529560"/>
                  </a:lnTo>
                  <a:lnTo>
                    <a:pt x="5838592" y="526988"/>
                  </a:lnTo>
                  <a:lnTo>
                    <a:pt x="5768248" y="524296"/>
                  </a:lnTo>
                  <a:lnTo>
                    <a:pt x="5697903" y="521479"/>
                  </a:lnTo>
                  <a:lnTo>
                    <a:pt x="5627559" y="518531"/>
                  </a:lnTo>
                  <a:lnTo>
                    <a:pt x="5557214" y="515446"/>
                  </a:lnTo>
                  <a:lnTo>
                    <a:pt x="5486870" y="512218"/>
                  </a:lnTo>
                  <a:lnTo>
                    <a:pt x="5416525" y="508840"/>
                  </a:lnTo>
                  <a:lnTo>
                    <a:pt x="5346181" y="505304"/>
                  </a:lnTo>
                  <a:lnTo>
                    <a:pt x="5275836" y="501605"/>
                  </a:lnTo>
                  <a:lnTo>
                    <a:pt x="5205492" y="497733"/>
                  </a:lnTo>
                  <a:lnTo>
                    <a:pt x="5135147" y="493682"/>
                  </a:lnTo>
                  <a:lnTo>
                    <a:pt x="5064803" y="489443"/>
                  </a:lnTo>
                  <a:lnTo>
                    <a:pt x="4994458" y="485006"/>
                  </a:lnTo>
                  <a:lnTo>
                    <a:pt x="4924114" y="480364"/>
                  </a:lnTo>
                  <a:lnTo>
                    <a:pt x="4853769" y="475505"/>
                  </a:lnTo>
                  <a:lnTo>
                    <a:pt x="4783425" y="470421"/>
                  </a:lnTo>
                  <a:lnTo>
                    <a:pt x="4713080" y="465101"/>
                  </a:lnTo>
                  <a:lnTo>
                    <a:pt x="4642736" y="459533"/>
                  </a:lnTo>
                  <a:lnTo>
                    <a:pt x="4572391" y="453707"/>
                  </a:lnTo>
                  <a:lnTo>
                    <a:pt x="4502047" y="447610"/>
                  </a:lnTo>
                  <a:lnTo>
                    <a:pt x="4431702" y="441230"/>
                  </a:lnTo>
                  <a:lnTo>
                    <a:pt x="4361358" y="434553"/>
                  </a:lnTo>
                  <a:lnTo>
                    <a:pt x="4291013" y="427567"/>
                  </a:lnTo>
                  <a:lnTo>
                    <a:pt x="4220669" y="420255"/>
                  </a:lnTo>
                  <a:lnTo>
                    <a:pt x="4150324" y="412604"/>
                  </a:lnTo>
                  <a:lnTo>
                    <a:pt x="4079980" y="404597"/>
                  </a:lnTo>
                  <a:lnTo>
                    <a:pt x="4009635" y="396218"/>
                  </a:lnTo>
                  <a:lnTo>
                    <a:pt x="3939291" y="387450"/>
                  </a:lnTo>
                  <a:lnTo>
                    <a:pt x="3868946" y="378275"/>
                  </a:lnTo>
                  <a:lnTo>
                    <a:pt x="3798602" y="368673"/>
                  </a:lnTo>
                  <a:lnTo>
                    <a:pt x="3728257" y="358625"/>
                  </a:lnTo>
                  <a:lnTo>
                    <a:pt x="3657913" y="348110"/>
                  </a:lnTo>
                  <a:lnTo>
                    <a:pt x="3587569" y="337107"/>
                  </a:lnTo>
                  <a:lnTo>
                    <a:pt x="3517224" y="325592"/>
                  </a:lnTo>
                  <a:lnTo>
                    <a:pt x="3446880" y="313542"/>
                  </a:lnTo>
                  <a:lnTo>
                    <a:pt x="3376535" y="300933"/>
                  </a:lnTo>
                  <a:lnTo>
                    <a:pt x="3306191" y="287737"/>
                  </a:lnTo>
                  <a:lnTo>
                    <a:pt x="3235846" y="281966"/>
                  </a:lnTo>
                  <a:lnTo>
                    <a:pt x="3165502" y="277602"/>
                  </a:lnTo>
                  <a:lnTo>
                    <a:pt x="3095157" y="273175"/>
                  </a:lnTo>
                  <a:lnTo>
                    <a:pt x="3024813" y="268684"/>
                  </a:lnTo>
                  <a:lnTo>
                    <a:pt x="2954468" y="264129"/>
                  </a:lnTo>
                  <a:lnTo>
                    <a:pt x="2884124" y="259508"/>
                  </a:lnTo>
                  <a:lnTo>
                    <a:pt x="2813779" y="254820"/>
                  </a:lnTo>
                  <a:lnTo>
                    <a:pt x="2743435" y="250065"/>
                  </a:lnTo>
                  <a:lnTo>
                    <a:pt x="2673090" y="245242"/>
                  </a:lnTo>
                  <a:lnTo>
                    <a:pt x="2602746" y="240349"/>
                  </a:lnTo>
                  <a:lnTo>
                    <a:pt x="2532401" y="235385"/>
                  </a:lnTo>
                  <a:lnTo>
                    <a:pt x="2462057" y="230350"/>
                  </a:lnTo>
                  <a:lnTo>
                    <a:pt x="2391712" y="225243"/>
                  </a:lnTo>
                  <a:lnTo>
                    <a:pt x="2321368" y="220062"/>
                  </a:lnTo>
                  <a:lnTo>
                    <a:pt x="2251023" y="214806"/>
                  </a:lnTo>
                  <a:lnTo>
                    <a:pt x="2180679" y="209475"/>
                  </a:lnTo>
                  <a:lnTo>
                    <a:pt x="2110334" y="204066"/>
                  </a:lnTo>
                  <a:lnTo>
                    <a:pt x="2039990" y="198580"/>
                  </a:lnTo>
                  <a:lnTo>
                    <a:pt x="1969645" y="193015"/>
                  </a:lnTo>
                  <a:lnTo>
                    <a:pt x="1899301" y="187370"/>
                  </a:lnTo>
                  <a:lnTo>
                    <a:pt x="1828956" y="181643"/>
                  </a:lnTo>
                  <a:lnTo>
                    <a:pt x="1758612" y="175834"/>
                  </a:lnTo>
                  <a:lnTo>
                    <a:pt x="1688267" y="169941"/>
                  </a:lnTo>
                  <a:lnTo>
                    <a:pt x="1617923" y="163964"/>
                  </a:lnTo>
                  <a:lnTo>
                    <a:pt x="1547578" y="157900"/>
                  </a:lnTo>
                  <a:lnTo>
                    <a:pt x="1477234" y="151749"/>
                  </a:lnTo>
                  <a:lnTo>
                    <a:pt x="1406889" y="145509"/>
                  </a:lnTo>
                  <a:lnTo>
                    <a:pt x="1336545" y="139179"/>
                  </a:lnTo>
                  <a:lnTo>
                    <a:pt x="1266200" y="132758"/>
                  </a:lnTo>
                  <a:lnTo>
                    <a:pt x="1195856" y="126245"/>
                  </a:lnTo>
                  <a:lnTo>
                    <a:pt x="1125511" y="119638"/>
                  </a:lnTo>
                  <a:lnTo>
                    <a:pt x="1055167" y="112936"/>
                  </a:lnTo>
                  <a:lnTo>
                    <a:pt x="984822" y="106137"/>
                  </a:lnTo>
                  <a:lnTo>
                    <a:pt x="914478" y="99240"/>
                  </a:lnTo>
                  <a:lnTo>
                    <a:pt x="844133" y="92244"/>
                  </a:lnTo>
                  <a:lnTo>
                    <a:pt x="773789" y="85147"/>
                  </a:lnTo>
                  <a:lnTo>
                    <a:pt x="703444" y="77948"/>
                  </a:lnTo>
                  <a:lnTo>
                    <a:pt x="633100" y="70645"/>
                  </a:lnTo>
                  <a:lnTo>
                    <a:pt x="562755" y="63237"/>
                  </a:lnTo>
                  <a:lnTo>
                    <a:pt x="492411" y="55722"/>
                  </a:lnTo>
                  <a:lnTo>
                    <a:pt x="422066" y="48099"/>
                  </a:lnTo>
                  <a:lnTo>
                    <a:pt x="351722" y="40367"/>
                  </a:lnTo>
                  <a:lnTo>
                    <a:pt x="281377" y="32523"/>
                  </a:lnTo>
                  <a:lnTo>
                    <a:pt x="211033" y="24565"/>
                  </a:lnTo>
                  <a:lnTo>
                    <a:pt x="140688" y="16494"/>
                  </a:lnTo>
                  <a:lnTo>
                    <a:pt x="70344" y="83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381444"/>
              <a:ext cx="6964104" cy="1149179"/>
            </a:xfrm>
            <a:custGeom>
              <a:avLst/>
              <a:pathLst>
                <a:path w="6964104" h="1149179">
                  <a:moveTo>
                    <a:pt x="0" y="0"/>
                  </a:moveTo>
                  <a:lnTo>
                    <a:pt x="70344" y="35661"/>
                  </a:lnTo>
                  <a:lnTo>
                    <a:pt x="140688" y="70274"/>
                  </a:lnTo>
                  <a:lnTo>
                    <a:pt x="211033" y="103869"/>
                  </a:lnTo>
                  <a:lnTo>
                    <a:pt x="281377" y="136475"/>
                  </a:lnTo>
                  <a:lnTo>
                    <a:pt x="351722" y="168122"/>
                  </a:lnTo>
                  <a:lnTo>
                    <a:pt x="422066" y="198838"/>
                  </a:lnTo>
                  <a:lnTo>
                    <a:pt x="492411" y="228651"/>
                  </a:lnTo>
                  <a:lnTo>
                    <a:pt x="562755" y="257586"/>
                  </a:lnTo>
                  <a:lnTo>
                    <a:pt x="633100" y="285671"/>
                  </a:lnTo>
                  <a:lnTo>
                    <a:pt x="703444" y="312929"/>
                  </a:lnTo>
                  <a:lnTo>
                    <a:pt x="773789" y="339385"/>
                  </a:lnTo>
                  <a:lnTo>
                    <a:pt x="844133" y="365063"/>
                  </a:lnTo>
                  <a:lnTo>
                    <a:pt x="914478" y="389985"/>
                  </a:lnTo>
                  <a:lnTo>
                    <a:pt x="984822" y="414175"/>
                  </a:lnTo>
                  <a:lnTo>
                    <a:pt x="1055167" y="437652"/>
                  </a:lnTo>
                  <a:lnTo>
                    <a:pt x="1125511" y="460439"/>
                  </a:lnTo>
                  <a:lnTo>
                    <a:pt x="1195856" y="482556"/>
                  </a:lnTo>
                  <a:lnTo>
                    <a:pt x="1266200" y="504022"/>
                  </a:lnTo>
                  <a:lnTo>
                    <a:pt x="1336545" y="524856"/>
                  </a:lnTo>
                  <a:lnTo>
                    <a:pt x="1406889" y="545078"/>
                  </a:lnTo>
                  <a:lnTo>
                    <a:pt x="1477234" y="564705"/>
                  </a:lnTo>
                  <a:lnTo>
                    <a:pt x="1547578" y="583754"/>
                  </a:lnTo>
                  <a:lnTo>
                    <a:pt x="1617923" y="602243"/>
                  </a:lnTo>
                  <a:lnTo>
                    <a:pt x="1688267" y="620188"/>
                  </a:lnTo>
                  <a:lnTo>
                    <a:pt x="1758612" y="637605"/>
                  </a:lnTo>
                  <a:lnTo>
                    <a:pt x="1828956" y="654510"/>
                  </a:lnTo>
                  <a:lnTo>
                    <a:pt x="1899301" y="670918"/>
                  </a:lnTo>
                  <a:lnTo>
                    <a:pt x="1969645" y="686842"/>
                  </a:lnTo>
                  <a:lnTo>
                    <a:pt x="2039990" y="702299"/>
                  </a:lnTo>
                  <a:lnTo>
                    <a:pt x="2110334" y="717300"/>
                  </a:lnTo>
                  <a:lnTo>
                    <a:pt x="2180679" y="731861"/>
                  </a:lnTo>
                  <a:lnTo>
                    <a:pt x="2251023" y="745993"/>
                  </a:lnTo>
                  <a:lnTo>
                    <a:pt x="2321368" y="759709"/>
                  </a:lnTo>
                  <a:lnTo>
                    <a:pt x="2391712" y="773021"/>
                  </a:lnTo>
                  <a:lnTo>
                    <a:pt x="2462057" y="785942"/>
                  </a:lnTo>
                  <a:lnTo>
                    <a:pt x="2532401" y="798483"/>
                  </a:lnTo>
                  <a:lnTo>
                    <a:pt x="2602746" y="810655"/>
                  </a:lnTo>
                  <a:lnTo>
                    <a:pt x="2673090" y="822469"/>
                  </a:lnTo>
                  <a:lnTo>
                    <a:pt x="2743435" y="833936"/>
                  </a:lnTo>
                  <a:lnTo>
                    <a:pt x="2813779" y="845065"/>
                  </a:lnTo>
                  <a:lnTo>
                    <a:pt x="2884124" y="855867"/>
                  </a:lnTo>
                  <a:lnTo>
                    <a:pt x="2954468" y="866350"/>
                  </a:lnTo>
                  <a:lnTo>
                    <a:pt x="3024813" y="876526"/>
                  </a:lnTo>
                  <a:lnTo>
                    <a:pt x="3095157" y="886402"/>
                  </a:lnTo>
                  <a:lnTo>
                    <a:pt x="3165502" y="895988"/>
                  </a:lnTo>
                  <a:lnTo>
                    <a:pt x="3235846" y="905291"/>
                  </a:lnTo>
                  <a:lnTo>
                    <a:pt x="3306191" y="914321"/>
                  </a:lnTo>
                  <a:lnTo>
                    <a:pt x="3376535" y="923086"/>
                  </a:lnTo>
                  <a:lnTo>
                    <a:pt x="3446880" y="931592"/>
                  </a:lnTo>
                  <a:lnTo>
                    <a:pt x="3517224" y="939848"/>
                  </a:lnTo>
                  <a:lnTo>
                    <a:pt x="3587569" y="947862"/>
                  </a:lnTo>
                  <a:lnTo>
                    <a:pt x="3657913" y="955639"/>
                  </a:lnTo>
                  <a:lnTo>
                    <a:pt x="3728257" y="963188"/>
                  </a:lnTo>
                  <a:lnTo>
                    <a:pt x="3798602" y="970515"/>
                  </a:lnTo>
                  <a:lnTo>
                    <a:pt x="3868946" y="977626"/>
                  </a:lnTo>
                  <a:lnTo>
                    <a:pt x="3939291" y="984528"/>
                  </a:lnTo>
                  <a:lnTo>
                    <a:pt x="4009635" y="991227"/>
                  </a:lnTo>
                  <a:lnTo>
                    <a:pt x="4079980" y="997729"/>
                  </a:lnTo>
                  <a:lnTo>
                    <a:pt x="4150324" y="1004039"/>
                  </a:lnTo>
                  <a:lnTo>
                    <a:pt x="4220669" y="1010164"/>
                  </a:lnTo>
                  <a:lnTo>
                    <a:pt x="4291013" y="1016109"/>
                  </a:lnTo>
                  <a:lnTo>
                    <a:pt x="4361358" y="1021879"/>
                  </a:lnTo>
                  <a:lnTo>
                    <a:pt x="4431702" y="1027479"/>
                  </a:lnTo>
                  <a:lnTo>
                    <a:pt x="4502047" y="1032914"/>
                  </a:lnTo>
                  <a:lnTo>
                    <a:pt x="4572391" y="1038190"/>
                  </a:lnTo>
                  <a:lnTo>
                    <a:pt x="4642736" y="1043310"/>
                  </a:lnTo>
                  <a:lnTo>
                    <a:pt x="4713080" y="1048280"/>
                  </a:lnTo>
                  <a:lnTo>
                    <a:pt x="4783425" y="1053103"/>
                  </a:lnTo>
                  <a:lnTo>
                    <a:pt x="4853769" y="1057785"/>
                  </a:lnTo>
                  <a:lnTo>
                    <a:pt x="4924114" y="1062329"/>
                  </a:lnTo>
                  <a:lnTo>
                    <a:pt x="4994458" y="1066739"/>
                  </a:lnTo>
                  <a:lnTo>
                    <a:pt x="5064803" y="1071019"/>
                  </a:lnTo>
                  <a:lnTo>
                    <a:pt x="5135147" y="1075174"/>
                  </a:lnTo>
                  <a:lnTo>
                    <a:pt x="5205492" y="1079206"/>
                  </a:lnTo>
                  <a:lnTo>
                    <a:pt x="5275836" y="1083120"/>
                  </a:lnTo>
                  <a:lnTo>
                    <a:pt x="5346181" y="1086918"/>
                  </a:lnTo>
                  <a:lnTo>
                    <a:pt x="5416525" y="1090605"/>
                  </a:lnTo>
                  <a:lnTo>
                    <a:pt x="5486870" y="1094183"/>
                  </a:lnTo>
                  <a:lnTo>
                    <a:pt x="5557214" y="1097656"/>
                  </a:lnTo>
                  <a:lnTo>
                    <a:pt x="5627559" y="1101027"/>
                  </a:lnTo>
                  <a:lnTo>
                    <a:pt x="5697903" y="1104299"/>
                  </a:lnTo>
                  <a:lnTo>
                    <a:pt x="5768248" y="1107475"/>
                  </a:lnTo>
                  <a:lnTo>
                    <a:pt x="5838592" y="1110557"/>
                  </a:lnTo>
                  <a:lnTo>
                    <a:pt x="5908937" y="1113548"/>
                  </a:lnTo>
                  <a:lnTo>
                    <a:pt x="5979281" y="1116451"/>
                  </a:lnTo>
                  <a:lnTo>
                    <a:pt x="6049626" y="1119269"/>
                  </a:lnTo>
                  <a:lnTo>
                    <a:pt x="6119970" y="1122004"/>
                  </a:lnTo>
                  <a:lnTo>
                    <a:pt x="6190315" y="1124659"/>
                  </a:lnTo>
                  <a:lnTo>
                    <a:pt x="6260659" y="1127236"/>
                  </a:lnTo>
                  <a:lnTo>
                    <a:pt x="6331004" y="1129736"/>
                  </a:lnTo>
                  <a:lnTo>
                    <a:pt x="6401348" y="1132163"/>
                  </a:lnTo>
                  <a:lnTo>
                    <a:pt x="6471693" y="1134519"/>
                  </a:lnTo>
                  <a:lnTo>
                    <a:pt x="6542037" y="1136806"/>
                  </a:lnTo>
                  <a:lnTo>
                    <a:pt x="6612382" y="1139025"/>
                  </a:lnTo>
                  <a:lnTo>
                    <a:pt x="6682726" y="1141179"/>
                  </a:lnTo>
                  <a:lnTo>
                    <a:pt x="6753071" y="1143269"/>
                  </a:lnTo>
                  <a:lnTo>
                    <a:pt x="6823415" y="1145298"/>
                  </a:lnTo>
                  <a:lnTo>
                    <a:pt x="6893760" y="1147268"/>
                  </a:lnTo>
                  <a:lnTo>
                    <a:pt x="6964104" y="11491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1.41 (1.18-1.69), p = &lt;0.001  |  per IQR decline (Δ = 29.9 %): 2.81 (1.64-4.81)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2026-07-22T07:57:25Z</dcterms:modified>
  <cp:category/>
</cp:coreProperties>
</file>