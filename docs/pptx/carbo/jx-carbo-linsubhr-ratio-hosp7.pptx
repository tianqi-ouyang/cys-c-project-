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6122"/>
            </a:xfrm>
            <a:custGeom>
              <a:avLst/>
              <a:pathLst>
                <a:path w="7403783" h="3406122">
                  <a:moveTo>
                    <a:pt x="985647" y="0"/>
                  </a:moveTo>
                  <a:lnTo>
                    <a:pt x="1043281" y="117630"/>
                  </a:lnTo>
                  <a:lnTo>
                    <a:pt x="1119914" y="267090"/>
                  </a:lnTo>
                  <a:lnTo>
                    <a:pt x="1196546" y="409914"/>
                  </a:lnTo>
                  <a:lnTo>
                    <a:pt x="1273179" y="546396"/>
                  </a:lnTo>
                  <a:lnTo>
                    <a:pt x="1349811" y="676818"/>
                  </a:lnTo>
                  <a:lnTo>
                    <a:pt x="1426444" y="801450"/>
                  </a:lnTo>
                  <a:lnTo>
                    <a:pt x="1503076" y="920547"/>
                  </a:lnTo>
                  <a:lnTo>
                    <a:pt x="1579709" y="1034356"/>
                  </a:lnTo>
                  <a:lnTo>
                    <a:pt x="1656342" y="1143113"/>
                  </a:lnTo>
                  <a:lnTo>
                    <a:pt x="1732974" y="1247040"/>
                  </a:lnTo>
                  <a:lnTo>
                    <a:pt x="1809607" y="1346353"/>
                  </a:lnTo>
                  <a:lnTo>
                    <a:pt x="1886239" y="1441256"/>
                  </a:lnTo>
                  <a:lnTo>
                    <a:pt x="1962872" y="1531945"/>
                  </a:lnTo>
                  <a:lnTo>
                    <a:pt x="2039504" y="1618608"/>
                  </a:lnTo>
                  <a:lnTo>
                    <a:pt x="2116137" y="1701422"/>
                  </a:lnTo>
                  <a:lnTo>
                    <a:pt x="2192769" y="1780560"/>
                  </a:lnTo>
                  <a:lnTo>
                    <a:pt x="2269402" y="1856184"/>
                  </a:lnTo>
                  <a:lnTo>
                    <a:pt x="2346034" y="1928449"/>
                  </a:lnTo>
                  <a:lnTo>
                    <a:pt x="2422667" y="1997507"/>
                  </a:lnTo>
                  <a:lnTo>
                    <a:pt x="2499300" y="2063498"/>
                  </a:lnTo>
                  <a:lnTo>
                    <a:pt x="2575932" y="2126559"/>
                  </a:lnTo>
                  <a:lnTo>
                    <a:pt x="2652565" y="2186820"/>
                  </a:lnTo>
                  <a:lnTo>
                    <a:pt x="2729197" y="2244405"/>
                  </a:lnTo>
                  <a:lnTo>
                    <a:pt x="2805830" y="2299433"/>
                  </a:lnTo>
                  <a:lnTo>
                    <a:pt x="2882462" y="2352018"/>
                  </a:lnTo>
                  <a:lnTo>
                    <a:pt x="2959095" y="2402269"/>
                  </a:lnTo>
                  <a:lnTo>
                    <a:pt x="3035727" y="2450288"/>
                  </a:lnTo>
                  <a:lnTo>
                    <a:pt x="3112360" y="2496175"/>
                  </a:lnTo>
                  <a:lnTo>
                    <a:pt x="3188993" y="2540024"/>
                  </a:lnTo>
                  <a:lnTo>
                    <a:pt x="3265625" y="2581927"/>
                  </a:lnTo>
                  <a:lnTo>
                    <a:pt x="3342258" y="2621969"/>
                  </a:lnTo>
                  <a:lnTo>
                    <a:pt x="3418890" y="2656161"/>
                  </a:lnTo>
                  <a:lnTo>
                    <a:pt x="3495523" y="2667913"/>
                  </a:lnTo>
                  <a:lnTo>
                    <a:pt x="3572155" y="2679498"/>
                  </a:lnTo>
                  <a:lnTo>
                    <a:pt x="3648788" y="2690918"/>
                  </a:lnTo>
                  <a:lnTo>
                    <a:pt x="3725420" y="2702177"/>
                  </a:lnTo>
                  <a:lnTo>
                    <a:pt x="3802053" y="2713275"/>
                  </a:lnTo>
                  <a:lnTo>
                    <a:pt x="3878685" y="2724216"/>
                  </a:lnTo>
                  <a:lnTo>
                    <a:pt x="3955318" y="2735001"/>
                  </a:lnTo>
                  <a:lnTo>
                    <a:pt x="4031951" y="2745633"/>
                  </a:lnTo>
                  <a:lnTo>
                    <a:pt x="4108583" y="2756115"/>
                  </a:lnTo>
                  <a:lnTo>
                    <a:pt x="4185216" y="2766447"/>
                  </a:lnTo>
                  <a:lnTo>
                    <a:pt x="4261848" y="2776633"/>
                  </a:lnTo>
                  <a:lnTo>
                    <a:pt x="4338481" y="2786674"/>
                  </a:lnTo>
                  <a:lnTo>
                    <a:pt x="4415113" y="2796573"/>
                  </a:lnTo>
                  <a:lnTo>
                    <a:pt x="4491746" y="2806331"/>
                  </a:lnTo>
                  <a:lnTo>
                    <a:pt x="4568378" y="2815950"/>
                  </a:lnTo>
                  <a:lnTo>
                    <a:pt x="4645011" y="2825433"/>
                  </a:lnTo>
                  <a:lnTo>
                    <a:pt x="4721644" y="2834781"/>
                  </a:lnTo>
                  <a:lnTo>
                    <a:pt x="4798276" y="2843996"/>
                  </a:lnTo>
                  <a:lnTo>
                    <a:pt x="4874909" y="2853081"/>
                  </a:lnTo>
                  <a:lnTo>
                    <a:pt x="4951541" y="2862036"/>
                  </a:lnTo>
                  <a:lnTo>
                    <a:pt x="5028174" y="2870865"/>
                  </a:lnTo>
                  <a:lnTo>
                    <a:pt x="5104806" y="2879568"/>
                  </a:lnTo>
                  <a:lnTo>
                    <a:pt x="5181439" y="2888147"/>
                  </a:lnTo>
                  <a:lnTo>
                    <a:pt x="5258071" y="2896605"/>
                  </a:lnTo>
                  <a:lnTo>
                    <a:pt x="5334704" y="2904942"/>
                  </a:lnTo>
                  <a:lnTo>
                    <a:pt x="5411336" y="2913161"/>
                  </a:lnTo>
                  <a:lnTo>
                    <a:pt x="5487969" y="2921264"/>
                  </a:lnTo>
                  <a:lnTo>
                    <a:pt x="5564602" y="2929251"/>
                  </a:lnTo>
                  <a:lnTo>
                    <a:pt x="5641234" y="2937125"/>
                  </a:lnTo>
                  <a:lnTo>
                    <a:pt x="5717867" y="2944887"/>
                  </a:lnTo>
                  <a:lnTo>
                    <a:pt x="5794499" y="2952539"/>
                  </a:lnTo>
                  <a:lnTo>
                    <a:pt x="5871132" y="2960082"/>
                  </a:lnTo>
                  <a:lnTo>
                    <a:pt x="5947764" y="2967518"/>
                  </a:lnTo>
                  <a:lnTo>
                    <a:pt x="6024397" y="2974849"/>
                  </a:lnTo>
                  <a:lnTo>
                    <a:pt x="6101029" y="2982075"/>
                  </a:lnTo>
                  <a:lnTo>
                    <a:pt x="6177662" y="2989199"/>
                  </a:lnTo>
                  <a:lnTo>
                    <a:pt x="6254294" y="2996222"/>
                  </a:lnTo>
                  <a:lnTo>
                    <a:pt x="6330927" y="3003144"/>
                  </a:lnTo>
                  <a:lnTo>
                    <a:pt x="6407560" y="3009969"/>
                  </a:lnTo>
                  <a:lnTo>
                    <a:pt x="6484192" y="3016697"/>
                  </a:lnTo>
                  <a:lnTo>
                    <a:pt x="6560825" y="3023329"/>
                  </a:lnTo>
                  <a:lnTo>
                    <a:pt x="6637457" y="3029867"/>
                  </a:lnTo>
                  <a:lnTo>
                    <a:pt x="6714090" y="3036312"/>
                  </a:lnTo>
                  <a:lnTo>
                    <a:pt x="6790722" y="3042666"/>
                  </a:lnTo>
                  <a:lnTo>
                    <a:pt x="6867355" y="3048929"/>
                  </a:lnTo>
                  <a:lnTo>
                    <a:pt x="6943987" y="3055104"/>
                  </a:lnTo>
                  <a:lnTo>
                    <a:pt x="7020620" y="3061190"/>
                  </a:lnTo>
                  <a:lnTo>
                    <a:pt x="7097253" y="3067191"/>
                  </a:lnTo>
                  <a:lnTo>
                    <a:pt x="7173885" y="3073106"/>
                  </a:lnTo>
                  <a:lnTo>
                    <a:pt x="7250518" y="3078937"/>
                  </a:lnTo>
                  <a:lnTo>
                    <a:pt x="7327150" y="3084685"/>
                  </a:lnTo>
                  <a:lnTo>
                    <a:pt x="7403783" y="3090352"/>
                  </a:lnTo>
                  <a:lnTo>
                    <a:pt x="7403783" y="3406122"/>
                  </a:lnTo>
                  <a:lnTo>
                    <a:pt x="7327150" y="3402515"/>
                  </a:lnTo>
                  <a:lnTo>
                    <a:pt x="7250518" y="3398741"/>
                  </a:lnTo>
                  <a:lnTo>
                    <a:pt x="7173885" y="3394791"/>
                  </a:lnTo>
                  <a:lnTo>
                    <a:pt x="7097253" y="3390658"/>
                  </a:lnTo>
                  <a:lnTo>
                    <a:pt x="7020620" y="3386332"/>
                  </a:lnTo>
                  <a:lnTo>
                    <a:pt x="6943987" y="3381806"/>
                  </a:lnTo>
                  <a:lnTo>
                    <a:pt x="6867355" y="3377070"/>
                  </a:lnTo>
                  <a:lnTo>
                    <a:pt x="6790722" y="3372113"/>
                  </a:lnTo>
                  <a:lnTo>
                    <a:pt x="6714090" y="3366926"/>
                  </a:lnTo>
                  <a:lnTo>
                    <a:pt x="6637457" y="3361498"/>
                  </a:lnTo>
                  <a:lnTo>
                    <a:pt x="6560825" y="3355818"/>
                  </a:lnTo>
                  <a:lnTo>
                    <a:pt x="6484192" y="3349874"/>
                  </a:lnTo>
                  <a:lnTo>
                    <a:pt x="6407560" y="3343653"/>
                  </a:lnTo>
                  <a:lnTo>
                    <a:pt x="6330927" y="3337144"/>
                  </a:lnTo>
                  <a:lnTo>
                    <a:pt x="6254294" y="3330332"/>
                  </a:lnTo>
                  <a:lnTo>
                    <a:pt x="6177662" y="3323204"/>
                  </a:lnTo>
                  <a:lnTo>
                    <a:pt x="6101029" y="3315744"/>
                  </a:lnTo>
                  <a:lnTo>
                    <a:pt x="6024397" y="3307938"/>
                  </a:lnTo>
                  <a:lnTo>
                    <a:pt x="5947764" y="3299769"/>
                  </a:lnTo>
                  <a:lnTo>
                    <a:pt x="5871132" y="3291221"/>
                  </a:lnTo>
                  <a:lnTo>
                    <a:pt x="5794499" y="3282275"/>
                  </a:lnTo>
                  <a:lnTo>
                    <a:pt x="5717867" y="3272914"/>
                  </a:lnTo>
                  <a:lnTo>
                    <a:pt x="5641234" y="3263118"/>
                  </a:lnTo>
                  <a:lnTo>
                    <a:pt x="5564602" y="3252867"/>
                  </a:lnTo>
                  <a:lnTo>
                    <a:pt x="5487969" y="3242139"/>
                  </a:lnTo>
                  <a:lnTo>
                    <a:pt x="5411336" y="3230913"/>
                  </a:lnTo>
                  <a:lnTo>
                    <a:pt x="5334704" y="3219165"/>
                  </a:lnTo>
                  <a:lnTo>
                    <a:pt x="5258071" y="3206871"/>
                  </a:lnTo>
                  <a:lnTo>
                    <a:pt x="5181439" y="3194007"/>
                  </a:lnTo>
                  <a:lnTo>
                    <a:pt x="5104806" y="3180544"/>
                  </a:lnTo>
                  <a:lnTo>
                    <a:pt x="5028174" y="3166456"/>
                  </a:lnTo>
                  <a:lnTo>
                    <a:pt x="4951541" y="3151713"/>
                  </a:lnTo>
                  <a:lnTo>
                    <a:pt x="4874909" y="3136285"/>
                  </a:lnTo>
                  <a:lnTo>
                    <a:pt x="4798276" y="3120141"/>
                  </a:lnTo>
                  <a:lnTo>
                    <a:pt x="4721644" y="3103246"/>
                  </a:lnTo>
                  <a:lnTo>
                    <a:pt x="4645011" y="3085566"/>
                  </a:lnTo>
                  <a:lnTo>
                    <a:pt x="4568378" y="3067065"/>
                  </a:lnTo>
                  <a:lnTo>
                    <a:pt x="4491746" y="3047704"/>
                  </a:lnTo>
                  <a:lnTo>
                    <a:pt x="4415113" y="3027444"/>
                  </a:lnTo>
                  <a:lnTo>
                    <a:pt x="4338481" y="3006242"/>
                  </a:lnTo>
                  <a:lnTo>
                    <a:pt x="4261848" y="2984055"/>
                  </a:lnTo>
                  <a:lnTo>
                    <a:pt x="4185216" y="2960837"/>
                  </a:lnTo>
                  <a:lnTo>
                    <a:pt x="4108583" y="2936541"/>
                  </a:lnTo>
                  <a:lnTo>
                    <a:pt x="4031951" y="2911115"/>
                  </a:lnTo>
                  <a:lnTo>
                    <a:pt x="3955318" y="2884508"/>
                  </a:lnTo>
                  <a:lnTo>
                    <a:pt x="3878685" y="2856665"/>
                  </a:lnTo>
                  <a:lnTo>
                    <a:pt x="3802053" y="2827528"/>
                  </a:lnTo>
                  <a:lnTo>
                    <a:pt x="3725420" y="2797037"/>
                  </a:lnTo>
                  <a:lnTo>
                    <a:pt x="3648788" y="2765129"/>
                  </a:lnTo>
                  <a:lnTo>
                    <a:pt x="3572155" y="2731739"/>
                  </a:lnTo>
                  <a:lnTo>
                    <a:pt x="3495523" y="2696798"/>
                  </a:lnTo>
                  <a:lnTo>
                    <a:pt x="3418890" y="2660233"/>
                  </a:lnTo>
                  <a:lnTo>
                    <a:pt x="3342258" y="2644240"/>
                  </a:lnTo>
                  <a:lnTo>
                    <a:pt x="3265625" y="2632147"/>
                  </a:lnTo>
                  <a:lnTo>
                    <a:pt x="3188993" y="2619880"/>
                  </a:lnTo>
                  <a:lnTo>
                    <a:pt x="3112360" y="2607436"/>
                  </a:lnTo>
                  <a:lnTo>
                    <a:pt x="3035727" y="2594813"/>
                  </a:lnTo>
                  <a:lnTo>
                    <a:pt x="2959095" y="2582009"/>
                  </a:lnTo>
                  <a:lnTo>
                    <a:pt x="2882462" y="2569019"/>
                  </a:lnTo>
                  <a:lnTo>
                    <a:pt x="2805830" y="2555843"/>
                  </a:lnTo>
                  <a:lnTo>
                    <a:pt x="2729197" y="2542477"/>
                  </a:lnTo>
                  <a:lnTo>
                    <a:pt x="2652565" y="2528918"/>
                  </a:lnTo>
                  <a:lnTo>
                    <a:pt x="2575932" y="2515164"/>
                  </a:lnTo>
                  <a:lnTo>
                    <a:pt x="2499300" y="2501212"/>
                  </a:lnTo>
                  <a:lnTo>
                    <a:pt x="2422667" y="2487059"/>
                  </a:lnTo>
                  <a:lnTo>
                    <a:pt x="2346034" y="2472702"/>
                  </a:lnTo>
                  <a:lnTo>
                    <a:pt x="2269402" y="2458138"/>
                  </a:lnTo>
                  <a:lnTo>
                    <a:pt x="2192769" y="2443365"/>
                  </a:lnTo>
                  <a:lnTo>
                    <a:pt x="2116137" y="2428378"/>
                  </a:lnTo>
                  <a:lnTo>
                    <a:pt x="2039504" y="2413176"/>
                  </a:lnTo>
                  <a:lnTo>
                    <a:pt x="1962872" y="2397755"/>
                  </a:lnTo>
                  <a:lnTo>
                    <a:pt x="1886239" y="2382112"/>
                  </a:lnTo>
                  <a:lnTo>
                    <a:pt x="1809607" y="2366243"/>
                  </a:lnTo>
                  <a:lnTo>
                    <a:pt x="1732974" y="2350146"/>
                  </a:lnTo>
                  <a:lnTo>
                    <a:pt x="1656342" y="2333816"/>
                  </a:lnTo>
                  <a:lnTo>
                    <a:pt x="1579709" y="2317252"/>
                  </a:lnTo>
                  <a:lnTo>
                    <a:pt x="1503076" y="2300449"/>
                  </a:lnTo>
                  <a:lnTo>
                    <a:pt x="1426444" y="2283404"/>
                  </a:lnTo>
                  <a:lnTo>
                    <a:pt x="1349811" y="2266114"/>
                  </a:lnTo>
                  <a:lnTo>
                    <a:pt x="1273179" y="2248574"/>
                  </a:lnTo>
                  <a:lnTo>
                    <a:pt x="1196546" y="2230782"/>
                  </a:lnTo>
                  <a:lnTo>
                    <a:pt x="1119914" y="2212733"/>
                  </a:lnTo>
                  <a:lnTo>
                    <a:pt x="1043281" y="2194425"/>
                  </a:lnTo>
                  <a:lnTo>
                    <a:pt x="966649" y="2175852"/>
                  </a:lnTo>
                  <a:lnTo>
                    <a:pt x="890016" y="2157013"/>
                  </a:lnTo>
                  <a:lnTo>
                    <a:pt x="813384" y="2137901"/>
                  </a:lnTo>
                  <a:lnTo>
                    <a:pt x="736751" y="2118515"/>
                  </a:lnTo>
                  <a:lnTo>
                    <a:pt x="660118" y="2098849"/>
                  </a:lnTo>
                  <a:lnTo>
                    <a:pt x="583486" y="2078900"/>
                  </a:lnTo>
                  <a:lnTo>
                    <a:pt x="506853" y="2058664"/>
                  </a:lnTo>
                  <a:lnTo>
                    <a:pt x="430221" y="2038136"/>
                  </a:lnTo>
                  <a:lnTo>
                    <a:pt x="353588" y="2017312"/>
                  </a:lnTo>
                  <a:lnTo>
                    <a:pt x="276956" y="1996189"/>
                  </a:lnTo>
                  <a:lnTo>
                    <a:pt x="200323" y="1974761"/>
                  </a:lnTo>
                  <a:lnTo>
                    <a:pt x="123691" y="1953025"/>
                  </a:lnTo>
                  <a:lnTo>
                    <a:pt x="47058" y="1930975"/>
                  </a:lnTo>
                  <a:lnTo>
                    <a:pt x="0" y="1917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2073503"/>
              <a:ext cx="6418136" cy="3090352"/>
            </a:xfrm>
            <a:custGeom>
              <a:avLst/>
              <a:pathLst>
                <a:path w="6418136" h="3090352">
                  <a:moveTo>
                    <a:pt x="0" y="0"/>
                  </a:moveTo>
                  <a:lnTo>
                    <a:pt x="57634" y="117630"/>
                  </a:lnTo>
                  <a:lnTo>
                    <a:pt x="134267" y="267090"/>
                  </a:lnTo>
                  <a:lnTo>
                    <a:pt x="210899" y="409914"/>
                  </a:lnTo>
                  <a:lnTo>
                    <a:pt x="287532" y="546396"/>
                  </a:lnTo>
                  <a:lnTo>
                    <a:pt x="364164" y="676818"/>
                  </a:lnTo>
                  <a:lnTo>
                    <a:pt x="440797" y="801450"/>
                  </a:lnTo>
                  <a:lnTo>
                    <a:pt x="517429" y="920547"/>
                  </a:lnTo>
                  <a:lnTo>
                    <a:pt x="594062" y="1034356"/>
                  </a:lnTo>
                  <a:lnTo>
                    <a:pt x="670694" y="1143113"/>
                  </a:lnTo>
                  <a:lnTo>
                    <a:pt x="747327" y="1247040"/>
                  </a:lnTo>
                  <a:lnTo>
                    <a:pt x="823960" y="1346353"/>
                  </a:lnTo>
                  <a:lnTo>
                    <a:pt x="900592" y="1441256"/>
                  </a:lnTo>
                  <a:lnTo>
                    <a:pt x="977225" y="1531945"/>
                  </a:lnTo>
                  <a:lnTo>
                    <a:pt x="1053857" y="1618608"/>
                  </a:lnTo>
                  <a:lnTo>
                    <a:pt x="1130490" y="1701422"/>
                  </a:lnTo>
                  <a:lnTo>
                    <a:pt x="1207122" y="1780560"/>
                  </a:lnTo>
                  <a:lnTo>
                    <a:pt x="1283755" y="1856184"/>
                  </a:lnTo>
                  <a:lnTo>
                    <a:pt x="1360387" y="1928449"/>
                  </a:lnTo>
                  <a:lnTo>
                    <a:pt x="1437020" y="1997507"/>
                  </a:lnTo>
                  <a:lnTo>
                    <a:pt x="1513652" y="2063498"/>
                  </a:lnTo>
                  <a:lnTo>
                    <a:pt x="1590285" y="2126559"/>
                  </a:lnTo>
                  <a:lnTo>
                    <a:pt x="1666918" y="2186820"/>
                  </a:lnTo>
                  <a:lnTo>
                    <a:pt x="1743550" y="2244405"/>
                  </a:lnTo>
                  <a:lnTo>
                    <a:pt x="1820183" y="2299433"/>
                  </a:lnTo>
                  <a:lnTo>
                    <a:pt x="1896815" y="2352018"/>
                  </a:lnTo>
                  <a:lnTo>
                    <a:pt x="1973448" y="2402269"/>
                  </a:lnTo>
                  <a:lnTo>
                    <a:pt x="2050080" y="2450288"/>
                  </a:lnTo>
                  <a:lnTo>
                    <a:pt x="2126713" y="2496175"/>
                  </a:lnTo>
                  <a:lnTo>
                    <a:pt x="2203345" y="2540024"/>
                  </a:lnTo>
                  <a:lnTo>
                    <a:pt x="2279978" y="2581927"/>
                  </a:lnTo>
                  <a:lnTo>
                    <a:pt x="2356611" y="2621969"/>
                  </a:lnTo>
                  <a:lnTo>
                    <a:pt x="2433243" y="2656161"/>
                  </a:lnTo>
                  <a:lnTo>
                    <a:pt x="2509876" y="2667913"/>
                  </a:lnTo>
                  <a:lnTo>
                    <a:pt x="2586508" y="2679498"/>
                  </a:lnTo>
                  <a:lnTo>
                    <a:pt x="2663141" y="2690918"/>
                  </a:lnTo>
                  <a:lnTo>
                    <a:pt x="2739773" y="2702177"/>
                  </a:lnTo>
                  <a:lnTo>
                    <a:pt x="2816406" y="2713275"/>
                  </a:lnTo>
                  <a:lnTo>
                    <a:pt x="2893038" y="2724216"/>
                  </a:lnTo>
                  <a:lnTo>
                    <a:pt x="2969671" y="2735001"/>
                  </a:lnTo>
                  <a:lnTo>
                    <a:pt x="3046303" y="2745633"/>
                  </a:lnTo>
                  <a:lnTo>
                    <a:pt x="3122936" y="2756115"/>
                  </a:lnTo>
                  <a:lnTo>
                    <a:pt x="3199569" y="2766447"/>
                  </a:lnTo>
                  <a:lnTo>
                    <a:pt x="3276201" y="2776633"/>
                  </a:lnTo>
                  <a:lnTo>
                    <a:pt x="3352834" y="2786674"/>
                  </a:lnTo>
                  <a:lnTo>
                    <a:pt x="3429466" y="2796573"/>
                  </a:lnTo>
                  <a:lnTo>
                    <a:pt x="3506099" y="2806331"/>
                  </a:lnTo>
                  <a:lnTo>
                    <a:pt x="3582731" y="2815950"/>
                  </a:lnTo>
                  <a:lnTo>
                    <a:pt x="3659364" y="2825433"/>
                  </a:lnTo>
                  <a:lnTo>
                    <a:pt x="3735996" y="2834781"/>
                  </a:lnTo>
                  <a:lnTo>
                    <a:pt x="3812629" y="2843996"/>
                  </a:lnTo>
                  <a:lnTo>
                    <a:pt x="3889262" y="2853081"/>
                  </a:lnTo>
                  <a:lnTo>
                    <a:pt x="3965894" y="2862036"/>
                  </a:lnTo>
                  <a:lnTo>
                    <a:pt x="4042527" y="2870865"/>
                  </a:lnTo>
                  <a:lnTo>
                    <a:pt x="4119159" y="2879568"/>
                  </a:lnTo>
                  <a:lnTo>
                    <a:pt x="4195792" y="2888147"/>
                  </a:lnTo>
                  <a:lnTo>
                    <a:pt x="4272424" y="2896605"/>
                  </a:lnTo>
                  <a:lnTo>
                    <a:pt x="4349057" y="2904942"/>
                  </a:lnTo>
                  <a:lnTo>
                    <a:pt x="4425689" y="2913161"/>
                  </a:lnTo>
                  <a:lnTo>
                    <a:pt x="4502322" y="2921264"/>
                  </a:lnTo>
                  <a:lnTo>
                    <a:pt x="4578954" y="2929251"/>
                  </a:lnTo>
                  <a:lnTo>
                    <a:pt x="4655587" y="2937125"/>
                  </a:lnTo>
                  <a:lnTo>
                    <a:pt x="4732220" y="2944887"/>
                  </a:lnTo>
                  <a:lnTo>
                    <a:pt x="4808852" y="2952539"/>
                  </a:lnTo>
                  <a:lnTo>
                    <a:pt x="4885485" y="2960082"/>
                  </a:lnTo>
                  <a:lnTo>
                    <a:pt x="4962117" y="2967518"/>
                  </a:lnTo>
                  <a:lnTo>
                    <a:pt x="5038750" y="2974849"/>
                  </a:lnTo>
                  <a:lnTo>
                    <a:pt x="5115382" y="2982075"/>
                  </a:lnTo>
                  <a:lnTo>
                    <a:pt x="5192015" y="2989199"/>
                  </a:lnTo>
                  <a:lnTo>
                    <a:pt x="5268647" y="2996222"/>
                  </a:lnTo>
                  <a:lnTo>
                    <a:pt x="5345280" y="3003144"/>
                  </a:lnTo>
                  <a:lnTo>
                    <a:pt x="5421912" y="3009969"/>
                  </a:lnTo>
                  <a:lnTo>
                    <a:pt x="5498545" y="3016697"/>
                  </a:lnTo>
                  <a:lnTo>
                    <a:pt x="5575178" y="3023329"/>
                  </a:lnTo>
                  <a:lnTo>
                    <a:pt x="5651810" y="3029867"/>
                  </a:lnTo>
                  <a:lnTo>
                    <a:pt x="5728443" y="3036312"/>
                  </a:lnTo>
                  <a:lnTo>
                    <a:pt x="5805075" y="3042666"/>
                  </a:lnTo>
                  <a:lnTo>
                    <a:pt x="5881708" y="3048929"/>
                  </a:lnTo>
                  <a:lnTo>
                    <a:pt x="5958340" y="3055104"/>
                  </a:lnTo>
                  <a:lnTo>
                    <a:pt x="6034973" y="3061190"/>
                  </a:lnTo>
                  <a:lnTo>
                    <a:pt x="6111605" y="3067191"/>
                  </a:lnTo>
                  <a:lnTo>
                    <a:pt x="6188238" y="3073106"/>
                  </a:lnTo>
                  <a:lnTo>
                    <a:pt x="6264871" y="3078937"/>
                  </a:lnTo>
                  <a:lnTo>
                    <a:pt x="6341503" y="3084685"/>
                  </a:lnTo>
                  <a:lnTo>
                    <a:pt x="64181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0743"/>
              <a:ext cx="7403783" cy="1488881"/>
            </a:xfrm>
            <a:custGeom>
              <a:avLst/>
              <a:pathLst>
                <a:path w="7403783" h="1488881">
                  <a:moveTo>
                    <a:pt x="7403783" y="1488881"/>
                  </a:moveTo>
                  <a:lnTo>
                    <a:pt x="7327150" y="1485275"/>
                  </a:lnTo>
                  <a:lnTo>
                    <a:pt x="7250518" y="1481500"/>
                  </a:lnTo>
                  <a:lnTo>
                    <a:pt x="7173885" y="1477551"/>
                  </a:lnTo>
                  <a:lnTo>
                    <a:pt x="7097253" y="1473417"/>
                  </a:lnTo>
                  <a:lnTo>
                    <a:pt x="7020620" y="1469092"/>
                  </a:lnTo>
                  <a:lnTo>
                    <a:pt x="6943987" y="1464566"/>
                  </a:lnTo>
                  <a:lnTo>
                    <a:pt x="6867355" y="1459829"/>
                  </a:lnTo>
                  <a:lnTo>
                    <a:pt x="6790722" y="1454872"/>
                  </a:lnTo>
                  <a:lnTo>
                    <a:pt x="6714090" y="1449685"/>
                  </a:lnTo>
                  <a:lnTo>
                    <a:pt x="6637457" y="1444257"/>
                  </a:lnTo>
                  <a:lnTo>
                    <a:pt x="6560825" y="1438577"/>
                  </a:lnTo>
                  <a:lnTo>
                    <a:pt x="6484192" y="1432633"/>
                  </a:lnTo>
                  <a:lnTo>
                    <a:pt x="6407560" y="1426413"/>
                  </a:lnTo>
                  <a:lnTo>
                    <a:pt x="6330927" y="1419903"/>
                  </a:lnTo>
                  <a:lnTo>
                    <a:pt x="6254294" y="1413092"/>
                  </a:lnTo>
                  <a:lnTo>
                    <a:pt x="6177662" y="1405963"/>
                  </a:lnTo>
                  <a:lnTo>
                    <a:pt x="6101029" y="1398504"/>
                  </a:lnTo>
                  <a:lnTo>
                    <a:pt x="6024397" y="1390698"/>
                  </a:lnTo>
                  <a:lnTo>
                    <a:pt x="5947764" y="1382529"/>
                  </a:lnTo>
                  <a:lnTo>
                    <a:pt x="5871132" y="1373980"/>
                  </a:lnTo>
                  <a:lnTo>
                    <a:pt x="5794499" y="1365035"/>
                  </a:lnTo>
                  <a:lnTo>
                    <a:pt x="5717867" y="1355674"/>
                  </a:lnTo>
                  <a:lnTo>
                    <a:pt x="5641234" y="1345877"/>
                  </a:lnTo>
                  <a:lnTo>
                    <a:pt x="5564602" y="1335626"/>
                  </a:lnTo>
                  <a:lnTo>
                    <a:pt x="5487969" y="1324898"/>
                  </a:lnTo>
                  <a:lnTo>
                    <a:pt x="5411336" y="1313672"/>
                  </a:lnTo>
                  <a:lnTo>
                    <a:pt x="5334704" y="1301925"/>
                  </a:lnTo>
                  <a:lnTo>
                    <a:pt x="5258071" y="1289631"/>
                  </a:lnTo>
                  <a:lnTo>
                    <a:pt x="5181439" y="1276766"/>
                  </a:lnTo>
                  <a:lnTo>
                    <a:pt x="5104806" y="1263303"/>
                  </a:lnTo>
                  <a:lnTo>
                    <a:pt x="5028174" y="1249215"/>
                  </a:lnTo>
                  <a:lnTo>
                    <a:pt x="4951541" y="1234473"/>
                  </a:lnTo>
                  <a:lnTo>
                    <a:pt x="4874909" y="1219045"/>
                  </a:lnTo>
                  <a:lnTo>
                    <a:pt x="4798276" y="1202900"/>
                  </a:lnTo>
                  <a:lnTo>
                    <a:pt x="4721644" y="1186006"/>
                  </a:lnTo>
                  <a:lnTo>
                    <a:pt x="4645011" y="1168326"/>
                  </a:lnTo>
                  <a:lnTo>
                    <a:pt x="4568378" y="1149825"/>
                  </a:lnTo>
                  <a:lnTo>
                    <a:pt x="4491746" y="1130464"/>
                  </a:lnTo>
                  <a:lnTo>
                    <a:pt x="4415113" y="1110203"/>
                  </a:lnTo>
                  <a:lnTo>
                    <a:pt x="4338481" y="1089002"/>
                  </a:lnTo>
                  <a:lnTo>
                    <a:pt x="4261848" y="1066815"/>
                  </a:lnTo>
                  <a:lnTo>
                    <a:pt x="4185216" y="1043597"/>
                  </a:lnTo>
                  <a:lnTo>
                    <a:pt x="4108583" y="1019300"/>
                  </a:lnTo>
                  <a:lnTo>
                    <a:pt x="4031951" y="993875"/>
                  </a:lnTo>
                  <a:lnTo>
                    <a:pt x="3955318" y="967268"/>
                  </a:lnTo>
                  <a:lnTo>
                    <a:pt x="3878685" y="939424"/>
                  </a:lnTo>
                  <a:lnTo>
                    <a:pt x="3802053" y="910287"/>
                  </a:lnTo>
                  <a:lnTo>
                    <a:pt x="3725420" y="879796"/>
                  </a:lnTo>
                  <a:lnTo>
                    <a:pt x="3648788" y="847889"/>
                  </a:lnTo>
                  <a:lnTo>
                    <a:pt x="3572155" y="814499"/>
                  </a:lnTo>
                  <a:lnTo>
                    <a:pt x="3495523" y="779557"/>
                  </a:lnTo>
                  <a:lnTo>
                    <a:pt x="3418890" y="742992"/>
                  </a:lnTo>
                  <a:lnTo>
                    <a:pt x="3342258" y="726999"/>
                  </a:lnTo>
                  <a:lnTo>
                    <a:pt x="3265625" y="714907"/>
                  </a:lnTo>
                  <a:lnTo>
                    <a:pt x="3188993" y="702640"/>
                  </a:lnTo>
                  <a:lnTo>
                    <a:pt x="3112360" y="690196"/>
                  </a:lnTo>
                  <a:lnTo>
                    <a:pt x="3035727" y="677573"/>
                  </a:lnTo>
                  <a:lnTo>
                    <a:pt x="2959095" y="664768"/>
                  </a:lnTo>
                  <a:lnTo>
                    <a:pt x="2882462" y="651779"/>
                  </a:lnTo>
                  <a:lnTo>
                    <a:pt x="2805830" y="638603"/>
                  </a:lnTo>
                  <a:lnTo>
                    <a:pt x="2729197" y="625236"/>
                  </a:lnTo>
                  <a:lnTo>
                    <a:pt x="2652565" y="611678"/>
                  </a:lnTo>
                  <a:lnTo>
                    <a:pt x="2575932" y="597924"/>
                  </a:lnTo>
                  <a:lnTo>
                    <a:pt x="2499300" y="583972"/>
                  </a:lnTo>
                  <a:lnTo>
                    <a:pt x="2422667" y="569819"/>
                  </a:lnTo>
                  <a:lnTo>
                    <a:pt x="2346034" y="555462"/>
                  </a:lnTo>
                  <a:lnTo>
                    <a:pt x="2269402" y="540898"/>
                  </a:lnTo>
                  <a:lnTo>
                    <a:pt x="2192769" y="526124"/>
                  </a:lnTo>
                  <a:lnTo>
                    <a:pt x="2116137" y="511138"/>
                  </a:lnTo>
                  <a:lnTo>
                    <a:pt x="2039504" y="495936"/>
                  </a:lnTo>
                  <a:lnTo>
                    <a:pt x="1962872" y="480514"/>
                  </a:lnTo>
                  <a:lnTo>
                    <a:pt x="1886239" y="464871"/>
                  </a:lnTo>
                  <a:lnTo>
                    <a:pt x="1809607" y="449002"/>
                  </a:lnTo>
                  <a:lnTo>
                    <a:pt x="1732974" y="432905"/>
                  </a:lnTo>
                  <a:lnTo>
                    <a:pt x="1656342" y="416576"/>
                  </a:lnTo>
                  <a:lnTo>
                    <a:pt x="1579709" y="400012"/>
                  </a:lnTo>
                  <a:lnTo>
                    <a:pt x="1503076" y="383209"/>
                  </a:lnTo>
                  <a:lnTo>
                    <a:pt x="1426444" y="366164"/>
                  </a:lnTo>
                  <a:lnTo>
                    <a:pt x="1349811" y="348873"/>
                  </a:lnTo>
                  <a:lnTo>
                    <a:pt x="1273179" y="331334"/>
                  </a:lnTo>
                  <a:lnTo>
                    <a:pt x="1196546" y="313541"/>
                  </a:lnTo>
                  <a:lnTo>
                    <a:pt x="1119914" y="295493"/>
                  </a:lnTo>
                  <a:lnTo>
                    <a:pt x="1043281" y="277184"/>
                  </a:lnTo>
                  <a:lnTo>
                    <a:pt x="966649" y="258612"/>
                  </a:lnTo>
                  <a:lnTo>
                    <a:pt x="890016" y="239772"/>
                  </a:lnTo>
                  <a:lnTo>
                    <a:pt x="813384" y="220661"/>
                  </a:lnTo>
                  <a:lnTo>
                    <a:pt x="736751" y="201274"/>
                  </a:lnTo>
                  <a:lnTo>
                    <a:pt x="660118" y="181609"/>
                  </a:lnTo>
                  <a:lnTo>
                    <a:pt x="583486" y="161660"/>
                  </a:lnTo>
                  <a:lnTo>
                    <a:pt x="506853" y="141423"/>
                  </a:lnTo>
                  <a:lnTo>
                    <a:pt x="430221" y="120896"/>
                  </a:lnTo>
                  <a:lnTo>
                    <a:pt x="353588" y="100072"/>
                  </a:lnTo>
                  <a:lnTo>
                    <a:pt x="276956" y="78949"/>
                  </a:lnTo>
                  <a:lnTo>
                    <a:pt x="200323" y="57521"/>
                  </a:lnTo>
                  <a:lnTo>
                    <a:pt x="123691" y="35784"/>
                  </a:lnTo>
                  <a:lnTo>
                    <a:pt x="47058" y="1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748"/>
              <a:ext cx="7403783" cy="2953753"/>
            </a:xfrm>
            <a:custGeom>
              <a:avLst/>
              <a:pathLst>
                <a:path w="7403783" h="2953753">
                  <a:moveTo>
                    <a:pt x="0" y="0"/>
                  </a:moveTo>
                  <a:lnTo>
                    <a:pt x="47058" y="57165"/>
                  </a:lnTo>
                  <a:lnTo>
                    <a:pt x="123691" y="147518"/>
                  </a:lnTo>
                  <a:lnTo>
                    <a:pt x="200323" y="235214"/>
                  </a:lnTo>
                  <a:lnTo>
                    <a:pt x="276956" y="320329"/>
                  </a:lnTo>
                  <a:lnTo>
                    <a:pt x="353588" y="402940"/>
                  </a:lnTo>
                  <a:lnTo>
                    <a:pt x="430221" y="483121"/>
                  </a:lnTo>
                  <a:lnTo>
                    <a:pt x="506853" y="560943"/>
                  </a:lnTo>
                  <a:lnTo>
                    <a:pt x="583486" y="636476"/>
                  </a:lnTo>
                  <a:lnTo>
                    <a:pt x="660118" y="709787"/>
                  </a:lnTo>
                  <a:lnTo>
                    <a:pt x="736751" y="780941"/>
                  </a:lnTo>
                  <a:lnTo>
                    <a:pt x="813384" y="850002"/>
                  </a:lnTo>
                  <a:lnTo>
                    <a:pt x="890016" y="917032"/>
                  </a:lnTo>
                  <a:lnTo>
                    <a:pt x="966649" y="982089"/>
                  </a:lnTo>
                  <a:lnTo>
                    <a:pt x="1043281" y="1045233"/>
                  </a:lnTo>
                  <a:lnTo>
                    <a:pt x="1119914" y="1106519"/>
                  </a:lnTo>
                  <a:lnTo>
                    <a:pt x="1196546" y="1166002"/>
                  </a:lnTo>
                  <a:lnTo>
                    <a:pt x="1273179" y="1223735"/>
                  </a:lnTo>
                  <a:lnTo>
                    <a:pt x="1349811" y="1279770"/>
                  </a:lnTo>
                  <a:lnTo>
                    <a:pt x="1426444" y="1334156"/>
                  </a:lnTo>
                  <a:lnTo>
                    <a:pt x="1503076" y="1386942"/>
                  </a:lnTo>
                  <a:lnTo>
                    <a:pt x="1579709" y="1438176"/>
                  </a:lnTo>
                  <a:lnTo>
                    <a:pt x="1656342" y="1487902"/>
                  </a:lnTo>
                  <a:lnTo>
                    <a:pt x="1732974" y="1536166"/>
                  </a:lnTo>
                  <a:lnTo>
                    <a:pt x="1809607" y="1583009"/>
                  </a:lnTo>
                  <a:lnTo>
                    <a:pt x="1886239" y="1628475"/>
                  </a:lnTo>
                  <a:lnTo>
                    <a:pt x="1962872" y="1672603"/>
                  </a:lnTo>
                  <a:lnTo>
                    <a:pt x="2039504" y="1715433"/>
                  </a:lnTo>
                  <a:lnTo>
                    <a:pt x="2116137" y="1757003"/>
                  </a:lnTo>
                  <a:lnTo>
                    <a:pt x="2192769" y="1797350"/>
                  </a:lnTo>
                  <a:lnTo>
                    <a:pt x="2269402" y="1836510"/>
                  </a:lnTo>
                  <a:lnTo>
                    <a:pt x="2346034" y="1874518"/>
                  </a:lnTo>
                  <a:lnTo>
                    <a:pt x="2422667" y="1911408"/>
                  </a:lnTo>
                  <a:lnTo>
                    <a:pt x="2499300" y="1947212"/>
                  </a:lnTo>
                  <a:lnTo>
                    <a:pt x="2575932" y="1981964"/>
                  </a:lnTo>
                  <a:lnTo>
                    <a:pt x="2652565" y="2015693"/>
                  </a:lnTo>
                  <a:lnTo>
                    <a:pt x="2729197" y="2048430"/>
                  </a:lnTo>
                  <a:lnTo>
                    <a:pt x="2805830" y="2080203"/>
                  </a:lnTo>
                  <a:lnTo>
                    <a:pt x="2882462" y="2111042"/>
                  </a:lnTo>
                  <a:lnTo>
                    <a:pt x="2959095" y="2140974"/>
                  </a:lnTo>
                  <a:lnTo>
                    <a:pt x="3035727" y="2170025"/>
                  </a:lnTo>
                  <a:lnTo>
                    <a:pt x="3112360" y="2198222"/>
                  </a:lnTo>
                  <a:lnTo>
                    <a:pt x="3188993" y="2225589"/>
                  </a:lnTo>
                  <a:lnTo>
                    <a:pt x="3265625" y="2252151"/>
                  </a:lnTo>
                  <a:lnTo>
                    <a:pt x="3342258" y="2277932"/>
                  </a:lnTo>
                  <a:lnTo>
                    <a:pt x="3418890" y="2302954"/>
                  </a:lnTo>
                  <a:lnTo>
                    <a:pt x="3495523" y="2327240"/>
                  </a:lnTo>
                  <a:lnTo>
                    <a:pt x="3572155" y="2350812"/>
                  </a:lnTo>
                  <a:lnTo>
                    <a:pt x="3648788" y="2373690"/>
                  </a:lnTo>
                  <a:lnTo>
                    <a:pt x="3725420" y="2395895"/>
                  </a:lnTo>
                  <a:lnTo>
                    <a:pt x="3802053" y="2417447"/>
                  </a:lnTo>
                  <a:lnTo>
                    <a:pt x="3878685" y="2438365"/>
                  </a:lnTo>
                  <a:lnTo>
                    <a:pt x="3955318" y="2458668"/>
                  </a:lnTo>
                  <a:lnTo>
                    <a:pt x="4031951" y="2478373"/>
                  </a:lnTo>
                  <a:lnTo>
                    <a:pt x="4108583" y="2497498"/>
                  </a:lnTo>
                  <a:lnTo>
                    <a:pt x="4185216" y="2516061"/>
                  </a:lnTo>
                  <a:lnTo>
                    <a:pt x="4261848" y="2534078"/>
                  </a:lnTo>
                  <a:lnTo>
                    <a:pt x="4338481" y="2551565"/>
                  </a:lnTo>
                  <a:lnTo>
                    <a:pt x="4415113" y="2568538"/>
                  </a:lnTo>
                  <a:lnTo>
                    <a:pt x="4491746" y="2585011"/>
                  </a:lnTo>
                  <a:lnTo>
                    <a:pt x="4568378" y="2600999"/>
                  </a:lnTo>
                  <a:lnTo>
                    <a:pt x="4645011" y="2616517"/>
                  </a:lnTo>
                  <a:lnTo>
                    <a:pt x="4721644" y="2631579"/>
                  </a:lnTo>
                  <a:lnTo>
                    <a:pt x="4798276" y="2646198"/>
                  </a:lnTo>
                  <a:lnTo>
                    <a:pt x="4874909" y="2660386"/>
                  </a:lnTo>
                  <a:lnTo>
                    <a:pt x="4951541" y="2674157"/>
                  </a:lnTo>
                  <a:lnTo>
                    <a:pt x="5028174" y="2687523"/>
                  </a:lnTo>
                  <a:lnTo>
                    <a:pt x="5104806" y="2700496"/>
                  </a:lnTo>
                  <a:lnTo>
                    <a:pt x="5181439" y="2713087"/>
                  </a:lnTo>
                  <a:lnTo>
                    <a:pt x="5258071" y="2725308"/>
                  </a:lnTo>
                  <a:lnTo>
                    <a:pt x="5334704" y="2737169"/>
                  </a:lnTo>
                  <a:lnTo>
                    <a:pt x="5411336" y="2748681"/>
                  </a:lnTo>
                  <a:lnTo>
                    <a:pt x="5487969" y="2759855"/>
                  </a:lnTo>
                  <a:lnTo>
                    <a:pt x="5564602" y="2770700"/>
                  </a:lnTo>
                  <a:lnTo>
                    <a:pt x="5641234" y="2781226"/>
                  </a:lnTo>
                  <a:lnTo>
                    <a:pt x="5717867" y="2791442"/>
                  </a:lnTo>
                  <a:lnTo>
                    <a:pt x="5794499" y="2801358"/>
                  </a:lnTo>
                  <a:lnTo>
                    <a:pt x="5871132" y="2810981"/>
                  </a:lnTo>
                  <a:lnTo>
                    <a:pt x="5947764" y="2820322"/>
                  </a:lnTo>
                  <a:lnTo>
                    <a:pt x="6024397" y="2829388"/>
                  </a:lnTo>
                  <a:lnTo>
                    <a:pt x="6101029" y="2838188"/>
                  </a:lnTo>
                  <a:lnTo>
                    <a:pt x="6177662" y="2846728"/>
                  </a:lnTo>
                  <a:lnTo>
                    <a:pt x="6254294" y="2855017"/>
                  </a:lnTo>
                  <a:lnTo>
                    <a:pt x="6330927" y="2863063"/>
                  </a:lnTo>
                  <a:lnTo>
                    <a:pt x="6407560" y="2870872"/>
                  </a:lnTo>
                  <a:lnTo>
                    <a:pt x="6484192" y="2878451"/>
                  </a:lnTo>
                  <a:lnTo>
                    <a:pt x="6560825" y="2885807"/>
                  </a:lnTo>
                  <a:lnTo>
                    <a:pt x="6637457" y="2892946"/>
                  </a:lnTo>
                  <a:lnTo>
                    <a:pt x="6714090" y="2899876"/>
                  </a:lnTo>
                  <a:lnTo>
                    <a:pt x="6790722" y="2906602"/>
                  </a:lnTo>
                  <a:lnTo>
                    <a:pt x="6867355" y="2913129"/>
                  </a:lnTo>
                  <a:lnTo>
                    <a:pt x="6943987" y="2919465"/>
                  </a:lnTo>
                  <a:lnTo>
                    <a:pt x="7020620" y="2925615"/>
                  </a:lnTo>
                  <a:lnTo>
                    <a:pt x="7097253" y="2931583"/>
                  </a:lnTo>
                  <a:lnTo>
                    <a:pt x="7173885" y="2937376"/>
                  </a:lnTo>
                  <a:lnTo>
                    <a:pt x="7250518" y="2942999"/>
                  </a:lnTo>
                  <a:lnTo>
                    <a:pt x="7327150" y="2948456"/>
                  </a:lnTo>
                  <a:lnTo>
                    <a:pt x="7403783" y="2953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1.41 (1.18-1.69), p = &lt;0.001  |  per IQR decline (Δ = 0.30): 2.81 (1.64-4.81)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2026-07-04T10:33:50Z</dcterms:modified>
  <cp:category/>
</cp:coreProperties>
</file>