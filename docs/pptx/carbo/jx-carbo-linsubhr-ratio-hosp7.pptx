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71255"/>
            </a:xfrm>
            <a:custGeom>
              <a:avLst/>
              <a:pathLst>
                <a:path w="7403783" h="3571255">
                  <a:moveTo>
                    <a:pt x="985647" y="0"/>
                  </a:moveTo>
                  <a:lnTo>
                    <a:pt x="1043281" y="123333"/>
                  </a:lnTo>
                  <a:lnTo>
                    <a:pt x="1119914" y="280039"/>
                  </a:lnTo>
                  <a:lnTo>
                    <a:pt x="1196546" y="429787"/>
                  </a:lnTo>
                  <a:lnTo>
                    <a:pt x="1273179" y="572886"/>
                  </a:lnTo>
                  <a:lnTo>
                    <a:pt x="1349811" y="709631"/>
                  </a:lnTo>
                  <a:lnTo>
                    <a:pt x="1426444" y="840305"/>
                  </a:lnTo>
                  <a:lnTo>
                    <a:pt x="1503076" y="965176"/>
                  </a:lnTo>
                  <a:lnTo>
                    <a:pt x="1579709" y="1084504"/>
                  </a:lnTo>
                  <a:lnTo>
                    <a:pt x="1656342" y="1198532"/>
                  </a:lnTo>
                  <a:lnTo>
                    <a:pt x="1732974" y="1307498"/>
                  </a:lnTo>
                  <a:lnTo>
                    <a:pt x="1809607" y="1411626"/>
                  </a:lnTo>
                  <a:lnTo>
                    <a:pt x="1886239" y="1511130"/>
                  </a:lnTo>
                  <a:lnTo>
                    <a:pt x="1962872" y="1606216"/>
                  </a:lnTo>
                  <a:lnTo>
                    <a:pt x="2039504" y="1697080"/>
                  </a:lnTo>
                  <a:lnTo>
                    <a:pt x="2116137" y="1783910"/>
                  </a:lnTo>
                  <a:lnTo>
                    <a:pt x="2192769" y="1866884"/>
                  </a:lnTo>
                  <a:lnTo>
                    <a:pt x="2269402" y="1946174"/>
                  </a:lnTo>
                  <a:lnTo>
                    <a:pt x="2346034" y="2021943"/>
                  </a:lnTo>
                  <a:lnTo>
                    <a:pt x="2422667" y="2094349"/>
                  </a:lnTo>
                  <a:lnTo>
                    <a:pt x="2499300" y="2163539"/>
                  </a:lnTo>
                  <a:lnTo>
                    <a:pt x="2575932" y="2229657"/>
                  </a:lnTo>
                  <a:lnTo>
                    <a:pt x="2652565" y="2292840"/>
                  </a:lnTo>
                  <a:lnTo>
                    <a:pt x="2729197" y="2353217"/>
                  </a:lnTo>
                  <a:lnTo>
                    <a:pt x="2805830" y="2410913"/>
                  </a:lnTo>
                  <a:lnTo>
                    <a:pt x="2882462" y="2466047"/>
                  </a:lnTo>
                  <a:lnTo>
                    <a:pt x="2959095" y="2518734"/>
                  </a:lnTo>
                  <a:lnTo>
                    <a:pt x="3035727" y="2569081"/>
                  </a:lnTo>
                  <a:lnTo>
                    <a:pt x="3112360" y="2617193"/>
                  </a:lnTo>
                  <a:lnTo>
                    <a:pt x="3188993" y="2663168"/>
                  </a:lnTo>
                  <a:lnTo>
                    <a:pt x="3265625" y="2707102"/>
                  </a:lnTo>
                  <a:lnTo>
                    <a:pt x="3342258" y="2749085"/>
                  </a:lnTo>
                  <a:lnTo>
                    <a:pt x="3418890" y="2784935"/>
                  </a:lnTo>
                  <a:lnTo>
                    <a:pt x="3495523" y="2797257"/>
                  </a:lnTo>
                  <a:lnTo>
                    <a:pt x="3572155" y="2809404"/>
                  </a:lnTo>
                  <a:lnTo>
                    <a:pt x="3648788" y="2821378"/>
                  </a:lnTo>
                  <a:lnTo>
                    <a:pt x="3725420" y="2833182"/>
                  </a:lnTo>
                  <a:lnTo>
                    <a:pt x="3802053" y="2844818"/>
                  </a:lnTo>
                  <a:lnTo>
                    <a:pt x="3878685" y="2856289"/>
                  </a:lnTo>
                  <a:lnTo>
                    <a:pt x="3955318" y="2867598"/>
                  </a:lnTo>
                  <a:lnTo>
                    <a:pt x="4031951" y="2878746"/>
                  </a:lnTo>
                  <a:lnTo>
                    <a:pt x="4108583" y="2889735"/>
                  </a:lnTo>
                  <a:lnTo>
                    <a:pt x="4185216" y="2900568"/>
                  </a:lnTo>
                  <a:lnTo>
                    <a:pt x="4261848" y="2911248"/>
                  </a:lnTo>
                  <a:lnTo>
                    <a:pt x="4338481" y="2921776"/>
                  </a:lnTo>
                  <a:lnTo>
                    <a:pt x="4415113" y="2932154"/>
                  </a:lnTo>
                  <a:lnTo>
                    <a:pt x="4491746" y="2942385"/>
                  </a:lnTo>
                  <a:lnTo>
                    <a:pt x="4568378" y="2952471"/>
                  </a:lnTo>
                  <a:lnTo>
                    <a:pt x="4645011" y="2962414"/>
                  </a:lnTo>
                  <a:lnTo>
                    <a:pt x="4721644" y="2972215"/>
                  </a:lnTo>
                  <a:lnTo>
                    <a:pt x="4798276" y="2981877"/>
                  </a:lnTo>
                  <a:lnTo>
                    <a:pt x="4874909" y="2991402"/>
                  </a:lnTo>
                  <a:lnTo>
                    <a:pt x="4951541" y="3000792"/>
                  </a:lnTo>
                  <a:lnTo>
                    <a:pt x="5028174" y="3010048"/>
                  </a:lnTo>
                  <a:lnTo>
                    <a:pt x="5104806" y="3019173"/>
                  </a:lnTo>
                  <a:lnTo>
                    <a:pt x="5181439" y="3028168"/>
                  </a:lnTo>
                  <a:lnTo>
                    <a:pt x="5258071" y="3037036"/>
                  </a:lnTo>
                  <a:lnTo>
                    <a:pt x="5334704" y="3045778"/>
                  </a:lnTo>
                  <a:lnTo>
                    <a:pt x="5411336" y="3054395"/>
                  </a:lnTo>
                  <a:lnTo>
                    <a:pt x="5487969" y="3062891"/>
                  </a:lnTo>
                  <a:lnTo>
                    <a:pt x="5564602" y="3071265"/>
                  </a:lnTo>
                  <a:lnTo>
                    <a:pt x="5641234" y="3079521"/>
                  </a:lnTo>
                  <a:lnTo>
                    <a:pt x="5717867" y="3087659"/>
                  </a:lnTo>
                  <a:lnTo>
                    <a:pt x="5794499" y="3095682"/>
                  </a:lnTo>
                  <a:lnTo>
                    <a:pt x="5871132" y="3103591"/>
                  </a:lnTo>
                  <a:lnTo>
                    <a:pt x="5947764" y="3111388"/>
                  </a:lnTo>
                  <a:lnTo>
                    <a:pt x="6024397" y="3119073"/>
                  </a:lnTo>
                  <a:lnTo>
                    <a:pt x="6101029" y="3126650"/>
                  </a:lnTo>
                  <a:lnTo>
                    <a:pt x="6177662" y="3134119"/>
                  </a:lnTo>
                  <a:lnTo>
                    <a:pt x="6254294" y="3141483"/>
                  </a:lnTo>
                  <a:lnTo>
                    <a:pt x="6330927" y="3148741"/>
                  </a:lnTo>
                  <a:lnTo>
                    <a:pt x="6407560" y="3155897"/>
                  </a:lnTo>
                  <a:lnTo>
                    <a:pt x="6484192" y="3162950"/>
                  </a:lnTo>
                  <a:lnTo>
                    <a:pt x="6560825" y="3169904"/>
                  </a:lnTo>
                  <a:lnTo>
                    <a:pt x="6637457" y="3176759"/>
                  </a:lnTo>
                  <a:lnTo>
                    <a:pt x="6714090" y="3183517"/>
                  </a:lnTo>
                  <a:lnTo>
                    <a:pt x="6790722" y="3190178"/>
                  </a:lnTo>
                  <a:lnTo>
                    <a:pt x="6867355" y="3196745"/>
                  </a:lnTo>
                  <a:lnTo>
                    <a:pt x="6943987" y="3203219"/>
                  </a:lnTo>
                  <a:lnTo>
                    <a:pt x="7020620" y="3209601"/>
                  </a:lnTo>
                  <a:lnTo>
                    <a:pt x="7097253" y="3215892"/>
                  </a:lnTo>
                  <a:lnTo>
                    <a:pt x="7173885" y="3222094"/>
                  </a:lnTo>
                  <a:lnTo>
                    <a:pt x="7250518" y="3228208"/>
                  </a:lnTo>
                  <a:lnTo>
                    <a:pt x="7327150" y="3234235"/>
                  </a:lnTo>
                  <a:lnTo>
                    <a:pt x="7403783" y="3240177"/>
                  </a:lnTo>
                  <a:lnTo>
                    <a:pt x="7403783" y="3571255"/>
                  </a:lnTo>
                  <a:lnTo>
                    <a:pt x="7327150" y="3567474"/>
                  </a:lnTo>
                  <a:lnTo>
                    <a:pt x="7250518" y="3563516"/>
                  </a:lnTo>
                  <a:lnTo>
                    <a:pt x="7173885" y="3559375"/>
                  </a:lnTo>
                  <a:lnTo>
                    <a:pt x="7097253" y="3555042"/>
                  </a:lnTo>
                  <a:lnTo>
                    <a:pt x="7020620" y="3550507"/>
                  </a:lnTo>
                  <a:lnTo>
                    <a:pt x="6943987" y="3545761"/>
                  </a:lnTo>
                  <a:lnTo>
                    <a:pt x="6867355" y="3540795"/>
                  </a:lnTo>
                  <a:lnTo>
                    <a:pt x="6790722" y="3535598"/>
                  </a:lnTo>
                  <a:lnTo>
                    <a:pt x="6714090" y="3530159"/>
                  </a:lnTo>
                  <a:lnTo>
                    <a:pt x="6637457" y="3524468"/>
                  </a:lnTo>
                  <a:lnTo>
                    <a:pt x="6560825" y="3518512"/>
                  </a:lnTo>
                  <a:lnTo>
                    <a:pt x="6484192" y="3512280"/>
                  </a:lnTo>
                  <a:lnTo>
                    <a:pt x="6407560" y="3505758"/>
                  </a:lnTo>
                  <a:lnTo>
                    <a:pt x="6330927" y="3498933"/>
                  </a:lnTo>
                  <a:lnTo>
                    <a:pt x="6254294" y="3491791"/>
                  </a:lnTo>
                  <a:lnTo>
                    <a:pt x="6177662" y="3484317"/>
                  </a:lnTo>
                  <a:lnTo>
                    <a:pt x="6101029" y="3476496"/>
                  </a:lnTo>
                  <a:lnTo>
                    <a:pt x="6024397" y="3468312"/>
                  </a:lnTo>
                  <a:lnTo>
                    <a:pt x="5947764" y="3459747"/>
                  </a:lnTo>
                  <a:lnTo>
                    <a:pt x="5871132" y="3450784"/>
                  </a:lnTo>
                  <a:lnTo>
                    <a:pt x="5794499" y="3441405"/>
                  </a:lnTo>
                  <a:lnTo>
                    <a:pt x="5717867" y="3431590"/>
                  </a:lnTo>
                  <a:lnTo>
                    <a:pt x="5641234" y="3421318"/>
                  </a:lnTo>
                  <a:lnTo>
                    <a:pt x="5564602" y="3410570"/>
                  </a:lnTo>
                  <a:lnTo>
                    <a:pt x="5487969" y="3399322"/>
                  </a:lnTo>
                  <a:lnTo>
                    <a:pt x="5411336" y="3387552"/>
                  </a:lnTo>
                  <a:lnTo>
                    <a:pt x="5334704" y="3375235"/>
                  </a:lnTo>
                  <a:lnTo>
                    <a:pt x="5258071" y="3362345"/>
                  </a:lnTo>
                  <a:lnTo>
                    <a:pt x="5181439" y="3348856"/>
                  </a:lnTo>
                  <a:lnTo>
                    <a:pt x="5104806" y="3334741"/>
                  </a:lnTo>
                  <a:lnTo>
                    <a:pt x="5028174" y="3319970"/>
                  </a:lnTo>
                  <a:lnTo>
                    <a:pt x="4951541" y="3304513"/>
                  </a:lnTo>
                  <a:lnTo>
                    <a:pt x="4874909" y="3288337"/>
                  </a:lnTo>
                  <a:lnTo>
                    <a:pt x="4798276" y="3271410"/>
                  </a:lnTo>
                  <a:lnTo>
                    <a:pt x="4721644" y="3253696"/>
                  </a:lnTo>
                  <a:lnTo>
                    <a:pt x="4645011" y="3235159"/>
                  </a:lnTo>
                  <a:lnTo>
                    <a:pt x="4568378" y="3215761"/>
                  </a:lnTo>
                  <a:lnTo>
                    <a:pt x="4491746" y="3195461"/>
                  </a:lnTo>
                  <a:lnTo>
                    <a:pt x="4415113" y="3174219"/>
                  </a:lnTo>
                  <a:lnTo>
                    <a:pt x="4338481" y="3151989"/>
                  </a:lnTo>
                  <a:lnTo>
                    <a:pt x="4261848" y="3128726"/>
                  </a:lnTo>
                  <a:lnTo>
                    <a:pt x="4185216" y="3104383"/>
                  </a:lnTo>
                  <a:lnTo>
                    <a:pt x="4108583" y="3078908"/>
                  </a:lnTo>
                  <a:lnTo>
                    <a:pt x="4031951" y="3052250"/>
                  </a:lnTo>
                  <a:lnTo>
                    <a:pt x="3955318" y="3024353"/>
                  </a:lnTo>
                  <a:lnTo>
                    <a:pt x="3878685" y="2995160"/>
                  </a:lnTo>
                  <a:lnTo>
                    <a:pt x="3802053" y="2964610"/>
                  </a:lnTo>
                  <a:lnTo>
                    <a:pt x="3725420" y="2932641"/>
                  </a:lnTo>
                  <a:lnTo>
                    <a:pt x="3648788" y="2899187"/>
                  </a:lnTo>
                  <a:lnTo>
                    <a:pt x="3572155" y="2864178"/>
                  </a:lnTo>
                  <a:lnTo>
                    <a:pt x="3495523" y="2827542"/>
                  </a:lnTo>
                  <a:lnTo>
                    <a:pt x="3418890" y="2789204"/>
                  </a:lnTo>
                  <a:lnTo>
                    <a:pt x="3342258" y="2772436"/>
                  </a:lnTo>
                  <a:lnTo>
                    <a:pt x="3265625" y="2759757"/>
                  </a:lnTo>
                  <a:lnTo>
                    <a:pt x="3188993" y="2746896"/>
                  </a:lnTo>
                  <a:lnTo>
                    <a:pt x="3112360" y="2733849"/>
                  </a:lnTo>
                  <a:lnTo>
                    <a:pt x="3035727" y="2720614"/>
                  </a:lnTo>
                  <a:lnTo>
                    <a:pt x="2959095" y="2707188"/>
                  </a:lnTo>
                  <a:lnTo>
                    <a:pt x="2882462" y="2693569"/>
                  </a:lnTo>
                  <a:lnTo>
                    <a:pt x="2805830" y="2679754"/>
                  </a:lnTo>
                  <a:lnTo>
                    <a:pt x="2729197" y="2665740"/>
                  </a:lnTo>
                  <a:lnTo>
                    <a:pt x="2652565" y="2651524"/>
                  </a:lnTo>
                  <a:lnTo>
                    <a:pt x="2575932" y="2637103"/>
                  </a:lnTo>
                  <a:lnTo>
                    <a:pt x="2499300" y="2622474"/>
                  </a:lnTo>
                  <a:lnTo>
                    <a:pt x="2422667" y="2607635"/>
                  </a:lnTo>
                  <a:lnTo>
                    <a:pt x="2346034" y="2592582"/>
                  </a:lnTo>
                  <a:lnTo>
                    <a:pt x="2269402" y="2577312"/>
                  </a:lnTo>
                  <a:lnTo>
                    <a:pt x="2192769" y="2561823"/>
                  </a:lnTo>
                  <a:lnTo>
                    <a:pt x="2116137" y="2546110"/>
                  </a:lnTo>
                  <a:lnTo>
                    <a:pt x="2039504" y="2530170"/>
                  </a:lnTo>
                  <a:lnTo>
                    <a:pt x="1962872" y="2514001"/>
                  </a:lnTo>
                  <a:lnTo>
                    <a:pt x="1886239" y="2497600"/>
                  </a:lnTo>
                  <a:lnTo>
                    <a:pt x="1809607" y="2480962"/>
                  </a:lnTo>
                  <a:lnTo>
                    <a:pt x="1732974" y="2464084"/>
                  </a:lnTo>
                  <a:lnTo>
                    <a:pt x="1656342" y="2446963"/>
                  </a:lnTo>
                  <a:lnTo>
                    <a:pt x="1579709" y="2429596"/>
                  </a:lnTo>
                  <a:lnTo>
                    <a:pt x="1503076" y="2411978"/>
                  </a:lnTo>
                  <a:lnTo>
                    <a:pt x="1426444" y="2394107"/>
                  </a:lnTo>
                  <a:lnTo>
                    <a:pt x="1349811" y="2375978"/>
                  </a:lnTo>
                  <a:lnTo>
                    <a:pt x="1273179" y="2357588"/>
                  </a:lnTo>
                  <a:lnTo>
                    <a:pt x="1196546" y="2338933"/>
                  </a:lnTo>
                  <a:lnTo>
                    <a:pt x="1119914" y="2320010"/>
                  </a:lnTo>
                  <a:lnTo>
                    <a:pt x="1043281" y="2300813"/>
                  </a:lnTo>
                  <a:lnTo>
                    <a:pt x="966649" y="2281341"/>
                  </a:lnTo>
                  <a:lnTo>
                    <a:pt x="890016" y="2261588"/>
                  </a:lnTo>
                  <a:lnTo>
                    <a:pt x="813384" y="2241550"/>
                  </a:lnTo>
                  <a:lnTo>
                    <a:pt x="736751" y="2221224"/>
                  </a:lnTo>
                  <a:lnTo>
                    <a:pt x="660118" y="2200604"/>
                  </a:lnTo>
                  <a:lnTo>
                    <a:pt x="583486" y="2179688"/>
                  </a:lnTo>
                  <a:lnTo>
                    <a:pt x="506853" y="2158471"/>
                  </a:lnTo>
                  <a:lnTo>
                    <a:pt x="430221" y="2136948"/>
                  </a:lnTo>
                  <a:lnTo>
                    <a:pt x="353588" y="2115115"/>
                  </a:lnTo>
                  <a:lnTo>
                    <a:pt x="276956" y="2092967"/>
                  </a:lnTo>
                  <a:lnTo>
                    <a:pt x="200323" y="2070500"/>
                  </a:lnTo>
                  <a:lnTo>
                    <a:pt x="123691" y="2047710"/>
                  </a:lnTo>
                  <a:lnTo>
                    <a:pt x="47058" y="2024592"/>
                  </a:lnTo>
                  <a:lnTo>
                    <a:pt x="0" y="20101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1896563"/>
              <a:ext cx="6418136" cy="3240177"/>
            </a:xfrm>
            <a:custGeom>
              <a:avLst/>
              <a:pathLst>
                <a:path w="6418136" h="3240177">
                  <a:moveTo>
                    <a:pt x="0" y="0"/>
                  </a:moveTo>
                  <a:lnTo>
                    <a:pt x="57634" y="123333"/>
                  </a:lnTo>
                  <a:lnTo>
                    <a:pt x="134267" y="280039"/>
                  </a:lnTo>
                  <a:lnTo>
                    <a:pt x="210899" y="429787"/>
                  </a:lnTo>
                  <a:lnTo>
                    <a:pt x="287532" y="572886"/>
                  </a:lnTo>
                  <a:lnTo>
                    <a:pt x="364164" y="709631"/>
                  </a:lnTo>
                  <a:lnTo>
                    <a:pt x="440797" y="840305"/>
                  </a:lnTo>
                  <a:lnTo>
                    <a:pt x="517429" y="965176"/>
                  </a:lnTo>
                  <a:lnTo>
                    <a:pt x="594062" y="1084504"/>
                  </a:lnTo>
                  <a:lnTo>
                    <a:pt x="670694" y="1198532"/>
                  </a:lnTo>
                  <a:lnTo>
                    <a:pt x="747327" y="1307498"/>
                  </a:lnTo>
                  <a:lnTo>
                    <a:pt x="823960" y="1411626"/>
                  </a:lnTo>
                  <a:lnTo>
                    <a:pt x="900592" y="1511130"/>
                  </a:lnTo>
                  <a:lnTo>
                    <a:pt x="977225" y="1606216"/>
                  </a:lnTo>
                  <a:lnTo>
                    <a:pt x="1053857" y="1697080"/>
                  </a:lnTo>
                  <a:lnTo>
                    <a:pt x="1130490" y="1783910"/>
                  </a:lnTo>
                  <a:lnTo>
                    <a:pt x="1207122" y="1866884"/>
                  </a:lnTo>
                  <a:lnTo>
                    <a:pt x="1283755" y="1946174"/>
                  </a:lnTo>
                  <a:lnTo>
                    <a:pt x="1360387" y="2021943"/>
                  </a:lnTo>
                  <a:lnTo>
                    <a:pt x="1437020" y="2094349"/>
                  </a:lnTo>
                  <a:lnTo>
                    <a:pt x="1513652" y="2163539"/>
                  </a:lnTo>
                  <a:lnTo>
                    <a:pt x="1590285" y="2229657"/>
                  </a:lnTo>
                  <a:lnTo>
                    <a:pt x="1666918" y="2292840"/>
                  </a:lnTo>
                  <a:lnTo>
                    <a:pt x="1743550" y="2353217"/>
                  </a:lnTo>
                  <a:lnTo>
                    <a:pt x="1820183" y="2410913"/>
                  </a:lnTo>
                  <a:lnTo>
                    <a:pt x="1896815" y="2466047"/>
                  </a:lnTo>
                  <a:lnTo>
                    <a:pt x="1973448" y="2518734"/>
                  </a:lnTo>
                  <a:lnTo>
                    <a:pt x="2050080" y="2569081"/>
                  </a:lnTo>
                  <a:lnTo>
                    <a:pt x="2126713" y="2617193"/>
                  </a:lnTo>
                  <a:lnTo>
                    <a:pt x="2203345" y="2663168"/>
                  </a:lnTo>
                  <a:lnTo>
                    <a:pt x="2279978" y="2707102"/>
                  </a:lnTo>
                  <a:lnTo>
                    <a:pt x="2356611" y="2749085"/>
                  </a:lnTo>
                  <a:lnTo>
                    <a:pt x="2433243" y="2784935"/>
                  </a:lnTo>
                  <a:lnTo>
                    <a:pt x="2509876" y="2797257"/>
                  </a:lnTo>
                  <a:lnTo>
                    <a:pt x="2586508" y="2809404"/>
                  </a:lnTo>
                  <a:lnTo>
                    <a:pt x="2663141" y="2821378"/>
                  </a:lnTo>
                  <a:lnTo>
                    <a:pt x="2739773" y="2833182"/>
                  </a:lnTo>
                  <a:lnTo>
                    <a:pt x="2816406" y="2844818"/>
                  </a:lnTo>
                  <a:lnTo>
                    <a:pt x="2893038" y="2856289"/>
                  </a:lnTo>
                  <a:lnTo>
                    <a:pt x="2969671" y="2867598"/>
                  </a:lnTo>
                  <a:lnTo>
                    <a:pt x="3046303" y="2878746"/>
                  </a:lnTo>
                  <a:lnTo>
                    <a:pt x="3122936" y="2889735"/>
                  </a:lnTo>
                  <a:lnTo>
                    <a:pt x="3199569" y="2900568"/>
                  </a:lnTo>
                  <a:lnTo>
                    <a:pt x="3276201" y="2911248"/>
                  </a:lnTo>
                  <a:lnTo>
                    <a:pt x="3352834" y="2921776"/>
                  </a:lnTo>
                  <a:lnTo>
                    <a:pt x="3429466" y="2932154"/>
                  </a:lnTo>
                  <a:lnTo>
                    <a:pt x="3506099" y="2942385"/>
                  </a:lnTo>
                  <a:lnTo>
                    <a:pt x="3582731" y="2952471"/>
                  </a:lnTo>
                  <a:lnTo>
                    <a:pt x="3659364" y="2962414"/>
                  </a:lnTo>
                  <a:lnTo>
                    <a:pt x="3735996" y="2972215"/>
                  </a:lnTo>
                  <a:lnTo>
                    <a:pt x="3812629" y="2981877"/>
                  </a:lnTo>
                  <a:lnTo>
                    <a:pt x="3889262" y="2991402"/>
                  </a:lnTo>
                  <a:lnTo>
                    <a:pt x="3965894" y="3000792"/>
                  </a:lnTo>
                  <a:lnTo>
                    <a:pt x="4042527" y="3010048"/>
                  </a:lnTo>
                  <a:lnTo>
                    <a:pt x="4119159" y="3019173"/>
                  </a:lnTo>
                  <a:lnTo>
                    <a:pt x="4195792" y="3028168"/>
                  </a:lnTo>
                  <a:lnTo>
                    <a:pt x="4272424" y="3037036"/>
                  </a:lnTo>
                  <a:lnTo>
                    <a:pt x="4349057" y="3045778"/>
                  </a:lnTo>
                  <a:lnTo>
                    <a:pt x="4425689" y="3054395"/>
                  </a:lnTo>
                  <a:lnTo>
                    <a:pt x="4502322" y="3062891"/>
                  </a:lnTo>
                  <a:lnTo>
                    <a:pt x="4578954" y="3071265"/>
                  </a:lnTo>
                  <a:lnTo>
                    <a:pt x="4655587" y="3079521"/>
                  </a:lnTo>
                  <a:lnTo>
                    <a:pt x="4732220" y="3087659"/>
                  </a:lnTo>
                  <a:lnTo>
                    <a:pt x="4808852" y="3095682"/>
                  </a:lnTo>
                  <a:lnTo>
                    <a:pt x="4885485" y="3103591"/>
                  </a:lnTo>
                  <a:lnTo>
                    <a:pt x="4962117" y="3111388"/>
                  </a:lnTo>
                  <a:lnTo>
                    <a:pt x="5038750" y="3119073"/>
                  </a:lnTo>
                  <a:lnTo>
                    <a:pt x="5115382" y="3126650"/>
                  </a:lnTo>
                  <a:lnTo>
                    <a:pt x="5192015" y="3134119"/>
                  </a:lnTo>
                  <a:lnTo>
                    <a:pt x="5268647" y="3141483"/>
                  </a:lnTo>
                  <a:lnTo>
                    <a:pt x="5345280" y="3148741"/>
                  </a:lnTo>
                  <a:lnTo>
                    <a:pt x="5421912" y="3155897"/>
                  </a:lnTo>
                  <a:lnTo>
                    <a:pt x="5498545" y="3162950"/>
                  </a:lnTo>
                  <a:lnTo>
                    <a:pt x="5575178" y="3169904"/>
                  </a:lnTo>
                  <a:lnTo>
                    <a:pt x="5651810" y="3176759"/>
                  </a:lnTo>
                  <a:lnTo>
                    <a:pt x="5728443" y="3183517"/>
                  </a:lnTo>
                  <a:lnTo>
                    <a:pt x="5805075" y="3190178"/>
                  </a:lnTo>
                  <a:lnTo>
                    <a:pt x="5881708" y="3196745"/>
                  </a:lnTo>
                  <a:lnTo>
                    <a:pt x="5958340" y="3203219"/>
                  </a:lnTo>
                  <a:lnTo>
                    <a:pt x="6034973" y="3209601"/>
                  </a:lnTo>
                  <a:lnTo>
                    <a:pt x="6111605" y="3215892"/>
                  </a:lnTo>
                  <a:lnTo>
                    <a:pt x="6188238" y="3222094"/>
                  </a:lnTo>
                  <a:lnTo>
                    <a:pt x="6264871" y="3228208"/>
                  </a:lnTo>
                  <a:lnTo>
                    <a:pt x="6341503" y="3234235"/>
                  </a:lnTo>
                  <a:lnTo>
                    <a:pt x="6418136" y="3240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06754"/>
              <a:ext cx="7403783" cy="1561064"/>
            </a:xfrm>
            <a:custGeom>
              <a:avLst/>
              <a:pathLst>
                <a:path w="7403783" h="1561064">
                  <a:moveTo>
                    <a:pt x="7403783" y="1561064"/>
                  </a:moveTo>
                  <a:lnTo>
                    <a:pt x="7327150" y="1557283"/>
                  </a:lnTo>
                  <a:lnTo>
                    <a:pt x="7250518" y="1553325"/>
                  </a:lnTo>
                  <a:lnTo>
                    <a:pt x="7173885" y="1549184"/>
                  </a:lnTo>
                  <a:lnTo>
                    <a:pt x="7097253" y="1544851"/>
                  </a:lnTo>
                  <a:lnTo>
                    <a:pt x="7020620" y="1540316"/>
                  </a:lnTo>
                  <a:lnTo>
                    <a:pt x="6943987" y="1535570"/>
                  </a:lnTo>
                  <a:lnTo>
                    <a:pt x="6867355" y="1530604"/>
                  </a:lnTo>
                  <a:lnTo>
                    <a:pt x="6790722" y="1525407"/>
                  </a:lnTo>
                  <a:lnTo>
                    <a:pt x="6714090" y="1519968"/>
                  </a:lnTo>
                  <a:lnTo>
                    <a:pt x="6637457" y="1514277"/>
                  </a:lnTo>
                  <a:lnTo>
                    <a:pt x="6560825" y="1508321"/>
                  </a:lnTo>
                  <a:lnTo>
                    <a:pt x="6484192" y="1502089"/>
                  </a:lnTo>
                  <a:lnTo>
                    <a:pt x="6407560" y="1495567"/>
                  </a:lnTo>
                  <a:lnTo>
                    <a:pt x="6330927" y="1488742"/>
                  </a:lnTo>
                  <a:lnTo>
                    <a:pt x="6254294" y="1481600"/>
                  </a:lnTo>
                  <a:lnTo>
                    <a:pt x="6177662" y="1474126"/>
                  </a:lnTo>
                  <a:lnTo>
                    <a:pt x="6101029" y="1466305"/>
                  </a:lnTo>
                  <a:lnTo>
                    <a:pt x="6024397" y="1458121"/>
                  </a:lnTo>
                  <a:lnTo>
                    <a:pt x="5947764" y="1449556"/>
                  </a:lnTo>
                  <a:lnTo>
                    <a:pt x="5871132" y="1440593"/>
                  </a:lnTo>
                  <a:lnTo>
                    <a:pt x="5794499" y="1431214"/>
                  </a:lnTo>
                  <a:lnTo>
                    <a:pt x="5717867" y="1421399"/>
                  </a:lnTo>
                  <a:lnTo>
                    <a:pt x="5641234" y="1411128"/>
                  </a:lnTo>
                  <a:lnTo>
                    <a:pt x="5564602" y="1400379"/>
                  </a:lnTo>
                  <a:lnTo>
                    <a:pt x="5487969" y="1389131"/>
                  </a:lnTo>
                  <a:lnTo>
                    <a:pt x="5411336" y="1377361"/>
                  </a:lnTo>
                  <a:lnTo>
                    <a:pt x="5334704" y="1365044"/>
                  </a:lnTo>
                  <a:lnTo>
                    <a:pt x="5258071" y="1352154"/>
                  </a:lnTo>
                  <a:lnTo>
                    <a:pt x="5181439" y="1338665"/>
                  </a:lnTo>
                  <a:lnTo>
                    <a:pt x="5104806" y="1324550"/>
                  </a:lnTo>
                  <a:lnTo>
                    <a:pt x="5028174" y="1309779"/>
                  </a:lnTo>
                  <a:lnTo>
                    <a:pt x="4951541" y="1294322"/>
                  </a:lnTo>
                  <a:lnTo>
                    <a:pt x="4874909" y="1278146"/>
                  </a:lnTo>
                  <a:lnTo>
                    <a:pt x="4798276" y="1261219"/>
                  </a:lnTo>
                  <a:lnTo>
                    <a:pt x="4721644" y="1243505"/>
                  </a:lnTo>
                  <a:lnTo>
                    <a:pt x="4645011" y="1224968"/>
                  </a:lnTo>
                  <a:lnTo>
                    <a:pt x="4568378" y="1205570"/>
                  </a:lnTo>
                  <a:lnTo>
                    <a:pt x="4491746" y="1185270"/>
                  </a:lnTo>
                  <a:lnTo>
                    <a:pt x="4415113" y="1164028"/>
                  </a:lnTo>
                  <a:lnTo>
                    <a:pt x="4338481" y="1141798"/>
                  </a:lnTo>
                  <a:lnTo>
                    <a:pt x="4261848" y="1118535"/>
                  </a:lnTo>
                  <a:lnTo>
                    <a:pt x="4185216" y="1094192"/>
                  </a:lnTo>
                  <a:lnTo>
                    <a:pt x="4108583" y="1068717"/>
                  </a:lnTo>
                  <a:lnTo>
                    <a:pt x="4031951" y="1042059"/>
                  </a:lnTo>
                  <a:lnTo>
                    <a:pt x="3955318" y="1014162"/>
                  </a:lnTo>
                  <a:lnTo>
                    <a:pt x="3878685" y="984969"/>
                  </a:lnTo>
                  <a:lnTo>
                    <a:pt x="3802053" y="954419"/>
                  </a:lnTo>
                  <a:lnTo>
                    <a:pt x="3725420" y="922450"/>
                  </a:lnTo>
                  <a:lnTo>
                    <a:pt x="3648788" y="888996"/>
                  </a:lnTo>
                  <a:lnTo>
                    <a:pt x="3572155" y="853987"/>
                  </a:lnTo>
                  <a:lnTo>
                    <a:pt x="3495523" y="817351"/>
                  </a:lnTo>
                  <a:lnTo>
                    <a:pt x="3418890" y="779013"/>
                  </a:lnTo>
                  <a:lnTo>
                    <a:pt x="3342258" y="762245"/>
                  </a:lnTo>
                  <a:lnTo>
                    <a:pt x="3265625" y="749566"/>
                  </a:lnTo>
                  <a:lnTo>
                    <a:pt x="3188993" y="736705"/>
                  </a:lnTo>
                  <a:lnTo>
                    <a:pt x="3112360" y="723658"/>
                  </a:lnTo>
                  <a:lnTo>
                    <a:pt x="3035727" y="710423"/>
                  </a:lnTo>
                  <a:lnTo>
                    <a:pt x="2959095" y="696997"/>
                  </a:lnTo>
                  <a:lnTo>
                    <a:pt x="2882462" y="683378"/>
                  </a:lnTo>
                  <a:lnTo>
                    <a:pt x="2805830" y="669563"/>
                  </a:lnTo>
                  <a:lnTo>
                    <a:pt x="2729197" y="655549"/>
                  </a:lnTo>
                  <a:lnTo>
                    <a:pt x="2652565" y="641333"/>
                  </a:lnTo>
                  <a:lnTo>
                    <a:pt x="2575932" y="626912"/>
                  </a:lnTo>
                  <a:lnTo>
                    <a:pt x="2499300" y="612283"/>
                  </a:lnTo>
                  <a:lnTo>
                    <a:pt x="2422667" y="597444"/>
                  </a:lnTo>
                  <a:lnTo>
                    <a:pt x="2346034" y="582391"/>
                  </a:lnTo>
                  <a:lnTo>
                    <a:pt x="2269402" y="567121"/>
                  </a:lnTo>
                  <a:lnTo>
                    <a:pt x="2192769" y="551632"/>
                  </a:lnTo>
                  <a:lnTo>
                    <a:pt x="2116137" y="535919"/>
                  </a:lnTo>
                  <a:lnTo>
                    <a:pt x="2039504" y="519979"/>
                  </a:lnTo>
                  <a:lnTo>
                    <a:pt x="1962872" y="503811"/>
                  </a:lnTo>
                  <a:lnTo>
                    <a:pt x="1886239" y="487409"/>
                  </a:lnTo>
                  <a:lnTo>
                    <a:pt x="1809607" y="470771"/>
                  </a:lnTo>
                  <a:lnTo>
                    <a:pt x="1732974" y="453893"/>
                  </a:lnTo>
                  <a:lnTo>
                    <a:pt x="1656342" y="436772"/>
                  </a:lnTo>
                  <a:lnTo>
                    <a:pt x="1579709" y="419405"/>
                  </a:lnTo>
                  <a:lnTo>
                    <a:pt x="1503076" y="401787"/>
                  </a:lnTo>
                  <a:lnTo>
                    <a:pt x="1426444" y="383916"/>
                  </a:lnTo>
                  <a:lnTo>
                    <a:pt x="1349811" y="365787"/>
                  </a:lnTo>
                  <a:lnTo>
                    <a:pt x="1273179" y="347397"/>
                  </a:lnTo>
                  <a:lnTo>
                    <a:pt x="1196546" y="328742"/>
                  </a:lnTo>
                  <a:lnTo>
                    <a:pt x="1119914" y="309819"/>
                  </a:lnTo>
                  <a:lnTo>
                    <a:pt x="1043281" y="290622"/>
                  </a:lnTo>
                  <a:lnTo>
                    <a:pt x="966649" y="271150"/>
                  </a:lnTo>
                  <a:lnTo>
                    <a:pt x="890016" y="251397"/>
                  </a:lnTo>
                  <a:lnTo>
                    <a:pt x="813384" y="231359"/>
                  </a:lnTo>
                  <a:lnTo>
                    <a:pt x="736751" y="211033"/>
                  </a:lnTo>
                  <a:lnTo>
                    <a:pt x="660118" y="190413"/>
                  </a:lnTo>
                  <a:lnTo>
                    <a:pt x="583486" y="169497"/>
                  </a:lnTo>
                  <a:lnTo>
                    <a:pt x="506853" y="148280"/>
                  </a:lnTo>
                  <a:lnTo>
                    <a:pt x="430221" y="126757"/>
                  </a:lnTo>
                  <a:lnTo>
                    <a:pt x="353588" y="104924"/>
                  </a:lnTo>
                  <a:lnTo>
                    <a:pt x="276956" y="82776"/>
                  </a:lnTo>
                  <a:lnTo>
                    <a:pt x="200323" y="60309"/>
                  </a:lnTo>
                  <a:lnTo>
                    <a:pt x="123691" y="37519"/>
                  </a:lnTo>
                  <a:lnTo>
                    <a:pt x="47058" y="144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69031"/>
              <a:ext cx="7403783" cy="3096955"/>
            </a:xfrm>
            <a:custGeom>
              <a:avLst/>
              <a:pathLst>
                <a:path w="7403783" h="3096955">
                  <a:moveTo>
                    <a:pt x="0" y="0"/>
                  </a:moveTo>
                  <a:lnTo>
                    <a:pt x="47058" y="59937"/>
                  </a:lnTo>
                  <a:lnTo>
                    <a:pt x="123691" y="154670"/>
                  </a:lnTo>
                  <a:lnTo>
                    <a:pt x="200323" y="246617"/>
                  </a:lnTo>
                  <a:lnTo>
                    <a:pt x="276956" y="335859"/>
                  </a:lnTo>
                  <a:lnTo>
                    <a:pt x="353588" y="422475"/>
                  </a:lnTo>
                  <a:lnTo>
                    <a:pt x="430221" y="506544"/>
                  </a:lnTo>
                  <a:lnTo>
                    <a:pt x="506853" y="588139"/>
                  </a:lnTo>
                  <a:lnTo>
                    <a:pt x="583486" y="667334"/>
                  </a:lnTo>
                  <a:lnTo>
                    <a:pt x="660118" y="744199"/>
                  </a:lnTo>
                  <a:lnTo>
                    <a:pt x="736751" y="818803"/>
                  </a:lnTo>
                  <a:lnTo>
                    <a:pt x="813384" y="891212"/>
                  </a:lnTo>
                  <a:lnTo>
                    <a:pt x="890016" y="961491"/>
                  </a:lnTo>
                  <a:lnTo>
                    <a:pt x="966649" y="1029702"/>
                  </a:lnTo>
                  <a:lnTo>
                    <a:pt x="1043281" y="1095907"/>
                  </a:lnTo>
                  <a:lnTo>
                    <a:pt x="1119914" y="1160164"/>
                  </a:lnTo>
                  <a:lnTo>
                    <a:pt x="1196546" y="1222531"/>
                  </a:lnTo>
                  <a:lnTo>
                    <a:pt x="1273179" y="1283063"/>
                  </a:lnTo>
                  <a:lnTo>
                    <a:pt x="1349811" y="1341815"/>
                  </a:lnTo>
                  <a:lnTo>
                    <a:pt x="1426444" y="1398838"/>
                  </a:lnTo>
                  <a:lnTo>
                    <a:pt x="1503076" y="1454183"/>
                  </a:lnTo>
                  <a:lnTo>
                    <a:pt x="1579709" y="1507901"/>
                  </a:lnTo>
                  <a:lnTo>
                    <a:pt x="1656342" y="1560038"/>
                  </a:lnTo>
                  <a:lnTo>
                    <a:pt x="1732974" y="1610641"/>
                  </a:lnTo>
                  <a:lnTo>
                    <a:pt x="1809607" y="1659756"/>
                  </a:lnTo>
                  <a:lnTo>
                    <a:pt x="1886239" y="1707426"/>
                  </a:lnTo>
                  <a:lnTo>
                    <a:pt x="1962872" y="1753693"/>
                  </a:lnTo>
                  <a:lnTo>
                    <a:pt x="2039504" y="1798599"/>
                  </a:lnTo>
                  <a:lnTo>
                    <a:pt x="2116137" y="1842185"/>
                  </a:lnTo>
                  <a:lnTo>
                    <a:pt x="2192769" y="1884488"/>
                  </a:lnTo>
                  <a:lnTo>
                    <a:pt x="2269402" y="1925546"/>
                  </a:lnTo>
                  <a:lnTo>
                    <a:pt x="2346034" y="1965397"/>
                  </a:lnTo>
                  <a:lnTo>
                    <a:pt x="2422667" y="2004075"/>
                  </a:lnTo>
                  <a:lnTo>
                    <a:pt x="2499300" y="2041616"/>
                  </a:lnTo>
                  <a:lnTo>
                    <a:pt x="2575932" y="2078052"/>
                  </a:lnTo>
                  <a:lnTo>
                    <a:pt x="2652565" y="2113416"/>
                  </a:lnTo>
                  <a:lnTo>
                    <a:pt x="2729197" y="2147740"/>
                  </a:lnTo>
                  <a:lnTo>
                    <a:pt x="2805830" y="2181055"/>
                  </a:lnTo>
                  <a:lnTo>
                    <a:pt x="2882462" y="2213389"/>
                  </a:lnTo>
                  <a:lnTo>
                    <a:pt x="2959095" y="2244772"/>
                  </a:lnTo>
                  <a:lnTo>
                    <a:pt x="3035727" y="2275231"/>
                  </a:lnTo>
                  <a:lnTo>
                    <a:pt x="3112360" y="2304795"/>
                  </a:lnTo>
                  <a:lnTo>
                    <a:pt x="3188993" y="2333489"/>
                  </a:lnTo>
                  <a:lnTo>
                    <a:pt x="3265625" y="2361339"/>
                  </a:lnTo>
                  <a:lnTo>
                    <a:pt x="3342258" y="2388369"/>
                  </a:lnTo>
                  <a:lnTo>
                    <a:pt x="3418890" y="2414604"/>
                  </a:lnTo>
                  <a:lnTo>
                    <a:pt x="3495523" y="2440068"/>
                  </a:lnTo>
                  <a:lnTo>
                    <a:pt x="3572155" y="2464782"/>
                  </a:lnTo>
                  <a:lnTo>
                    <a:pt x="3648788" y="2488770"/>
                  </a:lnTo>
                  <a:lnTo>
                    <a:pt x="3725420" y="2512052"/>
                  </a:lnTo>
                  <a:lnTo>
                    <a:pt x="3802053" y="2534648"/>
                  </a:lnTo>
                  <a:lnTo>
                    <a:pt x="3878685" y="2556580"/>
                  </a:lnTo>
                  <a:lnTo>
                    <a:pt x="3955318" y="2577867"/>
                  </a:lnTo>
                  <a:lnTo>
                    <a:pt x="4031951" y="2598528"/>
                  </a:lnTo>
                  <a:lnTo>
                    <a:pt x="4108583" y="2618581"/>
                  </a:lnTo>
                  <a:lnTo>
                    <a:pt x="4185216" y="2638044"/>
                  </a:lnTo>
                  <a:lnTo>
                    <a:pt x="4261848" y="2656934"/>
                  </a:lnTo>
                  <a:lnTo>
                    <a:pt x="4338481" y="2675269"/>
                  </a:lnTo>
                  <a:lnTo>
                    <a:pt x="4415113" y="2693064"/>
                  </a:lnTo>
                  <a:lnTo>
                    <a:pt x="4491746" y="2710336"/>
                  </a:lnTo>
                  <a:lnTo>
                    <a:pt x="4568378" y="2727099"/>
                  </a:lnTo>
                  <a:lnTo>
                    <a:pt x="4645011" y="2743370"/>
                  </a:lnTo>
                  <a:lnTo>
                    <a:pt x="4721644" y="2759162"/>
                  </a:lnTo>
                  <a:lnTo>
                    <a:pt x="4798276" y="2774489"/>
                  </a:lnTo>
                  <a:lnTo>
                    <a:pt x="4874909" y="2789365"/>
                  </a:lnTo>
                  <a:lnTo>
                    <a:pt x="4951541" y="2803804"/>
                  </a:lnTo>
                  <a:lnTo>
                    <a:pt x="5028174" y="2817818"/>
                  </a:lnTo>
                  <a:lnTo>
                    <a:pt x="5104806" y="2831420"/>
                  </a:lnTo>
                  <a:lnTo>
                    <a:pt x="5181439" y="2844621"/>
                  </a:lnTo>
                  <a:lnTo>
                    <a:pt x="5258071" y="2857434"/>
                  </a:lnTo>
                  <a:lnTo>
                    <a:pt x="5334704" y="2869871"/>
                  </a:lnTo>
                  <a:lnTo>
                    <a:pt x="5411336" y="2881941"/>
                  </a:lnTo>
                  <a:lnTo>
                    <a:pt x="5487969" y="2893656"/>
                  </a:lnTo>
                  <a:lnTo>
                    <a:pt x="5564602" y="2905027"/>
                  </a:lnTo>
                  <a:lnTo>
                    <a:pt x="5641234" y="2916063"/>
                  </a:lnTo>
                  <a:lnTo>
                    <a:pt x="5717867" y="2926775"/>
                  </a:lnTo>
                  <a:lnTo>
                    <a:pt x="5794499" y="2937171"/>
                  </a:lnTo>
                  <a:lnTo>
                    <a:pt x="5871132" y="2947262"/>
                  </a:lnTo>
                  <a:lnTo>
                    <a:pt x="5947764" y="2957055"/>
                  </a:lnTo>
                  <a:lnTo>
                    <a:pt x="6024397" y="2966561"/>
                  </a:lnTo>
                  <a:lnTo>
                    <a:pt x="6101029" y="2975787"/>
                  </a:lnTo>
                  <a:lnTo>
                    <a:pt x="6177662" y="2984742"/>
                  </a:lnTo>
                  <a:lnTo>
                    <a:pt x="6254294" y="2993433"/>
                  </a:lnTo>
                  <a:lnTo>
                    <a:pt x="6330927" y="3001868"/>
                  </a:lnTo>
                  <a:lnTo>
                    <a:pt x="6407560" y="3010055"/>
                  </a:lnTo>
                  <a:lnTo>
                    <a:pt x="6484192" y="3018002"/>
                  </a:lnTo>
                  <a:lnTo>
                    <a:pt x="6560825" y="3025715"/>
                  </a:lnTo>
                  <a:lnTo>
                    <a:pt x="6637457" y="3033200"/>
                  </a:lnTo>
                  <a:lnTo>
                    <a:pt x="6714090" y="3040466"/>
                  </a:lnTo>
                  <a:lnTo>
                    <a:pt x="6790722" y="3047518"/>
                  </a:lnTo>
                  <a:lnTo>
                    <a:pt x="6867355" y="3054362"/>
                  </a:lnTo>
                  <a:lnTo>
                    <a:pt x="6943987" y="3061005"/>
                  </a:lnTo>
                  <a:lnTo>
                    <a:pt x="7020620" y="3067453"/>
                  </a:lnTo>
                  <a:lnTo>
                    <a:pt x="7097253" y="3073711"/>
                  </a:lnTo>
                  <a:lnTo>
                    <a:pt x="7173885" y="3079784"/>
                  </a:lnTo>
                  <a:lnTo>
                    <a:pt x="7250518" y="3085680"/>
                  </a:lnTo>
                  <a:lnTo>
                    <a:pt x="7327150" y="3091401"/>
                  </a:lnTo>
                  <a:lnTo>
                    <a:pt x="7403783" y="3096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2026-05-21T09:04:11Z</dcterms:modified>
  <cp:category/>
</cp:coreProperties>
</file>