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477150"/>
              <a:ext cx="7090630" cy="1664652"/>
            </a:xfrm>
            <a:custGeom>
              <a:avLst/>
              <a:pathLst>
                <a:path w="7090630" h="1664652">
                  <a:moveTo>
                    <a:pt x="0" y="1325004"/>
                  </a:moveTo>
                  <a:lnTo>
                    <a:pt x="71622" y="1322540"/>
                  </a:lnTo>
                  <a:lnTo>
                    <a:pt x="143245" y="1320068"/>
                  </a:lnTo>
                  <a:lnTo>
                    <a:pt x="214867" y="1317588"/>
                  </a:lnTo>
                  <a:lnTo>
                    <a:pt x="286490" y="1315099"/>
                  </a:lnTo>
                  <a:lnTo>
                    <a:pt x="358112" y="1312602"/>
                  </a:lnTo>
                  <a:lnTo>
                    <a:pt x="429735" y="1310098"/>
                  </a:lnTo>
                  <a:lnTo>
                    <a:pt x="501357" y="1307584"/>
                  </a:lnTo>
                  <a:lnTo>
                    <a:pt x="572980" y="1305063"/>
                  </a:lnTo>
                  <a:lnTo>
                    <a:pt x="644602" y="1302533"/>
                  </a:lnTo>
                  <a:lnTo>
                    <a:pt x="716225" y="1299995"/>
                  </a:lnTo>
                  <a:lnTo>
                    <a:pt x="787847" y="1297449"/>
                  </a:lnTo>
                  <a:lnTo>
                    <a:pt x="859470" y="1294894"/>
                  </a:lnTo>
                  <a:lnTo>
                    <a:pt x="931092" y="1292330"/>
                  </a:lnTo>
                  <a:lnTo>
                    <a:pt x="1002715" y="1289759"/>
                  </a:lnTo>
                  <a:lnTo>
                    <a:pt x="1074337" y="1287178"/>
                  </a:lnTo>
                  <a:lnTo>
                    <a:pt x="1145960" y="1284590"/>
                  </a:lnTo>
                  <a:lnTo>
                    <a:pt x="1217582" y="1281992"/>
                  </a:lnTo>
                  <a:lnTo>
                    <a:pt x="1289205" y="1279387"/>
                  </a:lnTo>
                  <a:lnTo>
                    <a:pt x="1360827" y="1276772"/>
                  </a:lnTo>
                  <a:lnTo>
                    <a:pt x="1432450" y="1274149"/>
                  </a:lnTo>
                  <a:lnTo>
                    <a:pt x="1504073" y="1271517"/>
                  </a:lnTo>
                  <a:lnTo>
                    <a:pt x="1575695" y="1268877"/>
                  </a:lnTo>
                  <a:lnTo>
                    <a:pt x="1647318" y="1266228"/>
                  </a:lnTo>
                  <a:lnTo>
                    <a:pt x="1718940" y="1263570"/>
                  </a:lnTo>
                  <a:lnTo>
                    <a:pt x="1790563" y="1260903"/>
                  </a:lnTo>
                  <a:lnTo>
                    <a:pt x="1862185" y="1258228"/>
                  </a:lnTo>
                  <a:lnTo>
                    <a:pt x="1933808" y="1255544"/>
                  </a:lnTo>
                  <a:lnTo>
                    <a:pt x="2005430" y="1252851"/>
                  </a:lnTo>
                  <a:lnTo>
                    <a:pt x="2077053" y="1250149"/>
                  </a:lnTo>
                  <a:lnTo>
                    <a:pt x="2148675" y="1247438"/>
                  </a:lnTo>
                  <a:lnTo>
                    <a:pt x="2220298" y="1244718"/>
                  </a:lnTo>
                  <a:lnTo>
                    <a:pt x="2291920" y="1241989"/>
                  </a:lnTo>
                  <a:lnTo>
                    <a:pt x="2363543" y="1239251"/>
                  </a:lnTo>
                  <a:lnTo>
                    <a:pt x="2435165" y="1236505"/>
                  </a:lnTo>
                  <a:lnTo>
                    <a:pt x="2506788" y="1233749"/>
                  </a:lnTo>
                  <a:lnTo>
                    <a:pt x="2578410" y="1230984"/>
                  </a:lnTo>
                  <a:lnTo>
                    <a:pt x="2650033" y="1228210"/>
                  </a:lnTo>
                  <a:lnTo>
                    <a:pt x="2721655" y="1225426"/>
                  </a:lnTo>
                  <a:lnTo>
                    <a:pt x="2793278" y="1222634"/>
                  </a:lnTo>
                  <a:lnTo>
                    <a:pt x="2864901" y="1219832"/>
                  </a:lnTo>
                  <a:lnTo>
                    <a:pt x="2936523" y="1217022"/>
                  </a:lnTo>
                  <a:lnTo>
                    <a:pt x="3008146" y="1214201"/>
                  </a:lnTo>
                  <a:lnTo>
                    <a:pt x="3079768" y="1211372"/>
                  </a:lnTo>
                  <a:lnTo>
                    <a:pt x="3151391" y="1208533"/>
                  </a:lnTo>
                  <a:lnTo>
                    <a:pt x="3223013" y="1205685"/>
                  </a:lnTo>
                  <a:lnTo>
                    <a:pt x="3294636" y="1202828"/>
                  </a:lnTo>
                  <a:lnTo>
                    <a:pt x="3366258" y="1190244"/>
                  </a:lnTo>
                  <a:lnTo>
                    <a:pt x="3437881" y="1175637"/>
                  </a:lnTo>
                  <a:lnTo>
                    <a:pt x="3509503" y="1160788"/>
                  </a:lnTo>
                  <a:lnTo>
                    <a:pt x="3581126" y="1145693"/>
                  </a:lnTo>
                  <a:lnTo>
                    <a:pt x="3652748" y="1130348"/>
                  </a:lnTo>
                  <a:lnTo>
                    <a:pt x="3724371" y="1114748"/>
                  </a:lnTo>
                  <a:lnTo>
                    <a:pt x="3795993" y="1098891"/>
                  </a:lnTo>
                  <a:lnTo>
                    <a:pt x="3867616" y="1082770"/>
                  </a:lnTo>
                  <a:lnTo>
                    <a:pt x="3939238" y="1066383"/>
                  </a:lnTo>
                  <a:lnTo>
                    <a:pt x="4010861" y="1049724"/>
                  </a:lnTo>
                  <a:lnTo>
                    <a:pt x="4082483" y="1032789"/>
                  </a:lnTo>
                  <a:lnTo>
                    <a:pt x="4154106" y="1015574"/>
                  </a:lnTo>
                  <a:lnTo>
                    <a:pt x="4225729" y="998073"/>
                  </a:lnTo>
                  <a:lnTo>
                    <a:pt x="4297351" y="980283"/>
                  </a:lnTo>
                  <a:lnTo>
                    <a:pt x="4368974" y="962198"/>
                  </a:lnTo>
                  <a:lnTo>
                    <a:pt x="4440596" y="943813"/>
                  </a:lnTo>
                  <a:lnTo>
                    <a:pt x="4512219" y="925124"/>
                  </a:lnTo>
                  <a:lnTo>
                    <a:pt x="4583841" y="906125"/>
                  </a:lnTo>
                  <a:lnTo>
                    <a:pt x="4655464" y="886812"/>
                  </a:lnTo>
                  <a:lnTo>
                    <a:pt x="4727086" y="867178"/>
                  </a:lnTo>
                  <a:lnTo>
                    <a:pt x="4798709" y="847219"/>
                  </a:lnTo>
                  <a:lnTo>
                    <a:pt x="4870331" y="826930"/>
                  </a:lnTo>
                  <a:lnTo>
                    <a:pt x="4941954" y="806305"/>
                  </a:lnTo>
                  <a:lnTo>
                    <a:pt x="5013576" y="785338"/>
                  </a:lnTo>
                  <a:lnTo>
                    <a:pt x="5085199" y="764023"/>
                  </a:lnTo>
                  <a:lnTo>
                    <a:pt x="5156821" y="742356"/>
                  </a:lnTo>
                  <a:lnTo>
                    <a:pt x="5228444" y="720330"/>
                  </a:lnTo>
                  <a:lnTo>
                    <a:pt x="5300066" y="697938"/>
                  </a:lnTo>
                  <a:lnTo>
                    <a:pt x="5371689" y="675176"/>
                  </a:lnTo>
                  <a:lnTo>
                    <a:pt x="5443311" y="652037"/>
                  </a:lnTo>
                  <a:lnTo>
                    <a:pt x="5514934" y="628515"/>
                  </a:lnTo>
                  <a:lnTo>
                    <a:pt x="5586557" y="604603"/>
                  </a:lnTo>
                  <a:lnTo>
                    <a:pt x="5658179" y="580294"/>
                  </a:lnTo>
                  <a:lnTo>
                    <a:pt x="5729802" y="555583"/>
                  </a:lnTo>
                  <a:lnTo>
                    <a:pt x="5801424" y="530463"/>
                  </a:lnTo>
                  <a:lnTo>
                    <a:pt x="5873047" y="504927"/>
                  </a:lnTo>
                  <a:lnTo>
                    <a:pt x="5944669" y="478968"/>
                  </a:lnTo>
                  <a:lnTo>
                    <a:pt x="6016292" y="452578"/>
                  </a:lnTo>
                  <a:lnTo>
                    <a:pt x="6087914" y="425752"/>
                  </a:lnTo>
                  <a:lnTo>
                    <a:pt x="6159537" y="398481"/>
                  </a:lnTo>
                  <a:lnTo>
                    <a:pt x="6231159" y="370758"/>
                  </a:lnTo>
                  <a:lnTo>
                    <a:pt x="6302782" y="342577"/>
                  </a:lnTo>
                  <a:lnTo>
                    <a:pt x="6374404" y="313928"/>
                  </a:lnTo>
                  <a:lnTo>
                    <a:pt x="6446027" y="284805"/>
                  </a:lnTo>
                  <a:lnTo>
                    <a:pt x="6517649" y="255199"/>
                  </a:lnTo>
                  <a:lnTo>
                    <a:pt x="6589272" y="225103"/>
                  </a:lnTo>
                  <a:lnTo>
                    <a:pt x="6660894" y="194508"/>
                  </a:lnTo>
                  <a:lnTo>
                    <a:pt x="6732517" y="163407"/>
                  </a:lnTo>
                  <a:lnTo>
                    <a:pt x="6804139" y="131790"/>
                  </a:lnTo>
                  <a:lnTo>
                    <a:pt x="6875762" y="99650"/>
                  </a:lnTo>
                  <a:lnTo>
                    <a:pt x="6947385" y="66978"/>
                  </a:lnTo>
                  <a:lnTo>
                    <a:pt x="7019007" y="33764"/>
                  </a:lnTo>
                  <a:lnTo>
                    <a:pt x="7090630" y="0"/>
                  </a:lnTo>
                  <a:lnTo>
                    <a:pt x="7090630" y="1037087"/>
                  </a:lnTo>
                  <a:lnTo>
                    <a:pt x="7019007" y="1040489"/>
                  </a:lnTo>
                  <a:lnTo>
                    <a:pt x="6947385" y="1043880"/>
                  </a:lnTo>
                  <a:lnTo>
                    <a:pt x="6875762" y="1047260"/>
                  </a:lnTo>
                  <a:lnTo>
                    <a:pt x="6804139" y="1050629"/>
                  </a:lnTo>
                  <a:lnTo>
                    <a:pt x="6732517" y="1053987"/>
                  </a:lnTo>
                  <a:lnTo>
                    <a:pt x="6660894" y="1057334"/>
                  </a:lnTo>
                  <a:lnTo>
                    <a:pt x="6589272" y="1060670"/>
                  </a:lnTo>
                  <a:lnTo>
                    <a:pt x="6517649" y="1063995"/>
                  </a:lnTo>
                  <a:lnTo>
                    <a:pt x="6446027" y="1067309"/>
                  </a:lnTo>
                  <a:lnTo>
                    <a:pt x="6374404" y="1070612"/>
                  </a:lnTo>
                  <a:lnTo>
                    <a:pt x="6302782" y="1073904"/>
                  </a:lnTo>
                  <a:lnTo>
                    <a:pt x="6231159" y="1077185"/>
                  </a:lnTo>
                  <a:lnTo>
                    <a:pt x="6159537" y="1080456"/>
                  </a:lnTo>
                  <a:lnTo>
                    <a:pt x="6087914" y="1083716"/>
                  </a:lnTo>
                  <a:lnTo>
                    <a:pt x="6016292" y="1086965"/>
                  </a:lnTo>
                  <a:lnTo>
                    <a:pt x="5944669" y="1090203"/>
                  </a:lnTo>
                  <a:lnTo>
                    <a:pt x="5873047" y="1093431"/>
                  </a:lnTo>
                  <a:lnTo>
                    <a:pt x="5801424" y="1096648"/>
                  </a:lnTo>
                  <a:lnTo>
                    <a:pt x="5729802" y="1099855"/>
                  </a:lnTo>
                  <a:lnTo>
                    <a:pt x="5658179" y="1103051"/>
                  </a:lnTo>
                  <a:lnTo>
                    <a:pt x="5586557" y="1106236"/>
                  </a:lnTo>
                  <a:lnTo>
                    <a:pt x="5514934" y="1109411"/>
                  </a:lnTo>
                  <a:lnTo>
                    <a:pt x="5443311" y="1112576"/>
                  </a:lnTo>
                  <a:lnTo>
                    <a:pt x="5371689" y="1115730"/>
                  </a:lnTo>
                  <a:lnTo>
                    <a:pt x="5300066" y="1118874"/>
                  </a:lnTo>
                  <a:lnTo>
                    <a:pt x="5228444" y="1122008"/>
                  </a:lnTo>
                  <a:lnTo>
                    <a:pt x="5156821" y="1125131"/>
                  </a:lnTo>
                  <a:lnTo>
                    <a:pt x="5085199" y="1128244"/>
                  </a:lnTo>
                  <a:lnTo>
                    <a:pt x="5013576" y="1131347"/>
                  </a:lnTo>
                  <a:lnTo>
                    <a:pt x="4941954" y="1134439"/>
                  </a:lnTo>
                  <a:lnTo>
                    <a:pt x="4870331" y="1137521"/>
                  </a:lnTo>
                  <a:lnTo>
                    <a:pt x="4798709" y="1140594"/>
                  </a:lnTo>
                  <a:lnTo>
                    <a:pt x="4727086" y="1143656"/>
                  </a:lnTo>
                  <a:lnTo>
                    <a:pt x="4655464" y="1146708"/>
                  </a:lnTo>
                  <a:lnTo>
                    <a:pt x="4583841" y="1149750"/>
                  </a:lnTo>
                  <a:lnTo>
                    <a:pt x="4512219" y="1152782"/>
                  </a:lnTo>
                  <a:lnTo>
                    <a:pt x="4440596" y="1155804"/>
                  </a:lnTo>
                  <a:lnTo>
                    <a:pt x="4368974" y="1158816"/>
                  </a:lnTo>
                  <a:lnTo>
                    <a:pt x="4297351" y="1161818"/>
                  </a:lnTo>
                  <a:lnTo>
                    <a:pt x="4225729" y="1164811"/>
                  </a:lnTo>
                  <a:lnTo>
                    <a:pt x="4154106" y="1167793"/>
                  </a:lnTo>
                  <a:lnTo>
                    <a:pt x="4082483" y="1170766"/>
                  </a:lnTo>
                  <a:lnTo>
                    <a:pt x="4010861" y="1173729"/>
                  </a:lnTo>
                  <a:lnTo>
                    <a:pt x="3939238" y="1176682"/>
                  </a:lnTo>
                  <a:lnTo>
                    <a:pt x="3867616" y="1179625"/>
                  </a:lnTo>
                  <a:lnTo>
                    <a:pt x="3795993" y="1182559"/>
                  </a:lnTo>
                  <a:lnTo>
                    <a:pt x="3724371" y="1185483"/>
                  </a:lnTo>
                  <a:lnTo>
                    <a:pt x="3652748" y="1188398"/>
                  </a:lnTo>
                  <a:lnTo>
                    <a:pt x="3581126" y="1191303"/>
                  </a:lnTo>
                  <a:lnTo>
                    <a:pt x="3509503" y="1194198"/>
                  </a:lnTo>
                  <a:lnTo>
                    <a:pt x="3437881" y="1197084"/>
                  </a:lnTo>
                  <a:lnTo>
                    <a:pt x="3366258" y="1199961"/>
                  </a:lnTo>
                  <a:lnTo>
                    <a:pt x="3294636" y="1204613"/>
                  </a:lnTo>
                  <a:lnTo>
                    <a:pt x="3223013" y="1218748"/>
                  </a:lnTo>
                  <a:lnTo>
                    <a:pt x="3151391" y="1232653"/>
                  </a:lnTo>
                  <a:lnTo>
                    <a:pt x="3079768" y="1246331"/>
                  </a:lnTo>
                  <a:lnTo>
                    <a:pt x="3008146" y="1259786"/>
                  </a:lnTo>
                  <a:lnTo>
                    <a:pt x="2936523" y="1273022"/>
                  </a:lnTo>
                  <a:lnTo>
                    <a:pt x="2864901" y="1286042"/>
                  </a:lnTo>
                  <a:lnTo>
                    <a:pt x="2793278" y="1298850"/>
                  </a:lnTo>
                  <a:lnTo>
                    <a:pt x="2721655" y="1311450"/>
                  </a:lnTo>
                  <a:lnTo>
                    <a:pt x="2650033" y="1323844"/>
                  </a:lnTo>
                  <a:lnTo>
                    <a:pt x="2578410" y="1336036"/>
                  </a:lnTo>
                  <a:lnTo>
                    <a:pt x="2506788" y="1348029"/>
                  </a:lnTo>
                  <a:lnTo>
                    <a:pt x="2435165" y="1359827"/>
                  </a:lnTo>
                  <a:lnTo>
                    <a:pt x="2363543" y="1371433"/>
                  </a:lnTo>
                  <a:lnTo>
                    <a:pt x="2291920" y="1382850"/>
                  </a:lnTo>
                  <a:lnTo>
                    <a:pt x="2220298" y="1394080"/>
                  </a:lnTo>
                  <a:lnTo>
                    <a:pt x="2148675" y="1405128"/>
                  </a:lnTo>
                  <a:lnTo>
                    <a:pt x="2077053" y="1415995"/>
                  </a:lnTo>
                  <a:lnTo>
                    <a:pt x="2005430" y="1426686"/>
                  </a:lnTo>
                  <a:lnTo>
                    <a:pt x="1933808" y="1437202"/>
                  </a:lnTo>
                  <a:lnTo>
                    <a:pt x="1862185" y="1447547"/>
                  </a:lnTo>
                  <a:lnTo>
                    <a:pt x="1790563" y="1457723"/>
                  </a:lnTo>
                  <a:lnTo>
                    <a:pt x="1718940" y="1467734"/>
                  </a:lnTo>
                  <a:lnTo>
                    <a:pt x="1647318" y="1477581"/>
                  </a:lnTo>
                  <a:lnTo>
                    <a:pt x="1575695" y="1487268"/>
                  </a:lnTo>
                  <a:lnTo>
                    <a:pt x="1504073" y="1496797"/>
                  </a:lnTo>
                  <a:lnTo>
                    <a:pt x="1432450" y="1506171"/>
                  </a:lnTo>
                  <a:lnTo>
                    <a:pt x="1360827" y="1515392"/>
                  </a:lnTo>
                  <a:lnTo>
                    <a:pt x="1289205" y="1524463"/>
                  </a:lnTo>
                  <a:lnTo>
                    <a:pt x="1217582" y="1533386"/>
                  </a:lnTo>
                  <a:lnTo>
                    <a:pt x="1145960" y="1542164"/>
                  </a:lnTo>
                  <a:lnTo>
                    <a:pt x="1074337" y="1550798"/>
                  </a:lnTo>
                  <a:lnTo>
                    <a:pt x="1002715" y="1559292"/>
                  </a:lnTo>
                  <a:lnTo>
                    <a:pt x="931092" y="1567648"/>
                  </a:lnTo>
                  <a:lnTo>
                    <a:pt x="859470" y="1575867"/>
                  </a:lnTo>
                  <a:lnTo>
                    <a:pt x="787847" y="1583952"/>
                  </a:lnTo>
                  <a:lnTo>
                    <a:pt x="716225" y="1591906"/>
                  </a:lnTo>
                  <a:lnTo>
                    <a:pt x="644602" y="1599730"/>
                  </a:lnTo>
                  <a:lnTo>
                    <a:pt x="572980" y="1607427"/>
                  </a:lnTo>
                  <a:lnTo>
                    <a:pt x="501357" y="1614998"/>
                  </a:lnTo>
                  <a:lnTo>
                    <a:pt x="429735" y="1622445"/>
                  </a:lnTo>
                  <a:lnTo>
                    <a:pt x="358112" y="1629772"/>
                  </a:lnTo>
                  <a:lnTo>
                    <a:pt x="286490" y="1636979"/>
                  </a:lnTo>
                  <a:lnTo>
                    <a:pt x="214867" y="1644068"/>
                  </a:lnTo>
                  <a:lnTo>
                    <a:pt x="143245" y="1651043"/>
                  </a:lnTo>
                  <a:lnTo>
                    <a:pt x="71622" y="1657903"/>
                  </a:lnTo>
                  <a:lnTo>
                    <a:pt x="0" y="166465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477150"/>
              <a:ext cx="7090630" cy="1325004"/>
            </a:xfrm>
            <a:custGeom>
              <a:avLst/>
              <a:pathLst>
                <a:path w="7090630" h="1325004">
                  <a:moveTo>
                    <a:pt x="0" y="1325004"/>
                  </a:moveTo>
                  <a:lnTo>
                    <a:pt x="71622" y="1322540"/>
                  </a:lnTo>
                  <a:lnTo>
                    <a:pt x="143245" y="1320068"/>
                  </a:lnTo>
                  <a:lnTo>
                    <a:pt x="214867" y="1317588"/>
                  </a:lnTo>
                  <a:lnTo>
                    <a:pt x="286490" y="1315099"/>
                  </a:lnTo>
                  <a:lnTo>
                    <a:pt x="358112" y="1312602"/>
                  </a:lnTo>
                  <a:lnTo>
                    <a:pt x="429735" y="1310098"/>
                  </a:lnTo>
                  <a:lnTo>
                    <a:pt x="501357" y="1307584"/>
                  </a:lnTo>
                  <a:lnTo>
                    <a:pt x="572980" y="1305063"/>
                  </a:lnTo>
                  <a:lnTo>
                    <a:pt x="644602" y="1302533"/>
                  </a:lnTo>
                  <a:lnTo>
                    <a:pt x="716225" y="1299995"/>
                  </a:lnTo>
                  <a:lnTo>
                    <a:pt x="787847" y="1297449"/>
                  </a:lnTo>
                  <a:lnTo>
                    <a:pt x="859470" y="1294894"/>
                  </a:lnTo>
                  <a:lnTo>
                    <a:pt x="931092" y="1292330"/>
                  </a:lnTo>
                  <a:lnTo>
                    <a:pt x="1002715" y="1289759"/>
                  </a:lnTo>
                  <a:lnTo>
                    <a:pt x="1074337" y="1287178"/>
                  </a:lnTo>
                  <a:lnTo>
                    <a:pt x="1145960" y="1284590"/>
                  </a:lnTo>
                  <a:lnTo>
                    <a:pt x="1217582" y="1281992"/>
                  </a:lnTo>
                  <a:lnTo>
                    <a:pt x="1289205" y="1279387"/>
                  </a:lnTo>
                  <a:lnTo>
                    <a:pt x="1360827" y="1276772"/>
                  </a:lnTo>
                  <a:lnTo>
                    <a:pt x="1432450" y="1274149"/>
                  </a:lnTo>
                  <a:lnTo>
                    <a:pt x="1504073" y="1271517"/>
                  </a:lnTo>
                  <a:lnTo>
                    <a:pt x="1575695" y="1268877"/>
                  </a:lnTo>
                  <a:lnTo>
                    <a:pt x="1647318" y="1266228"/>
                  </a:lnTo>
                  <a:lnTo>
                    <a:pt x="1718940" y="1263570"/>
                  </a:lnTo>
                  <a:lnTo>
                    <a:pt x="1790563" y="1260903"/>
                  </a:lnTo>
                  <a:lnTo>
                    <a:pt x="1862185" y="1258228"/>
                  </a:lnTo>
                  <a:lnTo>
                    <a:pt x="1933808" y="1255544"/>
                  </a:lnTo>
                  <a:lnTo>
                    <a:pt x="2005430" y="1252851"/>
                  </a:lnTo>
                  <a:lnTo>
                    <a:pt x="2077053" y="1250149"/>
                  </a:lnTo>
                  <a:lnTo>
                    <a:pt x="2148675" y="1247438"/>
                  </a:lnTo>
                  <a:lnTo>
                    <a:pt x="2220298" y="1244718"/>
                  </a:lnTo>
                  <a:lnTo>
                    <a:pt x="2291920" y="1241989"/>
                  </a:lnTo>
                  <a:lnTo>
                    <a:pt x="2363543" y="1239251"/>
                  </a:lnTo>
                  <a:lnTo>
                    <a:pt x="2435165" y="1236505"/>
                  </a:lnTo>
                  <a:lnTo>
                    <a:pt x="2506788" y="1233749"/>
                  </a:lnTo>
                  <a:lnTo>
                    <a:pt x="2578410" y="1230984"/>
                  </a:lnTo>
                  <a:lnTo>
                    <a:pt x="2650033" y="1228210"/>
                  </a:lnTo>
                  <a:lnTo>
                    <a:pt x="2721655" y="1225426"/>
                  </a:lnTo>
                  <a:lnTo>
                    <a:pt x="2793278" y="1222634"/>
                  </a:lnTo>
                  <a:lnTo>
                    <a:pt x="2864901" y="1219832"/>
                  </a:lnTo>
                  <a:lnTo>
                    <a:pt x="2936523" y="1217022"/>
                  </a:lnTo>
                  <a:lnTo>
                    <a:pt x="3008146" y="1214201"/>
                  </a:lnTo>
                  <a:lnTo>
                    <a:pt x="3079768" y="1211372"/>
                  </a:lnTo>
                  <a:lnTo>
                    <a:pt x="3151391" y="1208533"/>
                  </a:lnTo>
                  <a:lnTo>
                    <a:pt x="3223013" y="1205685"/>
                  </a:lnTo>
                  <a:lnTo>
                    <a:pt x="3294636" y="1202828"/>
                  </a:lnTo>
                  <a:lnTo>
                    <a:pt x="3366258" y="1190244"/>
                  </a:lnTo>
                  <a:lnTo>
                    <a:pt x="3437881" y="1175637"/>
                  </a:lnTo>
                  <a:lnTo>
                    <a:pt x="3509503" y="1160788"/>
                  </a:lnTo>
                  <a:lnTo>
                    <a:pt x="3581126" y="1145693"/>
                  </a:lnTo>
                  <a:lnTo>
                    <a:pt x="3652748" y="1130348"/>
                  </a:lnTo>
                  <a:lnTo>
                    <a:pt x="3724371" y="1114748"/>
                  </a:lnTo>
                  <a:lnTo>
                    <a:pt x="3795993" y="1098891"/>
                  </a:lnTo>
                  <a:lnTo>
                    <a:pt x="3867616" y="1082770"/>
                  </a:lnTo>
                  <a:lnTo>
                    <a:pt x="3939238" y="1066383"/>
                  </a:lnTo>
                  <a:lnTo>
                    <a:pt x="4010861" y="1049724"/>
                  </a:lnTo>
                  <a:lnTo>
                    <a:pt x="4082483" y="1032789"/>
                  </a:lnTo>
                  <a:lnTo>
                    <a:pt x="4154106" y="1015574"/>
                  </a:lnTo>
                  <a:lnTo>
                    <a:pt x="4225729" y="998073"/>
                  </a:lnTo>
                  <a:lnTo>
                    <a:pt x="4297351" y="980283"/>
                  </a:lnTo>
                  <a:lnTo>
                    <a:pt x="4368974" y="962198"/>
                  </a:lnTo>
                  <a:lnTo>
                    <a:pt x="4440596" y="943813"/>
                  </a:lnTo>
                  <a:lnTo>
                    <a:pt x="4512219" y="925124"/>
                  </a:lnTo>
                  <a:lnTo>
                    <a:pt x="4583841" y="906125"/>
                  </a:lnTo>
                  <a:lnTo>
                    <a:pt x="4655464" y="886812"/>
                  </a:lnTo>
                  <a:lnTo>
                    <a:pt x="4727086" y="867178"/>
                  </a:lnTo>
                  <a:lnTo>
                    <a:pt x="4798709" y="847219"/>
                  </a:lnTo>
                  <a:lnTo>
                    <a:pt x="4870331" y="826930"/>
                  </a:lnTo>
                  <a:lnTo>
                    <a:pt x="4941954" y="806305"/>
                  </a:lnTo>
                  <a:lnTo>
                    <a:pt x="5013576" y="785338"/>
                  </a:lnTo>
                  <a:lnTo>
                    <a:pt x="5085199" y="764023"/>
                  </a:lnTo>
                  <a:lnTo>
                    <a:pt x="5156821" y="742356"/>
                  </a:lnTo>
                  <a:lnTo>
                    <a:pt x="5228444" y="720330"/>
                  </a:lnTo>
                  <a:lnTo>
                    <a:pt x="5300066" y="697938"/>
                  </a:lnTo>
                  <a:lnTo>
                    <a:pt x="5371689" y="675176"/>
                  </a:lnTo>
                  <a:lnTo>
                    <a:pt x="5443311" y="652037"/>
                  </a:lnTo>
                  <a:lnTo>
                    <a:pt x="5514934" y="628515"/>
                  </a:lnTo>
                  <a:lnTo>
                    <a:pt x="5586557" y="604603"/>
                  </a:lnTo>
                  <a:lnTo>
                    <a:pt x="5658179" y="580294"/>
                  </a:lnTo>
                  <a:lnTo>
                    <a:pt x="5729802" y="555583"/>
                  </a:lnTo>
                  <a:lnTo>
                    <a:pt x="5801424" y="530463"/>
                  </a:lnTo>
                  <a:lnTo>
                    <a:pt x="5873047" y="504927"/>
                  </a:lnTo>
                  <a:lnTo>
                    <a:pt x="5944669" y="478968"/>
                  </a:lnTo>
                  <a:lnTo>
                    <a:pt x="6016292" y="452578"/>
                  </a:lnTo>
                  <a:lnTo>
                    <a:pt x="6087914" y="425752"/>
                  </a:lnTo>
                  <a:lnTo>
                    <a:pt x="6159537" y="398481"/>
                  </a:lnTo>
                  <a:lnTo>
                    <a:pt x="6231159" y="370758"/>
                  </a:lnTo>
                  <a:lnTo>
                    <a:pt x="6302782" y="342577"/>
                  </a:lnTo>
                  <a:lnTo>
                    <a:pt x="6374404" y="313928"/>
                  </a:lnTo>
                  <a:lnTo>
                    <a:pt x="6446027" y="284805"/>
                  </a:lnTo>
                  <a:lnTo>
                    <a:pt x="6517649" y="255199"/>
                  </a:lnTo>
                  <a:lnTo>
                    <a:pt x="6589272" y="225103"/>
                  </a:lnTo>
                  <a:lnTo>
                    <a:pt x="6660894" y="194508"/>
                  </a:lnTo>
                  <a:lnTo>
                    <a:pt x="6732517" y="163407"/>
                  </a:lnTo>
                  <a:lnTo>
                    <a:pt x="6804139" y="131790"/>
                  </a:lnTo>
                  <a:lnTo>
                    <a:pt x="6875762" y="99650"/>
                  </a:lnTo>
                  <a:lnTo>
                    <a:pt x="6947385" y="66978"/>
                  </a:lnTo>
                  <a:lnTo>
                    <a:pt x="7019007" y="3376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14237"/>
              <a:ext cx="7090630" cy="627564"/>
            </a:xfrm>
            <a:custGeom>
              <a:avLst/>
              <a:pathLst>
                <a:path w="7090630" h="627564">
                  <a:moveTo>
                    <a:pt x="7090630" y="0"/>
                  </a:moveTo>
                  <a:lnTo>
                    <a:pt x="7019007" y="3402"/>
                  </a:lnTo>
                  <a:lnTo>
                    <a:pt x="6947385" y="6793"/>
                  </a:lnTo>
                  <a:lnTo>
                    <a:pt x="6875762" y="10173"/>
                  </a:lnTo>
                  <a:lnTo>
                    <a:pt x="6804139" y="13542"/>
                  </a:lnTo>
                  <a:lnTo>
                    <a:pt x="6732517" y="16900"/>
                  </a:lnTo>
                  <a:lnTo>
                    <a:pt x="6660894" y="20247"/>
                  </a:lnTo>
                  <a:lnTo>
                    <a:pt x="6589272" y="23583"/>
                  </a:lnTo>
                  <a:lnTo>
                    <a:pt x="6517649" y="26908"/>
                  </a:lnTo>
                  <a:lnTo>
                    <a:pt x="6446027" y="30221"/>
                  </a:lnTo>
                  <a:lnTo>
                    <a:pt x="6374404" y="33524"/>
                  </a:lnTo>
                  <a:lnTo>
                    <a:pt x="6302782" y="36817"/>
                  </a:lnTo>
                  <a:lnTo>
                    <a:pt x="6231159" y="40098"/>
                  </a:lnTo>
                  <a:lnTo>
                    <a:pt x="6159537" y="43369"/>
                  </a:lnTo>
                  <a:lnTo>
                    <a:pt x="6087914" y="46628"/>
                  </a:lnTo>
                  <a:lnTo>
                    <a:pt x="6016292" y="49878"/>
                  </a:lnTo>
                  <a:lnTo>
                    <a:pt x="5944669" y="53116"/>
                  </a:lnTo>
                  <a:lnTo>
                    <a:pt x="5873047" y="56344"/>
                  </a:lnTo>
                  <a:lnTo>
                    <a:pt x="5801424" y="59561"/>
                  </a:lnTo>
                  <a:lnTo>
                    <a:pt x="5729802" y="62767"/>
                  </a:lnTo>
                  <a:lnTo>
                    <a:pt x="5658179" y="65963"/>
                  </a:lnTo>
                  <a:lnTo>
                    <a:pt x="5586557" y="69149"/>
                  </a:lnTo>
                  <a:lnTo>
                    <a:pt x="5514934" y="72324"/>
                  </a:lnTo>
                  <a:lnTo>
                    <a:pt x="5443311" y="75489"/>
                  </a:lnTo>
                  <a:lnTo>
                    <a:pt x="5371689" y="78643"/>
                  </a:lnTo>
                  <a:lnTo>
                    <a:pt x="5300066" y="81787"/>
                  </a:lnTo>
                  <a:lnTo>
                    <a:pt x="5228444" y="84920"/>
                  </a:lnTo>
                  <a:lnTo>
                    <a:pt x="5156821" y="88044"/>
                  </a:lnTo>
                  <a:lnTo>
                    <a:pt x="5085199" y="91157"/>
                  </a:lnTo>
                  <a:lnTo>
                    <a:pt x="5013576" y="94259"/>
                  </a:lnTo>
                  <a:lnTo>
                    <a:pt x="4941954" y="97352"/>
                  </a:lnTo>
                  <a:lnTo>
                    <a:pt x="4870331" y="100434"/>
                  </a:lnTo>
                  <a:lnTo>
                    <a:pt x="4798709" y="103506"/>
                  </a:lnTo>
                  <a:lnTo>
                    <a:pt x="4727086" y="106568"/>
                  </a:lnTo>
                  <a:lnTo>
                    <a:pt x="4655464" y="109620"/>
                  </a:lnTo>
                  <a:lnTo>
                    <a:pt x="4583841" y="112663"/>
                  </a:lnTo>
                  <a:lnTo>
                    <a:pt x="4512219" y="115695"/>
                  </a:lnTo>
                  <a:lnTo>
                    <a:pt x="4440596" y="118717"/>
                  </a:lnTo>
                  <a:lnTo>
                    <a:pt x="4368974" y="121729"/>
                  </a:lnTo>
                  <a:lnTo>
                    <a:pt x="4297351" y="124731"/>
                  </a:lnTo>
                  <a:lnTo>
                    <a:pt x="4225729" y="127723"/>
                  </a:lnTo>
                  <a:lnTo>
                    <a:pt x="4154106" y="130706"/>
                  </a:lnTo>
                  <a:lnTo>
                    <a:pt x="4082483" y="133678"/>
                  </a:lnTo>
                  <a:lnTo>
                    <a:pt x="4010861" y="136641"/>
                  </a:lnTo>
                  <a:lnTo>
                    <a:pt x="3939238" y="139595"/>
                  </a:lnTo>
                  <a:lnTo>
                    <a:pt x="3867616" y="142538"/>
                  </a:lnTo>
                  <a:lnTo>
                    <a:pt x="3795993" y="145472"/>
                  </a:lnTo>
                  <a:lnTo>
                    <a:pt x="3724371" y="148396"/>
                  </a:lnTo>
                  <a:lnTo>
                    <a:pt x="3652748" y="151311"/>
                  </a:lnTo>
                  <a:lnTo>
                    <a:pt x="3581126" y="154216"/>
                  </a:lnTo>
                  <a:lnTo>
                    <a:pt x="3509503" y="157111"/>
                  </a:lnTo>
                  <a:lnTo>
                    <a:pt x="3437881" y="159997"/>
                  </a:lnTo>
                  <a:lnTo>
                    <a:pt x="3366258" y="162873"/>
                  </a:lnTo>
                  <a:lnTo>
                    <a:pt x="3294636" y="167526"/>
                  </a:lnTo>
                  <a:lnTo>
                    <a:pt x="3223013" y="181661"/>
                  </a:lnTo>
                  <a:lnTo>
                    <a:pt x="3151391" y="195565"/>
                  </a:lnTo>
                  <a:lnTo>
                    <a:pt x="3079768" y="209243"/>
                  </a:lnTo>
                  <a:lnTo>
                    <a:pt x="3008146" y="222699"/>
                  </a:lnTo>
                  <a:lnTo>
                    <a:pt x="2936523" y="235935"/>
                  </a:lnTo>
                  <a:lnTo>
                    <a:pt x="2864901" y="248955"/>
                  </a:lnTo>
                  <a:lnTo>
                    <a:pt x="2793278" y="261763"/>
                  </a:lnTo>
                  <a:lnTo>
                    <a:pt x="2721655" y="274362"/>
                  </a:lnTo>
                  <a:lnTo>
                    <a:pt x="2650033" y="286756"/>
                  </a:lnTo>
                  <a:lnTo>
                    <a:pt x="2578410" y="298948"/>
                  </a:lnTo>
                  <a:lnTo>
                    <a:pt x="2506788" y="310942"/>
                  </a:lnTo>
                  <a:lnTo>
                    <a:pt x="2435165" y="322740"/>
                  </a:lnTo>
                  <a:lnTo>
                    <a:pt x="2363543" y="334346"/>
                  </a:lnTo>
                  <a:lnTo>
                    <a:pt x="2291920" y="345762"/>
                  </a:lnTo>
                  <a:lnTo>
                    <a:pt x="2220298" y="356993"/>
                  </a:lnTo>
                  <a:lnTo>
                    <a:pt x="2148675" y="368040"/>
                  </a:lnTo>
                  <a:lnTo>
                    <a:pt x="2077053" y="378908"/>
                  </a:lnTo>
                  <a:lnTo>
                    <a:pt x="2005430" y="389599"/>
                  </a:lnTo>
                  <a:lnTo>
                    <a:pt x="1933808" y="400115"/>
                  </a:lnTo>
                  <a:lnTo>
                    <a:pt x="1862185" y="410460"/>
                  </a:lnTo>
                  <a:lnTo>
                    <a:pt x="1790563" y="420636"/>
                  </a:lnTo>
                  <a:lnTo>
                    <a:pt x="1718940" y="430647"/>
                  </a:lnTo>
                  <a:lnTo>
                    <a:pt x="1647318" y="440494"/>
                  </a:lnTo>
                  <a:lnTo>
                    <a:pt x="1575695" y="450181"/>
                  </a:lnTo>
                  <a:lnTo>
                    <a:pt x="1504073" y="459710"/>
                  </a:lnTo>
                  <a:lnTo>
                    <a:pt x="1432450" y="469084"/>
                  </a:lnTo>
                  <a:lnTo>
                    <a:pt x="1360827" y="478305"/>
                  </a:lnTo>
                  <a:lnTo>
                    <a:pt x="1289205" y="487376"/>
                  </a:lnTo>
                  <a:lnTo>
                    <a:pt x="1217582" y="496299"/>
                  </a:lnTo>
                  <a:lnTo>
                    <a:pt x="1145960" y="505076"/>
                  </a:lnTo>
                  <a:lnTo>
                    <a:pt x="1074337" y="513711"/>
                  </a:lnTo>
                  <a:lnTo>
                    <a:pt x="1002715" y="522205"/>
                  </a:lnTo>
                  <a:lnTo>
                    <a:pt x="931092" y="530560"/>
                  </a:lnTo>
                  <a:lnTo>
                    <a:pt x="859470" y="538780"/>
                  </a:lnTo>
                  <a:lnTo>
                    <a:pt x="787847" y="546865"/>
                  </a:lnTo>
                  <a:lnTo>
                    <a:pt x="716225" y="554819"/>
                  </a:lnTo>
                  <a:lnTo>
                    <a:pt x="644602" y="562643"/>
                  </a:lnTo>
                  <a:lnTo>
                    <a:pt x="572980" y="570339"/>
                  </a:lnTo>
                  <a:lnTo>
                    <a:pt x="501357" y="577910"/>
                  </a:lnTo>
                  <a:lnTo>
                    <a:pt x="429735" y="585358"/>
                  </a:lnTo>
                  <a:lnTo>
                    <a:pt x="358112" y="592685"/>
                  </a:lnTo>
                  <a:lnTo>
                    <a:pt x="286490" y="599892"/>
                  </a:lnTo>
                  <a:lnTo>
                    <a:pt x="214867" y="606981"/>
                  </a:lnTo>
                  <a:lnTo>
                    <a:pt x="143245" y="613955"/>
                  </a:lnTo>
                  <a:lnTo>
                    <a:pt x="71622" y="620816"/>
                  </a:lnTo>
                  <a:lnTo>
                    <a:pt x="0" y="6275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084790"/>
              <a:ext cx="7090630" cy="912734"/>
            </a:xfrm>
            <a:custGeom>
              <a:avLst/>
              <a:pathLst>
                <a:path w="7090630" h="912734">
                  <a:moveTo>
                    <a:pt x="0" y="912734"/>
                  </a:moveTo>
                  <a:lnTo>
                    <a:pt x="71622" y="907267"/>
                  </a:lnTo>
                  <a:lnTo>
                    <a:pt x="143245" y="901746"/>
                  </a:lnTo>
                  <a:lnTo>
                    <a:pt x="214867" y="896170"/>
                  </a:lnTo>
                  <a:lnTo>
                    <a:pt x="286490" y="890539"/>
                  </a:lnTo>
                  <a:lnTo>
                    <a:pt x="358112" y="884852"/>
                  </a:lnTo>
                  <a:lnTo>
                    <a:pt x="429735" y="879108"/>
                  </a:lnTo>
                  <a:lnTo>
                    <a:pt x="501357" y="873308"/>
                  </a:lnTo>
                  <a:lnTo>
                    <a:pt x="572980" y="867450"/>
                  </a:lnTo>
                  <a:lnTo>
                    <a:pt x="644602" y="861535"/>
                  </a:lnTo>
                  <a:lnTo>
                    <a:pt x="716225" y="855560"/>
                  </a:lnTo>
                  <a:lnTo>
                    <a:pt x="787847" y="849527"/>
                  </a:lnTo>
                  <a:lnTo>
                    <a:pt x="859470" y="843433"/>
                  </a:lnTo>
                  <a:lnTo>
                    <a:pt x="931092" y="837279"/>
                  </a:lnTo>
                  <a:lnTo>
                    <a:pt x="1002715" y="831064"/>
                  </a:lnTo>
                  <a:lnTo>
                    <a:pt x="1074337" y="824788"/>
                  </a:lnTo>
                  <a:lnTo>
                    <a:pt x="1145960" y="818450"/>
                  </a:lnTo>
                  <a:lnTo>
                    <a:pt x="1217582" y="812048"/>
                  </a:lnTo>
                  <a:lnTo>
                    <a:pt x="1289205" y="805583"/>
                  </a:lnTo>
                  <a:lnTo>
                    <a:pt x="1360827" y="799054"/>
                  </a:lnTo>
                  <a:lnTo>
                    <a:pt x="1432450" y="792461"/>
                  </a:lnTo>
                  <a:lnTo>
                    <a:pt x="1504073" y="785802"/>
                  </a:lnTo>
                  <a:lnTo>
                    <a:pt x="1575695" y="779077"/>
                  </a:lnTo>
                  <a:lnTo>
                    <a:pt x="1647318" y="772285"/>
                  </a:lnTo>
                  <a:lnTo>
                    <a:pt x="1718940" y="765426"/>
                  </a:lnTo>
                  <a:lnTo>
                    <a:pt x="1790563" y="758500"/>
                  </a:lnTo>
                  <a:lnTo>
                    <a:pt x="1862185" y="751504"/>
                  </a:lnTo>
                  <a:lnTo>
                    <a:pt x="1933808" y="744439"/>
                  </a:lnTo>
                  <a:lnTo>
                    <a:pt x="2005430" y="737304"/>
                  </a:lnTo>
                  <a:lnTo>
                    <a:pt x="2077053" y="730099"/>
                  </a:lnTo>
                  <a:lnTo>
                    <a:pt x="2148675" y="722822"/>
                  </a:lnTo>
                  <a:lnTo>
                    <a:pt x="2220298" y="715473"/>
                  </a:lnTo>
                  <a:lnTo>
                    <a:pt x="2291920" y="708051"/>
                  </a:lnTo>
                  <a:lnTo>
                    <a:pt x="2363543" y="700556"/>
                  </a:lnTo>
                  <a:lnTo>
                    <a:pt x="2435165" y="692986"/>
                  </a:lnTo>
                  <a:lnTo>
                    <a:pt x="2506788" y="685341"/>
                  </a:lnTo>
                  <a:lnTo>
                    <a:pt x="2578410" y="677621"/>
                  </a:lnTo>
                  <a:lnTo>
                    <a:pt x="2650033" y="669824"/>
                  </a:lnTo>
                  <a:lnTo>
                    <a:pt x="2721655" y="661950"/>
                  </a:lnTo>
                  <a:lnTo>
                    <a:pt x="2793278" y="653997"/>
                  </a:lnTo>
                  <a:lnTo>
                    <a:pt x="2864901" y="645966"/>
                  </a:lnTo>
                  <a:lnTo>
                    <a:pt x="2936523" y="637856"/>
                  </a:lnTo>
                  <a:lnTo>
                    <a:pt x="3008146" y="629664"/>
                  </a:lnTo>
                  <a:lnTo>
                    <a:pt x="3079768" y="621392"/>
                  </a:lnTo>
                  <a:lnTo>
                    <a:pt x="3151391" y="613038"/>
                  </a:lnTo>
                  <a:lnTo>
                    <a:pt x="3223013" y="604601"/>
                  </a:lnTo>
                  <a:lnTo>
                    <a:pt x="3294636" y="596080"/>
                  </a:lnTo>
                  <a:lnTo>
                    <a:pt x="3366258" y="587475"/>
                  </a:lnTo>
                  <a:lnTo>
                    <a:pt x="3437881" y="578785"/>
                  </a:lnTo>
                  <a:lnTo>
                    <a:pt x="3509503" y="570009"/>
                  </a:lnTo>
                  <a:lnTo>
                    <a:pt x="3581126" y="561145"/>
                  </a:lnTo>
                  <a:lnTo>
                    <a:pt x="3652748" y="552194"/>
                  </a:lnTo>
                  <a:lnTo>
                    <a:pt x="3724371" y="543154"/>
                  </a:lnTo>
                  <a:lnTo>
                    <a:pt x="3795993" y="534025"/>
                  </a:lnTo>
                  <a:lnTo>
                    <a:pt x="3867616" y="524805"/>
                  </a:lnTo>
                  <a:lnTo>
                    <a:pt x="3939238" y="515493"/>
                  </a:lnTo>
                  <a:lnTo>
                    <a:pt x="4010861" y="506090"/>
                  </a:lnTo>
                  <a:lnTo>
                    <a:pt x="4082483" y="496593"/>
                  </a:lnTo>
                  <a:lnTo>
                    <a:pt x="4154106" y="487002"/>
                  </a:lnTo>
                  <a:lnTo>
                    <a:pt x="4225729" y="477316"/>
                  </a:lnTo>
                  <a:lnTo>
                    <a:pt x="4297351" y="467534"/>
                  </a:lnTo>
                  <a:lnTo>
                    <a:pt x="4368974" y="457655"/>
                  </a:lnTo>
                  <a:lnTo>
                    <a:pt x="4440596" y="447678"/>
                  </a:lnTo>
                  <a:lnTo>
                    <a:pt x="4512219" y="437603"/>
                  </a:lnTo>
                  <a:lnTo>
                    <a:pt x="4583841" y="427427"/>
                  </a:lnTo>
                  <a:lnTo>
                    <a:pt x="4655464" y="417151"/>
                  </a:lnTo>
                  <a:lnTo>
                    <a:pt x="4727086" y="406773"/>
                  </a:lnTo>
                  <a:lnTo>
                    <a:pt x="4798709" y="396292"/>
                  </a:lnTo>
                  <a:lnTo>
                    <a:pt x="4870331" y="385707"/>
                  </a:lnTo>
                  <a:lnTo>
                    <a:pt x="4941954" y="375017"/>
                  </a:lnTo>
                  <a:lnTo>
                    <a:pt x="5013576" y="364221"/>
                  </a:lnTo>
                  <a:lnTo>
                    <a:pt x="5085199" y="353318"/>
                  </a:lnTo>
                  <a:lnTo>
                    <a:pt x="5156821" y="342308"/>
                  </a:lnTo>
                  <a:lnTo>
                    <a:pt x="5228444" y="331188"/>
                  </a:lnTo>
                  <a:lnTo>
                    <a:pt x="5300066" y="319958"/>
                  </a:lnTo>
                  <a:lnTo>
                    <a:pt x="5371689" y="308616"/>
                  </a:lnTo>
                  <a:lnTo>
                    <a:pt x="5443311" y="297163"/>
                  </a:lnTo>
                  <a:lnTo>
                    <a:pt x="5514934" y="285595"/>
                  </a:lnTo>
                  <a:lnTo>
                    <a:pt x="5586557" y="273913"/>
                  </a:lnTo>
                  <a:lnTo>
                    <a:pt x="5658179" y="262116"/>
                  </a:lnTo>
                  <a:lnTo>
                    <a:pt x="5729802" y="250201"/>
                  </a:lnTo>
                  <a:lnTo>
                    <a:pt x="5801424" y="238169"/>
                  </a:lnTo>
                  <a:lnTo>
                    <a:pt x="5873047" y="226017"/>
                  </a:lnTo>
                  <a:lnTo>
                    <a:pt x="5944669" y="213745"/>
                  </a:lnTo>
                  <a:lnTo>
                    <a:pt x="6016292" y="201351"/>
                  </a:lnTo>
                  <a:lnTo>
                    <a:pt x="6087914" y="188834"/>
                  </a:lnTo>
                  <a:lnTo>
                    <a:pt x="6159537" y="176193"/>
                  </a:lnTo>
                  <a:lnTo>
                    <a:pt x="6231159" y="163427"/>
                  </a:lnTo>
                  <a:lnTo>
                    <a:pt x="6302782" y="150535"/>
                  </a:lnTo>
                  <a:lnTo>
                    <a:pt x="6374404" y="137514"/>
                  </a:lnTo>
                  <a:lnTo>
                    <a:pt x="6446027" y="124365"/>
                  </a:lnTo>
                  <a:lnTo>
                    <a:pt x="6517649" y="111085"/>
                  </a:lnTo>
                  <a:lnTo>
                    <a:pt x="6589272" y="97674"/>
                  </a:lnTo>
                  <a:lnTo>
                    <a:pt x="6660894" y="84130"/>
                  </a:lnTo>
                  <a:lnTo>
                    <a:pt x="6732517" y="70452"/>
                  </a:lnTo>
                  <a:lnTo>
                    <a:pt x="6804139" y="56638"/>
                  </a:lnTo>
                  <a:lnTo>
                    <a:pt x="6875762" y="42687"/>
                  </a:lnTo>
                  <a:lnTo>
                    <a:pt x="6947385" y="28598"/>
                  </a:lnTo>
                  <a:lnTo>
                    <a:pt x="7019007" y="1436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2026-09-28T16:51:12Z</dcterms:modified>
  <cp:category/>
</cp:coreProperties>
</file>