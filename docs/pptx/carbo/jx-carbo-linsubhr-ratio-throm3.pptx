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8611"/>
            </a:xfrm>
            <a:custGeom>
              <a:avLst/>
              <a:pathLst>
                <a:path w="7403783" h="3468611">
                  <a:moveTo>
                    <a:pt x="1974434" y="0"/>
                  </a:moveTo>
                  <a:lnTo>
                    <a:pt x="2039504" y="221036"/>
                  </a:lnTo>
                  <a:lnTo>
                    <a:pt x="2116137" y="462114"/>
                  </a:lnTo>
                  <a:lnTo>
                    <a:pt x="2192769" y="685380"/>
                  </a:lnTo>
                  <a:lnTo>
                    <a:pt x="2269402" y="892148"/>
                  </a:lnTo>
                  <a:lnTo>
                    <a:pt x="2346034" y="1083639"/>
                  </a:lnTo>
                  <a:lnTo>
                    <a:pt x="2422667" y="1260981"/>
                  </a:lnTo>
                  <a:lnTo>
                    <a:pt x="2499300" y="1425219"/>
                  </a:lnTo>
                  <a:lnTo>
                    <a:pt x="2575932" y="1577321"/>
                  </a:lnTo>
                  <a:lnTo>
                    <a:pt x="2652565" y="1718185"/>
                  </a:lnTo>
                  <a:lnTo>
                    <a:pt x="2729197" y="1848641"/>
                  </a:lnTo>
                  <a:lnTo>
                    <a:pt x="2805830" y="1969457"/>
                  </a:lnTo>
                  <a:lnTo>
                    <a:pt x="2882462" y="2081346"/>
                  </a:lnTo>
                  <a:lnTo>
                    <a:pt x="2959095" y="2184968"/>
                  </a:lnTo>
                  <a:lnTo>
                    <a:pt x="3035727" y="2280934"/>
                  </a:lnTo>
                  <a:lnTo>
                    <a:pt x="3112360" y="2369808"/>
                  </a:lnTo>
                  <a:lnTo>
                    <a:pt x="3188993" y="2452116"/>
                  </a:lnTo>
                  <a:lnTo>
                    <a:pt x="3265625" y="2528342"/>
                  </a:lnTo>
                  <a:lnTo>
                    <a:pt x="3342258" y="2598936"/>
                  </a:lnTo>
                  <a:lnTo>
                    <a:pt x="3418890" y="2657468"/>
                  </a:lnTo>
                  <a:lnTo>
                    <a:pt x="3495523" y="2677285"/>
                  </a:lnTo>
                  <a:lnTo>
                    <a:pt x="3572155" y="2696627"/>
                  </a:lnTo>
                  <a:lnTo>
                    <a:pt x="3648788" y="2715505"/>
                  </a:lnTo>
                  <a:lnTo>
                    <a:pt x="3725420" y="2733930"/>
                  </a:lnTo>
                  <a:lnTo>
                    <a:pt x="3802053" y="2751913"/>
                  </a:lnTo>
                  <a:lnTo>
                    <a:pt x="3878685" y="2769464"/>
                  </a:lnTo>
                  <a:lnTo>
                    <a:pt x="3955318" y="2786595"/>
                  </a:lnTo>
                  <a:lnTo>
                    <a:pt x="4031951" y="2803315"/>
                  </a:lnTo>
                  <a:lnTo>
                    <a:pt x="4108583" y="2819634"/>
                  </a:lnTo>
                  <a:lnTo>
                    <a:pt x="4185216" y="2835562"/>
                  </a:lnTo>
                  <a:lnTo>
                    <a:pt x="4261848" y="2851107"/>
                  </a:lnTo>
                  <a:lnTo>
                    <a:pt x="4338481" y="2866280"/>
                  </a:lnTo>
                  <a:lnTo>
                    <a:pt x="4415113" y="2881089"/>
                  </a:lnTo>
                  <a:lnTo>
                    <a:pt x="4491746" y="2895543"/>
                  </a:lnTo>
                  <a:lnTo>
                    <a:pt x="4568378" y="2909650"/>
                  </a:lnTo>
                  <a:lnTo>
                    <a:pt x="4645011" y="2923419"/>
                  </a:lnTo>
                  <a:lnTo>
                    <a:pt x="4721644" y="2936857"/>
                  </a:lnTo>
                  <a:lnTo>
                    <a:pt x="4798276" y="2949973"/>
                  </a:lnTo>
                  <a:lnTo>
                    <a:pt x="4874909" y="2962775"/>
                  </a:lnTo>
                  <a:lnTo>
                    <a:pt x="4951541" y="2975269"/>
                  </a:lnTo>
                  <a:lnTo>
                    <a:pt x="5028174" y="2987464"/>
                  </a:lnTo>
                  <a:lnTo>
                    <a:pt x="5104806" y="2999367"/>
                  </a:lnTo>
                  <a:lnTo>
                    <a:pt x="5181439" y="3010984"/>
                  </a:lnTo>
                  <a:lnTo>
                    <a:pt x="5258071" y="3022322"/>
                  </a:lnTo>
                  <a:lnTo>
                    <a:pt x="5334704" y="3033389"/>
                  </a:lnTo>
                  <a:lnTo>
                    <a:pt x="5411336" y="3044190"/>
                  </a:lnTo>
                  <a:lnTo>
                    <a:pt x="5487969" y="3054732"/>
                  </a:lnTo>
                  <a:lnTo>
                    <a:pt x="5564602" y="3065021"/>
                  </a:lnTo>
                  <a:lnTo>
                    <a:pt x="5641234" y="3075063"/>
                  </a:lnTo>
                  <a:lnTo>
                    <a:pt x="5717867" y="3084865"/>
                  </a:lnTo>
                  <a:lnTo>
                    <a:pt x="5794499" y="3094432"/>
                  </a:lnTo>
                  <a:lnTo>
                    <a:pt x="5871132" y="3103769"/>
                  </a:lnTo>
                  <a:lnTo>
                    <a:pt x="5947764" y="3112882"/>
                  </a:lnTo>
                  <a:lnTo>
                    <a:pt x="6024397" y="3121776"/>
                  </a:lnTo>
                  <a:lnTo>
                    <a:pt x="6101029" y="3130457"/>
                  </a:lnTo>
                  <a:lnTo>
                    <a:pt x="6177662" y="3138931"/>
                  </a:lnTo>
                  <a:lnTo>
                    <a:pt x="6254294" y="3147200"/>
                  </a:lnTo>
                  <a:lnTo>
                    <a:pt x="6330927" y="3155272"/>
                  </a:lnTo>
                  <a:lnTo>
                    <a:pt x="6407560" y="3163150"/>
                  </a:lnTo>
                  <a:lnTo>
                    <a:pt x="6484192" y="3170839"/>
                  </a:lnTo>
                  <a:lnTo>
                    <a:pt x="6560825" y="3178343"/>
                  </a:lnTo>
                  <a:lnTo>
                    <a:pt x="6637457" y="3185668"/>
                  </a:lnTo>
                  <a:lnTo>
                    <a:pt x="6714090" y="3192817"/>
                  </a:lnTo>
                  <a:lnTo>
                    <a:pt x="6790722" y="3199794"/>
                  </a:lnTo>
                  <a:lnTo>
                    <a:pt x="6867355" y="3206604"/>
                  </a:lnTo>
                  <a:lnTo>
                    <a:pt x="6943987" y="3213251"/>
                  </a:lnTo>
                  <a:lnTo>
                    <a:pt x="7020620" y="3219738"/>
                  </a:lnTo>
                  <a:lnTo>
                    <a:pt x="7097253" y="3226070"/>
                  </a:lnTo>
                  <a:lnTo>
                    <a:pt x="7173885" y="3232250"/>
                  </a:lnTo>
                  <a:lnTo>
                    <a:pt x="7250518" y="3238282"/>
                  </a:lnTo>
                  <a:lnTo>
                    <a:pt x="7327150" y="3244169"/>
                  </a:lnTo>
                  <a:lnTo>
                    <a:pt x="7403783" y="3249915"/>
                  </a:lnTo>
                  <a:lnTo>
                    <a:pt x="7403783" y="3468611"/>
                  </a:lnTo>
                  <a:lnTo>
                    <a:pt x="7327150" y="3467404"/>
                  </a:lnTo>
                  <a:lnTo>
                    <a:pt x="7250518" y="3466100"/>
                  </a:lnTo>
                  <a:lnTo>
                    <a:pt x="7173885" y="3464692"/>
                  </a:lnTo>
                  <a:lnTo>
                    <a:pt x="7097253" y="3463171"/>
                  </a:lnTo>
                  <a:lnTo>
                    <a:pt x="7020620" y="3461530"/>
                  </a:lnTo>
                  <a:lnTo>
                    <a:pt x="6943987" y="3459757"/>
                  </a:lnTo>
                  <a:lnTo>
                    <a:pt x="6867355" y="3457843"/>
                  </a:lnTo>
                  <a:lnTo>
                    <a:pt x="6790722" y="3455777"/>
                  </a:lnTo>
                  <a:lnTo>
                    <a:pt x="6714090" y="3453545"/>
                  </a:lnTo>
                  <a:lnTo>
                    <a:pt x="6637457" y="3451136"/>
                  </a:lnTo>
                  <a:lnTo>
                    <a:pt x="6560825" y="3448534"/>
                  </a:lnTo>
                  <a:lnTo>
                    <a:pt x="6484192" y="3445724"/>
                  </a:lnTo>
                  <a:lnTo>
                    <a:pt x="6407560" y="3442691"/>
                  </a:lnTo>
                  <a:lnTo>
                    <a:pt x="6330927" y="3439415"/>
                  </a:lnTo>
                  <a:lnTo>
                    <a:pt x="6254294" y="3435878"/>
                  </a:lnTo>
                  <a:lnTo>
                    <a:pt x="6177662" y="3432059"/>
                  </a:lnTo>
                  <a:lnTo>
                    <a:pt x="6101029" y="3427935"/>
                  </a:lnTo>
                  <a:lnTo>
                    <a:pt x="6024397" y="3423483"/>
                  </a:lnTo>
                  <a:lnTo>
                    <a:pt x="5947764" y="3418675"/>
                  </a:lnTo>
                  <a:lnTo>
                    <a:pt x="5871132" y="3413483"/>
                  </a:lnTo>
                  <a:lnTo>
                    <a:pt x="5794499" y="3407877"/>
                  </a:lnTo>
                  <a:lnTo>
                    <a:pt x="5717867" y="3401824"/>
                  </a:lnTo>
                  <a:lnTo>
                    <a:pt x="5641234" y="3395288"/>
                  </a:lnTo>
                  <a:lnTo>
                    <a:pt x="5564602" y="3388230"/>
                  </a:lnTo>
                  <a:lnTo>
                    <a:pt x="5487969" y="3380609"/>
                  </a:lnTo>
                  <a:lnTo>
                    <a:pt x="5411336" y="3372381"/>
                  </a:lnTo>
                  <a:lnTo>
                    <a:pt x="5334704" y="3363495"/>
                  </a:lnTo>
                  <a:lnTo>
                    <a:pt x="5258071" y="3353901"/>
                  </a:lnTo>
                  <a:lnTo>
                    <a:pt x="5181439" y="3343542"/>
                  </a:lnTo>
                  <a:lnTo>
                    <a:pt x="5104806" y="3332355"/>
                  </a:lnTo>
                  <a:lnTo>
                    <a:pt x="5028174" y="3320277"/>
                  </a:lnTo>
                  <a:lnTo>
                    <a:pt x="4951541" y="3307235"/>
                  </a:lnTo>
                  <a:lnTo>
                    <a:pt x="4874909" y="3293152"/>
                  </a:lnTo>
                  <a:lnTo>
                    <a:pt x="4798276" y="3277945"/>
                  </a:lnTo>
                  <a:lnTo>
                    <a:pt x="4721644" y="3261526"/>
                  </a:lnTo>
                  <a:lnTo>
                    <a:pt x="4645011" y="3243796"/>
                  </a:lnTo>
                  <a:lnTo>
                    <a:pt x="4568378" y="3224652"/>
                  </a:lnTo>
                  <a:lnTo>
                    <a:pt x="4491746" y="3203980"/>
                  </a:lnTo>
                  <a:lnTo>
                    <a:pt x="4415113" y="3181659"/>
                  </a:lnTo>
                  <a:lnTo>
                    <a:pt x="4338481" y="3157557"/>
                  </a:lnTo>
                  <a:lnTo>
                    <a:pt x="4261848" y="3131532"/>
                  </a:lnTo>
                  <a:lnTo>
                    <a:pt x="4185216" y="3103431"/>
                  </a:lnTo>
                  <a:lnTo>
                    <a:pt x="4108583" y="3073088"/>
                  </a:lnTo>
                  <a:lnTo>
                    <a:pt x="4031951" y="3040324"/>
                  </a:lnTo>
                  <a:lnTo>
                    <a:pt x="3955318" y="3004946"/>
                  </a:lnTo>
                  <a:lnTo>
                    <a:pt x="3878685" y="2966745"/>
                  </a:lnTo>
                  <a:lnTo>
                    <a:pt x="3802053" y="2925497"/>
                  </a:lnTo>
                  <a:lnTo>
                    <a:pt x="3725420" y="2880957"/>
                  </a:lnTo>
                  <a:lnTo>
                    <a:pt x="3648788" y="2832864"/>
                  </a:lnTo>
                  <a:lnTo>
                    <a:pt x="3572155" y="2780934"/>
                  </a:lnTo>
                  <a:lnTo>
                    <a:pt x="3495523" y="2724861"/>
                  </a:lnTo>
                  <a:lnTo>
                    <a:pt x="3418890" y="2664314"/>
                  </a:lnTo>
                  <a:lnTo>
                    <a:pt x="3342258" y="2637165"/>
                  </a:lnTo>
                  <a:lnTo>
                    <a:pt x="3265625" y="2616362"/>
                  </a:lnTo>
                  <a:lnTo>
                    <a:pt x="3188993" y="2595048"/>
                  </a:lnTo>
                  <a:lnTo>
                    <a:pt x="3112360" y="2573210"/>
                  </a:lnTo>
                  <a:lnTo>
                    <a:pt x="3035727" y="2550836"/>
                  </a:lnTo>
                  <a:lnTo>
                    <a:pt x="2959095" y="2527912"/>
                  </a:lnTo>
                  <a:lnTo>
                    <a:pt x="2882462" y="2504425"/>
                  </a:lnTo>
                  <a:lnTo>
                    <a:pt x="2805830" y="2480360"/>
                  </a:lnTo>
                  <a:lnTo>
                    <a:pt x="2729197" y="2455704"/>
                  </a:lnTo>
                  <a:lnTo>
                    <a:pt x="2652565" y="2430442"/>
                  </a:lnTo>
                  <a:lnTo>
                    <a:pt x="2575932" y="2404560"/>
                  </a:lnTo>
                  <a:lnTo>
                    <a:pt x="2499300" y="2378042"/>
                  </a:lnTo>
                  <a:lnTo>
                    <a:pt x="2422667" y="2350872"/>
                  </a:lnTo>
                  <a:lnTo>
                    <a:pt x="2346034" y="2323034"/>
                  </a:lnTo>
                  <a:lnTo>
                    <a:pt x="2269402" y="2294512"/>
                  </a:lnTo>
                  <a:lnTo>
                    <a:pt x="2192769" y="2265289"/>
                  </a:lnTo>
                  <a:lnTo>
                    <a:pt x="2116137" y="2235349"/>
                  </a:lnTo>
                  <a:lnTo>
                    <a:pt x="2039504" y="2204672"/>
                  </a:lnTo>
                  <a:lnTo>
                    <a:pt x="1962872" y="2173242"/>
                  </a:lnTo>
                  <a:lnTo>
                    <a:pt x="1886239" y="2141040"/>
                  </a:lnTo>
                  <a:lnTo>
                    <a:pt x="1809607" y="2108046"/>
                  </a:lnTo>
                  <a:lnTo>
                    <a:pt x="1732974" y="2074241"/>
                  </a:lnTo>
                  <a:lnTo>
                    <a:pt x="1656342" y="2039606"/>
                  </a:lnTo>
                  <a:lnTo>
                    <a:pt x="1579709" y="2004120"/>
                  </a:lnTo>
                  <a:lnTo>
                    <a:pt x="1503076" y="1967761"/>
                  </a:lnTo>
                  <a:lnTo>
                    <a:pt x="1426444" y="1930510"/>
                  </a:lnTo>
                  <a:lnTo>
                    <a:pt x="1349811" y="1892343"/>
                  </a:lnTo>
                  <a:lnTo>
                    <a:pt x="1273179" y="1853238"/>
                  </a:lnTo>
                  <a:lnTo>
                    <a:pt x="1196546" y="1813172"/>
                  </a:lnTo>
                  <a:lnTo>
                    <a:pt x="1119914" y="1772121"/>
                  </a:lnTo>
                  <a:lnTo>
                    <a:pt x="1043281" y="1730062"/>
                  </a:lnTo>
                  <a:lnTo>
                    <a:pt x="966649" y="1686969"/>
                  </a:lnTo>
                  <a:lnTo>
                    <a:pt x="890016" y="1642818"/>
                  </a:lnTo>
                  <a:lnTo>
                    <a:pt x="813384" y="1597582"/>
                  </a:lnTo>
                  <a:lnTo>
                    <a:pt x="736751" y="1551233"/>
                  </a:lnTo>
                  <a:lnTo>
                    <a:pt x="660118" y="1503747"/>
                  </a:lnTo>
                  <a:lnTo>
                    <a:pt x="583486" y="1455093"/>
                  </a:lnTo>
                  <a:lnTo>
                    <a:pt x="506853" y="1405243"/>
                  </a:lnTo>
                  <a:lnTo>
                    <a:pt x="430221" y="1354169"/>
                  </a:lnTo>
                  <a:lnTo>
                    <a:pt x="353588" y="1301840"/>
                  </a:lnTo>
                  <a:lnTo>
                    <a:pt x="276956" y="1248225"/>
                  </a:lnTo>
                  <a:lnTo>
                    <a:pt x="200323" y="1193292"/>
                  </a:lnTo>
                  <a:lnTo>
                    <a:pt x="123691" y="1137010"/>
                  </a:lnTo>
                  <a:lnTo>
                    <a:pt x="47058" y="1079344"/>
                  </a:lnTo>
                  <a:lnTo>
                    <a:pt x="0" y="10430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2073503"/>
              <a:ext cx="5429348" cy="3249915"/>
            </a:xfrm>
            <a:custGeom>
              <a:avLst/>
              <a:pathLst>
                <a:path w="5429348" h="3249915">
                  <a:moveTo>
                    <a:pt x="0" y="0"/>
                  </a:moveTo>
                  <a:lnTo>
                    <a:pt x="65070" y="221036"/>
                  </a:lnTo>
                  <a:lnTo>
                    <a:pt x="141702" y="462114"/>
                  </a:lnTo>
                  <a:lnTo>
                    <a:pt x="218335" y="685380"/>
                  </a:lnTo>
                  <a:lnTo>
                    <a:pt x="294967" y="892148"/>
                  </a:lnTo>
                  <a:lnTo>
                    <a:pt x="371600" y="1083639"/>
                  </a:lnTo>
                  <a:lnTo>
                    <a:pt x="448232" y="1260981"/>
                  </a:lnTo>
                  <a:lnTo>
                    <a:pt x="524865" y="1425219"/>
                  </a:lnTo>
                  <a:lnTo>
                    <a:pt x="601498" y="1577321"/>
                  </a:lnTo>
                  <a:lnTo>
                    <a:pt x="678130" y="1718185"/>
                  </a:lnTo>
                  <a:lnTo>
                    <a:pt x="754763" y="1848641"/>
                  </a:lnTo>
                  <a:lnTo>
                    <a:pt x="831395" y="1969457"/>
                  </a:lnTo>
                  <a:lnTo>
                    <a:pt x="908028" y="2081346"/>
                  </a:lnTo>
                  <a:lnTo>
                    <a:pt x="984660" y="2184968"/>
                  </a:lnTo>
                  <a:lnTo>
                    <a:pt x="1061293" y="2280934"/>
                  </a:lnTo>
                  <a:lnTo>
                    <a:pt x="1137925" y="2369808"/>
                  </a:lnTo>
                  <a:lnTo>
                    <a:pt x="1214558" y="2452116"/>
                  </a:lnTo>
                  <a:lnTo>
                    <a:pt x="1291190" y="2528342"/>
                  </a:lnTo>
                  <a:lnTo>
                    <a:pt x="1367823" y="2598936"/>
                  </a:lnTo>
                  <a:lnTo>
                    <a:pt x="1444456" y="2657468"/>
                  </a:lnTo>
                  <a:lnTo>
                    <a:pt x="1521088" y="2677285"/>
                  </a:lnTo>
                  <a:lnTo>
                    <a:pt x="1597721" y="2696627"/>
                  </a:lnTo>
                  <a:lnTo>
                    <a:pt x="1674353" y="2715505"/>
                  </a:lnTo>
                  <a:lnTo>
                    <a:pt x="1750986" y="2733930"/>
                  </a:lnTo>
                  <a:lnTo>
                    <a:pt x="1827618" y="2751913"/>
                  </a:lnTo>
                  <a:lnTo>
                    <a:pt x="1904251" y="2769464"/>
                  </a:lnTo>
                  <a:lnTo>
                    <a:pt x="1980883" y="2786595"/>
                  </a:lnTo>
                  <a:lnTo>
                    <a:pt x="2057516" y="2803315"/>
                  </a:lnTo>
                  <a:lnTo>
                    <a:pt x="2134148" y="2819634"/>
                  </a:lnTo>
                  <a:lnTo>
                    <a:pt x="2210781" y="2835562"/>
                  </a:lnTo>
                  <a:lnTo>
                    <a:pt x="2287414" y="2851107"/>
                  </a:lnTo>
                  <a:lnTo>
                    <a:pt x="2364046" y="2866280"/>
                  </a:lnTo>
                  <a:lnTo>
                    <a:pt x="2440679" y="2881089"/>
                  </a:lnTo>
                  <a:lnTo>
                    <a:pt x="2517311" y="2895543"/>
                  </a:lnTo>
                  <a:lnTo>
                    <a:pt x="2593944" y="2909650"/>
                  </a:lnTo>
                  <a:lnTo>
                    <a:pt x="2670576" y="2923419"/>
                  </a:lnTo>
                  <a:lnTo>
                    <a:pt x="2747209" y="2936857"/>
                  </a:lnTo>
                  <a:lnTo>
                    <a:pt x="2823841" y="2949973"/>
                  </a:lnTo>
                  <a:lnTo>
                    <a:pt x="2900474" y="2962775"/>
                  </a:lnTo>
                  <a:lnTo>
                    <a:pt x="2977107" y="2975269"/>
                  </a:lnTo>
                  <a:lnTo>
                    <a:pt x="3053739" y="2987464"/>
                  </a:lnTo>
                  <a:lnTo>
                    <a:pt x="3130372" y="2999367"/>
                  </a:lnTo>
                  <a:lnTo>
                    <a:pt x="3207004" y="3010984"/>
                  </a:lnTo>
                  <a:lnTo>
                    <a:pt x="3283637" y="3022322"/>
                  </a:lnTo>
                  <a:lnTo>
                    <a:pt x="3360269" y="3033389"/>
                  </a:lnTo>
                  <a:lnTo>
                    <a:pt x="3436902" y="3044190"/>
                  </a:lnTo>
                  <a:lnTo>
                    <a:pt x="3513534" y="3054732"/>
                  </a:lnTo>
                  <a:lnTo>
                    <a:pt x="3590167" y="3065021"/>
                  </a:lnTo>
                  <a:lnTo>
                    <a:pt x="3666799" y="3075063"/>
                  </a:lnTo>
                  <a:lnTo>
                    <a:pt x="3743432" y="3084865"/>
                  </a:lnTo>
                  <a:lnTo>
                    <a:pt x="3820065" y="3094432"/>
                  </a:lnTo>
                  <a:lnTo>
                    <a:pt x="3896697" y="3103769"/>
                  </a:lnTo>
                  <a:lnTo>
                    <a:pt x="3973330" y="3112882"/>
                  </a:lnTo>
                  <a:lnTo>
                    <a:pt x="4049962" y="3121776"/>
                  </a:lnTo>
                  <a:lnTo>
                    <a:pt x="4126595" y="3130457"/>
                  </a:lnTo>
                  <a:lnTo>
                    <a:pt x="4203227" y="3138931"/>
                  </a:lnTo>
                  <a:lnTo>
                    <a:pt x="4279860" y="3147200"/>
                  </a:lnTo>
                  <a:lnTo>
                    <a:pt x="4356492" y="3155272"/>
                  </a:lnTo>
                  <a:lnTo>
                    <a:pt x="4433125" y="3163150"/>
                  </a:lnTo>
                  <a:lnTo>
                    <a:pt x="4509758" y="3170839"/>
                  </a:lnTo>
                  <a:lnTo>
                    <a:pt x="4586390" y="3178343"/>
                  </a:lnTo>
                  <a:lnTo>
                    <a:pt x="4663023" y="3185668"/>
                  </a:lnTo>
                  <a:lnTo>
                    <a:pt x="4739655" y="3192817"/>
                  </a:lnTo>
                  <a:lnTo>
                    <a:pt x="4816288" y="3199794"/>
                  </a:lnTo>
                  <a:lnTo>
                    <a:pt x="4892920" y="3206604"/>
                  </a:lnTo>
                  <a:lnTo>
                    <a:pt x="4969553" y="3213251"/>
                  </a:lnTo>
                  <a:lnTo>
                    <a:pt x="5046185" y="3219738"/>
                  </a:lnTo>
                  <a:lnTo>
                    <a:pt x="5122818" y="3226070"/>
                  </a:lnTo>
                  <a:lnTo>
                    <a:pt x="5199450" y="3232250"/>
                  </a:lnTo>
                  <a:lnTo>
                    <a:pt x="5276083" y="3238282"/>
                  </a:lnTo>
                  <a:lnTo>
                    <a:pt x="5352716" y="3244169"/>
                  </a:lnTo>
                  <a:lnTo>
                    <a:pt x="5429348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116566"/>
              <a:ext cx="7403783" cy="2425548"/>
            </a:xfrm>
            <a:custGeom>
              <a:avLst/>
              <a:pathLst>
                <a:path w="7403783" h="2425548">
                  <a:moveTo>
                    <a:pt x="7403783" y="2425548"/>
                  </a:moveTo>
                  <a:lnTo>
                    <a:pt x="7327150" y="2424340"/>
                  </a:lnTo>
                  <a:lnTo>
                    <a:pt x="7250518" y="2423036"/>
                  </a:lnTo>
                  <a:lnTo>
                    <a:pt x="7173885" y="2421628"/>
                  </a:lnTo>
                  <a:lnTo>
                    <a:pt x="7097253" y="2420108"/>
                  </a:lnTo>
                  <a:lnTo>
                    <a:pt x="7020620" y="2418467"/>
                  </a:lnTo>
                  <a:lnTo>
                    <a:pt x="6943987" y="2416694"/>
                  </a:lnTo>
                  <a:lnTo>
                    <a:pt x="6867355" y="2414780"/>
                  </a:lnTo>
                  <a:lnTo>
                    <a:pt x="6790722" y="2412714"/>
                  </a:lnTo>
                  <a:lnTo>
                    <a:pt x="6714090" y="2410482"/>
                  </a:lnTo>
                  <a:lnTo>
                    <a:pt x="6637457" y="2408072"/>
                  </a:lnTo>
                  <a:lnTo>
                    <a:pt x="6560825" y="2405471"/>
                  </a:lnTo>
                  <a:lnTo>
                    <a:pt x="6484192" y="2402661"/>
                  </a:lnTo>
                  <a:lnTo>
                    <a:pt x="6407560" y="2399628"/>
                  </a:lnTo>
                  <a:lnTo>
                    <a:pt x="6330927" y="2396352"/>
                  </a:lnTo>
                  <a:lnTo>
                    <a:pt x="6254294" y="2392815"/>
                  </a:lnTo>
                  <a:lnTo>
                    <a:pt x="6177662" y="2388996"/>
                  </a:lnTo>
                  <a:lnTo>
                    <a:pt x="6101029" y="2384872"/>
                  </a:lnTo>
                  <a:lnTo>
                    <a:pt x="6024397" y="2380419"/>
                  </a:lnTo>
                  <a:lnTo>
                    <a:pt x="5947764" y="2375611"/>
                  </a:lnTo>
                  <a:lnTo>
                    <a:pt x="5871132" y="2370420"/>
                  </a:lnTo>
                  <a:lnTo>
                    <a:pt x="5794499" y="2364814"/>
                  </a:lnTo>
                  <a:lnTo>
                    <a:pt x="5717867" y="2358760"/>
                  </a:lnTo>
                  <a:lnTo>
                    <a:pt x="5641234" y="2352224"/>
                  </a:lnTo>
                  <a:lnTo>
                    <a:pt x="5564602" y="2345167"/>
                  </a:lnTo>
                  <a:lnTo>
                    <a:pt x="5487969" y="2337546"/>
                  </a:lnTo>
                  <a:lnTo>
                    <a:pt x="5411336" y="2329317"/>
                  </a:lnTo>
                  <a:lnTo>
                    <a:pt x="5334704" y="2320432"/>
                  </a:lnTo>
                  <a:lnTo>
                    <a:pt x="5258071" y="2310838"/>
                  </a:lnTo>
                  <a:lnTo>
                    <a:pt x="5181439" y="2300478"/>
                  </a:lnTo>
                  <a:lnTo>
                    <a:pt x="5104806" y="2289292"/>
                  </a:lnTo>
                  <a:lnTo>
                    <a:pt x="5028174" y="2277214"/>
                  </a:lnTo>
                  <a:lnTo>
                    <a:pt x="4951541" y="2264171"/>
                  </a:lnTo>
                  <a:lnTo>
                    <a:pt x="4874909" y="2250088"/>
                  </a:lnTo>
                  <a:lnTo>
                    <a:pt x="4798276" y="2234882"/>
                  </a:lnTo>
                  <a:lnTo>
                    <a:pt x="4721644" y="2218462"/>
                  </a:lnTo>
                  <a:lnTo>
                    <a:pt x="4645011" y="2200733"/>
                  </a:lnTo>
                  <a:lnTo>
                    <a:pt x="4568378" y="2181588"/>
                  </a:lnTo>
                  <a:lnTo>
                    <a:pt x="4491746" y="2160917"/>
                  </a:lnTo>
                  <a:lnTo>
                    <a:pt x="4415113" y="2138596"/>
                  </a:lnTo>
                  <a:lnTo>
                    <a:pt x="4338481" y="2114494"/>
                  </a:lnTo>
                  <a:lnTo>
                    <a:pt x="4261848" y="2088469"/>
                  </a:lnTo>
                  <a:lnTo>
                    <a:pt x="4185216" y="2060368"/>
                  </a:lnTo>
                  <a:lnTo>
                    <a:pt x="4108583" y="2030025"/>
                  </a:lnTo>
                  <a:lnTo>
                    <a:pt x="4031951" y="1997261"/>
                  </a:lnTo>
                  <a:lnTo>
                    <a:pt x="3955318" y="1961883"/>
                  </a:lnTo>
                  <a:lnTo>
                    <a:pt x="3878685" y="1923682"/>
                  </a:lnTo>
                  <a:lnTo>
                    <a:pt x="3802053" y="1882434"/>
                  </a:lnTo>
                  <a:lnTo>
                    <a:pt x="3725420" y="1837894"/>
                  </a:lnTo>
                  <a:lnTo>
                    <a:pt x="3648788" y="1789801"/>
                  </a:lnTo>
                  <a:lnTo>
                    <a:pt x="3572155" y="1737871"/>
                  </a:lnTo>
                  <a:lnTo>
                    <a:pt x="3495523" y="1681798"/>
                  </a:lnTo>
                  <a:lnTo>
                    <a:pt x="3418890" y="1621251"/>
                  </a:lnTo>
                  <a:lnTo>
                    <a:pt x="3342258" y="1594101"/>
                  </a:lnTo>
                  <a:lnTo>
                    <a:pt x="3265625" y="1573299"/>
                  </a:lnTo>
                  <a:lnTo>
                    <a:pt x="3188993" y="1551985"/>
                  </a:lnTo>
                  <a:lnTo>
                    <a:pt x="3112360" y="1530147"/>
                  </a:lnTo>
                  <a:lnTo>
                    <a:pt x="3035727" y="1507773"/>
                  </a:lnTo>
                  <a:lnTo>
                    <a:pt x="2959095" y="1484849"/>
                  </a:lnTo>
                  <a:lnTo>
                    <a:pt x="2882462" y="1461361"/>
                  </a:lnTo>
                  <a:lnTo>
                    <a:pt x="2805830" y="1437297"/>
                  </a:lnTo>
                  <a:lnTo>
                    <a:pt x="2729197" y="1412641"/>
                  </a:lnTo>
                  <a:lnTo>
                    <a:pt x="2652565" y="1387379"/>
                  </a:lnTo>
                  <a:lnTo>
                    <a:pt x="2575932" y="1361497"/>
                  </a:lnTo>
                  <a:lnTo>
                    <a:pt x="2499300" y="1334978"/>
                  </a:lnTo>
                  <a:lnTo>
                    <a:pt x="2422667" y="1307808"/>
                  </a:lnTo>
                  <a:lnTo>
                    <a:pt x="2346034" y="1279971"/>
                  </a:lnTo>
                  <a:lnTo>
                    <a:pt x="2269402" y="1251449"/>
                  </a:lnTo>
                  <a:lnTo>
                    <a:pt x="2192769" y="1222226"/>
                  </a:lnTo>
                  <a:lnTo>
                    <a:pt x="2116137" y="1192286"/>
                  </a:lnTo>
                  <a:lnTo>
                    <a:pt x="2039504" y="1161609"/>
                  </a:lnTo>
                  <a:lnTo>
                    <a:pt x="1962872" y="1130179"/>
                  </a:lnTo>
                  <a:lnTo>
                    <a:pt x="1886239" y="1097976"/>
                  </a:lnTo>
                  <a:lnTo>
                    <a:pt x="1809607" y="1064983"/>
                  </a:lnTo>
                  <a:lnTo>
                    <a:pt x="1732974" y="1031178"/>
                  </a:lnTo>
                  <a:lnTo>
                    <a:pt x="1656342" y="996543"/>
                  </a:lnTo>
                  <a:lnTo>
                    <a:pt x="1579709" y="961056"/>
                  </a:lnTo>
                  <a:lnTo>
                    <a:pt x="1503076" y="924698"/>
                  </a:lnTo>
                  <a:lnTo>
                    <a:pt x="1426444" y="887446"/>
                  </a:lnTo>
                  <a:lnTo>
                    <a:pt x="1349811" y="849279"/>
                  </a:lnTo>
                  <a:lnTo>
                    <a:pt x="1273179" y="810174"/>
                  </a:lnTo>
                  <a:lnTo>
                    <a:pt x="1196546" y="770108"/>
                  </a:lnTo>
                  <a:lnTo>
                    <a:pt x="1119914" y="729058"/>
                  </a:lnTo>
                  <a:lnTo>
                    <a:pt x="1043281" y="686999"/>
                  </a:lnTo>
                  <a:lnTo>
                    <a:pt x="966649" y="643906"/>
                  </a:lnTo>
                  <a:lnTo>
                    <a:pt x="890016" y="599755"/>
                  </a:lnTo>
                  <a:lnTo>
                    <a:pt x="813384" y="554518"/>
                  </a:lnTo>
                  <a:lnTo>
                    <a:pt x="736751" y="508170"/>
                  </a:lnTo>
                  <a:lnTo>
                    <a:pt x="660118" y="460683"/>
                  </a:lnTo>
                  <a:lnTo>
                    <a:pt x="583486" y="412030"/>
                  </a:lnTo>
                  <a:lnTo>
                    <a:pt x="506853" y="362180"/>
                  </a:lnTo>
                  <a:lnTo>
                    <a:pt x="430221" y="311106"/>
                  </a:lnTo>
                  <a:lnTo>
                    <a:pt x="353588" y="258777"/>
                  </a:lnTo>
                  <a:lnTo>
                    <a:pt x="276956" y="205161"/>
                  </a:lnTo>
                  <a:lnTo>
                    <a:pt x="200323" y="150229"/>
                  </a:lnTo>
                  <a:lnTo>
                    <a:pt x="123691" y="93946"/>
                  </a:lnTo>
                  <a:lnTo>
                    <a:pt x="47058" y="36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2073503"/>
              <a:ext cx="6173477" cy="3424256"/>
            </a:xfrm>
            <a:custGeom>
              <a:avLst/>
              <a:pathLst>
                <a:path w="6173477" h="3424256">
                  <a:moveTo>
                    <a:pt x="0" y="0"/>
                  </a:moveTo>
                  <a:lnTo>
                    <a:pt x="42873" y="98146"/>
                  </a:lnTo>
                  <a:lnTo>
                    <a:pt x="119505" y="264933"/>
                  </a:lnTo>
                  <a:lnTo>
                    <a:pt x="196138" y="423503"/>
                  </a:lnTo>
                  <a:lnTo>
                    <a:pt x="272771" y="574262"/>
                  </a:lnTo>
                  <a:lnTo>
                    <a:pt x="349403" y="717593"/>
                  </a:lnTo>
                  <a:lnTo>
                    <a:pt x="426036" y="853864"/>
                  </a:lnTo>
                  <a:lnTo>
                    <a:pt x="502668" y="983421"/>
                  </a:lnTo>
                  <a:lnTo>
                    <a:pt x="579301" y="1106596"/>
                  </a:lnTo>
                  <a:lnTo>
                    <a:pt x="655933" y="1223703"/>
                  </a:lnTo>
                  <a:lnTo>
                    <a:pt x="732566" y="1335041"/>
                  </a:lnTo>
                  <a:lnTo>
                    <a:pt x="809198" y="1440893"/>
                  </a:lnTo>
                  <a:lnTo>
                    <a:pt x="885831" y="1541532"/>
                  </a:lnTo>
                  <a:lnTo>
                    <a:pt x="962464" y="1637212"/>
                  </a:lnTo>
                  <a:lnTo>
                    <a:pt x="1039096" y="1728179"/>
                  </a:lnTo>
                  <a:lnTo>
                    <a:pt x="1115729" y="1814664"/>
                  </a:lnTo>
                  <a:lnTo>
                    <a:pt x="1192361" y="1896889"/>
                  </a:lnTo>
                  <a:lnTo>
                    <a:pt x="1268994" y="1975063"/>
                  </a:lnTo>
                  <a:lnTo>
                    <a:pt x="1345626" y="2049387"/>
                  </a:lnTo>
                  <a:lnTo>
                    <a:pt x="1422259" y="2120048"/>
                  </a:lnTo>
                  <a:lnTo>
                    <a:pt x="1498891" y="2187229"/>
                  </a:lnTo>
                  <a:lnTo>
                    <a:pt x="1575524" y="2251100"/>
                  </a:lnTo>
                  <a:lnTo>
                    <a:pt x="1652156" y="2311824"/>
                  </a:lnTo>
                  <a:lnTo>
                    <a:pt x="1728789" y="2369557"/>
                  </a:lnTo>
                  <a:lnTo>
                    <a:pt x="1805422" y="2424446"/>
                  </a:lnTo>
                  <a:lnTo>
                    <a:pt x="1882054" y="2476631"/>
                  </a:lnTo>
                  <a:lnTo>
                    <a:pt x="1958687" y="2526245"/>
                  </a:lnTo>
                  <a:lnTo>
                    <a:pt x="2035319" y="2573415"/>
                  </a:lnTo>
                  <a:lnTo>
                    <a:pt x="2111952" y="2618261"/>
                  </a:lnTo>
                  <a:lnTo>
                    <a:pt x="2188584" y="2660898"/>
                  </a:lnTo>
                  <a:lnTo>
                    <a:pt x="2265217" y="2701435"/>
                  </a:lnTo>
                  <a:lnTo>
                    <a:pt x="2341849" y="2739974"/>
                  </a:lnTo>
                  <a:lnTo>
                    <a:pt x="2418482" y="2776615"/>
                  </a:lnTo>
                  <a:lnTo>
                    <a:pt x="2495114" y="2811451"/>
                  </a:lnTo>
                  <a:lnTo>
                    <a:pt x="2571747" y="2844570"/>
                  </a:lnTo>
                  <a:lnTo>
                    <a:pt x="2648380" y="2876059"/>
                  </a:lnTo>
                  <a:lnTo>
                    <a:pt x="2725012" y="2905995"/>
                  </a:lnTo>
                  <a:lnTo>
                    <a:pt x="2801645" y="2934457"/>
                  </a:lnTo>
                  <a:lnTo>
                    <a:pt x="2878277" y="2961517"/>
                  </a:lnTo>
                  <a:lnTo>
                    <a:pt x="2954910" y="2987244"/>
                  </a:lnTo>
                  <a:lnTo>
                    <a:pt x="3031542" y="3011704"/>
                  </a:lnTo>
                  <a:lnTo>
                    <a:pt x="3108175" y="3034958"/>
                  </a:lnTo>
                  <a:lnTo>
                    <a:pt x="3184807" y="3057067"/>
                  </a:lnTo>
                  <a:lnTo>
                    <a:pt x="3261440" y="3078087"/>
                  </a:lnTo>
                  <a:lnTo>
                    <a:pt x="3338073" y="3098071"/>
                  </a:lnTo>
                  <a:lnTo>
                    <a:pt x="3414705" y="3117071"/>
                  </a:lnTo>
                  <a:lnTo>
                    <a:pt x="3491338" y="3135135"/>
                  </a:lnTo>
                  <a:lnTo>
                    <a:pt x="3567970" y="3152308"/>
                  </a:lnTo>
                  <a:lnTo>
                    <a:pt x="3644603" y="3168636"/>
                  </a:lnTo>
                  <a:lnTo>
                    <a:pt x="3721235" y="3184160"/>
                  </a:lnTo>
                  <a:lnTo>
                    <a:pt x="3797868" y="3198918"/>
                  </a:lnTo>
                  <a:lnTo>
                    <a:pt x="3874500" y="3212950"/>
                  </a:lnTo>
                  <a:lnTo>
                    <a:pt x="3951133" y="3226290"/>
                  </a:lnTo>
                  <a:lnTo>
                    <a:pt x="4027765" y="3238974"/>
                  </a:lnTo>
                  <a:lnTo>
                    <a:pt x="4104398" y="3251032"/>
                  </a:lnTo>
                  <a:lnTo>
                    <a:pt x="4181031" y="3262496"/>
                  </a:lnTo>
                  <a:lnTo>
                    <a:pt x="4257663" y="3273396"/>
                  </a:lnTo>
                  <a:lnTo>
                    <a:pt x="4334296" y="3283758"/>
                  </a:lnTo>
                  <a:lnTo>
                    <a:pt x="4410928" y="3293611"/>
                  </a:lnTo>
                  <a:lnTo>
                    <a:pt x="4487561" y="3302977"/>
                  </a:lnTo>
                  <a:lnTo>
                    <a:pt x="4564193" y="3311883"/>
                  </a:lnTo>
                  <a:lnTo>
                    <a:pt x="4640826" y="3320349"/>
                  </a:lnTo>
                  <a:lnTo>
                    <a:pt x="4717458" y="3328399"/>
                  </a:lnTo>
                  <a:lnTo>
                    <a:pt x="4794091" y="3336052"/>
                  </a:lnTo>
                  <a:lnTo>
                    <a:pt x="4870724" y="3343328"/>
                  </a:lnTo>
                  <a:lnTo>
                    <a:pt x="4947356" y="3350245"/>
                  </a:lnTo>
                  <a:lnTo>
                    <a:pt x="5023989" y="3356822"/>
                  </a:lnTo>
                  <a:lnTo>
                    <a:pt x="5100621" y="3363075"/>
                  </a:lnTo>
                  <a:lnTo>
                    <a:pt x="5177254" y="3369019"/>
                  </a:lnTo>
                  <a:lnTo>
                    <a:pt x="5253886" y="3374671"/>
                  </a:lnTo>
                  <a:lnTo>
                    <a:pt x="5330519" y="3380045"/>
                  </a:lnTo>
                  <a:lnTo>
                    <a:pt x="5407151" y="3385153"/>
                  </a:lnTo>
                  <a:lnTo>
                    <a:pt x="5483784" y="3390011"/>
                  </a:lnTo>
                  <a:lnTo>
                    <a:pt x="5560416" y="3394628"/>
                  </a:lnTo>
                  <a:lnTo>
                    <a:pt x="5637049" y="3399019"/>
                  </a:lnTo>
                  <a:lnTo>
                    <a:pt x="5713682" y="3403193"/>
                  </a:lnTo>
                  <a:lnTo>
                    <a:pt x="5790314" y="3407161"/>
                  </a:lnTo>
                  <a:lnTo>
                    <a:pt x="5866947" y="3410934"/>
                  </a:lnTo>
                  <a:lnTo>
                    <a:pt x="5943579" y="3414521"/>
                  </a:lnTo>
                  <a:lnTo>
                    <a:pt x="6020212" y="3417931"/>
                  </a:lnTo>
                  <a:lnTo>
                    <a:pt x="6096844" y="3421173"/>
                  </a:lnTo>
                  <a:lnTo>
                    <a:pt x="6173477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634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1.79 (1.32-2.43), p_Bonf = &lt;0.001 (n = 6)  |  per IQR decline (Δ = 0.30): 5.74 (2.32-14.24)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2026-07-07T08:24:49Z</dcterms:modified>
  <cp:category/>
</cp:coreProperties>
</file>