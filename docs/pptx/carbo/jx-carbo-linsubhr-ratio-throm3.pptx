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51740"/>
            </a:xfrm>
            <a:custGeom>
              <a:avLst/>
              <a:pathLst>
                <a:path w="6964104" h="1251740">
                  <a:moveTo>
                    <a:pt x="1980259" y="0"/>
                  </a:moveTo>
                  <a:lnTo>
                    <a:pt x="2039990" y="79766"/>
                  </a:lnTo>
                  <a:lnTo>
                    <a:pt x="2110334" y="166766"/>
                  </a:lnTo>
                  <a:lnTo>
                    <a:pt x="2180679" y="247337"/>
                  </a:lnTo>
                  <a:lnTo>
                    <a:pt x="2251023" y="321955"/>
                  </a:lnTo>
                  <a:lnTo>
                    <a:pt x="2321368" y="391060"/>
                  </a:lnTo>
                  <a:lnTo>
                    <a:pt x="2391712" y="455058"/>
                  </a:lnTo>
                  <a:lnTo>
                    <a:pt x="2462057" y="514328"/>
                  </a:lnTo>
                  <a:lnTo>
                    <a:pt x="2532401" y="569218"/>
                  </a:lnTo>
                  <a:lnTo>
                    <a:pt x="2602746" y="620052"/>
                  </a:lnTo>
                  <a:lnTo>
                    <a:pt x="2673090" y="667131"/>
                  </a:lnTo>
                  <a:lnTo>
                    <a:pt x="2743435" y="710730"/>
                  </a:lnTo>
                  <a:lnTo>
                    <a:pt x="2813779" y="751109"/>
                  </a:lnTo>
                  <a:lnTo>
                    <a:pt x="2884124" y="788503"/>
                  </a:lnTo>
                  <a:lnTo>
                    <a:pt x="2954468" y="823135"/>
                  </a:lnTo>
                  <a:lnTo>
                    <a:pt x="3024813" y="855208"/>
                  </a:lnTo>
                  <a:lnTo>
                    <a:pt x="3095157" y="884911"/>
                  </a:lnTo>
                  <a:lnTo>
                    <a:pt x="3165502" y="912419"/>
                  </a:lnTo>
                  <a:lnTo>
                    <a:pt x="3235846" y="937895"/>
                  </a:lnTo>
                  <a:lnTo>
                    <a:pt x="3306191" y="959017"/>
                  </a:lnTo>
                  <a:lnTo>
                    <a:pt x="3376535" y="966169"/>
                  </a:lnTo>
                  <a:lnTo>
                    <a:pt x="3446880" y="973149"/>
                  </a:lnTo>
                  <a:lnTo>
                    <a:pt x="3517224" y="979961"/>
                  </a:lnTo>
                  <a:lnTo>
                    <a:pt x="3587569" y="986611"/>
                  </a:lnTo>
                  <a:lnTo>
                    <a:pt x="3657913" y="993100"/>
                  </a:lnTo>
                  <a:lnTo>
                    <a:pt x="3728257" y="999434"/>
                  </a:lnTo>
                  <a:lnTo>
                    <a:pt x="3798602" y="1005616"/>
                  </a:lnTo>
                  <a:lnTo>
                    <a:pt x="3868946" y="1011650"/>
                  </a:lnTo>
                  <a:lnTo>
                    <a:pt x="3939291" y="1017539"/>
                  </a:lnTo>
                  <a:lnTo>
                    <a:pt x="4009635" y="1023287"/>
                  </a:lnTo>
                  <a:lnTo>
                    <a:pt x="4079980" y="1028897"/>
                  </a:lnTo>
                  <a:lnTo>
                    <a:pt x="4150324" y="1034373"/>
                  </a:lnTo>
                  <a:lnTo>
                    <a:pt x="4220669" y="1039717"/>
                  </a:lnTo>
                  <a:lnTo>
                    <a:pt x="4291013" y="1044933"/>
                  </a:lnTo>
                  <a:lnTo>
                    <a:pt x="4361358" y="1050024"/>
                  </a:lnTo>
                  <a:lnTo>
                    <a:pt x="4431702" y="1054993"/>
                  </a:lnTo>
                  <a:lnTo>
                    <a:pt x="4502047" y="1059842"/>
                  </a:lnTo>
                  <a:lnTo>
                    <a:pt x="4572391" y="1064576"/>
                  </a:lnTo>
                  <a:lnTo>
                    <a:pt x="4642736" y="1069195"/>
                  </a:lnTo>
                  <a:lnTo>
                    <a:pt x="4713080" y="1073704"/>
                  </a:lnTo>
                  <a:lnTo>
                    <a:pt x="4783425" y="1078105"/>
                  </a:lnTo>
                  <a:lnTo>
                    <a:pt x="4853769" y="1082401"/>
                  </a:lnTo>
                  <a:lnTo>
                    <a:pt x="4924114" y="1086593"/>
                  </a:lnTo>
                  <a:lnTo>
                    <a:pt x="4994458" y="1090685"/>
                  </a:lnTo>
                  <a:lnTo>
                    <a:pt x="5064803" y="1094678"/>
                  </a:lnTo>
                  <a:lnTo>
                    <a:pt x="5135147" y="1098576"/>
                  </a:lnTo>
                  <a:lnTo>
                    <a:pt x="5205492" y="1102381"/>
                  </a:lnTo>
                  <a:lnTo>
                    <a:pt x="5275836" y="1106094"/>
                  </a:lnTo>
                  <a:lnTo>
                    <a:pt x="5346181" y="1109718"/>
                  </a:lnTo>
                  <a:lnTo>
                    <a:pt x="5416525" y="1113255"/>
                  </a:lnTo>
                  <a:lnTo>
                    <a:pt x="5486870" y="1116707"/>
                  </a:lnTo>
                  <a:lnTo>
                    <a:pt x="5557214" y="1120077"/>
                  </a:lnTo>
                  <a:lnTo>
                    <a:pt x="5627559" y="1123365"/>
                  </a:lnTo>
                  <a:lnTo>
                    <a:pt x="5697903" y="1126575"/>
                  </a:lnTo>
                  <a:lnTo>
                    <a:pt x="5768248" y="1129708"/>
                  </a:lnTo>
                  <a:lnTo>
                    <a:pt x="5838592" y="1132766"/>
                  </a:lnTo>
                  <a:lnTo>
                    <a:pt x="5908937" y="1135750"/>
                  </a:lnTo>
                  <a:lnTo>
                    <a:pt x="5979281" y="1138663"/>
                  </a:lnTo>
                  <a:lnTo>
                    <a:pt x="6049626" y="1141506"/>
                  </a:lnTo>
                  <a:lnTo>
                    <a:pt x="6119970" y="1144281"/>
                  </a:lnTo>
                  <a:lnTo>
                    <a:pt x="6190315" y="1146989"/>
                  </a:lnTo>
                  <a:lnTo>
                    <a:pt x="6260659" y="1149632"/>
                  </a:lnTo>
                  <a:lnTo>
                    <a:pt x="6331004" y="1152212"/>
                  </a:lnTo>
                  <a:lnTo>
                    <a:pt x="6401348" y="1154730"/>
                  </a:lnTo>
                  <a:lnTo>
                    <a:pt x="6471693" y="1157188"/>
                  </a:lnTo>
                  <a:lnTo>
                    <a:pt x="6542037" y="1159586"/>
                  </a:lnTo>
                  <a:lnTo>
                    <a:pt x="6612382" y="1161928"/>
                  </a:lnTo>
                  <a:lnTo>
                    <a:pt x="6682726" y="1164213"/>
                  </a:lnTo>
                  <a:lnTo>
                    <a:pt x="6753071" y="1166443"/>
                  </a:lnTo>
                  <a:lnTo>
                    <a:pt x="6823415" y="1168619"/>
                  </a:lnTo>
                  <a:lnTo>
                    <a:pt x="6893760" y="1170744"/>
                  </a:lnTo>
                  <a:lnTo>
                    <a:pt x="6964104" y="1172817"/>
                  </a:lnTo>
                  <a:lnTo>
                    <a:pt x="6964104" y="1251740"/>
                  </a:lnTo>
                  <a:lnTo>
                    <a:pt x="6893760" y="1251304"/>
                  </a:lnTo>
                  <a:lnTo>
                    <a:pt x="6823415" y="1250833"/>
                  </a:lnTo>
                  <a:lnTo>
                    <a:pt x="6753071" y="1250325"/>
                  </a:lnTo>
                  <a:lnTo>
                    <a:pt x="6682726" y="1249777"/>
                  </a:lnTo>
                  <a:lnTo>
                    <a:pt x="6612382" y="1249184"/>
                  </a:lnTo>
                  <a:lnTo>
                    <a:pt x="6542037" y="1248545"/>
                  </a:lnTo>
                  <a:lnTo>
                    <a:pt x="6471693" y="1247854"/>
                  </a:lnTo>
                  <a:lnTo>
                    <a:pt x="6401348" y="1247108"/>
                  </a:lnTo>
                  <a:lnTo>
                    <a:pt x="6331004" y="1246303"/>
                  </a:lnTo>
                  <a:lnTo>
                    <a:pt x="6260659" y="1245433"/>
                  </a:lnTo>
                  <a:lnTo>
                    <a:pt x="6190315" y="1244494"/>
                  </a:lnTo>
                  <a:lnTo>
                    <a:pt x="6119970" y="1243481"/>
                  </a:lnTo>
                  <a:lnTo>
                    <a:pt x="6049626" y="1242386"/>
                  </a:lnTo>
                  <a:lnTo>
                    <a:pt x="5979281" y="1241204"/>
                  </a:lnTo>
                  <a:lnTo>
                    <a:pt x="5908937" y="1239927"/>
                  </a:lnTo>
                  <a:lnTo>
                    <a:pt x="5838592" y="1238549"/>
                  </a:lnTo>
                  <a:lnTo>
                    <a:pt x="5768248" y="1237061"/>
                  </a:lnTo>
                  <a:lnTo>
                    <a:pt x="5697903" y="1235454"/>
                  </a:lnTo>
                  <a:lnTo>
                    <a:pt x="5627559" y="1233719"/>
                  </a:lnTo>
                  <a:lnTo>
                    <a:pt x="5557214" y="1231845"/>
                  </a:lnTo>
                  <a:lnTo>
                    <a:pt x="5486870" y="1229822"/>
                  </a:lnTo>
                  <a:lnTo>
                    <a:pt x="5416525" y="1227638"/>
                  </a:lnTo>
                  <a:lnTo>
                    <a:pt x="5346181" y="1225279"/>
                  </a:lnTo>
                  <a:lnTo>
                    <a:pt x="5275836" y="1222732"/>
                  </a:lnTo>
                  <a:lnTo>
                    <a:pt x="5205492" y="1219982"/>
                  </a:lnTo>
                  <a:lnTo>
                    <a:pt x="5135147" y="1217012"/>
                  </a:lnTo>
                  <a:lnTo>
                    <a:pt x="5064803" y="1213806"/>
                  </a:lnTo>
                  <a:lnTo>
                    <a:pt x="4994458" y="1210344"/>
                  </a:lnTo>
                  <a:lnTo>
                    <a:pt x="4924114" y="1206605"/>
                  </a:lnTo>
                  <a:lnTo>
                    <a:pt x="4853769" y="1202568"/>
                  </a:lnTo>
                  <a:lnTo>
                    <a:pt x="4783425" y="1198209"/>
                  </a:lnTo>
                  <a:lnTo>
                    <a:pt x="4713080" y="1193503"/>
                  </a:lnTo>
                  <a:lnTo>
                    <a:pt x="4642736" y="1188421"/>
                  </a:lnTo>
                  <a:lnTo>
                    <a:pt x="4572391" y="1182933"/>
                  </a:lnTo>
                  <a:lnTo>
                    <a:pt x="4502047" y="1177008"/>
                  </a:lnTo>
                  <a:lnTo>
                    <a:pt x="4431702" y="1170609"/>
                  </a:lnTo>
                  <a:lnTo>
                    <a:pt x="4361358" y="1163701"/>
                  </a:lnTo>
                  <a:lnTo>
                    <a:pt x="4291013" y="1156241"/>
                  </a:lnTo>
                  <a:lnTo>
                    <a:pt x="4220669" y="1148186"/>
                  </a:lnTo>
                  <a:lnTo>
                    <a:pt x="4150324" y="1139488"/>
                  </a:lnTo>
                  <a:lnTo>
                    <a:pt x="4079980" y="1130096"/>
                  </a:lnTo>
                  <a:lnTo>
                    <a:pt x="4009635" y="1119955"/>
                  </a:lnTo>
                  <a:lnTo>
                    <a:pt x="3939291" y="1109005"/>
                  </a:lnTo>
                  <a:lnTo>
                    <a:pt x="3868946" y="1097181"/>
                  </a:lnTo>
                  <a:lnTo>
                    <a:pt x="3798602" y="1084414"/>
                  </a:lnTo>
                  <a:lnTo>
                    <a:pt x="3728257" y="1070628"/>
                  </a:lnTo>
                  <a:lnTo>
                    <a:pt x="3657913" y="1055743"/>
                  </a:lnTo>
                  <a:lnTo>
                    <a:pt x="3587569" y="1039669"/>
                  </a:lnTo>
                  <a:lnTo>
                    <a:pt x="3517224" y="1022314"/>
                  </a:lnTo>
                  <a:lnTo>
                    <a:pt x="3446880" y="1003573"/>
                  </a:lnTo>
                  <a:lnTo>
                    <a:pt x="3376535" y="983338"/>
                  </a:lnTo>
                  <a:lnTo>
                    <a:pt x="3306191" y="961488"/>
                  </a:lnTo>
                  <a:lnTo>
                    <a:pt x="3235846" y="951690"/>
                  </a:lnTo>
                  <a:lnTo>
                    <a:pt x="3165502" y="944183"/>
                  </a:lnTo>
                  <a:lnTo>
                    <a:pt x="3095157" y="936491"/>
                  </a:lnTo>
                  <a:lnTo>
                    <a:pt x="3024813" y="928611"/>
                  </a:lnTo>
                  <a:lnTo>
                    <a:pt x="2954468" y="920536"/>
                  </a:lnTo>
                  <a:lnTo>
                    <a:pt x="2884124" y="912264"/>
                  </a:lnTo>
                  <a:lnTo>
                    <a:pt x="2813779" y="903788"/>
                  </a:lnTo>
                  <a:lnTo>
                    <a:pt x="2743435" y="895103"/>
                  </a:lnTo>
                  <a:lnTo>
                    <a:pt x="2673090" y="886206"/>
                  </a:lnTo>
                  <a:lnTo>
                    <a:pt x="2602746" y="877089"/>
                  </a:lnTo>
                  <a:lnTo>
                    <a:pt x="2532401" y="867749"/>
                  </a:lnTo>
                  <a:lnTo>
                    <a:pt x="2462057" y="858179"/>
                  </a:lnTo>
                  <a:lnTo>
                    <a:pt x="2391712" y="848374"/>
                  </a:lnTo>
                  <a:lnTo>
                    <a:pt x="2321368" y="838328"/>
                  </a:lnTo>
                  <a:lnTo>
                    <a:pt x="2251023" y="828035"/>
                  </a:lnTo>
                  <a:lnTo>
                    <a:pt x="2180679" y="817489"/>
                  </a:lnTo>
                  <a:lnTo>
                    <a:pt x="2110334" y="806684"/>
                  </a:lnTo>
                  <a:lnTo>
                    <a:pt x="2039990" y="795614"/>
                  </a:lnTo>
                  <a:lnTo>
                    <a:pt x="1969645" y="784272"/>
                  </a:lnTo>
                  <a:lnTo>
                    <a:pt x="1899301" y="772651"/>
                  </a:lnTo>
                  <a:lnTo>
                    <a:pt x="1828956" y="760744"/>
                  </a:lnTo>
                  <a:lnTo>
                    <a:pt x="1758612" y="748545"/>
                  </a:lnTo>
                  <a:lnTo>
                    <a:pt x="1688267" y="736045"/>
                  </a:lnTo>
                  <a:lnTo>
                    <a:pt x="1617923" y="723239"/>
                  </a:lnTo>
                  <a:lnTo>
                    <a:pt x="1547578" y="710118"/>
                  </a:lnTo>
                  <a:lnTo>
                    <a:pt x="1477234" y="696675"/>
                  </a:lnTo>
                  <a:lnTo>
                    <a:pt x="1406889" y="682902"/>
                  </a:lnTo>
                  <a:lnTo>
                    <a:pt x="1336545" y="668790"/>
                  </a:lnTo>
                  <a:lnTo>
                    <a:pt x="1266200" y="654331"/>
                  </a:lnTo>
                  <a:lnTo>
                    <a:pt x="1195856" y="639517"/>
                  </a:lnTo>
                  <a:lnTo>
                    <a:pt x="1125511" y="624338"/>
                  </a:lnTo>
                  <a:lnTo>
                    <a:pt x="1055167" y="608787"/>
                  </a:lnTo>
                  <a:lnTo>
                    <a:pt x="984822" y="592854"/>
                  </a:lnTo>
                  <a:lnTo>
                    <a:pt x="914478" y="576529"/>
                  </a:lnTo>
                  <a:lnTo>
                    <a:pt x="844133" y="559803"/>
                  </a:lnTo>
                  <a:lnTo>
                    <a:pt x="773789" y="542666"/>
                  </a:lnTo>
                  <a:lnTo>
                    <a:pt x="703444" y="525108"/>
                  </a:lnTo>
                  <a:lnTo>
                    <a:pt x="633100" y="507119"/>
                  </a:lnTo>
                  <a:lnTo>
                    <a:pt x="562755" y="488687"/>
                  </a:lnTo>
                  <a:lnTo>
                    <a:pt x="492411" y="469803"/>
                  </a:lnTo>
                  <a:lnTo>
                    <a:pt x="422066" y="450455"/>
                  </a:lnTo>
                  <a:lnTo>
                    <a:pt x="351722" y="430631"/>
                  </a:lnTo>
                  <a:lnTo>
                    <a:pt x="281377" y="410320"/>
                  </a:lnTo>
                  <a:lnTo>
                    <a:pt x="211033" y="389510"/>
                  </a:lnTo>
                  <a:lnTo>
                    <a:pt x="140688" y="368188"/>
                  </a:lnTo>
                  <a:lnTo>
                    <a:pt x="70344" y="346343"/>
                  </a:lnTo>
                  <a:lnTo>
                    <a:pt x="0" y="323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15571" y="2143092"/>
              <a:ext cx="4983845" cy="1172817"/>
            </a:xfrm>
            <a:custGeom>
              <a:avLst/>
              <a:pathLst>
                <a:path w="4983845" h="1172817">
                  <a:moveTo>
                    <a:pt x="0" y="0"/>
                  </a:moveTo>
                  <a:lnTo>
                    <a:pt x="59730" y="79766"/>
                  </a:lnTo>
                  <a:lnTo>
                    <a:pt x="130075" y="166766"/>
                  </a:lnTo>
                  <a:lnTo>
                    <a:pt x="200419" y="247337"/>
                  </a:lnTo>
                  <a:lnTo>
                    <a:pt x="270764" y="321955"/>
                  </a:lnTo>
                  <a:lnTo>
                    <a:pt x="341108" y="391060"/>
                  </a:lnTo>
                  <a:lnTo>
                    <a:pt x="411453" y="455058"/>
                  </a:lnTo>
                  <a:lnTo>
                    <a:pt x="481797" y="514328"/>
                  </a:lnTo>
                  <a:lnTo>
                    <a:pt x="552142" y="569218"/>
                  </a:lnTo>
                  <a:lnTo>
                    <a:pt x="622486" y="620052"/>
                  </a:lnTo>
                  <a:lnTo>
                    <a:pt x="692831" y="667131"/>
                  </a:lnTo>
                  <a:lnTo>
                    <a:pt x="763175" y="710730"/>
                  </a:lnTo>
                  <a:lnTo>
                    <a:pt x="833520" y="751109"/>
                  </a:lnTo>
                  <a:lnTo>
                    <a:pt x="903864" y="788503"/>
                  </a:lnTo>
                  <a:lnTo>
                    <a:pt x="974209" y="823135"/>
                  </a:lnTo>
                  <a:lnTo>
                    <a:pt x="1044553" y="855208"/>
                  </a:lnTo>
                  <a:lnTo>
                    <a:pt x="1114898" y="884911"/>
                  </a:lnTo>
                  <a:lnTo>
                    <a:pt x="1185242" y="912419"/>
                  </a:lnTo>
                  <a:lnTo>
                    <a:pt x="1255587" y="937895"/>
                  </a:lnTo>
                  <a:lnTo>
                    <a:pt x="1325931" y="959017"/>
                  </a:lnTo>
                  <a:lnTo>
                    <a:pt x="1396276" y="966169"/>
                  </a:lnTo>
                  <a:lnTo>
                    <a:pt x="1466620" y="973149"/>
                  </a:lnTo>
                  <a:lnTo>
                    <a:pt x="1536965" y="979961"/>
                  </a:lnTo>
                  <a:lnTo>
                    <a:pt x="1607309" y="986611"/>
                  </a:lnTo>
                  <a:lnTo>
                    <a:pt x="1677654" y="993100"/>
                  </a:lnTo>
                  <a:lnTo>
                    <a:pt x="1747998" y="999434"/>
                  </a:lnTo>
                  <a:lnTo>
                    <a:pt x="1818343" y="1005616"/>
                  </a:lnTo>
                  <a:lnTo>
                    <a:pt x="1888687" y="1011650"/>
                  </a:lnTo>
                  <a:lnTo>
                    <a:pt x="1959032" y="1017539"/>
                  </a:lnTo>
                  <a:lnTo>
                    <a:pt x="2029376" y="1023287"/>
                  </a:lnTo>
                  <a:lnTo>
                    <a:pt x="2099721" y="1028897"/>
                  </a:lnTo>
                  <a:lnTo>
                    <a:pt x="2170065" y="1034373"/>
                  </a:lnTo>
                  <a:lnTo>
                    <a:pt x="2240410" y="1039717"/>
                  </a:lnTo>
                  <a:lnTo>
                    <a:pt x="2310754" y="1044933"/>
                  </a:lnTo>
                  <a:lnTo>
                    <a:pt x="2381099" y="1050024"/>
                  </a:lnTo>
                  <a:lnTo>
                    <a:pt x="2451443" y="1054993"/>
                  </a:lnTo>
                  <a:lnTo>
                    <a:pt x="2521788" y="1059842"/>
                  </a:lnTo>
                  <a:lnTo>
                    <a:pt x="2592132" y="1064576"/>
                  </a:lnTo>
                  <a:lnTo>
                    <a:pt x="2662477" y="1069195"/>
                  </a:lnTo>
                  <a:lnTo>
                    <a:pt x="2732821" y="1073704"/>
                  </a:lnTo>
                  <a:lnTo>
                    <a:pt x="2803165" y="1078105"/>
                  </a:lnTo>
                  <a:lnTo>
                    <a:pt x="2873510" y="1082401"/>
                  </a:lnTo>
                  <a:lnTo>
                    <a:pt x="2943854" y="1086593"/>
                  </a:lnTo>
                  <a:lnTo>
                    <a:pt x="3014199" y="1090685"/>
                  </a:lnTo>
                  <a:lnTo>
                    <a:pt x="3084543" y="1094678"/>
                  </a:lnTo>
                  <a:lnTo>
                    <a:pt x="3154888" y="1098576"/>
                  </a:lnTo>
                  <a:lnTo>
                    <a:pt x="3225232" y="1102381"/>
                  </a:lnTo>
                  <a:lnTo>
                    <a:pt x="3295577" y="1106094"/>
                  </a:lnTo>
                  <a:lnTo>
                    <a:pt x="3365921" y="1109718"/>
                  </a:lnTo>
                  <a:lnTo>
                    <a:pt x="3436266" y="1113255"/>
                  </a:lnTo>
                  <a:lnTo>
                    <a:pt x="3506610" y="1116707"/>
                  </a:lnTo>
                  <a:lnTo>
                    <a:pt x="3576955" y="1120077"/>
                  </a:lnTo>
                  <a:lnTo>
                    <a:pt x="3647299" y="1123365"/>
                  </a:lnTo>
                  <a:lnTo>
                    <a:pt x="3717644" y="1126575"/>
                  </a:lnTo>
                  <a:lnTo>
                    <a:pt x="3787988" y="1129708"/>
                  </a:lnTo>
                  <a:lnTo>
                    <a:pt x="3858333" y="1132766"/>
                  </a:lnTo>
                  <a:lnTo>
                    <a:pt x="3928677" y="1135750"/>
                  </a:lnTo>
                  <a:lnTo>
                    <a:pt x="3999022" y="1138663"/>
                  </a:lnTo>
                  <a:lnTo>
                    <a:pt x="4069366" y="1141506"/>
                  </a:lnTo>
                  <a:lnTo>
                    <a:pt x="4139711" y="1144281"/>
                  </a:lnTo>
                  <a:lnTo>
                    <a:pt x="4210055" y="1146989"/>
                  </a:lnTo>
                  <a:lnTo>
                    <a:pt x="4280400" y="1149632"/>
                  </a:lnTo>
                  <a:lnTo>
                    <a:pt x="4350744" y="1152212"/>
                  </a:lnTo>
                  <a:lnTo>
                    <a:pt x="4421089" y="1154730"/>
                  </a:lnTo>
                  <a:lnTo>
                    <a:pt x="4491433" y="1157188"/>
                  </a:lnTo>
                  <a:lnTo>
                    <a:pt x="4561778" y="1159586"/>
                  </a:lnTo>
                  <a:lnTo>
                    <a:pt x="4632122" y="1161928"/>
                  </a:lnTo>
                  <a:lnTo>
                    <a:pt x="4702467" y="1164213"/>
                  </a:lnTo>
                  <a:lnTo>
                    <a:pt x="4772811" y="1166443"/>
                  </a:lnTo>
                  <a:lnTo>
                    <a:pt x="4843156" y="1168619"/>
                  </a:lnTo>
                  <a:lnTo>
                    <a:pt x="4913500" y="1170744"/>
                  </a:lnTo>
                  <a:lnTo>
                    <a:pt x="4983845" y="11728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467053"/>
              <a:ext cx="6964104" cy="927779"/>
            </a:xfrm>
            <a:custGeom>
              <a:avLst/>
              <a:pathLst>
                <a:path w="6964104" h="927779">
                  <a:moveTo>
                    <a:pt x="6964104" y="927779"/>
                  </a:moveTo>
                  <a:lnTo>
                    <a:pt x="6893760" y="927343"/>
                  </a:lnTo>
                  <a:lnTo>
                    <a:pt x="6823415" y="926873"/>
                  </a:lnTo>
                  <a:lnTo>
                    <a:pt x="6753071" y="926364"/>
                  </a:lnTo>
                  <a:lnTo>
                    <a:pt x="6682726" y="925816"/>
                  </a:lnTo>
                  <a:lnTo>
                    <a:pt x="6612382" y="925223"/>
                  </a:lnTo>
                  <a:lnTo>
                    <a:pt x="6542037" y="924584"/>
                  </a:lnTo>
                  <a:lnTo>
                    <a:pt x="6471693" y="923893"/>
                  </a:lnTo>
                  <a:lnTo>
                    <a:pt x="6401348" y="923147"/>
                  </a:lnTo>
                  <a:lnTo>
                    <a:pt x="6331004" y="922342"/>
                  </a:lnTo>
                  <a:lnTo>
                    <a:pt x="6260659" y="921472"/>
                  </a:lnTo>
                  <a:lnTo>
                    <a:pt x="6190315" y="920533"/>
                  </a:lnTo>
                  <a:lnTo>
                    <a:pt x="6119970" y="919520"/>
                  </a:lnTo>
                  <a:lnTo>
                    <a:pt x="6049626" y="918425"/>
                  </a:lnTo>
                  <a:lnTo>
                    <a:pt x="5979281" y="917243"/>
                  </a:lnTo>
                  <a:lnTo>
                    <a:pt x="5908937" y="915966"/>
                  </a:lnTo>
                  <a:lnTo>
                    <a:pt x="5838592" y="914588"/>
                  </a:lnTo>
                  <a:lnTo>
                    <a:pt x="5768248" y="913100"/>
                  </a:lnTo>
                  <a:lnTo>
                    <a:pt x="5697903" y="911493"/>
                  </a:lnTo>
                  <a:lnTo>
                    <a:pt x="5627559" y="909758"/>
                  </a:lnTo>
                  <a:lnTo>
                    <a:pt x="5557214" y="907884"/>
                  </a:lnTo>
                  <a:lnTo>
                    <a:pt x="5486870" y="905861"/>
                  </a:lnTo>
                  <a:lnTo>
                    <a:pt x="5416525" y="903677"/>
                  </a:lnTo>
                  <a:lnTo>
                    <a:pt x="5346181" y="901318"/>
                  </a:lnTo>
                  <a:lnTo>
                    <a:pt x="5275836" y="898771"/>
                  </a:lnTo>
                  <a:lnTo>
                    <a:pt x="5205492" y="896021"/>
                  </a:lnTo>
                  <a:lnTo>
                    <a:pt x="5135147" y="893051"/>
                  </a:lnTo>
                  <a:lnTo>
                    <a:pt x="5064803" y="889845"/>
                  </a:lnTo>
                  <a:lnTo>
                    <a:pt x="4994458" y="886383"/>
                  </a:lnTo>
                  <a:lnTo>
                    <a:pt x="4924114" y="882644"/>
                  </a:lnTo>
                  <a:lnTo>
                    <a:pt x="4853769" y="878607"/>
                  </a:lnTo>
                  <a:lnTo>
                    <a:pt x="4783425" y="874248"/>
                  </a:lnTo>
                  <a:lnTo>
                    <a:pt x="4713080" y="869542"/>
                  </a:lnTo>
                  <a:lnTo>
                    <a:pt x="4642736" y="864460"/>
                  </a:lnTo>
                  <a:lnTo>
                    <a:pt x="4572391" y="858972"/>
                  </a:lnTo>
                  <a:lnTo>
                    <a:pt x="4502047" y="853047"/>
                  </a:lnTo>
                  <a:lnTo>
                    <a:pt x="4431702" y="846648"/>
                  </a:lnTo>
                  <a:lnTo>
                    <a:pt x="4361358" y="839740"/>
                  </a:lnTo>
                  <a:lnTo>
                    <a:pt x="4291013" y="832280"/>
                  </a:lnTo>
                  <a:lnTo>
                    <a:pt x="4220669" y="824225"/>
                  </a:lnTo>
                  <a:lnTo>
                    <a:pt x="4150324" y="815527"/>
                  </a:lnTo>
                  <a:lnTo>
                    <a:pt x="4079980" y="806135"/>
                  </a:lnTo>
                  <a:lnTo>
                    <a:pt x="4009635" y="795994"/>
                  </a:lnTo>
                  <a:lnTo>
                    <a:pt x="3939291" y="785044"/>
                  </a:lnTo>
                  <a:lnTo>
                    <a:pt x="3868946" y="773220"/>
                  </a:lnTo>
                  <a:lnTo>
                    <a:pt x="3798602" y="760453"/>
                  </a:lnTo>
                  <a:lnTo>
                    <a:pt x="3728257" y="746667"/>
                  </a:lnTo>
                  <a:lnTo>
                    <a:pt x="3657913" y="731782"/>
                  </a:lnTo>
                  <a:lnTo>
                    <a:pt x="3587569" y="715708"/>
                  </a:lnTo>
                  <a:lnTo>
                    <a:pt x="3517224" y="698353"/>
                  </a:lnTo>
                  <a:lnTo>
                    <a:pt x="3446880" y="679612"/>
                  </a:lnTo>
                  <a:lnTo>
                    <a:pt x="3376535" y="659377"/>
                  </a:lnTo>
                  <a:lnTo>
                    <a:pt x="3306191" y="637527"/>
                  </a:lnTo>
                  <a:lnTo>
                    <a:pt x="3235846" y="627729"/>
                  </a:lnTo>
                  <a:lnTo>
                    <a:pt x="3165502" y="620222"/>
                  </a:lnTo>
                  <a:lnTo>
                    <a:pt x="3095157" y="612530"/>
                  </a:lnTo>
                  <a:lnTo>
                    <a:pt x="3024813" y="604650"/>
                  </a:lnTo>
                  <a:lnTo>
                    <a:pt x="2954468" y="596575"/>
                  </a:lnTo>
                  <a:lnTo>
                    <a:pt x="2884124" y="588303"/>
                  </a:lnTo>
                  <a:lnTo>
                    <a:pt x="2813779" y="579827"/>
                  </a:lnTo>
                  <a:lnTo>
                    <a:pt x="2743435" y="571142"/>
                  </a:lnTo>
                  <a:lnTo>
                    <a:pt x="2673090" y="562245"/>
                  </a:lnTo>
                  <a:lnTo>
                    <a:pt x="2602746" y="553128"/>
                  </a:lnTo>
                  <a:lnTo>
                    <a:pt x="2532401" y="543788"/>
                  </a:lnTo>
                  <a:lnTo>
                    <a:pt x="2462057" y="534218"/>
                  </a:lnTo>
                  <a:lnTo>
                    <a:pt x="2391712" y="524413"/>
                  </a:lnTo>
                  <a:lnTo>
                    <a:pt x="2321368" y="514367"/>
                  </a:lnTo>
                  <a:lnTo>
                    <a:pt x="2251023" y="504074"/>
                  </a:lnTo>
                  <a:lnTo>
                    <a:pt x="2180679" y="493528"/>
                  </a:lnTo>
                  <a:lnTo>
                    <a:pt x="2110334" y="482723"/>
                  </a:lnTo>
                  <a:lnTo>
                    <a:pt x="2039990" y="471653"/>
                  </a:lnTo>
                  <a:lnTo>
                    <a:pt x="1969645" y="460311"/>
                  </a:lnTo>
                  <a:lnTo>
                    <a:pt x="1899301" y="448690"/>
                  </a:lnTo>
                  <a:lnTo>
                    <a:pt x="1828956" y="436783"/>
                  </a:lnTo>
                  <a:lnTo>
                    <a:pt x="1758612" y="424584"/>
                  </a:lnTo>
                  <a:lnTo>
                    <a:pt x="1688267" y="412085"/>
                  </a:lnTo>
                  <a:lnTo>
                    <a:pt x="1617923" y="399278"/>
                  </a:lnTo>
                  <a:lnTo>
                    <a:pt x="1547578" y="386157"/>
                  </a:lnTo>
                  <a:lnTo>
                    <a:pt x="1477234" y="372714"/>
                  </a:lnTo>
                  <a:lnTo>
                    <a:pt x="1406889" y="358941"/>
                  </a:lnTo>
                  <a:lnTo>
                    <a:pt x="1336545" y="344829"/>
                  </a:lnTo>
                  <a:lnTo>
                    <a:pt x="1266200" y="330370"/>
                  </a:lnTo>
                  <a:lnTo>
                    <a:pt x="1195856" y="315556"/>
                  </a:lnTo>
                  <a:lnTo>
                    <a:pt x="1125511" y="300377"/>
                  </a:lnTo>
                  <a:lnTo>
                    <a:pt x="1055167" y="284826"/>
                  </a:lnTo>
                  <a:lnTo>
                    <a:pt x="984822" y="268893"/>
                  </a:lnTo>
                  <a:lnTo>
                    <a:pt x="914478" y="252568"/>
                  </a:lnTo>
                  <a:lnTo>
                    <a:pt x="844133" y="235842"/>
                  </a:lnTo>
                  <a:lnTo>
                    <a:pt x="773789" y="218705"/>
                  </a:lnTo>
                  <a:lnTo>
                    <a:pt x="703444" y="201147"/>
                  </a:lnTo>
                  <a:lnTo>
                    <a:pt x="633100" y="183158"/>
                  </a:lnTo>
                  <a:lnTo>
                    <a:pt x="562755" y="164726"/>
                  </a:lnTo>
                  <a:lnTo>
                    <a:pt x="492411" y="145842"/>
                  </a:lnTo>
                  <a:lnTo>
                    <a:pt x="422066" y="126494"/>
                  </a:lnTo>
                  <a:lnTo>
                    <a:pt x="351722" y="106670"/>
                  </a:lnTo>
                  <a:lnTo>
                    <a:pt x="281377" y="86359"/>
                  </a:lnTo>
                  <a:lnTo>
                    <a:pt x="211033" y="65549"/>
                  </a:lnTo>
                  <a:lnTo>
                    <a:pt x="140688" y="44227"/>
                  </a:lnTo>
                  <a:lnTo>
                    <a:pt x="70344" y="22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32501" y="2143092"/>
              <a:ext cx="5666914" cy="1235733"/>
            </a:xfrm>
            <a:custGeom>
              <a:avLst/>
              <a:pathLst>
                <a:path w="5666914" h="1235733">
                  <a:moveTo>
                    <a:pt x="0" y="0"/>
                  </a:moveTo>
                  <a:lnTo>
                    <a:pt x="39355" y="35418"/>
                  </a:lnTo>
                  <a:lnTo>
                    <a:pt x="109699" y="95608"/>
                  </a:lnTo>
                  <a:lnTo>
                    <a:pt x="180044" y="152832"/>
                  </a:lnTo>
                  <a:lnTo>
                    <a:pt x="250388" y="207237"/>
                  </a:lnTo>
                  <a:lnTo>
                    <a:pt x="320733" y="258962"/>
                  </a:lnTo>
                  <a:lnTo>
                    <a:pt x="391077" y="308139"/>
                  </a:lnTo>
                  <a:lnTo>
                    <a:pt x="461422" y="354893"/>
                  </a:lnTo>
                  <a:lnTo>
                    <a:pt x="531766" y="399344"/>
                  </a:lnTo>
                  <a:lnTo>
                    <a:pt x="602111" y="441605"/>
                  </a:lnTo>
                  <a:lnTo>
                    <a:pt x="672455" y="481784"/>
                  </a:lnTo>
                  <a:lnTo>
                    <a:pt x="742800" y="519984"/>
                  </a:lnTo>
                  <a:lnTo>
                    <a:pt x="813144" y="556302"/>
                  </a:lnTo>
                  <a:lnTo>
                    <a:pt x="883489" y="590831"/>
                  </a:lnTo>
                  <a:lnTo>
                    <a:pt x="953833" y="623659"/>
                  </a:lnTo>
                  <a:lnTo>
                    <a:pt x="1024178" y="654869"/>
                  </a:lnTo>
                  <a:lnTo>
                    <a:pt x="1094522" y="684542"/>
                  </a:lnTo>
                  <a:lnTo>
                    <a:pt x="1164867" y="712754"/>
                  </a:lnTo>
                  <a:lnTo>
                    <a:pt x="1235211" y="739575"/>
                  </a:lnTo>
                  <a:lnTo>
                    <a:pt x="1305556" y="765075"/>
                  </a:lnTo>
                  <a:lnTo>
                    <a:pt x="1375900" y="789319"/>
                  </a:lnTo>
                  <a:lnTo>
                    <a:pt x="1446245" y="812369"/>
                  </a:lnTo>
                  <a:lnTo>
                    <a:pt x="1516589" y="834283"/>
                  </a:lnTo>
                  <a:lnTo>
                    <a:pt x="1586934" y="855117"/>
                  </a:lnTo>
                  <a:lnTo>
                    <a:pt x="1657278" y="874925"/>
                  </a:lnTo>
                  <a:lnTo>
                    <a:pt x="1727623" y="893758"/>
                  </a:lnTo>
                  <a:lnTo>
                    <a:pt x="1797967" y="911662"/>
                  </a:lnTo>
                  <a:lnTo>
                    <a:pt x="1868312" y="928685"/>
                  </a:lnTo>
                  <a:lnTo>
                    <a:pt x="1938656" y="944869"/>
                  </a:lnTo>
                  <a:lnTo>
                    <a:pt x="2009001" y="960255"/>
                  </a:lnTo>
                  <a:lnTo>
                    <a:pt x="2079345" y="974884"/>
                  </a:lnTo>
                  <a:lnTo>
                    <a:pt x="2149690" y="988792"/>
                  </a:lnTo>
                  <a:lnTo>
                    <a:pt x="2220034" y="1002015"/>
                  </a:lnTo>
                  <a:lnTo>
                    <a:pt x="2290379" y="1014586"/>
                  </a:lnTo>
                  <a:lnTo>
                    <a:pt x="2360723" y="1026538"/>
                  </a:lnTo>
                  <a:lnTo>
                    <a:pt x="2431068" y="1037902"/>
                  </a:lnTo>
                  <a:lnTo>
                    <a:pt x="2501412" y="1048705"/>
                  </a:lnTo>
                  <a:lnTo>
                    <a:pt x="2571757" y="1058976"/>
                  </a:lnTo>
                  <a:lnTo>
                    <a:pt x="2642101" y="1068742"/>
                  </a:lnTo>
                  <a:lnTo>
                    <a:pt x="2712446" y="1078026"/>
                  </a:lnTo>
                  <a:lnTo>
                    <a:pt x="2782790" y="1086853"/>
                  </a:lnTo>
                  <a:lnTo>
                    <a:pt x="2853135" y="1095245"/>
                  </a:lnTo>
                  <a:lnTo>
                    <a:pt x="2923479" y="1103223"/>
                  </a:lnTo>
                  <a:lnTo>
                    <a:pt x="2993824" y="1110809"/>
                  </a:lnTo>
                  <a:lnTo>
                    <a:pt x="3064168" y="1118021"/>
                  </a:lnTo>
                  <a:lnTo>
                    <a:pt x="3134513" y="1124877"/>
                  </a:lnTo>
                  <a:lnTo>
                    <a:pt x="3204857" y="1131396"/>
                  </a:lnTo>
                  <a:lnTo>
                    <a:pt x="3275202" y="1137594"/>
                  </a:lnTo>
                  <a:lnTo>
                    <a:pt x="3345546" y="1143486"/>
                  </a:lnTo>
                  <a:lnTo>
                    <a:pt x="3415891" y="1149088"/>
                  </a:lnTo>
                  <a:lnTo>
                    <a:pt x="3486235" y="1154414"/>
                  </a:lnTo>
                  <a:lnTo>
                    <a:pt x="3556579" y="1159478"/>
                  </a:lnTo>
                  <a:lnTo>
                    <a:pt x="3626924" y="1164292"/>
                  </a:lnTo>
                  <a:lnTo>
                    <a:pt x="3697268" y="1168869"/>
                  </a:lnTo>
                  <a:lnTo>
                    <a:pt x="3767613" y="1173221"/>
                  </a:lnTo>
                  <a:lnTo>
                    <a:pt x="3837957" y="1177358"/>
                  </a:lnTo>
                  <a:lnTo>
                    <a:pt x="3908302" y="1181291"/>
                  </a:lnTo>
                  <a:lnTo>
                    <a:pt x="3978646" y="1185031"/>
                  </a:lnTo>
                  <a:lnTo>
                    <a:pt x="4048991" y="1188586"/>
                  </a:lnTo>
                  <a:lnTo>
                    <a:pt x="4119335" y="1191967"/>
                  </a:lnTo>
                  <a:lnTo>
                    <a:pt x="4189680" y="1195180"/>
                  </a:lnTo>
                  <a:lnTo>
                    <a:pt x="4260024" y="1198236"/>
                  </a:lnTo>
                  <a:lnTo>
                    <a:pt x="4330369" y="1201141"/>
                  </a:lnTo>
                  <a:lnTo>
                    <a:pt x="4400713" y="1203902"/>
                  </a:lnTo>
                  <a:lnTo>
                    <a:pt x="4471058" y="1206528"/>
                  </a:lnTo>
                  <a:lnTo>
                    <a:pt x="4541402" y="1209024"/>
                  </a:lnTo>
                  <a:lnTo>
                    <a:pt x="4611747" y="1211398"/>
                  </a:lnTo>
                  <a:lnTo>
                    <a:pt x="4682091" y="1213654"/>
                  </a:lnTo>
                  <a:lnTo>
                    <a:pt x="4752436" y="1215800"/>
                  </a:lnTo>
                  <a:lnTo>
                    <a:pt x="4822780" y="1217839"/>
                  </a:lnTo>
                  <a:lnTo>
                    <a:pt x="4893125" y="1219778"/>
                  </a:lnTo>
                  <a:lnTo>
                    <a:pt x="4963469" y="1221622"/>
                  </a:lnTo>
                  <a:lnTo>
                    <a:pt x="5033814" y="1223375"/>
                  </a:lnTo>
                  <a:lnTo>
                    <a:pt x="5104158" y="1225041"/>
                  </a:lnTo>
                  <a:lnTo>
                    <a:pt x="5174503" y="1226626"/>
                  </a:lnTo>
                  <a:lnTo>
                    <a:pt x="5244847" y="1228132"/>
                  </a:lnTo>
                  <a:lnTo>
                    <a:pt x="5315192" y="1229564"/>
                  </a:lnTo>
                  <a:lnTo>
                    <a:pt x="5385536" y="1230925"/>
                  </a:lnTo>
                  <a:lnTo>
                    <a:pt x="5455881" y="1232220"/>
                  </a:lnTo>
                  <a:lnTo>
                    <a:pt x="5526225" y="1233451"/>
                  </a:lnTo>
                  <a:lnTo>
                    <a:pt x="5596570" y="1234621"/>
                  </a:lnTo>
                  <a:lnTo>
                    <a:pt x="5666914" y="12357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(1.32-2.43), p_Bonf = &lt;0.001 (n = 6)  |  per IQR decline (Δ = 29.9 %): 5.74 (2.32-14.24)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51740"/>
            </a:xfrm>
            <a:custGeom>
              <a:avLst/>
              <a:pathLst>
                <a:path w="6964104" h="1251740">
                  <a:moveTo>
                    <a:pt x="1980259" y="0"/>
                  </a:moveTo>
                  <a:lnTo>
                    <a:pt x="2039990" y="79766"/>
                  </a:lnTo>
                  <a:lnTo>
                    <a:pt x="2110334" y="166766"/>
                  </a:lnTo>
                  <a:lnTo>
                    <a:pt x="2180679" y="247337"/>
                  </a:lnTo>
                  <a:lnTo>
                    <a:pt x="2251023" y="321955"/>
                  </a:lnTo>
                  <a:lnTo>
                    <a:pt x="2321368" y="391060"/>
                  </a:lnTo>
                  <a:lnTo>
                    <a:pt x="2391712" y="455058"/>
                  </a:lnTo>
                  <a:lnTo>
                    <a:pt x="2462057" y="514328"/>
                  </a:lnTo>
                  <a:lnTo>
                    <a:pt x="2532401" y="569218"/>
                  </a:lnTo>
                  <a:lnTo>
                    <a:pt x="2602746" y="620052"/>
                  </a:lnTo>
                  <a:lnTo>
                    <a:pt x="2673090" y="667131"/>
                  </a:lnTo>
                  <a:lnTo>
                    <a:pt x="2743435" y="710730"/>
                  </a:lnTo>
                  <a:lnTo>
                    <a:pt x="2813779" y="751109"/>
                  </a:lnTo>
                  <a:lnTo>
                    <a:pt x="2884124" y="788503"/>
                  </a:lnTo>
                  <a:lnTo>
                    <a:pt x="2954468" y="823135"/>
                  </a:lnTo>
                  <a:lnTo>
                    <a:pt x="3024813" y="855208"/>
                  </a:lnTo>
                  <a:lnTo>
                    <a:pt x="3095157" y="884911"/>
                  </a:lnTo>
                  <a:lnTo>
                    <a:pt x="3165502" y="912419"/>
                  </a:lnTo>
                  <a:lnTo>
                    <a:pt x="3235846" y="937895"/>
                  </a:lnTo>
                  <a:lnTo>
                    <a:pt x="3306191" y="959017"/>
                  </a:lnTo>
                  <a:lnTo>
                    <a:pt x="3376535" y="966169"/>
                  </a:lnTo>
                  <a:lnTo>
                    <a:pt x="3446880" y="973149"/>
                  </a:lnTo>
                  <a:lnTo>
                    <a:pt x="3517224" y="979961"/>
                  </a:lnTo>
                  <a:lnTo>
                    <a:pt x="3587569" y="986611"/>
                  </a:lnTo>
                  <a:lnTo>
                    <a:pt x="3657913" y="993100"/>
                  </a:lnTo>
                  <a:lnTo>
                    <a:pt x="3728257" y="999434"/>
                  </a:lnTo>
                  <a:lnTo>
                    <a:pt x="3798602" y="1005616"/>
                  </a:lnTo>
                  <a:lnTo>
                    <a:pt x="3868946" y="1011650"/>
                  </a:lnTo>
                  <a:lnTo>
                    <a:pt x="3939291" y="1017539"/>
                  </a:lnTo>
                  <a:lnTo>
                    <a:pt x="4009635" y="1023287"/>
                  </a:lnTo>
                  <a:lnTo>
                    <a:pt x="4079980" y="1028897"/>
                  </a:lnTo>
                  <a:lnTo>
                    <a:pt x="4150324" y="1034373"/>
                  </a:lnTo>
                  <a:lnTo>
                    <a:pt x="4220669" y="1039717"/>
                  </a:lnTo>
                  <a:lnTo>
                    <a:pt x="4291013" y="1044933"/>
                  </a:lnTo>
                  <a:lnTo>
                    <a:pt x="4361358" y="1050024"/>
                  </a:lnTo>
                  <a:lnTo>
                    <a:pt x="4431702" y="1054993"/>
                  </a:lnTo>
                  <a:lnTo>
                    <a:pt x="4502047" y="1059842"/>
                  </a:lnTo>
                  <a:lnTo>
                    <a:pt x="4572391" y="1064576"/>
                  </a:lnTo>
                  <a:lnTo>
                    <a:pt x="4642736" y="1069195"/>
                  </a:lnTo>
                  <a:lnTo>
                    <a:pt x="4713080" y="1073704"/>
                  </a:lnTo>
                  <a:lnTo>
                    <a:pt x="4783425" y="1078105"/>
                  </a:lnTo>
                  <a:lnTo>
                    <a:pt x="4853769" y="1082401"/>
                  </a:lnTo>
                  <a:lnTo>
                    <a:pt x="4924114" y="1086593"/>
                  </a:lnTo>
                  <a:lnTo>
                    <a:pt x="4994458" y="1090685"/>
                  </a:lnTo>
                  <a:lnTo>
                    <a:pt x="5064803" y="1094678"/>
                  </a:lnTo>
                  <a:lnTo>
                    <a:pt x="5135147" y="1098576"/>
                  </a:lnTo>
                  <a:lnTo>
                    <a:pt x="5205492" y="1102381"/>
                  </a:lnTo>
                  <a:lnTo>
                    <a:pt x="5275836" y="1106094"/>
                  </a:lnTo>
                  <a:lnTo>
                    <a:pt x="5346181" y="1109718"/>
                  </a:lnTo>
                  <a:lnTo>
                    <a:pt x="5416525" y="1113255"/>
                  </a:lnTo>
                  <a:lnTo>
                    <a:pt x="5486870" y="1116707"/>
                  </a:lnTo>
                  <a:lnTo>
                    <a:pt x="5557214" y="1120077"/>
                  </a:lnTo>
                  <a:lnTo>
                    <a:pt x="5627559" y="1123365"/>
                  </a:lnTo>
                  <a:lnTo>
                    <a:pt x="5697903" y="1126575"/>
                  </a:lnTo>
                  <a:lnTo>
                    <a:pt x="5768248" y="1129708"/>
                  </a:lnTo>
                  <a:lnTo>
                    <a:pt x="5838592" y="1132766"/>
                  </a:lnTo>
                  <a:lnTo>
                    <a:pt x="5908937" y="1135750"/>
                  </a:lnTo>
                  <a:lnTo>
                    <a:pt x="5979281" y="1138663"/>
                  </a:lnTo>
                  <a:lnTo>
                    <a:pt x="6049626" y="1141506"/>
                  </a:lnTo>
                  <a:lnTo>
                    <a:pt x="6119970" y="1144281"/>
                  </a:lnTo>
                  <a:lnTo>
                    <a:pt x="6190315" y="1146989"/>
                  </a:lnTo>
                  <a:lnTo>
                    <a:pt x="6260659" y="1149632"/>
                  </a:lnTo>
                  <a:lnTo>
                    <a:pt x="6331004" y="1152212"/>
                  </a:lnTo>
                  <a:lnTo>
                    <a:pt x="6401348" y="1154730"/>
                  </a:lnTo>
                  <a:lnTo>
                    <a:pt x="6471693" y="1157188"/>
                  </a:lnTo>
                  <a:lnTo>
                    <a:pt x="6542037" y="1159586"/>
                  </a:lnTo>
                  <a:lnTo>
                    <a:pt x="6612382" y="1161928"/>
                  </a:lnTo>
                  <a:lnTo>
                    <a:pt x="6682726" y="1164213"/>
                  </a:lnTo>
                  <a:lnTo>
                    <a:pt x="6753071" y="1166443"/>
                  </a:lnTo>
                  <a:lnTo>
                    <a:pt x="6823415" y="1168619"/>
                  </a:lnTo>
                  <a:lnTo>
                    <a:pt x="6893760" y="1170744"/>
                  </a:lnTo>
                  <a:lnTo>
                    <a:pt x="6964104" y="1172817"/>
                  </a:lnTo>
                  <a:lnTo>
                    <a:pt x="6964104" y="1251740"/>
                  </a:lnTo>
                  <a:lnTo>
                    <a:pt x="6893760" y="1251304"/>
                  </a:lnTo>
                  <a:lnTo>
                    <a:pt x="6823415" y="1250833"/>
                  </a:lnTo>
                  <a:lnTo>
                    <a:pt x="6753071" y="1250325"/>
                  </a:lnTo>
                  <a:lnTo>
                    <a:pt x="6682726" y="1249777"/>
                  </a:lnTo>
                  <a:lnTo>
                    <a:pt x="6612382" y="1249184"/>
                  </a:lnTo>
                  <a:lnTo>
                    <a:pt x="6542037" y="1248545"/>
                  </a:lnTo>
                  <a:lnTo>
                    <a:pt x="6471693" y="1247854"/>
                  </a:lnTo>
                  <a:lnTo>
                    <a:pt x="6401348" y="1247108"/>
                  </a:lnTo>
                  <a:lnTo>
                    <a:pt x="6331004" y="1246303"/>
                  </a:lnTo>
                  <a:lnTo>
                    <a:pt x="6260659" y="1245433"/>
                  </a:lnTo>
                  <a:lnTo>
                    <a:pt x="6190315" y="1244494"/>
                  </a:lnTo>
                  <a:lnTo>
                    <a:pt x="6119970" y="1243481"/>
                  </a:lnTo>
                  <a:lnTo>
                    <a:pt x="6049626" y="1242386"/>
                  </a:lnTo>
                  <a:lnTo>
                    <a:pt x="5979281" y="1241204"/>
                  </a:lnTo>
                  <a:lnTo>
                    <a:pt x="5908937" y="1239927"/>
                  </a:lnTo>
                  <a:lnTo>
                    <a:pt x="5838592" y="1238549"/>
                  </a:lnTo>
                  <a:lnTo>
                    <a:pt x="5768248" y="1237061"/>
                  </a:lnTo>
                  <a:lnTo>
                    <a:pt x="5697903" y="1235454"/>
                  </a:lnTo>
                  <a:lnTo>
                    <a:pt x="5627559" y="1233719"/>
                  </a:lnTo>
                  <a:lnTo>
                    <a:pt x="5557214" y="1231845"/>
                  </a:lnTo>
                  <a:lnTo>
                    <a:pt x="5486870" y="1229822"/>
                  </a:lnTo>
                  <a:lnTo>
                    <a:pt x="5416525" y="1227638"/>
                  </a:lnTo>
                  <a:lnTo>
                    <a:pt x="5346181" y="1225279"/>
                  </a:lnTo>
                  <a:lnTo>
                    <a:pt x="5275836" y="1222732"/>
                  </a:lnTo>
                  <a:lnTo>
                    <a:pt x="5205492" y="1219982"/>
                  </a:lnTo>
                  <a:lnTo>
                    <a:pt x="5135147" y="1217012"/>
                  </a:lnTo>
                  <a:lnTo>
                    <a:pt x="5064803" y="1213806"/>
                  </a:lnTo>
                  <a:lnTo>
                    <a:pt x="4994458" y="1210344"/>
                  </a:lnTo>
                  <a:lnTo>
                    <a:pt x="4924114" y="1206605"/>
                  </a:lnTo>
                  <a:lnTo>
                    <a:pt x="4853769" y="1202568"/>
                  </a:lnTo>
                  <a:lnTo>
                    <a:pt x="4783425" y="1198209"/>
                  </a:lnTo>
                  <a:lnTo>
                    <a:pt x="4713080" y="1193503"/>
                  </a:lnTo>
                  <a:lnTo>
                    <a:pt x="4642736" y="1188421"/>
                  </a:lnTo>
                  <a:lnTo>
                    <a:pt x="4572391" y="1182933"/>
                  </a:lnTo>
                  <a:lnTo>
                    <a:pt x="4502047" y="1177008"/>
                  </a:lnTo>
                  <a:lnTo>
                    <a:pt x="4431702" y="1170609"/>
                  </a:lnTo>
                  <a:lnTo>
                    <a:pt x="4361358" y="1163701"/>
                  </a:lnTo>
                  <a:lnTo>
                    <a:pt x="4291013" y="1156241"/>
                  </a:lnTo>
                  <a:lnTo>
                    <a:pt x="4220669" y="1148186"/>
                  </a:lnTo>
                  <a:lnTo>
                    <a:pt x="4150324" y="1139488"/>
                  </a:lnTo>
                  <a:lnTo>
                    <a:pt x="4079980" y="1130096"/>
                  </a:lnTo>
                  <a:lnTo>
                    <a:pt x="4009635" y="1119955"/>
                  </a:lnTo>
                  <a:lnTo>
                    <a:pt x="3939291" y="1109005"/>
                  </a:lnTo>
                  <a:lnTo>
                    <a:pt x="3868946" y="1097181"/>
                  </a:lnTo>
                  <a:lnTo>
                    <a:pt x="3798602" y="1084414"/>
                  </a:lnTo>
                  <a:lnTo>
                    <a:pt x="3728257" y="1070628"/>
                  </a:lnTo>
                  <a:lnTo>
                    <a:pt x="3657913" y="1055743"/>
                  </a:lnTo>
                  <a:lnTo>
                    <a:pt x="3587569" y="1039669"/>
                  </a:lnTo>
                  <a:lnTo>
                    <a:pt x="3517224" y="1022314"/>
                  </a:lnTo>
                  <a:lnTo>
                    <a:pt x="3446880" y="1003573"/>
                  </a:lnTo>
                  <a:lnTo>
                    <a:pt x="3376535" y="983338"/>
                  </a:lnTo>
                  <a:lnTo>
                    <a:pt x="3306191" y="961488"/>
                  </a:lnTo>
                  <a:lnTo>
                    <a:pt x="3235846" y="951690"/>
                  </a:lnTo>
                  <a:lnTo>
                    <a:pt x="3165502" y="944183"/>
                  </a:lnTo>
                  <a:lnTo>
                    <a:pt x="3095157" y="936491"/>
                  </a:lnTo>
                  <a:lnTo>
                    <a:pt x="3024813" y="928611"/>
                  </a:lnTo>
                  <a:lnTo>
                    <a:pt x="2954468" y="920536"/>
                  </a:lnTo>
                  <a:lnTo>
                    <a:pt x="2884124" y="912264"/>
                  </a:lnTo>
                  <a:lnTo>
                    <a:pt x="2813779" y="903788"/>
                  </a:lnTo>
                  <a:lnTo>
                    <a:pt x="2743435" y="895103"/>
                  </a:lnTo>
                  <a:lnTo>
                    <a:pt x="2673090" y="886206"/>
                  </a:lnTo>
                  <a:lnTo>
                    <a:pt x="2602746" y="877089"/>
                  </a:lnTo>
                  <a:lnTo>
                    <a:pt x="2532401" y="867749"/>
                  </a:lnTo>
                  <a:lnTo>
                    <a:pt x="2462057" y="858179"/>
                  </a:lnTo>
                  <a:lnTo>
                    <a:pt x="2391712" y="848374"/>
                  </a:lnTo>
                  <a:lnTo>
                    <a:pt x="2321368" y="838328"/>
                  </a:lnTo>
                  <a:lnTo>
                    <a:pt x="2251023" y="828035"/>
                  </a:lnTo>
                  <a:lnTo>
                    <a:pt x="2180679" y="817489"/>
                  </a:lnTo>
                  <a:lnTo>
                    <a:pt x="2110334" y="806684"/>
                  </a:lnTo>
                  <a:lnTo>
                    <a:pt x="2039990" y="795614"/>
                  </a:lnTo>
                  <a:lnTo>
                    <a:pt x="1969645" y="784272"/>
                  </a:lnTo>
                  <a:lnTo>
                    <a:pt x="1899301" y="772651"/>
                  </a:lnTo>
                  <a:lnTo>
                    <a:pt x="1828956" y="760744"/>
                  </a:lnTo>
                  <a:lnTo>
                    <a:pt x="1758612" y="748545"/>
                  </a:lnTo>
                  <a:lnTo>
                    <a:pt x="1688267" y="736045"/>
                  </a:lnTo>
                  <a:lnTo>
                    <a:pt x="1617923" y="723239"/>
                  </a:lnTo>
                  <a:lnTo>
                    <a:pt x="1547578" y="710118"/>
                  </a:lnTo>
                  <a:lnTo>
                    <a:pt x="1477234" y="696675"/>
                  </a:lnTo>
                  <a:lnTo>
                    <a:pt x="1406889" y="682902"/>
                  </a:lnTo>
                  <a:lnTo>
                    <a:pt x="1336545" y="668790"/>
                  </a:lnTo>
                  <a:lnTo>
                    <a:pt x="1266200" y="654331"/>
                  </a:lnTo>
                  <a:lnTo>
                    <a:pt x="1195856" y="639517"/>
                  </a:lnTo>
                  <a:lnTo>
                    <a:pt x="1125511" y="624338"/>
                  </a:lnTo>
                  <a:lnTo>
                    <a:pt x="1055167" y="608787"/>
                  </a:lnTo>
                  <a:lnTo>
                    <a:pt x="984822" y="592854"/>
                  </a:lnTo>
                  <a:lnTo>
                    <a:pt x="914478" y="576529"/>
                  </a:lnTo>
                  <a:lnTo>
                    <a:pt x="844133" y="559803"/>
                  </a:lnTo>
                  <a:lnTo>
                    <a:pt x="773789" y="542666"/>
                  </a:lnTo>
                  <a:lnTo>
                    <a:pt x="703444" y="525108"/>
                  </a:lnTo>
                  <a:lnTo>
                    <a:pt x="633100" y="507119"/>
                  </a:lnTo>
                  <a:lnTo>
                    <a:pt x="562755" y="488687"/>
                  </a:lnTo>
                  <a:lnTo>
                    <a:pt x="492411" y="469803"/>
                  </a:lnTo>
                  <a:lnTo>
                    <a:pt x="422066" y="450455"/>
                  </a:lnTo>
                  <a:lnTo>
                    <a:pt x="351722" y="430631"/>
                  </a:lnTo>
                  <a:lnTo>
                    <a:pt x="281377" y="410320"/>
                  </a:lnTo>
                  <a:lnTo>
                    <a:pt x="211033" y="389510"/>
                  </a:lnTo>
                  <a:lnTo>
                    <a:pt x="140688" y="368188"/>
                  </a:lnTo>
                  <a:lnTo>
                    <a:pt x="70344" y="346343"/>
                  </a:lnTo>
                  <a:lnTo>
                    <a:pt x="0" y="323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215571" y="4336484"/>
              <a:ext cx="4983845" cy="1172817"/>
            </a:xfrm>
            <a:custGeom>
              <a:avLst/>
              <a:pathLst>
                <a:path w="4983845" h="1172817">
                  <a:moveTo>
                    <a:pt x="0" y="0"/>
                  </a:moveTo>
                  <a:lnTo>
                    <a:pt x="59730" y="79766"/>
                  </a:lnTo>
                  <a:lnTo>
                    <a:pt x="130075" y="166766"/>
                  </a:lnTo>
                  <a:lnTo>
                    <a:pt x="200419" y="247337"/>
                  </a:lnTo>
                  <a:lnTo>
                    <a:pt x="270764" y="321955"/>
                  </a:lnTo>
                  <a:lnTo>
                    <a:pt x="341108" y="391060"/>
                  </a:lnTo>
                  <a:lnTo>
                    <a:pt x="411453" y="455058"/>
                  </a:lnTo>
                  <a:lnTo>
                    <a:pt x="481797" y="514328"/>
                  </a:lnTo>
                  <a:lnTo>
                    <a:pt x="552142" y="569218"/>
                  </a:lnTo>
                  <a:lnTo>
                    <a:pt x="622486" y="620052"/>
                  </a:lnTo>
                  <a:lnTo>
                    <a:pt x="692831" y="667131"/>
                  </a:lnTo>
                  <a:lnTo>
                    <a:pt x="763175" y="710730"/>
                  </a:lnTo>
                  <a:lnTo>
                    <a:pt x="833520" y="751109"/>
                  </a:lnTo>
                  <a:lnTo>
                    <a:pt x="903864" y="788503"/>
                  </a:lnTo>
                  <a:lnTo>
                    <a:pt x="974209" y="823135"/>
                  </a:lnTo>
                  <a:lnTo>
                    <a:pt x="1044553" y="855208"/>
                  </a:lnTo>
                  <a:lnTo>
                    <a:pt x="1114898" y="884911"/>
                  </a:lnTo>
                  <a:lnTo>
                    <a:pt x="1185242" y="912419"/>
                  </a:lnTo>
                  <a:lnTo>
                    <a:pt x="1255587" y="937895"/>
                  </a:lnTo>
                  <a:lnTo>
                    <a:pt x="1325931" y="959017"/>
                  </a:lnTo>
                  <a:lnTo>
                    <a:pt x="1396276" y="966169"/>
                  </a:lnTo>
                  <a:lnTo>
                    <a:pt x="1466620" y="973149"/>
                  </a:lnTo>
                  <a:lnTo>
                    <a:pt x="1536965" y="979961"/>
                  </a:lnTo>
                  <a:lnTo>
                    <a:pt x="1607309" y="986611"/>
                  </a:lnTo>
                  <a:lnTo>
                    <a:pt x="1677654" y="993100"/>
                  </a:lnTo>
                  <a:lnTo>
                    <a:pt x="1747998" y="999434"/>
                  </a:lnTo>
                  <a:lnTo>
                    <a:pt x="1818343" y="1005616"/>
                  </a:lnTo>
                  <a:lnTo>
                    <a:pt x="1888687" y="1011650"/>
                  </a:lnTo>
                  <a:lnTo>
                    <a:pt x="1959032" y="1017539"/>
                  </a:lnTo>
                  <a:lnTo>
                    <a:pt x="2029376" y="1023287"/>
                  </a:lnTo>
                  <a:lnTo>
                    <a:pt x="2099721" y="1028897"/>
                  </a:lnTo>
                  <a:lnTo>
                    <a:pt x="2170065" y="1034373"/>
                  </a:lnTo>
                  <a:lnTo>
                    <a:pt x="2240410" y="1039717"/>
                  </a:lnTo>
                  <a:lnTo>
                    <a:pt x="2310754" y="1044933"/>
                  </a:lnTo>
                  <a:lnTo>
                    <a:pt x="2381099" y="1050024"/>
                  </a:lnTo>
                  <a:lnTo>
                    <a:pt x="2451443" y="1054993"/>
                  </a:lnTo>
                  <a:lnTo>
                    <a:pt x="2521788" y="1059842"/>
                  </a:lnTo>
                  <a:lnTo>
                    <a:pt x="2592132" y="1064576"/>
                  </a:lnTo>
                  <a:lnTo>
                    <a:pt x="2662477" y="1069195"/>
                  </a:lnTo>
                  <a:lnTo>
                    <a:pt x="2732821" y="1073704"/>
                  </a:lnTo>
                  <a:lnTo>
                    <a:pt x="2803165" y="1078105"/>
                  </a:lnTo>
                  <a:lnTo>
                    <a:pt x="2873510" y="1082401"/>
                  </a:lnTo>
                  <a:lnTo>
                    <a:pt x="2943854" y="1086593"/>
                  </a:lnTo>
                  <a:lnTo>
                    <a:pt x="3014199" y="1090685"/>
                  </a:lnTo>
                  <a:lnTo>
                    <a:pt x="3084543" y="1094678"/>
                  </a:lnTo>
                  <a:lnTo>
                    <a:pt x="3154888" y="1098576"/>
                  </a:lnTo>
                  <a:lnTo>
                    <a:pt x="3225232" y="1102381"/>
                  </a:lnTo>
                  <a:lnTo>
                    <a:pt x="3295577" y="1106094"/>
                  </a:lnTo>
                  <a:lnTo>
                    <a:pt x="3365921" y="1109718"/>
                  </a:lnTo>
                  <a:lnTo>
                    <a:pt x="3436266" y="1113255"/>
                  </a:lnTo>
                  <a:lnTo>
                    <a:pt x="3506610" y="1116707"/>
                  </a:lnTo>
                  <a:lnTo>
                    <a:pt x="3576955" y="1120077"/>
                  </a:lnTo>
                  <a:lnTo>
                    <a:pt x="3647299" y="1123365"/>
                  </a:lnTo>
                  <a:lnTo>
                    <a:pt x="3717644" y="1126575"/>
                  </a:lnTo>
                  <a:lnTo>
                    <a:pt x="3787988" y="1129708"/>
                  </a:lnTo>
                  <a:lnTo>
                    <a:pt x="3858333" y="1132766"/>
                  </a:lnTo>
                  <a:lnTo>
                    <a:pt x="3928677" y="1135750"/>
                  </a:lnTo>
                  <a:lnTo>
                    <a:pt x="3999022" y="1138663"/>
                  </a:lnTo>
                  <a:lnTo>
                    <a:pt x="4069366" y="1141506"/>
                  </a:lnTo>
                  <a:lnTo>
                    <a:pt x="4139711" y="1144281"/>
                  </a:lnTo>
                  <a:lnTo>
                    <a:pt x="4210055" y="1146989"/>
                  </a:lnTo>
                  <a:lnTo>
                    <a:pt x="4280400" y="1149632"/>
                  </a:lnTo>
                  <a:lnTo>
                    <a:pt x="4350744" y="1152212"/>
                  </a:lnTo>
                  <a:lnTo>
                    <a:pt x="4421089" y="1154730"/>
                  </a:lnTo>
                  <a:lnTo>
                    <a:pt x="4491433" y="1157188"/>
                  </a:lnTo>
                  <a:lnTo>
                    <a:pt x="4561778" y="1159586"/>
                  </a:lnTo>
                  <a:lnTo>
                    <a:pt x="4632122" y="1161928"/>
                  </a:lnTo>
                  <a:lnTo>
                    <a:pt x="4702467" y="1164213"/>
                  </a:lnTo>
                  <a:lnTo>
                    <a:pt x="4772811" y="1166443"/>
                  </a:lnTo>
                  <a:lnTo>
                    <a:pt x="4843156" y="1168619"/>
                  </a:lnTo>
                  <a:lnTo>
                    <a:pt x="4913500" y="1170744"/>
                  </a:lnTo>
                  <a:lnTo>
                    <a:pt x="4983845" y="11728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660445"/>
              <a:ext cx="6964104" cy="927779"/>
            </a:xfrm>
            <a:custGeom>
              <a:avLst/>
              <a:pathLst>
                <a:path w="6964104" h="927779">
                  <a:moveTo>
                    <a:pt x="6964104" y="927779"/>
                  </a:moveTo>
                  <a:lnTo>
                    <a:pt x="6893760" y="927343"/>
                  </a:lnTo>
                  <a:lnTo>
                    <a:pt x="6823415" y="926873"/>
                  </a:lnTo>
                  <a:lnTo>
                    <a:pt x="6753071" y="926364"/>
                  </a:lnTo>
                  <a:lnTo>
                    <a:pt x="6682726" y="925816"/>
                  </a:lnTo>
                  <a:lnTo>
                    <a:pt x="6612382" y="925223"/>
                  </a:lnTo>
                  <a:lnTo>
                    <a:pt x="6542037" y="924584"/>
                  </a:lnTo>
                  <a:lnTo>
                    <a:pt x="6471693" y="923893"/>
                  </a:lnTo>
                  <a:lnTo>
                    <a:pt x="6401348" y="923147"/>
                  </a:lnTo>
                  <a:lnTo>
                    <a:pt x="6331004" y="922342"/>
                  </a:lnTo>
                  <a:lnTo>
                    <a:pt x="6260659" y="921472"/>
                  </a:lnTo>
                  <a:lnTo>
                    <a:pt x="6190315" y="920533"/>
                  </a:lnTo>
                  <a:lnTo>
                    <a:pt x="6119970" y="919520"/>
                  </a:lnTo>
                  <a:lnTo>
                    <a:pt x="6049626" y="918425"/>
                  </a:lnTo>
                  <a:lnTo>
                    <a:pt x="5979281" y="917243"/>
                  </a:lnTo>
                  <a:lnTo>
                    <a:pt x="5908937" y="915966"/>
                  </a:lnTo>
                  <a:lnTo>
                    <a:pt x="5838592" y="914588"/>
                  </a:lnTo>
                  <a:lnTo>
                    <a:pt x="5768248" y="913100"/>
                  </a:lnTo>
                  <a:lnTo>
                    <a:pt x="5697903" y="911493"/>
                  </a:lnTo>
                  <a:lnTo>
                    <a:pt x="5627559" y="909758"/>
                  </a:lnTo>
                  <a:lnTo>
                    <a:pt x="5557214" y="907884"/>
                  </a:lnTo>
                  <a:lnTo>
                    <a:pt x="5486870" y="905861"/>
                  </a:lnTo>
                  <a:lnTo>
                    <a:pt x="5416525" y="903677"/>
                  </a:lnTo>
                  <a:lnTo>
                    <a:pt x="5346181" y="901318"/>
                  </a:lnTo>
                  <a:lnTo>
                    <a:pt x="5275836" y="898771"/>
                  </a:lnTo>
                  <a:lnTo>
                    <a:pt x="5205492" y="896021"/>
                  </a:lnTo>
                  <a:lnTo>
                    <a:pt x="5135147" y="893051"/>
                  </a:lnTo>
                  <a:lnTo>
                    <a:pt x="5064803" y="889845"/>
                  </a:lnTo>
                  <a:lnTo>
                    <a:pt x="4994458" y="886383"/>
                  </a:lnTo>
                  <a:lnTo>
                    <a:pt x="4924114" y="882644"/>
                  </a:lnTo>
                  <a:lnTo>
                    <a:pt x="4853769" y="878607"/>
                  </a:lnTo>
                  <a:lnTo>
                    <a:pt x="4783425" y="874248"/>
                  </a:lnTo>
                  <a:lnTo>
                    <a:pt x="4713080" y="869542"/>
                  </a:lnTo>
                  <a:lnTo>
                    <a:pt x="4642736" y="864460"/>
                  </a:lnTo>
                  <a:lnTo>
                    <a:pt x="4572391" y="858972"/>
                  </a:lnTo>
                  <a:lnTo>
                    <a:pt x="4502047" y="853047"/>
                  </a:lnTo>
                  <a:lnTo>
                    <a:pt x="4431702" y="846648"/>
                  </a:lnTo>
                  <a:lnTo>
                    <a:pt x="4361358" y="839740"/>
                  </a:lnTo>
                  <a:lnTo>
                    <a:pt x="4291013" y="832280"/>
                  </a:lnTo>
                  <a:lnTo>
                    <a:pt x="4220669" y="824225"/>
                  </a:lnTo>
                  <a:lnTo>
                    <a:pt x="4150324" y="815527"/>
                  </a:lnTo>
                  <a:lnTo>
                    <a:pt x="4079980" y="806135"/>
                  </a:lnTo>
                  <a:lnTo>
                    <a:pt x="4009635" y="795994"/>
                  </a:lnTo>
                  <a:lnTo>
                    <a:pt x="3939291" y="785044"/>
                  </a:lnTo>
                  <a:lnTo>
                    <a:pt x="3868946" y="773220"/>
                  </a:lnTo>
                  <a:lnTo>
                    <a:pt x="3798602" y="760453"/>
                  </a:lnTo>
                  <a:lnTo>
                    <a:pt x="3728257" y="746667"/>
                  </a:lnTo>
                  <a:lnTo>
                    <a:pt x="3657913" y="731782"/>
                  </a:lnTo>
                  <a:lnTo>
                    <a:pt x="3587569" y="715708"/>
                  </a:lnTo>
                  <a:lnTo>
                    <a:pt x="3517224" y="698353"/>
                  </a:lnTo>
                  <a:lnTo>
                    <a:pt x="3446880" y="679612"/>
                  </a:lnTo>
                  <a:lnTo>
                    <a:pt x="3376535" y="659377"/>
                  </a:lnTo>
                  <a:lnTo>
                    <a:pt x="3306191" y="637527"/>
                  </a:lnTo>
                  <a:lnTo>
                    <a:pt x="3235846" y="627729"/>
                  </a:lnTo>
                  <a:lnTo>
                    <a:pt x="3165502" y="620222"/>
                  </a:lnTo>
                  <a:lnTo>
                    <a:pt x="3095157" y="612530"/>
                  </a:lnTo>
                  <a:lnTo>
                    <a:pt x="3024813" y="604650"/>
                  </a:lnTo>
                  <a:lnTo>
                    <a:pt x="2954468" y="596575"/>
                  </a:lnTo>
                  <a:lnTo>
                    <a:pt x="2884124" y="588303"/>
                  </a:lnTo>
                  <a:lnTo>
                    <a:pt x="2813779" y="579827"/>
                  </a:lnTo>
                  <a:lnTo>
                    <a:pt x="2743435" y="571142"/>
                  </a:lnTo>
                  <a:lnTo>
                    <a:pt x="2673090" y="562245"/>
                  </a:lnTo>
                  <a:lnTo>
                    <a:pt x="2602746" y="553128"/>
                  </a:lnTo>
                  <a:lnTo>
                    <a:pt x="2532401" y="543788"/>
                  </a:lnTo>
                  <a:lnTo>
                    <a:pt x="2462057" y="534218"/>
                  </a:lnTo>
                  <a:lnTo>
                    <a:pt x="2391712" y="524413"/>
                  </a:lnTo>
                  <a:lnTo>
                    <a:pt x="2321368" y="514367"/>
                  </a:lnTo>
                  <a:lnTo>
                    <a:pt x="2251023" y="504074"/>
                  </a:lnTo>
                  <a:lnTo>
                    <a:pt x="2180679" y="493528"/>
                  </a:lnTo>
                  <a:lnTo>
                    <a:pt x="2110334" y="482723"/>
                  </a:lnTo>
                  <a:lnTo>
                    <a:pt x="2039990" y="471653"/>
                  </a:lnTo>
                  <a:lnTo>
                    <a:pt x="1969645" y="460311"/>
                  </a:lnTo>
                  <a:lnTo>
                    <a:pt x="1899301" y="448690"/>
                  </a:lnTo>
                  <a:lnTo>
                    <a:pt x="1828956" y="436783"/>
                  </a:lnTo>
                  <a:lnTo>
                    <a:pt x="1758612" y="424584"/>
                  </a:lnTo>
                  <a:lnTo>
                    <a:pt x="1688267" y="412085"/>
                  </a:lnTo>
                  <a:lnTo>
                    <a:pt x="1617923" y="399278"/>
                  </a:lnTo>
                  <a:lnTo>
                    <a:pt x="1547578" y="386157"/>
                  </a:lnTo>
                  <a:lnTo>
                    <a:pt x="1477234" y="372714"/>
                  </a:lnTo>
                  <a:lnTo>
                    <a:pt x="1406889" y="358941"/>
                  </a:lnTo>
                  <a:lnTo>
                    <a:pt x="1336545" y="344829"/>
                  </a:lnTo>
                  <a:lnTo>
                    <a:pt x="1266200" y="330370"/>
                  </a:lnTo>
                  <a:lnTo>
                    <a:pt x="1195856" y="315556"/>
                  </a:lnTo>
                  <a:lnTo>
                    <a:pt x="1125511" y="300377"/>
                  </a:lnTo>
                  <a:lnTo>
                    <a:pt x="1055167" y="284826"/>
                  </a:lnTo>
                  <a:lnTo>
                    <a:pt x="984822" y="268893"/>
                  </a:lnTo>
                  <a:lnTo>
                    <a:pt x="914478" y="252568"/>
                  </a:lnTo>
                  <a:lnTo>
                    <a:pt x="844133" y="235842"/>
                  </a:lnTo>
                  <a:lnTo>
                    <a:pt x="773789" y="218705"/>
                  </a:lnTo>
                  <a:lnTo>
                    <a:pt x="703444" y="201147"/>
                  </a:lnTo>
                  <a:lnTo>
                    <a:pt x="633100" y="183158"/>
                  </a:lnTo>
                  <a:lnTo>
                    <a:pt x="562755" y="164726"/>
                  </a:lnTo>
                  <a:lnTo>
                    <a:pt x="492411" y="145842"/>
                  </a:lnTo>
                  <a:lnTo>
                    <a:pt x="422066" y="126494"/>
                  </a:lnTo>
                  <a:lnTo>
                    <a:pt x="351722" y="106670"/>
                  </a:lnTo>
                  <a:lnTo>
                    <a:pt x="281377" y="86359"/>
                  </a:lnTo>
                  <a:lnTo>
                    <a:pt x="211033" y="65549"/>
                  </a:lnTo>
                  <a:lnTo>
                    <a:pt x="140688" y="44227"/>
                  </a:lnTo>
                  <a:lnTo>
                    <a:pt x="70344" y="22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532501" y="4336484"/>
              <a:ext cx="5666914" cy="1235733"/>
            </a:xfrm>
            <a:custGeom>
              <a:avLst/>
              <a:pathLst>
                <a:path w="5666914" h="1235733">
                  <a:moveTo>
                    <a:pt x="0" y="0"/>
                  </a:moveTo>
                  <a:lnTo>
                    <a:pt x="39355" y="35418"/>
                  </a:lnTo>
                  <a:lnTo>
                    <a:pt x="109699" y="95608"/>
                  </a:lnTo>
                  <a:lnTo>
                    <a:pt x="180044" y="152832"/>
                  </a:lnTo>
                  <a:lnTo>
                    <a:pt x="250388" y="207237"/>
                  </a:lnTo>
                  <a:lnTo>
                    <a:pt x="320733" y="258962"/>
                  </a:lnTo>
                  <a:lnTo>
                    <a:pt x="391077" y="308139"/>
                  </a:lnTo>
                  <a:lnTo>
                    <a:pt x="461422" y="354893"/>
                  </a:lnTo>
                  <a:lnTo>
                    <a:pt x="531766" y="399344"/>
                  </a:lnTo>
                  <a:lnTo>
                    <a:pt x="602111" y="441605"/>
                  </a:lnTo>
                  <a:lnTo>
                    <a:pt x="672455" y="481784"/>
                  </a:lnTo>
                  <a:lnTo>
                    <a:pt x="742800" y="519984"/>
                  </a:lnTo>
                  <a:lnTo>
                    <a:pt x="813144" y="556302"/>
                  </a:lnTo>
                  <a:lnTo>
                    <a:pt x="883489" y="590831"/>
                  </a:lnTo>
                  <a:lnTo>
                    <a:pt x="953833" y="623659"/>
                  </a:lnTo>
                  <a:lnTo>
                    <a:pt x="1024178" y="654869"/>
                  </a:lnTo>
                  <a:lnTo>
                    <a:pt x="1094522" y="684542"/>
                  </a:lnTo>
                  <a:lnTo>
                    <a:pt x="1164867" y="712754"/>
                  </a:lnTo>
                  <a:lnTo>
                    <a:pt x="1235211" y="739575"/>
                  </a:lnTo>
                  <a:lnTo>
                    <a:pt x="1305556" y="765075"/>
                  </a:lnTo>
                  <a:lnTo>
                    <a:pt x="1375900" y="789319"/>
                  </a:lnTo>
                  <a:lnTo>
                    <a:pt x="1446245" y="812369"/>
                  </a:lnTo>
                  <a:lnTo>
                    <a:pt x="1516589" y="834283"/>
                  </a:lnTo>
                  <a:lnTo>
                    <a:pt x="1586934" y="855117"/>
                  </a:lnTo>
                  <a:lnTo>
                    <a:pt x="1657278" y="874925"/>
                  </a:lnTo>
                  <a:lnTo>
                    <a:pt x="1727623" y="893758"/>
                  </a:lnTo>
                  <a:lnTo>
                    <a:pt x="1797967" y="911662"/>
                  </a:lnTo>
                  <a:lnTo>
                    <a:pt x="1868312" y="928685"/>
                  </a:lnTo>
                  <a:lnTo>
                    <a:pt x="1938656" y="944869"/>
                  </a:lnTo>
                  <a:lnTo>
                    <a:pt x="2009001" y="960255"/>
                  </a:lnTo>
                  <a:lnTo>
                    <a:pt x="2079345" y="974884"/>
                  </a:lnTo>
                  <a:lnTo>
                    <a:pt x="2149690" y="988792"/>
                  </a:lnTo>
                  <a:lnTo>
                    <a:pt x="2220034" y="1002015"/>
                  </a:lnTo>
                  <a:lnTo>
                    <a:pt x="2290379" y="1014586"/>
                  </a:lnTo>
                  <a:lnTo>
                    <a:pt x="2360723" y="1026538"/>
                  </a:lnTo>
                  <a:lnTo>
                    <a:pt x="2431068" y="1037902"/>
                  </a:lnTo>
                  <a:lnTo>
                    <a:pt x="2501412" y="1048705"/>
                  </a:lnTo>
                  <a:lnTo>
                    <a:pt x="2571757" y="1058976"/>
                  </a:lnTo>
                  <a:lnTo>
                    <a:pt x="2642101" y="1068742"/>
                  </a:lnTo>
                  <a:lnTo>
                    <a:pt x="2712446" y="1078026"/>
                  </a:lnTo>
                  <a:lnTo>
                    <a:pt x="2782790" y="1086853"/>
                  </a:lnTo>
                  <a:lnTo>
                    <a:pt x="2853135" y="1095245"/>
                  </a:lnTo>
                  <a:lnTo>
                    <a:pt x="2923479" y="1103223"/>
                  </a:lnTo>
                  <a:lnTo>
                    <a:pt x="2993824" y="1110809"/>
                  </a:lnTo>
                  <a:lnTo>
                    <a:pt x="3064168" y="1118021"/>
                  </a:lnTo>
                  <a:lnTo>
                    <a:pt x="3134513" y="1124877"/>
                  </a:lnTo>
                  <a:lnTo>
                    <a:pt x="3204857" y="1131396"/>
                  </a:lnTo>
                  <a:lnTo>
                    <a:pt x="3275202" y="1137594"/>
                  </a:lnTo>
                  <a:lnTo>
                    <a:pt x="3345546" y="1143486"/>
                  </a:lnTo>
                  <a:lnTo>
                    <a:pt x="3415891" y="1149088"/>
                  </a:lnTo>
                  <a:lnTo>
                    <a:pt x="3486235" y="1154414"/>
                  </a:lnTo>
                  <a:lnTo>
                    <a:pt x="3556579" y="1159478"/>
                  </a:lnTo>
                  <a:lnTo>
                    <a:pt x="3626924" y="1164292"/>
                  </a:lnTo>
                  <a:lnTo>
                    <a:pt x="3697268" y="1168869"/>
                  </a:lnTo>
                  <a:lnTo>
                    <a:pt x="3767613" y="1173221"/>
                  </a:lnTo>
                  <a:lnTo>
                    <a:pt x="3837957" y="1177358"/>
                  </a:lnTo>
                  <a:lnTo>
                    <a:pt x="3908302" y="1181291"/>
                  </a:lnTo>
                  <a:lnTo>
                    <a:pt x="3978646" y="1185031"/>
                  </a:lnTo>
                  <a:lnTo>
                    <a:pt x="4048991" y="1188586"/>
                  </a:lnTo>
                  <a:lnTo>
                    <a:pt x="4119335" y="1191967"/>
                  </a:lnTo>
                  <a:lnTo>
                    <a:pt x="4189680" y="1195180"/>
                  </a:lnTo>
                  <a:lnTo>
                    <a:pt x="4260024" y="1198236"/>
                  </a:lnTo>
                  <a:lnTo>
                    <a:pt x="4330369" y="1201141"/>
                  </a:lnTo>
                  <a:lnTo>
                    <a:pt x="4400713" y="1203902"/>
                  </a:lnTo>
                  <a:lnTo>
                    <a:pt x="4471058" y="1206528"/>
                  </a:lnTo>
                  <a:lnTo>
                    <a:pt x="4541402" y="1209024"/>
                  </a:lnTo>
                  <a:lnTo>
                    <a:pt x="4611747" y="1211398"/>
                  </a:lnTo>
                  <a:lnTo>
                    <a:pt x="4682091" y="1213654"/>
                  </a:lnTo>
                  <a:lnTo>
                    <a:pt x="4752436" y="1215800"/>
                  </a:lnTo>
                  <a:lnTo>
                    <a:pt x="4822780" y="1217839"/>
                  </a:lnTo>
                  <a:lnTo>
                    <a:pt x="4893125" y="1219778"/>
                  </a:lnTo>
                  <a:lnTo>
                    <a:pt x="4963469" y="1221622"/>
                  </a:lnTo>
                  <a:lnTo>
                    <a:pt x="5033814" y="1223375"/>
                  </a:lnTo>
                  <a:lnTo>
                    <a:pt x="5104158" y="1225041"/>
                  </a:lnTo>
                  <a:lnTo>
                    <a:pt x="5174503" y="1226626"/>
                  </a:lnTo>
                  <a:lnTo>
                    <a:pt x="5244847" y="1228132"/>
                  </a:lnTo>
                  <a:lnTo>
                    <a:pt x="5315192" y="1229564"/>
                  </a:lnTo>
                  <a:lnTo>
                    <a:pt x="5385536" y="1230925"/>
                  </a:lnTo>
                  <a:lnTo>
                    <a:pt x="5455881" y="1232220"/>
                  </a:lnTo>
                  <a:lnTo>
                    <a:pt x="5526225" y="1233451"/>
                  </a:lnTo>
                  <a:lnTo>
                    <a:pt x="5596570" y="1234621"/>
                  </a:lnTo>
                  <a:lnTo>
                    <a:pt x="5666914" y="12357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(1.32-2.43), p_Bonf = &lt;0.001 (n = 6)  |  per IQR decline (Δ = 29.9 %): 5.74 (2.32-14.24)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2026-07-22T07:57:16Z</dcterms:modified>
  <cp:category/>
</cp:coreProperties>
</file>