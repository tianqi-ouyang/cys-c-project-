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6774"/>
            </a:xfrm>
            <a:custGeom>
              <a:avLst/>
              <a:pathLst>
                <a:path w="7403783" h="3636774">
                  <a:moveTo>
                    <a:pt x="1974434" y="0"/>
                  </a:moveTo>
                  <a:lnTo>
                    <a:pt x="2039504" y="231752"/>
                  </a:lnTo>
                  <a:lnTo>
                    <a:pt x="2116137" y="484518"/>
                  </a:lnTo>
                  <a:lnTo>
                    <a:pt x="2192769" y="718608"/>
                  </a:lnTo>
                  <a:lnTo>
                    <a:pt x="2269402" y="935401"/>
                  </a:lnTo>
                  <a:lnTo>
                    <a:pt x="2346034" y="1136175"/>
                  </a:lnTo>
                  <a:lnTo>
                    <a:pt x="2422667" y="1322115"/>
                  </a:lnTo>
                  <a:lnTo>
                    <a:pt x="2499300" y="1494315"/>
                  </a:lnTo>
                  <a:lnTo>
                    <a:pt x="2575932" y="1653792"/>
                  </a:lnTo>
                  <a:lnTo>
                    <a:pt x="2652565" y="1801485"/>
                  </a:lnTo>
                  <a:lnTo>
                    <a:pt x="2729197" y="1938265"/>
                  </a:lnTo>
                  <a:lnTo>
                    <a:pt x="2805830" y="2064939"/>
                  </a:lnTo>
                  <a:lnTo>
                    <a:pt x="2882462" y="2182253"/>
                  </a:lnTo>
                  <a:lnTo>
                    <a:pt x="2959095" y="2290899"/>
                  </a:lnTo>
                  <a:lnTo>
                    <a:pt x="3035727" y="2391517"/>
                  </a:lnTo>
                  <a:lnTo>
                    <a:pt x="3112360" y="2484700"/>
                  </a:lnTo>
                  <a:lnTo>
                    <a:pt x="3188993" y="2570998"/>
                  </a:lnTo>
                  <a:lnTo>
                    <a:pt x="3265625" y="2650920"/>
                  </a:lnTo>
                  <a:lnTo>
                    <a:pt x="3342258" y="2724936"/>
                  </a:lnTo>
                  <a:lnTo>
                    <a:pt x="3418890" y="2786306"/>
                  </a:lnTo>
                  <a:lnTo>
                    <a:pt x="3495523" y="2807084"/>
                  </a:lnTo>
                  <a:lnTo>
                    <a:pt x="3572155" y="2827363"/>
                  </a:lnTo>
                  <a:lnTo>
                    <a:pt x="3648788" y="2847156"/>
                  </a:lnTo>
                  <a:lnTo>
                    <a:pt x="3725420" y="2866474"/>
                  </a:lnTo>
                  <a:lnTo>
                    <a:pt x="3802053" y="2885329"/>
                  </a:lnTo>
                  <a:lnTo>
                    <a:pt x="3878685" y="2903732"/>
                  </a:lnTo>
                  <a:lnTo>
                    <a:pt x="3955318" y="2921693"/>
                  </a:lnTo>
                  <a:lnTo>
                    <a:pt x="4031951" y="2939224"/>
                  </a:lnTo>
                  <a:lnTo>
                    <a:pt x="4108583" y="2956334"/>
                  </a:lnTo>
                  <a:lnTo>
                    <a:pt x="4185216" y="2973034"/>
                  </a:lnTo>
                  <a:lnTo>
                    <a:pt x="4261848" y="2989333"/>
                  </a:lnTo>
                  <a:lnTo>
                    <a:pt x="4338481" y="3005241"/>
                  </a:lnTo>
                  <a:lnTo>
                    <a:pt x="4415113" y="3020768"/>
                  </a:lnTo>
                  <a:lnTo>
                    <a:pt x="4491746" y="3035923"/>
                  </a:lnTo>
                  <a:lnTo>
                    <a:pt x="4568378" y="3050714"/>
                  </a:lnTo>
                  <a:lnTo>
                    <a:pt x="4645011" y="3065150"/>
                  </a:lnTo>
                  <a:lnTo>
                    <a:pt x="4721644" y="3079240"/>
                  </a:lnTo>
                  <a:lnTo>
                    <a:pt x="4798276" y="3092992"/>
                  </a:lnTo>
                  <a:lnTo>
                    <a:pt x="4874909" y="3106414"/>
                  </a:lnTo>
                  <a:lnTo>
                    <a:pt x="4951541" y="3119515"/>
                  </a:lnTo>
                  <a:lnTo>
                    <a:pt x="5028174" y="3132301"/>
                  </a:lnTo>
                  <a:lnTo>
                    <a:pt x="5104806" y="3144780"/>
                  </a:lnTo>
                  <a:lnTo>
                    <a:pt x="5181439" y="3156961"/>
                  </a:lnTo>
                  <a:lnTo>
                    <a:pt x="5258071" y="3168849"/>
                  </a:lnTo>
                  <a:lnTo>
                    <a:pt x="5334704" y="3180452"/>
                  </a:lnTo>
                  <a:lnTo>
                    <a:pt x="5411336" y="3191776"/>
                  </a:lnTo>
                  <a:lnTo>
                    <a:pt x="5487969" y="3202830"/>
                  </a:lnTo>
                  <a:lnTo>
                    <a:pt x="5564602" y="3213618"/>
                  </a:lnTo>
                  <a:lnTo>
                    <a:pt x="5641234" y="3224147"/>
                  </a:lnTo>
                  <a:lnTo>
                    <a:pt x="5717867" y="3234424"/>
                  </a:lnTo>
                  <a:lnTo>
                    <a:pt x="5794499" y="3244454"/>
                  </a:lnTo>
                  <a:lnTo>
                    <a:pt x="5871132" y="3254244"/>
                  </a:lnTo>
                  <a:lnTo>
                    <a:pt x="5947764" y="3263799"/>
                  </a:lnTo>
                  <a:lnTo>
                    <a:pt x="6024397" y="3273124"/>
                  </a:lnTo>
                  <a:lnTo>
                    <a:pt x="6101029" y="3282226"/>
                  </a:lnTo>
                  <a:lnTo>
                    <a:pt x="6177662" y="3291110"/>
                  </a:lnTo>
                  <a:lnTo>
                    <a:pt x="6254294" y="3299781"/>
                  </a:lnTo>
                  <a:lnTo>
                    <a:pt x="6330927" y="3308244"/>
                  </a:lnTo>
                  <a:lnTo>
                    <a:pt x="6407560" y="3316504"/>
                  </a:lnTo>
                  <a:lnTo>
                    <a:pt x="6484192" y="3324565"/>
                  </a:lnTo>
                  <a:lnTo>
                    <a:pt x="6560825" y="3332434"/>
                  </a:lnTo>
                  <a:lnTo>
                    <a:pt x="6637457" y="3340113"/>
                  </a:lnTo>
                  <a:lnTo>
                    <a:pt x="6714090" y="3347609"/>
                  </a:lnTo>
                  <a:lnTo>
                    <a:pt x="6790722" y="3354925"/>
                  </a:lnTo>
                  <a:lnTo>
                    <a:pt x="6867355" y="3362065"/>
                  </a:lnTo>
                  <a:lnTo>
                    <a:pt x="6943987" y="3369034"/>
                  </a:lnTo>
                  <a:lnTo>
                    <a:pt x="7020620" y="3375836"/>
                  </a:lnTo>
                  <a:lnTo>
                    <a:pt x="7097253" y="3382475"/>
                  </a:lnTo>
                  <a:lnTo>
                    <a:pt x="7173885" y="3388954"/>
                  </a:lnTo>
                  <a:lnTo>
                    <a:pt x="7250518" y="3395278"/>
                  </a:lnTo>
                  <a:lnTo>
                    <a:pt x="7327150" y="3401451"/>
                  </a:lnTo>
                  <a:lnTo>
                    <a:pt x="7403783" y="3407475"/>
                  </a:lnTo>
                  <a:lnTo>
                    <a:pt x="7403783" y="3636774"/>
                  </a:lnTo>
                  <a:lnTo>
                    <a:pt x="7327150" y="3635508"/>
                  </a:lnTo>
                  <a:lnTo>
                    <a:pt x="7250518" y="3634141"/>
                  </a:lnTo>
                  <a:lnTo>
                    <a:pt x="7173885" y="3632665"/>
                  </a:lnTo>
                  <a:lnTo>
                    <a:pt x="7097253" y="3631071"/>
                  </a:lnTo>
                  <a:lnTo>
                    <a:pt x="7020620" y="3629350"/>
                  </a:lnTo>
                  <a:lnTo>
                    <a:pt x="6943987" y="3627491"/>
                  </a:lnTo>
                  <a:lnTo>
                    <a:pt x="6867355" y="3625484"/>
                  </a:lnTo>
                  <a:lnTo>
                    <a:pt x="6790722" y="3623318"/>
                  </a:lnTo>
                  <a:lnTo>
                    <a:pt x="6714090" y="3620978"/>
                  </a:lnTo>
                  <a:lnTo>
                    <a:pt x="6637457" y="3618452"/>
                  </a:lnTo>
                  <a:lnTo>
                    <a:pt x="6560825" y="3615724"/>
                  </a:lnTo>
                  <a:lnTo>
                    <a:pt x="6484192" y="3612778"/>
                  </a:lnTo>
                  <a:lnTo>
                    <a:pt x="6407560" y="3609597"/>
                  </a:lnTo>
                  <a:lnTo>
                    <a:pt x="6330927" y="3606163"/>
                  </a:lnTo>
                  <a:lnTo>
                    <a:pt x="6254294" y="3602455"/>
                  </a:lnTo>
                  <a:lnTo>
                    <a:pt x="6177662" y="3598450"/>
                  </a:lnTo>
                  <a:lnTo>
                    <a:pt x="6101029" y="3594127"/>
                  </a:lnTo>
                  <a:lnTo>
                    <a:pt x="6024397" y="3589458"/>
                  </a:lnTo>
                  <a:lnTo>
                    <a:pt x="5947764" y="3584417"/>
                  </a:lnTo>
                  <a:lnTo>
                    <a:pt x="5871132" y="3578973"/>
                  </a:lnTo>
                  <a:lnTo>
                    <a:pt x="5794499" y="3573096"/>
                  </a:lnTo>
                  <a:lnTo>
                    <a:pt x="5717867" y="3566749"/>
                  </a:lnTo>
                  <a:lnTo>
                    <a:pt x="5641234" y="3559896"/>
                  </a:lnTo>
                  <a:lnTo>
                    <a:pt x="5564602" y="3552496"/>
                  </a:lnTo>
                  <a:lnTo>
                    <a:pt x="5487969" y="3544506"/>
                  </a:lnTo>
                  <a:lnTo>
                    <a:pt x="5411336" y="3535878"/>
                  </a:lnTo>
                  <a:lnTo>
                    <a:pt x="5334704" y="3526562"/>
                  </a:lnTo>
                  <a:lnTo>
                    <a:pt x="5258071" y="3516503"/>
                  </a:lnTo>
                  <a:lnTo>
                    <a:pt x="5181439" y="3505641"/>
                  </a:lnTo>
                  <a:lnTo>
                    <a:pt x="5104806" y="3493913"/>
                  </a:lnTo>
                  <a:lnTo>
                    <a:pt x="5028174" y="3481248"/>
                  </a:lnTo>
                  <a:lnTo>
                    <a:pt x="4951541" y="3467574"/>
                  </a:lnTo>
                  <a:lnTo>
                    <a:pt x="4874909" y="3452808"/>
                  </a:lnTo>
                  <a:lnTo>
                    <a:pt x="4798276" y="3436865"/>
                  </a:lnTo>
                  <a:lnTo>
                    <a:pt x="4721644" y="3419649"/>
                  </a:lnTo>
                  <a:lnTo>
                    <a:pt x="4645011" y="3401060"/>
                  </a:lnTo>
                  <a:lnTo>
                    <a:pt x="4568378" y="3380987"/>
                  </a:lnTo>
                  <a:lnTo>
                    <a:pt x="4491746" y="3359313"/>
                  </a:lnTo>
                  <a:lnTo>
                    <a:pt x="4415113" y="3335910"/>
                  </a:lnTo>
                  <a:lnTo>
                    <a:pt x="4338481" y="3310640"/>
                  </a:lnTo>
                  <a:lnTo>
                    <a:pt x="4261848" y="3283353"/>
                  </a:lnTo>
                  <a:lnTo>
                    <a:pt x="4185216" y="3253890"/>
                  </a:lnTo>
                  <a:lnTo>
                    <a:pt x="4108583" y="3222076"/>
                  </a:lnTo>
                  <a:lnTo>
                    <a:pt x="4031951" y="3187723"/>
                  </a:lnTo>
                  <a:lnTo>
                    <a:pt x="3955318" y="3150630"/>
                  </a:lnTo>
                  <a:lnTo>
                    <a:pt x="3878685" y="3110577"/>
                  </a:lnTo>
                  <a:lnTo>
                    <a:pt x="3802053" y="3067329"/>
                  </a:lnTo>
                  <a:lnTo>
                    <a:pt x="3725420" y="3020630"/>
                  </a:lnTo>
                  <a:lnTo>
                    <a:pt x="3648788" y="2970206"/>
                  </a:lnTo>
                  <a:lnTo>
                    <a:pt x="3572155" y="2915758"/>
                  </a:lnTo>
                  <a:lnTo>
                    <a:pt x="3495523" y="2856966"/>
                  </a:lnTo>
                  <a:lnTo>
                    <a:pt x="3418890" y="2793484"/>
                  </a:lnTo>
                  <a:lnTo>
                    <a:pt x="3342258" y="2765018"/>
                  </a:lnTo>
                  <a:lnTo>
                    <a:pt x="3265625" y="2743207"/>
                  </a:lnTo>
                  <a:lnTo>
                    <a:pt x="3188993" y="2720859"/>
                  </a:lnTo>
                  <a:lnTo>
                    <a:pt x="3112360" y="2697963"/>
                  </a:lnTo>
                  <a:lnTo>
                    <a:pt x="3035727" y="2674504"/>
                  </a:lnTo>
                  <a:lnTo>
                    <a:pt x="2959095" y="2650469"/>
                  </a:lnTo>
                  <a:lnTo>
                    <a:pt x="2882462" y="2625843"/>
                  </a:lnTo>
                  <a:lnTo>
                    <a:pt x="2805830" y="2600611"/>
                  </a:lnTo>
                  <a:lnTo>
                    <a:pt x="2729197" y="2574760"/>
                  </a:lnTo>
                  <a:lnTo>
                    <a:pt x="2652565" y="2548274"/>
                  </a:lnTo>
                  <a:lnTo>
                    <a:pt x="2575932" y="2521136"/>
                  </a:lnTo>
                  <a:lnTo>
                    <a:pt x="2499300" y="2493332"/>
                  </a:lnTo>
                  <a:lnTo>
                    <a:pt x="2422667" y="2464845"/>
                  </a:lnTo>
                  <a:lnTo>
                    <a:pt x="2346034" y="2435658"/>
                  </a:lnTo>
                  <a:lnTo>
                    <a:pt x="2269402" y="2405753"/>
                  </a:lnTo>
                  <a:lnTo>
                    <a:pt x="2192769" y="2375114"/>
                  </a:lnTo>
                  <a:lnTo>
                    <a:pt x="2116137" y="2343722"/>
                  </a:lnTo>
                  <a:lnTo>
                    <a:pt x="2039504" y="2311558"/>
                  </a:lnTo>
                  <a:lnTo>
                    <a:pt x="1962872" y="2278604"/>
                  </a:lnTo>
                  <a:lnTo>
                    <a:pt x="1886239" y="2244840"/>
                  </a:lnTo>
                  <a:lnTo>
                    <a:pt x="1809607" y="2210247"/>
                  </a:lnTo>
                  <a:lnTo>
                    <a:pt x="1732974" y="2174803"/>
                  </a:lnTo>
                  <a:lnTo>
                    <a:pt x="1656342" y="2138489"/>
                  </a:lnTo>
                  <a:lnTo>
                    <a:pt x="1579709" y="2101282"/>
                  </a:lnTo>
                  <a:lnTo>
                    <a:pt x="1503076" y="2063161"/>
                  </a:lnTo>
                  <a:lnTo>
                    <a:pt x="1426444" y="2024103"/>
                  </a:lnTo>
                  <a:lnTo>
                    <a:pt x="1349811" y="1984086"/>
                  </a:lnTo>
                  <a:lnTo>
                    <a:pt x="1273179" y="1943085"/>
                  </a:lnTo>
                  <a:lnTo>
                    <a:pt x="1196546" y="1901077"/>
                  </a:lnTo>
                  <a:lnTo>
                    <a:pt x="1119914" y="1858036"/>
                  </a:lnTo>
                  <a:lnTo>
                    <a:pt x="1043281" y="1813938"/>
                  </a:lnTo>
                  <a:lnTo>
                    <a:pt x="966649" y="1768756"/>
                  </a:lnTo>
                  <a:lnTo>
                    <a:pt x="890016" y="1722464"/>
                  </a:lnTo>
                  <a:lnTo>
                    <a:pt x="813384" y="1675035"/>
                  </a:lnTo>
                  <a:lnTo>
                    <a:pt x="736751" y="1626439"/>
                  </a:lnTo>
                  <a:lnTo>
                    <a:pt x="660118" y="1576650"/>
                  </a:lnTo>
                  <a:lnTo>
                    <a:pt x="583486" y="1525638"/>
                  </a:lnTo>
                  <a:lnTo>
                    <a:pt x="506853" y="1473372"/>
                  </a:lnTo>
                  <a:lnTo>
                    <a:pt x="430221" y="1419821"/>
                  </a:lnTo>
                  <a:lnTo>
                    <a:pt x="353588" y="1364955"/>
                  </a:lnTo>
                  <a:lnTo>
                    <a:pt x="276956" y="1308740"/>
                  </a:lnTo>
                  <a:lnTo>
                    <a:pt x="200323" y="1251145"/>
                  </a:lnTo>
                  <a:lnTo>
                    <a:pt x="123691" y="1192133"/>
                  </a:lnTo>
                  <a:lnTo>
                    <a:pt x="47058" y="1131672"/>
                  </a:lnTo>
                  <a:lnTo>
                    <a:pt x="0" y="109363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1896563"/>
              <a:ext cx="5429348" cy="3407475"/>
            </a:xfrm>
            <a:custGeom>
              <a:avLst/>
              <a:pathLst>
                <a:path w="5429348" h="3407475">
                  <a:moveTo>
                    <a:pt x="0" y="0"/>
                  </a:moveTo>
                  <a:lnTo>
                    <a:pt x="65070" y="231752"/>
                  </a:lnTo>
                  <a:lnTo>
                    <a:pt x="141702" y="484518"/>
                  </a:lnTo>
                  <a:lnTo>
                    <a:pt x="218335" y="718608"/>
                  </a:lnTo>
                  <a:lnTo>
                    <a:pt x="294967" y="935401"/>
                  </a:lnTo>
                  <a:lnTo>
                    <a:pt x="371600" y="1136175"/>
                  </a:lnTo>
                  <a:lnTo>
                    <a:pt x="448232" y="1322115"/>
                  </a:lnTo>
                  <a:lnTo>
                    <a:pt x="524865" y="1494315"/>
                  </a:lnTo>
                  <a:lnTo>
                    <a:pt x="601498" y="1653792"/>
                  </a:lnTo>
                  <a:lnTo>
                    <a:pt x="678130" y="1801485"/>
                  </a:lnTo>
                  <a:lnTo>
                    <a:pt x="754763" y="1938265"/>
                  </a:lnTo>
                  <a:lnTo>
                    <a:pt x="831395" y="2064939"/>
                  </a:lnTo>
                  <a:lnTo>
                    <a:pt x="908028" y="2182253"/>
                  </a:lnTo>
                  <a:lnTo>
                    <a:pt x="984660" y="2290899"/>
                  </a:lnTo>
                  <a:lnTo>
                    <a:pt x="1061293" y="2391517"/>
                  </a:lnTo>
                  <a:lnTo>
                    <a:pt x="1137925" y="2484700"/>
                  </a:lnTo>
                  <a:lnTo>
                    <a:pt x="1214558" y="2570998"/>
                  </a:lnTo>
                  <a:lnTo>
                    <a:pt x="1291190" y="2650920"/>
                  </a:lnTo>
                  <a:lnTo>
                    <a:pt x="1367823" y="2724936"/>
                  </a:lnTo>
                  <a:lnTo>
                    <a:pt x="1444456" y="2786306"/>
                  </a:lnTo>
                  <a:lnTo>
                    <a:pt x="1521088" y="2807084"/>
                  </a:lnTo>
                  <a:lnTo>
                    <a:pt x="1597721" y="2827363"/>
                  </a:lnTo>
                  <a:lnTo>
                    <a:pt x="1674353" y="2847156"/>
                  </a:lnTo>
                  <a:lnTo>
                    <a:pt x="1750986" y="2866474"/>
                  </a:lnTo>
                  <a:lnTo>
                    <a:pt x="1827618" y="2885329"/>
                  </a:lnTo>
                  <a:lnTo>
                    <a:pt x="1904251" y="2903732"/>
                  </a:lnTo>
                  <a:lnTo>
                    <a:pt x="1980883" y="2921693"/>
                  </a:lnTo>
                  <a:lnTo>
                    <a:pt x="2057516" y="2939224"/>
                  </a:lnTo>
                  <a:lnTo>
                    <a:pt x="2134148" y="2956334"/>
                  </a:lnTo>
                  <a:lnTo>
                    <a:pt x="2210781" y="2973034"/>
                  </a:lnTo>
                  <a:lnTo>
                    <a:pt x="2287414" y="2989333"/>
                  </a:lnTo>
                  <a:lnTo>
                    <a:pt x="2364046" y="3005241"/>
                  </a:lnTo>
                  <a:lnTo>
                    <a:pt x="2440679" y="3020768"/>
                  </a:lnTo>
                  <a:lnTo>
                    <a:pt x="2517311" y="3035923"/>
                  </a:lnTo>
                  <a:lnTo>
                    <a:pt x="2593944" y="3050714"/>
                  </a:lnTo>
                  <a:lnTo>
                    <a:pt x="2670576" y="3065150"/>
                  </a:lnTo>
                  <a:lnTo>
                    <a:pt x="2747209" y="3079240"/>
                  </a:lnTo>
                  <a:lnTo>
                    <a:pt x="2823841" y="3092992"/>
                  </a:lnTo>
                  <a:lnTo>
                    <a:pt x="2900474" y="3106414"/>
                  </a:lnTo>
                  <a:lnTo>
                    <a:pt x="2977107" y="3119515"/>
                  </a:lnTo>
                  <a:lnTo>
                    <a:pt x="3053739" y="3132301"/>
                  </a:lnTo>
                  <a:lnTo>
                    <a:pt x="3130372" y="3144780"/>
                  </a:lnTo>
                  <a:lnTo>
                    <a:pt x="3207004" y="3156961"/>
                  </a:lnTo>
                  <a:lnTo>
                    <a:pt x="3283637" y="3168849"/>
                  </a:lnTo>
                  <a:lnTo>
                    <a:pt x="3360269" y="3180452"/>
                  </a:lnTo>
                  <a:lnTo>
                    <a:pt x="3436902" y="3191776"/>
                  </a:lnTo>
                  <a:lnTo>
                    <a:pt x="3513534" y="3202830"/>
                  </a:lnTo>
                  <a:lnTo>
                    <a:pt x="3590167" y="3213618"/>
                  </a:lnTo>
                  <a:lnTo>
                    <a:pt x="3666799" y="3224147"/>
                  </a:lnTo>
                  <a:lnTo>
                    <a:pt x="3743432" y="3234424"/>
                  </a:lnTo>
                  <a:lnTo>
                    <a:pt x="3820065" y="3244454"/>
                  </a:lnTo>
                  <a:lnTo>
                    <a:pt x="3896697" y="3254244"/>
                  </a:lnTo>
                  <a:lnTo>
                    <a:pt x="3973330" y="3263799"/>
                  </a:lnTo>
                  <a:lnTo>
                    <a:pt x="4049962" y="3273124"/>
                  </a:lnTo>
                  <a:lnTo>
                    <a:pt x="4126595" y="3282226"/>
                  </a:lnTo>
                  <a:lnTo>
                    <a:pt x="4203227" y="3291110"/>
                  </a:lnTo>
                  <a:lnTo>
                    <a:pt x="4279860" y="3299781"/>
                  </a:lnTo>
                  <a:lnTo>
                    <a:pt x="4356492" y="3308244"/>
                  </a:lnTo>
                  <a:lnTo>
                    <a:pt x="4433125" y="3316504"/>
                  </a:lnTo>
                  <a:lnTo>
                    <a:pt x="4509758" y="3324565"/>
                  </a:lnTo>
                  <a:lnTo>
                    <a:pt x="4586390" y="3332434"/>
                  </a:lnTo>
                  <a:lnTo>
                    <a:pt x="4663023" y="3340113"/>
                  </a:lnTo>
                  <a:lnTo>
                    <a:pt x="4739655" y="3347609"/>
                  </a:lnTo>
                  <a:lnTo>
                    <a:pt x="4816288" y="3354925"/>
                  </a:lnTo>
                  <a:lnTo>
                    <a:pt x="4892920" y="3362065"/>
                  </a:lnTo>
                  <a:lnTo>
                    <a:pt x="4969553" y="3369034"/>
                  </a:lnTo>
                  <a:lnTo>
                    <a:pt x="5046185" y="3375836"/>
                  </a:lnTo>
                  <a:lnTo>
                    <a:pt x="5122818" y="3382475"/>
                  </a:lnTo>
                  <a:lnTo>
                    <a:pt x="5199450" y="3388954"/>
                  </a:lnTo>
                  <a:lnTo>
                    <a:pt x="5276083" y="3395278"/>
                  </a:lnTo>
                  <a:lnTo>
                    <a:pt x="5352716" y="3401451"/>
                  </a:lnTo>
                  <a:lnTo>
                    <a:pt x="5429348" y="34074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990195"/>
              <a:ext cx="7403783" cy="2543142"/>
            </a:xfrm>
            <a:custGeom>
              <a:avLst/>
              <a:pathLst>
                <a:path w="7403783" h="2543142">
                  <a:moveTo>
                    <a:pt x="7403783" y="2543142"/>
                  </a:moveTo>
                  <a:lnTo>
                    <a:pt x="7327150" y="2541876"/>
                  </a:lnTo>
                  <a:lnTo>
                    <a:pt x="7250518" y="2540509"/>
                  </a:lnTo>
                  <a:lnTo>
                    <a:pt x="7173885" y="2539032"/>
                  </a:lnTo>
                  <a:lnTo>
                    <a:pt x="7097253" y="2537438"/>
                  </a:lnTo>
                  <a:lnTo>
                    <a:pt x="7020620" y="2535717"/>
                  </a:lnTo>
                  <a:lnTo>
                    <a:pt x="6943987" y="2533859"/>
                  </a:lnTo>
                  <a:lnTo>
                    <a:pt x="6867355" y="2531852"/>
                  </a:lnTo>
                  <a:lnTo>
                    <a:pt x="6790722" y="2529685"/>
                  </a:lnTo>
                  <a:lnTo>
                    <a:pt x="6714090" y="2527346"/>
                  </a:lnTo>
                  <a:lnTo>
                    <a:pt x="6637457" y="2524819"/>
                  </a:lnTo>
                  <a:lnTo>
                    <a:pt x="6560825" y="2522091"/>
                  </a:lnTo>
                  <a:lnTo>
                    <a:pt x="6484192" y="2519146"/>
                  </a:lnTo>
                  <a:lnTo>
                    <a:pt x="6407560" y="2515965"/>
                  </a:lnTo>
                  <a:lnTo>
                    <a:pt x="6330927" y="2512531"/>
                  </a:lnTo>
                  <a:lnTo>
                    <a:pt x="6254294" y="2508822"/>
                  </a:lnTo>
                  <a:lnTo>
                    <a:pt x="6177662" y="2504818"/>
                  </a:lnTo>
                  <a:lnTo>
                    <a:pt x="6101029" y="2500494"/>
                  </a:lnTo>
                  <a:lnTo>
                    <a:pt x="6024397" y="2495825"/>
                  </a:lnTo>
                  <a:lnTo>
                    <a:pt x="5947764" y="2490784"/>
                  </a:lnTo>
                  <a:lnTo>
                    <a:pt x="5871132" y="2485341"/>
                  </a:lnTo>
                  <a:lnTo>
                    <a:pt x="5794499" y="2479463"/>
                  </a:lnTo>
                  <a:lnTo>
                    <a:pt x="5717867" y="2473116"/>
                  </a:lnTo>
                  <a:lnTo>
                    <a:pt x="5641234" y="2466263"/>
                  </a:lnTo>
                  <a:lnTo>
                    <a:pt x="5564602" y="2458864"/>
                  </a:lnTo>
                  <a:lnTo>
                    <a:pt x="5487969" y="2450874"/>
                  </a:lnTo>
                  <a:lnTo>
                    <a:pt x="5411336" y="2442246"/>
                  </a:lnTo>
                  <a:lnTo>
                    <a:pt x="5334704" y="2432930"/>
                  </a:lnTo>
                  <a:lnTo>
                    <a:pt x="5258071" y="2422871"/>
                  </a:lnTo>
                  <a:lnTo>
                    <a:pt x="5181439" y="2412009"/>
                  </a:lnTo>
                  <a:lnTo>
                    <a:pt x="5104806" y="2400280"/>
                  </a:lnTo>
                  <a:lnTo>
                    <a:pt x="5028174" y="2387616"/>
                  </a:lnTo>
                  <a:lnTo>
                    <a:pt x="4951541" y="2373941"/>
                  </a:lnTo>
                  <a:lnTo>
                    <a:pt x="4874909" y="2359176"/>
                  </a:lnTo>
                  <a:lnTo>
                    <a:pt x="4798276" y="2343232"/>
                  </a:lnTo>
                  <a:lnTo>
                    <a:pt x="4721644" y="2326016"/>
                  </a:lnTo>
                  <a:lnTo>
                    <a:pt x="4645011" y="2307427"/>
                  </a:lnTo>
                  <a:lnTo>
                    <a:pt x="4568378" y="2287355"/>
                  </a:lnTo>
                  <a:lnTo>
                    <a:pt x="4491746" y="2265681"/>
                  </a:lnTo>
                  <a:lnTo>
                    <a:pt x="4415113" y="2242278"/>
                  </a:lnTo>
                  <a:lnTo>
                    <a:pt x="4338481" y="2217008"/>
                  </a:lnTo>
                  <a:lnTo>
                    <a:pt x="4261848" y="2189721"/>
                  </a:lnTo>
                  <a:lnTo>
                    <a:pt x="4185216" y="2160258"/>
                  </a:lnTo>
                  <a:lnTo>
                    <a:pt x="4108583" y="2128443"/>
                  </a:lnTo>
                  <a:lnTo>
                    <a:pt x="4031951" y="2094091"/>
                  </a:lnTo>
                  <a:lnTo>
                    <a:pt x="3955318" y="2056998"/>
                  </a:lnTo>
                  <a:lnTo>
                    <a:pt x="3878685" y="2016945"/>
                  </a:lnTo>
                  <a:lnTo>
                    <a:pt x="3802053" y="1973697"/>
                  </a:lnTo>
                  <a:lnTo>
                    <a:pt x="3725420" y="1926998"/>
                  </a:lnTo>
                  <a:lnTo>
                    <a:pt x="3648788" y="1876573"/>
                  </a:lnTo>
                  <a:lnTo>
                    <a:pt x="3572155" y="1822125"/>
                  </a:lnTo>
                  <a:lnTo>
                    <a:pt x="3495523" y="1763334"/>
                  </a:lnTo>
                  <a:lnTo>
                    <a:pt x="3418890" y="1699851"/>
                  </a:lnTo>
                  <a:lnTo>
                    <a:pt x="3342258" y="1671386"/>
                  </a:lnTo>
                  <a:lnTo>
                    <a:pt x="3265625" y="1649574"/>
                  </a:lnTo>
                  <a:lnTo>
                    <a:pt x="3188993" y="1627227"/>
                  </a:lnTo>
                  <a:lnTo>
                    <a:pt x="3112360" y="1604331"/>
                  </a:lnTo>
                  <a:lnTo>
                    <a:pt x="3035727" y="1580872"/>
                  </a:lnTo>
                  <a:lnTo>
                    <a:pt x="2959095" y="1556836"/>
                  </a:lnTo>
                  <a:lnTo>
                    <a:pt x="2882462" y="1532210"/>
                  </a:lnTo>
                  <a:lnTo>
                    <a:pt x="2805830" y="1506979"/>
                  </a:lnTo>
                  <a:lnTo>
                    <a:pt x="2729197" y="1481128"/>
                  </a:lnTo>
                  <a:lnTo>
                    <a:pt x="2652565" y="1454641"/>
                  </a:lnTo>
                  <a:lnTo>
                    <a:pt x="2575932" y="1427504"/>
                  </a:lnTo>
                  <a:lnTo>
                    <a:pt x="2499300" y="1399700"/>
                  </a:lnTo>
                  <a:lnTo>
                    <a:pt x="2422667" y="1371213"/>
                  </a:lnTo>
                  <a:lnTo>
                    <a:pt x="2346034" y="1342025"/>
                  </a:lnTo>
                  <a:lnTo>
                    <a:pt x="2269402" y="1312121"/>
                  </a:lnTo>
                  <a:lnTo>
                    <a:pt x="2192769" y="1281481"/>
                  </a:lnTo>
                  <a:lnTo>
                    <a:pt x="2116137" y="1250089"/>
                  </a:lnTo>
                  <a:lnTo>
                    <a:pt x="2039504" y="1217926"/>
                  </a:lnTo>
                  <a:lnTo>
                    <a:pt x="1962872" y="1184972"/>
                  </a:lnTo>
                  <a:lnTo>
                    <a:pt x="1886239" y="1151208"/>
                  </a:lnTo>
                  <a:lnTo>
                    <a:pt x="1809607" y="1116614"/>
                  </a:lnTo>
                  <a:lnTo>
                    <a:pt x="1732974" y="1081171"/>
                  </a:lnTo>
                  <a:lnTo>
                    <a:pt x="1656342" y="1044857"/>
                  </a:lnTo>
                  <a:lnTo>
                    <a:pt x="1579709" y="1007650"/>
                  </a:lnTo>
                  <a:lnTo>
                    <a:pt x="1503076" y="969529"/>
                  </a:lnTo>
                  <a:lnTo>
                    <a:pt x="1426444" y="930471"/>
                  </a:lnTo>
                  <a:lnTo>
                    <a:pt x="1349811" y="890454"/>
                  </a:lnTo>
                  <a:lnTo>
                    <a:pt x="1273179" y="849453"/>
                  </a:lnTo>
                  <a:lnTo>
                    <a:pt x="1196546" y="807444"/>
                  </a:lnTo>
                  <a:lnTo>
                    <a:pt x="1119914" y="764404"/>
                  </a:lnTo>
                  <a:lnTo>
                    <a:pt x="1043281" y="720306"/>
                  </a:lnTo>
                  <a:lnTo>
                    <a:pt x="966649" y="675124"/>
                  </a:lnTo>
                  <a:lnTo>
                    <a:pt x="890016" y="628832"/>
                  </a:lnTo>
                  <a:lnTo>
                    <a:pt x="813384" y="581402"/>
                  </a:lnTo>
                  <a:lnTo>
                    <a:pt x="736751" y="532807"/>
                  </a:lnTo>
                  <a:lnTo>
                    <a:pt x="660118" y="483018"/>
                  </a:lnTo>
                  <a:lnTo>
                    <a:pt x="583486" y="432005"/>
                  </a:lnTo>
                  <a:lnTo>
                    <a:pt x="506853" y="379739"/>
                  </a:lnTo>
                  <a:lnTo>
                    <a:pt x="430221" y="326189"/>
                  </a:lnTo>
                  <a:lnTo>
                    <a:pt x="353588" y="271323"/>
                  </a:lnTo>
                  <a:lnTo>
                    <a:pt x="276956" y="215108"/>
                  </a:lnTo>
                  <a:lnTo>
                    <a:pt x="200323" y="157512"/>
                  </a:lnTo>
                  <a:lnTo>
                    <a:pt x="123691" y="98501"/>
                  </a:lnTo>
                  <a:lnTo>
                    <a:pt x="47058" y="380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1896563"/>
              <a:ext cx="6173477" cy="3590269"/>
            </a:xfrm>
            <a:custGeom>
              <a:avLst/>
              <a:pathLst>
                <a:path w="6173477" h="3590269">
                  <a:moveTo>
                    <a:pt x="0" y="0"/>
                  </a:moveTo>
                  <a:lnTo>
                    <a:pt x="42873" y="102905"/>
                  </a:lnTo>
                  <a:lnTo>
                    <a:pt x="119505" y="277777"/>
                  </a:lnTo>
                  <a:lnTo>
                    <a:pt x="196138" y="444035"/>
                  </a:lnTo>
                  <a:lnTo>
                    <a:pt x="272771" y="602103"/>
                  </a:lnTo>
                  <a:lnTo>
                    <a:pt x="349403" y="752383"/>
                  </a:lnTo>
                  <a:lnTo>
                    <a:pt x="426036" y="895260"/>
                  </a:lnTo>
                  <a:lnTo>
                    <a:pt x="502668" y="1031099"/>
                  </a:lnTo>
                  <a:lnTo>
                    <a:pt x="579301" y="1160245"/>
                  </a:lnTo>
                  <a:lnTo>
                    <a:pt x="655933" y="1283030"/>
                  </a:lnTo>
                  <a:lnTo>
                    <a:pt x="732566" y="1399765"/>
                  </a:lnTo>
                  <a:lnTo>
                    <a:pt x="809198" y="1510750"/>
                  </a:lnTo>
                  <a:lnTo>
                    <a:pt x="885831" y="1616267"/>
                  </a:lnTo>
                  <a:lnTo>
                    <a:pt x="962464" y="1716586"/>
                  </a:lnTo>
                  <a:lnTo>
                    <a:pt x="1039096" y="1811963"/>
                  </a:lnTo>
                  <a:lnTo>
                    <a:pt x="1115729" y="1902642"/>
                  </a:lnTo>
                  <a:lnTo>
                    <a:pt x="1192361" y="1988853"/>
                  </a:lnTo>
                  <a:lnTo>
                    <a:pt x="1268994" y="2070817"/>
                  </a:lnTo>
                  <a:lnTo>
                    <a:pt x="1345626" y="2148744"/>
                  </a:lnTo>
                  <a:lnTo>
                    <a:pt x="1422259" y="2222831"/>
                  </a:lnTo>
                  <a:lnTo>
                    <a:pt x="1498891" y="2293269"/>
                  </a:lnTo>
                  <a:lnTo>
                    <a:pt x="1575524" y="2360236"/>
                  </a:lnTo>
                  <a:lnTo>
                    <a:pt x="1652156" y="2423905"/>
                  </a:lnTo>
                  <a:lnTo>
                    <a:pt x="1728789" y="2484437"/>
                  </a:lnTo>
                  <a:lnTo>
                    <a:pt x="1805422" y="2541987"/>
                  </a:lnTo>
                  <a:lnTo>
                    <a:pt x="1882054" y="2596702"/>
                  </a:lnTo>
                  <a:lnTo>
                    <a:pt x="1958687" y="2648721"/>
                  </a:lnTo>
                  <a:lnTo>
                    <a:pt x="2035319" y="2698178"/>
                  </a:lnTo>
                  <a:lnTo>
                    <a:pt x="2111952" y="2745198"/>
                  </a:lnTo>
                  <a:lnTo>
                    <a:pt x="2188584" y="2789902"/>
                  </a:lnTo>
                  <a:lnTo>
                    <a:pt x="2265217" y="2832404"/>
                  </a:lnTo>
                  <a:lnTo>
                    <a:pt x="2341849" y="2872812"/>
                  </a:lnTo>
                  <a:lnTo>
                    <a:pt x="2418482" y="2911229"/>
                  </a:lnTo>
                  <a:lnTo>
                    <a:pt x="2495114" y="2947754"/>
                  </a:lnTo>
                  <a:lnTo>
                    <a:pt x="2571747" y="2982479"/>
                  </a:lnTo>
                  <a:lnTo>
                    <a:pt x="2648380" y="3015494"/>
                  </a:lnTo>
                  <a:lnTo>
                    <a:pt x="2725012" y="3046882"/>
                  </a:lnTo>
                  <a:lnTo>
                    <a:pt x="2801645" y="3076724"/>
                  </a:lnTo>
                  <a:lnTo>
                    <a:pt x="2878277" y="3105096"/>
                  </a:lnTo>
                  <a:lnTo>
                    <a:pt x="2954910" y="3132070"/>
                  </a:lnTo>
                  <a:lnTo>
                    <a:pt x="3031542" y="3157715"/>
                  </a:lnTo>
                  <a:lnTo>
                    <a:pt x="3108175" y="3182097"/>
                  </a:lnTo>
                  <a:lnTo>
                    <a:pt x="3184807" y="3205278"/>
                  </a:lnTo>
                  <a:lnTo>
                    <a:pt x="3261440" y="3227317"/>
                  </a:lnTo>
                  <a:lnTo>
                    <a:pt x="3338073" y="3248270"/>
                  </a:lnTo>
                  <a:lnTo>
                    <a:pt x="3414705" y="3268191"/>
                  </a:lnTo>
                  <a:lnTo>
                    <a:pt x="3491338" y="3287130"/>
                  </a:lnTo>
                  <a:lnTo>
                    <a:pt x="3567970" y="3305137"/>
                  </a:lnTo>
                  <a:lnTo>
                    <a:pt x="3644603" y="3322256"/>
                  </a:lnTo>
                  <a:lnTo>
                    <a:pt x="3721235" y="3338532"/>
                  </a:lnTo>
                  <a:lnTo>
                    <a:pt x="3797868" y="3354006"/>
                  </a:lnTo>
                  <a:lnTo>
                    <a:pt x="3874500" y="3368718"/>
                  </a:lnTo>
                  <a:lnTo>
                    <a:pt x="3951133" y="3382705"/>
                  </a:lnTo>
                  <a:lnTo>
                    <a:pt x="4027765" y="3396004"/>
                  </a:lnTo>
                  <a:lnTo>
                    <a:pt x="4104398" y="3408647"/>
                  </a:lnTo>
                  <a:lnTo>
                    <a:pt x="4181031" y="3420667"/>
                  </a:lnTo>
                  <a:lnTo>
                    <a:pt x="4257663" y="3432095"/>
                  </a:lnTo>
                  <a:lnTo>
                    <a:pt x="4334296" y="3442960"/>
                  </a:lnTo>
                  <a:lnTo>
                    <a:pt x="4410928" y="3453289"/>
                  </a:lnTo>
                  <a:lnTo>
                    <a:pt x="4487561" y="3463110"/>
                  </a:lnTo>
                  <a:lnTo>
                    <a:pt x="4564193" y="3472447"/>
                  </a:lnTo>
                  <a:lnTo>
                    <a:pt x="4640826" y="3481324"/>
                  </a:lnTo>
                  <a:lnTo>
                    <a:pt x="4717458" y="3489764"/>
                  </a:lnTo>
                  <a:lnTo>
                    <a:pt x="4794091" y="3497788"/>
                  </a:lnTo>
                  <a:lnTo>
                    <a:pt x="4870724" y="3505417"/>
                  </a:lnTo>
                  <a:lnTo>
                    <a:pt x="4947356" y="3512670"/>
                  </a:lnTo>
                  <a:lnTo>
                    <a:pt x="5023989" y="3519565"/>
                  </a:lnTo>
                  <a:lnTo>
                    <a:pt x="5100621" y="3526121"/>
                  </a:lnTo>
                  <a:lnTo>
                    <a:pt x="5177254" y="3532354"/>
                  </a:lnTo>
                  <a:lnTo>
                    <a:pt x="5253886" y="3538280"/>
                  </a:lnTo>
                  <a:lnTo>
                    <a:pt x="5330519" y="3543914"/>
                  </a:lnTo>
                  <a:lnTo>
                    <a:pt x="5407151" y="3549270"/>
                  </a:lnTo>
                  <a:lnTo>
                    <a:pt x="5483784" y="3554363"/>
                  </a:lnTo>
                  <a:lnTo>
                    <a:pt x="5560416" y="3559205"/>
                  </a:lnTo>
                  <a:lnTo>
                    <a:pt x="5637049" y="3563808"/>
                  </a:lnTo>
                  <a:lnTo>
                    <a:pt x="5713682" y="3568184"/>
                  </a:lnTo>
                  <a:lnTo>
                    <a:pt x="5790314" y="3572345"/>
                  </a:lnTo>
                  <a:lnTo>
                    <a:pt x="5866947" y="3576301"/>
                  </a:lnTo>
                  <a:lnTo>
                    <a:pt x="5943579" y="3580062"/>
                  </a:lnTo>
                  <a:lnTo>
                    <a:pt x="6020212" y="3583637"/>
                  </a:lnTo>
                  <a:lnTo>
                    <a:pt x="6096844" y="3587037"/>
                  </a:lnTo>
                  <a:lnTo>
                    <a:pt x="6173477" y="35902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2026-05-21T09:04:04Z</dcterms:modified>
  <cp:category/>
</cp:coreProperties>
</file>