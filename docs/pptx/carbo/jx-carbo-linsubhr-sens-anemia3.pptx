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192050"/>
              <a:ext cx="7090630" cy="3226672"/>
            </a:xfrm>
            <a:custGeom>
              <a:avLst/>
              <a:pathLst>
                <a:path w="7090630" h="3226672">
                  <a:moveTo>
                    <a:pt x="0" y="0"/>
                  </a:moveTo>
                  <a:lnTo>
                    <a:pt x="71622" y="106711"/>
                  </a:lnTo>
                  <a:lnTo>
                    <a:pt x="143245" y="210039"/>
                  </a:lnTo>
                  <a:lnTo>
                    <a:pt x="214867" y="310090"/>
                  </a:lnTo>
                  <a:lnTo>
                    <a:pt x="286490" y="406969"/>
                  </a:lnTo>
                  <a:lnTo>
                    <a:pt x="358112" y="500775"/>
                  </a:lnTo>
                  <a:lnTo>
                    <a:pt x="429735" y="591607"/>
                  </a:lnTo>
                  <a:lnTo>
                    <a:pt x="501357" y="679559"/>
                  </a:lnTo>
                  <a:lnTo>
                    <a:pt x="572980" y="764721"/>
                  </a:lnTo>
                  <a:lnTo>
                    <a:pt x="644602" y="847183"/>
                  </a:lnTo>
                  <a:lnTo>
                    <a:pt x="716225" y="927031"/>
                  </a:lnTo>
                  <a:lnTo>
                    <a:pt x="787847" y="1004346"/>
                  </a:lnTo>
                  <a:lnTo>
                    <a:pt x="859470" y="1079209"/>
                  </a:lnTo>
                  <a:lnTo>
                    <a:pt x="931092" y="1151699"/>
                  </a:lnTo>
                  <a:lnTo>
                    <a:pt x="1002715" y="1221890"/>
                  </a:lnTo>
                  <a:lnTo>
                    <a:pt x="1074337" y="1289855"/>
                  </a:lnTo>
                  <a:lnTo>
                    <a:pt x="1145960" y="1355665"/>
                  </a:lnTo>
                  <a:lnTo>
                    <a:pt x="1217582" y="1419388"/>
                  </a:lnTo>
                  <a:lnTo>
                    <a:pt x="1289205" y="1481090"/>
                  </a:lnTo>
                  <a:lnTo>
                    <a:pt x="1360827" y="1540836"/>
                  </a:lnTo>
                  <a:lnTo>
                    <a:pt x="1432450" y="1598687"/>
                  </a:lnTo>
                  <a:lnTo>
                    <a:pt x="1504073" y="1654704"/>
                  </a:lnTo>
                  <a:lnTo>
                    <a:pt x="1575695" y="1708944"/>
                  </a:lnTo>
                  <a:lnTo>
                    <a:pt x="1647318" y="1761465"/>
                  </a:lnTo>
                  <a:lnTo>
                    <a:pt x="1718940" y="1812320"/>
                  </a:lnTo>
                  <a:lnTo>
                    <a:pt x="1790563" y="1861562"/>
                  </a:lnTo>
                  <a:lnTo>
                    <a:pt x="1862185" y="1909243"/>
                  </a:lnTo>
                  <a:lnTo>
                    <a:pt x="1933808" y="1955412"/>
                  </a:lnTo>
                  <a:lnTo>
                    <a:pt x="2005430" y="2000117"/>
                  </a:lnTo>
                  <a:lnTo>
                    <a:pt x="2077053" y="2043404"/>
                  </a:lnTo>
                  <a:lnTo>
                    <a:pt x="2148675" y="2085319"/>
                  </a:lnTo>
                  <a:lnTo>
                    <a:pt x="2220298" y="2125904"/>
                  </a:lnTo>
                  <a:lnTo>
                    <a:pt x="2291920" y="2165202"/>
                  </a:lnTo>
                  <a:lnTo>
                    <a:pt x="2363543" y="2203255"/>
                  </a:lnTo>
                  <a:lnTo>
                    <a:pt x="2435165" y="2240100"/>
                  </a:lnTo>
                  <a:lnTo>
                    <a:pt x="2506788" y="2275778"/>
                  </a:lnTo>
                  <a:lnTo>
                    <a:pt x="2578410" y="2310324"/>
                  </a:lnTo>
                  <a:lnTo>
                    <a:pt x="2650033" y="2343774"/>
                  </a:lnTo>
                  <a:lnTo>
                    <a:pt x="2721655" y="2376164"/>
                  </a:lnTo>
                  <a:lnTo>
                    <a:pt x="2793278" y="2407527"/>
                  </a:lnTo>
                  <a:lnTo>
                    <a:pt x="2864901" y="2437895"/>
                  </a:lnTo>
                  <a:lnTo>
                    <a:pt x="2936523" y="2467300"/>
                  </a:lnTo>
                  <a:lnTo>
                    <a:pt x="3008146" y="2495773"/>
                  </a:lnTo>
                  <a:lnTo>
                    <a:pt x="3079768" y="2523342"/>
                  </a:lnTo>
                  <a:lnTo>
                    <a:pt x="3151391" y="2538605"/>
                  </a:lnTo>
                  <a:lnTo>
                    <a:pt x="3223013" y="2543896"/>
                  </a:lnTo>
                  <a:lnTo>
                    <a:pt x="3294636" y="2549152"/>
                  </a:lnTo>
                  <a:lnTo>
                    <a:pt x="3366258" y="2554375"/>
                  </a:lnTo>
                  <a:lnTo>
                    <a:pt x="3437881" y="2559565"/>
                  </a:lnTo>
                  <a:lnTo>
                    <a:pt x="3509503" y="2564721"/>
                  </a:lnTo>
                  <a:lnTo>
                    <a:pt x="3581126" y="2569844"/>
                  </a:lnTo>
                  <a:lnTo>
                    <a:pt x="3652748" y="2574934"/>
                  </a:lnTo>
                  <a:lnTo>
                    <a:pt x="3724371" y="2579992"/>
                  </a:lnTo>
                  <a:lnTo>
                    <a:pt x="3795993" y="2585018"/>
                  </a:lnTo>
                  <a:lnTo>
                    <a:pt x="3867616" y="2590011"/>
                  </a:lnTo>
                  <a:lnTo>
                    <a:pt x="3939238" y="2594972"/>
                  </a:lnTo>
                  <a:lnTo>
                    <a:pt x="4010861" y="2599902"/>
                  </a:lnTo>
                  <a:lnTo>
                    <a:pt x="4082483" y="2604800"/>
                  </a:lnTo>
                  <a:lnTo>
                    <a:pt x="4154106" y="2609667"/>
                  </a:lnTo>
                  <a:lnTo>
                    <a:pt x="4225729" y="2614502"/>
                  </a:lnTo>
                  <a:lnTo>
                    <a:pt x="4297351" y="2619307"/>
                  </a:lnTo>
                  <a:lnTo>
                    <a:pt x="4368974" y="2624081"/>
                  </a:lnTo>
                  <a:lnTo>
                    <a:pt x="4440596" y="2628824"/>
                  </a:lnTo>
                  <a:lnTo>
                    <a:pt x="4512219" y="2633537"/>
                  </a:lnTo>
                  <a:lnTo>
                    <a:pt x="4583841" y="2638220"/>
                  </a:lnTo>
                  <a:lnTo>
                    <a:pt x="4655464" y="2642873"/>
                  </a:lnTo>
                  <a:lnTo>
                    <a:pt x="4727086" y="2647496"/>
                  </a:lnTo>
                  <a:lnTo>
                    <a:pt x="4798709" y="2652089"/>
                  </a:lnTo>
                  <a:lnTo>
                    <a:pt x="4870331" y="2656653"/>
                  </a:lnTo>
                  <a:lnTo>
                    <a:pt x="4941954" y="2661188"/>
                  </a:lnTo>
                  <a:lnTo>
                    <a:pt x="5013576" y="2665694"/>
                  </a:lnTo>
                  <a:lnTo>
                    <a:pt x="5085199" y="2670171"/>
                  </a:lnTo>
                  <a:lnTo>
                    <a:pt x="5156821" y="2674619"/>
                  </a:lnTo>
                  <a:lnTo>
                    <a:pt x="5228444" y="2679039"/>
                  </a:lnTo>
                  <a:lnTo>
                    <a:pt x="5300066" y="2683430"/>
                  </a:lnTo>
                  <a:lnTo>
                    <a:pt x="5371689" y="2687794"/>
                  </a:lnTo>
                  <a:lnTo>
                    <a:pt x="5443311" y="2692129"/>
                  </a:lnTo>
                  <a:lnTo>
                    <a:pt x="5514934" y="2696437"/>
                  </a:lnTo>
                  <a:lnTo>
                    <a:pt x="5586557" y="2700717"/>
                  </a:lnTo>
                  <a:lnTo>
                    <a:pt x="5658179" y="2704970"/>
                  </a:lnTo>
                  <a:lnTo>
                    <a:pt x="5729802" y="2709196"/>
                  </a:lnTo>
                  <a:lnTo>
                    <a:pt x="5801424" y="2713394"/>
                  </a:lnTo>
                  <a:lnTo>
                    <a:pt x="5873047" y="2717566"/>
                  </a:lnTo>
                  <a:lnTo>
                    <a:pt x="5944669" y="2721711"/>
                  </a:lnTo>
                  <a:lnTo>
                    <a:pt x="6016292" y="2725829"/>
                  </a:lnTo>
                  <a:lnTo>
                    <a:pt x="6087914" y="2729922"/>
                  </a:lnTo>
                  <a:lnTo>
                    <a:pt x="6159537" y="2733987"/>
                  </a:lnTo>
                  <a:lnTo>
                    <a:pt x="6231159" y="2738027"/>
                  </a:lnTo>
                  <a:lnTo>
                    <a:pt x="6302782" y="2742041"/>
                  </a:lnTo>
                  <a:lnTo>
                    <a:pt x="6374404" y="2746030"/>
                  </a:lnTo>
                  <a:lnTo>
                    <a:pt x="6446027" y="2749992"/>
                  </a:lnTo>
                  <a:lnTo>
                    <a:pt x="6517649" y="2753930"/>
                  </a:lnTo>
                  <a:lnTo>
                    <a:pt x="6589272" y="2757842"/>
                  </a:lnTo>
                  <a:lnTo>
                    <a:pt x="6660894" y="2761729"/>
                  </a:lnTo>
                  <a:lnTo>
                    <a:pt x="6732517" y="2765592"/>
                  </a:lnTo>
                  <a:lnTo>
                    <a:pt x="6804139" y="2769429"/>
                  </a:lnTo>
                  <a:lnTo>
                    <a:pt x="6875762" y="2773242"/>
                  </a:lnTo>
                  <a:lnTo>
                    <a:pt x="6947385" y="2777031"/>
                  </a:lnTo>
                  <a:lnTo>
                    <a:pt x="7019007" y="2780795"/>
                  </a:lnTo>
                  <a:lnTo>
                    <a:pt x="7090630" y="2784536"/>
                  </a:lnTo>
                  <a:lnTo>
                    <a:pt x="7090630" y="3226672"/>
                  </a:lnTo>
                  <a:lnTo>
                    <a:pt x="7019007" y="3222136"/>
                  </a:lnTo>
                  <a:lnTo>
                    <a:pt x="6947385" y="3217451"/>
                  </a:lnTo>
                  <a:lnTo>
                    <a:pt x="6875762" y="3212612"/>
                  </a:lnTo>
                  <a:lnTo>
                    <a:pt x="6804139" y="3207615"/>
                  </a:lnTo>
                  <a:lnTo>
                    <a:pt x="6732517" y="3202454"/>
                  </a:lnTo>
                  <a:lnTo>
                    <a:pt x="6660894" y="3197124"/>
                  </a:lnTo>
                  <a:lnTo>
                    <a:pt x="6589272" y="3191620"/>
                  </a:lnTo>
                  <a:lnTo>
                    <a:pt x="6517649" y="3185936"/>
                  </a:lnTo>
                  <a:lnTo>
                    <a:pt x="6446027" y="3180065"/>
                  </a:lnTo>
                  <a:lnTo>
                    <a:pt x="6374404" y="3174002"/>
                  </a:lnTo>
                  <a:lnTo>
                    <a:pt x="6302782" y="3167741"/>
                  </a:lnTo>
                  <a:lnTo>
                    <a:pt x="6231159" y="3161274"/>
                  </a:lnTo>
                  <a:lnTo>
                    <a:pt x="6159537" y="3154596"/>
                  </a:lnTo>
                  <a:lnTo>
                    <a:pt x="6087914" y="3147699"/>
                  </a:lnTo>
                  <a:lnTo>
                    <a:pt x="6016292" y="3140576"/>
                  </a:lnTo>
                  <a:lnTo>
                    <a:pt x="5944669" y="3133220"/>
                  </a:lnTo>
                  <a:lnTo>
                    <a:pt x="5873047" y="3125623"/>
                  </a:lnTo>
                  <a:lnTo>
                    <a:pt x="5801424" y="3117777"/>
                  </a:lnTo>
                  <a:lnTo>
                    <a:pt x="5729802" y="3109674"/>
                  </a:lnTo>
                  <a:lnTo>
                    <a:pt x="5658179" y="3101306"/>
                  </a:lnTo>
                  <a:lnTo>
                    <a:pt x="5586557" y="3092664"/>
                  </a:lnTo>
                  <a:lnTo>
                    <a:pt x="5514934" y="3083738"/>
                  </a:lnTo>
                  <a:lnTo>
                    <a:pt x="5443311" y="3074521"/>
                  </a:lnTo>
                  <a:lnTo>
                    <a:pt x="5371689" y="3065002"/>
                  </a:lnTo>
                  <a:lnTo>
                    <a:pt x="5300066" y="3055170"/>
                  </a:lnTo>
                  <a:lnTo>
                    <a:pt x="5228444" y="3045017"/>
                  </a:lnTo>
                  <a:lnTo>
                    <a:pt x="5156821" y="3034532"/>
                  </a:lnTo>
                  <a:lnTo>
                    <a:pt x="5085199" y="3023703"/>
                  </a:lnTo>
                  <a:lnTo>
                    <a:pt x="5013576" y="3012519"/>
                  </a:lnTo>
                  <a:lnTo>
                    <a:pt x="4941954" y="3000969"/>
                  </a:lnTo>
                  <a:lnTo>
                    <a:pt x="4870331" y="2989041"/>
                  </a:lnTo>
                  <a:lnTo>
                    <a:pt x="4798709" y="2976722"/>
                  </a:lnTo>
                  <a:lnTo>
                    <a:pt x="4727086" y="2964000"/>
                  </a:lnTo>
                  <a:lnTo>
                    <a:pt x="4655464" y="2950861"/>
                  </a:lnTo>
                  <a:lnTo>
                    <a:pt x="4583841" y="2937292"/>
                  </a:lnTo>
                  <a:lnTo>
                    <a:pt x="4512219" y="2923279"/>
                  </a:lnTo>
                  <a:lnTo>
                    <a:pt x="4440596" y="2908807"/>
                  </a:lnTo>
                  <a:lnTo>
                    <a:pt x="4368974" y="2893860"/>
                  </a:lnTo>
                  <a:lnTo>
                    <a:pt x="4297351" y="2878424"/>
                  </a:lnTo>
                  <a:lnTo>
                    <a:pt x="4225729" y="2862483"/>
                  </a:lnTo>
                  <a:lnTo>
                    <a:pt x="4154106" y="2846020"/>
                  </a:lnTo>
                  <a:lnTo>
                    <a:pt x="4082483" y="2829017"/>
                  </a:lnTo>
                  <a:lnTo>
                    <a:pt x="4010861" y="2811458"/>
                  </a:lnTo>
                  <a:lnTo>
                    <a:pt x="3939238" y="2793323"/>
                  </a:lnTo>
                  <a:lnTo>
                    <a:pt x="3867616" y="2774595"/>
                  </a:lnTo>
                  <a:lnTo>
                    <a:pt x="3795993" y="2755254"/>
                  </a:lnTo>
                  <a:lnTo>
                    <a:pt x="3724371" y="2735279"/>
                  </a:lnTo>
                  <a:lnTo>
                    <a:pt x="3652748" y="2714649"/>
                  </a:lnTo>
                  <a:lnTo>
                    <a:pt x="3581126" y="2693345"/>
                  </a:lnTo>
                  <a:lnTo>
                    <a:pt x="3509503" y="2671342"/>
                  </a:lnTo>
                  <a:lnTo>
                    <a:pt x="3437881" y="2648619"/>
                  </a:lnTo>
                  <a:lnTo>
                    <a:pt x="3366258" y="2625152"/>
                  </a:lnTo>
                  <a:lnTo>
                    <a:pt x="3294636" y="2600916"/>
                  </a:lnTo>
                  <a:lnTo>
                    <a:pt x="3223013" y="2575887"/>
                  </a:lnTo>
                  <a:lnTo>
                    <a:pt x="3151391" y="2550038"/>
                  </a:lnTo>
                  <a:lnTo>
                    <a:pt x="3079768" y="2533281"/>
                  </a:lnTo>
                  <a:lnTo>
                    <a:pt x="3008146" y="2527922"/>
                  </a:lnTo>
                  <a:lnTo>
                    <a:pt x="2936523" y="2522529"/>
                  </a:lnTo>
                  <a:lnTo>
                    <a:pt x="2864901" y="2517101"/>
                  </a:lnTo>
                  <a:lnTo>
                    <a:pt x="2793278" y="2511638"/>
                  </a:lnTo>
                  <a:lnTo>
                    <a:pt x="2721655" y="2506140"/>
                  </a:lnTo>
                  <a:lnTo>
                    <a:pt x="2650033" y="2500606"/>
                  </a:lnTo>
                  <a:lnTo>
                    <a:pt x="2578410" y="2495037"/>
                  </a:lnTo>
                  <a:lnTo>
                    <a:pt x="2506788" y="2489432"/>
                  </a:lnTo>
                  <a:lnTo>
                    <a:pt x="2435165" y="2483791"/>
                  </a:lnTo>
                  <a:lnTo>
                    <a:pt x="2363543" y="2478113"/>
                  </a:lnTo>
                  <a:lnTo>
                    <a:pt x="2291920" y="2472399"/>
                  </a:lnTo>
                  <a:lnTo>
                    <a:pt x="2220298" y="2466648"/>
                  </a:lnTo>
                  <a:lnTo>
                    <a:pt x="2148675" y="2460860"/>
                  </a:lnTo>
                  <a:lnTo>
                    <a:pt x="2077053" y="2455035"/>
                  </a:lnTo>
                  <a:lnTo>
                    <a:pt x="2005430" y="2449172"/>
                  </a:lnTo>
                  <a:lnTo>
                    <a:pt x="1933808" y="2443272"/>
                  </a:lnTo>
                  <a:lnTo>
                    <a:pt x="1862185" y="2437333"/>
                  </a:lnTo>
                  <a:lnTo>
                    <a:pt x="1790563" y="2431357"/>
                  </a:lnTo>
                  <a:lnTo>
                    <a:pt x="1718940" y="2425341"/>
                  </a:lnTo>
                  <a:lnTo>
                    <a:pt x="1647318" y="2419287"/>
                  </a:lnTo>
                  <a:lnTo>
                    <a:pt x="1575695" y="2413194"/>
                  </a:lnTo>
                  <a:lnTo>
                    <a:pt x="1504073" y="2407062"/>
                  </a:lnTo>
                  <a:lnTo>
                    <a:pt x="1432450" y="2400890"/>
                  </a:lnTo>
                  <a:lnTo>
                    <a:pt x="1360827" y="2394679"/>
                  </a:lnTo>
                  <a:lnTo>
                    <a:pt x="1289205" y="2388427"/>
                  </a:lnTo>
                  <a:lnTo>
                    <a:pt x="1217582" y="2382136"/>
                  </a:lnTo>
                  <a:lnTo>
                    <a:pt x="1145960" y="2375803"/>
                  </a:lnTo>
                  <a:lnTo>
                    <a:pt x="1074337" y="2369430"/>
                  </a:lnTo>
                  <a:lnTo>
                    <a:pt x="1002715" y="2363016"/>
                  </a:lnTo>
                  <a:lnTo>
                    <a:pt x="931092" y="2356560"/>
                  </a:lnTo>
                  <a:lnTo>
                    <a:pt x="859470" y="2350063"/>
                  </a:lnTo>
                  <a:lnTo>
                    <a:pt x="787847" y="2343524"/>
                  </a:lnTo>
                  <a:lnTo>
                    <a:pt x="716225" y="2336943"/>
                  </a:lnTo>
                  <a:lnTo>
                    <a:pt x="644602" y="2330320"/>
                  </a:lnTo>
                  <a:lnTo>
                    <a:pt x="572980" y="2323654"/>
                  </a:lnTo>
                  <a:lnTo>
                    <a:pt x="501357" y="2316945"/>
                  </a:lnTo>
                  <a:lnTo>
                    <a:pt x="429735" y="2310193"/>
                  </a:lnTo>
                  <a:lnTo>
                    <a:pt x="358112" y="2303397"/>
                  </a:lnTo>
                  <a:lnTo>
                    <a:pt x="286490" y="2296557"/>
                  </a:lnTo>
                  <a:lnTo>
                    <a:pt x="214867" y="2289674"/>
                  </a:lnTo>
                  <a:lnTo>
                    <a:pt x="143245" y="2282746"/>
                  </a:lnTo>
                  <a:lnTo>
                    <a:pt x="71622" y="2275773"/>
                  </a:lnTo>
                  <a:lnTo>
                    <a:pt x="0" y="226875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192050"/>
              <a:ext cx="7090630" cy="2784536"/>
            </a:xfrm>
            <a:custGeom>
              <a:avLst/>
              <a:pathLst>
                <a:path w="7090630" h="2784536">
                  <a:moveTo>
                    <a:pt x="0" y="0"/>
                  </a:moveTo>
                  <a:lnTo>
                    <a:pt x="71622" y="106711"/>
                  </a:lnTo>
                  <a:lnTo>
                    <a:pt x="143245" y="210039"/>
                  </a:lnTo>
                  <a:lnTo>
                    <a:pt x="214867" y="310090"/>
                  </a:lnTo>
                  <a:lnTo>
                    <a:pt x="286490" y="406969"/>
                  </a:lnTo>
                  <a:lnTo>
                    <a:pt x="358112" y="500775"/>
                  </a:lnTo>
                  <a:lnTo>
                    <a:pt x="429735" y="591607"/>
                  </a:lnTo>
                  <a:lnTo>
                    <a:pt x="501357" y="679559"/>
                  </a:lnTo>
                  <a:lnTo>
                    <a:pt x="572980" y="764721"/>
                  </a:lnTo>
                  <a:lnTo>
                    <a:pt x="644602" y="847183"/>
                  </a:lnTo>
                  <a:lnTo>
                    <a:pt x="716225" y="927031"/>
                  </a:lnTo>
                  <a:lnTo>
                    <a:pt x="787847" y="1004346"/>
                  </a:lnTo>
                  <a:lnTo>
                    <a:pt x="859470" y="1079209"/>
                  </a:lnTo>
                  <a:lnTo>
                    <a:pt x="931092" y="1151699"/>
                  </a:lnTo>
                  <a:lnTo>
                    <a:pt x="1002715" y="1221890"/>
                  </a:lnTo>
                  <a:lnTo>
                    <a:pt x="1074337" y="1289855"/>
                  </a:lnTo>
                  <a:lnTo>
                    <a:pt x="1145960" y="1355665"/>
                  </a:lnTo>
                  <a:lnTo>
                    <a:pt x="1217582" y="1419388"/>
                  </a:lnTo>
                  <a:lnTo>
                    <a:pt x="1289205" y="1481090"/>
                  </a:lnTo>
                  <a:lnTo>
                    <a:pt x="1360827" y="1540836"/>
                  </a:lnTo>
                  <a:lnTo>
                    <a:pt x="1432450" y="1598687"/>
                  </a:lnTo>
                  <a:lnTo>
                    <a:pt x="1504073" y="1654704"/>
                  </a:lnTo>
                  <a:lnTo>
                    <a:pt x="1575695" y="1708944"/>
                  </a:lnTo>
                  <a:lnTo>
                    <a:pt x="1647318" y="1761465"/>
                  </a:lnTo>
                  <a:lnTo>
                    <a:pt x="1718940" y="1812320"/>
                  </a:lnTo>
                  <a:lnTo>
                    <a:pt x="1790563" y="1861562"/>
                  </a:lnTo>
                  <a:lnTo>
                    <a:pt x="1862185" y="1909243"/>
                  </a:lnTo>
                  <a:lnTo>
                    <a:pt x="1933808" y="1955412"/>
                  </a:lnTo>
                  <a:lnTo>
                    <a:pt x="2005430" y="2000117"/>
                  </a:lnTo>
                  <a:lnTo>
                    <a:pt x="2077053" y="2043404"/>
                  </a:lnTo>
                  <a:lnTo>
                    <a:pt x="2148675" y="2085319"/>
                  </a:lnTo>
                  <a:lnTo>
                    <a:pt x="2220298" y="2125904"/>
                  </a:lnTo>
                  <a:lnTo>
                    <a:pt x="2291920" y="2165202"/>
                  </a:lnTo>
                  <a:lnTo>
                    <a:pt x="2363543" y="2203255"/>
                  </a:lnTo>
                  <a:lnTo>
                    <a:pt x="2435165" y="2240100"/>
                  </a:lnTo>
                  <a:lnTo>
                    <a:pt x="2506788" y="2275778"/>
                  </a:lnTo>
                  <a:lnTo>
                    <a:pt x="2578410" y="2310324"/>
                  </a:lnTo>
                  <a:lnTo>
                    <a:pt x="2650033" y="2343774"/>
                  </a:lnTo>
                  <a:lnTo>
                    <a:pt x="2721655" y="2376164"/>
                  </a:lnTo>
                  <a:lnTo>
                    <a:pt x="2793278" y="2407527"/>
                  </a:lnTo>
                  <a:lnTo>
                    <a:pt x="2864901" y="2437895"/>
                  </a:lnTo>
                  <a:lnTo>
                    <a:pt x="2936523" y="2467300"/>
                  </a:lnTo>
                  <a:lnTo>
                    <a:pt x="3008146" y="2495773"/>
                  </a:lnTo>
                  <a:lnTo>
                    <a:pt x="3079768" y="2523342"/>
                  </a:lnTo>
                  <a:lnTo>
                    <a:pt x="3151391" y="2538605"/>
                  </a:lnTo>
                  <a:lnTo>
                    <a:pt x="3223013" y="2543896"/>
                  </a:lnTo>
                  <a:lnTo>
                    <a:pt x="3294636" y="2549152"/>
                  </a:lnTo>
                  <a:lnTo>
                    <a:pt x="3366258" y="2554375"/>
                  </a:lnTo>
                  <a:lnTo>
                    <a:pt x="3437881" y="2559565"/>
                  </a:lnTo>
                  <a:lnTo>
                    <a:pt x="3509503" y="2564721"/>
                  </a:lnTo>
                  <a:lnTo>
                    <a:pt x="3581126" y="2569844"/>
                  </a:lnTo>
                  <a:lnTo>
                    <a:pt x="3652748" y="2574934"/>
                  </a:lnTo>
                  <a:lnTo>
                    <a:pt x="3724371" y="2579992"/>
                  </a:lnTo>
                  <a:lnTo>
                    <a:pt x="3795993" y="2585018"/>
                  </a:lnTo>
                  <a:lnTo>
                    <a:pt x="3867616" y="2590011"/>
                  </a:lnTo>
                  <a:lnTo>
                    <a:pt x="3939238" y="2594972"/>
                  </a:lnTo>
                  <a:lnTo>
                    <a:pt x="4010861" y="2599902"/>
                  </a:lnTo>
                  <a:lnTo>
                    <a:pt x="4082483" y="2604800"/>
                  </a:lnTo>
                  <a:lnTo>
                    <a:pt x="4154106" y="2609667"/>
                  </a:lnTo>
                  <a:lnTo>
                    <a:pt x="4225729" y="2614502"/>
                  </a:lnTo>
                  <a:lnTo>
                    <a:pt x="4297351" y="2619307"/>
                  </a:lnTo>
                  <a:lnTo>
                    <a:pt x="4368974" y="2624081"/>
                  </a:lnTo>
                  <a:lnTo>
                    <a:pt x="4440596" y="2628824"/>
                  </a:lnTo>
                  <a:lnTo>
                    <a:pt x="4512219" y="2633537"/>
                  </a:lnTo>
                  <a:lnTo>
                    <a:pt x="4583841" y="2638220"/>
                  </a:lnTo>
                  <a:lnTo>
                    <a:pt x="4655464" y="2642873"/>
                  </a:lnTo>
                  <a:lnTo>
                    <a:pt x="4727086" y="2647496"/>
                  </a:lnTo>
                  <a:lnTo>
                    <a:pt x="4798709" y="2652089"/>
                  </a:lnTo>
                  <a:lnTo>
                    <a:pt x="4870331" y="2656653"/>
                  </a:lnTo>
                  <a:lnTo>
                    <a:pt x="4941954" y="2661188"/>
                  </a:lnTo>
                  <a:lnTo>
                    <a:pt x="5013576" y="2665694"/>
                  </a:lnTo>
                  <a:lnTo>
                    <a:pt x="5085199" y="2670171"/>
                  </a:lnTo>
                  <a:lnTo>
                    <a:pt x="5156821" y="2674619"/>
                  </a:lnTo>
                  <a:lnTo>
                    <a:pt x="5228444" y="2679039"/>
                  </a:lnTo>
                  <a:lnTo>
                    <a:pt x="5300066" y="2683430"/>
                  </a:lnTo>
                  <a:lnTo>
                    <a:pt x="5371689" y="2687794"/>
                  </a:lnTo>
                  <a:lnTo>
                    <a:pt x="5443311" y="2692129"/>
                  </a:lnTo>
                  <a:lnTo>
                    <a:pt x="5514934" y="2696437"/>
                  </a:lnTo>
                  <a:lnTo>
                    <a:pt x="5586557" y="2700717"/>
                  </a:lnTo>
                  <a:lnTo>
                    <a:pt x="5658179" y="2704970"/>
                  </a:lnTo>
                  <a:lnTo>
                    <a:pt x="5729802" y="2709196"/>
                  </a:lnTo>
                  <a:lnTo>
                    <a:pt x="5801424" y="2713394"/>
                  </a:lnTo>
                  <a:lnTo>
                    <a:pt x="5873047" y="2717566"/>
                  </a:lnTo>
                  <a:lnTo>
                    <a:pt x="5944669" y="2721711"/>
                  </a:lnTo>
                  <a:lnTo>
                    <a:pt x="6016292" y="2725829"/>
                  </a:lnTo>
                  <a:lnTo>
                    <a:pt x="6087914" y="2729922"/>
                  </a:lnTo>
                  <a:lnTo>
                    <a:pt x="6159537" y="2733987"/>
                  </a:lnTo>
                  <a:lnTo>
                    <a:pt x="6231159" y="2738027"/>
                  </a:lnTo>
                  <a:lnTo>
                    <a:pt x="6302782" y="2742041"/>
                  </a:lnTo>
                  <a:lnTo>
                    <a:pt x="6374404" y="2746030"/>
                  </a:lnTo>
                  <a:lnTo>
                    <a:pt x="6446027" y="2749992"/>
                  </a:lnTo>
                  <a:lnTo>
                    <a:pt x="6517649" y="2753930"/>
                  </a:lnTo>
                  <a:lnTo>
                    <a:pt x="6589272" y="2757842"/>
                  </a:lnTo>
                  <a:lnTo>
                    <a:pt x="6660894" y="2761729"/>
                  </a:lnTo>
                  <a:lnTo>
                    <a:pt x="6732517" y="2765592"/>
                  </a:lnTo>
                  <a:lnTo>
                    <a:pt x="6804139" y="2769429"/>
                  </a:lnTo>
                  <a:lnTo>
                    <a:pt x="6875762" y="2773242"/>
                  </a:lnTo>
                  <a:lnTo>
                    <a:pt x="6947385" y="2777031"/>
                  </a:lnTo>
                  <a:lnTo>
                    <a:pt x="7019007" y="2780795"/>
                  </a:lnTo>
                  <a:lnTo>
                    <a:pt x="7090630" y="27845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460806"/>
              <a:ext cx="7090630" cy="957916"/>
            </a:xfrm>
            <a:custGeom>
              <a:avLst/>
              <a:pathLst>
                <a:path w="7090630" h="957916">
                  <a:moveTo>
                    <a:pt x="7090630" y="957916"/>
                  </a:moveTo>
                  <a:lnTo>
                    <a:pt x="7019007" y="953379"/>
                  </a:lnTo>
                  <a:lnTo>
                    <a:pt x="6947385" y="948694"/>
                  </a:lnTo>
                  <a:lnTo>
                    <a:pt x="6875762" y="943856"/>
                  </a:lnTo>
                  <a:lnTo>
                    <a:pt x="6804139" y="938859"/>
                  </a:lnTo>
                  <a:lnTo>
                    <a:pt x="6732517" y="933698"/>
                  </a:lnTo>
                  <a:lnTo>
                    <a:pt x="6660894" y="928368"/>
                  </a:lnTo>
                  <a:lnTo>
                    <a:pt x="6589272" y="922864"/>
                  </a:lnTo>
                  <a:lnTo>
                    <a:pt x="6517649" y="917179"/>
                  </a:lnTo>
                  <a:lnTo>
                    <a:pt x="6446027" y="911309"/>
                  </a:lnTo>
                  <a:lnTo>
                    <a:pt x="6374404" y="905246"/>
                  </a:lnTo>
                  <a:lnTo>
                    <a:pt x="6302782" y="898984"/>
                  </a:lnTo>
                  <a:lnTo>
                    <a:pt x="6231159" y="892518"/>
                  </a:lnTo>
                  <a:lnTo>
                    <a:pt x="6159537" y="885839"/>
                  </a:lnTo>
                  <a:lnTo>
                    <a:pt x="6087914" y="878942"/>
                  </a:lnTo>
                  <a:lnTo>
                    <a:pt x="6016292" y="871819"/>
                  </a:lnTo>
                  <a:lnTo>
                    <a:pt x="5944669" y="864463"/>
                  </a:lnTo>
                  <a:lnTo>
                    <a:pt x="5873047" y="856866"/>
                  </a:lnTo>
                  <a:lnTo>
                    <a:pt x="5801424" y="849020"/>
                  </a:lnTo>
                  <a:lnTo>
                    <a:pt x="5729802" y="840918"/>
                  </a:lnTo>
                  <a:lnTo>
                    <a:pt x="5658179" y="832549"/>
                  </a:lnTo>
                  <a:lnTo>
                    <a:pt x="5586557" y="823907"/>
                  </a:lnTo>
                  <a:lnTo>
                    <a:pt x="5514934" y="814982"/>
                  </a:lnTo>
                  <a:lnTo>
                    <a:pt x="5443311" y="805764"/>
                  </a:lnTo>
                  <a:lnTo>
                    <a:pt x="5371689" y="796245"/>
                  </a:lnTo>
                  <a:lnTo>
                    <a:pt x="5300066" y="786414"/>
                  </a:lnTo>
                  <a:lnTo>
                    <a:pt x="5228444" y="776261"/>
                  </a:lnTo>
                  <a:lnTo>
                    <a:pt x="5156821" y="765775"/>
                  </a:lnTo>
                  <a:lnTo>
                    <a:pt x="5085199" y="754946"/>
                  </a:lnTo>
                  <a:lnTo>
                    <a:pt x="5013576" y="743763"/>
                  </a:lnTo>
                  <a:lnTo>
                    <a:pt x="4941954" y="732213"/>
                  </a:lnTo>
                  <a:lnTo>
                    <a:pt x="4870331" y="720285"/>
                  </a:lnTo>
                  <a:lnTo>
                    <a:pt x="4798709" y="707966"/>
                  </a:lnTo>
                  <a:lnTo>
                    <a:pt x="4727086" y="695244"/>
                  </a:lnTo>
                  <a:lnTo>
                    <a:pt x="4655464" y="682105"/>
                  </a:lnTo>
                  <a:lnTo>
                    <a:pt x="4583841" y="668536"/>
                  </a:lnTo>
                  <a:lnTo>
                    <a:pt x="4512219" y="654523"/>
                  </a:lnTo>
                  <a:lnTo>
                    <a:pt x="4440596" y="640050"/>
                  </a:lnTo>
                  <a:lnTo>
                    <a:pt x="4368974" y="625104"/>
                  </a:lnTo>
                  <a:lnTo>
                    <a:pt x="4297351" y="609668"/>
                  </a:lnTo>
                  <a:lnTo>
                    <a:pt x="4225729" y="593727"/>
                  </a:lnTo>
                  <a:lnTo>
                    <a:pt x="4154106" y="577263"/>
                  </a:lnTo>
                  <a:lnTo>
                    <a:pt x="4082483" y="560261"/>
                  </a:lnTo>
                  <a:lnTo>
                    <a:pt x="4010861" y="542701"/>
                  </a:lnTo>
                  <a:lnTo>
                    <a:pt x="3939238" y="524567"/>
                  </a:lnTo>
                  <a:lnTo>
                    <a:pt x="3867616" y="505839"/>
                  </a:lnTo>
                  <a:lnTo>
                    <a:pt x="3795993" y="486497"/>
                  </a:lnTo>
                  <a:lnTo>
                    <a:pt x="3724371" y="466522"/>
                  </a:lnTo>
                  <a:lnTo>
                    <a:pt x="3652748" y="445893"/>
                  </a:lnTo>
                  <a:lnTo>
                    <a:pt x="3581126" y="424588"/>
                  </a:lnTo>
                  <a:lnTo>
                    <a:pt x="3509503" y="402586"/>
                  </a:lnTo>
                  <a:lnTo>
                    <a:pt x="3437881" y="379863"/>
                  </a:lnTo>
                  <a:lnTo>
                    <a:pt x="3366258" y="356396"/>
                  </a:lnTo>
                  <a:lnTo>
                    <a:pt x="3294636" y="332160"/>
                  </a:lnTo>
                  <a:lnTo>
                    <a:pt x="3223013" y="307131"/>
                  </a:lnTo>
                  <a:lnTo>
                    <a:pt x="3151391" y="281282"/>
                  </a:lnTo>
                  <a:lnTo>
                    <a:pt x="3079768" y="264525"/>
                  </a:lnTo>
                  <a:lnTo>
                    <a:pt x="3008146" y="259166"/>
                  </a:lnTo>
                  <a:lnTo>
                    <a:pt x="2936523" y="253773"/>
                  </a:lnTo>
                  <a:lnTo>
                    <a:pt x="2864901" y="248345"/>
                  </a:lnTo>
                  <a:lnTo>
                    <a:pt x="2793278" y="242882"/>
                  </a:lnTo>
                  <a:lnTo>
                    <a:pt x="2721655" y="237384"/>
                  </a:lnTo>
                  <a:lnTo>
                    <a:pt x="2650033" y="231850"/>
                  </a:lnTo>
                  <a:lnTo>
                    <a:pt x="2578410" y="226281"/>
                  </a:lnTo>
                  <a:lnTo>
                    <a:pt x="2506788" y="220676"/>
                  </a:lnTo>
                  <a:lnTo>
                    <a:pt x="2435165" y="215034"/>
                  </a:lnTo>
                  <a:lnTo>
                    <a:pt x="2363543" y="209357"/>
                  </a:lnTo>
                  <a:lnTo>
                    <a:pt x="2291920" y="203643"/>
                  </a:lnTo>
                  <a:lnTo>
                    <a:pt x="2220298" y="197892"/>
                  </a:lnTo>
                  <a:lnTo>
                    <a:pt x="2148675" y="192104"/>
                  </a:lnTo>
                  <a:lnTo>
                    <a:pt x="2077053" y="186279"/>
                  </a:lnTo>
                  <a:lnTo>
                    <a:pt x="2005430" y="180416"/>
                  </a:lnTo>
                  <a:lnTo>
                    <a:pt x="1933808" y="174516"/>
                  </a:lnTo>
                  <a:lnTo>
                    <a:pt x="1862185" y="168577"/>
                  </a:lnTo>
                  <a:lnTo>
                    <a:pt x="1790563" y="162600"/>
                  </a:lnTo>
                  <a:lnTo>
                    <a:pt x="1718940" y="156585"/>
                  </a:lnTo>
                  <a:lnTo>
                    <a:pt x="1647318" y="150531"/>
                  </a:lnTo>
                  <a:lnTo>
                    <a:pt x="1575695" y="144438"/>
                  </a:lnTo>
                  <a:lnTo>
                    <a:pt x="1504073" y="138306"/>
                  </a:lnTo>
                  <a:lnTo>
                    <a:pt x="1432450" y="132134"/>
                  </a:lnTo>
                  <a:lnTo>
                    <a:pt x="1360827" y="125922"/>
                  </a:lnTo>
                  <a:lnTo>
                    <a:pt x="1289205" y="119671"/>
                  </a:lnTo>
                  <a:lnTo>
                    <a:pt x="1217582" y="113379"/>
                  </a:lnTo>
                  <a:lnTo>
                    <a:pt x="1145960" y="107047"/>
                  </a:lnTo>
                  <a:lnTo>
                    <a:pt x="1074337" y="100674"/>
                  </a:lnTo>
                  <a:lnTo>
                    <a:pt x="1002715" y="94259"/>
                  </a:lnTo>
                  <a:lnTo>
                    <a:pt x="931092" y="87804"/>
                  </a:lnTo>
                  <a:lnTo>
                    <a:pt x="859470" y="81307"/>
                  </a:lnTo>
                  <a:lnTo>
                    <a:pt x="787847" y="74768"/>
                  </a:lnTo>
                  <a:lnTo>
                    <a:pt x="716225" y="68187"/>
                  </a:lnTo>
                  <a:lnTo>
                    <a:pt x="644602" y="61564"/>
                  </a:lnTo>
                  <a:lnTo>
                    <a:pt x="572980" y="54897"/>
                  </a:lnTo>
                  <a:lnTo>
                    <a:pt x="501357" y="48188"/>
                  </a:lnTo>
                  <a:lnTo>
                    <a:pt x="429735" y="41436"/>
                  </a:lnTo>
                  <a:lnTo>
                    <a:pt x="358112" y="34640"/>
                  </a:lnTo>
                  <a:lnTo>
                    <a:pt x="286490" y="27801"/>
                  </a:lnTo>
                  <a:lnTo>
                    <a:pt x="214867" y="20917"/>
                  </a:lnTo>
                  <a:lnTo>
                    <a:pt x="143245" y="13989"/>
                  </a:lnTo>
                  <a:lnTo>
                    <a:pt x="71622" y="701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636377"/>
              <a:ext cx="7090630" cy="1637257"/>
            </a:xfrm>
            <a:custGeom>
              <a:avLst/>
              <a:pathLst>
                <a:path w="7090630" h="1637257">
                  <a:moveTo>
                    <a:pt x="0" y="0"/>
                  </a:moveTo>
                  <a:lnTo>
                    <a:pt x="71622" y="36759"/>
                  </a:lnTo>
                  <a:lnTo>
                    <a:pt x="143245" y="72815"/>
                  </a:lnTo>
                  <a:lnTo>
                    <a:pt x="214867" y="108181"/>
                  </a:lnTo>
                  <a:lnTo>
                    <a:pt x="286490" y="142871"/>
                  </a:lnTo>
                  <a:lnTo>
                    <a:pt x="358112" y="176896"/>
                  </a:lnTo>
                  <a:lnTo>
                    <a:pt x="429735" y="210270"/>
                  </a:lnTo>
                  <a:lnTo>
                    <a:pt x="501357" y="243006"/>
                  </a:lnTo>
                  <a:lnTo>
                    <a:pt x="572980" y="275115"/>
                  </a:lnTo>
                  <a:lnTo>
                    <a:pt x="644602" y="306610"/>
                  </a:lnTo>
                  <a:lnTo>
                    <a:pt x="716225" y="337502"/>
                  </a:lnTo>
                  <a:lnTo>
                    <a:pt x="787847" y="367803"/>
                  </a:lnTo>
                  <a:lnTo>
                    <a:pt x="859470" y="397524"/>
                  </a:lnTo>
                  <a:lnTo>
                    <a:pt x="931092" y="426676"/>
                  </a:lnTo>
                  <a:lnTo>
                    <a:pt x="1002715" y="455270"/>
                  </a:lnTo>
                  <a:lnTo>
                    <a:pt x="1074337" y="483317"/>
                  </a:lnTo>
                  <a:lnTo>
                    <a:pt x="1145960" y="510827"/>
                  </a:lnTo>
                  <a:lnTo>
                    <a:pt x="1217582" y="537811"/>
                  </a:lnTo>
                  <a:lnTo>
                    <a:pt x="1289205" y="564279"/>
                  </a:lnTo>
                  <a:lnTo>
                    <a:pt x="1360827" y="590240"/>
                  </a:lnTo>
                  <a:lnTo>
                    <a:pt x="1432450" y="615704"/>
                  </a:lnTo>
                  <a:lnTo>
                    <a:pt x="1504073" y="640681"/>
                  </a:lnTo>
                  <a:lnTo>
                    <a:pt x="1575695" y="665180"/>
                  </a:lnTo>
                  <a:lnTo>
                    <a:pt x="1647318" y="689210"/>
                  </a:lnTo>
                  <a:lnTo>
                    <a:pt x="1718940" y="712780"/>
                  </a:lnTo>
                  <a:lnTo>
                    <a:pt x="1790563" y="735899"/>
                  </a:lnTo>
                  <a:lnTo>
                    <a:pt x="1862185" y="758576"/>
                  </a:lnTo>
                  <a:lnTo>
                    <a:pt x="1933808" y="780819"/>
                  </a:lnTo>
                  <a:lnTo>
                    <a:pt x="2005430" y="802636"/>
                  </a:lnTo>
                  <a:lnTo>
                    <a:pt x="2077053" y="824035"/>
                  </a:lnTo>
                  <a:lnTo>
                    <a:pt x="2148675" y="845025"/>
                  </a:lnTo>
                  <a:lnTo>
                    <a:pt x="2220298" y="865614"/>
                  </a:lnTo>
                  <a:lnTo>
                    <a:pt x="2291920" y="885808"/>
                  </a:lnTo>
                  <a:lnTo>
                    <a:pt x="2363543" y="905616"/>
                  </a:lnTo>
                  <a:lnTo>
                    <a:pt x="2435165" y="925045"/>
                  </a:lnTo>
                  <a:lnTo>
                    <a:pt x="2506788" y="944102"/>
                  </a:lnTo>
                  <a:lnTo>
                    <a:pt x="2578410" y="962794"/>
                  </a:lnTo>
                  <a:lnTo>
                    <a:pt x="2650033" y="981129"/>
                  </a:lnTo>
                  <a:lnTo>
                    <a:pt x="2721655" y="999113"/>
                  </a:lnTo>
                  <a:lnTo>
                    <a:pt x="2793278" y="1016752"/>
                  </a:lnTo>
                  <a:lnTo>
                    <a:pt x="2864901" y="1034054"/>
                  </a:lnTo>
                  <a:lnTo>
                    <a:pt x="2936523" y="1051025"/>
                  </a:lnTo>
                  <a:lnTo>
                    <a:pt x="3008146" y="1067672"/>
                  </a:lnTo>
                  <a:lnTo>
                    <a:pt x="3079768" y="1083999"/>
                  </a:lnTo>
                  <a:lnTo>
                    <a:pt x="3151391" y="1100014"/>
                  </a:lnTo>
                  <a:lnTo>
                    <a:pt x="3223013" y="1115723"/>
                  </a:lnTo>
                  <a:lnTo>
                    <a:pt x="3294636" y="1131131"/>
                  </a:lnTo>
                  <a:lnTo>
                    <a:pt x="3366258" y="1146244"/>
                  </a:lnTo>
                  <a:lnTo>
                    <a:pt x="3437881" y="1161068"/>
                  </a:lnTo>
                  <a:lnTo>
                    <a:pt x="3509503" y="1175609"/>
                  </a:lnTo>
                  <a:lnTo>
                    <a:pt x="3581126" y="1189871"/>
                  </a:lnTo>
                  <a:lnTo>
                    <a:pt x="3652748" y="1203860"/>
                  </a:lnTo>
                  <a:lnTo>
                    <a:pt x="3724371" y="1217581"/>
                  </a:lnTo>
                  <a:lnTo>
                    <a:pt x="3795993" y="1231040"/>
                  </a:lnTo>
                  <a:lnTo>
                    <a:pt x="3867616" y="1244241"/>
                  </a:lnTo>
                  <a:lnTo>
                    <a:pt x="3939238" y="1257190"/>
                  </a:lnTo>
                  <a:lnTo>
                    <a:pt x="4010861" y="1269891"/>
                  </a:lnTo>
                  <a:lnTo>
                    <a:pt x="4082483" y="1282348"/>
                  </a:lnTo>
                  <a:lnTo>
                    <a:pt x="4154106" y="1294568"/>
                  </a:lnTo>
                  <a:lnTo>
                    <a:pt x="4225729" y="1306553"/>
                  </a:lnTo>
                  <a:lnTo>
                    <a:pt x="4297351" y="1318309"/>
                  </a:lnTo>
                  <a:lnTo>
                    <a:pt x="4368974" y="1329841"/>
                  </a:lnTo>
                  <a:lnTo>
                    <a:pt x="4440596" y="1341151"/>
                  </a:lnTo>
                  <a:lnTo>
                    <a:pt x="4512219" y="1352245"/>
                  </a:lnTo>
                  <a:lnTo>
                    <a:pt x="4583841" y="1363127"/>
                  </a:lnTo>
                  <a:lnTo>
                    <a:pt x="4655464" y="1373800"/>
                  </a:lnTo>
                  <a:lnTo>
                    <a:pt x="4727086" y="1384270"/>
                  </a:lnTo>
                  <a:lnTo>
                    <a:pt x="4798709" y="1394539"/>
                  </a:lnTo>
                  <a:lnTo>
                    <a:pt x="4870331" y="1404611"/>
                  </a:lnTo>
                  <a:lnTo>
                    <a:pt x="4941954" y="1414491"/>
                  </a:lnTo>
                  <a:lnTo>
                    <a:pt x="5013576" y="1424181"/>
                  </a:lnTo>
                  <a:lnTo>
                    <a:pt x="5085199" y="1433686"/>
                  </a:lnTo>
                  <a:lnTo>
                    <a:pt x="5156821" y="1443010"/>
                  </a:lnTo>
                  <a:lnTo>
                    <a:pt x="5228444" y="1452154"/>
                  </a:lnTo>
                  <a:lnTo>
                    <a:pt x="5300066" y="1461124"/>
                  </a:lnTo>
                  <a:lnTo>
                    <a:pt x="5371689" y="1469922"/>
                  </a:lnTo>
                  <a:lnTo>
                    <a:pt x="5443311" y="1478552"/>
                  </a:lnTo>
                  <a:lnTo>
                    <a:pt x="5514934" y="1487017"/>
                  </a:lnTo>
                  <a:lnTo>
                    <a:pt x="5586557" y="1495319"/>
                  </a:lnTo>
                  <a:lnTo>
                    <a:pt x="5658179" y="1503463"/>
                  </a:lnTo>
                  <a:lnTo>
                    <a:pt x="5729802" y="1511451"/>
                  </a:lnTo>
                  <a:lnTo>
                    <a:pt x="5801424" y="1519286"/>
                  </a:lnTo>
                  <a:lnTo>
                    <a:pt x="5873047" y="1526971"/>
                  </a:lnTo>
                  <a:lnTo>
                    <a:pt x="5944669" y="1534509"/>
                  </a:lnTo>
                  <a:lnTo>
                    <a:pt x="6016292" y="1541903"/>
                  </a:lnTo>
                  <a:lnTo>
                    <a:pt x="6087914" y="1549155"/>
                  </a:lnTo>
                  <a:lnTo>
                    <a:pt x="6159537" y="1556269"/>
                  </a:lnTo>
                  <a:lnTo>
                    <a:pt x="6231159" y="1563246"/>
                  </a:lnTo>
                  <a:lnTo>
                    <a:pt x="6302782" y="1570090"/>
                  </a:lnTo>
                  <a:lnTo>
                    <a:pt x="6374404" y="1576803"/>
                  </a:lnTo>
                  <a:lnTo>
                    <a:pt x="6446027" y="1583387"/>
                  </a:lnTo>
                  <a:lnTo>
                    <a:pt x="6517649" y="1589846"/>
                  </a:lnTo>
                  <a:lnTo>
                    <a:pt x="6589272" y="1596181"/>
                  </a:lnTo>
                  <a:lnTo>
                    <a:pt x="6660894" y="1602394"/>
                  </a:lnTo>
                  <a:lnTo>
                    <a:pt x="6732517" y="1608489"/>
                  </a:lnTo>
                  <a:lnTo>
                    <a:pt x="6804139" y="1614467"/>
                  </a:lnTo>
                  <a:lnTo>
                    <a:pt x="6875762" y="1620331"/>
                  </a:lnTo>
                  <a:lnTo>
                    <a:pt x="6947385" y="1626082"/>
                  </a:lnTo>
                  <a:lnTo>
                    <a:pt x="7019007" y="1631723"/>
                  </a:lnTo>
                  <a:lnTo>
                    <a:pt x="7090630" y="163725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1.26 (1.08-1.48), p_Bonf = 0.020 (n = 6)  |  per IQR decline (Δ = 28.0 %): 1.92 (1.24-2.98)  |  IQR: [-30.0, -2.0]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08198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2026-09-28T17:00:41Z</dcterms:modified>
  <cp:category/>
</cp:coreProperties>
</file>