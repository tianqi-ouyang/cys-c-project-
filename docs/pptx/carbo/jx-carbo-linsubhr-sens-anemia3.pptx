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67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780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882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298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08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772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83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7933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8035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185872"/>
              <a:ext cx="6964104" cy="1164430"/>
            </a:xfrm>
            <a:custGeom>
              <a:avLst/>
              <a:pathLst>
                <a:path w="6964104" h="1164430">
                  <a:moveTo>
                    <a:pt x="0" y="0"/>
                  </a:moveTo>
                  <a:lnTo>
                    <a:pt x="70344" y="38509"/>
                  </a:lnTo>
                  <a:lnTo>
                    <a:pt x="140688" y="75798"/>
                  </a:lnTo>
                  <a:lnTo>
                    <a:pt x="211033" y="111904"/>
                  </a:lnTo>
                  <a:lnTo>
                    <a:pt x="281377" y="146865"/>
                  </a:lnTo>
                  <a:lnTo>
                    <a:pt x="351722" y="180718"/>
                  </a:lnTo>
                  <a:lnTo>
                    <a:pt x="422066" y="213497"/>
                  </a:lnTo>
                  <a:lnTo>
                    <a:pt x="492411" y="245236"/>
                  </a:lnTo>
                  <a:lnTo>
                    <a:pt x="562755" y="275970"/>
                  </a:lnTo>
                  <a:lnTo>
                    <a:pt x="633100" y="305728"/>
                  </a:lnTo>
                  <a:lnTo>
                    <a:pt x="703444" y="334543"/>
                  </a:lnTo>
                  <a:lnTo>
                    <a:pt x="773789" y="362444"/>
                  </a:lnTo>
                  <a:lnTo>
                    <a:pt x="844133" y="389461"/>
                  </a:lnTo>
                  <a:lnTo>
                    <a:pt x="914478" y="415621"/>
                  </a:lnTo>
                  <a:lnTo>
                    <a:pt x="984822" y="440951"/>
                  </a:lnTo>
                  <a:lnTo>
                    <a:pt x="1055167" y="465478"/>
                  </a:lnTo>
                  <a:lnTo>
                    <a:pt x="1125511" y="489227"/>
                  </a:lnTo>
                  <a:lnTo>
                    <a:pt x="1195856" y="512223"/>
                  </a:lnTo>
                  <a:lnTo>
                    <a:pt x="1266200" y="534490"/>
                  </a:lnTo>
                  <a:lnTo>
                    <a:pt x="1336545" y="556051"/>
                  </a:lnTo>
                  <a:lnTo>
                    <a:pt x="1406889" y="576928"/>
                  </a:lnTo>
                  <a:lnTo>
                    <a:pt x="1477234" y="597143"/>
                  </a:lnTo>
                  <a:lnTo>
                    <a:pt x="1547578" y="616717"/>
                  </a:lnTo>
                  <a:lnTo>
                    <a:pt x="1617923" y="635671"/>
                  </a:lnTo>
                  <a:lnTo>
                    <a:pt x="1688267" y="654023"/>
                  </a:lnTo>
                  <a:lnTo>
                    <a:pt x="1758612" y="671794"/>
                  </a:lnTo>
                  <a:lnTo>
                    <a:pt x="1828956" y="689001"/>
                  </a:lnTo>
                  <a:lnTo>
                    <a:pt x="1899301" y="705662"/>
                  </a:lnTo>
                  <a:lnTo>
                    <a:pt x="1969645" y="721795"/>
                  </a:lnTo>
                  <a:lnTo>
                    <a:pt x="2039990" y="737416"/>
                  </a:lnTo>
                  <a:lnTo>
                    <a:pt x="2110334" y="752542"/>
                  </a:lnTo>
                  <a:lnTo>
                    <a:pt x="2180679" y="767188"/>
                  </a:lnTo>
                  <a:lnTo>
                    <a:pt x="2251023" y="781370"/>
                  </a:lnTo>
                  <a:lnTo>
                    <a:pt x="2321368" y="795103"/>
                  </a:lnTo>
                  <a:lnTo>
                    <a:pt x="2391712" y="808399"/>
                  </a:lnTo>
                  <a:lnTo>
                    <a:pt x="2462057" y="821274"/>
                  </a:lnTo>
                  <a:lnTo>
                    <a:pt x="2532401" y="833741"/>
                  </a:lnTo>
                  <a:lnTo>
                    <a:pt x="2602746" y="845813"/>
                  </a:lnTo>
                  <a:lnTo>
                    <a:pt x="2673090" y="857501"/>
                  </a:lnTo>
                  <a:lnTo>
                    <a:pt x="2743435" y="868819"/>
                  </a:lnTo>
                  <a:lnTo>
                    <a:pt x="2813779" y="879779"/>
                  </a:lnTo>
                  <a:lnTo>
                    <a:pt x="2884124" y="890390"/>
                  </a:lnTo>
                  <a:lnTo>
                    <a:pt x="2954468" y="900665"/>
                  </a:lnTo>
                  <a:lnTo>
                    <a:pt x="3024813" y="910615"/>
                  </a:lnTo>
                  <a:lnTo>
                    <a:pt x="3095157" y="916123"/>
                  </a:lnTo>
                  <a:lnTo>
                    <a:pt x="3165502" y="918032"/>
                  </a:lnTo>
                  <a:lnTo>
                    <a:pt x="3235846" y="919929"/>
                  </a:lnTo>
                  <a:lnTo>
                    <a:pt x="3306191" y="921814"/>
                  </a:lnTo>
                  <a:lnTo>
                    <a:pt x="3376535" y="923686"/>
                  </a:lnTo>
                  <a:lnTo>
                    <a:pt x="3446880" y="925547"/>
                  </a:lnTo>
                  <a:lnTo>
                    <a:pt x="3517224" y="927396"/>
                  </a:lnTo>
                  <a:lnTo>
                    <a:pt x="3587569" y="929233"/>
                  </a:lnTo>
                  <a:lnTo>
                    <a:pt x="3657913" y="931058"/>
                  </a:lnTo>
                  <a:lnTo>
                    <a:pt x="3728257" y="932872"/>
                  </a:lnTo>
                  <a:lnTo>
                    <a:pt x="3798602" y="934674"/>
                  </a:lnTo>
                  <a:lnTo>
                    <a:pt x="3868946" y="936464"/>
                  </a:lnTo>
                  <a:lnTo>
                    <a:pt x="3939291" y="938243"/>
                  </a:lnTo>
                  <a:lnTo>
                    <a:pt x="4009635" y="940011"/>
                  </a:lnTo>
                  <a:lnTo>
                    <a:pt x="4079980" y="941767"/>
                  </a:lnTo>
                  <a:lnTo>
                    <a:pt x="4150324" y="943512"/>
                  </a:lnTo>
                  <a:lnTo>
                    <a:pt x="4220669" y="945246"/>
                  </a:lnTo>
                  <a:lnTo>
                    <a:pt x="4291013" y="946969"/>
                  </a:lnTo>
                  <a:lnTo>
                    <a:pt x="4361358" y="948680"/>
                  </a:lnTo>
                  <a:lnTo>
                    <a:pt x="4431702" y="950381"/>
                  </a:lnTo>
                  <a:lnTo>
                    <a:pt x="4502047" y="952071"/>
                  </a:lnTo>
                  <a:lnTo>
                    <a:pt x="4572391" y="953750"/>
                  </a:lnTo>
                  <a:lnTo>
                    <a:pt x="4642736" y="955419"/>
                  </a:lnTo>
                  <a:lnTo>
                    <a:pt x="4713080" y="957076"/>
                  </a:lnTo>
                  <a:lnTo>
                    <a:pt x="4783425" y="958723"/>
                  </a:lnTo>
                  <a:lnTo>
                    <a:pt x="4853769" y="960360"/>
                  </a:lnTo>
                  <a:lnTo>
                    <a:pt x="4924114" y="961986"/>
                  </a:lnTo>
                  <a:lnTo>
                    <a:pt x="4994458" y="963601"/>
                  </a:lnTo>
                  <a:lnTo>
                    <a:pt x="5064803" y="965207"/>
                  </a:lnTo>
                  <a:lnTo>
                    <a:pt x="5135147" y="966802"/>
                  </a:lnTo>
                  <a:lnTo>
                    <a:pt x="5205492" y="968387"/>
                  </a:lnTo>
                  <a:lnTo>
                    <a:pt x="5275836" y="969961"/>
                  </a:lnTo>
                  <a:lnTo>
                    <a:pt x="5346181" y="971526"/>
                  </a:lnTo>
                  <a:lnTo>
                    <a:pt x="5416525" y="973080"/>
                  </a:lnTo>
                  <a:lnTo>
                    <a:pt x="5486870" y="974625"/>
                  </a:lnTo>
                  <a:lnTo>
                    <a:pt x="5557214" y="976160"/>
                  </a:lnTo>
                  <a:lnTo>
                    <a:pt x="5627559" y="977685"/>
                  </a:lnTo>
                  <a:lnTo>
                    <a:pt x="5697903" y="979200"/>
                  </a:lnTo>
                  <a:lnTo>
                    <a:pt x="5768248" y="980705"/>
                  </a:lnTo>
                  <a:lnTo>
                    <a:pt x="5838592" y="982201"/>
                  </a:lnTo>
                  <a:lnTo>
                    <a:pt x="5908937" y="983687"/>
                  </a:lnTo>
                  <a:lnTo>
                    <a:pt x="5979281" y="985164"/>
                  </a:lnTo>
                  <a:lnTo>
                    <a:pt x="6049626" y="986631"/>
                  </a:lnTo>
                  <a:lnTo>
                    <a:pt x="6119970" y="988089"/>
                  </a:lnTo>
                  <a:lnTo>
                    <a:pt x="6190315" y="989538"/>
                  </a:lnTo>
                  <a:lnTo>
                    <a:pt x="6260659" y="990977"/>
                  </a:lnTo>
                  <a:lnTo>
                    <a:pt x="6331004" y="992407"/>
                  </a:lnTo>
                  <a:lnTo>
                    <a:pt x="6401348" y="993828"/>
                  </a:lnTo>
                  <a:lnTo>
                    <a:pt x="6471693" y="995240"/>
                  </a:lnTo>
                  <a:lnTo>
                    <a:pt x="6542037" y="996643"/>
                  </a:lnTo>
                  <a:lnTo>
                    <a:pt x="6612382" y="998037"/>
                  </a:lnTo>
                  <a:lnTo>
                    <a:pt x="6682726" y="999422"/>
                  </a:lnTo>
                  <a:lnTo>
                    <a:pt x="6753071" y="1000798"/>
                  </a:lnTo>
                  <a:lnTo>
                    <a:pt x="6823415" y="1002165"/>
                  </a:lnTo>
                  <a:lnTo>
                    <a:pt x="6893760" y="1003523"/>
                  </a:lnTo>
                  <a:lnTo>
                    <a:pt x="6964104" y="1004873"/>
                  </a:lnTo>
                  <a:lnTo>
                    <a:pt x="6964104" y="1164430"/>
                  </a:lnTo>
                  <a:lnTo>
                    <a:pt x="6893760" y="1162793"/>
                  </a:lnTo>
                  <a:lnTo>
                    <a:pt x="6823415" y="1161102"/>
                  </a:lnTo>
                  <a:lnTo>
                    <a:pt x="6753071" y="1159356"/>
                  </a:lnTo>
                  <a:lnTo>
                    <a:pt x="6682726" y="1157552"/>
                  </a:lnTo>
                  <a:lnTo>
                    <a:pt x="6612382" y="1155690"/>
                  </a:lnTo>
                  <a:lnTo>
                    <a:pt x="6542037" y="1153767"/>
                  </a:lnTo>
                  <a:lnTo>
                    <a:pt x="6471693" y="1151780"/>
                  </a:lnTo>
                  <a:lnTo>
                    <a:pt x="6401348" y="1149729"/>
                  </a:lnTo>
                  <a:lnTo>
                    <a:pt x="6331004" y="1147610"/>
                  </a:lnTo>
                  <a:lnTo>
                    <a:pt x="6260659" y="1145422"/>
                  </a:lnTo>
                  <a:lnTo>
                    <a:pt x="6190315" y="1143163"/>
                  </a:lnTo>
                  <a:lnTo>
                    <a:pt x="6119970" y="1140829"/>
                  </a:lnTo>
                  <a:lnTo>
                    <a:pt x="6049626" y="1138419"/>
                  </a:lnTo>
                  <a:lnTo>
                    <a:pt x="5979281" y="1135930"/>
                  </a:lnTo>
                  <a:lnTo>
                    <a:pt x="5908937" y="1133360"/>
                  </a:lnTo>
                  <a:lnTo>
                    <a:pt x="5838592" y="1130705"/>
                  </a:lnTo>
                  <a:lnTo>
                    <a:pt x="5768248" y="1127963"/>
                  </a:lnTo>
                  <a:lnTo>
                    <a:pt x="5697903" y="1125132"/>
                  </a:lnTo>
                  <a:lnTo>
                    <a:pt x="5627559" y="1122208"/>
                  </a:lnTo>
                  <a:lnTo>
                    <a:pt x="5557214" y="1119188"/>
                  </a:lnTo>
                  <a:lnTo>
                    <a:pt x="5486870" y="1116069"/>
                  </a:lnTo>
                  <a:lnTo>
                    <a:pt x="5416525" y="1112848"/>
                  </a:lnTo>
                  <a:lnTo>
                    <a:pt x="5346181" y="1109522"/>
                  </a:lnTo>
                  <a:lnTo>
                    <a:pt x="5275836" y="1106087"/>
                  </a:lnTo>
                  <a:lnTo>
                    <a:pt x="5205492" y="1102539"/>
                  </a:lnTo>
                  <a:lnTo>
                    <a:pt x="5135147" y="1098875"/>
                  </a:lnTo>
                  <a:lnTo>
                    <a:pt x="5064803" y="1095091"/>
                  </a:lnTo>
                  <a:lnTo>
                    <a:pt x="4994458" y="1091183"/>
                  </a:lnTo>
                  <a:lnTo>
                    <a:pt x="4924114" y="1087147"/>
                  </a:lnTo>
                  <a:lnTo>
                    <a:pt x="4853769" y="1082979"/>
                  </a:lnTo>
                  <a:lnTo>
                    <a:pt x="4783425" y="1078674"/>
                  </a:lnTo>
                  <a:lnTo>
                    <a:pt x="4713080" y="1074229"/>
                  </a:lnTo>
                  <a:lnTo>
                    <a:pt x="4642736" y="1069638"/>
                  </a:lnTo>
                  <a:lnTo>
                    <a:pt x="4572391" y="1064896"/>
                  </a:lnTo>
                  <a:lnTo>
                    <a:pt x="4502047" y="1059999"/>
                  </a:lnTo>
                  <a:lnTo>
                    <a:pt x="4431702" y="1054942"/>
                  </a:lnTo>
                  <a:lnTo>
                    <a:pt x="4361358" y="1049720"/>
                  </a:lnTo>
                  <a:lnTo>
                    <a:pt x="4291013" y="1044326"/>
                  </a:lnTo>
                  <a:lnTo>
                    <a:pt x="4220669" y="1038755"/>
                  </a:lnTo>
                  <a:lnTo>
                    <a:pt x="4150324" y="1033002"/>
                  </a:lnTo>
                  <a:lnTo>
                    <a:pt x="4079980" y="1027061"/>
                  </a:lnTo>
                  <a:lnTo>
                    <a:pt x="4009635" y="1020925"/>
                  </a:lnTo>
                  <a:lnTo>
                    <a:pt x="3939291" y="1014589"/>
                  </a:lnTo>
                  <a:lnTo>
                    <a:pt x="3868946" y="1008044"/>
                  </a:lnTo>
                  <a:lnTo>
                    <a:pt x="3798602" y="1001286"/>
                  </a:lnTo>
                  <a:lnTo>
                    <a:pt x="3728257" y="994306"/>
                  </a:lnTo>
                  <a:lnTo>
                    <a:pt x="3657913" y="987097"/>
                  </a:lnTo>
                  <a:lnTo>
                    <a:pt x="3587569" y="979653"/>
                  </a:lnTo>
                  <a:lnTo>
                    <a:pt x="3517224" y="971964"/>
                  </a:lnTo>
                  <a:lnTo>
                    <a:pt x="3446880" y="964024"/>
                  </a:lnTo>
                  <a:lnTo>
                    <a:pt x="3376535" y="955824"/>
                  </a:lnTo>
                  <a:lnTo>
                    <a:pt x="3306191" y="947355"/>
                  </a:lnTo>
                  <a:lnTo>
                    <a:pt x="3235846" y="938609"/>
                  </a:lnTo>
                  <a:lnTo>
                    <a:pt x="3165502" y="929577"/>
                  </a:lnTo>
                  <a:lnTo>
                    <a:pt x="3095157" y="920248"/>
                  </a:lnTo>
                  <a:lnTo>
                    <a:pt x="3024813" y="914201"/>
                  </a:lnTo>
                  <a:lnTo>
                    <a:pt x="2954468" y="912267"/>
                  </a:lnTo>
                  <a:lnTo>
                    <a:pt x="2884124" y="910321"/>
                  </a:lnTo>
                  <a:lnTo>
                    <a:pt x="2813779" y="908362"/>
                  </a:lnTo>
                  <a:lnTo>
                    <a:pt x="2743435" y="906391"/>
                  </a:lnTo>
                  <a:lnTo>
                    <a:pt x="2673090" y="904407"/>
                  </a:lnTo>
                  <a:lnTo>
                    <a:pt x="2602746" y="902410"/>
                  </a:lnTo>
                  <a:lnTo>
                    <a:pt x="2532401" y="900400"/>
                  </a:lnTo>
                  <a:lnTo>
                    <a:pt x="2462057" y="898377"/>
                  </a:lnTo>
                  <a:lnTo>
                    <a:pt x="2391712" y="896341"/>
                  </a:lnTo>
                  <a:lnTo>
                    <a:pt x="2321368" y="894292"/>
                  </a:lnTo>
                  <a:lnTo>
                    <a:pt x="2251023" y="892230"/>
                  </a:lnTo>
                  <a:lnTo>
                    <a:pt x="2180679" y="890155"/>
                  </a:lnTo>
                  <a:lnTo>
                    <a:pt x="2110334" y="888066"/>
                  </a:lnTo>
                  <a:lnTo>
                    <a:pt x="2039990" y="885964"/>
                  </a:lnTo>
                  <a:lnTo>
                    <a:pt x="1969645" y="883848"/>
                  </a:lnTo>
                  <a:lnTo>
                    <a:pt x="1899301" y="881719"/>
                  </a:lnTo>
                  <a:lnTo>
                    <a:pt x="1828956" y="879576"/>
                  </a:lnTo>
                  <a:lnTo>
                    <a:pt x="1758612" y="877419"/>
                  </a:lnTo>
                  <a:lnTo>
                    <a:pt x="1688267" y="875248"/>
                  </a:lnTo>
                  <a:lnTo>
                    <a:pt x="1617923" y="873064"/>
                  </a:lnTo>
                  <a:lnTo>
                    <a:pt x="1547578" y="870865"/>
                  </a:lnTo>
                  <a:lnTo>
                    <a:pt x="1477234" y="868652"/>
                  </a:lnTo>
                  <a:lnTo>
                    <a:pt x="1406889" y="866425"/>
                  </a:lnTo>
                  <a:lnTo>
                    <a:pt x="1336545" y="864183"/>
                  </a:lnTo>
                  <a:lnTo>
                    <a:pt x="1266200" y="861927"/>
                  </a:lnTo>
                  <a:lnTo>
                    <a:pt x="1195856" y="859656"/>
                  </a:lnTo>
                  <a:lnTo>
                    <a:pt x="1125511" y="857371"/>
                  </a:lnTo>
                  <a:lnTo>
                    <a:pt x="1055167" y="855071"/>
                  </a:lnTo>
                  <a:lnTo>
                    <a:pt x="984822" y="852757"/>
                  </a:lnTo>
                  <a:lnTo>
                    <a:pt x="914478" y="850427"/>
                  </a:lnTo>
                  <a:lnTo>
                    <a:pt x="844133" y="848082"/>
                  </a:lnTo>
                  <a:lnTo>
                    <a:pt x="773789" y="845723"/>
                  </a:lnTo>
                  <a:lnTo>
                    <a:pt x="703444" y="843348"/>
                  </a:lnTo>
                  <a:lnTo>
                    <a:pt x="633100" y="840957"/>
                  </a:lnTo>
                  <a:lnTo>
                    <a:pt x="562755" y="838552"/>
                  </a:lnTo>
                  <a:lnTo>
                    <a:pt x="492411" y="836131"/>
                  </a:lnTo>
                  <a:lnTo>
                    <a:pt x="422066" y="833694"/>
                  </a:lnTo>
                  <a:lnTo>
                    <a:pt x="351722" y="831241"/>
                  </a:lnTo>
                  <a:lnTo>
                    <a:pt x="281377" y="828773"/>
                  </a:lnTo>
                  <a:lnTo>
                    <a:pt x="211033" y="826289"/>
                  </a:lnTo>
                  <a:lnTo>
                    <a:pt x="140688" y="823789"/>
                  </a:lnTo>
                  <a:lnTo>
                    <a:pt x="70344" y="821273"/>
                  </a:lnTo>
                  <a:lnTo>
                    <a:pt x="0" y="8187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185872"/>
              <a:ext cx="6964104" cy="1004873"/>
            </a:xfrm>
            <a:custGeom>
              <a:avLst/>
              <a:pathLst>
                <a:path w="6964104" h="1004873">
                  <a:moveTo>
                    <a:pt x="0" y="0"/>
                  </a:moveTo>
                  <a:lnTo>
                    <a:pt x="70344" y="38509"/>
                  </a:lnTo>
                  <a:lnTo>
                    <a:pt x="140688" y="75798"/>
                  </a:lnTo>
                  <a:lnTo>
                    <a:pt x="211033" y="111904"/>
                  </a:lnTo>
                  <a:lnTo>
                    <a:pt x="281377" y="146865"/>
                  </a:lnTo>
                  <a:lnTo>
                    <a:pt x="351722" y="180718"/>
                  </a:lnTo>
                  <a:lnTo>
                    <a:pt x="422066" y="213497"/>
                  </a:lnTo>
                  <a:lnTo>
                    <a:pt x="492411" y="245236"/>
                  </a:lnTo>
                  <a:lnTo>
                    <a:pt x="562755" y="275970"/>
                  </a:lnTo>
                  <a:lnTo>
                    <a:pt x="633100" y="305728"/>
                  </a:lnTo>
                  <a:lnTo>
                    <a:pt x="703444" y="334543"/>
                  </a:lnTo>
                  <a:lnTo>
                    <a:pt x="773789" y="362444"/>
                  </a:lnTo>
                  <a:lnTo>
                    <a:pt x="844133" y="389461"/>
                  </a:lnTo>
                  <a:lnTo>
                    <a:pt x="914478" y="415621"/>
                  </a:lnTo>
                  <a:lnTo>
                    <a:pt x="984822" y="440951"/>
                  </a:lnTo>
                  <a:lnTo>
                    <a:pt x="1055167" y="465478"/>
                  </a:lnTo>
                  <a:lnTo>
                    <a:pt x="1125511" y="489227"/>
                  </a:lnTo>
                  <a:lnTo>
                    <a:pt x="1195856" y="512223"/>
                  </a:lnTo>
                  <a:lnTo>
                    <a:pt x="1266200" y="534490"/>
                  </a:lnTo>
                  <a:lnTo>
                    <a:pt x="1336545" y="556051"/>
                  </a:lnTo>
                  <a:lnTo>
                    <a:pt x="1406889" y="576928"/>
                  </a:lnTo>
                  <a:lnTo>
                    <a:pt x="1477234" y="597143"/>
                  </a:lnTo>
                  <a:lnTo>
                    <a:pt x="1547578" y="616717"/>
                  </a:lnTo>
                  <a:lnTo>
                    <a:pt x="1617923" y="635671"/>
                  </a:lnTo>
                  <a:lnTo>
                    <a:pt x="1688267" y="654023"/>
                  </a:lnTo>
                  <a:lnTo>
                    <a:pt x="1758612" y="671794"/>
                  </a:lnTo>
                  <a:lnTo>
                    <a:pt x="1828956" y="689001"/>
                  </a:lnTo>
                  <a:lnTo>
                    <a:pt x="1899301" y="705662"/>
                  </a:lnTo>
                  <a:lnTo>
                    <a:pt x="1969645" y="721795"/>
                  </a:lnTo>
                  <a:lnTo>
                    <a:pt x="2039990" y="737416"/>
                  </a:lnTo>
                  <a:lnTo>
                    <a:pt x="2110334" y="752542"/>
                  </a:lnTo>
                  <a:lnTo>
                    <a:pt x="2180679" y="767188"/>
                  </a:lnTo>
                  <a:lnTo>
                    <a:pt x="2251023" y="781370"/>
                  </a:lnTo>
                  <a:lnTo>
                    <a:pt x="2321368" y="795103"/>
                  </a:lnTo>
                  <a:lnTo>
                    <a:pt x="2391712" y="808399"/>
                  </a:lnTo>
                  <a:lnTo>
                    <a:pt x="2462057" y="821274"/>
                  </a:lnTo>
                  <a:lnTo>
                    <a:pt x="2532401" y="833741"/>
                  </a:lnTo>
                  <a:lnTo>
                    <a:pt x="2602746" y="845813"/>
                  </a:lnTo>
                  <a:lnTo>
                    <a:pt x="2673090" y="857501"/>
                  </a:lnTo>
                  <a:lnTo>
                    <a:pt x="2743435" y="868819"/>
                  </a:lnTo>
                  <a:lnTo>
                    <a:pt x="2813779" y="879779"/>
                  </a:lnTo>
                  <a:lnTo>
                    <a:pt x="2884124" y="890390"/>
                  </a:lnTo>
                  <a:lnTo>
                    <a:pt x="2954468" y="900665"/>
                  </a:lnTo>
                  <a:lnTo>
                    <a:pt x="3024813" y="910615"/>
                  </a:lnTo>
                  <a:lnTo>
                    <a:pt x="3095157" y="916123"/>
                  </a:lnTo>
                  <a:lnTo>
                    <a:pt x="3165502" y="918032"/>
                  </a:lnTo>
                  <a:lnTo>
                    <a:pt x="3235846" y="919929"/>
                  </a:lnTo>
                  <a:lnTo>
                    <a:pt x="3306191" y="921814"/>
                  </a:lnTo>
                  <a:lnTo>
                    <a:pt x="3376535" y="923686"/>
                  </a:lnTo>
                  <a:lnTo>
                    <a:pt x="3446880" y="925547"/>
                  </a:lnTo>
                  <a:lnTo>
                    <a:pt x="3517224" y="927396"/>
                  </a:lnTo>
                  <a:lnTo>
                    <a:pt x="3587569" y="929233"/>
                  </a:lnTo>
                  <a:lnTo>
                    <a:pt x="3657913" y="931058"/>
                  </a:lnTo>
                  <a:lnTo>
                    <a:pt x="3728257" y="932872"/>
                  </a:lnTo>
                  <a:lnTo>
                    <a:pt x="3798602" y="934674"/>
                  </a:lnTo>
                  <a:lnTo>
                    <a:pt x="3868946" y="936464"/>
                  </a:lnTo>
                  <a:lnTo>
                    <a:pt x="3939291" y="938243"/>
                  </a:lnTo>
                  <a:lnTo>
                    <a:pt x="4009635" y="940011"/>
                  </a:lnTo>
                  <a:lnTo>
                    <a:pt x="4079980" y="941767"/>
                  </a:lnTo>
                  <a:lnTo>
                    <a:pt x="4150324" y="943512"/>
                  </a:lnTo>
                  <a:lnTo>
                    <a:pt x="4220669" y="945246"/>
                  </a:lnTo>
                  <a:lnTo>
                    <a:pt x="4291013" y="946969"/>
                  </a:lnTo>
                  <a:lnTo>
                    <a:pt x="4361358" y="948680"/>
                  </a:lnTo>
                  <a:lnTo>
                    <a:pt x="4431702" y="950381"/>
                  </a:lnTo>
                  <a:lnTo>
                    <a:pt x="4502047" y="952071"/>
                  </a:lnTo>
                  <a:lnTo>
                    <a:pt x="4572391" y="953750"/>
                  </a:lnTo>
                  <a:lnTo>
                    <a:pt x="4642736" y="955419"/>
                  </a:lnTo>
                  <a:lnTo>
                    <a:pt x="4713080" y="957076"/>
                  </a:lnTo>
                  <a:lnTo>
                    <a:pt x="4783425" y="958723"/>
                  </a:lnTo>
                  <a:lnTo>
                    <a:pt x="4853769" y="960360"/>
                  </a:lnTo>
                  <a:lnTo>
                    <a:pt x="4924114" y="961986"/>
                  </a:lnTo>
                  <a:lnTo>
                    <a:pt x="4994458" y="963601"/>
                  </a:lnTo>
                  <a:lnTo>
                    <a:pt x="5064803" y="965207"/>
                  </a:lnTo>
                  <a:lnTo>
                    <a:pt x="5135147" y="966802"/>
                  </a:lnTo>
                  <a:lnTo>
                    <a:pt x="5205492" y="968387"/>
                  </a:lnTo>
                  <a:lnTo>
                    <a:pt x="5275836" y="969961"/>
                  </a:lnTo>
                  <a:lnTo>
                    <a:pt x="5346181" y="971526"/>
                  </a:lnTo>
                  <a:lnTo>
                    <a:pt x="5416525" y="973080"/>
                  </a:lnTo>
                  <a:lnTo>
                    <a:pt x="5486870" y="974625"/>
                  </a:lnTo>
                  <a:lnTo>
                    <a:pt x="5557214" y="976160"/>
                  </a:lnTo>
                  <a:lnTo>
                    <a:pt x="5627559" y="977685"/>
                  </a:lnTo>
                  <a:lnTo>
                    <a:pt x="5697903" y="979200"/>
                  </a:lnTo>
                  <a:lnTo>
                    <a:pt x="5768248" y="980705"/>
                  </a:lnTo>
                  <a:lnTo>
                    <a:pt x="5838592" y="982201"/>
                  </a:lnTo>
                  <a:lnTo>
                    <a:pt x="5908937" y="983687"/>
                  </a:lnTo>
                  <a:lnTo>
                    <a:pt x="5979281" y="985164"/>
                  </a:lnTo>
                  <a:lnTo>
                    <a:pt x="6049626" y="986631"/>
                  </a:lnTo>
                  <a:lnTo>
                    <a:pt x="6119970" y="988089"/>
                  </a:lnTo>
                  <a:lnTo>
                    <a:pt x="6190315" y="989538"/>
                  </a:lnTo>
                  <a:lnTo>
                    <a:pt x="6260659" y="990977"/>
                  </a:lnTo>
                  <a:lnTo>
                    <a:pt x="6331004" y="992407"/>
                  </a:lnTo>
                  <a:lnTo>
                    <a:pt x="6401348" y="993828"/>
                  </a:lnTo>
                  <a:lnTo>
                    <a:pt x="6471693" y="995240"/>
                  </a:lnTo>
                  <a:lnTo>
                    <a:pt x="6542037" y="996643"/>
                  </a:lnTo>
                  <a:lnTo>
                    <a:pt x="6612382" y="998037"/>
                  </a:lnTo>
                  <a:lnTo>
                    <a:pt x="6682726" y="999422"/>
                  </a:lnTo>
                  <a:lnTo>
                    <a:pt x="6753071" y="1000798"/>
                  </a:lnTo>
                  <a:lnTo>
                    <a:pt x="6823415" y="1002165"/>
                  </a:lnTo>
                  <a:lnTo>
                    <a:pt x="6893760" y="1003523"/>
                  </a:lnTo>
                  <a:lnTo>
                    <a:pt x="6964104" y="1004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04613"/>
              <a:ext cx="6964104" cy="345689"/>
            </a:xfrm>
            <a:custGeom>
              <a:avLst/>
              <a:pathLst>
                <a:path w="6964104" h="345689">
                  <a:moveTo>
                    <a:pt x="6964104" y="345689"/>
                  </a:moveTo>
                  <a:lnTo>
                    <a:pt x="6893760" y="344052"/>
                  </a:lnTo>
                  <a:lnTo>
                    <a:pt x="6823415" y="342361"/>
                  </a:lnTo>
                  <a:lnTo>
                    <a:pt x="6753071" y="340615"/>
                  </a:lnTo>
                  <a:lnTo>
                    <a:pt x="6682726" y="338812"/>
                  </a:lnTo>
                  <a:lnTo>
                    <a:pt x="6612382" y="336949"/>
                  </a:lnTo>
                  <a:lnTo>
                    <a:pt x="6542037" y="335026"/>
                  </a:lnTo>
                  <a:lnTo>
                    <a:pt x="6471693" y="333040"/>
                  </a:lnTo>
                  <a:lnTo>
                    <a:pt x="6401348" y="330988"/>
                  </a:lnTo>
                  <a:lnTo>
                    <a:pt x="6331004" y="328870"/>
                  </a:lnTo>
                  <a:lnTo>
                    <a:pt x="6260659" y="326682"/>
                  </a:lnTo>
                  <a:lnTo>
                    <a:pt x="6190315" y="324422"/>
                  </a:lnTo>
                  <a:lnTo>
                    <a:pt x="6119970" y="322088"/>
                  </a:lnTo>
                  <a:lnTo>
                    <a:pt x="6049626" y="319678"/>
                  </a:lnTo>
                  <a:lnTo>
                    <a:pt x="5979281" y="317189"/>
                  </a:lnTo>
                  <a:lnTo>
                    <a:pt x="5908937" y="314619"/>
                  </a:lnTo>
                  <a:lnTo>
                    <a:pt x="5838592" y="311964"/>
                  </a:lnTo>
                  <a:lnTo>
                    <a:pt x="5768248" y="309223"/>
                  </a:lnTo>
                  <a:lnTo>
                    <a:pt x="5697903" y="306391"/>
                  </a:lnTo>
                  <a:lnTo>
                    <a:pt x="5627559" y="303467"/>
                  </a:lnTo>
                  <a:lnTo>
                    <a:pt x="5557214" y="300447"/>
                  </a:lnTo>
                  <a:lnTo>
                    <a:pt x="5486870" y="297328"/>
                  </a:lnTo>
                  <a:lnTo>
                    <a:pt x="5416525" y="294108"/>
                  </a:lnTo>
                  <a:lnTo>
                    <a:pt x="5346181" y="290781"/>
                  </a:lnTo>
                  <a:lnTo>
                    <a:pt x="5275836" y="287346"/>
                  </a:lnTo>
                  <a:lnTo>
                    <a:pt x="5205492" y="283798"/>
                  </a:lnTo>
                  <a:lnTo>
                    <a:pt x="5135147" y="280134"/>
                  </a:lnTo>
                  <a:lnTo>
                    <a:pt x="5064803" y="276350"/>
                  </a:lnTo>
                  <a:lnTo>
                    <a:pt x="4994458" y="272442"/>
                  </a:lnTo>
                  <a:lnTo>
                    <a:pt x="4924114" y="268406"/>
                  </a:lnTo>
                  <a:lnTo>
                    <a:pt x="4853769" y="264238"/>
                  </a:lnTo>
                  <a:lnTo>
                    <a:pt x="4783425" y="259934"/>
                  </a:lnTo>
                  <a:lnTo>
                    <a:pt x="4713080" y="255488"/>
                  </a:lnTo>
                  <a:lnTo>
                    <a:pt x="4642736" y="250897"/>
                  </a:lnTo>
                  <a:lnTo>
                    <a:pt x="4572391" y="246155"/>
                  </a:lnTo>
                  <a:lnTo>
                    <a:pt x="4502047" y="241259"/>
                  </a:lnTo>
                  <a:lnTo>
                    <a:pt x="4431702" y="236201"/>
                  </a:lnTo>
                  <a:lnTo>
                    <a:pt x="4361358" y="230979"/>
                  </a:lnTo>
                  <a:lnTo>
                    <a:pt x="4291013" y="225585"/>
                  </a:lnTo>
                  <a:lnTo>
                    <a:pt x="4220669" y="220015"/>
                  </a:lnTo>
                  <a:lnTo>
                    <a:pt x="4150324" y="214262"/>
                  </a:lnTo>
                  <a:lnTo>
                    <a:pt x="4079980" y="208320"/>
                  </a:lnTo>
                  <a:lnTo>
                    <a:pt x="4009635" y="202185"/>
                  </a:lnTo>
                  <a:lnTo>
                    <a:pt x="3939291" y="195848"/>
                  </a:lnTo>
                  <a:lnTo>
                    <a:pt x="3868946" y="189304"/>
                  </a:lnTo>
                  <a:lnTo>
                    <a:pt x="3798602" y="182545"/>
                  </a:lnTo>
                  <a:lnTo>
                    <a:pt x="3728257" y="175565"/>
                  </a:lnTo>
                  <a:lnTo>
                    <a:pt x="3657913" y="168357"/>
                  </a:lnTo>
                  <a:lnTo>
                    <a:pt x="3587569" y="160912"/>
                  </a:lnTo>
                  <a:lnTo>
                    <a:pt x="3517224" y="153224"/>
                  </a:lnTo>
                  <a:lnTo>
                    <a:pt x="3446880" y="145283"/>
                  </a:lnTo>
                  <a:lnTo>
                    <a:pt x="3376535" y="137083"/>
                  </a:lnTo>
                  <a:lnTo>
                    <a:pt x="3306191" y="128615"/>
                  </a:lnTo>
                  <a:lnTo>
                    <a:pt x="3235846" y="119868"/>
                  </a:lnTo>
                  <a:lnTo>
                    <a:pt x="3165502" y="110836"/>
                  </a:lnTo>
                  <a:lnTo>
                    <a:pt x="3095157" y="101508"/>
                  </a:lnTo>
                  <a:lnTo>
                    <a:pt x="3024813" y="95460"/>
                  </a:lnTo>
                  <a:lnTo>
                    <a:pt x="2954468" y="93527"/>
                  </a:lnTo>
                  <a:lnTo>
                    <a:pt x="2884124" y="91580"/>
                  </a:lnTo>
                  <a:lnTo>
                    <a:pt x="2813779" y="89621"/>
                  </a:lnTo>
                  <a:lnTo>
                    <a:pt x="2743435" y="87650"/>
                  </a:lnTo>
                  <a:lnTo>
                    <a:pt x="2673090" y="85666"/>
                  </a:lnTo>
                  <a:lnTo>
                    <a:pt x="2602746" y="83669"/>
                  </a:lnTo>
                  <a:lnTo>
                    <a:pt x="2532401" y="81659"/>
                  </a:lnTo>
                  <a:lnTo>
                    <a:pt x="2462057" y="79636"/>
                  </a:lnTo>
                  <a:lnTo>
                    <a:pt x="2391712" y="77601"/>
                  </a:lnTo>
                  <a:lnTo>
                    <a:pt x="2321368" y="75552"/>
                  </a:lnTo>
                  <a:lnTo>
                    <a:pt x="2251023" y="73490"/>
                  </a:lnTo>
                  <a:lnTo>
                    <a:pt x="2180679" y="71414"/>
                  </a:lnTo>
                  <a:lnTo>
                    <a:pt x="2110334" y="69326"/>
                  </a:lnTo>
                  <a:lnTo>
                    <a:pt x="2039990" y="67223"/>
                  </a:lnTo>
                  <a:lnTo>
                    <a:pt x="1969645" y="65108"/>
                  </a:lnTo>
                  <a:lnTo>
                    <a:pt x="1899301" y="62978"/>
                  </a:lnTo>
                  <a:lnTo>
                    <a:pt x="1828956" y="60835"/>
                  </a:lnTo>
                  <a:lnTo>
                    <a:pt x="1758612" y="58678"/>
                  </a:lnTo>
                  <a:lnTo>
                    <a:pt x="1688267" y="56508"/>
                  </a:lnTo>
                  <a:lnTo>
                    <a:pt x="1617923" y="54323"/>
                  </a:lnTo>
                  <a:lnTo>
                    <a:pt x="1547578" y="52124"/>
                  </a:lnTo>
                  <a:lnTo>
                    <a:pt x="1477234" y="49911"/>
                  </a:lnTo>
                  <a:lnTo>
                    <a:pt x="1406889" y="47684"/>
                  </a:lnTo>
                  <a:lnTo>
                    <a:pt x="1336545" y="45442"/>
                  </a:lnTo>
                  <a:lnTo>
                    <a:pt x="1266200" y="43186"/>
                  </a:lnTo>
                  <a:lnTo>
                    <a:pt x="1195856" y="40916"/>
                  </a:lnTo>
                  <a:lnTo>
                    <a:pt x="1125511" y="38630"/>
                  </a:lnTo>
                  <a:lnTo>
                    <a:pt x="1055167" y="36330"/>
                  </a:lnTo>
                  <a:lnTo>
                    <a:pt x="984822" y="34016"/>
                  </a:lnTo>
                  <a:lnTo>
                    <a:pt x="914478" y="31686"/>
                  </a:lnTo>
                  <a:lnTo>
                    <a:pt x="844133" y="29341"/>
                  </a:lnTo>
                  <a:lnTo>
                    <a:pt x="773789" y="26982"/>
                  </a:lnTo>
                  <a:lnTo>
                    <a:pt x="703444" y="24607"/>
                  </a:lnTo>
                  <a:lnTo>
                    <a:pt x="633100" y="22217"/>
                  </a:lnTo>
                  <a:lnTo>
                    <a:pt x="562755" y="19811"/>
                  </a:lnTo>
                  <a:lnTo>
                    <a:pt x="492411" y="17390"/>
                  </a:lnTo>
                  <a:lnTo>
                    <a:pt x="422066" y="14953"/>
                  </a:lnTo>
                  <a:lnTo>
                    <a:pt x="351722" y="12501"/>
                  </a:lnTo>
                  <a:lnTo>
                    <a:pt x="281377" y="10032"/>
                  </a:lnTo>
                  <a:lnTo>
                    <a:pt x="211033" y="7548"/>
                  </a:lnTo>
                  <a:lnTo>
                    <a:pt x="140688" y="5048"/>
                  </a:lnTo>
                  <a:lnTo>
                    <a:pt x="70344" y="25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707096"/>
              <a:ext cx="6964104" cy="590847"/>
            </a:xfrm>
            <a:custGeom>
              <a:avLst/>
              <a:pathLst>
                <a:path w="6964104" h="590847">
                  <a:moveTo>
                    <a:pt x="0" y="0"/>
                  </a:moveTo>
                  <a:lnTo>
                    <a:pt x="70344" y="13265"/>
                  </a:lnTo>
                  <a:lnTo>
                    <a:pt x="140688" y="26277"/>
                  </a:lnTo>
                  <a:lnTo>
                    <a:pt x="211033" y="39040"/>
                  </a:lnTo>
                  <a:lnTo>
                    <a:pt x="281377" y="51558"/>
                  </a:lnTo>
                  <a:lnTo>
                    <a:pt x="351722" y="63837"/>
                  </a:lnTo>
                  <a:lnTo>
                    <a:pt x="422066" y="75881"/>
                  </a:lnTo>
                  <a:lnTo>
                    <a:pt x="492411" y="87695"/>
                  </a:lnTo>
                  <a:lnTo>
                    <a:pt x="562755" y="99282"/>
                  </a:lnTo>
                  <a:lnTo>
                    <a:pt x="633100" y="110648"/>
                  </a:lnTo>
                  <a:lnTo>
                    <a:pt x="703444" y="121796"/>
                  </a:lnTo>
                  <a:lnTo>
                    <a:pt x="773789" y="132731"/>
                  </a:lnTo>
                  <a:lnTo>
                    <a:pt x="844133" y="143457"/>
                  </a:lnTo>
                  <a:lnTo>
                    <a:pt x="914478" y="153977"/>
                  </a:lnTo>
                  <a:lnTo>
                    <a:pt x="984822" y="164296"/>
                  </a:lnTo>
                  <a:lnTo>
                    <a:pt x="1055167" y="174417"/>
                  </a:lnTo>
                  <a:lnTo>
                    <a:pt x="1125511" y="184345"/>
                  </a:lnTo>
                  <a:lnTo>
                    <a:pt x="1195856" y="194083"/>
                  </a:lnTo>
                  <a:lnTo>
                    <a:pt x="1266200" y="203635"/>
                  </a:lnTo>
                  <a:lnTo>
                    <a:pt x="1336545" y="213003"/>
                  </a:lnTo>
                  <a:lnTo>
                    <a:pt x="1406889" y="222193"/>
                  </a:lnTo>
                  <a:lnTo>
                    <a:pt x="1477234" y="231206"/>
                  </a:lnTo>
                  <a:lnTo>
                    <a:pt x="1547578" y="240047"/>
                  </a:lnTo>
                  <a:lnTo>
                    <a:pt x="1617923" y="248719"/>
                  </a:lnTo>
                  <a:lnTo>
                    <a:pt x="1688267" y="257225"/>
                  </a:lnTo>
                  <a:lnTo>
                    <a:pt x="1758612" y="265568"/>
                  </a:lnTo>
                  <a:lnTo>
                    <a:pt x="1828956" y="273752"/>
                  </a:lnTo>
                  <a:lnTo>
                    <a:pt x="1899301" y="281779"/>
                  </a:lnTo>
                  <a:lnTo>
                    <a:pt x="1969645" y="289652"/>
                  </a:lnTo>
                  <a:lnTo>
                    <a:pt x="2039990" y="297375"/>
                  </a:lnTo>
                  <a:lnTo>
                    <a:pt x="2110334" y="304949"/>
                  </a:lnTo>
                  <a:lnTo>
                    <a:pt x="2180679" y="312379"/>
                  </a:lnTo>
                  <a:lnTo>
                    <a:pt x="2251023" y="319667"/>
                  </a:lnTo>
                  <a:lnTo>
                    <a:pt x="2321368" y="326815"/>
                  </a:lnTo>
                  <a:lnTo>
                    <a:pt x="2391712" y="333827"/>
                  </a:lnTo>
                  <a:lnTo>
                    <a:pt x="2462057" y="340704"/>
                  </a:lnTo>
                  <a:lnTo>
                    <a:pt x="2532401" y="347450"/>
                  </a:lnTo>
                  <a:lnTo>
                    <a:pt x="2602746" y="354066"/>
                  </a:lnTo>
                  <a:lnTo>
                    <a:pt x="2673090" y="360556"/>
                  </a:lnTo>
                  <a:lnTo>
                    <a:pt x="2743435" y="366922"/>
                  </a:lnTo>
                  <a:lnTo>
                    <a:pt x="2813779" y="373166"/>
                  </a:lnTo>
                  <a:lnTo>
                    <a:pt x="2884124" y="379290"/>
                  </a:lnTo>
                  <a:lnTo>
                    <a:pt x="2954468" y="385297"/>
                  </a:lnTo>
                  <a:lnTo>
                    <a:pt x="3024813" y="391189"/>
                  </a:lnTo>
                  <a:lnTo>
                    <a:pt x="3095157" y="396969"/>
                  </a:lnTo>
                  <a:lnTo>
                    <a:pt x="3165502" y="402638"/>
                  </a:lnTo>
                  <a:lnTo>
                    <a:pt x="3235846" y="408198"/>
                  </a:lnTo>
                  <a:lnTo>
                    <a:pt x="3306191" y="413652"/>
                  </a:lnTo>
                  <a:lnTo>
                    <a:pt x="3376535" y="419002"/>
                  </a:lnTo>
                  <a:lnTo>
                    <a:pt x="3446880" y="424249"/>
                  </a:lnTo>
                  <a:lnTo>
                    <a:pt x="3517224" y="429396"/>
                  </a:lnTo>
                  <a:lnTo>
                    <a:pt x="3587569" y="434444"/>
                  </a:lnTo>
                  <a:lnTo>
                    <a:pt x="3657913" y="439396"/>
                  </a:lnTo>
                  <a:lnTo>
                    <a:pt x="3728257" y="444253"/>
                  </a:lnTo>
                  <a:lnTo>
                    <a:pt x="3798602" y="449017"/>
                  </a:lnTo>
                  <a:lnTo>
                    <a:pt x="3868946" y="453690"/>
                  </a:lnTo>
                  <a:lnTo>
                    <a:pt x="3939291" y="458273"/>
                  </a:lnTo>
                  <a:lnTo>
                    <a:pt x="4009635" y="462769"/>
                  </a:lnTo>
                  <a:lnTo>
                    <a:pt x="4079980" y="467179"/>
                  </a:lnTo>
                  <a:lnTo>
                    <a:pt x="4150324" y="471504"/>
                  </a:lnTo>
                  <a:lnTo>
                    <a:pt x="4220669" y="475747"/>
                  </a:lnTo>
                  <a:lnTo>
                    <a:pt x="4291013" y="479908"/>
                  </a:lnTo>
                  <a:lnTo>
                    <a:pt x="4361358" y="483990"/>
                  </a:lnTo>
                  <a:lnTo>
                    <a:pt x="4431702" y="487993"/>
                  </a:lnTo>
                  <a:lnTo>
                    <a:pt x="4502047" y="491920"/>
                  </a:lnTo>
                  <a:lnTo>
                    <a:pt x="4572391" y="495772"/>
                  </a:lnTo>
                  <a:lnTo>
                    <a:pt x="4642736" y="499550"/>
                  </a:lnTo>
                  <a:lnTo>
                    <a:pt x="4713080" y="503256"/>
                  </a:lnTo>
                  <a:lnTo>
                    <a:pt x="4783425" y="506891"/>
                  </a:lnTo>
                  <a:lnTo>
                    <a:pt x="4853769" y="510456"/>
                  </a:lnTo>
                  <a:lnTo>
                    <a:pt x="4924114" y="513953"/>
                  </a:lnTo>
                  <a:lnTo>
                    <a:pt x="4994458" y="517383"/>
                  </a:lnTo>
                  <a:lnTo>
                    <a:pt x="5064803" y="520748"/>
                  </a:lnTo>
                  <a:lnTo>
                    <a:pt x="5135147" y="524048"/>
                  </a:lnTo>
                  <a:lnTo>
                    <a:pt x="5205492" y="527285"/>
                  </a:lnTo>
                  <a:lnTo>
                    <a:pt x="5275836" y="530460"/>
                  </a:lnTo>
                  <a:lnTo>
                    <a:pt x="5346181" y="533574"/>
                  </a:lnTo>
                  <a:lnTo>
                    <a:pt x="5416525" y="536629"/>
                  </a:lnTo>
                  <a:lnTo>
                    <a:pt x="5486870" y="539625"/>
                  </a:lnTo>
                  <a:lnTo>
                    <a:pt x="5557214" y="542564"/>
                  </a:lnTo>
                  <a:lnTo>
                    <a:pt x="5627559" y="545447"/>
                  </a:lnTo>
                  <a:lnTo>
                    <a:pt x="5697903" y="548274"/>
                  </a:lnTo>
                  <a:lnTo>
                    <a:pt x="5768248" y="551048"/>
                  </a:lnTo>
                  <a:lnTo>
                    <a:pt x="5838592" y="553768"/>
                  </a:lnTo>
                  <a:lnTo>
                    <a:pt x="5908937" y="556436"/>
                  </a:lnTo>
                  <a:lnTo>
                    <a:pt x="5979281" y="559053"/>
                  </a:lnTo>
                  <a:lnTo>
                    <a:pt x="6049626" y="561620"/>
                  </a:lnTo>
                  <a:lnTo>
                    <a:pt x="6119970" y="564138"/>
                  </a:lnTo>
                  <a:lnTo>
                    <a:pt x="6190315" y="566608"/>
                  </a:lnTo>
                  <a:lnTo>
                    <a:pt x="6260659" y="569031"/>
                  </a:lnTo>
                  <a:lnTo>
                    <a:pt x="6331004" y="571407"/>
                  </a:lnTo>
                  <a:lnTo>
                    <a:pt x="6401348" y="573738"/>
                  </a:lnTo>
                  <a:lnTo>
                    <a:pt x="6471693" y="576024"/>
                  </a:lnTo>
                  <a:lnTo>
                    <a:pt x="6542037" y="578266"/>
                  </a:lnTo>
                  <a:lnTo>
                    <a:pt x="6612382" y="580465"/>
                  </a:lnTo>
                  <a:lnTo>
                    <a:pt x="6682726" y="582623"/>
                  </a:lnTo>
                  <a:lnTo>
                    <a:pt x="6753071" y="584739"/>
                  </a:lnTo>
                  <a:lnTo>
                    <a:pt x="6823415" y="586814"/>
                  </a:lnTo>
                  <a:lnTo>
                    <a:pt x="6893760" y="588850"/>
                  </a:lnTo>
                  <a:lnTo>
                    <a:pt x="6964104" y="5908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925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2483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85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965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97531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824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1817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(1.08-1.48), p_Bonf = 0.020 (n = 6)  |  per IQR decline (Δ = 28.0 %): 1.92 (1.24-2.98)  |  IQR: [-30.0, -2.0]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0153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5204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7025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5306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4035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40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4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5510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056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267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772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278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831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882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7933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298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803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308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379265"/>
              <a:ext cx="6964104" cy="1164430"/>
            </a:xfrm>
            <a:custGeom>
              <a:avLst/>
              <a:pathLst>
                <a:path w="6964104" h="1164430">
                  <a:moveTo>
                    <a:pt x="0" y="0"/>
                  </a:moveTo>
                  <a:lnTo>
                    <a:pt x="70344" y="38509"/>
                  </a:lnTo>
                  <a:lnTo>
                    <a:pt x="140688" y="75798"/>
                  </a:lnTo>
                  <a:lnTo>
                    <a:pt x="211033" y="111904"/>
                  </a:lnTo>
                  <a:lnTo>
                    <a:pt x="281377" y="146865"/>
                  </a:lnTo>
                  <a:lnTo>
                    <a:pt x="351722" y="180718"/>
                  </a:lnTo>
                  <a:lnTo>
                    <a:pt x="422066" y="213497"/>
                  </a:lnTo>
                  <a:lnTo>
                    <a:pt x="492411" y="245236"/>
                  </a:lnTo>
                  <a:lnTo>
                    <a:pt x="562755" y="275970"/>
                  </a:lnTo>
                  <a:lnTo>
                    <a:pt x="633100" y="305728"/>
                  </a:lnTo>
                  <a:lnTo>
                    <a:pt x="703444" y="334543"/>
                  </a:lnTo>
                  <a:lnTo>
                    <a:pt x="773789" y="362444"/>
                  </a:lnTo>
                  <a:lnTo>
                    <a:pt x="844133" y="389461"/>
                  </a:lnTo>
                  <a:lnTo>
                    <a:pt x="914478" y="415621"/>
                  </a:lnTo>
                  <a:lnTo>
                    <a:pt x="984822" y="440951"/>
                  </a:lnTo>
                  <a:lnTo>
                    <a:pt x="1055167" y="465478"/>
                  </a:lnTo>
                  <a:lnTo>
                    <a:pt x="1125511" y="489227"/>
                  </a:lnTo>
                  <a:lnTo>
                    <a:pt x="1195856" y="512223"/>
                  </a:lnTo>
                  <a:lnTo>
                    <a:pt x="1266200" y="534490"/>
                  </a:lnTo>
                  <a:lnTo>
                    <a:pt x="1336545" y="556051"/>
                  </a:lnTo>
                  <a:lnTo>
                    <a:pt x="1406889" y="576928"/>
                  </a:lnTo>
                  <a:lnTo>
                    <a:pt x="1477234" y="597143"/>
                  </a:lnTo>
                  <a:lnTo>
                    <a:pt x="1547578" y="616717"/>
                  </a:lnTo>
                  <a:lnTo>
                    <a:pt x="1617923" y="635671"/>
                  </a:lnTo>
                  <a:lnTo>
                    <a:pt x="1688267" y="654023"/>
                  </a:lnTo>
                  <a:lnTo>
                    <a:pt x="1758612" y="671794"/>
                  </a:lnTo>
                  <a:lnTo>
                    <a:pt x="1828956" y="689001"/>
                  </a:lnTo>
                  <a:lnTo>
                    <a:pt x="1899301" y="705662"/>
                  </a:lnTo>
                  <a:lnTo>
                    <a:pt x="1969645" y="721795"/>
                  </a:lnTo>
                  <a:lnTo>
                    <a:pt x="2039990" y="737416"/>
                  </a:lnTo>
                  <a:lnTo>
                    <a:pt x="2110334" y="752542"/>
                  </a:lnTo>
                  <a:lnTo>
                    <a:pt x="2180679" y="767188"/>
                  </a:lnTo>
                  <a:lnTo>
                    <a:pt x="2251023" y="781370"/>
                  </a:lnTo>
                  <a:lnTo>
                    <a:pt x="2321368" y="795103"/>
                  </a:lnTo>
                  <a:lnTo>
                    <a:pt x="2391712" y="808399"/>
                  </a:lnTo>
                  <a:lnTo>
                    <a:pt x="2462057" y="821274"/>
                  </a:lnTo>
                  <a:lnTo>
                    <a:pt x="2532401" y="833741"/>
                  </a:lnTo>
                  <a:lnTo>
                    <a:pt x="2602746" y="845813"/>
                  </a:lnTo>
                  <a:lnTo>
                    <a:pt x="2673090" y="857501"/>
                  </a:lnTo>
                  <a:lnTo>
                    <a:pt x="2743435" y="868819"/>
                  </a:lnTo>
                  <a:lnTo>
                    <a:pt x="2813779" y="879779"/>
                  </a:lnTo>
                  <a:lnTo>
                    <a:pt x="2884124" y="890390"/>
                  </a:lnTo>
                  <a:lnTo>
                    <a:pt x="2954468" y="900665"/>
                  </a:lnTo>
                  <a:lnTo>
                    <a:pt x="3024813" y="910615"/>
                  </a:lnTo>
                  <a:lnTo>
                    <a:pt x="3095157" y="916123"/>
                  </a:lnTo>
                  <a:lnTo>
                    <a:pt x="3165502" y="918032"/>
                  </a:lnTo>
                  <a:lnTo>
                    <a:pt x="3235846" y="919929"/>
                  </a:lnTo>
                  <a:lnTo>
                    <a:pt x="3306191" y="921814"/>
                  </a:lnTo>
                  <a:lnTo>
                    <a:pt x="3376535" y="923686"/>
                  </a:lnTo>
                  <a:lnTo>
                    <a:pt x="3446880" y="925547"/>
                  </a:lnTo>
                  <a:lnTo>
                    <a:pt x="3517224" y="927396"/>
                  </a:lnTo>
                  <a:lnTo>
                    <a:pt x="3587569" y="929233"/>
                  </a:lnTo>
                  <a:lnTo>
                    <a:pt x="3657913" y="931058"/>
                  </a:lnTo>
                  <a:lnTo>
                    <a:pt x="3728257" y="932872"/>
                  </a:lnTo>
                  <a:lnTo>
                    <a:pt x="3798602" y="934674"/>
                  </a:lnTo>
                  <a:lnTo>
                    <a:pt x="3868946" y="936464"/>
                  </a:lnTo>
                  <a:lnTo>
                    <a:pt x="3939291" y="938243"/>
                  </a:lnTo>
                  <a:lnTo>
                    <a:pt x="4009635" y="940011"/>
                  </a:lnTo>
                  <a:lnTo>
                    <a:pt x="4079980" y="941767"/>
                  </a:lnTo>
                  <a:lnTo>
                    <a:pt x="4150324" y="943512"/>
                  </a:lnTo>
                  <a:lnTo>
                    <a:pt x="4220669" y="945246"/>
                  </a:lnTo>
                  <a:lnTo>
                    <a:pt x="4291013" y="946969"/>
                  </a:lnTo>
                  <a:lnTo>
                    <a:pt x="4361358" y="948680"/>
                  </a:lnTo>
                  <a:lnTo>
                    <a:pt x="4431702" y="950381"/>
                  </a:lnTo>
                  <a:lnTo>
                    <a:pt x="4502047" y="952071"/>
                  </a:lnTo>
                  <a:lnTo>
                    <a:pt x="4572391" y="953750"/>
                  </a:lnTo>
                  <a:lnTo>
                    <a:pt x="4642736" y="955419"/>
                  </a:lnTo>
                  <a:lnTo>
                    <a:pt x="4713080" y="957076"/>
                  </a:lnTo>
                  <a:lnTo>
                    <a:pt x="4783425" y="958723"/>
                  </a:lnTo>
                  <a:lnTo>
                    <a:pt x="4853769" y="960360"/>
                  </a:lnTo>
                  <a:lnTo>
                    <a:pt x="4924114" y="961986"/>
                  </a:lnTo>
                  <a:lnTo>
                    <a:pt x="4994458" y="963601"/>
                  </a:lnTo>
                  <a:lnTo>
                    <a:pt x="5064803" y="965207"/>
                  </a:lnTo>
                  <a:lnTo>
                    <a:pt x="5135147" y="966802"/>
                  </a:lnTo>
                  <a:lnTo>
                    <a:pt x="5205492" y="968387"/>
                  </a:lnTo>
                  <a:lnTo>
                    <a:pt x="5275836" y="969961"/>
                  </a:lnTo>
                  <a:lnTo>
                    <a:pt x="5346181" y="971526"/>
                  </a:lnTo>
                  <a:lnTo>
                    <a:pt x="5416525" y="973080"/>
                  </a:lnTo>
                  <a:lnTo>
                    <a:pt x="5486870" y="974625"/>
                  </a:lnTo>
                  <a:lnTo>
                    <a:pt x="5557214" y="976160"/>
                  </a:lnTo>
                  <a:lnTo>
                    <a:pt x="5627559" y="977685"/>
                  </a:lnTo>
                  <a:lnTo>
                    <a:pt x="5697903" y="979200"/>
                  </a:lnTo>
                  <a:lnTo>
                    <a:pt x="5768248" y="980705"/>
                  </a:lnTo>
                  <a:lnTo>
                    <a:pt x="5838592" y="982201"/>
                  </a:lnTo>
                  <a:lnTo>
                    <a:pt x="5908937" y="983687"/>
                  </a:lnTo>
                  <a:lnTo>
                    <a:pt x="5979281" y="985164"/>
                  </a:lnTo>
                  <a:lnTo>
                    <a:pt x="6049626" y="986631"/>
                  </a:lnTo>
                  <a:lnTo>
                    <a:pt x="6119970" y="988089"/>
                  </a:lnTo>
                  <a:lnTo>
                    <a:pt x="6190315" y="989538"/>
                  </a:lnTo>
                  <a:lnTo>
                    <a:pt x="6260659" y="990977"/>
                  </a:lnTo>
                  <a:lnTo>
                    <a:pt x="6331004" y="992407"/>
                  </a:lnTo>
                  <a:lnTo>
                    <a:pt x="6401348" y="993828"/>
                  </a:lnTo>
                  <a:lnTo>
                    <a:pt x="6471693" y="995240"/>
                  </a:lnTo>
                  <a:lnTo>
                    <a:pt x="6542037" y="996643"/>
                  </a:lnTo>
                  <a:lnTo>
                    <a:pt x="6612382" y="998037"/>
                  </a:lnTo>
                  <a:lnTo>
                    <a:pt x="6682726" y="999422"/>
                  </a:lnTo>
                  <a:lnTo>
                    <a:pt x="6753071" y="1000798"/>
                  </a:lnTo>
                  <a:lnTo>
                    <a:pt x="6823415" y="1002165"/>
                  </a:lnTo>
                  <a:lnTo>
                    <a:pt x="6893760" y="1003523"/>
                  </a:lnTo>
                  <a:lnTo>
                    <a:pt x="6964104" y="1004873"/>
                  </a:lnTo>
                  <a:lnTo>
                    <a:pt x="6964104" y="1164430"/>
                  </a:lnTo>
                  <a:lnTo>
                    <a:pt x="6893760" y="1162793"/>
                  </a:lnTo>
                  <a:lnTo>
                    <a:pt x="6823415" y="1161102"/>
                  </a:lnTo>
                  <a:lnTo>
                    <a:pt x="6753071" y="1159356"/>
                  </a:lnTo>
                  <a:lnTo>
                    <a:pt x="6682726" y="1157552"/>
                  </a:lnTo>
                  <a:lnTo>
                    <a:pt x="6612382" y="1155690"/>
                  </a:lnTo>
                  <a:lnTo>
                    <a:pt x="6542037" y="1153767"/>
                  </a:lnTo>
                  <a:lnTo>
                    <a:pt x="6471693" y="1151780"/>
                  </a:lnTo>
                  <a:lnTo>
                    <a:pt x="6401348" y="1149729"/>
                  </a:lnTo>
                  <a:lnTo>
                    <a:pt x="6331004" y="1147610"/>
                  </a:lnTo>
                  <a:lnTo>
                    <a:pt x="6260659" y="1145422"/>
                  </a:lnTo>
                  <a:lnTo>
                    <a:pt x="6190315" y="1143163"/>
                  </a:lnTo>
                  <a:lnTo>
                    <a:pt x="6119970" y="1140829"/>
                  </a:lnTo>
                  <a:lnTo>
                    <a:pt x="6049626" y="1138419"/>
                  </a:lnTo>
                  <a:lnTo>
                    <a:pt x="5979281" y="1135930"/>
                  </a:lnTo>
                  <a:lnTo>
                    <a:pt x="5908937" y="1133360"/>
                  </a:lnTo>
                  <a:lnTo>
                    <a:pt x="5838592" y="1130705"/>
                  </a:lnTo>
                  <a:lnTo>
                    <a:pt x="5768248" y="1127963"/>
                  </a:lnTo>
                  <a:lnTo>
                    <a:pt x="5697903" y="1125132"/>
                  </a:lnTo>
                  <a:lnTo>
                    <a:pt x="5627559" y="1122208"/>
                  </a:lnTo>
                  <a:lnTo>
                    <a:pt x="5557214" y="1119188"/>
                  </a:lnTo>
                  <a:lnTo>
                    <a:pt x="5486870" y="1116069"/>
                  </a:lnTo>
                  <a:lnTo>
                    <a:pt x="5416525" y="1112848"/>
                  </a:lnTo>
                  <a:lnTo>
                    <a:pt x="5346181" y="1109522"/>
                  </a:lnTo>
                  <a:lnTo>
                    <a:pt x="5275836" y="1106087"/>
                  </a:lnTo>
                  <a:lnTo>
                    <a:pt x="5205492" y="1102539"/>
                  </a:lnTo>
                  <a:lnTo>
                    <a:pt x="5135147" y="1098875"/>
                  </a:lnTo>
                  <a:lnTo>
                    <a:pt x="5064803" y="1095091"/>
                  </a:lnTo>
                  <a:lnTo>
                    <a:pt x="4994458" y="1091183"/>
                  </a:lnTo>
                  <a:lnTo>
                    <a:pt x="4924114" y="1087147"/>
                  </a:lnTo>
                  <a:lnTo>
                    <a:pt x="4853769" y="1082979"/>
                  </a:lnTo>
                  <a:lnTo>
                    <a:pt x="4783425" y="1078674"/>
                  </a:lnTo>
                  <a:lnTo>
                    <a:pt x="4713080" y="1074229"/>
                  </a:lnTo>
                  <a:lnTo>
                    <a:pt x="4642736" y="1069638"/>
                  </a:lnTo>
                  <a:lnTo>
                    <a:pt x="4572391" y="1064896"/>
                  </a:lnTo>
                  <a:lnTo>
                    <a:pt x="4502047" y="1059999"/>
                  </a:lnTo>
                  <a:lnTo>
                    <a:pt x="4431702" y="1054942"/>
                  </a:lnTo>
                  <a:lnTo>
                    <a:pt x="4361358" y="1049720"/>
                  </a:lnTo>
                  <a:lnTo>
                    <a:pt x="4291013" y="1044326"/>
                  </a:lnTo>
                  <a:lnTo>
                    <a:pt x="4220669" y="1038755"/>
                  </a:lnTo>
                  <a:lnTo>
                    <a:pt x="4150324" y="1033002"/>
                  </a:lnTo>
                  <a:lnTo>
                    <a:pt x="4079980" y="1027061"/>
                  </a:lnTo>
                  <a:lnTo>
                    <a:pt x="4009635" y="1020925"/>
                  </a:lnTo>
                  <a:lnTo>
                    <a:pt x="3939291" y="1014589"/>
                  </a:lnTo>
                  <a:lnTo>
                    <a:pt x="3868946" y="1008044"/>
                  </a:lnTo>
                  <a:lnTo>
                    <a:pt x="3798602" y="1001286"/>
                  </a:lnTo>
                  <a:lnTo>
                    <a:pt x="3728257" y="994306"/>
                  </a:lnTo>
                  <a:lnTo>
                    <a:pt x="3657913" y="987097"/>
                  </a:lnTo>
                  <a:lnTo>
                    <a:pt x="3587569" y="979653"/>
                  </a:lnTo>
                  <a:lnTo>
                    <a:pt x="3517224" y="971964"/>
                  </a:lnTo>
                  <a:lnTo>
                    <a:pt x="3446880" y="964024"/>
                  </a:lnTo>
                  <a:lnTo>
                    <a:pt x="3376535" y="955824"/>
                  </a:lnTo>
                  <a:lnTo>
                    <a:pt x="3306191" y="947355"/>
                  </a:lnTo>
                  <a:lnTo>
                    <a:pt x="3235846" y="938609"/>
                  </a:lnTo>
                  <a:lnTo>
                    <a:pt x="3165502" y="929577"/>
                  </a:lnTo>
                  <a:lnTo>
                    <a:pt x="3095157" y="920248"/>
                  </a:lnTo>
                  <a:lnTo>
                    <a:pt x="3024813" y="914201"/>
                  </a:lnTo>
                  <a:lnTo>
                    <a:pt x="2954468" y="912267"/>
                  </a:lnTo>
                  <a:lnTo>
                    <a:pt x="2884124" y="910321"/>
                  </a:lnTo>
                  <a:lnTo>
                    <a:pt x="2813779" y="908362"/>
                  </a:lnTo>
                  <a:lnTo>
                    <a:pt x="2743435" y="906391"/>
                  </a:lnTo>
                  <a:lnTo>
                    <a:pt x="2673090" y="904407"/>
                  </a:lnTo>
                  <a:lnTo>
                    <a:pt x="2602746" y="902410"/>
                  </a:lnTo>
                  <a:lnTo>
                    <a:pt x="2532401" y="900400"/>
                  </a:lnTo>
                  <a:lnTo>
                    <a:pt x="2462057" y="898377"/>
                  </a:lnTo>
                  <a:lnTo>
                    <a:pt x="2391712" y="896341"/>
                  </a:lnTo>
                  <a:lnTo>
                    <a:pt x="2321368" y="894292"/>
                  </a:lnTo>
                  <a:lnTo>
                    <a:pt x="2251023" y="892230"/>
                  </a:lnTo>
                  <a:lnTo>
                    <a:pt x="2180679" y="890155"/>
                  </a:lnTo>
                  <a:lnTo>
                    <a:pt x="2110334" y="888066"/>
                  </a:lnTo>
                  <a:lnTo>
                    <a:pt x="2039990" y="885964"/>
                  </a:lnTo>
                  <a:lnTo>
                    <a:pt x="1969645" y="883848"/>
                  </a:lnTo>
                  <a:lnTo>
                    <a:pt x="1899301" y="881719"/>
                  </a:lnTo>
                  <a:lnTo>
                    <a:pt x="1828956" y="879576"/>
                  </a:lnTo>
                  <a:lnTo>
                    <a:pt x="1758612" y="877419"/>
                  </a:lnTo>
                  <a:lnTo>
                    <a:pt x="1688267" y="875248"/>
                  </a:lnTo>
                  <a:lnTo>
                    <a:pt x="1617923" y="873064"/>
                  </a:lnTo>
                  <a:lnTo>
                    <a:pt x="1547578" y="870865"/>
                  </a:lnTo>
                  <a:lnTo>
                    <a:pt x="1477234" y="868652"/>
                  </a:lnTo>
                  <a:lnTo>
                    <a:pt x="1406889" y="866425"/>
                  </a:lnTo>
                  <a:lnTo>
                    <a:pt x="1336545" y="864183"/>
                  </a:lnTo>
                  <a:lnTo>
                    <a:pt x="1266200" y="861927"/>
                  </a:lnTo>
                  <a:lnTo>
                    <a:pt x="1195856" y="859656"/>
                  </a:lnTo>
                  <a:lnTo>
                    <a:pt x="1125511" y="857371"/>
                  </a:lnTo>
                  <a:lnTo>
                    <a:pt x="1055167" y="855071"/>
                  </a:lnTo>
                  <a:lnTo>
                    <a:pt x="984822" y="852757"/>
                  </a:lnTo>
                  <a:lnTo>
                    <a:pt x="914478" y="850427"/>
                  </a:lnTo>
                  <a:lnTo>
                    <a:pt x="844133" y="848082"/>
                  </a:lnTo>
                  <a:lnTo>
                    <a:pt x="773789" y="845723"/>
                  </a:lnTo>
                  <a:lnTo>
                    <a:pt x="703444" y="843348"/>
                  </a:lnTo>
                  <a:lnTo>
                    <a:pt x="633100" y="840957"/>
                  </a:lnTo>
                  <a:lnTo>
                    <a:pt x="562755" y="838552"/>
                  </a:lnTo>
                  <a:lnTo>
                    <a:pt x="492411" y="836131"/>
                  </a:lnTo>
                  <a:lnTo>
                    <a:pt x="422066" y="833694"/>
                  </a:lnTo>
                  <a:lnTo>
                    <a:pt x="351722" y="831241"/>
                  </a:lnTo>
                  <a:lnTo>
                    <a:pt x="281377" y="828773"/>
                  </a:lnTo>
                  <a:lnTo>
                    <a:pt x="211033" y="826289"/>
                  </a:lnTo>
                  <a:lnTo>
                    <a:pt x="140688" y="823789"/>
                  </a:lnTo>
                  <a:lnTo>
                    <a:pt x="70344" y="821273"/>
                  </a:lnTo>
                  <a:lnTo>
                    <a:pt x="0" y="8187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379265"/>
              <a:ext cx="6964104" cy="1004873"/>
            </a:xfrm>
            <a:custGeom>
              <a:avLst/>
              <a:pathLst>
                <a:path w="6964104" h="1004873">
                  <a:moveTo>
                    <a:pt x="0" y="0"/>
                  </a:moveTo>
                  <a:lnTo>
                    <a:pt x="70344" y="38509"/>
                  </a:lnTo>
                  <a:lnTo>
                    <a:pt x="140688" y="75798"/>
                  </a:lnTo>
                  <a:lnTo>
                    <a:pt x="211033" y="111904"/>
                  </a:lnTo>
                  <a:lnTo>
                    <a:pt x="281377" y="146865"/>
                  </a:lnTo>
                  <a:lnTo>
                    <a:pt x="351722" y="180718"/>
                  </a:lnTo>
                  <a:lnTo>
                    <a:pt x="422066" y="213497"/>
                  </a:lnTo>
                  <a:lnTo>
                    <a:pt x="492411" y="245236"/>
                  </a:lnTo>
                  <a:lnTo>
                    <a:pt x="562755" y="275970"/>
                  </a:lnTo>
                  <a:lnTo>
                    <a:pt x="633100" y="305728"/>
                  </a:lnTo>
                  <a:lnTo>
                    <a:pt x="703444" y="334543"/>
                  </a:lnTo>
                  <a:lnTo>
                    <a:pt x="773789" y="362444"/>
                  </a:lnTo>
                  <a:lnTo>
                    <a:pt x="844133" y="389461"/>
                  </a:lnTo>
                  <a:lnTo>
                    <a:pt x="914478" y="415621"/>
                  </a:lnTo>
                  <a:lnTo>
                    <a:pt x="984822" y="440951"/>
                  </a:lnTo>
                  <a:lnTo>
                    <a:pt x="1055167" y="465478"/>
                  </a:lnTo>
                  <a:lnTo>
                    <a:pt x="1125511" y="489227"/>
                  </a:lnTo>
                  <a:lnTo>
                    <a:pt x="1195856" y="512223"/>
                  </a:lnTo>
                  <a:lnTo>
                    <a:pt x="1266200" y="534490"/>
                  </a:lnTo>
                  <a:lnTo>
                    <a:pt x="1336545" y="556051"/>
                  </a:lnTo>
                  <a:lnTo>
                    <a:pt x="1406889" y="576928"/>
                  </a:lnTo>
                  <a:lnTo>
                    <a:pt x="1477234" y="597143"/>
                  </a:lnTo>
                  <a:lnTo>
                    <a:pt x="1547578" y="616717"/>
                  </a:lnTo>
                  <a:lnTo>
                    <a:pt x="1617923" y="635671"/>
                  </a:lnTo>
                  <a:lnTo>
                    <a:pt x="1688267" y="654023"/>
                  </a:lnTo>
                  <a:lnTo>
                    <a:pt x="1758612" y="671794"/>
                  </a:lnTo>
                  <a:lnTo>
                    <a:pt x="1828956" y="689001"/>
                  </a:lnTo>
                  <a:lnTo>
                    <a:pt x="1899301" y="705662"/>
                  </a:lnTo>
                  <a:lnTo>
                    <a:pt x="1969645" y="721795"/>
                  </a:lnTo>
                  <a:lnTo>
                    <a:pt x="2039990" y="737416"/>
                  </a:lnTo>
                  <a:lnTo>
                    <a:pt x="2110334" y="752542"/>
                  </a:lnTo>
                  <a:lnTo>
                    <a:pt x="2180679" y="767188"/>
                  </a:lnTo>
                  <a:lnTo>
                    <a:pt x="2251023" y="781370"/>
                  </a:lnTo>
                  <a:lnTo>
                    <a:pt x="2321368" y="795103"/>
                  </a:lnTo>
                  <a:lnTo>
                    <a:pt x="2391712" y="808399"/>
                  </a:lnTo>
                  <a:lnTo>
                    <a:pt x="2462057" y="821274"/>
                  </a:lnTo>
                  <a:lnTo>
                    <a:pt x="2532401" y="833741"/>
                  </a:lnTo>
                  <a:lnTo>
                    <a:pt x="2602746" y="845813"/>
                  </a:lnTo>
                  <a:lnTo>
                    <a:pt x="2673090" y="857501"/>
                  </a:lnTo>
                  <a:lnTo>
                    <a:pt x="2743435" y="868819"/>
                  </a:lnTo>
                  <a:lnTo>
                    <a:pt x="2813779" y="879779"/>
                  </a:lnTo>
                  <a:lnTo>
                    <a:pt x="2884124" y="890390"/>
                  </a:lnTo>
                  <a:lnTo>
                    <a:pt x="2954468" y="900665"/>
                  </a:lnTo>
                  <a:lnTo>
                    <a:pt x="3024813" y="910615"/>
                  </a:lnTo>
                  <a:lnTo>
                    <a:pt x="3095157" y="916123"/>
                  </a:lnTo>
                  <a:lnTo>
                    <a:pt x="3165502" y="918032"/>
                  </a:lnTo>
                  <a:lnTo>
                    <a:pt x="3235846" y="919929"/>
                  </a:lnTo>
                  <a:lnTo>
                    <a:pt x="3306191" y="921814"/>
                  </a:lnTo>
                  <a:lnTo>
                    <a:pt x="3376535" y="923686"/>
                  </a:lnTo>
                  <a:lnTo>
                    <a:pt x="3446880" y="925547"/>
                  </a:lnTo>
                  <a:lnTo>
                    <a:pt x="3517224" y="927396"/>
                  </a:lnTo>
                  <a:lnTo>
                    <a:pt x="3587569" y="929233"/>
                  </a:lnTo>
                  <a:lnTo>
                    <a:pt x="3657913" y="931058"/>
                  </a:lnTo>
                  <a:lnTo>
                    <a:pt x="3728257" y="932872"/>
                  </a:lnTo>
                  <a:lnTo>
                    <a:pt x="3798602" y="934674"/>
                  </a:lnTo>
                  <a:lnTo>
                    <a:pt x="3868946" y="936464"/>
                  </a:lnTo>
                  <a:lnTo>
                    <a:pt x="3939291" y="938243"/>
                  </a:lnTo>
                  <a:lnTo>
                    <a:pt x="4009635" y="940011"/>
                  </a:lnTo>
                  <a:lnTo>
                    <a:pt x="4079980" y="941767"/>
                  </a:lnTo>
                  <a:lnTo>
                    <a:pt x="4150324" y="943512"/>
                  </a:lnTo>
                  <a:lnTo>
                    <a:pt x="4220669" y="945246"/>
                  </a:lnTo>
                  <a:lnTo>
                    <a:pt x="4291013" y="946969"/>
                  </a:lnTo>
                  <a:lnTo>
                    <a:pt x="4361358" y="948680"/>
                  </a:lnTo>
                  <a:lnTo>
                    <a:pt x="4431702" y="950381"/>
                  </a:lnTo>
                  <a:lnTo>
                    <a:pt x="4502047" y="952071"/>
                  </a:lnTo>
                  <a:lnTo>
                    <a:pt x="4572391" y="953750"/>
                  </a:lnTo>
                  <a:lnTo>
                    <a:pt x="4642736" y="955419"/>
                  </a:lnTo>
                  <a:lnTo>
                    <a:pt x="4713080" y="957076"/>
                  </a:lnTo>
                  <a:lnTo>
                    <a:pt x="4783425" y="958723"/>
                  </a:lnTo>
                  <a:lnTo>
                    <a:pt x="4853769" y="960360"/>
                  </a:lnTo>
                  <a:lnTo>
                    <a:pt x="4924114" y="961986"/>
                  </a:lnTo>
                  <a:lnTo>
                    <a:pt x="4994458" y="963601"/>
                  </a:lnTo>
                  <a:lnTo>
                    <a:pt x="5064803" y="965207"/>
                  </a:lnTo>
                  <a:lnTo>
                    <a:pt x="5135147" y="966802"/>
                  </a:lnTo>
                  <a:lnTo>
                    <a:pt x="5205492" y="968387"/>
                  </a:lnTo>
                  <a:lnTo>
                    <a:pt x="5275836" y="969961"/>
                  </a:lnTo>
                  <a:lnTo>
                    <a:pt x="5346181" y="971526"/>
                  </a:lnTo>
                  <a:lnTo>
                    <a:pt x="5416525" y="973080"/>
                  </a:lnTo>
                  <a:lnTo>
                    <a:pt x="5486870" y="974625"/>
                  </a:lnTo>
                  <a:lnTo>
                    <a:pt x="5557214" y="976160"/>
                  </a:lnTo>
                  <a:lnTo>
                    <a:pt x="5627559" y="977685"/>
                  </a:lnTo>
                  <a:lnTo>
                    <a:pt x="5697903" y="979200"/>
                  </a:lnTo>
                  <a:lnTo>
                    <a:pt x="5768248" y="980705"/>
                  </a:lnTo>
                  <a:lnTo>
                    <a:pt x="5838592" y="982201"/>
                  </a:lnTo>
                  <a:lnTo>
                    <a:pt x="5908937" y="983687"/>
                  </a:lnTo>
                  <a:lnTo>
                    <a:pt x="5979281" y="985164"/>
                  </a:lnTo>
                  <a:lnTo>
                    <a:pt x="6049626" y="986631"/>
                  </a:lnTo>
                  <a:lnTo>
                    <a:pt x="6119970" y="988089"/>
                  </a:lnTo>
                  <a:lnTo>
                    <a:pt x="6190315" y="989538"/>
                  </a:lnTo>
                  <a:lnTo>
                    <a:pt x="6260659" y="990977"/>
                  </a:lnTo>
                  <a:lnTo>
                    <a:pt x="6331004" y="992407"/>
                  </a:lnTo>
                  <a:lnTo>
                    <a:pt x="6401348" y="993828"/>
                  </a:lnTo>
                  <a:lnTo>
                    <a:pt x="6471693" y="995240"/>
                  </a:lnTo>
                  <a:lnTo>
                    <a:pt x="6542037" y="996643"/>
                  </a:lnTo>
                  <a:lnTo>
                    <a:pt x="6612382" y="998037"/>
                  </a:lnTo>
                  <a:lnTo>
                    <a:pt x="6682726" y="999422"/>
                  </a:lnTo>
                  <a:lnTo>
                    <a:pt x="6753071" y="1000798"/>
                  </a:lnTo>
                  <a:lnTo>
                    <a:pt x="6823415" y="1002165"/>
                  </a:lnTo>
                  <a:lnTo>
                    <a:pt x="6893760" y="1003523"/>
                  </a:lnTo>
                  <a:lnTo>
                    <a:pt x="6964104" y="1004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198006"/>
              <a:ext cx="6964104" cy="345689"/>
            </a:xfrm>
            <a:custGeom>
              <a:avLst/>
              <a:pathLst>
                <a:path w="6964104" h="345689">
                  <a:moveTo>
                    <a:pt x="6964104" y="345689"/>
                  </a:moveTo>
                  <a:lnTo>
                    <a:pt x="6893760" y="344052"/>
                  </a:lnTo>
                  <a:lnTo>
                    <a:pt x="6823415" y="342361"/>
                  </a:lnTo>
                  <a:lnTo>
                    <a:pt x="6753071" y="340615"/>
                  </a:lnTo>
                  <a:lnTo>
                    <a:pt x="6682726" y="338812"/>
                  </a:lnTo>
                  <a:lnTo>
                    <a:pt x="6612382" y="336949"/>
                  </a:lnTo>
                  <a:lnTo>
                    <a:pt x="6542037" y="335026"/>
                  </a:lnTo>
                  <a:lnTo>
                    <a:pt x="6471693" y="333040"/>
                  </a:lnTo>
                  <a:lnTo>
                    <a:pt x="6401348" y="330988"/>
                  </a:lnTo>
                  <a:lnTo>
                    <a:pt x="6331004" y="328870"/>
                  </a:lnTo>
                  <a:lnTo>
                    <a:pt x="6260659" y="326682"/>
                  </a:lnTo>
                  <a:lnTo>
                    <a:pt x="6190315" y="324422"/>
                  </a:lnTo>
                  <a:lnTo>
                    <a:pt x="6119970" y="322088"/>
                  </a:lnTo>
                  <a:lnTo>
                    <a:pt x="6049626" y="319678"/>
                  </a:lnTo>
                  <a:lnTo>
                    <a:pt x="5979281" y="317189"/>
                  </a:lnTo>
                  <a:lnTo>
                    <a:pt x="5908937" y="314619"/>
                  </a:lnTo>
                  <a:lnTo>
                    <a:pt x="5838592" y="311964"/>
                  </a:lnTo>
                  <a:lnTo>
                    <a:pt x="5768248" y="309223"/>
                  </a:lnTo>
                  <a:lnTo>
                    <a:pt x="5697903" y="306391"/>
                  </a:lnTo>
                  <a:lnTo>
                    <a:pt x="5627559" y="303467"/>
                  </a:lnTo>
                  <a:lnTo>
                    <a:pt x="5557214" y="300447"/>
                  </a:lnTo>
                  <a:lnTo>
                    <a:pt x="5486870" y="297328"/>
                  </a:lnTo>
                  <a:lnTo>
                    <a:pt x="5416525" y="294108"/>
                  </a:lnTo>
                  <a:lnTo>
                    <a:pt x="5346181" y="290781"/>
                  </a:lnTo>
                  <a:lnTo>
                    <a:pt x="5275836" y="287346"/>
                  </a:lnTo>
                  <a:lnTo>
                    <a:pt x="5205492" y="283798"/>
                  </a:lnTo>
                  <a:lnTo>
                    <a:pt x="5135147" y="280134"/>
                  </a:lnTo>
                  <a:lnTo>
                    <a:pt x="5064803" y="276350"/>
                  </a:lnTo>
                  <a:lnTo>
                    <a:pt x="4994458" y="272442"/>
                  </a:lnTo>
                  <a:lnTo>
                    <a:pt x="4924114" y="268406"/>
                  </a:lnTo>
                  <a:lnTo>
                    <a:pt x="4853769" y="264238"/>
                  </a:lnTo>
                  <a:lnTo>
                    <a:pt x="4783425" y="259934"/>
                  </a:lnTo>
                  <a:lnTo>
                    <a:pt x="4713080" y="255488"/>
                  </a:lnTo>
                  <a:lnTo>
                    <a:pt x="4642736" y="250897"/>
                  </a:lnTo>
                  <a:lnTo>
                    <a:pt x="4572391" y="246155"/>
                  </a:lnTo>
                  <a:lnTo>
                    <a:pt x="4502047" y="241259"/>
                  </a:lnTo>
                  <a:lnTo>
                    <a:pt x="4431702" y="236201"/>
                  </a:lnTo>
                  <a:lnTo>
                    <a:pt x="4361358" y="230979"/>
                  </a:lnTo>
                  <a:lnTo>
                    <a:pt x="4291013" y="225585"/>
                  </a:lnTo>
                  <a:lnTo>
                    <a:pt x="4220669" y="220015"/>
                  </a:lnTo>
                  <a:lnTo>
                    <a:pt x="4150324" y="214262"/>
                  </a:lnTo>
                  <a:lnTo>
                    <a:pt x="4079980" y="208320"/>
                  </a:lnTo>
                  <a:lnTo>
                    <a:pt x="4009635" y="202185"/>
                  </a:lnTo>
                  <a:lnTo>
                    <a:pt x="3939291" y="195848"/>
                  </a:lnTo>
                  <a:lnTo>
                    <a:pt x="3868946" y="189304"/>
                  </a:lnTo>
                  <a:lnTo>
                    <a:pt x="3798602" y="182545"/>
                  </a:lnTo>
                  <a:lnTo>
                    <a:pt x="3728257" y="175565"/>
                  </a:lnTo>
                  <a:lnTo>
                    <a:pt x="3657913" y="168357"/>
                  </a:lnTo>
                  <a:lnTo>
                    <a:pt x="3587569" y="160912"/>
                  </a:lnTo>
                  <a:lnTo>
                    <a:pt x="3517224" y="153224"/>
                  </a:lnTo>
                  <a:lnTo>
                    <a:pt x="3446880" y="145283"/>
                  </a:lnTo>
                  <a:lnTo>
                    <a:pt x="3376535" y="137083"/>
                  </a:lnTo>
                  <a:lnTo>
                    <a:pt x="3306191" y="128615"/>
                  </a:lnTo>
                  <a:lnTo>
                    <a:pt x="3235846" y="119868"/>
                  </a:lnTo>
                  <a:lnTo>
                    <a:pt x="3165502" y="110836"/>
                  </a:lnTo>
                  <a:lnTo>
                    <a:pt x="3095157" y="101508"/>
                  </a:lnTo>
                  <a:lnTo>
                    <a:pt x="3024813" y="95460"/>
                  </a:lnTo>
                  <a:lnTo>
                    <a:pt x="2954468" y="93527"/>
                  </a:lnTo>
                  <a:lnTo>
                    <a:pt x="2884124" y="91580"/>
                  </a:lnTo>
                  <a:lnTo>
                    <a:pt x="2813779" y="89621"/>
                  </a:lnTo>
                  <a:lnTo>
                    <a:pt x="2743435" y="87650"/>
                  </a:lnTo>
                  <a:lnTo>
                    <a:pt x="2673090" y="85666"/>
                  </a:lnTo>
                  <a:lnTo>
                    <a:pt x="2602746" y="83669"/>
                  </a:lnTo>
                  <a:lnTo>
                    <a:pt x="2532401" y="81659"/>
                  </a:lnTo>
                  <a:lnTo>
                    <a:pt x="2462057" y="79636"/>
                  </a:lnTo>
                  <a:lnTo>
                    <a:pt x="2391712" y="77601"/>
                  </a:lnTo>
                  <a:lnTo>
                    <a:pt x="2321368" y="75552"/>
                  </a:lnTo>
                  <a:lnTo>
                    <a:pt x="2251023" y="73490"/>
                  </a:lnTo>
                  <a:lnTo>
                    <a:pt x="2180679" y="71414"/>
                  </a:lnTo>
                  <a:lnTo>
                    <a:pt x="2110334" y="69326"/>
                  </a:lnTo>
                  <a:lnTo>
                    <a:pt x="2039990" y="67223"/>
                  </a:lnTo>
                  <a:lnTo>
                    <a:pt x="1969645" y="65108"/>
                  </a:lnTo>
                  <a:lnTo>
                    <a:pt x="1899301" y="62978"/>
                  </a:lnTo>
                  <a:lnTo>
                    <a:pt x="1828956" y="60835"/>
                  </a:lnTo>
                  <a:lnTo>
                    <a:pt x="1758612" y="58678"/>
                  </a:lnTo>
                  <a:lnTo>
                    <a:pt x="1688267" y="56508"/>
                  </a:lnTo>
                  <a:lnTo>
                    <a:pt x="1617923" y="54323"/>
                  </a:lnTo>
                  <a:lnTo>
                    <a:pt x="1547578" y="52124"/>
                  </a:lnTo>
                  <a:lnTo>
                    <a:pt x="1477234" y="49911"/>
                  </a:lnTo>
                  <a:lnTo>
                    <a:pt x="1406889" y="47684"/>
                  </a:lnTo>
                  <a:lnTo>
                    <a:pt x="1336545" y="45442"/>
                  </a:lnTo>
                  <a:lnTo>
                    <a:pt x="1266200" y="43186"/>
                  </a:lnTo>
                  <a:lnTo>
                    <a:pt x="1195856" y="40916"/>
                  </a:lnTo>
                  <a:lnTo>
                    <a:pt x="1125511" y="38630"/>
                  </a:lnTo>
                  <a:lnTo>
                    <a:pt x="1055167" y="36330"/>
                  </a:lnTo>
                  <a:lnTo>
                    <a:pt x="984822" y="34016"/>
                  </a:lnTo>
                  <a:lnTo>
                    <a:pt x="914478" y="31686"/>
                  </a:lnTo>
                  <a:lnTo>
                    <a:pt x="844133" y="29341"/>
                  </a:lnTo>
                  <a:lnTo>
                    <a:pt x="773789" y="26982"/>
                  </a:lnTo>
                  <a:lnTo>
                    <a:pt x="703444" y="24607"/>
                  </a:lnTo>
                  <a:lnTo>
                    <a:pt x="633100" y="22217"/>
                  </a:lnTo>
                  <a:lnTo>
                    <a:pt x="562755" y="19811"/>
                  </a:lnTo>
                  <a:lnTo>
                    <a:pt x="492411" y="17390"/>
                  </a:lnTo>
                  <a:lnTo>
                    <a:pt x="422066" y="14953"/>
                  </a:lnTo>
                  <a:lnTo>
                    <a:pt x="351722" y="12501"/>
                  </a:lnTo>
                  <a:lnTo>
                    <a:pt x="281377" y="10032"/>
                  </a:lnTo>
                  <a:lnTo>
                    <a:pt x="211033" y="7548"/>
                  </a:lnTo>
                  <a:lnTo>
                    <a:pt x="140688" y="5048"/>
                  </a:lnTo>
                  <a:lnTo>
                    <a:pt x="70344" y="25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4900489"/>
              <a:ext cx="6964104" cy="590847"/>
            </a:xfrm>
            <a:custGeom>
              <a:avLst/>
              <a:pathLst>
                <a:path w="6964104" h="590847">
                  <a:moveTo>
                    <a:pt x="0" y="0"/>
                  </a:moveTo>
                  <a:lnTo>
                    <a:pt x="70344" y="13265"/>
                  </a:lnTo>
                  <a:lnTo>
                    <a:pt x="140688" y="26277"/>
                  </a:lnTo>
                  <a:lnTo>
                    <a:pt x="211033" y="39040"/>
                  </a:lnTo>
                  <a:lnTo>
                    <a:pt x="281377" y="51558"/>
                  </a:lnTo>
                  <a:lnTo>
                    <a:pt x="351722" y="63837"/>
                  </a:lnTo>
                  <a:lnTo>
                    <a:pt x="422066" y="75881"/>
                  </a:lnTo>
                  <a:lnTo>
                    <a:pt x="492411" y="87695"/>
                  </a:lnTo>
                  <a:lnTo>
                    <a:pt x="562755" y="99282"/>
                  </a:lnTo>
                  <a:lnTo>
                    <a:pt x="633100" y="110648"/>
                  </a:lnTo>
                  <a:lnTo>
                    <a:pt x="703444" y="121796"/>
                  </a:lnTo>
                  <a:lnTo>
                    <a:pt x="773789" y="132731"/>
                  </a:lnTo>
                  <a:lnTo>
                    <a:pt x="844133" y="143457"/>
                  </a:lnTo>
                  <a:lnTo>
                    <a:pt x="914478" y="153977"/>
                  </a:lnTo>
                  <a:lnTo>
                    <a:pt x="984822" y="164296"/>
                  </a:lnTo>
                  <a:lnTo>
                    <a:pt x="1055167" y="174417"/>
                  </a:lnTo>
                  <a:lnTo>
                    <a:pt x="1125511" y="184345"/>
                  </a:lnTo>
                  <a:lnTo>
                    <a:pt x="1195856" y="194083"/>
                  </a:lnTo>
                  <a:lnTo>
                    <a:pt x="1266200" y="203635"/>
                  </a:lnTo>
                  <a:lnTo>
                    <a:pt x="1336545" y="213003"/>
                  </a:lnTo>
                  <a:lnTo>
                    <a:pt x="1406889" y="222193"/>
                  </a:lnTo>
                  <a:lnTo>
                    <a:pt x="1477234" y="231206"/>
                  </a:lnTo>
                  <a:lnTo>
                    <a:pt x="1547578" y="240047"/>
                  </a:lnTo>
                  <a:lnTo>
                    <a:pt x="1617923" y="248719"/>
                  </a:lnTo>
                  <a:lnTo>
                    <a:pt x="1688267" y="257225"/>
                  </a:lnTo>
                  <a:lnTo>
                    <a:pt x="1758612" y="265568"/>
                  </a:lnTo>
                  <a:lnTo>
                    <a:pt x="1828956" y="273752"/>
                  </a:lnTo>
                  <a:lnTo>
                    <a:pt x="1899301" y="281779"/>
                  </a:lnTo>
                  <a:lnTo>
                    <a:pt x="1969645" y="289652"/>
                  </a:lnTo>
                  <a:lnTo>
                    <a:pt x="2039990" y="297375"/>
                  </a:lnTo>
                  <a:lnTo>
                    <a:pt x="2110334" y="304949"/>
                  </a:lnTo>
                  <a:lnTo>
                    <a:pt x="2180679" y="312379"/>
                  </a:lnTo>
                  <a:lnTo>
                    <a:pt x="2251023" y="319667"/>
                  </a:lnTo>
                  <a:lnTo>
                    <a:pt x="2321368" y="326815"/>
                  </a:lnTo>
                  <a:lnTo>
                    <a:pt x="2391712" y="333827"/>
                  </a:lnTo>
                  <a:lnTo>
                    <a:pt x="2462057" y="340704"/>
                  </a:lnTo>
                  <a:lnTo>
                    <a:pt x="2532401" y="347450"/>
                  </a:lnTo>
                  <a:lnTo>
                    <a:pt x="2602746" y="354066"/>
                  </a:lnTo>
                  <a:lnTo>
                    <a:pt x="2673090" y="360556"/>
                  </a:lnTo>
                  <a:lnTo>
                    <a:pt x="2743435" y="366922"/>
                  </a:lnTo>
                  <a:lnTo>
                    <a:pt x="2813779" y="373166"/>
                  </a:lnTo>
                  <a:lnTo>
                    <a:pt x="2884124" y="379290"/>
                  </a:lnTo>
                  <a:lnTo>
                    <a:pt x="2954468" y="385297"/>
                  </a:lnTo>
                  <a:lnTo>
                    <a:pt x="3024813" y="391189"/>
                  </a:lnTo>
                  <a:lnTo>
                    <a:pt x="3095157" y="396969"/>
                  </a:lnTo>
                  <a:lnTo>
                    <a:pt x="3165502" y="402638"/>
                  </a:lnTo>
                  <a:lnTo>
                    <a:pt x="3235846" y="408198"/>
                  </a:lnTo>
                  <a:lnTo>
                    <a:pt x="3306191" y="413652"/>
                  </a:lnTo>
                  <a:lnTo>
                    <a:pt x="3376535" y="419002"/>
                  </a:lnTo>
                  <a:lnTo>
                    <a:pt x="3446880" y="424249"/>
                  </a:lnTo>
                  <a:lnTo>
                    <a:pt x="3517224" y="429396"/>
                  </a:lnTo>
                  <a:lnTo>
                    <a:pt x="3587569" y="434444"/>
                  </a:lnTo>
                  <a:lnTo>
                    <a:pt x="3657913" y="439396"/>
                  </a:lnTo>
                  <a:lnTo>
                    <a:pt x="3728257" y="444253"/>
                  </a:lnTo>
                  <a:lnTo>
                    <a:pt x="3798602" y="449017"/>
                  </a:lnTo>
                  <a:lnTo>
                    <a:pt x="3868946" y="453690"/>
                  </a:lnTo>
                  <a:lnTo>
                    <a:pt x="3939291" y="458273"/>
                  </a:lnTo>
                  <a:lnTo>
                    <a:pt x="4009635" y="462769"/>
                  </a:lnTo>
                  <a:lnTo>
                    <a:pt x="4079980" y="467179"/>
                  </a:lnTo>
                  <a:lnTo>
                    <a:pt x="4150324" y="471504"/>
                  </a:lnTo>
                  <a:lnTo>
                    <a:pt x="4220669" y="475747"/>
                  </a:lnTo>
                  <a:lnTo>
                    <a:pt x="4291013" y="479908"/>
                  </a:lnTo>
                  <a:lnTo>
                    <a:pt x="4361358" y="483990"/>
                  </a:lnTo>
                  <a:lnTo>
                    <a:pt x="4431702" y="487993"/>
                  </a:lnTo>
                  <a:lnTo>
                    <a:pt x="4502047" y="491920"/>
                  </a:lnTo>
                  <a:lnTo>
                    <a:pt x="4572391" y="495772"/>
                  </a:lnTo>
                  <a:lnTo>
                    <a:pt x="4642736" y="499550"/>
                  </a:lnTo>
                  <a:lnTo>
                    <a:pt x="4713080" y="503256"/>
                  </a:lnTo>
                  <a:lnTo>
                    <a:pt x="4783425" y="506891"/>
                  </a:lnTo>
                  <a:lnTo>
                    <a:pt x="4853769" y="510456"/>
                  </a:lnTo>
                  <a:lnTo>
                    <a:pt x="4924114" y="513953"/>
                  </a:lnTo>
                  <a:lnTo>
                    <a:pt x="4994458" y="517383"/>
                  </a:lnTo>
                  <a:lnTo>
                    <a:pt x="5064803" y="520748"/>
                  </a:lnTo>
                  <a:lnTo>
                    <a:pt x="5135147" y="524048"/>
                  </a:lnTo>
                  <a:lnTo>
                    <a:pt x="5205492" y="527285"/>
                  </a:lnTo>
                  <a:lnTo>
                    <a:pt x="5275836" y="530460"/>
                  </a:lnTo>
                  <a:lnTo>
                    <a:pt x="5346181" y="533574"/>
                  </a:lnTo>
                  <a:lnTo>
                    <a:pt x="5416525" y="536629"/>
                  </a:lnTo>
                  <a:lnTo>
                    <a:pt x="5486870" y="539625"/>
                  </a:lnTo>
                  <a:lnTo>
                    <a:pt x="5557214" y="542564"/>
                  </a:lnTo>
                  <a:lnTo>
                    <a:pt x="5627559" y="545447"/>
                  </a:lnTo>
                  <a:lnTo>
                    <a:pt x="5697903" y="548274"/>
                  </a:lnTo>
                  <a:lnTo>
                    <a:pt x="5768248" y="551048"/>
                  </a:lnTo>
                  <a:lnTo>
                    <a:pt x="5838592" y="553768"/>
                  </a:lnTo>
                  <a:lnTo>
                    <a:pt x="5908937" y="556436"/>
                  </a:lnTo>
                  <a:lnTo>
                    <a:pt x="5979281" y="559053"/>
                  </a:lnTo>
                  <a:lnTo>
                    <a:pt x="6049626" y="561620"/>
                  </a:lnTo>
                  <a:lnTo>
                    <a:pt x="6119970" y="564138"/>
                  </a:lnTo>
                  <a:lnTo>
                    <a:pt x="6190315" y="566608"/>
                  </a:lnTo>
                  <a:lnTo>
                    <a:pt x="6260659" y="569031"/>
                  </a:lnTo>
                  <a:lnTo>
                    <a:pt x="6331004" y="571407"/>
                  </a:lnTo>
                  <a:lnTo>
                    <a:pt x="6401348" y="573738"/>
                  </a:lnTo>
                  <a:lnTo>
                    <a:pt x="6471693" y="576024"/>
                  </a:lnTo>
                  <a:lnTo>
                    <a:pt x="6542037" y="578266"/>
                  </a:lnTo>
                  <a:lnTo>
                    <a:pt x="6612382" y="580465"/>
                  </a:lnTo>
                  <a:lnTo>
                    <a:pt x="6682726" y="582623"/>
                  </a:lnTo>
                  <a:lnTo>
                    <a:pt x="6753071" y="584739"/>
                  </a:lnTo>
                  <a:lnTo>
                    <a:pt x="6823415" y="586814"/>
                  </a:lnTo>
                  <a:lnTo>
                    <a:pt x="6893760" y="588850"/>
                  </a:lnTo>
                  <a:lnTo>
                    <a:pt x="6964104" y="5908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2925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2483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8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460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965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470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9753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804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824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6766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1817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6868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(1.08-1.48), p_Bonf = 0.020 (n = 6)  |  per IQR decline (Δ = 28.0 %): 1.92 (1.24-2.98)  |  IQR: [-30.0, -2.0]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2026-07-22T07:57:30Z</dcterms:modified>
  <cp:category/>
</cp:coreProperties>
</file>