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72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583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44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310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3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036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900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3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626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817517" y="2073503"/>
              <a:ext cx="7403783" cy="3364987"/>
            </a:xfrm>
            <a:custGeom>
              <a:avLst/>
              <a:pathLst>
                <a:path w="7403783" h="3364987">
                  <a:moveTo>
                    <a:pt x="455911" y="0"/>
                  </a:moveTo>
                  <a:lnTo>
                    <a:pt x="506853" y="85763"/>
                  </a:lnTo>
                  <a:lnTo>
                    <a:pt x="583486" y="210058"/>
                  </a:lnTo>
                  <a:lnTo>
                    <a:pt x="660118" y="329806"/>
                  </a:lnTo>
                  <a:lnTo>
                    <a:pt x="736751" y="445174"/>
                  </a:lnTo>
                  <a:lnTo>
                    <a:pt x="813384" y="556323"/>
                  </a:lnTo>
                  <a:lnTo>
                    <a:pt x="890016" y="663405"/>
                  </a:lnTo>
                  <a:lnTo>
                    <a:pt x="966649" y="766571"/>
                  </a:lnTo>
                  <a:lnTo>
                    <a:pt x="1043281" y="865962"/>
                  </a:lnTo>
                  <a:lnTo>
                    <a:pt x="1119914" y="961719"/>
                  </a:lnTo>
                  <a:lnTo>
                    <a:pt x="1196546" y="1053972"/>
                  </a:lnTo>
                  <a:lnTo>
                    <a:pt x="1273179" y="1142851"/>
                  </a:lnTo>
                  <a:lnTo>
                    <a:pt x="1349811" y="1228479"/>
                  </a:lnTo>
                  <a:lnTo>
                    <a:pt x="1426444" y="1310974"/>
                  </a:lnTo>
                  <a:lnTo>
                    <a:pt x="1503076" y="1390452"/>
                  </a:lnTo>
                  <a:lnTo>
                    <a:pt x="1579709" y="1467023"/>
                  </a:lnTo>
                  <a:lnTo>
                    <a:pt x="1656342" y="1540793"/>
                  </a:lnTo>
                  <a:lnTo>
                    <a:pt x="1732974" y="1611864"/>
                  </a:lnTo>
                  <a:lnTo>
                    <a:pt x="1809607" y="1680336"/>
                  </a:lnTo>
                  <a:lnTo>
                    <a:pt x="1886239" y="1746303"/>
                  </a:lnTo>
                  <a:lnTo>
                    <a:pt x="1962872" y="1809857"/>
                  </a:lnTo>
                  <a:lnTo>
                    <a:pt x="2039504" y="1871087"/>
                  </a:lnTo>
                  <a:lnTo>
                    <a:pt x="2116137" y="1930076"/>
                  </a:lnTo>
                  <a:lnTo>
                    <a:pt x="2192769" y="1986908"/>
                  </a:lnTo>
                  <a:lnTo>
                    <a:pt x="2269402" y="2041661"/>
                  </a:lnTo>
                  <a:lnTo>
                    <a:pt x="2346034" y="2094411"/>
                  </a:lnTo>
                  <a:lnTo>
                    <a:pt x="2422667" y="2145232"/>
                  </a:lnTo>
                  <a:lnTo>
                    <a:pt x="2499300" y="2194193"/>
                  </a:lnTo>
                  <a:lnTo>
                    <a:pt x="2575932" y="2241364"/>
                  </a:lnTo>
                  <a:lnTo>
                    <a:pt x="2652565" y="2286809"/>
                  </a:lnTo>
                  <a:lnTo>
                    <a:pt x="2729197" y="2330592"/>
                  </a:lnTo>
                  <a:lnTo>
                    <a:pt x="2805830" y="2372773"/>
                  </a:lnTo>
                  <a:lnTo>
                    <a:pt x="2882462" y="2413412"/>
                  </a:lnTo>
                  <a:lnTo>
                    <a:pt x="2959095" y="2452564"/>
                  </a:lnTo>
                  <a:lnTo>
                    <a:pt x="3035727" y="2490283"/>
                  </a:lnTo>
                  <a:lnTo>
                    <a:pt x="3112360" y="2526623"/>
                  </a:lnTo>
                  <a:lnTo>
                    <a:pt x="3188993" y="2561634"/>
                  </a:lnTo>
                  <a:lnTo>
                    <a:pt x="3265625" y="2595364"/>
                  </a:lnTo>
                  <a:lnTo>
                    <a:pt x="3342258" y="2627860"/>
                  </a:lnTo>
                  <a:lnTo>
                    <a:pt x="3418890" y="2655582"/>
                  </a:lnTo>
                  <a:lnTo>
                    <a:pt x="3495523" y="2663732"/>
                  </a:lnTo>
                  <a:lnTo>
                    <a:pt x="3572155" y="2671801"/>
                  </a:lnTo>
                  <a:lnTo>
                    <a:pt x="3648788" y="2679791"/>
                  </a:lnTo>
                  <a:lnTo>
                    <a:pt x="3725420" y="2687702"/>
                  </a:lnTo>
                  <a:lnTo>
                    <a:pt x="3802053" y="2695536"/>
                  </a:lnTo>
                  <a:lnTo>
                    <a:pt x="3878685" y="2703292"/>
                  </a:lnTo>
                  <a:lnTo>
                    <a:pt x="3955318" y="2710972"/>
                  </a:lnTo>
                  <a:lnTo>
                    <a:pt x="4031951" y="2718577"/>
                  </a:lnTo>
                  <a:lnTo>
                    <a:pt x="4108583" y="2726107"/>
                  </a:lnTo>
                  <a:lnTo>
                    <a:pt x="4185216" y="2733562"/>
                  </a:lnTo>
                  <a:lnTo>
                    <a:pt x="4261848" y="2740944"/>
                  </a:lnTo>
                  <a:lnTo>
                    <a:pt x="4338481" y="2748254"/>
                  </a:lnTo>
                  <a:lnTo>
                    <a:pt x="4415113" y="2755492"/>
                  </a:lnTo>
                  <a:lnTo>
                    <a:pt x="4491746" y="2762658"/>
                  </a:lnTo>
                  <a:lnTo>
                    <a:pt x="4568378" y="2769754"/>
                  </a:lnTo>
                  <a:lnTo>
                    <a:pt x="4645011" y="2776780"/>
                  </a:lnTo>
                  <a:lnTo>
                    <a:pt x="4721644" y="2783737"/>
                  </a:lnTo>
                  <a:lnTo>
                    <a:pt x="4798276" y="2790625"/>
                  </a:lnTo>
                  <a:lnTo>
                    <a:pt x="4874909" y="2797446"/>
                  </a:lnTo>
                  <a:lnTo>
                    <a:pt x="4951541" y="2804200"/>
                  </a:lnTo>
                  <a:lnTo>
                    <a:pt x="5028174" y="2810887"/>
                  </a:lnTo>
                  <a:lnTo>
                    <a:pt x="5104806" y="2817508"/>
                  </a:lnTo>
                  <a:lnTo>
                    <a:pt x="5181439" y="2824064"/>
                  </a:lnTo>
                  <a:lnTo>
                    <a:pt x="5258071" y="2830556"/>
                  </a:lnTo>
                  <a:lnTo>
                    <a:pt x="5334704" y="2836984"/>
                  </a:lnTo>
                  <a:lnTo>
                    <a:pt x="5411336" y="2843348"/>
                  </a:lnTo>
                  <a:lnTo>
                    <a:pt x="5487969" y="2849650"/>
                  </a:lnTo>
                  <a:lnTo>
                    <a:pt x="5564602" y="2855890"/>
                  </a:lnTo>
                  <a:lnTo>
                    <a:pt x="5641234" y="2862068"/>
                  </a:lnTo>
                  <a:lnTo>
                    <a:pt x="5717867" y="2868186"/>
                  </a:lnTo>
                  <a:lnTo>
                    <a:pt x="5794499" y="2874243"/>
                  </a:lnTo>
                  <a:lnTo>
                    <a:pt x="5871132" y="2880241"/>
                  </a:lnTo>
                  <a:lnTo>
                    <a:pt x="5947764" y="2886180"/>
                  </a:lnTo>
                  <a:lnTo>
                    <a:pt x="6024397" y="2892060"/>
                  </a:lnTo>
                  <a:lnTo>
                    <a:pt x="6101029" y="2897883"/>
                  </a:lnTo>
                  <a:lnTo>
                    <a:pt x="6177662" y="2903648"/>
                  </a:lnTo>
                  <a:lnTo>
                    <a:pt x="6254294" y="2909357"/>
                  </a:lnTo>
                  <a:lnTo>
                    <a:pt x="6330927" y="2915009"/>
                  </a:lnTo>
                  <a:lnTo>
                    <a:pt x="6407560" y="2920606"/>
                  </a:lnTo>
                  <a:lnTo>
                    <a:pt x="6484192" y="2926147"/>
                  </a:lnTo>
                  <a:lnTo>
                    <a:pt x="6560825" y="2931634"/>
                  </a:lnTo>
                  <a:lnTo>
                    <a:pt x="6637457" y="2937067"/>
                  </a:lnTo>
                  <a:lnTo>
                    <a:pt x="6714090" y="2942447"/>
                  </a:lnTo>
                  <a:lnTo>
                    <a:pt x="6790722" y="2947774"/>
                  </a:lnTo>
                  <a:lnTo>
                    <a:pt x="6867355" y="2953048"/>
                  </a:lnTo>
                  <a:lnTo>
                    <a:pt x="6943987" y="2958270"/>
                  </a:lnTo>
                  <a:lnTo>
                    <a:pt x="7020620" y="2963441"/>
                  </a:lnTo>
                  <a:lnTo>
                    <a:pt x="7097253" y="2968561"/>
                  </a:lnTo>
                  <a:lnTo>
                    <a:pt x="7173885" y="2973631"/>
                  </a:lnTo>
                  <a:lnTo>
                    <a:pt x="7250518" y="2978651"/>
                  </a:lnTo>
                  <a:lnTo>
                    <a:pt x="7327150" y="2983621"/>
                  </a:lnTo>
                  <a:lnTo>
                    <a:pt x="7403783" y="2988543"/>
                  </a:lnTo>
                  <a:lnTo>
                    <a:pt x="7403783" y="3364987"/>
                  </a:lnTo>
                  <a:lnTo>
                    <a:pt x="7327150" y="3360478"/>
                  </a:lnTo>
                  <a:lnTo>
                    <a:pt x="7250518" y="3355798"/>
                  </a:lnTo>
                  <a:lnTo>
                    <a:pt x="7173885" y="3350940"/>
                  </a:lnTo>
                  <a:lnTo>
                    <a:pt x="7097253" y="3345897"/>
                  </a:lnTo>
                  <a:lnTo>
                    <a:pt x="7020620" y="3340664"/>
                  </a:lnTo>
                  <a:lnTo>
                    <a:pt x="6943987" y="3335231"/>
                  </a:lnTo>
                  <a:lnTo>
                    <a:pt x="6867355" y="3329592"/>
                  </a:lnTo>
                  <a:lnTo>
                    <a:pt x="6790722" y="3323739"/>
                  </a:lnTo>
                  <a:lnTo>
                    <a:pt x="6714090" y="3317664"/>
                  </a:lnTo>
                  <a:lnTo>
                    <a:pt x="6637457" y="3311358"/>
                  </a:lnTo>
                  <a:lnTo>
                    <a:pt x="6560825" y="3304813"/>
                  </a:lnTo>
                  <a:lnTo>
                    <a:pt x="6484192" y="3298019"/>
                  </a:lnTo>
                  <a:lnTo>
                    <a:pt x="6407560" y="3290968"/>
                  </a:lnTo>
                  <a:lnTo>
                    <a:pt x="6330927" y="3283648"/>
                  </a:lnTo>
                  <a:lnTo>
                    <a:pt x="6254294" y="3276051"/>
                  </a:lnTo>
                  <a:lnTo>
                    <a:pt x="6177662" y="3268165"/>
                  </a:lnTo>
                  <a:lnTo>
                    <a:pt x="6101029" y="3259980"/>
                  </a:lnTo>
                  <a:lnTo>
                    <a:pt x="6024397" y="3251484"/>
                  </a:lnTo>
                  <a:lnTo>
                    <a:pt x="5947764" y="3242666"/>
                  </a:lnTo>
                  <a:lnTo>
                    <a:pt x="5871132" y="3233512"/>
                  </a:lnTo>
                  <a:lnTo>
                    <a:pt x="5794499" y="3224012"/>
                  </a:lnTo>
                  <a:lnTo>
                    <a:pt x="5717867" y="3214150"/>
                  </a:lnTo>
                  <a:lnTo>
                    <a:pt x="5641234" y="3203914"/>
                  </a:lnTo>
                  <a:lnTo>
                    <a:pt x="5564602" y="3193289"/>
                  </a:lnTo>
                  <a:lnTo>
                    <a:pt x="5487969" y="3182261"/>
                  </a:lnTo>
                  <a:lnTo>
                    <a:pt x="5411336" y="3170814"/>
                  </a:lnTo>
                  <a:lnTo>
                    <a:pt x="5334704" y="3158933"/>
                  </a:lnTo>
                  <a:lnTo>
                    <a:pt x="5258071" y="3146601"/>
                  </a:lnTo>
                  <a:lnTo>
                    <a:pt x="5181439" y="3133800"/>
                  </a:lnTo>
                  <a:lnTo>
                    <a:pt x="5104806" y="3120513"/>
                  </a:lnTo>
                  <a:lnTo>
                    <a:pt x="5028174" y="3106722"/>
                  </a:lnTo>
                  <a:lnTo>
                    <a:pt x="4951541" y="3092407"/>
                  </a:lnTo>
                  <a:lnTo>
                    <a:pt x="4874909" y="3077549"/>
                  </a:lnTo>
                  <a:lnTo>
                    <a:pt x="4798276" y="3062126"/>
                  </a:lnTo>
                  <a:lnTo>
                    <a:pt x="4721644" y="3046118"/>
                  </a:lnTo>
                  <a:lnTo>
                    <a:pt x="4645011" y="3029502"/>
                  </a:lnTo>
                  <a:lnTo>
                    <a:pt x="4568378" y="3012256"/>
                  </a:lnTo>
                  <a:lnTo>
                    <a:pt x="4491746" y="2994354"/>
                  </a:lnTo>
                  <a:lnTo>
                    <a:pt x="4415113" y="2975773"/>
                  </a:lnTo>
                  <a:lnTo>
                    <a:pt x="4338481" y="2956486"/>
                  </a:lnTo>
                  <a:lnTo>
                    <a:pt x="4261848" y="2936467"/>
                  </a:lnTo>
                  <a:lnTo>
                    <a:pt x="4185216" y="2915688"/>
                  </a:lnTo>
                  <a:lnTo>
                    <a:pt x="4108583" y="2894120"/>
                  </a:lnTo>
                  <a:lnTo>
                    <a:pt x="4031951" y="2871733"/>
                  </a:lnTo>
                  <a:lnTo>
                    <a:pt x="3955318" y="2848497"/>
                  </a:lnTo>
                  <a:lnTo>
                    <a:pt x="3878685" y="2824377"/>
                  </a:lnTo>
                  <a:lnTo>
                    <a:pt x="3802053" y="2799343"/>
                  </a:lnTo>
                  <a:lnTo>
                    <a:pt x="3725420" y="2773357"/>
                  </a:lnTo>
                  <a:lnTo>
                    <a:pt x="3648788" y="2746385"/>
                  </a:lnTo>
                  <a:lnTo>
                    <a:pt x="3572155" y="2718389"/>
                  </a:lnTo>
                  <a:lnTo>
                    <a:pt x="3495523" y="2689330"/>
                  </a:lnTo>
                  <a:lnTo>
                    <a:pt x="3418890" y="2659168"/>
                  </a:lnTo>
                  <a:lnTo>
                    <a:pt x="3342258" y="2647351"/>
                  </a:lnTo>
                  <a:lnTo>
                    <a:pt x="3265625" y="2639039"/>
                  </a:lnTo>
                  <a:lnTo>
                    <a:pt x="3188993" y="2630644"/>
                  </a:lnTo>
                  <a:lnTo>
                    <a:pt x="3112360" y="2622166"/>
                  </a:lnTo>
                  <a:lnTo>
                    <a:pt x="3035727" y="2613603"/>
                  </a:lnTo>
                  <a:lnTo>
                    <a:pt x="2959095" y="2604955"/>
                  </a:lnTo>
                  <a:lnTo>
                    <a:pt x="2882462" y="2596221"/>
                  </a:lnTo>
                  <a:lnTo>
                    <a:pt x="2805830" y="2587401"/>
                  </a:lnTo>
                  <a:lnTo>
                    <a:pt x="2729197" y="2578493"/>
                  </a:lnTo>
                  <a:lnTo>
                    <a:pt x="2652565" y="2569496"/>
                  </a:lnTo>
                  <a:lnTo>
                    <a:pt x="2575932" y="2560410"/>
                  </a:lnTo>
                  <a:lnTo>
                    <a:pt x="2499300" y="2551233"/>
                  </a:lnTo>
                  <a:lnTo>
                    <a:pt x="2422667" y="2541966"/>
                  </a:lnTo>
                  <a:lnTo>
                    <a:pt x="2346034" y="2532606"/>
                  </a:lnTo>
                  <a:lnTo>
                    <a:pt x="2269402" y="2523153"/>
                  </a:lnTo>
                  <a:lnTo>
                    <a:pt x="2192769" y="2513607"/>
                  </a:lnTo>
                  <a:lnTo>
                    <a:pt x="2116137" y="2503965"/>
                  </a:lnTo>
                  <a:lnTo>
                    <a:pt x="2039504" y="2494228"/>
                  </a:lnTo>
                  <a:lnTo>
                    <a:pt x="1962872" y="2484393"/>
                  </a:lnTo>
                  <a:lnTo>
                    <a:pt x="1886239" y="2474462"/>
                  </a:lnTo>
                  <a:lnTo>
                    <a:pt x="1809607" y="2464431"/>
                  </a:lnTo>
                  <a:lnTo>
                    <a:pt x="1732974" y="2454301"/>
                  </a:lnTo>
                  <a:lnTo>
                    <a:pt x="1656342" y="2444070"/>
                  </a:lnTo>
                  <a:lnTo>
                    <a:pt x="1579709" y="2433737"/>
                  </a:lnTo>
                  <a:lnTo>
                    <a:pt x="1503076" y="2423302"/>
                  </a:lnTo>
                  <a:lnTo>
                    <a:pt x="1426444" y="2412763"/>
                  </a:lnTo>
                  <a:lnTo>
                    <a:pt x="1349811" y="2402119"/>
                  </a:lnTo>
                  <a:lnTo>
                    <a:pt x="1273179" y="2391369"/>
                  </a:lnTo>
                  <a:lnTo>
                    <a:pt x="1196546" y="2380513"/>
                  </a:lnTo>
                  <a:lnTo>
                    <a:pt x="1119914" y="2369548"/>
                  </a:lnTo>
                  <a:lnTo>
                    <a:pt x="1043281" y="2358475"/>
                  </a:lnTo>
                  <a:lnTo>
                    <a:pt x="966649" y="2347292"/>
                  </a:lnTo>
                  <a:lnTo>
                    <a:pt x="890016" y="2335997"/>
                  </a:lnTo>
                  <a:lnTo>
                    <a:pt x="813384" y="2324591"/>
                  </a:lnTo>
                  <a:lnTo>
                    <a:pt x="736751" y="2313070"/>
                  </a:lnTo>
                  <a:lnTo>
                    <a:pt x="660118" y="2301436"/>
                  </a:lnTo>
                  <a:lnTo>
                    <a:pt x="583486" y="2289686"/>
                  </a:lnTo>
                  <a:lnTo>
                    <a:pt x="506853" y="2277819"/>
                  </a:lnTo>
                  <a:lnTo>
                    <a:pt x="430221" y="2265834"/>
                  </a:lnTo>
                  <a:lnTo>
                    <a:pt x="353588" y="2253730"/>
                  </a:lnTo>
                  <a:lnTo>
                    <a:pt x="276956" y="2241505"/>
                  </a:lnTo>
                  <a:lnTo>
                    <a:pt x="200323" y="2229160"/>
                  </a:lnTo>
                  <a:lnTo>
                    <a:pt x="123691" y="2216691"/>
                  </a:lnTo>
                  <a:lnTo>
                    <a:pt x="47058" y="2204099"/>
                  </a:lnTo>
                  <a:lnTo>
                    <a:pt x="0" y="219628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273429" y="2073503"/>
              <a:ext cx="6947871" cy="2988543"/>
            </a:xfrm>
            <a:custGeom>
              <a:avLst/>
              <a:pathLst>
                <a:path w="6947871" h="2988543">
                  <a:moveTo>
                    <a:pt x="0" y="0"/>
                  </a:moveTo>
                  <a:lnTo>
                    <a:pt x="50941" y="85763"/>
                  </a:lnTo>
                  <a:lnTo>
                    <a:pt x="127574" y="210058"/>
                  </a:lnTo>
                  <a:lnTo>
                    <a:pt x="204207" y="329806"/>
                  </a:lnTo>
                  <a:lnTo>
                    <a:pt x="280839" y="445174"/>
                  </a:lnTo>
                  <a:lnTo>
                    <a:pt x="357472" y="556323"/>
                  </a:lnTo>
                  <a:lnTo>
                    <a:pt x="434104" y="663405"/>
                  </a:lnTo>
                  <a:lnTo>
                    <a:pt x="510737" y="766571"/>
                  </a:lnTo>
                  <a:lnTo>
                    <a:pt x="587369" y="865962"/>
                  </a:lnTo>
                  <a:lnTo>
                    <a:pt x="664002" y="961719"/>
                  </a:lnTo>
                  <a:lnTo>
                    <a:pt x="740634" y="1053972"/>
                  </a:lnTo>
                  <a:lnTo>
                    <a:pt x="817267" y="1142851"/>
                  </a:lnTo>
                  <a:lnTo>
                    <a:pt x="893900" y="1228479"/>
                  </a:lnTo>
                  <a:lnTo>
                    <a:pt x="970532" y="1310974"/>
                  </a:lnTo>
                  <a:lnTo>
                    <a:pt x="1047165" y="1390452"/>
                  </a:lnTo>
                  <a:lnTo>
                    <a:pt x="1123797" y="1467023"/>
                  </a:lnTo>
                  <a:lnTo>
                    <a:pt x="1200430" y="1540793"/>
                  </a:lnTo>
                  <a:lnTo>
                    <a:pt x="1277062" y="1611864"/>
                  </a:lnTo>
                  <a:lnTo>
                    <a:pt x="1353695" y="1680336"/>
                  </a:lnTo>
                  <a:lnTo>
                    <a:pt x="1430327" y="1746303"/>
                  </a:lnTo>
                  <a:lnTo>
                    <a:pt x="1506960" y="1809857"/>
                  </a:lnTo>
                  <a:lnTo>
                    <a:pt x="1583592" y="1871087"/>
                  </a:lnTo>
                  <a:lnTo>
                    <a:pt x="1660225" y="1930076"/>
                  </a:lnTo>
                  <a:lnTo>
                    <a:pt x="1736858" y="1986908"/>
                  </a:lnTo>
                  <a:lnTo>
                    <a:pt x="1813490" y="2041661"/>
                  </a:lnTo>
                  <a:lnTo>
                    <a:pt x="1890123" y="2094411"/>
                  </a:lnTo>
                  <a:lnTo>
                    <a:pt x="1966755" y="2145232"/>
                  </a:lnTo>
                  <a:lnTo>
                    <a:pt x="2043388" y="2194193"/>
                  </a:lnTo>
                  <a:lnTo>
                    <a:pt x="2120020" y="2241364"/>
                  </a:lnTo>
                  <a:lnTo>
                    <a:pt x="2196653" y="2286809"/>
                  </a:lnTo>
                  <a:lnTo>
                    <a:pt x="2273285" y="2330592"/>
                  </a:lnTo>
                  <a:lnTo>
                    <a:pt x="2349918" y="2372773"/>
                  </a:lnTo>
                  <a:lnTo>
                    <a:pt x="2426550" y="2413412"/>
                  </a:lnTo>
                  <a:lnTo>
                    <a:pt x="2503183" y="2452564"/>
                  </a:lnTo>
                  <a:lnTo>
                    <a:pt x="2579816" y="2490283"/>
                  </a:lnTo>
                  <a:lnTo>
                    <a:pt x="2656448" y="2526623"/>
                  </a:lnTo>
                  <a:lnTo>
                    <a:pt x="2733081" y="2561634"/>
                  </a:lnTo>
                  <a:lnTo>
                    <a:pt x="2809713" y="2595364"/>
                  </a:lnTo>
                  <a:lnTo>
                    <a:pt x="2886346" y="2627860"/>
                  </a:lnTo>
                  <a:lnTo>
                    <a:pt x="2962978" y="2655582"/>
                  </a:lnTo>
                  <a:lnTo>
                    <a:pt x="3039611" y="2663732"/>
                  </a:lnTo>
                  <a:lnTo>
                    <a:pt x="3116243" y="2671801"/>
                  </a:lnTo>
                  <a:lnTo>
                    <a:pt x="3192876" y="2679791"/>
                  </a:lnTo>
                  <a:lnTo>
                    <a:pt x="3269509" y="2687702"/>
                  </a:lnTo>
                  <a:lnTo>
                    <a:pt x="3346141" y="2695536"/>
                  </a:lnTo>
                  <a:lnTo>
                    <a:pt x="3422774" y="2703292"/>
                  </a:lnTo>
                  <a:lnTo>
                    <a:pt x="3499406" y="2710972"/>
                  </a:lnTo>
                  <a:lnTo>
                    <a:pt x="3576039" y="2718577"/>
                  </a:lnTo>
                  <a:lnTo>
                    <a:pt x="3652671" y="2726107"/>
                  </a:lnTo>
                  <a:lnTo>
                    <a:pt x="3729304" y="2733562"/>
                  </a:lnTo>
                  <a:lnTo>
                    <a:pt x="3805936" y="2740944"/>
                  </a:lnTo>
                  <a:lnTo>
                    <a:pt x="3882569" y="2748254"/>
                  </a:lnTo>
                  <a:lnTo>
                    <a:pt x="3959201" y="2755492"/>
                  </a:lnTo>
                  <a:lnTo>
                    <a:pt x="4035834" y="2762658"/>
                  </a:lnTo>
                  <a:lnTo>
                    <a:pt x="4112467" y="2769754"/>
                  </a:lnTo>
                  <a:lnTo>
                    <a:pt x="4189099" y="2776780"/>
                  </a:lnTo>
                  <a:lnTo>
                    <a:pt x="4265732" y="2783737"/>
                  </a:lnTo>
                  <a:lnTo>
                    <a:pt x="4342364" y="2790625"/>
                  </a:lnTo>
                  <a:lnTo>
                    <a:pt x="4418997" y="2797446"/>
                  </a:lnTo>
                  <a:lnTo>
                    <a:pt x="4495629" y="2804200"/>
                  </a:lnTo>
                  <a:lnTo>
                    <a:pt x="4572262" y="2810887"/>
                  </a:lnTo>
                  <a:lnTo>
                    <a:pt x="4648894" y="2817508"/>
                  </a:lnTo>
                  <a:lnTo>
                    <a:pt x="4725527" y="2824064"/>
                  </a:lnTo>
                  <a:lnTo>
                    <a:pt x="4802159" y="2830556"/>
                  </a:lnTo>
                  <a:lnTo>
                    <a:pt x="4878792" y="2836984"/>
                  </a:lnTo>
                  <a:lnTo>
                    <a:pt x="4955425" y="2843348"/>
                  </a:lnTo>
                  <a:lnTo>
                    <a:pt x="5032057" y="2849650"/>
                  </a:lnTo>
                  <a:lnTo>
                    <a:pt x="5108690" y="2855890"/>
                  </a:lnTo>
                  <a:lnTo>
                    <a:pt x="5185322" y="2862068"/>
                  </a:lnTo>
                  <a:lnTo>
                    <a:pt x="5261955" y="2868186"/>
                  </a:lnTo>
                  <a:lnTo>
                    <a:pt x="5338587" y="2874243"/>
                  </a:lnTo>
                  <a:lnTo>
                    <a:pt x="5415220" y="2880241"/>
                  </a:lnTo>
                  <a:lnTo>
                    <a:pt x="5491852" y="2886180"/>
                  </a:lnTo>
                  <a:lnTo>
                    <a:pt x="5568485" y="2892060"/>
                  </a:lnTo>
                  <a:lnTo>
                    <a:pt x="5645118" y="2897883"/>
                  </a:lnTo>
                  <a:lnTo>
                    <a:pt x="5721750" y="2903648"/>
                  </a:lnTo>
                  <a:lnTo>
                    <a:pt x="5798383" y="2909357"/>
                  </a:lnTo>
                  <a:lnTo>
                    <a:pt x="5875015" y="2915009"/>
                  </a:lnTo>
                  <a:lnTo>
                    <a:pt x="5951648" y="2920606"/>
                  </a:lnTo>
                  <a:lnTo>
                    <a:pt x="6028280" y="2926147"/>
                  </a:lnTo>
                  <a:lnTo>
                    <a:pt x="6104913" y="2931634"/>
                  </a:lnTo>
                  <a:lnTo>
                    <a:pt x="6181545" y="2937067"/>
                  </a:lnTo>
                  <a:lnTo>
                    <a:pt x="6258178" y="2942447"/>
                  </a:lnTo>
                  <a:lnTo>
                    <a:pt x="6334810" y="2947774"/>
                  </a:lnTo>
                  <a:lnTo>
                    <a:pt x="6411443" y="2953048"/>
                  </a:lnTo>
                  <a:lnTo>
                    <a:pt x="6488076" y="2958270"/>
                  </a:lnTo>
                  <a:lnTo>
                    <a:pt x="6564708" y="2963441"/>
                  </a:lnTo>
                  <a:lnTo>
                    <a:pt x="6641341" y="2968561"/>
                  </a:lnTo>
                  <a:lnTo>
                    <a:pt x="6717973" y="2973631"/>
                  </a:lnTo>
                  <a:lnTo>
                    <a:pt x="6794606" y="2978651"/>
                  </a:lnTo>
                  <a:lnTo>
                    <a:pt x="6871238" y="2983621"/>
                  </a:lnTo>
                  <a:lnTo>
                    <a:pt x="6947871" y="298854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17517" y="4269792"/>
              <a:ext cx="7403783" cy="1168698"/>
            </a:xfrm>
            <a:custGeom>
              <a:avLst/>
              <a:pathLst>
                <a:path w="7403783" h="1168698">
                  <a:moveTo>
                    <a:pt x="7403783" y="1168698"/>
                  </a:moveTo>
                  <a:lnTo>
                    <a:pt x="7327150" y="1164189"/>
                  </a:lnTo>
                  <a:lnTo>
                    <a:pt x="7250518" y="1159508"/>
                  </a:lnTo>
                  <a:lnTo>
                    <a:pt x="7173885" y="1154650"/>
                  </a:lnTo>
                  <a:lnTo>
                    <a:pt x="7097253" y="1149608"/>
                  </a:lnTo>
                  <a:lnTo>
                    <a:pt x="7020620" y="1144374"/>
                  </a:lnTo>
                  <a:lnTo>
                    <a:pt x="6943987" y="1138942"/>
                  </a:lnTo>
                  <a:lnTo>
                    <a:pt x="6867355" y="1133303"/>
                  </a:lnTo>
                  <a:lnTo>
                    <a:pt x="6790722" y="1127450"/>
                  </a:lnTo>
                  <a:lnTo>
                    <a:pt x="6714090" y="1121375"/>
                  </a:lnTo>
                  <a:lnTo>
                    <a:pt x="6637457" y="1115069"/>
                  </a:lnTo>
                  <a:lnTo>
                    <a:pt x="6560825" y="1108524"/>
                  </a:lnTo>
                  <a:lnTo>
                    <a:pt x="6484192" y="1101730"/>
                  </a:lnTo>
                  <a:lnTo>
                    <a:pt x="6407560" y="1094678"/>
                  </a:lnTo>
                  <a:lnTo>
                    <a:pt x="6330927" y="1087359"/>
                  </a:lnTo>
                  <a:lnTo>
                    <a:pt x="6254294" y="1079762"/>
                  </a:lnTo>
                  <a:lnTo>
                    <a:pt x="6177662" y="1071876"/>
                  </a:lnTo>
                  <a:lnTo>
                    <a:pt x="6101029" y="1063691"/>
                  </a:lnTo>
                  <a:lnTo>
                    <a:pt x="6024397" y="1055195"/>
                  </a:lnTo>
                  <a:lnTo>
                    <a:pt x="5947764" y="1046376"/>
                  </a:lnTo>
                  <a:lnTo>
                    <a:pt x="5871132" y="1037223"/>
                  </a:lnTo>
                  <a:lnTo>
                    <a:pt x="5794499" y="1027722"/>
                  </a:lnTo>
                  <a:lnTo>
                    <a:pt x="5717867" y="1017860"/>
                  </a:lnTo>
                  <a:lnTo>
                    <a:pt x="5641234" y="1007624"/>
                  </a:lnTo>
                  <a:lnTo>
                    <a:pt x="5564602" y="997000"/>
                  </a:lnTo>
                  <a:lnTo>
                    <a:pt x="5487969" y="985972"/>
                  </a:lnTo>
                  <a:lnTo>
                    <a:pt x="5411336" y="974525"/>
                  </a:lnTo>
                  <a:lnTo>
                    <a:pt x="5334704" y="962644"/>
                  </a:lnTo>
                  <a:lnTo>
                    <a:pt x="5258071" y="950311"/>
                  </a:lnTo>
                  <a:lnTo>
                    <a:pt x="5181439" y="937510"/>
                  </a:lnTo>
                  <a:lnTo>
                    <a:pt x="5104806" y="924224"/>
                  </a:lnTo>
                  <a:lnTo>
                    <a:pt x="5028174" y="910432"/>
                  </a:lnTo>
                  <a:lnTo>
                    <a:pt x="4951541" y="896118"/>
                  </a:lnTo>
                  <a:lnTo>
                    <a:pt x="4874909" y="881259"/>
                  </a:lnTo>
                  <a:lnTo>
                    <a:pt x="4798276" y="865837"/>
                  </a:lnTo>
                  <a:lnTo>
                    <a:pt x="4721644" y="849829"/>
                  </a:lnTo>
                  <a:lnTo>
                    <a:pt x="4645011" y="833213"/>
                  </a:lnTo>
                  <a:lnTo>
                    <a:pt x="4568378" y="815966"/>
                  </a:lnTo>
                  <a:lnTo>
                    <a:pt x="4491746" y="798065"/>
                  </a:lnTo>
                  <a:lnTo>
                    <a:pt x="4415113" y="779483"/>
                  </a:lnTo>
                  <a:lnTo>
                    <a:pt x="4338481" y="760197"/>
                  </a:lnTo>
                  <a:lnTo>
                    <a:pt x="4261848" y="740178"/>
                  </a:lnTo>
                  <a:lnTo>
                    <a:pt x="4185216" y="719399"/>
                  </a:lnTo>
                  <a:lnTo>
                    <a:pt x="4108583" y="697831"/>
                  </a:lnTo>
                  <a:lnTo>
                    <a:pt x="4031951" y="675444"/>
                  </a:lnTo>
                  <a:lnTo>
                    <a:pt x="3955318" y="652207"/>
                  </a:lnTo>
                  <a:lnTo>
                    <a:pt x="3878685" y="628088"/>
                  </a:lnTo>
                  <a:lnTo>
                    <a:pt x="3802053" y="603053"/>
                  </a:lnTo>
                  <a:lnTo>
                    <a:pt x="3725420" y="577068"/>
                  </a:lnTo>
                  <a:lnTo>
                    <a:pt x="3648788" y="550096"/>
                  </a:lnTo>
                  <a:lnTo>
                    <a:pt x="3572155" y="522100"/>
                  </a:lnTo>
                  <a:lnTo>
                    <a:pt x="3495523" y="493041"/>
                  </a:lnTo>
                  <a:lnTo>
                    <a:pt x="3418890" y="462878"/>
                  </a:lnTo>
                  <a:lnTo>
                    <a:pt x="3342258" y="451062"/>
                  </a:lnTo>
                  <a:lnTo>
                    <a:pt x="3265625" y="442750"/>
                  </a:lnTo>
                  <a:lnTo>
                    <a:pt x="3188993" y="434355"/>
                  </a:lnTo>
                  <a:lnTo>
                    <a:pt x="3112360" y="425876"/>
                  </a:lnTo>
                  <a:lnTo>
                    <a:pt x="3035727" y="417313"/>
                  </a:lnTo>
                  <a:lnTo>
                    <a:pt x="2959095" y="408666"/>
                  </a:lnTo>
                  <a:lnTo>
                    <a:pt x="2882462" y="399932"/>
                  </a:lnTo>
                  <a:lnTo>
                    <a:pt x="2805830" y="391111"/>
                  </a:lnTo>
                  <a:lnTo>
                    <a:pt x="2729197" y="382203"/>
                  </a:lnTo>
                  <a:lnTo>
                    <a:pt x="2652565" y="373207"/>
                  </a:lnTo>
                  <a:lnTo>
                    <a:pt x="2575932" y="364120"/>
                  </a:lnTo>
                  <a:lnTo>
                    <a:pt x="2499300" y="354944"/>
                  </a:lnTo>
                  <a:lnTo>
                    <a:pt x="2422667" y="345676"/>
                  </a:lnTo>
                  <a:lnTo>
                    <a:pt x="2346034" y="336317"/>
                  </a:lnTo>
                  <a:lnTo>
                    <a:pt x="2269402" y="326864"/>
                  </a:lnTo>
                  <a:lnTo>
                    <a:pt x="2192769" y="317317"/>
                  </a:lnTo>
                  <a:lnTo>
                    <a:pt x="2116137" y="307676"/>
                  </a:lnTo>
                  <a:lnTo>
                    <a:pt x="2039504" y="297938"/>
                  </a:lnTo>
                  <a:lnTo>
                    <a:pt x="1962872" y="288104"/>
                  </a:lnTo>
                  <a:lnTo>
                    <a:pt x="1886239" y="278172"/>
                  </a:lnTo>
                  <a:lnTo>
                    <a:pt x="1809607" y="268141"/>
                  </a:lnTo>
                  <a:lnTo>
                    <a:pt x="1732974" y="258011"/>
                  </a:lnTo>
                  <a:lnTo>
                    <a:pt x="1656342" y="247780"/>
                  </a:lnTo>
                  <a:lnTo>
                    <a:pt x="1579709" y="237447"/>
                  </a:lnTo>
                  <a:lnTo>
                    <a:pt x="1503076" y="227012"/>
                  </a:lnTo>
                  <a:lnTo>
                    <a:pt x="1426444" y="216473"/>
                  </a:lnTo>
                  <a:lnTo>
                    <a:pt x="1349811" y="205829"/>
                  </a:lnTo>
                  <a:lnTo>
                    <a:pt x="1273179" y="195080"/>
                  </a:lnTo>
                  <a:lnTo>
                    <a:pt x="1196546" y="184223"/>
                  </a:lnTo>
                  <a:lnTo>
                    <a:pt x="1119914" y="173259"/>
                  </a:lnTo>
                  <a:lnTo>
                    <a:pt x="1043281" y="162186"/>
                  </a:lnTo>
                  <a:lnTo>
                    <a:pt x="966649" y="151002"/>
                  </a:lnTo>
                  <a:lnTo>
                    <a:pt x="890016" y="139708"/>
                  </a:lnTo>
                  <a:lnTo>
                    <a:pt x="813384" y="128301"/>
                  </a:lnTo>
                  <a:lnTo>
                    <a:pt x="736751" y="116781"/>
                  </a:lnTo>
                  <a:lnTo>
                    <a:pt x="660118" y="105146"/>
                  </a:lnTo>
                  <a:lnTo>
                    <a:pt x="583486" y="93396"/>
                  </a:lnTo>
                  <a:lnTo>
                    <a:pt x="506853" y="81529"/>
                  </a:lnTo>
                  <a:lnTo>
                    <a:pt x="430221" y="69544"/>
                  </a:lnTo>
                  <a:lnTo>
                    <a:pt x="353588" y="57440"/>
                  </a:lnTo>
                  <a:lnTo>
                    <a:pt x="276956" y="45216"/>
                  </a:lnTo>
                  <a:lnTo>
                    <a:pt x="200323" y="32870"/>
                  </a:lnTo>
                  <a:lnTo>
                    <a:pt x="123691" y="20402"/>
                  </a:lnTo>
                  <a:lnTo>
                    <a:pt x="47058" y="780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17517" y="3191199"/>
              <a:ext cx="7403783" cy="2123542"/>
            </a:xfrm>
            <a:custGeom>
              <a:avLst/>
              <a:pathLst>
                <a:path w="7403783" h="2123542">
                  <a:moveTo>
                    <a:pt x="0" y="0"/>
                  </a:moveTo>
                  <a:lnTo>
                    <a:pt x="47058" y="34162"/>
                  </a:lnTo>
                  <a:lnTo>
                    <a:pt x="123691" y="88498"/>
                  </a:lnTo>
                  <a:lnTo>
                    <a:pt x="200323" y="141568"/>
                  </a:lnTo>
                  <a:lnTo>
                    <a:pt x="276956" y="193402"/>
                  </a:lnTo>
                  <a:lnTo>
                    <a:pt x="353588" y="244027"/>
                  </a:lnTo>
                  <a:lnTo>
                    <a:pt x="430221" y="293473"/>
                  </a:lnTo>
                  <a:lnTo>
                    <a:pt x="506853" y="341767"/>
                  </a:lnTo>
                  <a:lnTo>
                    <a:pt x="583486" y="388935"/>
                  </a:lnTo>
                  <a:lnTo>
                    <a:pt x="660118" y="435005"/>
                  </a:lnTo>
                  <a:lnTo>
                    <a:pt x="736751" y="480000"/>
                  </a:lnTo>
                  <a:lnTo>
                    <a:pt x="813384" y="523948"/>
                  </a:lnTo>
                  <a:lnTo>
                    <a:pt x="890016" y="566871"/>
                  </a:lnTo>
                  <a:lnTo>
                    <a:pt x="966649" y="608795"/>
                  </a:lnTo>
                  <a:lnTo>
                    <a:pt x="1043281" y="649741"/>
                  </a:lnTo>
                  <a:lnTo>
                    <a:pt x="1119914" y="689733"/>
                  </a:lnTo>
                  <a:lnTo>
                    <a:pt x="1196546" y="728793"/>
                  </a:lnTo>
                  <a:lnTo>
                    <a:pt x="1273179" y="766944"/>
                  </a:lnTo>
                  <a:lnTo>
                    <a:pt x="1349811" y="804205"/>
                  </a:lnTo>
                  <a:lnTo>
                    <a:pt x="1426444" y="840598"/>
                  </a:lnTo>
                  <a:lnTo>
                    <a:pt x="1503076" y="876143"/>
                  </a:lnTo>
                  <a:lnTo>
                    <a:pt x="1579709" y="910860"/>
                  </a:lnTo>
                  <a:lnTo>
                    <a:pt x="1656342" y="944768"/>
                  </a:lnTo>
                  <a:lnTo>
                    <a:pt x="1732974" y="977885"/>
                  </a:lnTo>
                  <a:lnTo>
                    <a:pt x="1809607" y="1010231"/>
                  </a:lnTo>
                  <a:lnTo>
                    <a:pt x="1886239" y="1041824"/>
                  </a:lnTo>
                  <a:lnTo>
                    <a:pt x="1962872" y="1072680"/>
                  </a:lnTo>
                  <a:lnTo>
                    <a:pt x="2039504" y="1102817"/>
                  </a:lnTo>
                  <a:lnTo>
                    <a:pt x="2116137" y="1132252"/>
                  </a:lnTo>
                  <a:lnTo>
                    <a:pt x="2192769" y="1161001"/>
                  </a:lnTo>
                  <a:lnTo>
                    <a:pt x="2269402" y="1189081"/>
                  </a:lnTo>
                  <a:lnTo>
                    <a:pt x="2346034" y="1216505"/>
                  </a:lnTo>
                  <a:lnTo>
                    <a:pt x="2422667" y="1243291"/>
                  </a:lnTo>
                  <a:lnTo>
                    <a:pt x="2499300" y="1269453"/>
                  </a:lnTo>
                  <a:lnTo>
                    <a:pt x="2575932" y="1295005"/>
                  </a:lnTo>
                  <a:lnTo>
                    <a:pt x="2652565" y="1319962"/>
                  </a:lnTo>
                  <a:lnTo>
                    <a:pt x="2729197" y="1344337"/>
                  </a:lnTo>
                  <a:lnTo>
                    <a:pt x="2805830" y="1368144"/>
                  </a:lnTo>
                  <a:lnTo>
                    <a:pt x="2882462" y="1391397"/>
                  </a:lnTo>
                  <a:lnTo>
                    <a:pt x="2959095" y="1414108"/>
                  </a:lnTo>
                  <a:lnTo>
                    <a:pt x="3035727" y="1436289"/>
                  </a:lnTo>
                  <a:lnTo>
                    <a:pt x="3112360" y="1457954"/>
                  </a:lnTo>
                  <a:lnTo>
                    <a:pt x="3188993" y="1479114"/>
                  </a:lnTo>
                  <a:lnTo>
                    <a:pt x="3265625" y="1499780"/>
                  </a:lnTo>
                  <a:lnTo>
                    <a:pt x="3342258" y="1519966"/>
                  </a:lnTo>
                  <a:lnTo>
                    <a:pt x="3418890" y="1539681"/>
                  </a:lnTo>
                  <a:lnTo>
                    <a:pt x="3495523" y="1558936"/>
                  </a:lnTo>
                  <a:lnTo>
                    <a:pt x="3572155" y="1577743"/>
                  </a:lnTo>
                  <a:lnTo>
                    <a:pt x="3648788" y="1596111"/>
                  </a:lnTo>
                  <a:lnTo>
                    <a:pt x="3725420" y="1614052"/>
                  </a:lnTo>
                  <a:lnTo>
                    <a:pt x="3802053" y="1631575"/>
                  </a:lnTo>
                  <a:lnTo>
                    <a:pt x="3878685" y="1648689"/>
                  </a:lnTo>
                  <a:lnTo>
                    <a:pt x="3955318" y="1665404"/>
                  </a:lnTo>
                  <a:lnTo>
                    <a:pt x="4031951" y="1681730"/>
                  </a:lnTo>
                  <a:lnTo>
                    <a:pt x="4108583" y="1697676"/>
                  </a:lnTo>
                  <a:lnTo>
                    <a:pt x="4185216" y="1713250"/>
                  </a:lnTo>
                  <a:lnTo>
                    <a:pt x="4261848" y="1728461"/>
                  </a:lnTo>
                  <a:lnTo>
                    <a:pt x="4338481" y="1743318"/>
                  </a:lnTo>
                  <a:lnTo>
                    <a:pt x="4415113" y="1757828"/>
                  </a:lnTo>
                  <a:lnTo>
                    <a:pt x="4491746" y="1772000"/>
                  </a:lnTo>
                  <a:lnTo>
                    <a:pt x="4568378" y="1785843"/>
                  </a:lnTo>
                  <a:lnTo>
                    <a:pt x="4645011" y="1799362"/>
                  </a:lnTo>
                  <a:lnTo>
                    <a:pt x="4721644" y="1812567"/>
                  </a:lnTo>
                  <a:lnTo>
                    <a:pt x="4798276" y="1825464"/>
                  </a:lnTo>
                  <a:lnTo>
                    <a:pt x="4874909" y="1838060"/>
                  </a:lnTo>
                  <a:lnTo>
                    <a:pt x="4951541" y="1850363"/>
                  </a:lnTo>
                  <a:lnTo>
                    <a:pt x="5028174" y="1862379"/>
                  </a:lnTo>
                  <a:lnTo>
                    <a:pt x="5104806" y="1874115"/>
                  </a:lnTo>
                  <a:lnTo>
                    <a:pt x="5181439" y="1885578"/>
                  </a:lnTo>
                  <a:lnTo>
                    <a:pt x="5258071" y="1896774"/>
                  </a:lnTo>
                  <a:lnTo>
                    <a:pt x="5334704" y="1907708"/>
                  </a:lnTo>
                  <a:lnTo>
                    <a:pt x="5411336" y="1918388"/>
                  </a:lnTo>
                  <a:lnTo>
                    <a:pt x="5487969" y="1928819"/>
                  </a:lnTo>
                  <a:lnTo>
                    <a:pt x="5564602" y="1939007"/>
                  </a:lnTo>
                  <a:lnTo>
                    <a:pt x="5641234" y="1948958"/>
                  </a:lnTo>
                  <a:lnTo>
                    <a:pt x="5717867" y="1958677"/>
                  </a:lnTo>
                  <a:lnTo>
                    <a:pt x="5794499" y="1968169"/>
                  </a:lnTo>
                  <a:lnTo>
                    <a:pt x="5871132" y="1977440"/>
                  </a:lnTo>
                  <a:lnTo>
                    <a:pt x="5947764" y="1986495"/>
                  </a:lnTo>
                  <a:lnTo>
                    <a:pt x="6024397" y="1995340"/>
                  </a:lnTo>
                  <a:lnTo>
                    <a:pt x="6101029" y="2003978"/>
                  </a:lnTo>
                  <a:lnTo>
                    <a:pt x="6177662" y="2012414"/>
                  </a:lnTo>
                  <a:lnTo>
                    <a:pt x="6254294" y="2020655"/>
                  </a:lnTo>
                  <a:lnTo>
                    <a:pt x="6330927" y="2028703"/>
                  </a:lnTo>
                  <a:lnTo>
                    <a:pt x="6407560" y="2036563"/>
                  </a:lnTo>
                  <a:lnTo>
                    <a:pt x="6484192" y="2044241"/>
                  </a:lnTo>
                  <a:lnTo>
                    <a:pt x="6560825" y="2051739"/>
                  </a:lnTo>
                  <a:lnTo>
                    <a:pt x="6637457" y="2059063"/>
                  </a:lnTo>
                  <a:lnTo>
                    <a:pt x="6714090" y="2066216"/>
                  </a:lnTo>
                  <a:lnTo>
                    <a:pt x="6790722" y="2073203"/>
                  </a:lnTo>
                  <a:lnTo>
                    <a:pt x="6867355" y="2080027"/>
                  </a:lnTo>
                  <a:lnTo>
                    <a:pt x="6943987" y="2086691"/>
                  </a:lnTo>
                  <a:lnTo>
                    <a:pt x="7020620" y="2093201"/>
                  </a:lnTo>
                  <a:lnTo>
                    <a:pt x="7097253" y="2099559"/>
                  </a:lnTo>
                  <a:lnTo>
                    <a:pt x="7173885" y="2105768"/>
                  </a:lnTo>
                  <a:lnTo>
                    <a:pt x="7250518" y="2111833"/>
                  </a:lnTo>
                  <a:lnTo>
                    <a:pt x="7327150" y="2117757"/>
                  </a:lnTo>
                  <a:lnTo>
                    <a:pt x="7403783" y="212354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242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3442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2075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070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431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98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46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710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5733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1.31 (1.12-1.54), p_Bonf = 0.004 (n = 6)  |  per IQR decline (Δ = 29.9 %): 2.26 (1.41-3.63)  |  IQR: [-15.0,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67233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(Sherley adjusters)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2026-09-28T16:51:07Z</dcterms:modified>
  <cp:category/>
</cp:coreProperties>
</file>