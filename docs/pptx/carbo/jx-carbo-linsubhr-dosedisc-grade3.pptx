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95903"/>
            </a:xfrm>
            <a:custGeom>
              <a:avLst/>
              <a:pathLst>
                <a:path w="7090630" h="3495903">
                  <a:moveTo>
                    <a:pt x="0" y="3196435"/>
                  </a:moveTo>
                  <a:lnTo>
                    <a:pt x="71622" y="3190014"/>
                  </a:lnTo>
                  <a:lnTo>
                    <a:pt x="143245" y="3183502"/>
                  </a:lnTo>
                  <a:lnTo>
                    <a:pt x="214867" y="3176898"/>
                  </a:lnTo>
                  <a:lnTo>
                    <a:pt x="286490" y="3170201"/>
                  </a:lnTo>
                  <a:lnTo>
                    <a:pt x="358112" y="3163410"/>
                  </a:lnTo>
                  <a:lnTo>
                    <a:pt x="429735" y="3156524"/>
                  </a:lnTo>
                  <a:lnTo>
                    <a:pt x="501357" y="3149541"/>
                  </a:lnTo>
                  <a:lnTo>
                    <a:pt x="572980" y="3142459"/>
                  </a:lnTo>
                  <a:lnTo>
                    <a:pt x="644602" y="3135277"/>
                  </a:lnTo>
                  <a:lnTo>
                    <a:pt x="716225" y="3127995"/>
                  </a:lnTo>
                  <a:lnTo>
                    <a:pt x="787847" y="3120610"/>
                  </a:lnTo>
                  <a:lnTo>
                    <a:pt x="859470" y="3113121"/>
                  </a:lnTo>
                  <a:lnTo>
                    <a:pt x="931092" y="3105527"/>
                  </a:lnTo>
                  <a:lnTo>
                    <a:pt x="1002715" y="3097825"/>
                  </a:lnTo>
                  <a:lnTo>
                    <a:pt x="1074337" y="3090016"/>
                  </a:lnTo>
                  <a:lnTo>
                    <a:pt x="1145960" y="3082096"/>
                  </a:lnTo>
                  <a:lnTo>
                    <a:pt x="1217582" y="3074065"/>
                  </a:lnTo>
                  <a:lnTo>
                    <a:pt x="1289205" y="3065921"/>
                  </a:lnTo>
                  <a:lnTo>
                    <a:pt x="1360827" y="3057662"/>
                  </a:lnTo>
                  <a:lnTo>
                    <a:pt x="1432450" y="3049287"/>
                  </a:lnTo>
                  <a:lnTo>
                    <a:pt x="1504073" y="3040794"/>
                  </a:lnTo>
                  <a:lnTo>
                    <a:pt x="1575695" y="3032182"/>
                  </a:lnTo>
                  <a:lnTo>
                    <a:pt x="1647318" y="3023448"/>
                  </a:lnTo>
                  <a:lnTo>
                    <a:pt x="1718940" y="3014592"/>
                  </a:lnTo>
                  <a:lnTo>
                    <a:pt x="1790563" y="3005610"/>
                  </a:lnTo>
                  <a:lnTo>
                    <a:pt x="1862185" y="2996503"/>
                  </a:lnTo>
                  <a:lnTo>
                    <a:pt x="1933808" y="2987267"/>
                  </a:lnTo>
                  <a:lnTo>
                    <a:pt x="2005430" y="2977901"/>
                  </a:lnTo>
                  <a:lnTo>
                    <a:pt x="2077053" y="2968403"/>
                  </a:lnTo>
                  <a:lnTo>
                    <a:pt x="2148675" y="2958772"/>
                  </a:lnTo>
                  <a:lnTo>
                    <a:pt x="2220298" y="2949005"/>
                  </a:lnTo>
                  <a:lnTo>
                    <a:pt x="2291920" y="2939100"/>
                  </a:lnTo>
                  <a:lnTo>
                    <a:pt x="2363543" y="2929056"/>
                  </a:lnTo>
                  <a:lnTo>
                    <a:pt x="2435165" y="2918871"/>
                  </a:lnTo>
                  <a:lnTo>
                    <a:pt x="2506788" y="2908542"/>
                  </a:lnTo>
                  <a:lnTo>
                    <a:pt x="2578410" y="2898068"/>
                  </a:lnTo>
                  <a:lnTo>
                    <a:pt x="2650033" y="2887447"/>
                  </a:lnTo>
                  <a:lnTo>
                    <a:pt x="2721655" y="2876676"/>
                  </a:lnTo>
                  <a:lnTo>
                    <a:pt x="2793278" y="2865753"/>
                  </a:lnTo>
                  <a:lnTo>
                    <a:pt x="2864901" y="2854677"/>
                  </a:lnTo>
                  <a:lnTo>
                    <a:pt x="2936523" y="2843445"/>
                  </a:lnTo>
                  <a:lnTo>
                    <a:pt x="3008146" y="2832054"/>
                  </a:lnTo>
                  <a:lnTo>
                    <a:pt x="3079768" y="2820504"/>
                  </a:lnTo>
                  <a:lnTo>
                    <a:pt x="3151391" y="2808791"/>
                  </a:lnTo>
                  <a:lnTo>
                    <a:pt x="3223013" y="2796912"/>
                  </a:lnTo>
                  <a:lnTo>
                    <a:pt x="3294636" y="2784867"/>
                  </a:lnTo>
                  <a:lnTo>
                    <a:pt x="3366258" y="2755303"/>
                  </a:lnTo>
                  <a:lnTo>
                    <a:pt x="3437881" y="2721364"/>
                  </a:lnTo>
                  <a:lnTo>
                    <a:pt x="3509503" y="2686141"/>
                  </a:lnTo>
                  <a:lnTo>
                    <a:pt x="3581126" y="2649586"/>
                  </a:lnTo>
                  <a:lnTo>
                    <a:pt x="3652748" y="2611648"/>
                  </a:lnTo>
                  <a:lnTo>
                    <a:pt x="3724371" y="2572275"/>
                  </a:lnTo>
                  <a:lnTo>
                    <a:pt x="3795993" y="2531413"/>
                  </a:lnTo>
                  <a:lnTo>
                    <a:pt x="3867616" y="2489006"/>
                  </a:lnTo>
                  <a:lnTo>
                    <a:pt x="3939238" y="2444995"/>
                  </a:lnTo>
                  <a:lnTo>
                    <a:pt x="4010861" y="2399319"/>
                  </a:lnTo>
                  <a:lnTo>
                    <a:pt x="4082483" y="2351916"/>
                  </a:lnTo>
                  <a:lnTo>
                    <a:pt x="4154106" y="2302719"/>
                  </a:lnTo>
                  <a:lnTo>
                    <a:pt x="4225729" y="2251662"/>
                  </a:lnTo>
                  <a:lnTo>
                    <a:pt x="4297351" y="2198674"/>
                  </a:lnTo>
                  <a:lnTo>
                    <a:pt x="4368974" y="2143682"/>
                  </a:lnTo>
                  <a:lnTo>
                    <a:pt x="4440596" y="2086610"/>
                  </a:lnTo>
                  <a:lnTo>
                    <a:pt x="4512219" y="2027379"/>
                  </a:lnTo>
                  <a:lnTo>
                    <a:pt x="4583841" y="1965908"/>
                  </a:lnTo>
                  <a:lnTo>
                    <a:pt x="4655464" y="1902112"/>
                  </a:lnTo>
                  <a:lnTo>
                    <a:pt x="4727086" y="1835904"/>
                  </a:lnTo>
                  <a:lnTo>
                    <a:pt x="4798709" y="1767191"/>
                  </a:lnTo>
                  <a:lnTo>
                    <a:pt x="4870331" y="1695879"/>
                  </a:lnTo>
                  <a:lnTo>
                    <a:pt x="4941954" y="1621870"/>
                  </a:lnTo>
                  <a:lnTo>
                    <a:pt x="5013576" y="1545062"/>
                  </a:lnTo>
                  <a:lnTo>
                    <a:pt x="5085199" y="1465348"/>
                  </a:lnTo>
                  <a:lnTo>
                    <a:pt x="5156821" y="1382620"/>
                  </a:lnTo>
                  <a:lnTo>
                    <a:pt x="5228444" y="1296763"/>
                  </a:lnTo>
                  <a:lnTo>
                    <a:pt x="5300066" y="1207659"/>
                  </a:lnTo>
                  <a:lnTo>
                    <a:pt x="5371689" y="1115184"/>
                  </a:lnTo>
                  <a:lnTo>
                    <a:pt x="5443311" y="1019212"/>
                  </a:lnTo>
                  <a:lnTo>
                    <a:pt x="5514934" y="919610"/>
                  </a:lnTo>
                  <a:lnTo>
                    <a:pt x="5586557" y="816241"/>
                  </a:lnTo>
                  <a:lnTo>
                    <a:pt x="5658179" y="708962"/>
                  </a:lnTo>
                  <a:lnTo>
                    <a:pt x="5729802" y="597626"/>
                  </a:lnTo>
                  <a:lnTo>
                    <a:pt x="5801424" y="482079"/>
                  </a:lnTo>
                  <a:lnTo>
                    <a:pt x="5873047" y="362161"/>
                  </a:lnTo>
                  <a:lnTo>
                    <a:pt x="5944669" y="237708"/>
                  </a:lnTo>
                  <a:lnTo>
                    <a:pt x="6016292" y="108548"/>
                  </a:lnTo>
                  <a:lnTo>
                    <a:pt x="6074291" y="0"/>
                  </a:lnTo>
                  <a:lnTo>
                    <a:pt x="7090630" y="0"/>
                  </a:lnTo>
                  <a:lnTo>
                    <a:pt x="7090630" y="1832329"/>
                  </a:lnTo>
                  <a:lnTo>
                    <a:pt x="7019007" y="1857596"/>
                  </a:lnTo>
                  <a:lnTo>
                    <a:pt x="6947385" y="1882513"/>
                  </a:lnTo>
                  <a:lnTo>
                    <a:pt x="6875762" y="1907083"/>
                  </a:lnTo>
                  <a:lnTo>
                    <a:pt x="6804139" y="1931313"/>
                  </a:lnTo>
                  <a:lnTo>
                    <a:pt x="6732517" y="1955206"/>
                  </a:lnTo>
                  <a:lnTo>
                    <a:pt x="6660894" y="1978768"/>
                  </a:lnTo>
                  <a:lnTo>
                    <a:pt x="6589272" y="2002002"/>
                  </a:lnTo>
                  <a:lnTo>
                    <a:pt x="6517649" y="2024914"/>
                  </a:lnTo>
                  <a:lnTo>
                    <a:pt x="6446027" y="2047508"/>
                  </a:lnTo>
                  <a:lnTo>
                    <a:pt x="6374404" y="2069789"/>
                  </a:lnTo>
                  <a:lnTo>
                    <a:pt x="6302782" y="2091760"/>
                  </a:lnTo>
                  <a:lnTo>
                    <a:pt x="6231159" y="2113426"/>
                  </a:lnTo>
                  <a:lnTo>
                    <a:pt x="6159537" y="2134791"/>
                  </a:lnTo>
                  <a:lnTo>
                    <a:pt x="6087914" y="2155860"/>
                  </a:lnTo>
                  <a:lnTo>
                    <a:pt x="6016292" y="2176637"/>
                  </a:lnTo>
                  <a:lnTo>
                    <a:pt x="5944669" y="2197125"/>
                  </a:lnTo>
                  <a:lnTo>
                    <a:pt x="5873047" y="2217328"/>
                  </a:lnTo>
                  <a:lnTo>
                    <a:pt x="5801424" y="2237251"/>
                  </a:lnTo>
                  <a:lnTo>
                    <a:pt x="5729802" y="2256898"/>
                  </a:lnTo>
                  <a:lnTo>
                    <a:pt x="5658179" y="2276272"/>
                  </a:lnTo>
                  <a:lnTo>
                    <a:pt x="5586557" y="2295377"/>
                  </a:lnTo>
                  <a:lnTo>
                    <a:pt x="5514934" y="2314217"/>
                  </a:lnTo>
                  <a:lnTo>
                    <a:pt x="5443311" y="2332795"/>
                  </a:lnTo>
                  <a:lnTo>
                    <a:pt x="5371689" y="2351116"/>
                  </a:lnTo>
                  <a:lnTo>
                    <a:pt x="5300066" y="2369182"/>
                  </a:lnTo>
                  <a:lnTo>
                    <a:pt x="5228444" y="2386997"/>
                  </a:lnTo>
                  <a:lnTo>
                    <a:pt x="5156821" y="2404565"/>
                  </a:lnTo>
                  <a:lnTo>
                    <a:pt x="5085199" y="2421889"/>
                  </a:lnTo>
                  <a:lnTo>
                    <a:pt x="5013576" y="2438973"/>
                  </a:lnTo>
                  <a:lnTo>
                    <a:pt x="4941954" y="2455820"/>
                  </a:lnTo>
                  <a:lnTo>
                    <a:pt x="4870331" y="2472432"/>
                  </a:lnTo>
                  <a:lnTo>
                    <a:pt x="4798709" y="2488814"/>
                  </a:lnTo>
                  <a:lnTo>
                    <a:pt x="4727086" y="2504969"/>
                  </a:lnTo>
                  <a:lnTo>
                    <a:pt x="4655464" y="2520900"/>
                  </a:lnTo>
                  <a:lnTo>
                    <a:pt x="4583841" y="2536609"/>
                  </a:lnTo>
                  <a:lnTo>
                    <a:pt x="4512219" y="2552100"/>
                  </a:lnTo>
                  <a:lnTo>
                    <a:pt x="4440596" y="2567377"/>
                  </a:lnTo>
                  <a:lnTo>
                    <a:pt x="4368974" y="2582441"/>
                  </a:lnTo>
                  <a:lnTo>
                    <a:pt x="4297351" y="2597296"/>
                  </a:lnTo>
                  <a:lnTo>
                    <a:pt x="4225729" y="2611945"/>
                  </a:lnTo>
                  <a:lnTo>
                    <a:pt x="4154106" y="2626391"/>
                  </a:lnTo>
                  <a:lnTo>
                    <a:pt x="4082483" y="2640636"/>
                  </a:lnTo>
                  <a:lnTo>
                    <a:pt x="4010861" y="2654683"/>
                  </a:lnTo>
                  <a:lnTo>
                    <a:pt x="3939238" y="2668536"/>
                  </a:lnTo>
                  <a:lnTo>
                    <a:pt x="3867616" y="2682196"/>
                  </a:lnTo>
                  <a:lnTo>
                    <a:pt x="3795993" y="2695666"/>
                  </a:lnTo>
                  <a:lnTo>
                    <a:pt x="3724371" y="2708950"/>
                  </a:lnTo>
                  <a:lnTo>
                    <a:pt x="3652748" y="2722049"/>
                  </a:lnTo>
                  <a:lnTo>
                    <a:pt x="3581126" y="2734966"/>
                  </a:lnTo>
                  <a:lnTo>
                    <a:pt x="3509503" y="2747704"/>
                  </a:lnTo>
                  <a:lnTo>
                    <a:pt x="3437881" y="2760265"/>
                  </a:lnTo>
                  <a:lnTo>
                    <a:pt x="3366258" y="2772652"/>
                  </a:lnTo>
                  <a:lnTo>
                    <a:pt x="3294636" y="2788006"/>
                  </a:lnTo>
                  <a:lnTo>
                    <a:pt x="3223013" y="2819516"/>
                  </a:lnTo>
                  <a:lnTo>
                    <a:pt x="3151391" y="2849879"/>
                  </a:lnTo>
                  <a:lnTo>
                    <a:pt x="3079768" y="2879134"/>
                  </a:lnTo>
                  <a:lnTo>
                    <a:pt x="3008146" y="2907324"/>
                  </a:lnTo>
                  <a:lnTo>
                    <a:pt x="2936523" y="2934486"/>
                  </a:lnTo>
                  <a:lnTo>
                    <a:pt x="2864901" y="2960658"/>
                  </a:lnTo>
                  <a:lnTo>
                    <a:pt x="2793278" y="2985877"/>
                  </a:lnTo>
                  <a:lnTo>
                    <a:pt x="2721655" y="3010176"/>
                  </a:lnTo>
                  <a:lnTo>
                    <a:pt x="2650033" y="3033590"/>
                  </a:lnTo>
                  <a:lnTo>
                    <a:pt x="2578410" y="3056151"/>
                  </a:lnTo>
                  <a:lnTo>
                    <a:pt x="2506788" y="3077889"/>
                  </a:lnTo>
                  <a:lnTo>
                    <a:pt x="2435165" y="3098836"/>
                  </a:lnTo>
                  <a:lnTo>
                    <a:pt x="2363543" y="3119018"/>
                  </a:lnTo>
                  <a:lnTo>
                    <a:pt x="2291920" y="3138466"/>
                  </a:lnTo>
                  <a:lnTo>
                    <a:pt x="2220298" y="3157204"/>
                  </a:lnTo>
                  <a:lnTo>
                    <a:pt x="2148675" y="3175260"/>
                  </a:lnTo>
                  <a:lnTo>
                    <a:pt x="2077053" y="3192658"/>
                  </a:lnTo>
                  <a:lnTo>
                    <a:pt x="2005430" y="3209421"/>
                  </a:lnTo>
                  <a:lnTo>
                    <a:pt x="1933808" y="3225574"/>
                  </a:lnTo>
                  <a:lnTo>
                    <a:pt x="1862185" y="3241138"/>
                  </a:lnTo>
                  <a:lnTo>
                    <a:pt x="1790563" y="3256135"/>
                  </a:lnTo>
                  <a:lnTo>
                    <a:pt x="1718940" y="3270585"/>
                  </a:lnTo>
                  <a:lnTo>
                    <a:pt x="1647318" y="3284509"/>
                  </a:lnTo>
                  <a:lnTo>
                    <a:pt x="1575695" y="3297925"/>
                  </a:lnTo>
                  <a:lnTo>
                    <a:pt x="1504073" y="3310852"/>
                  </a:lnTo>
                  <a:lnTo>
                    <a:pt x="1432450" y="3323308"/>
                  </a:lnTo>
                  <a:lnTo>
                    <a:pt x="1360827" y="3335310"/>
                  </a:lnTo>
                  <a:lnTo>
                    <a:pt x="1289205" y="3346875"/>
                  </a:lnTo>
                  <a:lnTo>
                    <a:pt x="1217582" y="3358019"/>
                  </a:lnTo>
                  <a:lnTo>
                    <a:pt x="1145960" y="3368756"/>
                  </a:lnTo>
                  <a:lnTo>
                    <a:pt x="1074337" y="3379102"/>
                  </a:lnTo>
                  <a:lnTo>
                    <a:pt x="1002715" y="3389071"/>
                  </a:lnTo>
                  <a:lnTo>
                    <a:pt x="931092" y="3398676"/>
                  </a:lnTo>
                  <a:lnTo>
                    <a:pt x="859470" y="3407932"/>
                  </a:lnTo>
                  <a:lnTo>
                    <a:pt x="787847" y="3416850"/>
                  </a:lnTo>
                  <a:lnTo>
                    <a:pt x="716225" y="3425443"/>
                  </a:lnTo>
                  <a:lnTo>
                    <a:pt x="644602" y="3433723"/>
                  </a:lnTo>
                  <a:lnTo>
                    <a:pt x="572980" y="3441701"/>
                  </a:lnTo>
                  <a:lnTo>
                    <a:pt x="501357" y="3449389"/>
                  </a:lnTo>
                  <a:lnTo>
                    <a:pt x="429735" y="3456796"/>
                  </a:lnTo>
                  <a:lnTo>
                    <a:pt x="358112" y="3463934"/>
                  </a:lnTo>
                  <a:lnTo>
                    <a:pt x="286490" y="3470811"/>
                  </a:lnTo>
                  <a:lnTo>
                    <a:pt x="214867" y="3477438"/>
                  </a:lnTo>
                  <a:lnTo>
                    <a:pt x="143245" y="3483823"/>
                  </a:lnTo>
                  <a:lnTo>
                    <a:pt x="71622" y="3489975"/>
                  </a:lnTo>
                  <a:lnTo>
                    <a:pt x="0" y="349590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074291" cy="3196435"/>
            </a:xfrm>
            <a:custGeom>
              <a:avLst/>
              <a:pathLst>
                <a:path w="6074291" h="3196435">
                  <a:moveTo>
                    <a:pt x="0" y="3196435"/>
                  </a:moveTo>
                  <a:lnTo>
                    <a:pt x="71622" y="3190014"/>
                  </a:lnTo>
                  <a:lnTo>
                    <a:pt x="143245" y="3183502"/>
                  </a:lnTo>
                  <a:lnTo>
                    <a:pt x="214867" y="3176898"/>
                  </a:lnTo>
                  <a:lnTo>
                    <a:pt x="286490" y="3170201"/>
                  </a:lnTo>
                  <a:lnTo>
                    <a:pt x="358112" y="3163410"/>
                  </a:lnTo>
                  <a:lnTo>
                    <a:pt x="429735" y="3156524"/>
                  </a:lnTo>
                  <a:lnTo>
                    <a:pt x="501357" y="3149541"/>
                  </a:lnTo>
                  <a:lnTo>
                    <a:pt x="572980" y="3142459"/>
                  </a:lnTo>
                  <a:lnTo>
                    <a:pt x="644602" y="3135277"/>
                  </a:lnTo>
                  <a:lnTo>
                    <a:pt x="716225" y="3127995"/>
                  </a:lnTo>
                  <a:lnTo>
                    <a:pt x="787847" y="3120610"/>
                  </a:lnTo>
                  <a:lnTo>
                    <a:pt x="859470" y="3113121"/>
                  </a:lnTo>
                  <a:lnTo>
                    <a:pt x="931092" y="3105527"/>
                  </a:lnTo>
                  <a:lnTo>
                    <a:pt x="1002715" y="3097825"/>
                  </a:lnTo>
                  <a:lnTo>
                    <a:pt x="1074337" y="3090016"/>
                  </a:lnTo>
                  <a:lnTo>
                    <a:pt x="1145960" y="3082096"/>
                  </a:lnTo>
                  <a:lnTo>
                    <a:pt x="1217582" y="3074065"/>
                  </a:lnTo>
                  <a:lnTo>
                    <a:pt x="1289205" y="3065921"/>
                  </a:lnTo>
                  <a:lnTo>
                    <a:pt x="1360827" y="3057662"/>
                  </a:lnTo>
                  <a:lnTo>
                    <a:pt x="1432450" y="3049287"/>
                  </a:lnTo>
                  <a:lnTo>
                    <a:pt x="1504073" y="3040794"/>
                  </a:lnTo>
                  <a:lnTo>
                    <a:pt x="1575695" y="3032182"/>
                  </a:lnTo>
                  <a:lnTo>
                    <a:pt x="1647318" y="3023448"/>
                  </a:lnTo>
                  <a:lnTo>
                    <a:pt x="1718940" y="3014592"/>
                  </a:lnTo>
                  <a:lnTo>
                    <a:pt x="1790563" y="3005610"/>
                  </a:lnTo>
                  <a:lnTo>
                    <a:pt x="1862185" y="2996503"/>
                  </a:lnTo>
                  <a:lnTo>
                    <a:pt x="1933808" y="2987267"/>
                  </a:lnTo>
                  <a:lnTo>
                    <a:pt x="2005430" y="2977901"/>
                  </a:lnTo>
                  <a:lnTo>
                    <a:pt x="2077053" y="2968403"/>
                  </a:lnTo>
                  <a:lnTo>
                    <a:pt x="2148675" y="2958772"/>
                  </a:lnTo>
                  <a:lnTo>
                    <a:pt x="2220298" y="2949005"/>
                  </a:lnTo>
                  <a:lnTo>
                    <a:pt x="2291920" y="2939100"/>
                  </a:lnTo>
                  <a:lnTo>
                    <a:pt x="2363543" y="2929056"/>
                  </a:lnTo>
                  <a:lnTo>
                    <a:pt x="2435165" y="2918871"/>
                  </a:lnTo>
                  <a:lnTo>
                    <a:pt x="2506788" y="2908542"/>
                  </a:lnTo>
                  <a:lnTo>
                    <a:pt x="2578410" y="2898068"/>
                  </a:lnTo>
                  <a:lnTo>
                    <a:pt x="2650033" y="2887447"/>
                  </a:lnTo>
                  <a:lnTo>
                    <a:pt x="2721655" y="2876676"/>
                  </a:lnTo>
                  <a:lnTo>
                    <a:pt x="2793278" y="2865753"/>
                  </a:lnTo>
                  <a:lnTo>
                    <a:pt x="2864901" y="2854677"/>
                  </a:lnTo>
                  <a:lnTo>
                    <a:pt x="2936523" y="2843445"/>
                  </a:lnTo>
                  <a:lnTo>
                    <a:pt x="3008146" y="2832054"/>
                  </a:lnTo>
                  <a:lnTo>
                    <a:pt x="3079768" y="2820504"/>
                  </a:lnTo>
                  <a:lnTo>
                    <a:pt x="3151391" y="2808791"/>
                  </a:lnTo>
                  <a:lnTo>
                    <a:pt x="3223013" y="2796912"/>
                  </a:lnTo>
                  <a:lnTo>
                    <a:pt x="3294636" y="2784867"/>
                  </a:lnTo>
                  <a:lnTo>
                    <a:pt x="3366258" y="2755303"/>
                  </a:lnTo>
                  <a:lnTo>
                    <a:pt x="3437881" y="2721364"/>
                  </a:lnTo>
                  <a:lnTo>
                    <a:pt x="3509503" y="2686141"/>
                  </a:lnTo>
                  <a:lnTo>
                    <a:pt x="3581126" y="2649586"/>
                  </a:lnTo>
                  <a:lnTo>
                    <a:pt x="3652748" y="2611648"/>
                  </a:lnTo>
                  <a:lnTo>
                    <a:pt x="3724371" y="2572275"/>
                  </a:lnTo>
                  <a:lnTo>
                    <a:pt x="3795993" y="2531413"/>
                  </a:lnTo>
                  <a:lnTo>
                    <a:pt x="3867616" y="2489006"/>
                  </a:lnTo>
                  <a:lnTo>
                    <a:pt x="3939238" y="2444995"/>
                  </a:lnTo>
                  <a:lnTo>
                    <a:pt x="4010861" y="2399319"/>
                  </a:lnTo>
                  <a:lnTo>
                    <a:pt x="4082483" y="2351916"/>
                  </a:lnTo>
                  <a:lnTo>
                    <a:pt x="4154106" y="2302719"/>
                  </a:lnTo>
                  <a:lnTo>
                    <a:pt x="4225729" y="2251662"/>
                  </a:lnTo>
                  <a:lnTo>
                    <a:pt x="4297351" y="2198674"/>
                  </a:lnTo>
                  <a:lnTo>
                    <a:pt x="4368974" y="2143682"/>
                  </a:lnTo>
                  <a:lnTo>
                    <a:pt x="4440596" y="2086610"/>
                  </a:lnTo>
                  <a:lnTo>
                    <a:pt x="4512219" y="2027379"/>
                  </a:lnTo>
                  <a:lnTo>
                    <a:pt x="4583841" y="1965908"/>
                  </a:lnTo>
                  <a:lnTo>
                    <a:pt x="4655464" y="1902112"/>
                  </a:lnTo>
                  <a:lnTo>
                    <a:pt x="4727086" y="1835904"/>
                  </a:lnTo>
                  <a:lnTo>
                    <a:pt x="4798709" y="1767191"/>
                  </a:lnTo>
                  <a:lnTo>
                    <a:pt x="4870331" y="1695879"/>
                  </a:lnTo>
                  <a:lnTo>
                    <a:pt x="4941954" y="1621870"/>
                  </a:lnTo>
                  <a:lnTo>
                    <a:pt x="5013576" y="1545062"/>
                  </a:lnTo>
                  <a:lnTo>
                    <a:pt x="5085199" y="1465348"/>
                  </a:lnTo>
                  <a:lnTo>
                    <a:pt x="5156821" y="1382620"/>
                  </a:lnTo>
                  <a:lnTo>
                    <a:pt x="5228444" y="1296763"/>
                  </a:lnTo>
                  <a:lnTo>
                    <a:pt x="5300066" y="1207659"/>
                  </a:lnTo>
                  <a:lnTo>
                    <a:pt x="5371689" y="1115184"/>
                  </a:lnTo>
                  <a:lnTo>
                    <a:pt x="5443311" y="1019212"/>
                  </a:lnTo>
                  <a:lnTo>
                    <a:pt x="5514934" y="919610"/>
                  </a:lnTo>
                  <a:lnTo>
                    <a:pt x="5586557" y="816241"/>
                  </a:lnTo>
                  <a:lnTo>
                    <a:pt x="5658179" y="708962"/>
                  </a:lnTo>
                  <a:lnTo>
                    <a:pt x="5729802" y="597626"/>
                  </a:lnTo>
                  <a:lnTo>
                    <a:pt x="5801424" y="482079"/>
                  </a:lnTo>
                  <a:lnTo>
                    <a:pt x="5873047" y="362161"/>
                  </a:lnTo>
                  <a:lnTo>
                    <a:pt x="5944669" y="237708"/>
                  </a:lnTo>
                  <a:lnTo>
                    <a:pt x="6016292" y="108548"/>
                  </a:lnTo>
                  <a:lnTo>
                    <a:pt x="607429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728892"/>
              <a:ext cx="7090630" cy="1663574"/>
            </a:xfrm>
            <a:custGeom>
              <a:avLst/>
              <a:pathLst>
                <a:path w="7090630" h="1663574">
                  <a:moveTo>
                    <a:pt x="7090630" y="0"/>
                  </a:moveTo>
                  <a:lnTo>
                    <a:pt x="7019007" y="25267"/>
                  </a:lnTo>
                  <a:lnTo>
                    <a:pt x="6947385" y="50183"/>
                  </a:lnTo>
                  <a:lnTo>
                    <a:pt x="6875762" y="74754"/>
                  </a:lnTo>
                  <a:lnTo>
                    <a:pt x="6804139" y="98983"/>
                  </a:lnTo>
                  <a:lnTo>
                    <a:pt x="6732517" y="122877"/>
                  </a:lnTo>
                  <a:lnTo>
                    <a:pt x="6660894" y="146438"/>
                  </a:lnTo>
                  <a:lnTo>
                    <a:pt x="6589272" y="169673"/>
                  </a:lnTo>
                  <a:lnTo>
                    <a:pt x="6517649" y="192585"/>
                  </a:lnTo>
                  <a:lnTo>
                    <a:pt x="6446027" y="215179"/>
                  </a:lnTo>
                  <a:lnTo>
                    <a:pt x="6374404" y="237459"/>
                  </a:lnTo>
                  <a:lnTo>
                    <a:pt x="6302782" y="259431"/>
                  </a:lnTo>
                  <a:lnTo>
                    <a:pt x="6231159" y="281097"/>
                  </a:lnTo>
                  <a:lnTo>
                    <a:pt x="6159537" y="302462"/>
                  </a:lnTo>
                  <a:lnTo>
                    <a:pt x="6087914" y="323531"/>
                  </a:lnTo>
                  <a:lnTo>
                    <a:pt x="6016292" y="344307"/>
                  </a:lnTo>
                  <a:lnTo>
                    <a:pt x="5944669" y="364795"/>
                  </a:lnTo>
                  <a:lnTo>
                    <a:pt x="5873047" y="384999"/>
                  </a:lnTo>
                  <a:lnTo>
                    <a:pt x="5801424" y="404922"/>
                  </a:lnTo>
                  <a:lnTo>
                    <a:pt x="5729802" y="424569"/>
                  </a:lnTo>
                  <a:lnTo>
                    <a:pt x="5658179" y="443943"/>
                  </a:lnTo>
                  <a:lnTo>
                    <a:pt x="5586557" y="463048"/>
                  </a:lnTo>
                  <a:lnTo>
                    <a:pt x="5514934" y="481887"/>
                  </a:lnTo>
                  <a:lnTo>
                    <a:pt x="5443311" y="500466"/>
                  </a:lnTo>
                  <a:lnTo>
                    <a:pt x="5371689" y="518786"/>
                  </a:lnTo>
                  <a:lnTo>
                    <a:pt x="5300066" y="536852"/>
                  </a:lnTo>
                  <a:lnTo>
                    <a:pt x="5228444" y="554668"/>
                  </a:lnTo>
                  <a:lnTo>
                    <a:pt x="5156821" y="572236"/>
                  </a:lnTo>
                  <a:lnTo>
                    <a:pt x="5085199" y="589560"/>
                  </a:lnTo>
                  <a:lnTo>
                    <a:pt x="5013576" y="606644"/>
                  </a:lnTo>
                  <a:lnTo>
                    <a:pt x="4941954" y="623490"/>
                  </a:lnTo>
                  <a:lnTo>
                    <a:pt x="4870331" y="640103"/>
                  </a:lnTo>
                  <a:lnTo>
                    <a:pt x="4798709" y="656485"/>
                  </a:lnTo>
                  <a:lnTo>
                    <a:pt x="4727086" y="672640"/>
                  </a:lnTo>
                  <a:lnTo>
                    <a:pt x="4655464" y="688570"/>
                  </a:lnTo>
                  <a:lnTo>
                    <a:pt x="4583841" y="704280"/>
                  </a:lnTo>
                  <a:lnTo>
                    <a:pt x="4512219" y="719771"/>
                  </a:lnTo>
                  <a:lnTo>
                    <a:pt x="4440596" y="735047"/>
                  </a:lnTo>
                  <a:lnTo>
                    <a:pt x="4368974" y="750112"/>
                  </a:lnTo>
                  <a:lnTo>
                    <a:pt x="4297351" y="764967"/>
                  </a:lnTo>
                  <a:lnTo>
                    <a:pt x="4225729" y="779616"/>
                  </a:lnTo>
                  <a:lnTo>
                    <a:pt x="4154106" y="794061"/>
                  </a:lnTo>
                  <a:lnTo>
                    <a:pt x="4082483" y="808306"/>
                  </a:lnTo>
                  <a:lnTo>
                    <a:pt x="4010861" y="822354"/>
                  </a:lnTo>
                  <a:lnTo>
                    <a:pt x="3939238" y="836206"/>
                  </a:lnTo>
                  <a:lnTo>
                    <a:pt x="3867616" y="849866"/>
                  </a:lnTo>
                  <a:lnTo>
                    <a:pt x="3795993" y="863337"/>
                  </a:lnTo>
                  <a:lnTo>
                    <a:pt x="3724371" y="876620"/>
                  </a:lnTo>
                  <a:lnTo>
                    <a:pt x="3652748" y="889719"/>
                  </a:lnTo>
                  <a:lnTo>
                    <a:pt x="3581126" y="902637"/>
                  </a:lnTo>
                  <a:lnTo>
                    <a:pt x="3509503" y="915375"/>
                  </a:lnTo>
                  <a:lnTo>
                    <a:pt x="3437881" y="927936"/>
                  </a:lnTo>
                  <a:lnTo>
                    <a:pt x="3366258" y="940323"/>
                  </a:lnTo>
                  <a:lnTo>
                    <a:pt x="3294636" y="955676"/>
                  </a:lnTo>
                  <a:lnTo>
                    <a:pt x="3223013" y="987187"/>
                  </a:lnTo>
                  <a:lnTo>
                    <a:pt x="3151391" y="1017549"/>
                  </a:lnTo>
                  <a:lnTo>
                    <a:pt x="3079768" y="1046805"/>
                  </a:lnTo>
                  <a:lnTo>
                    <a:pt x="3008146" y="1074994"/>
                  </a:lnTo>
                  <a:lnTo>
                    <a:pt x="2936523" y="1102157"/>
                  </a:lnTo>
                  <a:lnTo>
                    <a:pt x="2864901" y="1128329"/>
                  </a:lnTo>
                  <a:lnTo>
                    <a:pt x="2793278" y="1153548"/>
                  </a:lnTo>
                  <a:lnTo>
                    <a:pt x="2721655" y="1177847"/>
                  </a:lnTo>
                  <a:lnTo>
                    <a:pt x="2650033" y="1201261"/>
                  </a:lnTo>
                  <a:lnTo>
                    <a:pt x="2578410" y="1223822"/>
                  </a:lnTo>
                  <a:lnTo>
                    <a:pt x="2506788" y="1245560"/>
                  </a:lnTo>
                  <a:lnTo>
                    <a:pt x="2435165" y="1266506"/>
                  </a:lnTo>
                  <a:lnTo>
                    <a:pt x="2363543" y="1286689"/>
                  </a:lnTo>
                  <a:lnTo>
                    <a:pt x="2291920" y="1306136"/>
                  </a:lnTo>
                  <a:lnTo>
                    <a:pt x="2220298" y="1324875"/>
                  </a:lnTo>
                  <a:lnTo>
                    <a:pt x="2148675" y="1342931"/>
                  </a:lnTo>
                  <a:lnTo>
                    <a:pt x="2077053" y="1360328"/>
                  </a:lnTo>
                  <a:lnTo>
                    <a:pt x="2005430" y="1377092"/>
                  </a:lnTo>
                  <a:lnTo>
                    <a:pt x="1933808" y="1393244"/>
                  </a:lnTo>
                  <a:lnTo>
                    <a:pt x="1862185" y="1408808"/>
                  </a:lnTo>
                  <a:lnTo>
                    <a:pt x="1790563" y="1423805"/>
                  </a:lnTo>
                  <a:lnTo>
                    <a:pt x="1718940" y="1438256"/>
                  </a:lnTo>
                  <a:lnTo>
                    <a:pt x="1647318" y="1452179"/>
                  </a:lnTo>
                  <a:lnTo>
                    <a:pt x="1575695" y="1465595"/>
                  </a:lnTo>
                  <a:lnTo>
                    <a:pt x="1504073" y="1478523"/>
                  </a:lnTo>
                  <a:lnTo>
                    <a:pt x="1432450" y="1490979"/>
                  </a:lnTo>
                  <a:lnTo>
                    <a:pt x="1360827" y="1502981"/>
                  </a:lnTo>
                  <a:lnTo>
                    <a:pt x="1289205" y="1514546"/>
                  </a:lnTo>
                  <a:lnTo>
                    <a:pt x="1217582" y="1525689"/>
                  </a:lnTo>
                  <a:lnTo>
                    <a:pt x="1145960" y="1536426"/>
                  </a:lnTo>
                  <a:lnTo>
                    <a:pt x="1074337" y="1546772"/>
                  </a:lnTo>
                  <a:lnTo>
                    <a:pt x="1002715" y="1556741"/>
                  </a:lnTo>
                  <a:lnTo>
                    <a:pt x="931092" y="1566347"/>
                  </a:lnTo>
                  <a:lnTo>
                    <a:pt x="859470" y="1575602"/>
                  </a:lnTo>
                  <a:lnTo>
                    <a:pt x="787847" y="1584520"/>
                  </a:lnTo>
                  <a:lnTo>
                    <a:pt x="716225" y="1593114"/>
                  </a:lnTo>
                  <a:lnTo>
                    <a:pt x="644602" y="1601394"/>
                  </a:lnTo>
                  <a:lnTo>
                    <a:pt x="572980" y="1609372"/>
                  </a:lnTo>
                  <a:lnTo>
                    <a:pt x="501357" y="1617060"/>
                  </a:lnTo>
                  <a:lnTo>
                    <a:pt x="429735" y="1624467"/>
                  </a:lnTo>
                  <a:lnTo>
                    <a:pt x="358112" y="1631604"/>
                  </a:lnTo>
                  <a:lnTo>
                    <a:pt x="286490" y="1638482"/>
                  </a:lnTo>
                  <a:lnTo>
                    <a:pt x="214867" y="1645108"/>
                  </a:lnTo>
                  <a:lnTo>
                    <a:pt x="143245" y="1651493"/>
                  </a:lnTo>
                  <a:lnTo>
                    <a:pt x="71622" y="1657646"/>
                  </a:lnTo>
                  <a:lnTo>
                    <a:pt x="0" y="16635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193779"/>
              <a:ext cx="7090630" cy="3088021"/>
            </a:xfrm>
            <a:custGeom>
              <a:avLst/>
              <a:pathLst>
                <a:path w="7090630" h="3088021">
                  <a:moveTo>
                    <a:pt x="0" y="3088021"/>
                  </a:moveTo>
                  <a:lnTo>
                    <a:pt x="71622" y="3081100"/>
                  </a:lnTo>
                  <a:lnTo>
                    <a:pt x="143245" y="3074001"/>
                  </a:lnTo>
                  <a:lnTo>
                    <a:pt x="214867" y="3066717"/>
                  </a:lnTo>
                  <a:lnTo>
                    <a:pt x="286490" y="3059245"/>
                  </a:lnTo>
                  <a:lnTo>
                    <a:pt x="358112" y="3051580"/>
                  </a:lnTo>
                  <a:lnTo>
                    <a:pt x="429735" y="3043716"/>
                  </a:lnTo>
                  <a:lnTo>
                    <a:pt x="501357" y="3035649"/>
                  </a:lnTo>
                  <a:lnTo>
                    <a:pt x="572980" y="3027373"/>
                  </a:lnTo>
                  <a:lnTo>
                    <a:pt x="644602" y="3018883"/>
                  </a:lnTo>
                  <a:lnTo>
                    <a:pt x="716225" y="3010173"/>
                  </a:lnTo>
                  <a:lnTo>
                    <a:pt x="787847" y="3001238"/>
                  </a:lnTo>
                  <a:lnTo>
                    <a:pt x="859470" y="2992071"/>
                  </a:lnTo>
                  <a:lnTo>
                    <a:pt x="931092" y="2982667"/>
                  </a:lnTo>
                  <a:lnTo>
                    <a:pt x="1002715" y="2973020"/>
                  </a:lnTo>
                  <a:lnTo>
                    <a:pt x="1074337" y="2963123"/>
                  </a:lnTo>
                  <a:lnTo>
                    <a:pt x="1145960" y="2952970"/>
                  </a:lnTo>
                  <a:lnTo>
                    <a:pt x="1217582" y="2942555"/>
                  </a:lnTo>
                  <a:lnTo>
                    <a:pt x="1289205" y="2931869"/>
                  </a:lnTo>
                  <a:lnTo>
                    <a:pt x="1360827" y="2920908"/>
                  </a:lnTo>
                  <a:lnTo>
                    <a:pt x="1432450" y="2909662"/>
                  </a:lnTo>
                  <a:lnTo>
                    <a:pt x="1504073" y="2898125"/>
                  </a:lnTo>
                  <a:lnTo>
                    <a:pt x="1575695" y="2886290"/>
                  </a:lnTo>
                  <a:lnTo>
                    <a:pt x="1647318" y="2874149"/>
                  </a:lnTo>
                  <a:lnTo>
                    <a:pt x="1718940" y="2861693"/>
                  </a:lnTo>
                  <a:lnTo>
                    <a:pt x="1790563" y="2848915"/>
                  </a:lnTo>
                  <a:lnTo>
                    <a:pt x="1862185" y="2835806"/>
                  </a:lnTo>
                  <a:lnTo>
                    <a:pt x="1933808" y="2822358"/>
                  </a:lnTo>
                  <a:lnTo>
                    <a:pt x="2005430" y="2808562"/>
                  </a:lnTo>
                  <a:lnTo>
                    <a:pt x="2077053" y="2794409"/>
                  </a:lnTo>
                  <a:lnTo>
                    <a:pt x="2148675" y="2779890"/>
                  </a:lnTo>
                  <a:lnTo>
                    <a:pt x="2220298" y="2764995"/>
                  </a:lnTo>
                  <a:lnTo>
                    <a:pt x="2291920" y="2749714"/>
                  </a:lnTo>
                  <a:lnTo>
                    <a:pt x="2363543" y="2734038"/>
                  </a:lnTo>
                  <a:lnTo>
                    <a:pt x="2435165" y="2717956"/>
                  </a:lnTo>
                  <a:lnTo>
                    <a:pt x="2506788" y="2701458"/>
                  </a:lnTo>
                  <a:lnTo>
                    <a:pt x="2578410" y="2684533"/>
                  </a:lnTo>
                  <a:lnTo>
                    <a:pt x="2650033" y="2667170"/>
                  </a:lnTo>
                  <a:lnTo>
                    <a:pt x="2721655" y="2649358"/>
                  </a:lnTo>
                  <a:lnTo>
                    <a:pt x="2793278" y="2631085"/>
                  </a:lnTo>
                  <a:lnTo>
                    <a:pt x="2864901" y="2612338"/>
                  </a:lnTo>
                  <a:lnTo>
                    <a:pt x="2936523" y="2593107"/>
                  </a:lnTo>
                  <a:lnTo>
                    <a:pt x="3008146" y="2573378"/>
                  </a:lnTo>
                  <a:lnTo>
                    <a:pt x="3079768" y="2553138"/>
                  </a:lnTo>
                  <a:lnTo>
                    <a:pt x="3151391" y="2532375"/>
                  </a:lnTo>
                  <a:lnTo>
                    <a:pt x="3223013" y="2511074"/>
                  </a:lnTo>
                  <a:lnTo>
                    <a:pt x="3294636" y="2489221"/>
                  </a:lnTo>
                  <a:lnTo>
                    <a:pt x="3366258" y="2466804"/>
                  </a:lnTo>
                  <a:lnTo>
                    <a:pt x="3437881" y="2443806"/>
                  </a:lnTo>
                  <a:lnTo>
                    <a:pt x="3509503" y="2420213"/>
                  </a:lnTo>
                  <a:lnTo>
                    <a:pt x="3581126" y="2396009"/>
                  </a:lnTo>
                  <a:lnTo>
                    <a:pt x="3652748" y="2371179"/>
                  </a:lnTo>
                  <a:lnTo>
                    <a:pt x="3724371" y="2345706"/>
                  </a:lnTo>
                  <a:lnTo>
                    <a:pt x="3795993" y="2319574"/>
                  </a:lnTo>
                  <a:lnTo>
                    <a:pt x="3867616" y="2292766"/>
                  </a:lnTo>
                  <a:lnTo>
                    <a:pt x="3939238" y="2265264"/>
                  </a:lnTo>
                  <a:lnTo>
                    <a:pt x="4010861" y="2237050"/>
                  </a:lnTo>
                  <a:lnTo>
                    <a:pt x="4082483" y="2208106"/>
                  </a:lnTo>
                  <a:lnTo>
                    <a:pt x="4154106" y="2178413"/>
                  </a:lnTo>
                  <a:lnTo>
                    <a:pt x="4225729" y="2147951"/>
                  </a:lnTo>
                  <a:lnTo>
                    <a:pt x="4297351" y="2116701"/>
                  </a:lnTo>
                  <a:lnTo>
                    <a:pt x="4368974" y="2084642"/>
                  </a:lnTo>
                  <a:lnTo>
                    <a:pt x="4440596" y="2051754"/>
                  </a:lnTo>
                  <a:lnTo>
                    <a:pt x="4512219" y="2018014"/>
                  </a:lnTo>
                  <a:lnTo>
                    <a:pt x="4583841" y="1983402"/>
                  </a:lnTo>
                  <a:lnTo>
                    <a:pt x="4655464" y="1947893"/>
                  </a:lnTo>
                  <a:lnTo>
                    <a:pt x="4727086" y="1911465"/>
                  </a:lnTo>
                  <a:lnTo>
                    <a:pt x="4798709" y="1874095"/>
                  </a:lnTo>
                  <a:lnTo>
                    <a:pt x="4870331" y="1835758"/>
                  </a:lnTo>
                  <a:lnTo>
                    <a:pt x="4941954" y="1796428"/>
                  </a:lnTo>
                  <a:lnTo>
                    <a:pt x="5013576" y="1756080"/>
                  </a:lnTo>
                  <a:lnTo>
                    <a:pt x="5085199" y="1714689"/>
                  </a:lnTo>
                  <a:lnTo>
                    <a:pt x="5156821" y="1672226"/>
                  </a:lnTo>
                  <a:lnTo>
                    <a:pt x="5228444" y="1628664"/>
                  </a:lnTo>
                  <a:lnTo>
                    <a:pt x="5300066" y="1583974"/>
                  </a:lnTo>
                  <a:lnTo>
                    <a:pt x="5371689" y="1538129"/>
                  </a:lnTo>
                  <a:lnTo>
                    <a:pt x="5443311" y="1491096"/>
                  </a:lnTo>
                  <a:lnTo>
                    <a:pt x="5514934" y="1442847"/>
                  </a:lnTo>
                  <a:lnTo>
                    <a:pt x="5586557" y="1393348"/>
                  </a:lnTo>
                  <a:lnTo>
                    <a:pt x="5658179" y="1342569"/>
                  </a:lnTo>
                  <a:lnTo>
                    <a:pt x="5729802" y="1290475"/>
                  </a:lnTo>
                  <a:lnTo>
                    <a:pt x="5801424" y="1237033"/>
                  </a:lnTo>
                  <a:lnTo>
                    <a:pt x="5873047" y="1182209"/>
                  </a:lnTo>
                  <a:lnTo>
                    <a:pt x="5944669" y="1125965"/>
                  </a:lnTo>
                  <a:lnTo>
                    <a:pt x="6016292" y="1068265"/>
                  </a:lnTo>
                  <a:lnTo>
                    <a:pt x="6087914" y="1009073"/>
                  </a:lnTo>
                  <a:lnTo>
                    <a:pt x="6159537" y="948348"/>
                  </a:lnTo>
                  <a:lnTo>
                    <a:pt x="6231159" y="886052"/>
                  </a:lnTo>
                  <a:lnTo>
                    <a:pt x="6302782" y="822144"/>
                  </a:lnTo>
                  <a:lnTo>
                    <a:pt x="6374404" y="756581"/>
                  </a:lnTo>
                  <a:lnTo>
                    <a:pt x="6446027" y="689322"/>
                  </a:lnTo>
                  <a:lnTo>
                    <a:pt x="6517649" y="620322"/>
                  </a:lnTo>
                  <a:lnTo>
                    <a:pt x="6589272" y="549536"/>
                  </a:lnTo>
                  <a:lnTo>
                    <a:pt x="6660894" y="476919"/>
                  </a:lnTo>
                  <a:lnTo>
                    <a:pt x="6732517" y="402422"/>
                  </a:lnTo>
                  <a:lnTo>
                    <a:pt x="6804139" y="325997"/>
                  </a:lnTo>
                  <a:lnTo>
                    <a:pt x="6875762" y="247594"/>
                  </a:lnTo>
                  <a:lnTo>
                    <a:pt x="6947385" y="167162"/>
                  </a:lnTo>
                  <a:lnTo>
                    <a:pt x="7019007" y="8464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2026-09-28T17:00:32Z</dcterms:modified>
  <cp:category/>
</cp:coreProperties>
</file>