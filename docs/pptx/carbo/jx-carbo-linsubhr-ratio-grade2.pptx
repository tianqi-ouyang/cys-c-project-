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139025"/>
              <a:ext cx="7403783" cy="3260720"/>
            </a:xfrm>
            <a:custGeom>
              <a:avLst/>
              <a:pathLst>
                <a:path w="7403783" h="3260720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  <a:lnTo>
                    <a:pt x="7403783" y="3260720"/>
                  </a:lnTo>
                  <a:lnTo>
                    <a:pt x="7327150" y="3255622"/>
                  </a:lnTo>
                  <a:lnTo>
                    <a:pt x="7250518" y="3250360"/>
                  </a:lnTo>
                  <a:lnTo>
                    <a:pt x="7173885" y="3244927"/>
                  </a:lnTo>
                  <a:lnTo>
                    <a:pt x="7097253" y="3239318"/>
                  </a:lnTo>
                  <a:lnTo>
                    <a:pt x="7020620" y="3233528"/>
                  </a:lnTo>
                  <a:lnTo>
                    <a:pt x="6943987" y="3227551"/>
                  </a:lnTo>
                  <a:lnTo>
                    <a:pt x="6867355" y="3221380"/>
                  </a:lnTo>
                  <a:lnTo>
                    <a:pt x="6790722" y="3215009"/>
                  </a:lnTo>
                  <a:lnTo>
                    <a:pt x="6714090" y="3208432"/>
                  </a:lnTo>
                  <a:lnTo>
                    <a:pt x="6637457" y="3201642"/>
                  </a:lnTo>
                  <a:lnTo>
                    <a:pt x="6560825" y="3194633"/>
                  </a:lnTo>
                  <a:lnTo>
                    <a:pt x="6484192" y="3187396"/>
                  </a:lnTo>
                  <a:lnTo>
                    <a:pt x="6407560" y="3179926"/>
                  </a:lnTo>
                  <a:lnTo>
                    <a:pt x="6330927" y="3172214"/>
                  </a:lnTo>
                  <a:lnTo>
                    <a:pt x="6254294" y="3164252"/>
                  </a:lnTo>
                  <a:lnTo>
                    <a:pt x="6177662" y="3156032"/>
                  </a:lnTo>
                  <a:lnTo>
                    <a:pt x="6101029" y="3147546"/>
                  </a:lnTo>
                  <a:lnTo>
                    <a:pt x="6024397" y="3138786"/>
                  </a:lnTo>
                  <a:lnTo>
                    <a:pt x="5947764" y="3129742"/>
                  </a:lnTo>
                  <a:lnTo>
                    <a:pt x="5871132" y="3120406"/>
                  </a:lnTo>
                  <a:lnTo>
                    <a:pt x="5794499" y="3110767"/>
                  </a:lnTo>
                  <a:lnTo>
                    <a:pt x="5717867" y="3100817"/>
                  </a:lnTo>
                  <a:lnTo>
                    <a:pt x="5641234" y="3090544"/>
                  </a:lnTo>
                  <a:lnTo>
                    <a:pt x="5564602" y="3079939"/>
                  </a:lnTo>
                  <a:lnTo>
                    <a:pt x="5487969" y="3068991"/>
                  </a:lnTo>
                  <a:lnTo>
                    <a:pt x="5411336" y="3057688"/>
                  </a:lnTo>
                  <a:lnTo>
                    <a:pt x="5334704" y="3046020"/>
                  </a:lnTo>
                  <a:lnTo>
                    <a:pt x="5258071" y="3033973"/>
                  </a:lnTo>
                  <a:lnTo>
                    <a:pt x="5181439" y="3021537"/>
                  </a:lnTo>
                  <a:lnTo>
                    <a:pt x="5104806" y="3008699"/>
                  </a:lnTo>
                  <a:lnTo>
                    <a:pt x="5028174" y="2995445"/>
                  </a:lnTo>
                  <a:lnTo>
                    <a:pt x="4951541" y="2981762"/>
                  </a:lnTo>
                  <a:lnTo>
                    <a:pt x="4874909" y="2967636"/>
                  </a:lnTo>
                  <a:lnTo>
                    <a:pt x="4798276" y="2953054"/>
                  </a:lnTo>
                  <a:lnTo>
                    <a:pt x="4721644" y="2937999"/>
                  </a:lnTo>
                  <a:lnTo>
                    <a:pt x="4645011" y="2922457"/>
                  </a:lnTo>
                  <a:lnTo>
                    <a:pt x="4568378" y="2906412"/>
                  </a:lnTo>
                  <a:lnTo>
                    <a:pt x="4491746" y="2889847"/>
                  </a:lnTo>
                  <a:lnTo>
                    <a:pt x="4415113" y="2872747"/>
                  </a:lnTo>
                  <a:lnTo>
                    <a:pt x="4338481" y="2855093"/>
                  </a:lnTo>
                  <a:lnTo>
                    <a:pt x="4261848" y="2836867"/>
                  </a:lnTo>
                  <a:lnTo>
                    <a:pt x="4185216" y="2818052"/>
                  </a:lnTo>
                  <a:lnTo>
                    <a:pt x="4108583" y="2798628"/>
                  </a:lnTo>
                  <a:lnTo>
                    <a:pt x="4031951" y="2778575"/>
                  </a:lnTo>
                  <a:lnTo>
                    <a:pt x="3955318" y="2757874"/>
                  </a:lnTo>
                  <a:lnTo>
                    <a:pt x="3878685" y="2736502"/>
                  </a:lnTo>
                  <a:lnTo>
                    <a:pt x="3802053" y="2714439"/>
                  </a:lnTo>
                  <a:lnTo>
                    <a:pt x="3725420" y="2691661"/>
                  </a:lnTo>
                  <a:lnTo>
                    <a:pt x="3648788" y="2668147"/>
                  </a:lnTo>
                  <a:lnTo>
                    <a:pt x="3572155" y="2643871"/>
                  </a:lnTo>
                  <a:lnTo>
                    <a:pt x="3495523" y="2618810"/>
                  </a:lnTo>
                  <a:lnTo>
                    <a:pt x="3418890" y="2592937"/>
                  </a:lnTo>
                  <a:lnTo>
                    <a:pt x="3342258" y="2576051"/>
                  </a:lnTo>
                  <a:lnTo>
                    <a:pt x="3265625" y="2560694"/>
                  </a:lnTo>
                  <a:lnTo>
                    <a:pt x="3188993" y="2545057"/>
                  </a:lnTo>
                  <a:lnTo>
                    <a:pt x="3112360" y="2529135"/>
                  </a:lnTo>
                  <a:lnTo>
                    <a:pt x="3035727" y="2512923"/>
                  </a:lnTo>
                  <a:lnTo>
                    <a:pt x="2959095" y="2496415"/>
                  </a:lnTo>
                  <a:lnTo>
                    <a:pt x="2882462" y="2479606"/>
                  </a:lnTo>
                  <a:lnTo>
                    <a:pt x="2805830" y="2462490"/>
                  </a:lnTo>
                  <a:lnTo>
                    <a:pt x="2729197" y="2445063"/>
                  </a:lnTo>
                  <a:lnTo>
                    <a:pt x="2652565" y="2427317"/>
                  </a:lnTo>
                  <a:lnTo>
                    <a:pt x="2575932" y="2409248"/>
                  </a:lnTo>
                  <a:lnTo>
                    <a:pt x="2499300" y="2390850"/>
                  </a:lnTo>
                  <a:lnTo>
                    <a:pt x="2422667" y="2372116"/>
                  </a:lnTo>
                  <a:lnTo>
                    <a:pt x="2346034" y="2353040"/>
                  </a:lnTo>
                  <a:lnTo>
                    <a:pt x="2269402" y="2333617"/>
                  </a:lnTo>
                  <a:lnTo>
                    <a:pt x="2192769" y="2313839"/>
                  </a:lnTo>
                  <a:lnTo>
                    <a:pt x="2116137" y="2293701"/>
                  </a:lnTo>
                  <a:lnTo>
                    <a:pt x="2039504" y="2273196"/>
                  </a:lnTo>
                  <a:lnTo>
                    <a:pt x="1962872" y="2252316"/>
                  </a:lnTo>
                  <a:lnTo>
                    <a:pt x="1886239" y="2231056"/>
                  </a:lnTo>
                  <a:lnTo>
                    <a:pt x="1809607" y="2209408"/>
                  </a:lnTo>
                  <a:lnTo>
                    <a:pt x="1732974" y="2187366"/>
                  </a:lnTo>
                  <a:lnTo>
                    <a:pt x="1656342" y="2164921"/>
                  </a:lnTo>
                  <a:lnTo>
                    <a:pt x="1579709" y="2142068"/>
                  </a:lnTo>
                  <a:lnTo>
                    <a:pt x="1503076" y="2118797"/>
                  </a:lnTo>
                  <a:lnTo>
                    <a:pt x="1426444" y="2095103"/>
                  </a:lnTo>
                  <a:lnTo>
                    <a:pt x="1349811" y="2070976"/>
                  </a:lnTo>
                  <a:lnTo>
                    <a:pt x="1273179" y="2046409"/>
                  </a:lnTo>
                  <a:lnTo>
                    <a:pt x="1196546" y="2021394"/>
                  </a:lnTo>
                  <a:lnTo>
                    <a:pt x="1119914" y="1995923"/>
                  </a:lnTo>
                  <a:lnTo>
                    <a:pt x="1043281" y="1969988"/>
                  </a:lnTo>
                  <a:lnTo>
                    <a:pt x="966649" y="1943580"/>
                  </a:lnTo>
                  <a:lnTo>
                    <a:pt x="890016" y="1916690"/>
                  </a:lnTo>
                  <a:lnTo>
                    <a:pt x="813384" y="1889310"/>
                  </a:lnTo>
                  <a:lnTo>
                    <a:pt x="736751" y="1861430"/>
                  </a:lnTo>
                  <a:lnTo>
                    <a:pt x="660118" y="1833042"/>
                  </a:lnTo>
                  <a:lnTo>
                    <a:pt x="583486" y="1804137"/>
                  </a:lnTo>
                  <a:lnTo>
                    <a:pt x="506853" y="1774704"/>
                  </a:lnTo>
                  <a:lnTo>
                    <a:pt x="430221" y="1744735"/>
                  </a:lnTo>
                  <a:lnTo>
                    <a:pt x="353588" y="1714219"/>
                  </a:lnTo>
                  <a:lnTo>
                    <a:pt x="276956" y="1683147"/>
                  </a:lnTo>
                  <a:lnTo>
                    <a:pt x="200323" y="1651508"/>
                  </a:lnTo>
                  <a:lnTo>
                    <a:pt x="123691" y="1619293"/>
                  </a:lnTo>
                  <a:lnTo>
                    <a:pt x="47058" y="1586490"/>
                  </a:lnTo>
                  <a:lnTo>
                    <a:pt x="0" y="15659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139025"/>
              <a:ext cx="7403783" cy="3095032"/>
            </a:xfrm>
            <a:custGeom>
              <a:avLst/>
              <a:pathLst>
                <a:path w="7403783" h="3095032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705004"/>
              <a:ext cx="7403783" cy="1694741"/>
            </a:xfrm>
            <a:custGeom>
              <a:avLst/>
              <a:pathLst>
                <a:path w="7403783" h="1694741">
                  <a:moveTo>
                    <a:pt x="7403783" y="1694741"/>
                  </a:moveTo>
                  <a:lnTo>
                    <a:pt x="7327150" y="1689643"/>
                  </a:lnTo>
                  <a:lnTo>
                    <a:pt x="7250518" y="1684381"/>
                  </a:lnTo>
                  <a:lnTo>
                    <a:pt x="7173885" y="1678948"/>
                  </a:lnTo>
                  <a:lnTo>
                    <a:pt x="7097253" y="1673339"/>
                  </a:lnTo>
                  <a:lnTo>
                    <a:pt x="7020620" y="1667549"/>
                  </a:lnTo>
                  <a:lnTo>
                    <a:pt x="6943987" y="1661572"/>
                  </a:lnTo>
                  <a:lnTo>
                    <a:pt x="6867355" y="1655401"/>
                  </a:lnTo>
                  <a:lnTo>
                    <a:pt x="6790722" y="1649030"/>
                  </a:lnTo>
                  <a:lnTo>
                    <a:pt x="6714090" y="1642453"/>
                  </a:lnTo>
                  <a:lnTo>
                    <a:pt x="6637457" y="1635663"/>
                  </a:lnTo>
                  <a:lnTo>
                    <a:pt x="6560825" y="1628654"/>
                  </a:lnTo>
                  <a:lnTo>
                    <a:pt x="6484192" y="1621417"/>
                  </a:lnTo>
                  <a:lnTo>
                    <a:pt x="6407560" y="1613947"/>
                  </a:lnTo>
                  <a:lnTo>
                    <a:pt x="6330927" y="1606234"/>
                  </a:lnTo>
                  <a:lnTo>
                    <a:pt x="6254294" y="1598273"/>
                  </a:lnTo>
                  <a:lnTo>
                    <a:pt x="6177662" y="1590053"/>
                  </a:lnTo>
                  <a:lnTo>
                    <a:pt x="6101029" y="1581567"/>
                  </a:lnTo>
                  <a:lnTo>
                    <a:pt x="6024397" y="1572807"/>
                  </a:lnTo>
                  <a:lnTo>
                    <a:pt x="5947764" y="1563763"/>
                  </a:lnTo>
                  <a:lnTo>
                    <a:pt x="5871132" y="1554427"/>
                  </a:lnTo>
                  <a:lnTo>
                    <a:pt x="5794499" y="1544788"/>
                  </a:lnTo>
                  <a:lnTo>
                    <a:pt x="5717867" y="1534838"/>
                  </a:lnTo>
                  <a:lnTo>
                    <a:pt x="5641234" y="1524565"/>
                  </a:lnTo>
                  <a:lnTo>
                    <a:pt x="5564602" y="1513960"/>
                  </a:lnTo>
                  <a:lnTo>
                    <a:pt x="5487969" y="1503012"/>
                  </a:lnTo>
                  <a:lnTo>
                    <a:pt x="5411336" y="1491709"/>
                  </a:lnTo>
                  <a:lnTo>
                    <a:pt x="5334704" y="1480040"/>
                  </a:lnTo>
                  <a:lnTo>
                    <a:pt x="5258071" y="1467994"/>
                  </a:lnTo>
                  <a:lnTo>
                    <a:pt x="5181439" y="1455558"/>
                  </a:lnTo>
                  <a:lnTo>
                    <a:pt x="5104806" y="1442720"/>
                  </a:lnTo>
                  <a:lnTo>
                    <a:pt x="5028174" y="1429466"/>
                  </a:lnTo>
                  <a:lnTo>
                    <a:pt x="4951541" y="1415783"/>
                  </a:lnTo>
                  <a:lnTo>
                    <a:pt x="4874909" y="1401657"/>
                  </a:lnTo>
                  <a:lnTo>
                    <a:pt x="4798276" y="1387075"/>
                  </a:lnTo>
                  <a:lnTo>
                    <a:pt x="4721644" y="1372020"/>
                  </a:lnTo>
                  <a:lnTo>
                    <a:pt x="4645011" y="1356478"/>
                  </a:lnTo>
                  <a:lnTo>
                    <a:pt x="4568378" y="1340432"/>
                  </a:lnTo>
                  <a:lnTo>
                    <a:pt x="4491746" y="1323868"/>
                  </a:lnTo>
                  <a:lnTo>
                    <a:pt x="4415113" y="1306768"/>
                  </a:lnTo>
                  <a:lnTo>
                    <a:pt x="4338481" y="1289114"/>
                  </a:lnTo>
                  <a:lnTo>
                    <a:pt x="4261848" y="1270888"/>
                  </a:lnTo>
                  <a:lnTo>
                    <a:pt x="4185216" y="1252073"/>
                  </a:lnTo>
                  <a:lnTo>
                    <a:pt x="4108583" y="1232649"/>
                  </a:lnTo>
                  <a:lnTo>
                    <a:pt x="4031951" y="1212596"/>
                  </a:lnTo>
                  <a:lnTo>
                    <a:pt x="3955318" y="1191895"/>
                  </a:lnTo>
                  <a:lnTo>
                    <a:pt x="3878685" y="1170523"/>
                  </a:lnTo>
                  <a:lnTo>
                    <a:pt x="3802053" y="1148460"/>
                  </a:lnTo>
                  <a:lnTo>
                    <a:pt x="3725420" y="1125682"/>
                  </a:lnTo>
                  <a:lnTo>
                    <a:pt x="3648788" y="1102168"/>
                  </a:lnTo>
                  <a:lnTo>
                    <a:pt x="3572155" y="1077892"/>
                  </a:lnTo>
                  <a:lnTo>
                    <a:pt x="3495523" y="1052831"/>
                  </a:lnTo>
                  <a:lnTo>
                    <a:pt x="3418890" y="1026958"/>
                  </a:lnTo>
                  <a:lnTo>
                    <a:pt x="3342258" y="1010072"/>
                  </a:lnTo>
                  <a:lnTo>
                    <a:pt x="3265625" y="994715"/>
                  </a:lnTo>
                  <a:lnTo>
                    <a:pt x="3188993" y="979078"/>
                  </a:lnTo>
                  <a:lnTo>
                    <a:pt x="3112360" y="963156"/>
                  </a:lnTo>
                  <a:lnTo>
                    <a:pt x="3035727" y="946944"/>
                  </a:lnTo>
                  <a:lnTo>
                    <a:pt x="2959095" y="930436"/>
                  </a:lnTo>
                  <a:lnTo>
                    <a:pt x="2882462" y="913627"/>
                  </a:lnTo>
                  <a:lnTo>
                    <a:pt x="2805830" y="896511"/>
                  </a:lnTo>
                  <a:lnTo>
                    <a:pt x="2729197" y="879084"/>
                  </a:lnTo>
                  <a:lnTo>
                    <a:pt x="2652565" y="861338"/>
                  </a:lnTo>
                  <a:lnTo>
                    <a:pt x="2575932" y="843269"/>
                  </a:lnTo>
                  <a:lnTo>
                    <a:pt x="2499300" y="824871"/>
                  </a:lnTo>
                  <a:lnTo>
                    <a:pt x="2422667" y="806137"/>
                  </a:lnTo>
                  <a:lnTo>
                    <a:pt x="2346034" y="787061"/>
                  </a:lnTo>
                  <a:lnTo>
                    <a:pt x="2269402" y="767638"/>
                  </a:lnTo>
                  <a:lnTo>
                    <a:pt x="2192769" y="747860"/>
                  </a:lnTo>
                  <a:lnTo>
                    <a:pt x="2116137" y="727722"/>
                  </a:lnTo>
                  <a:lnTo>
                    <a:pt x="2039504" y="707217"/>
                  </a:lnTo>
                  <a:lnTo>
                    <a:pt x="1962872" y="686337"/>
                  </a:lnTo>
                  <a:lnTo>
                    <a:pt x="1886239" y="665077"/>
                  </a:lnTo>
                  <a:lnTo>
                    <a:pt x="1809607" y="643429"/>
                  </a:lnTo>
                  <a:lnTo>
                    <a:pt x="1732974" y="621387"/>
                  </a:lnTo>
                  <a:lnTo>
                    <a:pt x="1656342" y="598942"/>
                  </a:lnTo>
                  <a:lnTo>
                    <a:pt x="1579709" y="576089"/>
                  </a:lnTo>
                  <a:lnTo>
                    <a:pt x="1503076" y="552818"/>
                  </a:lnTo>
                  <a:lnTo>
                    <a:pt x="1426444" y="529123"/>
                  </a:lnTo>
                  <a:lnTo>
                    <a:pt x="1349811" y="504997"/>
                  </a:lnTo>
                  <a:lnTo>
                    <a:pt x="1273179" y="480430"/>
                  </a:lnTo>
                  <a:lnTo>
                    <a:pt x="1196546" y="455415"/>
                  </a:lnTo>
                  <a:lnTo>
                    <a:pt x="1119914" y="429944"/>
                  </a:lnTo>
                  <a:lnTo>
                    <a:pt x="1043281" y="404009"/>
                  </a:lnTo>
                  <a:lnTo>
                    <a:pt x="966649" y="377601"/>
                  </a:lnTo>
                  <a:lnTo>
                    <a:pt x="890016" y="350711"/>
                  </a:lnTo>
                  <a:lnTo>
                    <a:pt x="813384" y="323331"/>
                  </a:lnTo>
                  <a:lnTo>
                    <a:pt x="736751" y="295451"/>
                  </a:lnTo>
                  <a:lnTo>
                    <a:pt x="660118" y="267063"/>
                  </a:lnTo>
                  <a:lnTo>
                    <a:pt x="583486" y="238158"/>
                  </a:lnTo>
                  <a:lnTo>
                    <a:pt x="506853" y="208725"/>
                  </a:lnTo>
                  <a:lnTo>
                    <a:pt x="430221" y="178756"/>
                  </a:lnTo>
                  <a:lnTo>
                    <a:pt x="353588" y="148240"/>
                  </a:lnTo>
                  <a:lnTo>
                    <a:pt x="276956" y="117168"/>
                  </a:lnTo>
                  <a:lnTo>
                    <a:pt x="200323" y="85529"/>
                  </a:lnTo>
                  <a:lnTo>
                    <a:pt x="123691" y="53314"/>
                  </a:lnTo>
                  <a:lnTo>
                    <a:pt x="47058" y="205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41038"/>
              <a:ext cx="7403783" cy="2290591"/>
            </a:xfrm>
            <a:custGeom>
              <a:avLst/>
              <a:pathLst>
                <a:path w="7403783" h="2290591">
                  <a:moveTo>
                    <a:pt x="0" y="0"/>
                  </a:moveTo>
                  <a:lnTo>
                    <a:pt x="47058" y="38457"/>
                  </a:lnTo>
                  <a:lnTo>
                    <a:pt x="123691" y="99538"/>
                  </a:lnTo>
                  <a:lnTo>
                    <a:pt x="200323" y="159114"/>
                  </a:lnTo>
                  <a:lnTo>
                    <a:pt x="276956" y="217222"/>
                  </a:lnTo>
                  <a:lnTo>
                    <a:pt x="353588" y="273897"/>
                  </a:lnTo>
                  <a:lnTo>
                    <a:pt x="430221" y="329174"/>
                  </a:lnTo>
                  <a:lnTo>
                    <a:pt x="506853" y="383089"/>
                  </a:lnTo>
                  <a:lnTo>
                    <a:pt x="583486" y="435675"/>
                  </a:lnTo>
                  <a:lnTo>
                    <a:pt x="660118" y="486965"/>
                  </a:lnTo>
                  <a:lnTo>
                    <a:pt x="736751" y="536990"/>
                  </a:lnTo>
                  <a:lnTo>
                    <a:pt x="813384" y="585782"/>
                  </a:lnTo>
                  <a:lnTo>
                    <a:pt x="890016" y="633371"/>
                  </a:lnTo>
                  <a:lnTo>
                    <a:pt x="966649" y="679787"/>
                  </a:lnTo>
                  <a:lnTo>
                    <a:pt x="1043281" y="725058"/>
                  </a:lnTo>
                  <a:lnTo>
                    <a:pt x="1119914" y="769214"/>
                  </a:lnTo>
                  <a:lnTo>
                    <a:pt x="1196546" y="812281"/>
                  </a:lnTo>
                  <a:lnTo>
                    <a:pt x="1273179" y="854286"/>
                  </a:lnTo>
                  <a:lnTo>
                    <a:pt x="1349811" y="895256"/>
                  </a:lnTo>
                  <a:lnTo>
                    <a:pt x="1426444" y="935216"/>
                  </a:lnTo>
                  <a:lnTo>
                    <a:pt x="1503076" y="974191"/>
                  </a:lnTo>
                  <a:lnTo>
                    <a:pt x="1579709" y="1012205"/>
                  </a:lnTo>
                  <a:lnTo>
                    <a:pt x="1656342" y="1049282"/>
                  </a:lnTo>
                  <a:lnTo>
                    <a:pt x="1732974" y="1085445"/>
                  </a:lnTo>
                  <a:lnTo>
                    <a:pt x="1809607" y="1120716"/>
                  </a:lnTo>
                  <a:lnTo>
                    <a:pt x="1886239" y="1155118"/>
                  </a:lnTo>
                  <a:lnTo>
                    <a:pt x="1962872" y="1188672"/>
                  </a:lnTo>
                  <a:lnTo>
                    <a:pt x="2039504" y="1221398"/>
                  </a:lnTo>
                  <a:lnTo>
                    <a:pt x="2116137" y="1253318"/>
                  </a:lnTo>
                  <a:lnTo>
                    <a:pt x="2192769" y="1284451"/>
                  </a:lnTo>
                  <a:lnTo>
                    <a:pt x="2269402" y="1314816"/>
                  </a:lnTo>
                  <a:lnTo>
                    <a:pt x="2346034" y="1344433"/>
                  </a:lnTo>
                  <a:lnTo>
                    <a:pt x="2422667" y="1373320"/>
                  </a:lnTo>
                  <a:lnTo>
                    <a:pt x="2499300" y="1401495"/>
                  </a:lnTo>
                  <a:lnTo>
                    <a:pt x="2575932" y="1428975"/>
                  </a:lnTo>
                  <a:lnTo>
                    <a:pt x="2652565" y="1455777"/>
                  </a:lnTo>
                  <a:lnTo>
                    <a:pt x="2729197" y="1481919"/>
                  </a:lnTo>
                  <a:lnTo>
                    <a:pt x="2805830" y="1507417"/>
                  </a:lnTo>
                  <a:lnTo>
                    <a:pt x="2882462" y="1532285"/>
                  </a:lnTo>
                  <a:lnTo>
                    <a:pt x="2959095" y="1556541"/>
                  </a:lnTo>
                  <a:lnTo>
                    <a:pt x="3035727" y="1580199"/>
                  </a:lnTo>
                  <a:lnTo>
                    <a:pt x="3112360" y="1603274"/>
                  </a:lnTo>
                  <a:lnTo>
                    <a:pt x="3188993" y="1625780"/>
                  </a:lnTo>
                  <a:lnTo>
                    <a:pt x="3265625" y="1647730"/>
                  </a:lnTo>
                  <a:lnTo>
                    <a:pt x="3342258" y="1669140"/>
                  </a:lnTo>
                  <a:lnTo>
                    <a:pt x="3418890" y="1690022"/>
                  </a:lnTo>
                  <a:lnTo>
                    <a:pt x="3495523" y="1710390"/>
                  </a:lnTo>
                  <a:lnTo>
                    <a:pt x="3572155" y="1730255"/>
                  </a:lnTo>
                  <a:lnTo>
                    <a:pt x="3648788" y="1749630"/>
                  </a:lnTo>
                  <a:lnTo>
                    <a:pt x="3725420" y="1768528"/>
                  </a:lnTo>
                  <a:lnTo>
                    <a:pt x="3802053" y="1786960"/>
                  </a:lnTo>
                  <a:lnTo>
                    <a:pt x="3878685" y="1804937"/>
                  </a:lnTo>
                  <a:lnTo>
                    <a:pt x="3955318" y="1822472"/>
                  </a:lnTo>
                  <a:lnTo>
                    <a:pt x="4031951" y="1839574"/>
                  </a:lnTo>
                  <a:lnTo>
                    <a:pt x="4108583" y="1856254"/>
                  </a:lnTo>
                  <a:lnTo>
                    <a:pt x="4185216" y="1872524"/>
                  </a:lnTo>
                  <a:lnTo>
                    <a:pt x="4261848" y="1888392"/>
                  </a:lnTo>
                  <a:lnTo>
                    <a:pt x="4338481" y="1903869"/>
                  </a:lnTo>
                  <a:lnTo>
                    <a:pt x="4415113" y="1918964"/>
                  </a:lnTo>
                  <a:lnTo>
                    <a:pt x="4491746" y="1933688"/>
                  </a:lnTo>
                  <a:lnTo>
                    <a:pt x="4568378" y="1948048"/>
                  </a:lnTo>
                  <a:lnTo>
                    <a:pt x="4645011" y="1962055"/>
                  </a:lnTo>
                  <a:lnTo>
                    <a:pt x="4721644" y="1975716"/>
                  </a:lnTo>
                  <a:lnTo>
                    <a:pt x="4798276" y="1989040"/>
                  </a:lnTo>
                  <a:lnTo>
                    <a:pt x="4874909" y="2002036"/>
                  </a:lnTo>
                  <a:lnTo>
                    <a:pt x="4951541" y="2014711"/>
                  </a:lnTo>
                  <a:lnTo>
                    <a:pt x="5028174" y="2027074"/>
                  </a:lnTo>
                  <a:lnTo>
                    <a:pt x="5104806" y="2039133"/>
                  </a:lnTo>
                  <a:lnTo>
                    <a:pt x="5181439" y="2050894"/>
                  </a:lnTo>
                  <a:lnTo>
                    <a:pt x="5258071" y="2062365"/>
                  </a:lnTo>
                  <a:lnTo>
                    <a:pt x="5334704" y="2073553"/>
                  </a:lnTo>
                  <a:lnTo>
                    <a:pt x="5411336" y="2084465"/>
                  </a:lnTo>
                  <a:lnTo>
                    <a:pt x="5487969" y="2095109"/>
                  </a:lnTo>
                  <a:lnTo>
                    <a:pt x="5564602" y="2105490"/>
                  </a:lnTo>
                  <a:lnTo>
                    <a:pt x="5641234" y="2115615"/>
                  </a:lnTo>
                  <a:lnTo>
                    <a:pt x="5717867" y="2125490"/>
                  </a:lnTo>
                  <a:lnTo>
                    <a:pt x="5794499" y="2135122"/>
                  </a:lnTo>
                  <a:lnTo>
                    <a:pt x="5871132" y="2144517"/>
                  </a:lnTo>
                  <a:lnTo>
                    <a:pt x="5947764" y="2153680"/>
                  </a:lnTo>
                  <a:lnTo>
                    <a:pt x="6024397" y="2162617"/>
                  </a:lnTo>
                  <a:lnTo>
                    <a:pt x="6101029" y="2171334"/>
                  </a:lnTo>
                  <a:lnTo>
                    <a:pt x="6177662" y="2179836"/>
                  </a:lnTo>
                  <a:lnTo>
                    <a:pt x="6254294" y="2188128"/>
                  </a:lnTo>
                  <a:lnTo>
                    <a:pt x="6330927" y="2196216"/>
                  </a:lnTo>
                  <a:lnTo>
                    <a:pt x="6407560" y="2204105"/>
                  </a:lnTo>
                  <a:lnTo>
                    <a:pt x="6484192" y="2211799"/>
                  </a:lnTo>
                  <a:lnTo>
                    <a:pt x="6560825" y="2219303"/>
                  </a:lnTo>
                  <a:lnTo>
                    <a:pt x="6637457" y="2226623"/>
                  </a:lnTo>
                  <a:lnTo>
                    <a:pt x="6714090" y="2233761"/>
                  </a:lnTo>
                  <a:lnTo>
                    <a:pt x="6790722" y="2240724"/>
                  </a:lnTo>
                  <a:lnTo>
                    <a:pt x="6867355" y="2247516"/>
                  </a:lnTo>
                  <a:lnTo>
                    <a:pt x="6943987" y="2254140"/>
                  </a:lnTo>
                  <a:lnTo>
                    <a:pt x="7020620" y="2260600"/>
                  </a:lnTo>
                  <a:lnTo>
                    <a:pt x="7097253" y="2266902"/>
                  </a:lnTo>
                  <a:lnTo>
                    <a:pt x="7173885" y="2273048"/>
                  </a:lnTo>
                  <a:lnTo>
                    <a:pt x="7250518" y="2279042"/>
                  </a:lnTo>
                  <a:lnTo>
                    <a:pt x="7327150" y="2284889"/>
                  </a:lnTo>
                  <a:lnTo>
                    <a:pt x="7403783" y="2290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(1.23-1.45), p_Bonf = &lt;0.001 (n = 6)  |  per IQR decline (Δ = 0.30): 2.37 (1.87-3.01)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2026-07-07T08:24:50Z</dcterms:modified>
  <cp:category/>
</cp:coreProperties>
</file>