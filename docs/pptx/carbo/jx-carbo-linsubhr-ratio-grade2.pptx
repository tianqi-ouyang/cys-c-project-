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26242"/>
            </a:xfrm>
            <a:custGeom>
              <a:avLst/>
              <a:pathLst>
                <a:path w="7090630" h="3326242">
                  <a:moveTo>
                    <a:pt x="128111" y="0"/>
                  </a:moveTo>
                  <a:lnTo>
                    <a:pt x="143245" y="23661"/>
                  </a:lnTo>
                  <a:lnTo>
                    <a:pt x="214867" y="132133"/>
                  </a:lnTo>
                  <a:lnTo>
                    <a:pt x="286490" y="237205"/>
                  </a:lnTo>
                  <a:lnTo>
                    <a:pt x="358112" y="338982"/>
                  </a:lnTo>
                  <a:lnTo>
                    <a:pt x="429735" y="437569"/>
                  </a:lnTo>
                  <a:lnTo>
                    <a:pt x="501357" y="533066"/>
                  </a:lnTo>
                  <a:lnTo>
                    <a:pt x="572980" y="625569"/>
                  </a:lnTo>
                  <a:lnTo>
                    <a:pt x="644602" y="715171"/>
                  </a:lnTo>
                  <a:lnTo>
                    <a:pt x="716225" y="801965"/>
                  </a:lnTo>
                  <a:lnTo>
                    <a:pt x="787847" y="886038"/>
                  </a:lnTo>
                  <a:lnTo>
                    <a:pt x="859470" y="967475"/>
                  </a:lnTo>
                  <a:lnTo>
                    <a:pt x="931092" y="1046359"/>
                  </a:lnTo>
                  <a:lnTo>
                    <a:pt x="1002715" y="1122770"/>
                  </a:lnTo>
                  <a:lnTo>
                    <a:pt x="1074337" y="1196786"/>
                  </a:lnTo>
                  <a:lnTo>
                    <a:pt x="1145960" y="1268481"/>
                  </a:lnTo>
                  <a:lnTo>
                    <a:pt x="1217582" y="1337929"/>
                  </a:lnTo>
                  <a:lnTo>
                    <a:pt x="1289205" y="1405199"/>
                  </a:lnTo>
                  <a:lnTo>
                    <a:pt x="1360827" y="1470361"/>
                  </a:lnTo>
                  <a:lnTo>
                    <a:pt x="1432450" y="1533480"/>
                  </a:lnTo>
                  <a:lnTo>
                    <a:pt x="1504073" y="1594620"/>
                  </a:lnTo>
                  <a:lnTo>
                    <a:pt x="1575695" y="1653843"/>
                  </a:lnTo>
                  <a:lnTo>
                    <a:pt x="1647318" y="1711210"/>
                  </a:lnTo>
                  <a:lnTo>
                    <a:pt x="1718940" y="1766778"/>
                  </a:lnTo>
                  <a:lnTo>
                    <a:pt x="1790563" y="1820604"/>
                  </a:lnTo>
                  <a:lnTo>
                    <a:pt x="1862185" y="1872743"/>
                  </a:lnTo>
                  <a:lnTo>
                    <a:pt x="1933808" y="1923248"/>
                  </a:lnTo>
                  <a:lnTo>
                    <a:pt x="2005430" y="1972169"/>
                  </a:lnTo>
                  <a:lnTo>
                    <a:pt x="2077053" y="2019556"/>
                  </a:lnTo>
                  <a:lnTo>
                    <a:pt x="2148675" y="2065458"/>
                  </a:lnTo>
                  <a:lnTo>
                    <a:pt x="2220298" y="2109921"/>
                  </a:lnTo>
                  <a:lnTo>
                    <a:pt x="2291920" y="2152989"/>
                  </a:lnTo>
                  <a:lnTo>
                    <a:pt x="2363543" y="2194708"/>
                  </a:lnTo>
                  <a:lnTo>
                    <a:pt x="2435165" y="2235119"/>
                  </a:lnTo>
                  <a:lnTo>
                    <a:pt x="2506788" y="2274263"/>
                  </a:lnTo>
                  <a:lnTo>
                    <a:pt x="2578410" y="2312180"/>
                  </a:lnTo>
                  <a:lnTo>
                    <a:pt x="2650033" y="2348908"/>
                  </a:lnTo>
                  <a:lnTo>
                    <a:pt x="2721655" y="2384485"/>
                  </a:lnTo>
                  <a:lnTo>
                    <a:pt x="2793278" y="2418946"/>
                  </a:lnTo>
                  <a:lnTo>
                    <a:pt x="2864901" y="2452327"/>
                  </a:lnTo>
                  <a:lnTo>
                    <a:pt x="2936523" y="2484662"/>
                  </a:lnTo>
                  <a:lnTo>
                    <a:pt x="3008146" y="2515983"/>
                  </a:lnTo>
                  <a:lnTo>
                    <a:pt x="3079768" y="2546322"/>
                  </a:lnTo>
                  <a:lnTo>
                    <a:pt x="3151391" y="2575709"/>
                  </a:lnTo>
                  <a:lnTo>
                    <a:pt x="3223013" y="2604176"/>
                  </a:lnTo>
                  <a:lnTo>
                    <a:pt x="3294636" y="2631750"/>
                  </a:lnTo>
                  <a:lnTo>
                    <a:pt x="3366258" y="2656655"/>
                  </a:lnTo>
                  <a:lnTo>
                    <a:pt x="3437881" y="2671467"/>
                  </a:lnTo>
                  <a:lnTo>
                    <a:pt x="3509503" y="2686014"/>
                  </a:lnTo>
                  <a:lnTo>
                    <a:pt x="3581126" y="2700300"/>
                  </a:lnTo>
                  <a:lnTo>
                    <a:pt x="3652748" y="2714330"/>
                  </a:lnTo>
                  <a:lnTo>
                    <a:pt x="3724371" y="2728109"/>
                  </a:lnTo>
                  <a:lnTo>
                    <a:pt x="3795993" y="2741641"/>
                  </a:lnTo>
                  <a:lnTo>
                    <a:pt x="3867616" y="2754931"/>
                  </a:lnTo>
                  <a:lnTo>
                    <a:pt x="3939238" y="2767982"/>
                  </a:lnTo>
                  <a:lnTo>
                    <a:pt x="4010861" y="2780800"/>
                  </a:lnTo>
                  <a:lnTo>
                    <a:pt x="4082483" y="2793389"/>
                  </a:lnTo>
                  <a:lnTo>
                    <a:pt x="4154106" y="2805752"/>
                  </a:lnTo>
                  <a:lnTo>
                    <a:pt x="4225729" y="2817894"/>
                  </a:lnTo>
                  <a:lnTo>
                    <a:pt x="4297351" y="2829818"/>
                  </a:lnTo>
                  <a:lnTo>
                    <a:pt x="4368974" y="2841529"/>
                  </a:lnTo>
                  <a:lnTo>
                    <a:pt x="4440596" y="2853030"/>
                  </a:lnTo>
                  <a:lnTo>
                    <a:pt x="4512219" y="2864325"/>
                  </a:lnTo>
                  <a:lnTo>
                    <a:pt x="4583841" y="2875417"/>
                  </a:lnTo>
                  <a:lnTo>
                    <a:pt x="4655464" y="2886312"/>
                  </a:lnTo>
                  <a:lnTo>
                    <a:pt x="4727086" y="2897011"/>
                  </a:lnTo>
                  <a:lnTo>
                    <a:pt x="4798709" y="2907518"/>
                  </a:lnTo>
                  <a:lnTo>
                    <a:pt x="4870331" y="2917837"/>
                  </a:lnTo>
                  <a:lnTo>
                    <a:pt x="4941954" y="2927972"/>
                  </a:lnTo>
                  <a:lnTo>
                    <a:pt x="5013576" y="2937925"/>
                  </a:lnTo>
                  <a:lnTo>
                    <a:pt x="5085199" y="2947699"/>
                  </a:lnTo>
                  <a:lnTo>
                    <a:pt x="5156821" y="2957299"/>
                  </a:lnTo>
                  <a:lnTo>
                    <a:pt x="5228444" y="2966727"/>
                  </a:lnTo>
                  <a:lnTo>
                    <a:pt x="5300066" y="2975986"/>
                  </a:lnTo>
                  <a:lnTo>
                    <a:pt x="5371689" y="2985079"/>
                  </a:lnTo>
                  <a:lnTo>
                    <a:pt x="5443311" y="2994009"/>
                  </a:lnTo>
                  <a:lnTo>
                    <a:pt x="5514934" y="3002779"/>
                  </a:lnTo>
                  <a:lnTo>
                    <a:pt x="5586557" y="3011393"/>
                  </a:lnTo>
                  <a:lnTo>
                    <a:pt x="5658179" y="3019852"/>
                  </a:lnTo>
                  <a:lnTo>
                    <a:pt x="5729802" y="3028159"/>
                  </a:lnTo>
                  <a:lnTo>
                    <a:pt x="5801424" y="3036318"/>
                  </a:lnTo>
                  <a:lnTo>
                    <a:pt x="5873047" y="3044331"/>
                  </a:lnTo>
                  <a:lnTo>
                    <a:pt x="5944669" y="3052200"/>
                  </a:lnTo>
                  <a:lnTo>
                    <a:pt x="6016292" y="3059928"/>
                  </a:lnTo>
                  <a:lnTo>
                    <a:pt x="6087914" y="3067518"/>
                  </a:lnTo>
                  <a:lnTo>
                    <a:pt x="6159537" y="3074972"/>
                  </a:lnTo>
                  <a:lnTo>
                    <a:pt x="6231159" y="3082292"/>
                  </a:lnTo>
                  <a:lnTo>
                    <a:pt x="6302782" y="3089482"/>
                  </a:lnTo>
                  <a:lnTo>
                    <a:pt x="6374404" y="3096542"/>
                  </a:lnTo>
                  <a:lnTo>
                    <a:pt x="6446027" y="3103476"/>
                  </a:lnTo>
                  <a:lnTo>
                    <a:pt x="6517649" y="3110286"/>
                  </a:lnTo>
                  <a:lnTo>
                    <a:pt x="6589272" y="3116974"/>
                  </a:lnTo>
                  <a:lnTo>
                    <a:pt x="6660894" y="3123542"/>
                  </a:lnTo>
                  <a:lnTo>
                    <a:pt x="6732517" y="3129993"/>
                  </a:lnTo>
                  <a:lnTo>
                    <a:pt x="6804139" y="3136328"/>
                  </a:lnTo>
                  <a:lnTo>
                    <a:pt x="6875762" y="3142550"/>
                  </a:lnTo>
                  <a:lnTo>
                    <a:pt x="6947385" y="3148660"/>
                  </a:lnTo>
                  <a:lnTo>
                    <a:pt x="7019007" y="3154661"/>
                  </a:lnTo>
                  <a:lnTo>
                    <a:pt x="7090630" y="3160554"/>
                  </a:lnTo>
                  <a:lnTo>
                    <a:pt x="7090630" y="3326242"/>
                  </a:lnTo>
                  <a:lnTo>
                    <a:pt x="7019007" y="3321145"/>
                  </a:lnTo>
                  <a:lnTo>
                    <a:pt x="6947385" y="3315882"/>
                  </a:lnTo>
                  <a:lnTo>
                    <a:pt x="6875762" y="3310450"/>
                  </a:lnTo>
                  <a:lnTo>
                    <a:pt x="6804139" y="3304841"/>
                  </a:lnTo>
                  <a:lnTo>
                    <a:pt x="6732517" y="3299051"/>
                  </a:lnTo>
                  <a:lnTo>
                    <a:pt x="6660894" y="3293073"/>
                  </a:lnTo>
                  <a:lnTo>
                    <a:pt x="6589272" y="3286902"/>
                  </a:lnTo>
                  <a:lnTo>
                    <a:pt x="6517649" y="3280532"/>
                  </a:lnTo>
                  <a:lnTo>
                    <a:pt x="6446027" y="3273955"/>
                  </a:lnTo>
                  <a:lnTo>
                    <a:pt x="6374404" y="3267165"/>
                  </a:lnTo>
                  <a:lnTo>
                    <a:pt x="6302782" y="3260155"/>
                  </a:lnTo>
                  <a:lnTo>
                    <a:pt x="6231159" y="3252919"/>
                  </a:lnTo>
                  <a:lnTo>
                    <a:pt x="6159537" y="3245449"/>
                  </a:lnTo>
                  <a:lnTo>
                    <a:pt x="6087914" y="3237736"/>
                  </a:lnTo>
                  <a:lnTo>
                    <a:pt x="6016292" y="3229774"/>
                  </a:lnTo>
                  <a:lnTo>
                    <a:pt x="5944669" y="3221555"/>
                  </a:lnTo>
                  <a:lnTo>
                    <a:pt x="5873047" y="3213069"/>
                  </a:lnTo>
                  <a:lnTo>
                    <a:pt x="5801424" y="3204309"/>
                  </a:lnTo>
                  <a:lnTo>
                    <a:pt x="5729802" y="3195265"/>
                  </a:lnTo>
                  <a:lnTo>
                    <a:pt x="5658179" y="3185929"/>
                  </a:lnTo>
                  <a:lnTo>
                    <a:pt x="5586557" y="3176290"/>
                  </a:lnTo>
                  <a:lnTo>
                    <a:pt x="5514934" y="3166339"/>
                  </a:lnTo>
                  <a:lnTo>
                    <a:pt x="5443311" y="3156067"/>
                  </a:lnTo>
                  <a:lnTo>
                    <a:pt x="5371689" y="3145462"/>
                  </a:lnTo>
                  <a:lnTo>
                    <a:pt x="5300066" y="3134513"/>
                  </a:lnTo>
                  <a:lnTo>
                    <a:pt x="5228444" y="3123211"/>
                  </a:lnTo>
                  <a:lnTo>
                    <a:pt x="5156821" y="3111542"/>
                  </a:lnTo>
                  <a:lnTo>
                    <a:pt x="5085199" y="3099496"/>
                  </a:lnTo>
                  <a:lnTo>
                    <a:pt x="5013576" y="3087060"/>
                  </a:lnTo>
                  <a:lnTo>
                    <a:pt x="4941954" y="3074222"/>
                  </a:lnTo>
                  <a:lnTo>
                    <a:pt x="4870331" y="3060968"/>
                  </a:lnTo>
                  <a:lnTo>
                    <a:pt x="4798709" y="3047285"/>
                  </a:lnTo>
                  <a:lnTo>
                    <a:pt x="4727086" y="3033159"/>
                  </a:lnTo>
                  <a:lnTo>
                    <a:pt x="4655464" y="3018576"/>
                  </a:lnTo>
                  <a:lnTo>
                    <a:pt x="4583841" y="3003521"/>
                  </a:lnTo>
                  <a:lnTo>
                    <a:pt x="4512219" y="2987979"/>
                  </a:lnTo>
                  <a:lnTo>
                    <a:pt x="4440596" y="2971934"/>
                  </a:lnTo>
                  <a:lnTo>
                    <a:pt x="4368974" y="2955370"/>
                  </a:lnTo>
                  <a:lnTo>
                    <a:pt x="4297351" y="2938269"/>
                  </a:lnTo>
                  <a:lnTo>
                    <a:pt x="4225729" y="2920615"/>
                  </a:lnTo>
                  <a:lnTo>
                    <a:pt x="4154106" y="2902390"/>
                  </a:lnTo>
                  <a:lnTo>
                    <a:pt x="4082483" y="2883575"/>
                  </a:lnTo>
                  <a:lnTo>
                    <a:pt x="4010861" y="2864151"/>
                  </a:lnTo>
                  <a:lnTo>
                    <a:pt x="3939238" y="2844098"/>
                  </a:lnTo>
                  <a:lnTo>
                    <a:pt x="3867616" y="2823396"/>
                  </a:lnTo>
                  <a:lnTo>
                    <a:pt x="3795993" y="2802025"/>
                  </a:lnTo>
                  <a:lnTo>
                    <a:pt x="3724371" y="2779961"/>
                  </a:lnTo>
                  <a:lnTo>
                    <a:pt x="3652748" y="2757184"/>
                  </a:lnTo>
                  <a:lnTo>
                    <a:pt x="3581126" y="2733669"/>
                  </a:lnTo>
                  <a:lnTo>
                    <a:pt x="3509503" y="2709394"/>
                  </a:lnTo>
                  <a:lnTo>
                    <a:pt x="3437881" y="2684332"/>
                  </a:lnTo>
                  <a:lnTo>
                    <a:pt x="3366258" y="2658460"/>
                  </a:lnTo>
                  <a:lnTo>
                    <a:pt x="3294636" y="2641573"/>
                  </a:lnTo>
                  <a:lnTo>
                    <a:pt x="3223013" y="2626217"/>
                  </a:lnTo>
                  <a:lnTo>
                    <a:pt x="3151391" y="2610580"/>
                  </a:lnTo>
                  <a:lnTo>
                    <a:pt x="3079768" y="2594658"/>
                  </a:lnTo>
                  <a:lnTo>
                    <a:pt x="3008146" y="2578445"/>
                  </a:lnTo>
                  <a:lnTo>
                    <a:pt x="2936523" y="2561937"/>
                  </a:lnTo>
                  <a:lnTo>
                    <a:pt x="2864901" y="2545128"/>
                  </a:lnTo>
                  <a:lnTo>
                    <a:pt x="2793278" y="2528013"/>
                  </a:lnTo>
                  <a:lnTo>
                    <a:pt x="2721655" y="2510585"/>
                  </a:lnTo>
                  <a:lnTo>
                    <a:pt x="2650033" y="2492840"/>
                  </a:lnTo>
                  <a:lnTo>
                    <a:pt x="2578410" y="2474771"/>
                  </a:lnTo>
                  <a:lnTo>
                    <a:pt x="2506788" y="2456372"/>
                  </a:lnTo>
                  <a:lnTo>
                    <a:pt x="2435165" y="2437638"/>
                  </a:lnTo>
                  <a:lnTo>
                    <a:pt x="2363543" y="2418563"/>
                  </a:lnTo>
                  <a:lnTo>
                    <a:pt x="2291920" y="2399140"/>
                  </a:lnTo>
                  <a:lnTo>
                    <a:pt x="2220298" y="2379362"/>
                  </a:lnTo>
                  <a:lnTo>
                    <a:pt x="2148675" y="2359224"/>
                  </a:lnTo>
                  <a:lnTo>
                    <a:pt x="2077053" y="2338718"/>
                  </a:lnTo>
                  <a:lnTo>
                    <a:pt x="2005430" y="2317839"/>
                  </a:lnTo>
                  <a:lnTo>
                    <a:pt x="1933808" y="2296579"/>
                  </a:lnTo>
                  <a:lnTo>
                    <a:pt x="1862185" y="2274931"/>
                  </a:lnTo>
                  <a:lnTo>
                    <a:pt x="1790563" y="2252889"/>
                  </a:lnTo>
                  <a:lnTo>
                    <a:pt x="1718940" y="2230444"/>
                  </a:lnTo>
                  <a:lnTo>
                    <a:pt x="1647318" y="2207590"/>
                  </a:lnTo>
                  <a:lnTo>
                    <a:pt x="1575695" y="2184320"/>
                  </a:lnTo>
                  <a:lnTo>
                    <a:pt x="1504073" y="2160625"/>
                  </a:lnTo>
                  <a:lnTo>
                    <a:pt x="1432450" y="2136498"/>
                  </a:lnTo>
                  <a:lnTo>
                    <a:pt x="1360827" y="2111932"/>
                  </a:lnTo>
                  <a:lnTo>
                    <a:pt x="1289205" y="2086917"/>
                  </a:lnTo>
                  <a:lnTo>
                    <a:pt x="1217582" y="2061446"/>
                  </a:lnTo>
                  <a:lnTo>
                    <a:pt x="1145960" y="2035511"/>
                  </a:lnTo>
                  <a:lnTo>
                    <a:pt x="1074337" y="2009102"/>
                  </a:lnTo>
                  <a:lnTo>
                    <a:pt x="1002715" y="1982212"/>
                  </a:lnTo>
                  <a:lnTo>
                    <a:pt x="931092" y="1954832"/>
                  </a:lnTo>
                  <a:lnTo>
                    <a:pt x="859470" y="1926953"/>
                  </a:lnTo>
                  <a:lnTo>
                    <a:pt x="787847" y="1898565"/>
                  </a:lnTo>
                  <a:lnTo>
                    <a:pt x="716225" y="1869660"/>
                  </a:lnTo>
                  <a:lnTo>
                    <a:pt x="644602" y="1840227"/>
                  </a:lnTo>
                  <a:lnTo>
                    <a:pt x="572980" y="1810258"/>
                  </a:lnTo>
                  <a:lnTo>
                    <a:pt x="501357" y="1779742"/>
                  </a:lnTo>
                  <a:lnTo>
                    <a:pt x="429735" y="1748670"/>
                  </a:lnTo>
                  <a:lnTo>
                    <a:pt x="358112" y="1717031"/>
                  </a:lnTo>
                  <a:lnTo>
                    <a:pt x="286490" y="1684815"/>
                  </a:lnTo>
                  <a:lnTo>
                    <a:pt x="214867" y="1652012"/>
                  </a:lnTo>
                  <a:lnTo>
                    <a:pt x="143245" y="1618611"/>
                  </a:lnTo>
                  <a:lnTo>
                    <a:pt x="71622" y="1584601"/>
                  </a:lnTo>
                  <a:lnTo>
                    <a:pt x="0" y="154997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00161" y="2073503"/>
              <a:ext cx="6962518" cy="3160554"/>
            </a:xfrm>
            <a:custGeom>
              <a:avLst/>
              <a:pathLst>
                <a:path w="6962518" h="3160554">
                  <a:moveTo>
                    <a:pt x="0" y="0"/>
                  </a:moveTo>
                  <a:lnTo>
                    <a:pt x="15133" y="23661"/>
                  </a:lnTo>
                  <a:lnTo>
                    <a:pt x="86755" y="132133"/>
                  </a:lnTo>
                  <a:lnTo>
                    <a:pt x="158378" y="237205"/>
                  </a:lnTo>
                  <a:lnTo>
                    <a:pt x="230000" y="338982"/>
                  </a:lnTo>
                  <a:lnTo>
                    <a:pt x="301623" y="437569"/>
                  </a:lnTo>
                  <a:lnTo>
                    <a:pt x="373245" y="533066"/>
                  </a:lnTo>
                  <a:lnTo>
                    <a:pt x="444868" y="625569"/>
                  </a:lnTo>
                  <a:lnTo>
                    <a:pt x="516490" y="715171"/>
                  </a:lnTo>
                  <a:lnTo>
                    <a:pt x="588113" y="801965"/>
                  </a:lnTo>
                  <a:lnTo>
                    <a:pt x="659735" y="886038"/>
                  </a:lnTo>
                  <a:lnTo>
                    <a:pt x="731358" y="967475"/>
                  </a:lnTo>
                  <a:lnTo>
                    <a:pt x="802981" y="1046359"/>
                  </a:lnTo>
                  <a:lnTo>
                    <a:pt x="874603" y="1122770"/>
                  </a:lnTo>
                  <a:lnTo>
                    <a:pt x="946226" y="1196786"/>
                  </a:lnTo>
                  <a:lnTo>
                    <a:pt x="1017848" y="1268481"/>
                  </a:lnTo>
                  <a:lnTo>
                    <a:pt x="1089471" y="1337929"/>
                  </a:lnTo>
                  <a:lnTo>
                    <a:pt x="1161093" y="1405199"/>
                  </a:lnTo>
                  <a:lnTo>
                    <a:pt x="1232716" y="1470361"/>
                  </a:lnTo>
                  <a:lnTo>
                    <a:pt x="1304338" y="1533480"/>
                  </a:lnTo>
                  <a:lnTo>
                    <a:pt x="1375961" y="1594620"/>
                  </a:lnTo>
                  <a:lnTo>
                    <a:pt x="1447583" y="1653843"/>
                  </a:lnTo>
                  <a:lnTo>
                    <a:pt x="1519206" y="1711210"/>
                  </a:lnTo>
                  <a:lnTo>
                    <a:pt x="1590828" y="1766778"/>
                  </a:lnTo>
                  <a:lnTo>
                    <a:pt x="1662451" y="1820604"/>
                  </a:lnTo>
                  <a:lnTo>
                    <a:pt x="1734073" y="1872743"/>
                  </a:lnTo>
                  <a:lnTo>
                    <a:pt x="1805696" y="1923248"/>
                  </a:lnTo>
                  <a:lnTo>
                    <a:pt x="1877318" y="1972169"/>
                  </a:lnTo>
                  <a:lnTo>
                    <a:pt x="1948941" y="2019556"/>
                  </a:lnTo>
                  <a:lnTo>
                    <a:pt x="2020563" y="2065458"/>
                  </a:lnTo>
                  <a:lnTo>
                    <a:pt x="2092186" y="2109921"/>
                  </a:lnTo>
                  <a:lnTo>
                    <a:pt x="2163809" y="2152989"/>
                  </a:lnTo>
                  <a:lnTo>
                    <a:pt x="2235431" y="2194708"/>
                  </a:lnTo>
                  <a:lnTo>
                    <a:pt x="2307054" y="2235119"/>
                  </a:lnTo>
                  <a:lnTo>
                    <a:pt x="2378676" y="2274263"/>
                  </a:lnTo>
                  <a:lnTo>
                    <a:pt x="2450299" y="2312180"/>
                  </a:lnTo>
                  <a:lnTo>
                    <a:pt x="2521921" y="2348908"/>
                  </a:lnTo>
                  <a:lnTo>
                    <a:pt x="2593544" y="2384485"/>
                  </a:lnTo>
                  <a:lnTo>
                    <a:pt x="2665166" y="2418946"/>
                  </a:lnTo>
                  <a:lnTo>
                    <a:pt x="2736789" y="2452327"/>
                  </a:lnTo>
                  <a:lnTo>
                    <a:pt x="2808411" y="2484662"/>
                  </a:lnTo>
                  <a:lnTo>
                    <a:pt x="2880034" y="2515983"/>
                  </a:lnTo>
                  <a:lnTo>
                    <a:pt x="2951656" y="2546322"/>
                  </a:lnTo>
                  <a:lnTo>
                    <a:pt x="3023279" y="2575709"/>
                  </a:lnTo>
                  <a:lnTo>
                    <a:pt x="3094901" y="2604176"/>
                  </a:lnTo>
                  <a:lnTo>
                    <a:pt x="3166524" y="2631750"/>
                  </a:lnTo>
                  <a:lnTo>
                    <a:pt x="3238146" y="2656655"/>
                  </a:lnTo>
                  <a:lnTo>
                    <a:pt x="3309769" y="2671467"/>
                  </a:lnTo>
                  <a:lnTo>
                    <a:pt x="3381391" y="2686014"/>
                  </a:lnTo>
                  <a:lnTo>
                    <a:pt x="3453014" y="2700300"/>
                  </a:lnTo>
                  <a:lnTo>
                    <a:pt x="3524637" y="2714330"/>
                  </a:lnTo>
                  <a:lnTo>
                    <a:pt x="3596259" y="2728109"/>
                  </a:lnTo>
                  <a:lnTo>
                    <a:pt x="3667882" y="2741641"/>
                  </a:lnTo>
                  <a:lnTo>
                    <a:pt x="3739504" y="2754931"/>
                  </a:lnTo>
                  <a:lnTo>
                    <a:pt x="3811127" y="2767982"/>
                  </a:lnTo>
                  <a:lnTo>
                    <a:pt x="3882749" y="2780800"/>
                  </a:lnTo>
                  <a:lnTo>
                    <a:pt x="3954372" y="2793389"/>
                  </a:lnTo>
                  <a:lnTo>
                    <a:pt x="4025994" y="2805752"/>
                  </a:lnTo>
                  <a:lnTo>
                    <a:pt x="4097617" y="2817894"/>
                  </a:lnTo>
                  <a:lnTo>
                    <a:pt x="4169239" y="2829818"/>
                  </a:lnTo>
                  <a:lnTo>
                    <a:pt x="4240862" y="2841529"/>
                  </a:lnTo>
                  <a:lnTo>
                    <a:pt x="4312484" y="2853030"/>
                  </a:lnTo>
                  <a:lnTo>
                    <a:pt x="4384107" y="2864325"/>
                  </a:lnTo>
                  <a:lnTo>
                    <a:pt x="4455729" y="2875417"/>
                  </a:lnTo>
                  <a:lnTo>
                    <a:pt x="4527352" y="2886312"/>
                  </a:lnTo>
                  <a:lnTo>
                    <a:pt x="4598974" y="2897011"/>
                  </a:lnTo>
                  <a:lnTo>
                    <a:pt x="4670597" y="2907518"/>
                  </a:lnTo>
                  <a:lnTo>
                    <a:pt x="4742219" y="2917837"/>
                  </a:lnTo>
                  <a:lnTo>
                    <a:pt x="4813842" y="2927972"/>
                  </a:lnTo>
                  <a:lnTo>
                    <a:pt x="4885465" y="2937925"/>
                  </a:lnTo>
                  <a:lnTo>
                    <a:pt x="4957087" y="2947699"/>
                  </a:lnTo>
                  <a:lnTo>
                    <a:pt x="5028710" y="2957299"/>
                  </a:lnTo>
                  <a:lnTo>
                    <a:pt x="5100332" y="2966727"/>
                  </a:lnTo>
                  <a:lnTo>
                    <a:pt x="5171955" y="2975986"/>
                  </a:lnTo>
                  <a:lnTo>
                    <a:pt x="5243577" y="2985079"/>
                  </a:lnTo>
                  <a:lnTo>
                    <a:pt x="5315200" y="2994009"/>
                  </a:lnTo>
                  <a:lnTo>
                    <a:pt x="5386822" y="3002779"/>
                  </a:lnTo>
                  <a:lnTo>
                    <a:pt x="5458445" y="3011393"/>
                  </a:lnTo>
                  <a:lnTo>
                    <a:pt x="5530067" y="3019852"/>
                  </a:lnTo>
                  <a:lnTo>
                    <a:pt x="5601690" y="3028159"/>
                  </a:lnTo>
                  <a:lnTo>
                    <a:pt x="5673312" y="3036318"/>
                  </a:lnTo>
                  <a:lnTo>
                    <a:pt x="5744935" y="3044331"/>
                  </a:lnTo>
                  <a:lnTo>
                    <a:pt x="5816557" y="3052200"/>
                  </a:lnTo>
                  <a:lnTo>
                    <a:pt x="5888180" y="3059928"/>
                  </a:lnTo>
                  <a:lnTo>
                    <a:pt x="5959802" y="3067518"/>
                  </a:lnTo>
                  <a:lnTo>
                    <a:pt x="6031425" y="3074972"/>
                  </a:lnTo>
                  <a:lnTo>
                    <a:pt x="6103047" y="3082292"/>
                  </a:lnTo>
                  <a:lnTo>
                    <a:pt x="6174670" y="3089482"/>
                  </a:lnTo>
                  <a:lnTo>
                    <a:pt x="6246293" y="3096542"/>
                  </a:lnTo>
                  <a:lnTo>
                    <a:pt x="6317915" y="3103476"/>
                  </a:lnTo>
                  <a:lnTo>
                    <a:pt x="6389538" y="3110286"/>
                  </a:lnTo>
                  <a:lnTo>
                    <a:pt x="6461160" y="3116974"/>
                  </a:lnTo>
                  <a:lnTo>
                    <a:pt x="6532783" y="3123542"/>
                  </a:lnTo>
                  <a:lnTo>
                    <a:pt x="6604405" y="3129993"/>
                  </a:lnTo>
                  <a:lnTo>
                    <a:pt x="6676028" y="3136328"/>
                  </a:lnTo>
                  <a:lnTo>
                    <a:pt x="6747650" y="3142550"/>
                  </a:lnTo>
                  <a:lnTo>
                    <a:pt x="6819273" y="3148660"/>
                  </a:lnTo>
                  <a:lnTo>
                    <a:pt x="6890895" y="3154661"/>
                  </a:lnTo>
                  <a:lnTo>
                    <a:pt x="6962518" y="31605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623473"/>
              <a:ext cx="7090630" cy="1776272"/>
            </a:xfrm>
            <a:custGeom>
              <a:avLst/>
              <a:pathLst>
                <a:path w="7090630" h="1776272">
                  <a:moveTo>
                    <a:pt x="7090630" y="1776272"/>
                  </a:moveTo>
                  <a:lnTo>
                    <a:pt x="7019007" y="1771174"/>
                  </a:lnTo>
                  <a:lnTo>
                    <a:pt x="6947385" y="1765912"/>
                  </a:lnTo>
                  <a:lnTo>
                    <a:pt x="6875762" y="1760479"/>
                  </a:lnTo>
                  <a:lnTo>
                    <a:pt x="6804139" y="1754870"/>
                  </a:lnTo>
                  <a:lnTo>
                    <a:pt x="6732517" y="1749080"/>
                  </a:lnTo>
                  <a:lnTo>
                    <a:pt x="6660894" y="1743103"/>
                  </a:lnTo>
                  <a:lnTo>
                    <a:pt x="6589272" y="1736932"/>
                  </a:lnTo>
                  <a:lnTo>
                    <a:pt x="6517649" y="1730561"/>
                  </a:lnTo>
                  <a:lnTo>
                    <a:pt x="6446027" y="1723984"/>
                  </a:lnTo>
                  <a:lnTo>
                    <a:pt x="6374404" y="1717194"/>
                  </a:lnTo>
                  <a:lnTo>
                    <a:pt x="6302782" y="1710185"/>
                  </a:lnTo>
                  <a:lnTo>
                    <a:pt x="6231159" y="1702948"/>
                  </a:lnTo>
                  <a:lnTo>
                    <a:pt x="6159537" y="1695478"/>
                  </a:lnTo>
                  <a:lnTo>
                    <a:pt x="6087914" y="1687766"/>
                  </a:lnTo>
                  <a:lnTo>
                    <a:pt x="6016292" y="1679804"/>
                  </a:lnTo>
                  <a:lnTo>
                    <a:pt x="5944669" y="1671584"/>
                  </a:lnTo>
                  <a:lnTo>
                    <a:pt x="5873047" y="1663098"/>
                  </a:lnTo>
                  <a:lnTo>
                    <a:pt x="5801424" y="1654338"/>
                  </a:lnTo>
                  <a:lnTo>
                    <a:pt x="5729802" y="1645294"/>
                  </a:lnTo>
                  <a:lnTo>
                    <a:pt x="5658179" y="1635958"/>
                  </a:lnTo>
                  <a:lnTo>
                    <a:pt x="5586557" y="1626319"/>
                  </a:lnTo>
                  <a:lnTo>
                    <a:pt x="5514934" y="1616369"/>
                  </a:lnTo>
                  <a:lnTo>
                    <a:pt x="5443311" y="1606096"/>
                  </a:lnTo>
                  <a:lnTo>
                    <a:pt x="5371689" y="1595491"/>
                  </a:lnTo>
                  <a:lnTo>
                    <a:pt x="5300066" y="1584543"/>
                  </a:lnTo>
                  <a:lnTo>
                    <a:pt x="5228444" y="1573240"/>
                  </a:lnTo>
                  <a:lnTo>
                    <a:pt x="5156821" y="1561572"/>
                  </a:lnTo>
                  <a:lnTo>
                    <a:pt x="5085199" y="1549525"/>
                  </a:lnTo>
                  <a:lnTo>
                    <a:pt x="5013576" y="1537090"/>
                  </a:lnTo>
                  <a:lnTo>
                    <a:pt x="4941954" y="1524251"/>
                  </a:lnTo>
                  <a:lnTo>
                    <a:pt x="4870331" y="1510997"/>
                  </a:lnTo>
                  <a:lnTo>
                    <a:pt x="4798709" y="1497314"/>
                  </a:lnTo>
                  <a:lnTo>
                    <a:pt x="4727086" y="1483189"/>
                  </a:lnTo>
                  <a:lnTo>
                    <a:pt x="4655464" y="1468606"/>
                  </a:lnTo>
                  <a:lnTo>
                    <a:pt x="4583841" y="1453551"/>
                  </a:lnTo>
                  <a:lnTo>
                    <a:pt x="4512219" y="1438009"/>
                  </a:lnTo>
                  <a:lnTo>
                    <a:pt x="4440596" y="1421964"/>
                  </a:lnTo>
                  <a:lnTo>
                    <a:pt x="4368974" y="1405399"/>
                  </a:lnTo>
                  <a:lnTo>
                    <a:pt x="4297351" y="1388299"/>
                  </a:lnTo>
                  <a:lnTo>
                    <a:pt x="4225729" y="1370645"/>
                  </a:lnTo>
                  <a:lnTo>
                    <a:pt x="4154106" y="1352419"/>
                  </a:lnTo>
                  <a:lnTo>
                    <a:pt x="4082483" y="1333604"/>
                  </a:lnTo>
                  <a:lnTo>
                    <a:pt x="4010861" y="1314180"/>
                  </a:lnTo>
                  <a:lnTo>
                    <a:pt x="3939238" y="1294128"/>
                  </a:lnTo>
                  <a:lnTo>
                    <a:pt x="3867616" y="1273426"/>
                  </a:lnTo>
                  <a:lnTo>
                    <a:pt x="3795993" y="1252054"/>
                  </a:lnTo>
                  <a:lnTo>
                    <a:pt x="3724371" y="1229991"/>
                  </a:lnTo>
                  <a:lnTo>
                    <a:pt x="3652748" y="1207213"/>
                  </a:lnTo>
                  <a:lnTo>
                    <a:pt x="3581126" y="1183699"/>
                  </a:lnTo>
                  <a:lnTo>
                    <a:pt x="3509503" y="1159423"/>
                  </a:lnTo>
                  <a:lnTo>
                    <a:pt x="3437881" y="1134362"/>
                  </a:lnTo>
                  <a:lnTo>
                    <a:pt x="3366258" y="1108489"/>
                  </a:lnTo>
                  <a:lnTo>
                    <a:pt x="3294636" y="1091603"/>
                  </a:lnTo>
                  <a:lnTo>
                    <a:pt x="3223013" y="1076246"/>
                  </a:lnTo>
                  <a:lnTo>
                    <a:pt x="3151391" y="1060609"/>
                  </a:lnTo>
                  <a:lnTo>
                    <a:pt x="3079768" y="1044687"/>
                  </a:lnTo>
                  <a:lnTo>
                    <a:pt x="3008146" y="1028475"/>
                  </a:lnTo>
                  <a:lnTo>
                    <a:pt x="2936523" y="1011967"/>
                  </a:lnTo>
                  <a:lnTo>
                    <a:pt x="2864901" y="995158"/>
                  </a:lnTo>
                  <a:lnTo>
                    <a:pt x="2793278" y="978042"/>
                  </a:lnTo>
                  <a:lnTo>
                    <a:pt x="2721655" y="960615"/>
                  </a:lnTo>
                  <a:lnTo>
                    <a:pt x="2650033" y="942869"/>
                  </a:lnTo>
                  <a:lnTo>
                    <a:pt x="2578410" y="924800"/>
                  </a:lnTo>
                  <a:lnTo>
                    <a:pt x="2506788" y="906402"/>
                  </a:lnTo>
                  <a:lnTo>
                    <a:pt x="2435165" y="887668"/>
                  </a:lnTo>
                  <a:lnTo>
                    <a:pt x="2363543" y="868592"/>
                  </a:lnTo>
                  <a:lnTo>
                    <a:pt x="2291920" y="849169"/>
                  </a:lnTo>
                  <a:lnTo>
                    <a:pt x="2220298" y="829391"/>
                  </a:lnTo>
                  <a:lnTo>
                    <a:pt x="2148675" y="809253"/>
                  </a:lnTo>
                  <a:lnTo>
                    <a:pt x="2077053" y="788748"/>
                  </a:lnTo>
                  <a:lnTo>
                    <a:pt x="2005430" y="767868"/>
                  </a:lnTo>
                  <a:lnTo>
                    <a:pt x="1933808" y="746608"/>
                  </a:lnTo>
                  <a:lnTo>
                    <a:pt x="1862185" y="724960"/>
                  </a:lnTo>
                  <a:lnTo>
                    <a:pt x="1790563" y="702918"/>
                  </a:lnTo>
                  <a:lnTo>
                    <a:pt x="1718940" y="680474"/>
                  </a:lnTo>
                  <a:lnTo>
                    <a:pt x="1647318" y="657620"/>
                  </a:lnTo>
                  <a:lnTo>
                    <a:pt x="1575695" y="634349"/>
                  </a:lnTo>
                  <a:lnTo>
                    <a:pt x="1504073" y="610655"/>
                  </a:lnTo>
                  <a:lnTo>
                    <a:pt x="1432450" y="586528"/>
                  </a:lnTo>
                  <a:lnTo>
                    <a:pt x="1360827" y="561961"/>
                  </a:lnTo>
                  <a:lnTo>
                    <a:pt x="1289205" y="536946"/>
                  </a:lnTo>
                  <a:lnTo>
                    <a:pt x="1217582" y="511475"/>
                  </a:lnTo>
                  <a:lnTo>
                    <a:pt x="1145960" y="485540"/>
                  </a:lnTo>
                  <a:lnTo>
                    <a:pt x="1074337" y="459132"/>
                  </a:lnTo>
                  <a:lnTo>
                    <a:pt x="1002715" y="432242"/>
                  </a:lnTo>
                  <a:lnTo>
                    <a:pt x="931092" y="404862"/>
                  </a:lnTo>
                  <a:lnTo>
                    <a:pt x="859470" y="376982"/>
                  </a:lnTo>
                  <a:lnTo>
                    <a:pt x="787847" y="348594"/>
                  </a:lnTo>
                  <a:lnTo>
                    <a:pt x="716225" y="319689"/>
                  </a:lnTo>
                  <a:lnTo>
                    <a:pt x="644602" y="290256"/>
                  </a:lnTo>
                  <a:lnTo>
                    <a:pt x="572980" y="260287"/>
                  </a:lnTo>
                  <a:lnTo>
                    <a:pt x="501357" y="229771"/>
                  </a:lnTo>
                  <a:lnTo>
                    <a:pt x="429735" y="198699"/>
                  </a:lnTo>
                  <a:lnTo>
                    <a:pt x="358112" y="167061"/>
                  </a:lnTo>
                  <a:lnTo>
                    <a:pt x="286490" y="134845"/>
                  </a:lnTo>
                  <a:lnTo>
                    <a:pt x="214867" y="102042"/>
                  </a:lnTo>
                  <a:lnTo>
                    <a:pt x="143245" y="68640"/>
                  </a:lnTo>
                  <a:lnTo>
                    <a:pt x="71622" y="346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86830"/>
              <a:ext cx="7090630" cy="2444800"/>
            </a:xfrm>
            <a:custGeom>
              <a:avLst/>
              <a:pathLst>
                <a:path w="7090630" h="2444800">
                  <a:moveTo>
                    <a:pt x="0" y="0"/>
                  </a:moveTo>
                  <a:lnTo>
                    <a:pt x="71622" y="65831"/>
                  </a:lnTo>
                  <a:lnTo>
                    <a:pt x="143245" y="130039"/>
                  </a:lnTo>
                  <a:lnTo>
                    <a:pt x="214867" y="192665"/>
                  </a:lnTo>
                  <a:lnTo>
                    <a:pt x="286490" y="253747"/>
                  </a:lnTo>
                  <a:lnTo>
                    <a:pt x="358112" y="313323"/>
                  </a:lnTo>
                  <a:lnTo>
                    <a:pt x="429735" y="371430"/>
                  </a:lnTo>
                  <a:lnTo>
                    <a:pt x="501357" y="428105"/>
                  </a:lnTo>
                  <a:lnTo>
                    <a:pt x="572980" y="483383"/>
                  </a:lnTo>
                  <a:lnTo>
                    <a:pt x="644602" y="537298"/>
                  </a:lnTo>
                  <a:lnTo>
                    <a:pt x="716225" y="589883"/>
                  </a:lnTo>
                  <a:lnTo>
                    <a:pt x="787847" y="641173"/>
                  </a:lnTo>
                  <a:lnTo>
                    <a:pt x="859470" y="691198"/>
                  </a:lnTo>
                  <a:lnTo>
                    <a:pt x="931092" y="739990"/>
                  </a:lnTo>
                  <a:lnTo>
                    <a:pt x="1002715" y="787579"/>
                  </a:lnTo>
                  <a:lnTo>
                    <a:pt x="1074337" y="833995"/>
                  </a:lnTo>
                  <a:lnTo>
                    <a:pt x="1145960" y="879267"/>
                  </a:lnTo>
                  <a:lnTo>
                    <a:pt x="1217582" y="923422"/>
                  </a:lnTo>
                  <a:lnTo>
                    <a:pt x="1289205" y="966489"/>
                  </a:lnTo>
                  <a:lnTo>
                    <a:pt x="1360827" y="1008495"/>
                  </a:lnTo>
                  <a:lnTo>
                    <a:pt x="1432450" y="1049465"/>
                  </a:lnTo>
                  <a:lnTo>
                    <a:pt x="1504073" y="1089425"/>
                  </a:lnTo>
                  <a:lnTo>
                    <a:pt x="1575695" y="1128399"/>
                  </a:lnTo>
                  <a:lnTo>
                    <a:pt x="1647318" y="1166413"/>
                  </a:lnTo>
                  <a:lnTo>
                    <a:pt x="1718940" y="1203490"/>
                  </a:lnTo>
                  <a:lnTo>
                    <a:pt x="1790563" y="1239653"/>
                  </a:lnTo>
                  <a:lnTo>
                    <a:pt x="1862185" y="1274924"/>
                  </a:lnTo>
                  <a:lnTo>
                    <a:pt x="1933808" y="1309326"/>
                  </a:lnTo>
                  <a:lnTo>
                    <a:pt x="2005430" y="1342880"/>
                  </a:lnTo>
                  <a:lnTo>
                    <a:pt x="2077053" y="1375607"/>
                  </a:lnTo>
                  <a:lnTo>
                    <a:pt x="2148675" y="1407526"/>
                  </a:lnTo>
                  <a:lnTo>
                    <a:pt x="2220298" y="1438659"/>
                  </a:lnTo>
                  <a:lnTo>
                    <a:pt x="2291920" y="1469025"/>
                  </a:lnTo>
                  <a:lnTo>
                    <a:pt x="2363543" y="1498642"/>
                  </a:lnTo>
                  <a:lnTo>
                    <a:pt x="2435165" y="1527528"/>
                  </a:lnTo>
                  <a:lnTo>
                    <a:pt x="2506788" y="1555703"/>
                  </a:lnTo>
                  <a:lnTo>
                    <a:pt x="2578410" y="1583183"/>
                  </a:lnTo>
                  <a:lnTo>
                    <a:pt x="2650033" y="1609986"/>
                  </a:lnTo>
                  <a:lnTo>
                    <a:pt x="2721655" y="1636128"/>
                  </a:lnTo>
                  <a:lnTo>
                    <a:pt x="2793278" y="1661625"/>
                  </a:lnTo>
                  <a:lnTo>
                    <a:pt x="2864901" y="1686494"/>
                  </a:lnTo>
                  <a:lnTo>
                    <a:pt x="2936523" y="1710750"/>
                  </a:lnTo>
                  <a:lnTo>
                    <a:pt x="3008146" y="1734407"/>
                  </a:lnTo>
                  <a:lnTo>
                    <a:pt x="3079768" y="1757482"/>
                  </a:lnTo>
                  <a:lnTo>
                    <a:pt x="3151391" y="1779988"/>
                  </a:lnTo>
                  <a:lnTo>
                    <a:pt x="3223013" y="1801939"/>
                  </a:lnTo>
                  <a:lnTo>
                    <a:pt x="3294636" y="1823349"/>
                  </a:lnTo>
                  <a:lnTo>
                    <a:pt x="3366258" y="1844231"/>
                  </a:lnTo>
                  <a:lnTo>
                    <a:pt x="3437881" y="1864598"/>
                  </a:lnTo>
                  <a:lnTo>
                    <a:pt x="3509503" y="1884463"/>
                  </a:lnTo>
                  <a:lnTo>
                    <a:pt x="3581126" y="1903839"/>
                  </a:lnTo>
                  <a:lnTo>
                    <a:pt x="3652748" y="1922736"/>
                  </a:lnTo>
                  <a:lnTo>
                    <a:pt x="3724371" y="1941168"/>
                  </a:lnTo>
                  <a:lnTo>
                    <a:pt x="3795993" y="1959146"/>
                  </a:lnTo>
                  <a:lnTo>
                    <a:pt x="3867616" y="1976680"/>
                  </a:lnTo>
                  <a:lnTo>
                    <a:pt x="3939238" y="1993782"/>
                  </a:lnTo>
                  <a:lnTo>
                    <a:pt x="4010861" y="2010463"/>
                  </a:lnTo>
                  <a:lnTo>
                    <a:pt x="4082483" y="2026732"/>
                  </a:lnTo>
                  <a:lnTo>
                    <a:pt x="4154106" y="2042600"/>
                  </a:lnTo>
                  <a:lnTo>
                    <a:pt x="4225729" y="2058077"/>
                  </a:lnTo>
                  <a:lnTo>
                    <a:pt x="4297351" y="2073173"/>
                  </a:lnTo>
                  <a:lnTo>
                    <a:pt x="4368974" y="2087896"/>
                  </a:lnTo>
                  <a:lnTo>
                    <a:pt x="4440596" y="2102257"/>
                  </a:lnTo>
                  <a:lnTo>
                    <a:pt x="4512219" y="2116263"/>
                  </a:lnTo>
                  <a:lnTo>
                    <a:pt x="4583841" y="2129924"/>
                  </a:lnTo>
                  <a:lnTo>
                    <a:pt x="4655464" y="2143248"/>
                  </a:lnTo>
                  <a:lnTo>
                    <a:pt x="4727086" y="2156244"/>
                  </a:lnTo>
                  <a:lnTo>
                    <a:pt x="4798709" y="2168920"/>
                  </a:lnTo>
                  <a:lnTo>
                    <a:pt x="4870331" y="2181283"/>
                  </a:lnTo>
                  <a:lnTo>
                    <a:pt x="4941954" y="2193341"/>
                  </a:lnTo>
                  <a:lnTo>
                    <a:pt x="5013576" y="2205102"/>
                  </a:lnTo>
                  <a:lnTo>
                    <a:pt x="5085199" y="2216573"/>
                  </a:lnTo>
                  <a:lnTo>
                    <a:pt x="5156821" y="2227761"/>
                  </a:lnTo>
                  <a:lnTo>
                    <a:pt x="5228444" y="2238674"/>
                  </a:lnTo>
                  <a:lnTo>
                    <a:pt x="5300066" y="2249317"/>
                  </a:lnTo>
                  <a:lnTo>
                    <a:pt x="5371689" y="2259698"/>
                  </a:lnTo>
                  <a:lnTo>
                    <a:pt x="5443311" y="2269823"/>
                  </a:lnTo>
                  <a:lnTo>
                    <a:pt x="5514934" y="2279699"/>
                  </a:lnTo>
                  <a:lnTo>
                    <a:pt x="5586557" y="2289331"/>
                  </a:lnTo>
                  <a:lnTo>
                    <a:pt x="5658179" y="2298725"/>
                  </a:lnTo>
                  <a:lnTo>
                    <a:pt x="5729802" y="2307888"/>
                  </a:lnTo>
                  <a:lnTo>
                    <a:pt x="5801424" y="2316826"/>
                  </a:lnTo>
                  <a:lnTo>
                    <a:pt x="5873047" y="2325542"/>
                  </a:lnTo>
                  <a:lnTo>
                    <a:pt x="5944669" y="2334044"/>
                  </a:lnTo>
                  <a:lnTo>
                    <a:pt x="6016292" y="2342337"/>
                  </a:lnTo>
                  <a:lnTo>
                    <a:pt x="6087914" y="2350425"/>
                  </a:lnTo>
                  <a:lnTo>
                    <a:pt x="6159537" y="2358313"/>
                  </a:lnTo>
                  <a:lnTo>
                    <a:pt x="6231159" y="2366007"/>
                  </a:lnTo>
                  <a:lnTo>
                    <a:pt x="6302782" y="2373511"/>
                  </a:lnTo>
                  <a:lnTo>
                    <a:pt x="6374404" y="2380831"/>
                  </a:lnTo>
                  <a:lnTo>
                    <a:pt x="6446027" y="2387970"/>
                  </a:lnTo>
                  <a:lnTo>
                    <a:pt x="6517649" y="2394933"/>
                  </a:lnTo>
                  <a:lnTo>
                    <a:pt x="6589272" y="2401724"/>
                  </a:lnTo>
                  <a:lnTo>
                    <a:pt x="6660894" y="2408348"/>
                  </a:lnTo>
                  <a:lnTo>
                    <a:pt x="6732517" y="2414809"/>
                  </a:lnTo>
                  <a:lnTo>
                    <a:pt x="6804139" y="2421110"/>
                  </a:lnTo>
                  <a:lnTo>
                    <a:pt x="6875762" y="2427256"/>
                  </a:lnTo>
                  <a:lnTo>
                    <a:pt x="6947385" y="2433250"/>
                  </a:lnTo>
                  <a:lnTo>
                    <a:pt x="7019007" y="2439097"/>
                  </a:lnTo>
                  <a:lnTo>
                    <a:pt x="7090630" y="24448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(1.23-1.45), p_Bonf = &lt;0.001 (n = 6)  |  per IQR decline (Δ = 29.9 %): 2.37 (1.87-3.01)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2026-09-28T17:00:27Z</dcterms:modified>
  <cp:category/>
</cp:coreProperties>
</file>