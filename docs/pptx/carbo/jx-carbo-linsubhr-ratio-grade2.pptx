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00362"/>
            </a:xfrm>
            <a:custGeom>
              <a:avLst/>
              <a:pathLst>
                <a:path w="6964104" h="1200362">
                  <a:moveTo>
                    <a:pt x="125825" y="0"/>
                  </a:moveTo>
                  <a:lnTo>
                    <a:pt x="140688" y="8538"/>
                  </a:lnTo>
                  <a:lnTo>
                    <a:pt x="211033" y="47683"/>
                  </a:lnTo>
                  <a:lnTo>
                    <a:pt x="281377" y="85601"/>
                  </a:lnTo>
                  <a:lnTo>
                    <a:pt x="351722" y="122330"/>
                  </a:lnTo>
                  <a:lnTo>
                    <a:pt x="422066" y="157908"/>
                  </a:lnTo>
                  <a:lnTo>
                    <a:pt x="492411" y="192371"/>
                  </a:lnTo>
                  <a:lnTo>
                    <a:pt x="562755" y="225753"/>
                  </a:lnTo>
                  <a:lnTo>
                    <a:pt x="633100" y="258088"/>
                  </a:lnTo>
                  <a:lnTo>
                    <a:pt x="703444" y="289410"/>
                  </a:lnTo>
                  <a:lnTo>
                    <a:pt x="773789" y="319750"/>
                  </a:lnTo>
                  <a:lnTo>
                    <a:pt x="844133" y="349139"/>
                  </a:lnTo>
                  <a:lnTo>
                    <a:pt x="914478" y="377606"/>
                  </a:lnTo>
                  <a:lnTo>
                    <a:pt x="984822" y="405181"/>
                  </a:lnTo>
                  <a:lnTo>
                    <a:pt x="1055167" y="431892"/>
                  </a:lnTo>
                  <a:lnTo>
                    <a:pt x="1125511" y="457765"/>
                  </a:lnTo>
                  <a:lnTo>
                    <a:pt x="1195856" y="482827"/>
                  </a:lnTo>
                  <a:lnTo>
                    <a:pt x="1266200" y="507103"/>
                  </a:lnTo>
                  <a:lnTo>
                    <a:pt x="1336545" y="530618"/>
                  </a:lnTo>
                  <a:lnTo>
                    <a:pt x="1406889" y="553396"/>
                  </a:lnTo>
                  <a:lnTo>
                    <a:pt x="1477234" y="575460"/>
                  </a:lnTo>
                  <a:lnTo>
                    <a:pt x="1547578" y="596833"/>
                  </a:lnTo>
                  <a:lnTo>
                    <a:pt x="1617923" y="617535"/>
                  </a:lnTo>
                  <a:lnTo>
                    <a:pt x="1688267" y="637588"/>
                  </a:lnTo>
                  <a:lnTo>
                    <a:pt x="1758612" y="657013"/>
                  </a:lnTo>
                  <a:lnTo>
                    <a:pt x="1828956" y="675829"/>
                  </a:lnTo>
                  <a:lnTo>
                    <a:pt x="1899301" y="694054"/>
                  </a:lnTo>
                  <a:lnTo>
                    <a:pt x="1969645" y="711709"/>
                  </a:lnTo>
                  <a:lnTo>
                    <a:pt x="2039990" y="728810"/>
                  </a:lnTo>
                  <a:lnTo>
                    <a:pt x="2110334" y="745375"/>
                  </a:lnTo>
                  <a:lnTo>
                    <a:pt x="2180679" y="761420"/>
                  </a:lnTo>
                  <a:lnTo>
                    <a:pt x="2251023" y="776963"/>
                  </a:lnTo>
                  <a:lnTo>
                    <a:pt x="2321368" y="792018"/>
                  </a:lnTo>
                  <a:lnTo>
                    <a:pt x="2391712" y="806602"/>
                  </a:lnTo>
                  <a:lnTo>
                    <a:pt x="2462057" y="820728"/>
                  </a:lnTo>
                  <a:lnTo>
                    <a:pt x="2532401" y="834411"/>
                  </a:lnTo>
                  <a:lnTo>
                    <a:pt x="2602746" y="847665"/>
                  </a:lnTo>
                  <a:lnTo>
                    <a:pt x="2673090" y="860504"/>
                  </a:lnTo>
                  <a:lnTo>
                    <a:pt x="2743435" y="872940"/>
                  </a:lnTo>
                  <a:lnTo>
                    <a:pt x="2813779" y="884987"/>
                  </a:lnTo>
                  <a:lnTo>
                    <a:pt x="2884124" y="896656"/>
                  </a:lnTo>
                  <a:lnTo>
                    <a:pt x="2954468" y="907959"/>
                  </a:lnTo>
                  <a:lnTo>
                    <a:pt x="3024813" y="918907"/>
                  </a:lnTo>
                  <a:lnTo>
                    <a:pt x="3095157" y="929513"/>
                  </a:lnTo>
                  <a:lnTo>
                    <a:pt x="3165502" y="939786"/>
                  </a:lnTo>
                  <a:lnTo>
                    <a:pt x="3235846" y="949736"/>
                  </a:lnTo>
                  <a:lnTo>
                    <a:pt x="3306191" y="958724"/>
                  </a:lnTo>
                  <a:lnTo>
                    <a:pt x="3376535" y="964069"/>
                  </a:lnTo>
                  <a:lnTo>
                    <a:pt x="3446880" y="969319"/>
                  </a:lnTo>
                  <a:lnTo>
                    <a:pt x="3517224" y="974474"/>
                  </a:lnTo>
                  <a:lnTo>
                    <a:pt x="3587569" y="979537"/>
                  </a:lnTo>
                  <a:lnTo>
                    <a:pt x="3657913" y="984510"/>
                  </a:lnTo>
                  <a:lnTo>
                    <a:pt x="3728257" y="989393"/>
                  </a:lnTo>
                  <a:lnTo>
                    <a:pt x="3798602" y="994189"/>
                  </a:lnTo>
                  <a:lnTo>
                    <a:pt x="3868946" y="998899"/>
                  </a:lnTo>
                  <a:lnTo>
                    <a:pt x="3939291" y="1003525"/>
                  </a:lnTo>
                  <a:lnTo>
                    <a:pt x="4009635" y="1008068"/>
                  </a:lnTo>
                  <a:lnTo>
                    <a:pt x="4079980" y="1012530"/>
                  </a:lnTo>
                  <a:lnTo>
                    <a:pt x="4150324" y="1016911"/>
                  </a:lnTo>
                  <a:lnTo>
                    <a:pt x="4220669" y="1021214"/>
                  </a:lnTo>
                  <a:lnTo>
                    <a:pt x="4291013" y="1025441"/>
                  </a:lnTo>
                  <a:lnTo>
                    <a:pt x="4361358" y="1029591"/>
                  </a:lnTo>
                  <a:lnTo>
                    <a:pt x="4431702" y="1033667"/>
                  </a:lnTo>
                  <a:lnTo>
                    <a:pt x="4502047" y="1037670"/>
                  </a:lnTo>
                  <a:lnTo>
                    <a:pt x="4572391" y="1041602"/>
                  </a:lnTo>
                  <a:lnTo>
                    <a:pt x="4642736" y="1045463"/>
                  </a:lnTo>
                  <a:lnTo>
                    <a:pt x="4713080" y="1049255"/>
                  </a:lnTo>
                  <a:lnTo>
                    <a:pt x="4783425" y="1052978"/>
                  </a:lnTo>
                  <a:lnTo>
                    <a:pt x="4853769" y="1056636"/>
                  </a:lnTo>
                  <a:lnTo>
                    <a:pt x="4924114" y="1060228"/>
                  </a:lnTo>
                  <a:lnTo>
                    <a:pt x="4994458" y="1063755"/>
                  </a:lnTo>
                  <a:lnTo>
                    <a:pt x="5064803" y="1067219"/>
                  </a:lnTo>
                  <a:lnTo>
                    <a:pt x="5135147" y="1070622"/>
                  </a:lnTo>
                  <a:lnTo>
                    <a:pt x="5205492" y="1073963"/>
                  </a:lnTo>
                  <a:lnTo>
                    <a:pt x="5275836" y="1077244"/>
                  </a:lnTo>
                  <a:lnTo>
                    <a:pt x="5346181" y="1080467"/>
                  </a:lnTo>
                  <a:lnTo>
                    <a:pt x="5416525" y="1083632"/>
                  </a:lnTo>
                  <a:lnTo>
                    <a:pt x="5486870" y="1086740"/>
                  </a:lnTo>
                  <a:lnTo>
                    <a:pt x="5557214" y="1089793"/>
                  </a:lnTo>
                  <a:lnTo>
                    <a:pt x="5627559" y="1092791"/>
                  </a:lnTo>
                  <a:lnTo>
                    <a:pt x="5697903" y="1095735"/>
                  </a:lnTo>
                  <a:lnTo>
                    <a:pt x="5768248" y="1098627"/>
                  </a:lnTo>
                  <a:lnTo>
                    <a:pt x="5838592" y="1101467"/>
                  </a:lnTo>
                  <a:lnTo>
                    <a:pt x="5908937" y="1104256"/>
                  </a:lnTo>
                  <a:lnTo>
                    <a:pt x="5979281" y="1106995"/>
                  </a:lnTo>
                  <a:lnTo>
                    <a:pt x="6049626" y="1109685"/>
                  </a:lnTo>
                  <a:lnTo>
                    <a:pt x="6119970" y="1112326"/>
                  </a:lnTo>
                  <a:lnTo>
                    <a:pt x="6190315" y="1114921"/>
                  </a:lnTo>
                  <a:lnTo>
                    <a:pt x="6260659" y="1117469"/>
                  </a:lnTo>
                  <a:lnTo>
                    <a:pt x="6331004" y="1119971"/>
                  </a:lnTo>
                  <a:lnTo>
                    <a:pt x="6401348" y="1122429"/>
                  </a:lnTo>
                  <a:lnTo>
                    <a:pt x="6471693" y="1124842"/>
                  </a:lnTo>
                  <a:lnTo>
                    <a:pt x="6542037" y="1127213"/>
                  </a:lnTo>
                  <a:lnTo>
                    <a:pt x="6612382" y="1129541"/>
                  </a:lnTo>
                  <a:lnTo>
                    <a:pt x="6682726" y="1131827"/>
                  </a:lnTo>
                  <a:lnTo>
                    <a:pt x="6753071" y="1134072"/>
                  </a:lnTo>
                  <a:lnTo>
                    <a:pt x="6823415" y="1136277"/>
                  </a:lnTo>
                  <a:lnTo>
                    <a:pt x="6893760" y="1138443"/>
                  </a:lnTo>
                  <a:lnTo>
                    <a:pt x="6964104" y="1140569"/>
                  </a:lnTo>
                  <a:lnTo>
                    <a:pt x="6964104" y="1200362"/>
                  </a:lnTo>
                  <a:lnTo>
                    <a:pt x="6893760" y="1198523"/>
                  </a:lnTo>
                  <a:lnTo>
                    <a:pt x="6823415" y="1196624"/>
                  </a:lnTo>
                  <a:lnTo>
                    <a:pt x="6753071" y="1194663"/>
                  </a:lnTo>
                  <a:lnTo>
                    <a:pt x="6682726" y="1192639"/>
                  </a:lnTo>
                  <a:lnTo>
                    <a:pt x="6612382" y="1190549"/>
                  </a:lnTo>
                  <a:lnTo>
                    <a:pt x="6542037" y="1188392"/>
                  </a:lnTo>
                  <a:lnTo>
                    <a:pt x="6471693" y="1186165"/>
                  </a:lnTo>
                  <a:lnTo>
                    <a:pt x="6401348" y="1183866"/>
                  </a:lnTo>
                  <a:lnTo>
                    <a:pt x="6331004" y="1181493"/>
                  </a:lnTo>
                  <a:lnTo>
                    <a:pt x="6260659" y="1179043"/>
                  </a:lnTo>
                  <a:lnTo>
                    <a:pt x="6190315" y="1176513"/>
                  </a:lnTo>
                  <a:lnTo>
                    <a:pt x="6119970" y="1173902"/>
                  </a:lnTo>
                  <a:lnTo>
                    <a:pt x="6049626" y="1171206"/>
                  </a:lnTo>
                  <a:lnTo>
                    <a:pt x="5979281" y="1168423"/>
                  </a:lnTo>
                  <a:lnTo>
                    <a:pt x="5908937" y="1165549"/>
                  </a:lnTo>
                  <a:lnTo>
                    <a:pt x="5838592" y="1162583"/>
                  </a:lnTo>
                  <a:lnTo>
                    <a:pt x="5768248" y="1159521"/>
                  </a:lnTo>
                  <a:lnTo>
                    <a:pt x="5697903" y="1156359"/>
                  </a:lnTo>
                  <a:lnTo>
                    <a:pt x="5627559" y="1153096"/>
                  </a:lnTo>
                  <a:lnTo>
                    <a:pt x="5557214" y="1149726"/>
                  </a:lnTo>
                  <a:lnTo>
                    <a:pt x="5486870" y="1146248"/>
                  </a:lnTo>
                  <a:lnTo>
                    <a:pt x="5416525" y="1142657"/>
                  </a:lnTo>
                  <a:lnTo>
                    <a:pt x="5346181" y="1138950"/>
                  </a:lnTo>
                  <a:lnTo>
                    <a:pt x="5275836" y="1135123"/>
                  </a:lnTo>
                  <a:lnTo>
                    <a:pt x="5205492" y="1131172"/>
                  </a:lnTo>
                  <a:lnTo>
                    <a:pt x="5135147" y="1127093"/>
                  </a:lnTo>
                  <a:lnTo>
                    <a:pt x="5064803" y="1122882"/>
                  </a:lnTo>
                  <a:lnTo>
                    <a:pt x="4994458" y="1118535"/>
                  </a:lnTo>
                  <a:lnTo>
                    <a:pt x="4924114" y="1114047"/>
                  </a:lnTo>
                  <a:lnTo>
                    <a:pt x="4853769" y="1109414"/>
                  </a:lnTo>
                  <a:lnTo>
                    <a:pt x="4783425" y="1104631"/>
                  </a:lnTo>
                  <a:lnTo>
                    <a:pt x="4713080" y="1099693"/>
                  </a:lnTo>
                  <a:lnTo>
                    <a:pt x="4642736" y="1094595"/>
                  </a:lnTo>
                  <a:lnTo>
                    <a:pt x="4572391" y="1089333"/>
                  </a:lnTo>
                  <a:lnTo>
                    <a:pt x="4502047" y="1083900"/>
                  </a:lnTo>
                  <a:lnTo>
                    <a:pt x="4431702" y="1078291"/>
                  </a:lnTo>
                  <a:lnTo>
                    <a:pt x="4361358" y="1072501"/>
                  </a:lnTo>
                  <a:lnTo>
                    <a:pt x="4291013" y="1066523"/>
                  </a:lnTo>
                  <a:lnTo>
                    <a:pt x="4220669" y="1060352"/>
                  </a:lnTo>
                  <a:lnTo>
                    <a:pt x="4150324" y="1053981"/>
                  </a:lnTo>
                  <a:lnTo>
                    <a:pt x="4079980" y="1047404"/>
                  </a:lnTo>
                  <a:lnTo>
                    <a:pt x="4009635" y="1040614"/>
                  </a:lnTo>
                  <a:lnTo>
                    <a:pt x="3939291" y="1033604"/>
                  </a:lnTo>
                  <a:lnTo>
                    <a:pt x="3868946" y="1026368"/>
                  </a:lnTo>
                  <a:lnTo>
                    <a:pt x="3798602" y="1018897"/>
                  </a:lnTo>
                  <a:lnTo>
                    <a:pt x="3728257" y="1011184"/>
                  </a:lnTo>
                  <a:lnTo>
                    <a:pt x="3657913" y="1003222"/>
                  </a:lnTo>
                  <a:lnTo>
                    <a:pt x="3587569" y="995003"/>
                  </a:lnTo>
                  <a:lnTo>
                    <a:pt x="3517224" y="986517"/>
                  </a:lnTo>
                  <a:lnTo>
                    <a:pt x="3446880" y="977756"/>
                  </a:lnTo>
                  <a:lnTo>
                    <a:pt x="3376535" y="968712"/>
                  </a:lnTo>
                  <a:lnTo>
                    <a:pt x="3306191" y="959375"/>
                  </a:lnTo>
                  <a:lnTo>
                    <a:pt x="3235846" y="953281"/>
                  </a:lnTo>
                  <a:lnTo>
                    <a:pt x="3165502" y="947739"/>
                  </a:lnTo>
                  <a:lnTo>
                    <a:pt x="3095157" y="942096"/>
                  </a:lnTo>
                  <a:lnTo>
                    <a:pt x="3024813" y="936351"/>
                  </a:lnTo>
                  <a:lnTo>
                    <a:pt x="2954468" y="930500"/>
                  </a:lnTo>
                  <a:lnTo>
                    <a:pt x="2884124" y="924543"/>
                  </a:lnTo>
                  <a:lnTo>
                    <a:pt x="2813779" y="918477"/>
                  </a:lnTo>
                  <a:lnTo>
                    <a:pt x="2743435" y="912300"/>
                  </a:lnTo>
                  <a:lnTo>
                    <a:pt x="2673090" y="906011"/>
                  </a:lnTo>
                  <a:lnTo>
                    <a:pt x="2602746" y="899607"/>
                  </a:lnTo>
                  <a:lnTo>
                    <a:pt x="2532401" y="893086"/>
                  </a:lnTo>
                  <a:lnTo>
                    <a:pt x="2462057" y="886447"/>
                  </a:lnTo>
                  <a:lnTo>
                    <a:pt x="2391712" y="879686"/>
                  </a:lnTo>
                  <a:lnTo>
                    <a:pt x="2321368" y="872802"/>
                  </a:lnTo>
                  <a:lnTo>
                    <a:pt x="2251023" y="865793"/>
                  </a:lnTo>
                  <a:lnTo>
                    <a:pt x="2180679" y="858655"/>
                  </a:lnTo>
                  <a:lnTo>
                    <a:pt x="2110334" y="851388"/>
                  </a:lnTo>
                  <a:lnTo>
                    <a:pt x="2039990" y="843988"/>
                  </a:lnTo>
                  <a:lnTo>
                    <a:pt x="1969645" y="836453"/>
                  </a:lnTo>
                  <a:lnTo>
                    <a:pt x="1899301" y="828781"/>
                  </a:lnTo>
                  <a:lnTo>
                    <a:pt x="1828956" y="820969"/>
                  </a:lnTo>
                  <a:lnTo>
                    <a:pt x="1758612" y="813014"/>
                  </a:lnTo>
                  <a:lnTo>
                    <a:pt x="1688267" y="804914"/>
                  </a:lnTo>
                  <a:lnTo>
                    <a:pt x="1617923" y="796667"/>
                  </a:lnTo>
                  <a:lnTo>
                    <a:pt x="1547578" y="788269"/>
                  </a:lnTo>
                  <a:lnTo>
                    <a:pt x="1477234" y="779718"/>
                  </a:lnTo>
                  <a:lnTo>
                    <a:pt x="1406889" y="771012"/>
                  </a:lnTo>
                  <a:lnTo>
                    <a:pt x="1336545" y="762146"/>
                  </a:lnTo>
                  <a:lnTo>
                    <a:pt x="1266200" y="753119"/>
                  </a:lnTo>
                  <a:lnTo>
                    <a:pt x="1195856" y="743927"/>
                  </a:lnTo>
                  <a:lnTo>
                    <a:pt x="1125511" y="734568"/>
                  </a:lnTo>
                  <a:lnTo>
                    <a:pt x="1055167" y="725037"/>
                  </a:lnTo>
                  <a:lnTo>
                    <a:pt x="984822" y="715334"/>
                  </a:lnTo>
                  <a:lnTo>
                    <a:pt x="914478" y="705453"/>
                  </a:lnTo>
                  <a:lnTo>
                    <a:pt x="844133" y="695392"/>
                  </a:lnTo>
                  <a:lnTo>
                    <a:pt x="773789" y="685147"/>
                  </a:lnTo>
                  <a:lnTo>
                    <a:pt x="703444" y="674716"/>
                  </a:lnTo>
                  <a:lnTo>
                    <a:pt x="633100" y="664094"/>
                  </a:lnTo>
                  <a:lnTo>
                    <a:pt x="562755" y="653279"/>
                  </a:lnTo>
                  <a:lnTo>
                    <a:pt x="492411" y="642267"/>
                  </a:lnTo>
                  <a:lnTo>
                    <a:pt x="422066" y="631054"/>
                  </a:lnTo>
                  <a:lnTo>
                    <a:pt x="351722" y="619636"/>
                  </a:lnTo>
                  <a:lnTo>
                    <a:pt x="281377" y="608010"/>
                  </a:lnTo>
                  <a:lnTo>
                    <a:pt x="211033" y="596172"/>
                  </a:lnTo>
                  <a:lnTo>
                    <a:pt x="140688" y="584118"/>
                  </a:lnTo>
                  <a:lnTo>
                    <a:pt x="70344" y="571845"/>
                  </a:lnTo>
                  <a:lnTo>
                    <a:pt x="0" y="559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1137" y="2143092"/>
              <a:ext cx="6838278" cy="1140569"/>
            </a:xfrm>
            <a:custGeom>
              <a:avLst/>
              <a:pathLst>
                <a:path w="6838278" h="1140569">
                  <a:moveTo>
                    <a:pt x="0" y="0"/>
                  </a:moveTo>
                  <a:lnTo>
                    <a:pt x="14863" y="8538"/>
                  </a:lnTo>
                  <a:lnTo>
                    <a:pt x="85207" y="47683"/>
                  </a:lnTo>
                  <a:lnTo>
                    <a:pt x="155552" y="85601"/>
                  </a:lnTo>
                  <a:lnTo>
                    <a:pt x="225896" y="122330"/>
                  </a:lnTo>
                  <a:lnTo>
                    <a:pt x="296241" y="157908"/>
                  </a:lnTo>
                  <a:lnTo>
                    <a:pt x="366585" y="192371"/>
                  </a:lnTo>
                  <a:lnTo>
                    <a:pt x="436930" y="225753"/>
                  </a:lnTo>
                  <a:lnTo>
                    <a:pt x="507274" y="258088"/>
                  </a:lnTo>
                  <a:lnTo>
                    <a:pt x="577619" y="289410"/>
                  </a:lnTo>
                  <a:lnTo>
                    <a:pt x="647963" y="319750"/>
                  </a:lnTo>
                  <a:lnTo>
                    <a:pt x="718308" y="349139"/>
                  </a:lnTo>
                  <a:lnTo>
                    <a:pt x="788652" y="377606"/>
                  </a:lnTo>
                  <a:lnTo>
                    <a:pt x="858997" y="405181"/>
                  </a:lnTo>
                  <a:lnTo>
                    <a:pt x="929341" y="431892"/>
                  </a:lnTo>
                  <a:lnTo>
                    <a:pt x="999686" y="457765"/>
                  </a:lnTo>
                  <a:lnTo>
                    <a:pt x="1070030" y="482827"/>
                  </a:lnTo>
                  <a:lnTo>
                    <a:pt x="1140375" y="507103"/>
                  </a:lnTo>
                  <a:lnTo>
                    <a:pt x="1210719" y="530618"/>
                  </a:lnTo>
                  <a:lnTo>
                    <a:pt x="1281064" y="553396"/>
                  </a:lnTo>
                  <a:lnTo>
                    <a:pt x="1351408" y="575460"/>
                  </a:lnTo>
                  <a:lnTo>
                    <a:pt x="1421753" y="596833"/>
                  </a:lnTo>
                  <a:lnTo>
                    <a:pt x="1492097" y="617535"/>
                  </a:lnTo>
                  <a:lnTo>
                    <a:pt x="1562441" y="637588"/>
                  </a:lnTo>
                  <a:lnTo>
                    <a:pt x="1632786" y="657013"/>
                  </a:lnTo>
                  <a:lnTo>
                    <a:pt x="1703130" y="675829"/>
                  </a:lnTo>
                  <a:lnTo>
                    <a:pt x="1773475" y="694054"/>
                  </a:lnTo>
                  <a:lnTo>
                    <a:pt x="1843819" y="711709"/>
                  </a:lnTo>
                  <a:lnTo>
                    <a:pt x="1914164" y="728810"/>
                  </a:lnTo>
                  <a:lnTo>
                    <a:pt x="1984508" y="745375"/>
                  </a:lnTo>
                  <a:lnTo>
                    <a:pt x="2054853" y="761420"/>
                  </a:lnTo>
                  <a:lnTo>
                    <a:pt x="2125197" y="776963"/>
                  </a:lnTo>
                  <a:lnTo>
                    <a:pt x="2195542" y="792018"/>
                  </a:lnTo>
                  <a:lnTo>
                    <a:pt x="2265886" y="806602"/>
                  </a:lnTo>
                  <a:lnTo>
                    <a:pt x="2336231" y="820728"/>
                  </a:lnTo>
                  <a:lnTo>
                    <a:pt x="2406575" y="834411"/>
                  </a:lnTo>
                  <a:lnTo>
                    <a:pt x="2476920" y="847665"/>
                  </a:lnTo>
                  <a:lnTo>
                    <a:pt x="2547264" y="860504"/>
                  </a:lnTo>
                  <a:lnTo>
                    <a:pt x="2617609" y="872940"/>
                  </a:lnTo>
                  <a:lnTo>
                    <a:pt x="2687953" y="884987"/>
                  </a:lnTo>
                  <a:lnTo>
                    <a:pt x="2758298" y="896656"/>
                  </a:lnTo>
                  <a:lnTo>
                    <a:pt x="2828642" y="907959"/>
                  </a:lnTo>
                  <a:lnTo>
                    <a:pt x="2898987" y="918907"/>
                  </a:lnTo>
                  <a:lnTo>
                    <a:pt x="2969331" y="929513"/>
                  </a:lnTo>
                  <a:lnTo>
                    <a:pt x="3039676" y="939786"/>
                  </a:lnTo>
                  <a:lnTo>
                    <a:pt x="3110020" y="949736"/>
                  </a:lnTo>
                  <a:lnTo>
                    <a:pt x="3180365" y="958724"/>
                  </a:lnTo>
                  <a:lnTo>
                    <a:pt x="3250709" y="964069"/>
                  </a:lnTo>
                  <a:lnTo>
                    <a:pt x="3321054" y="969319"/>
                  </a:lnTo>
                  <a:lnTo>
                    <a:pt x="3391398" y="974474"/>
                  </a:lnTo>
                  <a:lnTo>
                    <a:pt x="3461743" y="979537"/>
                  </a:lnTo>
                  <a:lnTo>
                    <a:pt x="3532087" y="984510"/>
                  </a:lnTo>
                  <a:lnTo>
                    <a:pt x="3602432" y="989393"/>
                  </a:lnTo>
                  <a:lnTo>
                    <a:pt x="3672776" y="994189"/>
                  </a:lnTo>
                  <a:lnTo>
                    <a:pt x="3743121" y="998899"/>
                  </a:lnTo>
                  <a:lnTo>
                    <a:pt x="3813465" y="1003525"/>
                  </a:lnTo>
                  <a:lnTo>
                    <a:pt x="3883810" y="1008068"/>
                  </a:lnTo>
                  <a:lnTo>
                    <a:pt x="3954154" y="1012530"/>
                  </a:lnTo>
                  <a:lnTo>
                    <a:pt x="4024499" y="1016911"/>
                  </a:lnTo>
                  <a:lnTo>
                    <a:pt x="4094843" y="1021214"/>
                  </a:lnTo>
                  <a:lnTo>
                    <a:pt x="4165188" y="1025441"/>
                  </a:lnTo>
                  <a:lnTo>
                    <a:pt x="4235532" y="1029591"/>
                  </a:lnTo>
                  <a:lnTo>
                    <a:pt x="4305877" y="1033667"/>
                  </a:lnTo>
                  <a:lnTo>
                    <a:pt x="4376221" y="1037670"/>
                  </a:lnTo>
                  <a:lnTo>
                    <a:pt x="4446566" y="1041602"/>
                  </a:lnTo>
                  <a:lnTo>
                    <a:pt x="4516910" y="1045463"/>
                  </a:lnTo>
                  <a:lnTo>
                    <a:pt x="4587255" y="1049255"/>
                  </a:lnTo>
                  <a:lnTo>
                    <a:pt x="4657599" y="1052978"/>
                  </a:lnTo>
                  <a:lnTo>
                    <a:pt x="4727944" y="1056636"/>
                  </a:lnTo>
                  <a:lnTo>
                    <a:pt x="4798288" y="1060228"/>
                  </a:lnTo>
                  <a:lnTo>
                    <a:pt x="4868633" y="1063755"/>
                  </a:lnTo>
                  <a:lnTo>
                    <a:pt x="4938977" y="1067219"/>
                  </a:lnTo>
                  <a:lnTo>
                    <a:pt x="5009322" y="1070622"/>
                  </a:lnTo>
                  <a:lnTo>
                    <a:pt x="5079666" y="1073963"/>
                  </a:lnTo>
                  <a:lnTo>
                    <a:pt x="5150011" y="1077244"/>
                  </a:lnTo>
                  <a:lnTo>
                    <a:pt x="5220355" y="1080467"/>
                  </a:lnTo>
                  <a:lnTo>
                    <a:pt x="5290699" y="1083632"/>
                  </a:lnTo>
                  <a:lnTo>
                    <a:pt x="5361044" y="1086740"/>
                  </a:lnTo>
                  <a:lnTo>
                    <a:pt x="5431388" y="1089793"/>
                  </a:lnTo>
                  <a:lnTo>
                    <a:pt x="5501733" y="1092791"/>
                  </a:lnTo>
                  <a:lnTo>
                    <a:pt x="5572077" y="1095735"/>
                  </a:lnTo>
                  <a:lnTo>
                    <a:pt x="5642422" y="1098627"/>
                  </a:lnTo>
                  <a:lnTo>
                    <a:pt x="5712766" y="1101467"/>
                  </a:lnTo>
                  <a:lnTo>
                    <a:pt x="5783111" y="1104256"/>
                  </a:lnTo>
                  <a:lnTo>
                    <a:pt x="5853455" y="1106995"/>
                  </a:lnTo>
                  <a:lnTo>
                    <a:pt x="5923800" y="1109685"/>
                  </a:lnTo>
                  <a:lnTo>
                    <a:pt x="5994144" y="1112326"/>
                  </a:lnTo>
                  <a:lnTo>
                    <a:pt x="6064489" y="1114921"/>
                  </a:lnTo>
                  <a:lnTo>
                    <a:pt x="6134833" y="1117469"/>
                  </a:lnTo>
                  <a:lnTo>
                    <a:pt x="6205178" y="1119971"/>
                  </a:lnTo>
                  <a:lnTo>
                    <a:pt x="6275522" y="1122429"/>
                  </a:lnTo>
                  <a:lnTo>
                    <a:pt x="6345867" y="1124842"/>
                  </a:lnTo>
                  <a:lnTo>
                    <a:pt x="6416211" y="1127213"/>
                  </a:lnTo>
                  <a:lnTo>
                    <a:pt x="6486556" y="1129541"/>
                  </a:lnTo>
                  <a:lnTo>
                    <a:pt x="6556900" y="1131827"/>
                  </a:lnTo>
                  <a:lnTo>
                    <a:pt x="6627245" y="1134072"/>
                  </a:lnTo>
                  <a:lnTo>
                    <a:pt x="6697589" y="1136277"/>
                  </a:lnTo>
                  <a:lnTo>
                    <a:pt x="6767934" y="1138443"/>
                  </a:lnTo>
                  <a:lnTo>
                    <a:pt x="6838278" y="11405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702440"/>
              <a:ext cx="6964104" cy="641014"/>
            </a:xfrm>
            <a:custGeom>
              <a:avLst/>
              <a:pathLst>
                <a:path w="6964104" h="641014">
                  <a:moveTo>
                    <a:pt x="6964104" y="641014"/>
                  </a:moveTo>
                  <a:lnTo>
                    <a:pt x="6893760" y="639175"/>
                  </a:lnTo>
                  <a:lnTo>
                    <a:pt x="6823415" y="637276"/>
                  </a:lnTo>
                  <a:lnTo>
                    <a:pt x="6753071" y="635315"/>
                  </a:lnTo>
                  <a:lnTo>
                    <a:pt x="6682726" y="633291"/>
                  </a:lnTo>
                  <a:lnTo>
                    <a:pt x="6612382" y="631202"/>
                  </a:lnTo>
                  <a:lnTo>
                    <a:pt x="6542037" y="629044"/>
                  </a:lnTo>
                  <a:lnTo>
                    <a:pt x="6471693" y="626817"/>
                  </a:lnTo>
                  <a:lnTo>
                    <a:pt x="6401348" y="624518"/>
                  </a:lnTo>
                  <a:lnTo>
                    <a:pt x="6331004" y="622145"/>
                  </a:lnTo>
                  <a:lnTo>
                    <a:pt x="6260659" y="619695"/>
                  </a:lnTo>
                  <a:lnTo>
                    <a:pt x="6190315" y="617165"/>
                  </a:lnTo>
                  <a:lnTo>
                    <a:pt x="6119970" y="614554"/>
                  </a:lnTo>
                  <a:lnTo>
                    <a:pt x="6049626" y="611858"/>
                  </a:lnTo>
                  <a:lnTo>
                    <a:pt x="5979281" y="609075"/>
                  </a:lnTo>
                  <a:lnTo>
                    <a:pt x="5908937" y="606201"/>
                  </a:lnTo>
                  <a:lnTo>
                    <a:pt x="5838592" y="603235"/>
                  </a:lnTo>
                  <a:lnTo>
                    <a:pt x="5768248" y="600173"/>
                  </a:lnTo>
                  <a:lnTo>
                    <a:pt x="5697903" y="597011"/>
                  </a:lnTo>
                  <a:lnTo>
                    <a:pt x="5627559" y="593748"/>
                  </a:lnTo>
                  <a:lnTo>
                    <a:pt x="5557214" y="590378"/>
                  </a:lnTo>
                  <a:lnTo>
                    <a:pt x="5486870" y="586900"/>
                  </a:lnTo>
                  <a:lnTo>
                    <a:pt x="5416525" y="583309"/>
                  </a:lnTo>
                  <a:lnTo>
                    <a:pt x="5346181" y="579602"/>
                  </a:lnTo>
                  <a:lnTo>
                    <a:pt x="5275836" y="575775"/>
                  </a:lnTo>
                  <a:lnTo>
                    <a:pt x="5205492" y="571824"/>
                  </a:lnTo>
                  <a:lnTo>
                    <a:pt x="5135147" y="567745"/>
                  </a:lnTo>
                  <a:lnTo>
                    <a:pt x="5064803" y="563534"/>
                  </a:lnTo>
                  <a:lnTo>
                    <a:pt x="4994458" y="559187"/>
                  </a:lnTo>
                  <a:lnTo>
                    <a:pt x="4924114" y="554699"/>
                  </a:lnTo>
                  <a:lnTo>
                    <a:pt x="4853769" y="550066"/>
                  </a:lnTo>
                  <a:lnTo>
                    <a:pt x="4783425" y="545283"/>
                  </a:lnTo>
                  <a:lnTo>
                    <a:pt x="4713080" y="540345"/>
                  </a:lnTo>
                  <a:lnTo>
                    <a:pt x="4642736" y="535248"/>
                  </a:lnTo>
                  <a:lnTo>
                    <a:pt x="4572391" y="529985"/>
                  </a:lnTo>
                  <a:lnTo>
                    <a:pt x="4502047" y="524552"/>
                  </a:lnTo>
                  <a:lnTo>
                    <a:pt x="4431702" y="518943"/>
                  </a:lnTo>
                  <a:lnTo>
                    <a:pt x="4361358" y="513153"/>
                  </a:lnTo>
                  <a:lnTo>
                    <a:pt x="4291013" y="507175"/>
                  </a:lnTo>
                  <a:lnTo>
                    <a:pt x="4220669" y="501004"/>
                  </a:lnTo>
                  <a:lnTo>
                    <a:pt x="4150324" y="494633"/>
                  </a:lnTo>
                  <a:lnTo>
                    <a:pt x="4079980" y="488056"/>
                  </a:lnTo>
                  <a:lnTo>
                    <a:pt x="4009635" y="481266"/>
                  </a:lnTo>
                  <a:lnTo>
                    <a:pt x="3939291" y="474256"/>
                  </a:lnTo>
                  <a:lnTo>
                    <a:pt x="3868946" y="467020"/>
                  </a:lnTo>
                  <a:lnTo>
                    <a:pt x="3798602" y="459549"/>
                  </a:lnTo>
                  <a:lnTo>
                    <a:pt x="3728257" y="451837"/>
                  </a:lnTo>
                  <a:lnTo>
                    <a:pt x="3657913" y="443874"/>
                  </a:lnTo>
                  <a:lnTo>
                    <a:pt x="3587569" y="435655"/>
                  </a:lnTo>
                  <a:lnTo>
                    <a:pt x="3517224" y="427169"/>
                  </a:lnTo>
                  <a:lnTo>
                    <a:pt x="3446880" y="418408"/>
                  </a:lnTo>
                  <a:lnTo>
                    <a:pt x="3376535" y="409364"/>
                  </a:lnTo>
                  <a:lnTo>
                    <a:pt x="3306191" y="400027"/>
                  </a:lnTo>
                  <a:lnTo>
                    <a:pt x="3235846" y="393933"/>
                  </a:lnTo>
                  <a:lnTo>
                    <a:pt x="3165502" y="388392"/>
                  </a:lnTo>
                  <a:lnTo>
                    <a:pt x="3095157" y="382749"/>
                  </a:lnTo>
                  <a:lnTo>
                    <a:pt x="3024813" y="377003"/>
                  </a:lnTo>
                  <a:lnTo>
                    <a:pt x="2954468" y="371152"/>
                  </a:lnTo>
                  <a:lnTo>
                    <a:pt x="2884124" y="365195"/>
                  </a:lnTo>
                  <a:lnTo>
                    <a:pt x="2813779" y="359129"/>
                  </a:lnTo>
                  <a:lnTo>
                    <a:pt x="2743435" y="352952"/>
                  </a:lnTo>
                  <a:lnTo>
                    <a:pt x="2673090" y="346663"/>
                  </a:lnTo>
                  <a:lnTo>
                    <a:pt x="2602746" y="340259"/>
                  </a:lnTo>
                  <a:lnTo>
                    <a:pt x="2532401" y="333738"/>
                  </a:lnTo>
                  <a:lnTo>
                    <a:pt x="2462057" y="327099"/>
                  </a:lnTo>
                  <a:lnTo>
                    <a:pt x="2391712" y="320338"/>
                  </a:lnTo>
                  <a:lnTo>
                    <a:pt x="2321368" y="313454"/>
                  </a:lnTo>
                  <a:lnTo>
                    <a:pt x="2251023" y="306445"/>
                  </a:lnTo>
                  <a:lnTo>
                    <a:pt x="2180679" y="299307"/>
                  </a:lnTo>
                  <a:lnTo>
                    <a:pt x="2110334" y="292040"/>
                  </a:lnTo>
                  <a:lnTo>
                    <a:pt x="2039990" y="284640"/>
                  </a:lnTo>
                  <a:lnTo>
                    <a:pt x="1969645" y="277105"/>
                  </a:lnTo>
                  <a:lnTo>
                    <a:pt x="1899301" y="269433"/>
                  </a:lnTo>
                  <a:lnTo>
                    <a:pt x="1828956" y="261621"/>
                  </a:lnTo>
                  <a:lnTo>
                    <a:pt x="1758612" y="253666"/>
                  </a:lnTo>
                  <a:lnTo>
                    <a:pt x="1688267" y="245567"/>
                  </a:lnTo>
                  <a:lnTo>
                    <a:pt x="1617923" y="237319"/>
                  </a:lnTo>
                  <a:lnTo>
                    <a:pt x="1547578" y="228921"/>
                  </a:lnTo>
                  <a:lnTo>
                    <a:pt x="1477234" y="220371"/>
                  </a:lnTo>
                  <a:lnTo>
                    <a:pt x="1406889" y="211664"/>
                  </a:lnTo>
                  <a:lnTo>
                    <a:pt x="1336545" y="202798"/>
                  </a:lnTo>
                  <a:lnTo>
                    <a:pt x="1266200" y="193771"/>
                  </a:lnTo>
                  <a:lnTo>
                    <a:pt x="1195856" y="184579"/>
                  </a:lnTo>
                  <a:lnTo>
                    <a:pt x="1125511" y="175220"/>
                  </a:lnTo>
                  <a:lnTo>
                    <a:pt x="1055167" y="165689"/>
                  </a:lnTo>
                  <a:lnTo>
                    <a:pt x="984822" y="155986"/>
                  </a:lnTo>
                  <a:lnTo>
                    <a:pt x="914478" y="146105"/>
                  </a:lnTo>
                  <a:lnTo>
                    <a:pt x="844133" y="136044"/>
                  </a:lnTo>
                  <a:lnTo>
                    <a:pt x="773789" y="125799"/>
                  </a:lnTo>
                  <a:lnTo>
                    <a:pt x="703444" y="115368"/>
                  </a:lnTo>
                  <a:lnTo>
                    <a:pt x="633100" y="104746"/>
                  </a:lnTo>
                  <a:lnTo>
                    <a:pt x="562755" y="93931"/>
                  </a:lnTo>
                  <a:lnTo>
                    <a:pt x="492411" y="82919"/>
                  </a:lnTo>
                  <a:lnTo>
                    <a:pt x="422066" y="71706"/>
                  </a:lnTo>
                  <a:lnTo>
                    <a:pt x="351722" y="60288"/>
                  </a:lnTo>
                  <a:lnTo>
                    <a:pt x="281377" y="48662"/>
                  </a:lnTo>
                  <a:lnTo>
                    <a:pt x="211033" y="36824"/>
                  </a:lnTo>
                  <a:lnTo>
                    <a:pt x="140688" y="24770"/>
                  </a:lnTo>
                  <a:lnTo>
                    <a:pt x="70344" y="124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36602"/>
              <a:ext cx="6964104" cy="882270"/>
            </a:xfrm>
            <a:custGeom>
              <a:avLst/>
              <a:pathLst>
                <a:path w="6964104" h="882270">
                  <a:moveTo>
                    <a:pt x="0" y="0"/>
                  </a:moveTo>
                  <a:lnTo>
                    <a:pt x="70344" y="23756"/>
                  </a:lnTo>
                  <a:lnTo>
                    <a:pt x="140688" y="46928"/>
                  </a:lnTo>
                  <a:lnTo>
                    <a:pt x="211033" y="69528"/>
                  </a:lnTo>
                  <a:lnTo>
                    <a:pt x="281377" y="91571"/>
                  </a:lnTo>
                  <a:lnTo>
                    <a:pt x="351722" y="113070"/>
                  </a:lnTo>
                  <a:lnTo>
                    <a:pt x="422066" y="134040"/>
                  </a:lnTo>
                  <a:lnTo>
                    <a:pt x="492411" y="154493"/>
                  </a:lnTo>
                  <a:lnTo>
                    <a:pt x="562755" y="174441"/>
                  </a:lnTo>
                  <a:lnTo>
                    <a:pt x="633100" y="193898"/>
                  </a:lnTo>
                  <a:lnTo>
                    <a:pt x="703444" y="212875"/>
                  </a:lnTo>
                  <a:lnTo>
                    <a:pt x="773789" y="231384"/>
                  </a:lnTo>
                  <a:lnTo>
                    <a:pt x="844133" y="249437"/>
                  </a:lnTo>
                  <a:lnTo>
                    <a:pt x="914478" y="267045"/>
                  </a:lnTo>
                  <a:lnTo>
                    <a:pt x="984822" y="284218"/>
                  </a:lnTo>
                  <a:lnTo>
                    <a:pt x="1055167" y="300969"/>
                  </a:lnTo>
                  <a:lnTo>
                    <a:pt x="1125511" y="317306"/>
                  </a:lnTo>
                  <a:lnTo>
                    <a:pt x="1195856" y="333241"/>
                  </a:lnTo>
                  <a:lnTo>
                    <a:pt x="1266200" y="348783"/>
                  </a:lnTo>
                  <a:lnTo>
                    <a:pt x="1336545" y="363942"/>
                  </a:lnTo>
                  <a:lnTo>
                    <a:pt x="1406889" y="378727"/>
                  </a:lnTo>
                  <a:lnTo>
                    <a:pt x="1477234" y="393147"/>
                  </a:lnTo>
                  <a:lnTo>
                    <a:pt x="1547578" y="407212"/>
                  </a:lnTo>
                  <a:lnTo>
                    <a:pt x="1617923" y="420931"/>
                  </a:lnTo>
                  <a:lnTo>
                    <a:pt x="1688267" y="434311"/>
                  </a:lnTo>
                  <a:lnTo>
                    <a:pt x="1758612" y="447361"/>
                  </a:lnTo>
                  <a:lnTo>
                    <a:pt x="1828956" y="460090"/>
                  </a:lnTo>
                  <a:lnTo>
                    <a:pt x="1899301" y="472505"/>
                  </a:lnTo>
                  <a:lnTo>
                    <a:pt x="1969645" y="484613"/>
                  </a:lnTo>
                  <a:lnTo>
                    <a:pt x="2039990" y="496424"/>
                  </a:lnTo>
                  <a:lnTo>
                    <a:pt x="2110334" y="507943"/>
                  </a:lnTo>
                  <a:lnTo>
                    <a:pt x="2180679" y="519178"/>
                  </a:lnTo>
                  <a:lnTo>
                    <a:pt x="2251023" y="530136"/>
                  </a:lnTo>
                  <a:lnTo>
                    <a:pt x="2321368" y="540824"/>
                  </a:lnTo>
                  <a:lnTo>
                    <a:pt x="2391712" y="551249"/>
                  </a:lnTo>
                  <a:lnTo>
                    <a:pt x="2462057" y="561416"/>
                  </a:lnTo>
                  <a:lnTo>
                    <a:pt x="2532401" y="571333"/>
                  </a:lnTo>
                  <a:lnTo>
                    <a:pt x="2602746" y="581006"/>
                  </a:lnTo>
                  <a:lnTo>
                    <a:pt x="2673090" y="590440"/>
                  </a:lnTo>
                  <a:lnTo>
                    <a:pt x="2743435" y="599641"/>
                  </a:lnTo>
                  <a:lnTo>
                    <a:pt x="2813779" y="608616"/>
                  </a:lnTo>
                  <a:lnTo>
                    <a:pt x="2884124" y="617369"/>
                  </a:lnTo>
                  <a:lnTo>
                    <a:pt x="2954468" y="625907"/>
                  </a:lnTo>
                  <a:lnTo>
                    <a:pt x="3024813" y="634234"/>
                  </a:lnTo>
                  <a:lnTo>
                    <a:pt x="3095157" y="642355"/>
                  </a:lnTo>
                  <a:lnTo>
                    <a:pt x="3165502" y="650277"/>
                  </a:lnTo>
                  <a:lnTo>
                    <a:pt x="3235846" y="658003"/>
                  </a:lnTo>
                  <a:lnTo>
                    <a:pt x="3306191" y="665539"/>
                  </a:lnTo>
                  <a:lnTo>
                    <a:pt x="3376535" y="672889"/>
                  </a:lnTo>
                  <a:lnTo>
                    <a:pt x="3446880" y="680058"/>
                  </a:lnTo>
                  <a:lnTo>
                    <a:pt x="3517224" y="687050"/>
                  </a:lnTo>
                  <a:lnTo>
                    <a:pt x="3587569" y="693870"/>
                  </a:lnTo>
                  <a:lnTo>
                    <a:pt x="3657913" y="700522"/>
                  </a:lnTo>
                  <a:lnTo>
                    <a:pt x="3728257" y="707009"/>
                  </a:lnTo>
                  <a:lnTo>
                    <a:pt x="3798602" y="713337"/>
                  </a:lnTo>
                  <a:lnTo>
                    <a:pt x="3868946" y="719509"/>
                  </a:lnTo>
                  <a:lnTo>
                    <a:pt x="3939291" y="725528"/>
                  </a:lnTo>
                  <a:lnTo>
                    <a:pt x="4009635" y="731400"/>
                  </a:lnTo>
                  <a:lnTo>
                    <a:pt x="4079980" y="737126"/>
                  </a:lnTo>
                  <a:lnTo>
                    <a:pt x="4150324" y="742711"/>
                  </a:lnTo>
                  <a:lnTo>
                    <a:pt x="4220669" y="748159"/>
                  </a:lnTo>
                  <a:lnTo>
                    <a:pt x="4291013" y="753472"/>
                  </a:lnTo>
                  <a:lnTo>
                    <a:pt x="4361358" y="758655"/>
                  </a:lnTo>
                  <a:lnTo>
                    <a:pt x="4431702" y="763709"/>
                  </a:lnTo>
                  <a:lnTo>
                    <a:pt x="4502047" y="768639"/>
                  </a:lnTo>
                  <a:lnTo>
                    <a:pt x="4572391" y="773448"/>
                  </a:lnTo>
                  <a:lnTo>
                    <a:pt x="4642736" y="778137"/>
                  </a:lnTo>
                  <a:lnTo>
                    <a:pt x="4713080" y="782712"/>
                  </a:lnTo>
                  <a:lnTo>
                    <a:pt x="4783425" y="787173"/>
                  </a:lnTo>
                  <a:lnTo>
                    <a:pt x="4853769" y="791525"/>
                  </a:lnTo>
                  <a:lnTo>
                    <a:pt x="4924114" y="795769"/>
                  </a:lnTo>
                  <a:lnTo>
                    <a:pt x="4994458" y="799909"/>
                  </a:lnTo>
                  <a:lnTo>
                    <a:pt x="5064803" y="803946"/>
                  </a:lnTo>
                  <a:lnTo>
                    <a:pt x="5135147" y="807884"/>
                  </a:lnTo>
                  <a:lnTo>
                    <a:pt x="5205492" y="811725"/>
                  </a:lnTo>
                  <a:lnTo>
                    <a:pt x="5275836" y="815472"/>
                  </a:lnTo>
                  <a:lnTo>
                    <a:pt x="5346181" y="819125"/>
                  </a:lnTo>
                  <a:lnTo>
                    <a:pt x="5416525" y="822689"/>
                  </a:lnTo>
                  <a:lnTo>
                    <a:pt x="5486870" y="826165"/>
                  </a:lnTo>
                  <a:lnTo>
                    <a:pt x="5557214" y="829556"/>
                  </a:lnTo>
                  <a:lnTo>
                    <a:pt x="5627559" y="832862"/>
                  </a:lnTo>
                  <a:lnTo>
                    <a:pt x="5697903" y="836088"/>
                  </a:lnTo>
                  <a:lnTo>
                    <a:pt x="5768248" y="839233"/>
                  </a:lnTo>
                  <a:lnTo>
                    <a:pt x="5838592" y="842301"/>
                  </a:lnTo>
                  <a:lnTo>
                    <a:pt x="5908937" y="845294"/>
                  </a:lnTo>
                  <a:lnTo>
                    <a:pt x="5979281" y="848213"/>
                  </a:lnTo>
                  <a:lnTo>
                    <a:pt x="6049626" y="851059"/>
                  </a:lnTo>
                  <a:lnTo>
                    <a:pt x="6119970" y="853836"/>
                  </a:lnTo>
                  <a:lnTo>
                    <a:pt x="6190315" y="856544"/>
                  </a:lnTo>
                  <a:lnTo>
                    <a:pt x="6260659" y="859186"/>
                  </a:lnTo>
                  <a:lnTo>
                    <a:pt x="6331004" y="861762"/>
                  </a:lnTo>
                  <a:lnTo>
                    <a:pt x="6401348" y="864275"/>
                  </a:lnTo>
                  <a:lnTo>
                    <a:pt x="6471693" y="866725"/>
                  </a:lnTo>
                  <a:lnTo>
                    <a:pt x="6542037" y="869116"/>
                  </a:lnTo>
                  <a:lnTo>
                    <a:pt x="6612382" y="871447"/>
                  </a:lnTo>
                  <a:lnTo>
                    <a:pt x="6682726" y="873721"/>
                  </a:lnTo>
                  <a:lnTo>
                    <a:pt x="6753071" y="875939"/>
                  </a:lnTo>
                  <a:lnTo>
                    <a:pt x="6823415" y="878102"/>
                  </a:lnTo>
                  <a:lnTo>
                    <a:pt x="6893760" y="880212"/>
                  </a:lnTo>
                  <a:lnTo>
                    <a:pt x="6964104" y="8822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(1.23-1.45), p_Bonf = &lt;0.001 (n = 6)  |  per IQR decline (Δ = 29.9 %): 2.37 (1.87-3.01)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00362"/>
            </a:xfrm>
            <a:custGeom>
              <a:avLst/>
              <a:pathLst>
                <a:path w="6964104" h="1200362">
                  <a:moveTo>
                    <a:pt x="125825" y="0"/>
                  </a:moveTo>
                  <a:lnTo>
                    <a:pt x="140688" y="8538"/>
                  </a:lnTo>
                  <a:lnTo>
                    <a:pt x="211033" y="47683"/>
                  </a:lnTo>
                  <a:lnTo>
                    <a:pt x="281377" y="85601"/>
                  </a:lnTo>
                  <a:lnTo>
                    <a:pt x="351722" y="122330"/>
                  </a:lnTo>
                  <a:lnTo>
                    <a:pt x="422066" y="157908"/>
                  </a:lnTo>
                  <a:lnTo>
                    <a:pt x="492411" y="192371"/>
                  </a:lnTo>
                  <a:lnTo>
                    <a:pt x="562755" y="225753"/>
                  </a:lnTo>
                  <a:lnTo>
                    <a:pt x="633100" y="258088"/>
                  </a:lnTo>
                  <a:lnTo>
                    <a:pt x="703444" y="289410"/>
                  </a:lnTo>
                  <a:lnTo>
                    <a:pt x="773789" y="319750"/>
                  </a:lnTo>
                  <a:lnTo>
                    <a:pt x="844133" y="349139"/>
                  </a:lnTo>
                  <a:lnTo>
                    <a:pt x="914478" y="377606"/>
                  </a:lnTo>
                  <a:lnTo>
                    <a:pt x="984822" y="405181"/>
                  </a:lnTo>
                  <a:lnTo>
                    <a:pt x="1055167" y="431892"/>
                  </a:lnTo>
                  <a:lnTo>
                    <a:pt x="1125511" y="457765"/>
                  </a:lnTo>
                  <a:lnTo>
                    <a:pt x="1195856" y="482827"/>
                  </a:lnTo>
                  <a:lnTo>
                    <a:pt x="1266200" y="507103"/>
                  </a:lnTo>
                  <a:lnTo>
                    <a:pt x="1336545" y="530618"/>
                  </a:lnTo>
                  <a:lnTo>
                    <a:pt x="1406889" y="553396"/>
                  </a:lnTo>
                  <a:lnTo>
                    <a:pt x="1477234" y="575460"/>
                  </a:lnTo>
                  <a:lnTo>
                    <a:pt x="1547578" y="596833"/>
                  </a:lnTo>
                  <a:lnTo>
                    <a:pt x="1617923" y="617535"/>
                  </a:lnTo>
                  <a:lnTo>
                    <a:pt x="1688267" y="637588"/>
                  </a:lnTo>
                  <a:lnTo>
                    <a:pt x="1758612" y="657013"/>
                  </a:lnTo>
                  <a:lnTo>
                    <a:pt x="1828956" y="675829"/>
                  </a:lnTo>
                  <a:lnTo>
                    <a:pt x="1899301" y="694054"/>
                  </a:lnTo>
                  <a:lnTo>
                    <a:pt x="1969645" y="711709"/>
                  </a:lnTo>
                  <a:lnTo>
                    <a:pt x="2039990" y="728810"/>
                  </a:lnTo>
                  <a:lnTo>
                    <a:pt x="2110334" y="745375"/>
                  </a:lnTo>
                  <a:lnTo>
                    <a:pt x="2180679" y="761420"/>
                  </a:lnTo>
                  <a:lnTo>
                    <a:pt x="2251023" y="776963"/>
                  </a:lnTo>
                  <a:lnTo>
                    <a:pt x="2321368" y="792018"/>
                  </a:lnTo>
                  <a:lnTo>
                    <a:pt x="2391712" y="806602"/>
                  </a:lnTo>
                  <a:lnTo>
                    <a:pt x="2462057" y="820728"/>
                  </a:lnTo>
                  <a:lnTo>
                    <a:pt x="2532401" y="834411"/>
                  </a:lnTo>
                  <a:lnTo>
                    <a:pt x="2602746" y="847665"/>
                  </a:lnTo>
                  <a:lnTo>
                    <a:pt x="2673090" y="860504"/>
                  </a:lnTo>
                  <a:lnTo>
                    <a:pt x="2743435" y="872940"/>
                  </a:lnTo>
                  <a:lnTo>
                    <a:pt x="2813779" y="884987"/>
                  </a:lnTo>
                  <a:lnTo>
                    <a:pt x="2884124" y="896656"/>
                  </a:lnTo>
                  <a:lnTo>
                    <a:pt x="2954468" y="907959"/>
                  </a:lnTo>
                  <a:lnTo>
                    <a:pt x="3024813" y="918907"/>
                  </a:lnTo>
                  <a:lnTo>
                    <a:pt x="3095157" y="929513"/>
                  </a:lnTo>
                  <a:lnTo>
                    <a:pt x="3165502" y="939786"/>
                  </a:lnTo>
                  <a:lnTo>
                    <a:pt x="3235846" y="949736"/>
                  </a:lnTo>
                  <a:lnTo>
                    <a:pt x="3306191" y="958724"/>
                  </a:lnTo>
                  <a:lnTo>
                    <a:pt x="3376535" y="964069"/>
                  </a:lnTo>
                  <a:lnTo>
                    <a:pt x="3446880" y="969319"/>
                  </a:lnTo>
                  <a:lnTo>
                    <a:pt x="3517224" y="974474"/>
                  </a:lnTo>
                  <a:lnTo>
                    <a:pt x="3587569" y="979537"/>
                  </a:lnTo>
                  <a:lnTo>
                    <a:pt x="3657913" y="984510"/>
                  </a:lnTo>
                  <a:lnTo>
                    <a:pt x="3728257" y="989393"/>
                  </a:lnTo>
                  <a:lnTo>
                    <a:pt x="3798602" y="994189"/>
                  </a:lnTo>
                  <a:lnTo>
                    <a:pt x="3868946" y="998899"/>
                  </a:lnTo>
                  <a:lnTo>
                    <a:pt x="3939291" y="1003525"/>
                  </a:lnTo>
                  <a:lnTo>
                    <a:pt x="4009635" y="1008068"/>
                  </a:lnTo>
                  <a:lnTo>
                    <a:pt x="4079980" y="1012530"/>
                  </a:lnTo>
                  <a:lnTo>
                    <a:pt x="4150324" y="1016911"/>
                  </a:lnTo>
                  <a:lnTo>
                    <a:pt x="4220669" y="1021214"/>
                  </a:lnTo>
                  <a:lnTo>
                    <a:pt x="4291013" y="1025441"/>
                  </a:lnTo>
                  <a:lnTo>
                    <a:pt x="4361358" y="1029591"/>
                  </a:lnTo>
                  <a:lnTo>
                    <a:pt x="4431702" y="1033667"/>
                  </a:lnTo>
                  <a:lnTo>
                    <a:pt x="4502047" y="1037670"/>
                  </a:lnTo>
                  <a:lnTo>
                    <a:pt x="4572391" y="1041602"/>
                  </a:lnTo>
                  <a:lnTo>
                    <a:pt x="4642736" y="1045463"/>
                  </a:lnTo>
                  <a:lnTo>
                    <a:pt x="4713080" y="1049255"/>
                  </a:lnTo>
                  <a:lnTo>
                    <a:pt x="4783425" y="1052978"/>
                  </a:lnTo>
                  <a:lnTo>
                    <a:pt x="4853769" y="1056636"/>
                  </a:lnTo>
                  <a:lnTo>
                    <a:pt x="4924114" y="1060228"/>
                  </a:lnTo>
                  <a:lnTo>
                    <a:pt x="4994458" y="1063755"/>
                  </a:lnTo>
                  <a:lnTo>
                    <a:pt x="5064803" y="1067219"/>
                  </a:lnTo>
                  <a:lnTo>
                    <a:pt x="5135147" y="1070622"/>
                  </a:lnTo>
                  <a:lnTo>
                    <a:pt x="5205492" y="1073963"/>
                  </a:lnTo>
                  <a:lnTo>
                    <a:pt x="5275836" y="1077244"/>
                  </a:lnTo>
                  <a:lnTo>
                    <a:pt x="5346181" y="1080467"/>
                  </a:lnTo>
                  <a:lnTo>
                    <a:pt x="5416525" y="1083632"/>
                  </a:lnTo>
                  <a:lnTo>
                    <a:pt x="5486870" y="1086740"/>
                  </a:lnTo>
                  <a:lnTo>
                    <a:pt x="5557214" y="1089793"/>
                  </a:lnTo>
                  <a:lnTo>
                    <a:pt x="5627559" y="1092791"/>
                  </a:lnTo>
                  <a:lnTo>
                    <a:pt x="5697903" y="1095735"/>
                  </a:lnTo>
                  <a:lnTo>
                    <a:pt x="5768248" y="1098627"/>
                  </a:lnTo>
                  <a:lnTo>
                    <a:pt x="5838592" y="1101467"/>
                  </a:lnTo>
                  <a:lnTo>
                    <a:pt x="5908937" y="1104256"/>
                  </a:lnTo>
                  <a:lnTo>
                    <a:pt x="5979281" y="1106995"/>
                  </a:lnTo>
                  <a:lnTo>
                    <a:pt x="6049626" y="1109685"/>
                  </a:lnTo>
                  <a:lnTo>
                    <a:pt x="6119970" y="1112326"/>
                  </a:lnTo>
                  <a:lnTo>
                    <a:pt x="6190315" y="1114921"/>
                  </a:lnTo>
                  <a:lnTo>
                    <a:pt x="6260659" y="1117469"/>
                  </a:lnTo>
                  <a:lnTo>
                    <a:pt x="6331004" y="1119971"/>
                  </a:lnTo>
                  <a:lnTo>
                    <a:pt x="6401348" y="1122429"/>
                  </a:lnTo>
                  <a:lnTo>
                    <a:pt x="6471693" y="1124842"/>
                  </a:lnTo>
                  <a:lnTo>
                    <a:pt x="6542037" y="1127213"/>
                  </a:lnTo>
                  <a:lnTo>
                    <a:pt x="6612382" y="1129541"/>
                  </a:lnTo>
                  <a:lnTo>
                    <a:pt x="6682726" y="1131827"/>
                  </a:lnTo>
                  <a:lnTo>
                    <a:pt x="6753071" y="1134072"/>
                  </a:lnTo>
                  <a:lnTo>
                    <a:pt x="6823415" y="1136277"/>
                  </a:lnTo>
                  <a:lnTo>
                    <a:pt x="6893760" y="1138443"/>
                  </a:lnTo>
                  <a:lnTo>
                    <a:pt x="6964104" y="1140569"/>
                  </a:lnTo>
                  <a:lnTo>
                    <a:pt x="6964104" y="1200362"/>
                  </a:lnTo>
                  <a:lnTo>
                    <a:pt x="6893760" y="1198523"/>
                  </a:lnTo>
                  <a:lnTo>
                    <a:pt x="6823415" y="1196624"/>
                  </a:lnTo>
                  <a:lnTo>
                    <a:pt x="6753071" y="1194663"/>
                  </a:lnTo>
                  <a:lnTo>
                    <a:pt x="6682726" y="1192639"/>
                  </a:lnTo>
                  <a:lnTo>
                    <a:pt x="6612382" y="1190549"/>
                  </a:lnTo>
                  <a:lnTo>
                    <a:pt x="6542037" y="1188392"/>
                  </a:lnTo>
                  <a:lnTo>
                    <a:pt x="6471693" y="1186165"/>
                  </a:lnTo>
                  <a:lnTo>
                    <a:pt x="6401348" y="1183866"/>
                  </a:lnTo>
                  <a:lnTo>
                    <a:pt x="6331004" y="1181493"/>
                  </a:lnTo>
                  <a:lnTo>
                    <a:pt x="6260659" y="1179043"/>
                  </a:lnTo>
                  <a:lnTo>
                    <a:pt x="6190315" y="1176513"/>
                  </a:lnTo>
                  <a:lnTo>
                    <a:pt x="6119970" y="1173902"/>
                  </a:lnTo>
                  <a:lnTo>
                    <a:pt x="6049626" y="1171206"/>
                  </a:lnTo>
                  <a:lnTo>
                    <a:pt x="5979281" y="1168423"/>
                  </a:lnTo>
                  <a:lnTo>
                    <a:pt x="5908937" y="1165549"/>
                  </a:lnTo>
                  <a:lnTo>
                    <a:pt x="5838592" y="1162583"/>
                  </a:lnTo>
                  <a:lnTo>
                    <a:pt x="5768248" y="1159521"/>
                  </a:lnTo>
                  <a:lnTo>
                    <a:pt x="5697903" y="1156359"/>
                  </a:lnTo>
                  <a:lnTo>
                    <a:pt x="5627559" y="1153096"/>
                  </a:lnTo>
                  <a:lnTo>
                    <a:pt x="5557214" y="1149726"/>
                  </a:lnTo>
                  <a:lnTo>
                    <a:pt x="5486870" y="1146248"/>
                  </a:lnTo>
                  <a:lnTo>
                    <a:pt x="5416525" y="1142657"/>
                  </a:lnTo>
                  <a:lnTo>
                    <a:pt x="5346181" y="1138950"/>
                  </a:lnTo>
                  <a:lnTo>
                    <a:pt x="5275836" y="1135123"/>
                  </a:lnTo>
                  <a:lnTo>
                    <a:pt x="5205492" y="1131172"/>
                  </a:lnTo>
                  <a:lnTo>
                    <a:pt x="5135147" y="1127093"/>
                  </a:lnTo>
                  <a:lnTo>
                    <a:pt x="5064803" y="1122882"/>
                  </a:lnTo>
                  <a:lnTo>
                    <a:pt x="4994458" y="1118535"/>
                  </a:lnTo>
                  <a:lnTo>
                    <a:pt x="4924114" y="1114047"/>
                  </a:lnTo>
                  <a:lnTo>
                    <a:pt x="4853769" y="1109414"/>
                  </a:lnTo>
                  <a:lnTo>
                    <a:pt x="4783425" y="1104631"/>
                  </a:lnTo>
                  <a:lnTo>
                    <a:pt x="4713080" y="1099693"/>
                  </a:lnTo>
                  <a:lnTo>
                    <a:pt x="4642736" y="1094595"/>
                  </a:lnTo>
                  <a:lnTo>
                    <a:pt x="4572391" y="1089333"/>
                  </a:lnTo>
                  <a:lnTo>
                    <a:pt x="4502047" y="1083900"/>
                  </a:lnTo>
                  <a:lnTo>
                    <a:pt x="4431702" y="1078291"/>
                  </a:lnTo>
                  <a:lnTo>
                    <a:pt x="4361358" y="1072501"/>
                  </a:lnTo>
                  <a:lnTo>
                    <a:pt x="4291013" y="1066523"/>
                  </a:lnTo>
                  <a:lnTo>
                    <a:pt x="4220669" y="1060352"/>
                  </a:lnTo>
                  <a:lnTo>
                    <a:pt x="4150324" y="1053981"/>
                  </a:lnTo>
                  <a:lnTo>
                    <a:pt x="4079980" y="1047404"/>
                  </a:lnTo>
                  <a:lnTo>
                    <a:pt x="4009635" y="1040614"/>
                  </a:lnTo>
                  <a:lnTo>
                    <a:pt x="3939291" y="1033604"/>
                  </a:lnTo>
                  <a:lnTo>
                    <a:pt x="3868946" y="1026368"/>
                  </a:lnTo>
                  <a:lnTo>
                    <a:pt x="3798602" y="1018897"/>
                  </a:lnTo>
                  <a:lnTo>
                    <a:pt x="3728257" y="1011184"/>
                  </a:lnTo>
                  <a:lnTo>
                    <a:pt x="3657913" y="1003222"/>
                  </a:lnTo>
                  <a:lnTo>
                    <a:pt x="3587569" y="995003"/>
                  </a:lnTo>
                  <a:lnTo>
                    <a:pt x="3517224" y="986517"/>
                  </a:lnTo>
                  <a:lnTo>
                    <a:pt x="3446880" y="977756"/>
                  </a:lnTo>
                  <a:lnTo>
                    <a:pt x="3376535" y="968712"/>
                  </a:lnTo>
                  <a:lnTo>
                    <a:pt x="3306191" y="959375"/>
                  </a:lnTo>
                  <a:lnTo>
                    <a:pt x="3235846" y="953281"/>
                  </a:lnTo>
                  <a:lnTo>
                    <a:pt x="3165502" y="947739"/>
                  </a:lnTo>
                  <a:lnTo>
                    <a:pt x="3095157" y="942096"/>
                  </a:lnTo>
                  <a:lnTo>
                    <a:pt x="3024813" y="936351"/>
                  </a:lnTo>
                  <a:lnTo>
                    <a:pt x="2954468" y="930500"/>
                  </a:lnTo>
                  <a:lnTo>
                    <a:pt x="2884124" y="924543"/>
                  </a:lnTo>
                  <a:lnTo>
                    <a:pt x="2813779" y="918477"/>
                  </a:lnTo>
                  <a:lnTo>
                    <a:pt x="2743435" y="912300"/>
                  </a:lnTo>
                  <a:lnTo>
                    <a:pt x="2673090" y="906011"/>
                  </a:lnTo>
                  <a:lnTo>
                    <a:pt x="2602746" y="899607"/>
                  </a:lnTo>
                  <a:lnTo>
                    <a:pt x="2532401" y="893086"/>
                  </a:lnTo>
                  <a:lnTo>
                    <a:pt x="2462057" y="886447"/>
                  </a:lnTo>
                  <a:lnTo>
                    <a:pt x="2391712" y="879686"/>
                  </a:lnTo>
                  <a:lnTo>
                    <a:pt x="2321368" y="872802"/>
                  </a:lnTo>
                  <a:lnTo>
                    <a:pt x="2251023" y="865793"/>
                  </a:lnTo>
                  <a:lnTo>
                    <a:pt x="2180679" y="858655"/>
                  </a:lnTo>
                  <a:lnTo>
                    <a:pt x="2110334" y="851388"/>
                  </a:lnTo>
                  <a:lnTo>
                    <a:pt x="2039990" y="843988"/>
                  </a:lnTo>
                  <a:lnTo>
                    <a:pt x="1969645" y="836453"/>
                  </a:lnTo>
                  <a:lnTo>
                    <a:pt x="1899301" y="828781"/>
                  </a:lnTo>
                  <a:lnTo>
                    <a:pt x="1828956" y="820969"/>
                  </a:lnTo>
                  <a:lnTo>
                    <a:pt x="1758612" y="813014"/>
                  </a:lnTo>
                  <a:lnTo>
                    <a:pt x="1688267" y="804914"/>
                  </a:lnTo>
                  <a:lnTo>
                    <a:pt x="1617923" y="796667"/>
                  </a:lnTo>
                  <a:lnTo>
                    <a:pt x="1547578" y="788269"/>
                  </a:lnTo>
                  <a:lnTo>
                    <a:pt x="1477234" y="779718"/>
                  </a:lnTo>
                  <a:lnTo>
                    <a:pt x="1406889" y="771012"/>
                  </a:lnTo>
                  <a:lnTo>
                    <a:pt x="1336545" y="762146"/>
                  </a:lnTo>
                  <a:lnTo>
                    <a:pt x="1266200" y="753119"/>
                  </a:lnTo>
                  <a:lnTo>
                    <a:pt x="1195856" y="743927"/>
                  </a:lnTo>
                  <a:lnTo>
                    <a:pt x="1125511" y="734568"/>
                  </a:lnTo>
                  <a:lnTo>
                    <a:pt x="1055167" y="725037"/>
                  </a:lnTo>
                  <a:lnTo>
                    <a:pt x="984822" y="715334"/>
                  </a:lnTo>
                  <a:lnTo>
                    <a:pt x="914478" y="705453"/>
                  </a:lnTo>
                  <a:lnTo>
                    <a:pt x="844133" y="695392"/>
                  </a:lnTo>
                  <a:lnTo>
                    <a:pt x="773789" y="685147"/>
                  </a:lnTo>
                  <a:lnTo>
                    <a:pt x="703444" y="674716"/>
                  </a:lnTo>
                  <a:lnTo>
                    <a:pt x="633100" y="664094"/>
                  </a:lnTo>
                  <a:lnTo>
                    <a:pt x="562755" y="653279"/>
                  </a:lnTo>
                  <a:lnTo>
                    <a:pt x="492411" y="642267"/>
                  </a:lnTo>
                  <a:lnTo>
                    <a:pt x="422066" y="631054"/>
                  </a:lnTo>
                  <a:lnTo>
                    <a:pt x="351722" y="619636"/>
                  </a:lnTo>
                  <a:lnTo>
                    <a:pt x="281377" y="608010"/>
                  </a:lnTo>
                  <a:lnTo>
                    <a:pt x="211033" y="596172"/>
                  </a:lnTo>
                  <a:lnTo>
                    <a:pt x="140688" y="584118"/>
                  </a:lnTo>
                  <a:lnTo>
                    <a:pt x="70344" y="571845"/>
                  </a:lnTo>
                  <a:lnTo>
                    <a:pt x="0" y="559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361137" y="4336484"/>
              <a:ext cx="6838278" cy="1140569"/>
            </a:xfrm>
            <a:custGeom>
              <a:avLst/>
              <a:pathLst>
                <a:path w="6838278" h="1140569">
                  <a:moveTo>
                    <a:pt x="0" y="0"/>
                  </a:moveTo>
                  <a:lnTo>
                    <a:pt x="14863" y="8538"/>
                  </a:lnTo>
                  <a:lnTo>
                    <a:pt x="85207" y="47683"/>
                  </a:lnTo>
                  <a:lnTo>
                    <a:pt x="155552" y="85601"/>
                  </a:lnTo>
                  <a:lnTo>
                    <a:pt x="225896" y="122330"/>
                  </a:lnTo>
                  <a:lnTo>
                    <a:pt x="296241" y="157908"/>
                  </a:lnTo>
                  <a:lnTo>
                    <a:pt x="366585" y="192371"/>
                  </a:lnTo>
                  <a:lnTo>
                    <a:pt x="436930" y="225753"/>
                  </a:lnTo>
                  <a:lnTo>
                    <a:pt x="507274" y="258088"/>
                  </a:lnTo>
                  <a:lnTo>
                    <a:pt x="577619" y="289410"/>
                  </a:lnTo>
                  <a:lnTo>
                    <a:pt x="647963" y="319750"/>
                  </a:lnTo>
                  <a:lnTo>
                    <a:pt x="718308" y="349139"/>
                  </a:lnTo>
                  <a:lnTo>
                    <a:pt x="788652" y="377606"/>
                  </a:lnTo>
                  <a:lnTo>
                    <a:pt x="858997" y="405181"/>
                  </a:lnTo>
                  <a:lnTo>
                    <a:pt x="929341" y="431892"/>
                  </a:lnTo>
                  <a:lnTo>
                    <a:pt x="999686" y="457765"/>
                  </a:lnTo>
                  <a:lnTo>
                    <a:pt x="1070030" y="482827"/>
                  </a:lnTo>
                  <a:lnTo>
                    <a:pt x="1140375" y="507103"/>
                  </a:lnTo>
                  <a:lnTo>
                    <a:pt x="1210719" y="530618"/>
                  </a:lnTo>
                  <a:lnTo>
                    <a:pt x="1281064" y="553396"/>
                  </a:lnTo>
                  <a:lnTo>
                    <a:pt x="1351408" y="575460"/>
                  </a:lnTo>
                  <a:lnTo>
                    <a:pt x="1421753" y="596833"/>
                  </a:lnTo>
                  <a:lnTo>
                    <a:pt x="1492097" y="617535"/>
                  </a:lnTo>
                  <a:lnTo>
                    <a:pt x="1562441" y="637588"/>
                  </a:lnTo>
                  <a:lnTo>
                    <a:pt x="1632786" y="657013"/>
                  </a:lnTo>
                  <a:lnTo>
                    <a:pt x="1703130" y="675829"/>
                  </a:lnTo>
                  <a:lnTo>
                    <a:pt x="1773475" y="694054"/>
                  </a:lnTo>
                  <a:lnTo>
                    <a:pt x="1843819" y="711709"/>
                  </a:lnTo>
                  <a:lnTo>
                    <a:pt x="1914164" y="728810"/>
                  </a:lnTo>
                  <a:lnTo>
                    <a:pt x="1984508" y="745375"/>
                  </a:lnTo>
                  <a:lnTo>
                    <a:pt x="2054853" y="761420"/>
                  </a:lnTo>
                  <a:lnTo>
                    <a:pt x="2125197" y="776963"/>
                  </a:lnTo>
                  <a:lnTo>
                    <a:pt x="2195542" y="792018"/>
                  </a:lnTo>
                  <a:lnTo>
                    <a:pt x="2265886" y="806602"/>
                  </a:lnTo>
                  <a:lnTo>
                    <a:pt x="2336231" y="820728"/>
                  </a:lnTo>
                  <a:lnTo>
                    <a:pt x="2406575" y="834411"/>
                  </a:lnTo>
                  <a:lnTo>
                    <a:pt x="2476920" y="847665"/>
                  </a:lnTo>
                  <a:lnTo>
                    <a:pt x="2547264" y="860504"/>
                  </a:lnTo>
                  <a:lnTo>
                    <a:pt x="2617609" y="872940"/>
                  </a:lnTo>
                  <a:lnTo>
                    <a:pt x="2687953" y="884987"/>
                  </a:lnTo>
                  <a:lnTo>
                    <a:pt x="2758298" y="896656"/>
                  </a:lnTo>
                  <a:lnTo>
                    <a:pt x="2828642" y="907959"/>
                  </a:lnTo>
                  <a:lnTo>
                    <a:pt x="2898987" y="918907"/>
                  </a:lnTo>
                  <a:lnTo>
                    <a:pt x="2969331" y="929513"/>
                  </a:lnTo>
                  <a:lnTo>
                    <a:pt x="3039676" y="939786"/>
                  </a:lnTo>
                  <a:lnTo>
                    <a:pt x="3110020" y="949736"/>
                  </a:lnTo>
                  <a:lnTo>
                    <a:pt x="3180365" y="958724"/>
                  </a:lnTo>
                  <a:lnTo>
                    <a:pt x="3250709" y="964069"/>
                  </a:lnTo>
                  <a:lnTo>
                    <a:pt x="3321054" y="969319"/>
                  </a:lnTo>
                  <a:lnTo>
                    <a:pt x="3391398" y="974474"/>
                  </a:lnTo>
                  <a:lnTo>
                    <a:pt x="3461743" y="979537"/>
                  </a:lnTo>
                  <a:lnTo>
                    <a:pt x="3532087" y="984510"/>
                  </a:lnTo>
                  <a:lnTo>
                    <a:pt x="3602432" y="989393"/>
                  </a:lnTo>
                  <a:lnTo>
                    <a:pt x="3672776" y="994189"/>
                  </a:lnTo>
                  <a:lnTo>
                    <a:pt x="3743121" y="998899"/>
                  </a:lnTo>
                  <a:lnTo>
                    <a:pt x="3813465" y="1003525"/>
                  </a:lnTo>
                  <a:lnTo>
                    <a:pt x="3883810" y="1008068"/>
                  </a:lnTo>
                  <a:lnTo>
                    <a:pt x="3954154" y="1012530"/>
                  </a:lnTo>
                  <a:lnTo>
                    <a:pt x="4024499" y="1016911"/>
                  </a:lnTo>
                  <a:lnTo>
                    <a:pt x="4094843" y="1021214"/>
                  </a:lnTo>
                  <a:lnTo>
                    <a:pt x="4165188" y="1025441"/>
                  </a:lnTo>
                  <a:lnTo>
                    <a:pt x="4235532" y="1029591"/>
                  </a:lnTo>
                  <a:lnTo>
                    <a:pt x="4305877" y="1033667"/>
                  </a:lnTo>
                  <a:lnTo>
                    <a:pt x="4376221" y="1037670"/>
                  </a:lnTo>
                  <a:lnTo>
                    <a:pt x="4446566" y="1041602"/>
                  </a:lnTo>
                  <a:lnTo>
                    <a:pt x="4516910" y="1045463"/>
                  </a:lnTo>
                  <a:lnTo>
                    <a:pt x="4587255" y="1049255"/>
                  </a:lnTo>
                  <a:lnTo>
                    <a:pt x="4657599" y="1052978"/>
                  </a:lnTo>
                  <a:lnTo>
                    <a:pt x="4727944" y="1056636"/>
                  </a:lnTo>
                  <a:lnTo>
                    <a:pt x="4798288" y="1060228"/>
                  </a:lnTo>
                  <a:lnTo>
                    <a:pt x="4868633" y="1063755"/>
                  </a:lnTo>
                  <a:lnTo>
                    <a:pt x="4938977" y="1067219"/>
                  </a:lnTo>
                  <a:lnTo>
                    <a:pt x="5009322" y="1070622"/>
                  </a:lnTo>
                  <a:lnTo>
                    <a:pt x="5079666" y="1073963"/>
                  </a:lnTo>
                  <a:lnTo>
                    <a:pt x="5150011" y="1077244"/>
                  </a:lnTo>
                  <a:lnTo>
                    <a:pt x="5220355" y="1080467"/>
                  </a:lnTo>
                  <a:lnTo>
                    <a:pt x="5290699" y="1083632"/>
                  </a:lnTo>
                  <a:lnTo>
                    <a:pt x="5361044" y="1086740"/>
                  </a:lnTo>
                  <a:lnTo>
                    <a:pt x="5431388" y="1089793"/>
                  </a:lnTo>
                  <a:lnTo>
                    <a:pt x="5501733" y="1092791"/>
                  </a:lnTo>
                  <a:lnTo>
                    <a:pt x="5572077" y="1095735"/>
                  </a:lnTo>
                  <a:lnTo>
                    <a:pt x="5642422" y="1098627"/>
                  </a:lnTo>
                  <a:lnTo>
                    <a:pt x="5712766" y="1101467"/>
                  </a:lnTo>
                  <a:lnTo>
                    <a:pt x="5783111" y="1104256"/>
                  </a:lnTo>
                  <a:lnTo>
                    <a:pt x="5853455" y="1106995"/>
                  </a:lnTo>
                  <a:lnTo>
                    <a:pt x="5923800" y="1109685"/>
                  </a:lnTo>
                  <a:lnTo>
                    <a:pt x="5994144" y="1112326"/>
                  </a:lnTo>
                  <a:lnTo>
                    <a:pt x="6064489" y="1114921"/>
                  </a:lnTo>
                  <a:lnTo>
                    <a:pt x="6134833" y="1117469"/>
                  </a:lnTo>
                  <a:lnTo>
                    <a:pt x="6205178" y="1119971"/>
                  </a:lnTo>
                  <a:lnTo>
                    <a:pt x="6275522" y="1122429"/>
                  </a:lnTo>
                  <a:lnTo>
                    <a:pt x="6345867" y="1124842"/>
                  </a:lnTo>
                  <a:lnTo>
                    <a:pt x="6416211" y="1127213"/>
                  </a:lnTo>
                  <a:lnTo>
                    <a:pt x="6486556" y="1129541"/>
                  </a:lnTo>
                  <a:lnTo>
                    <a:pt x="6556900" y="1131827"/>
                  </a:lnTo>
                  <a:lnTo>
                    <a:pt x="6627245" y="1134072"/>
                  </a:lnTo>
                  <a:lnTo>
                    <a:pt x="6697589" y="1136277"/>
                  </a:lnTo>
                  <a:lnTo>
                    <a:pt x="6767934" y="1138443"/>
                  </a:lnTo>
                  <a:lnTo>
                    <a:pt x="6838278" y="11405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895832"/>
              <a:ext cx="6964104" cy="641014"/>
            </a:xfrm>
            <a:custGeom>
              <a:avLst/>
              <a:pathLst>
                <a:path w="6964104" h="641014">
                  <a:moveTo>
                    <a:pt x="6964104" y="641014"/>
                  </a:moveTo>
                  <a:lnTo>
                    <a:pt x="6893760" y="639175"/>
                  </a:lnTo>
                  <a:lnTo>
                    <a:pt x="6823415" y="637276"/>
                  </a:lnTo>
                  <a:lnTo>
                    <a:pt x="6753071" y="635315"/>
                  </a:lnTo>
                  <a:lnTo>
                    <a:pt x="6682726" y="633291"/>
                  </a:lnTo>
                  <a:lnTo>
                    <a:pt x="6612382" y="631202"/>
                  </a:lnTo>
                  <a:lnTo>
                    <a:pt x="6542037" y="629044"/>
                  </a:lnTo>
                  <a:lnTo>
                    <a:pt x="6471693" y="626817"/>
                  </a:lnTo>
                  <a:lnTo>
                    <a:pt x="6401348" y="624518"/>
                  </a:lnTo>
                  <a:lnTo>
                    <a:pt x="6331004" y="622145"/>
                  </a:lnTo>
                  <a:lnTo>
                    <a:pt x="6260659" y="619695"/>
                  </a:lnTo>
                  <a:lnTo>
                    <a:pt x="6190315" y="617165"/>
                  </a:lnTo>
                  <a:lnTo>
                    <a:pt x="6119970" y="614554"/>
                  </a:lnTo>
                  <a:lnTo>
                    <a:pt x="6049626" y="611858"/>
                  </a:lnTo>
                  <a:lnTo>
                    <a:pt x="5979281" y="609075"/>
                  </a:lnTo>
                  <a:lnTo>
                    <a:pt x="5908937" y="606201"/>
                  </a:lnTo>
                  <a:lnTo>
                    <a:pt x="5838592" y="603235"/>
                  </a:lnTo>
                  <a:lnTo>
                    <a:pt x="5768248" y="600173"/>
                  </a:lnTo>
                  <a:lnTo>
                    <a:pt x="5697903" y="597011"/>
                  </a:lnTo>
                  <a:lnTo>
                    <a:pt x="5627559" y="593748"/>
                  </a:lnTo>
                  <a:lnTo>
                    <a:pt x="5557214" y="590378"/>
                  </a:lnTo>
                  <a:lnTo>
                    <a:pt x="5486870" y="586900"/>
                  </a:lnTo>
                  <a:lnTo>
                    <a:pt x="5416525" y="583309"/>
                  </a:lnTo>
                  <a:lnTo>
                    <a:pt x="5346181" y="579602"/>
                  </a:lnTo>
                  <a:lnTo>
                    <a:pt x="5275836" y="575775"/>
                  </a:lnTo>
                  <a:lnTo>
                    <a:pt x="5205492" y="571824"/>
                  </a:lnTo>
                  <a:lnTo>
                    <a:pt x="5135147" y="567745"/>
                  </a:lnTo>
                  <a:lnTo>
                    <a:pt x="5064803" y="563534"/>
                  </a:lnTo>
                  <a:lnTo>
                    <a:pt x="4994458" y="559187"/>
                  </a:lnTo>
                  <a:lnTo>
                    <a:pt x="4924114" y="554699"/>
                  </a:lnTo>
                  <a:lnTo>
                    <a:pt x="4853769" y="550066"/>
                  </a:lnTo>
                  <a:lnTo>
                    <a:pt x="4783425" y="545283"/>
                  </a:lnTo>
                  <a:lnTo>
                    <a:pt x="4713080" y="540345"/>
                  </a:lnTo>
                  <a:lnTo>
                    <a:pt x="4642736" y="535248"/>
                  </a:lnTo>
                  <a:lnTo>
                    <a:pt x="4572391" y="529985"/>
                  </a:lnTo>
                  <a:lnTo>
                    <a:pt x="4502047" y="524552"/>
                  </a:lnTo>
                  <a:lnTo>
                    <a:pt x="4431702" y="518943"/>
                  </a:lnTo>
                  <a:lnTo>
                    <a:pt x="4361358" y="513153"/>
                  </a:lnTo>
                  <a:lnTo>
                    <a:pt x="4291013" y="507175"/>
                  </a:lnTo>
                  <a:lnTo>
                    <a:pt x="4220669" y="501004"/>
                  </a:lnTo>
                  <a:lnTo>
                    <a:pt x="4150324" y="494633"/>
                  </a:lnTo>
                  <a:lnTo>
                    <a:pt x="4079980" y="488056"/>
                  </a:lnTo>
                  <a:lnTo>
                    <a:pt x="4009635" y="481266"/>
                  </a:lnTo>
                  <a:lnTo>
                    <a:pt x="3939291" y="474256"/>
                  </a:lnTo>
                  <a:lnTo>
                    <a:pt x="3868946" y="467020"/>
                  </a:lnTo>
                  <a:lnTo>
                    <a:pt x="3798602" y="459549"/>
                  </a:lnTo>
                  <a:lnTo>
                    <a:pt x="3728257" y="451837"/>
                  </a:lnTo>
                  <a:lnTo>
                    <a:pt x="3657913" y="443874"/>
                  </a:lnTo>
                  <a:lnTo>
                    <a:pt x="3587569" y="435655"/>
                  </a:lnTo>
                  <a:lnTo>
                    <a:pt x="3517224" y="427169"/>
                  </a:lnTo>
                  <a:lnTo>
                    <a:pt x="3446880" y="418408"/>
                  </a:lnTo>
                  <a:lnTo>
                    <a:pt x="3376535" y="409364"/>
                  </a:lnTo>
                  <a:lnTo>
                    <a:pt x="3306191" y="400027"/>
                  </a:lnTo>
                  <a:lnTo>
                    <a:pt x="3235846" y="393933"/>
                  </a:lnTo>
                  <a:lnTo>
                    <a:pt x="3165502" y="388392"/>
                  </a:lnTo>
                  <a:lnTo>
                    <a:pt x="3095157" y="382749"/>
                  </a:lnTo>
                  <a:lnTo>
                    <a:pt x="3024813" y="377003"/>
                  </a:lnTo>
                  <a:lnTo>
                    <a:pt x="2954468" y="371152"/>
                  </a:lnTo>
                  <a:lnTo>
                    <a:pt x="2884124" y="365195"/>
                  </a:lnTo>
                  <a:lnTo>
                    <a:pt x="2813779" y="359129"/>
                  </a:lnTo>
                  <a:lnTo>
                    <a:pt x="2743435" y="352952"/>
                  </a:lnTo>
                  <a:lnTo>
                    <a:pt x="2673090" y="346663"/>
                  </a:lnTo>
                  <a:lnTo>
                    <a:pt x="2602746" y="340259"/>
                  </a:lnTo>
                  <a:lnTo>
                    <a:pt x="2532401" y="333738"/>
                  </a:lnTo>
                  <a:lnTo>
                    <a:pt x="2462057" y="327099"/>
                  </a:lnTo>
                  <a:lnTo>
                    <a:pt x="2391712" y="320338"/>
                  </a:lnTo>
                  <a:lnTo>
                    <a:pt x="2321368" y="313454"/>
                  </a:lnTo>
                  <a:lnTo>
                    <a:pt x="2251023" y="306445"/>
                  </a:lnTo>
                  <a:lnTo>
                    <a:pt x="2180679" y="299307"/>
                  </a:lnTo>
                  <a:lnTo>
                    <a:pt x="2110334" y="292040"/>
                  </a:lnTo>
                  <a:lnTo>
                    <a:pt x="2039990" y="284640"/>
                  </a:lnTo>
                  <a:lnTo>
                    <a:pt x="1969645" y="277105"/>
                  </a:lnTo>
                  <a:lnTo>
                    <a:pt x="1899301" y="269433"/>
                  </a:lnTo>
                  <a:lnTo>
                    <a:pt x="1828956" y="261621"/>
                  </a:lnTo>
                  <a:lnTo>
                    <a:pt x="1758612" y="253666"/>
                  </a:lnTo>
                  <a:lnTo>
                    <a:pt x="1688267" y="245567"/>
                  </a:lnTo>
                  <a:lnTo>
                    <a:pt x="1617923" y="237319"/>
                  </a:lnTo>
                  <a:lnTo>
                    <a:pt x="1547578" y="228921"/>
                  </a:lnTo>
                  <a:lnTo>
                    <a:pt x="1477234" y="220371"/>
                  </a:lnTo>
                  <a:lnTo>
                    <a:pt x="1406889" y="211664"/>
                  </a:lnTo>
                  <a:lnTo>
                    <a:pt x="1336545" y="202798"/>
                  </a:lnTo>
                  <a:lnTo>
                    <a:pt x="1266200" y="193771"/>
                  </a:lnTo>
                  <a:lnTo>
                    <a:pt x="1195856" y="184579"/>
                  </a:lnTo>
                  <a:lnTo>
                    <a:pt x="1125511" y="175220"/>
                  </a:lnTo>
                  <a:lnTo>
                    <a:pt x="1055167" y="165689"/>
                  </a:lnTo>
                  <a:lnTo>
                    <a:pt x="984822" y="155986"/>
                  </a:lnTo>
                  <a:lnTo>
                    <a:pt x="914478" y="146105"/>
                  </a:lnTo>
                  <a:lnTo>
                    <a:pt x="844133" y="136044"/>
                  </a:lnTo>
                  <a:lnTo>
                    <a:pt x="773789" y="125799"/>
                  </a:lnTo>
                  <a:lnTo>
                    <a:pt x="703444" y="115368"/>
                  </a:lnTo>
                  <a:lnTo>
                    <a:pt x="633100" y="104746"/>
                  </a:lnTo>
                  <a:lnTo>
                    <a:pt x="562755" y="93931"/>
                  </a:lnTo>
                  <a:lnTo>
                    <a:pt x="492411" y="82919"/>
                  </a:lnTo>
                  <a:lnTo>
                    <a:pt x="422066" y="71706"/>
                  </a:lnTo>
                  <a:lnTo>
                    <a:pt x="351722" y="60288"/>
                  </a:lnTo>
                  <a:lnTo>
                    <a:pt x="281377" y="48662"/>
                  </a:lnTo>
                  <a:lnTo>
                    <a:pt x="211033" y="36824"/>
                  </a:lnTo>
                  <a:lnTo>
                    <a:pt x="140688" y="24770"/>
                  </a:lnTo>
                  <a:lnTo>
                    <a:pt x="70344" y="124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629995"/>
              <a:ext cx="6964104" cy="882270"/>
            </a:xfrm>
            <a:custGeom>
              <a:avLst/>
              <a:pathLst>
                <a:path w="6964104" h="882270">
                  <a:moveTo>
                    <a:pt x="0" y="0"/>
                  </a:moveTo>
                  <a:lnTo>
                    <a:pt x="70344" y="23756"/>
                  </a:lnTo>
                  <a:lnTo>
                    <a:pt x="140688" y="46928"/>
                  </a:lnTo>
                  <a:lnTo>
                    <a:pt x="211033" y="69528"/>
                  </a:lnTo>
                  <a:lnTo>
                    <a:pt x="281377" y="91571"/>
                  </a:lnTo>
                  <a:lnTo>
                    <a:pt x="351722" y="113070"/>
                  </a:lnTo>
                  <a:lnTo>
                    <a:pt x="422066" y="134040"/>
                  </a:lnTo>
                  <a:lnTo>
                    <a:pt x="492411" y="154493"/>
                  </a:lnTo>
                  <a:lnTo>
                    <a:pt x="562755" y="174441"/>
                  </a:lnTo>
                  <a:lnTo>
                    <a:pt x="633100" y="193898"/>
                  </a:lnTo>
                  <a:lnTo>
                    <a:pt x="703444" y="212875"/>
                  </a:lnTo>
                  <a:lnTo>
                    <a:pt x="773789" y="231384"/>
                  </a:lnTo>
                  <a:lnTo>
                    <a:pt x="844133" y="249437"/>
                  </a:lnTo>
                  <a:lnTo>
                    <a:pt x="914478" y="267045"/>
                  </a:lnTo>
                  <a:lnTo>
                    <a:pt x="984822" y="284218"/>
                  </a:lnTo>
                  <a:lnTo>
                    <a:pt x="1055167" y="300969"/>
                  </a:lnTo>
                  <a:lnTo>
                    <a:pt x="1125511" y="317306"/>
                  </a:lnTo>
                  <a:lnTo>
                    <a:pt x="1195856" y="333241"/>
                  </a:lnTo>
                  <a:lnTo>
                    <a:pt x="1266200" y="348783"/>
                  </a:lnTo>
                  <a:lnTo>
                    <a:pt x="1336545" y="363942"/>
                  </a:lnTo>
                  <a:lnTo>
                    <a:pt x="1406889" y="378727"/>
                  </a:lnTo>
                  <a:lnTo>
                    <a:pt x="1477234" y="393147"/>
                  </a:lnTo>
                  <a:lnTo>
                    <a:pt x="1547578" y="407212"/>
                  </a:lnTo>
                  <a:lnTo>
                    <a:pt x="1617923" y="420931"/>
                  </a:lnTo>
                  <a:lnTo>
                    <a:pt x="1688267" y="434311"/>
                  </a:lnTo>
                  <a:lnTo>
                    <a:pt x="1758612" y="447361"/>
                  </a:lnTo>
                  <a:lnTo>
                    <a:pt x="1828956" y="460090"/>
                  </a:lnTo>
                  <a:lnTo>
                    <a:pt x="1899301" y="472505"/>
                  </a:lnTo>
                  <a:lnTo>
                    <a:pt x="1969645" y="484613"/>
                  </a:lnTo>
                  <a:lnTo>
                    <a:pt x="2039990" y="496424"/>
                  </a:lnTo>
                  <a:lnTo>
                    <a:pt x="2110334" y="507943"/>
                  </a:lnTo>
                  <a:lnTo>
                    <a:pt x="2180679" y="519178"/>
                  </a:lnTo>
                  <a:lnTo>
                    <a:pt x="2251023" y="530136"/>
                  </a:lnTo>
                  <a:lnTo>
                    <a:pt x="2321368" y="540824"/>
                  </a:lnTo>
                  <a:lnTo>
                    <a:pt x="2391712" y="551249"/>
                  </a:lnTo>
                  <a:lnTo>
                    <a:pt x="2462057" y="561416"/>
                  </a:lnTo>
                  <a:lnTo>
                    <a:pt x="2532401" y="571333"/>
                  </a:lnTo>
                  <a:lnTo>
                    <a:pt x="2602746" y="581006"/>
                  </a:lnTo>
                  <a:lnTo>
                    <a:pt x="2673090" y="590440"/>
                  </a:lnTo>
                  <a:lnTo>
                    <a:pt x="2743435" y="599641"/>
                  </a:lnTo>
                  <a:lnTo>
                    <a:pt x="2813779" y="608616"/>
                  </a:lnTo>
                  <a:lnTo>
                    <a:pt x="2884124" y="617369"/>
                  </a:lnTo>
                  <a:lnTo>
                    <a:pt x="2954468" y="625907"/>
                  </a:lnTo>
                  <a:lnTo>
                    <a:pt x="3024813" y="634234"/>
                  </a:lnTo>
                  <a:lnTo>
                    <a:pt x="3095157" y="642355"/>
                  </a:lnTo>
                  <a:lnTo>
                    <a:pt x="3165502" y="650277"/>
                  </a:lnTo>
                  <a:lnTo>
                    <a:pt x="3235846" y="658003"/>
                  </a:lnTo>
                  <a:lnTo>
                    <a:pt x="3306191" y="665539"/>
                  </a:lnTo>
                  <a:lnTo>
                    <a:pt x="3376535" y="672889"/>
                  </a:lnTo>
                  <a:lnTo>
                    <a:pt x="3446880" y="680058"/>
                  </a:lnTo>
                  <a:lnTo>
                    <a:pt x="3517224" y="687050"/>
                  </a:lnTo>
                  <a:lnTo>
                    <a:pt x="3587569" y="693870"/>
                  </a:lnTo>
                  <a:lnTo>
                    <a:pt x="3657913" y="700522"/>
                  </a:lnTo>
                  <a:lnTo>
                    <a:pt x="3728257" y="707009"/>
                  </a:lnTo>
                  <a:lnTo>
                    <a:pt x="3798602" y="713337"/>
                  </a:lnTo>
                  <a:lnTo>
                    <a:pt x="3868946" y="719509"/>
                  </a:lnTo>
                  <a:lnTo>
                    <a:pt x="3939291" y="725528"/>
                  </a:lnTo>
                  <a:lnTo>
                    <a:pt x="4009635" y="731400"/>
                  </a:lnTo>
                  <a:lnTo>
                    <a:pt x="4079980" y="737126"/>
                  </a:lnTo>
                  <a:lnTo>
                    <a:pt x="4150324" y="742711"/>
                  </a:lnTo>
                  <a:lnTo>
                    <a:pt x="4220669" y="748159"/>
                  </a:lnTo>
                  <a:lnTo>
                    <a:pt x="4291013" y="753472"/>
                  </a:lnTo>
                  <a:lnTo>
                    <a:pt x="4361358" y="758655"/>
                  </a:lnTo>
                  <a:lnTo>
                    <a:pt x="4431702" y="763709"/>
                  </a:lnTo>
                  <a:lnTo>
                    <a:pt x="4502047" y="768639"/>
                  </a:lnTo>
                  <a:lnTo>
                    <a:pt x="4572391" y="773448"/>
                  </a:lnTo>
                  <a:lnTo>
                    <a:pt x="4642736" y="778137"/>
                  </a:lnTo>
                  <a:lnTo>
                    <a:pt x="4713080" y="782712"/>
                  </a:lnTo>
                  <a:lnTo>
                    <a:pt x="4783425" y="787173"/>
                  </a:lnTo>
                  <a:lnTo>
                    <a:pt x="4853769" y="791525"/>
                  </a:lnTo>
                  <a:lnTo>
                    <a:pt x="4924114" y="795769"/>
                  </a:lnTo>
                  <a:lnTo>
                    <a:pt x="4994458" y="799909"/>
                  </a:lnTo>
                  <a:lnTo>
                    <a:pt x="5064803" y="803946"/>
                  </a:lnTo>
                  <a:lnTo>
                    <a:pt x="5135147" y="807884"/>
                  </a:lnTo>
                  <a:lnTo>
                    <a:pt x="5205492" y="811725"/>
                  </a:lnTo>
                  <a:lnTo>
                    <a:pt x="5275836" y="815472"/>
                  </a:lnTo>
                  <a:lnTo>
                    <a:pt x="5346181" y="819125"/>
                  </a:lnTo>
                  <a:lnTo>
                    <a:pt x="5416525" y="822689"/>
                  </a:lnTo>
                  <a:lnTo>
                    <a:pt x="5486870" y="826165"/>
                  </a:lnTo>
                  <a:lnTo>
                    <a:pt x="5557214" y="829556"/>
                  </a:lnTo>
                  <a:lnTo>
                    <a:pt x="5627559" y="832862"/>
                  </a:lnTo>
                  <a:lnTo>
                    <a:pt x="5697903" y="836088"/>
                  </a:lnTo>
                  <a:lnTo>
                    <a:pt x="5768248" y="839233"/>
                  </a:lnTo>
                  <a:lnTo>
                    <a:pt x="5838592" y="842301"/>
                  </a:lnTo>
                  <a:lnTo>
                    <a:pt x="5908937" y="845294"/>
                  </a:lnTo>
                  <a:lnTo>
                    <a:pt x="5979281" y="848213"/>
                  </a:lnTo>
                  <a:lnTo>
                    <a:pt x="6049626" y="851059"/>
                  </a:lnTo>
                  <a:lnTo>
                    <a:pt x="6119970" y="853836"/>
                  </a:lnTo>
                  <a:lnTo>
                    <a:pt x="6190315" y="856544"/>
                  </a:lnTo>
                  <a:lnTo>
                    <a:pt x="6260659" y="859186"/>
                  </a:lnTo>
                  <a:lnTo>
                    <a:pt x="6331004" y="861762"/>
                  </a:lnTo>
                  <a:lnTo>
                    <a:pt x="6401348" y="864275"/>
                  </a:lnTo>
                  <a:lnTo>
                    <a:pt x="6471693" y="866725"/>
                  </a:lnTo>
                  <a:lnTo>
                    <a:pt x="6542037" y="869116"/>
                  </a:lnTo>
                  <a:lnTo>
                    <a:pt x="6612382" y="871447"/>
                  </a:lnTo>
                  <a:lnTo>
                    <a:pt x="6682726" y="873721"/>
                  </a:lnTo>
                  <a:lnTo>
                    <a:pt x="6753071" y="875939"/>
                  </a:lnTo>
                  <a:lnTo>
                    <a:pt x="6823415" y="878102"/>
                  </a:lnTo>
                  <a:lnTo>
                    <a:pt x="6893760" y="880212"/>
                  </a:lnTo>
                  <a:lnTo>
                    <a:pt x="6964104" y="8822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(1.23-1.45), p_Bonf = &lt;0.001 (n = 6)  |  per IQR decline (Δ = 29.9 %): 2.37 (1.87-3.01)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2026-07-22T07:57:17Z</dcterms:modified>
  <cp:category/>
</cp:coreProperties>
</file>