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965262"/>
              <a:ext cx="7403783" cy="3418804"/>
            </a:xfrm>
            <a:custGeom>
              <a:avLst/>
              <a:pathLst>
                <a:path w="7403783" h="3418804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  <a:lnTo>
                    <a:pt x="7403783" y="3418804"/>
                  </a:lnTo>
                  <a:lnTo>
                    <a:pt x="7327150" y="3413459"/>
                  </a:lnTo>
                  <a:lnTo>
                    <a:pt x="7250518" y="3407942"/>
                  </a:lnTo>
                  <a:lnTo>
                    <a:pt x="7173885" y="3402245"/>
                  </a:lnTo>
                  <a:lnTo>
                    <a:pt x="7097253" y="3396365"/>
                  </a:lnTo>
                  <a:lnTo>
                    <a:pt x="7020620" y="3390294"/>
                  </a:lnTo>
                  <a:lnTo>
                    <a:pt x="6943987" y="3384027"/>
                  </a:lnTo>
                  <a:lnTo>
                    <a:pt x="6867355" y="3377557"/>
                  </a:lnTo>
                  <a:lnTo>
                    <a:pt x="6790722" y="3370877"/>
                  </a:lnTo>
                  <a:lnTo>
                    <a:pt x="6714090" y="3363981"/>
                  </a:lnTo>
                  <a:lnTo>
                    <a:pt x="6637457" y="3356862"/>
                  </a:lnTo>
                  <a:lnTo>
                    <a:pt x="6560825" y="3349513"/>
                  </a:lnTo>
                  <a:lnTo>
                    <a:pt x="6484192" y="3341926"/>
                  </a:lnTo>
                  <a:lnTo>
                    <a:pt x="6407560" y="3334093"/>
                  </a:lnTo>
                  <a:lnTo>
                    <a:pt x="6330927" y="3326007"/>
                  </a:lnTo>
                  <a:lnTo>
                    <a:pt x="6254294" y="3317659"/>
                  </a:lnTo>
                  <a:lnTo>
                    <a:pt x="6177662" y="3309041"/>
                  </a:lnTo>
                  <a:lnTo>
                    <a:pt x="6101029" y="3300144"/>
                  </a:lnTo>
                  <a:lnTo>
                    <a:pt x="6024397" y="3290959"/>
                  </a:lnTo>
                  <a:lnTo>
                    <a:pt x="5947764" y="3281477"/>
                  </a:lnTo>
                  <a:lnTo>
                    <a:pt x="5871132" y="3271688"/>
                  </a:lnTo>
                  <a:lnTo>
                    <a:pt x="5794499" y="3261582"/>
                  </a:lnTo>
                  <a:lnTo>
                    <a:pt x="5717867" y="3251149"/>
                  </a:lnTo>
                  <a:lnTo>
                    <a:pt x="5641234" y="3240378"/>
                  </a:lnTo>
                  <a:lnTo>
                    <a:pt x="5564602" y="3229259"/>
                  </a:lnTo>
                  <a:lnTo>
                    <a:pt x="5487969" y="3217780"/>
                  </a:lnTo>
                  <a:lnTo>
                    <a:pt x="5411336" y="3205929"/>
                  </a:lnTo>
                  <a:lnTo>
                    <a:pt x="5334704" y="3193695"/>
                  </a:lnTo>
                  <a:lnTo>
                    <a:pt x="5258071" y="3181065"/>
                  </a:lnTo>
                  <a:lnTo>
                    <a:pt x="5181439" y="3168026"/>
                  </a:lnTo>
                  <a:lnTo>
                    <a:pt x="5104806" y="3154565"/>
                  </a:lnTo>
                  <a:lnTo>
                    <a:pt x="5028174" y="3140668"/>
                  </a:lnTo>
                  <a:lnTo>
                    <a:pt x="4951541" y="3126322"/>
                  </a:lnTo>
                  <a:lnTo>
                    <a:pt x="4874909" y="3111512"/>
                  </a:lnTo>
                  <a:lnTo>
                    <a:pt x="4798276" y="3096222"/>
                  </a:lnTo>
                  <a:lnTo>
                    <a:pt x="4721644" y="3080437"/>
                  </a:lnTo>
                  <a:lnTo>
                    <a:pt x="4645011" y="3064141"/>
                  </a:lnTo>
                  <a:lnTo>
                    <a:pt x="4568378" y="3047318"/>
                  </a:lnTo>
                  <a:lnTo>
                    <a:pt x="4491746" y="3029951"/>
                  </a:lnTo>
                  <a:lnTo>
                    <a:pt x="4415113" y="3012021"/>
                  </a:lnTo>
                  <a:lnTo>
                    <a:pt x="4338481" y="2993512"/>
                  </a:lnTo>
                  <a:lnTo>
                    <a:pt x="4261848" y="2974403"/>
                  </a:lnTo>
                  <a:lnTo>
                    <a:pt x="4185216" y="2954675"/>
                  </a:lnTo>
                  <a:lnTo>
                    <a:pt x="4108583" y="2934310"/>
                  </a:lnTo>
                  <a:lnTo>
                    <a:pt x="4031951" y="2913285"/>
                  </a:lnTo>
                  <a:lnTo>
                    <a:pt x="3955318" y="2891579"/>
                  </a:lnTo>
                  <a:lnTo>
                    <a:pt x="3878685" y="2869172"/>
                  </a:lnTo>
                  <a:lnTo>
                    <a:pt x="3802053" y="2846038"/>
                  </a:lnTo>
                  <a:lnTo>
                    <a:pt x="3725420" y="2822157"/>
                  </a:lnTo>
                  <a:lnTo>
                    <a:pt x="3648788" y="2797502"/>
                  </a:lnTo>
                  <a:lnTo>
                    <a:pt x="3572155" y="2772050"/>
                  </a:lnTo>
                  <a:lnTo>
                    <a:pt x="3495523" y="2745773"/>
                  </a:lnTo>
                  <a:lnTo>
                    <a:pt x="3418890" y="2718647"/>
                  </a:lnTo>
                  <a:lnTo>
                    <a:pt x="3342258" y="2700941"/>
                  </a:lnTo>
                  <a:lnTo>
                    <a:pt x="3265625" y="2684840"/>
                  </a:lnTo>
                  <a:lnTo>
                    <a:pt x="3188993" y="2668445"/>
                  </a:lnTo>
                  <a:lnTo>
                    <a:pt x="3112360" y="2651751"/>
                  </a:lnTo>
                  <a:lnTo>
                    <a:pt x="3035727" y="2634753"/>
                  </a:lnTo>
                  <a:lnTo>
                    <a:pt x="2959095" y="2617444"/>
                  </a:lnTo>
                  <a:lnTo>
                    <a:pt x="2882462" y="2599820"/>
                  </a:lnTo>
                  <a:lnTo>
                    <a:pt x="2805830" y="2581875"/>
                  </a:lnTo>
                  <a:lnTo>
                    <a:pt x="2729197" y="2563603"/>
                  </a:lnTo>
                  <a:lnTo>
                    <a:pt x="2652565" y="2544997"/>
                  </a:lnTo>
                  <a:lnTo>
                    <a:pt x="2575932" y="2526052"/>
                  </a:lnTo>
                  <a:lnTo>
                    <a:pt x="2499300" y="2506761"/>
                  </a:lnTo>
                  <a:lnTo>
                    <a:pt x="2422667" y="2487119"/>
                  </a:lnTo>
                  <a:lnTo>
                    <a:pt x="2346034" y="2467119"/>
                  </a:lnTo>
                  <a:lnTo>
                    <a:pt x="2269402" y="2446754"/>
                  </a:lnTo>
                  <a:lnTo>
                    <a:pt x="2192769" y="2426017"/>
                  </a:lnTo>
                  <a:lnTo>
                    <a:pt x="2116137" y="2404903"/>
                  </a:lnTo>
                  <a:lnTo>
                    <a:pt x="2039504" y="2383403"/>
                  </a:lnTo>
                  <a:lnTo>
                    <a:pt x="1962872" y="2361512"/>
                  </a:lnTo>
                  <a:lnTo>
                    <a:pt x="1886239" y="2339221"/>
                  </a:lnTo>
                  <a:lnTo>
                    <a:pt x="1809607" y="2316524"/>
                  </a:lnTo>
                  <a:lnTo>
                    <a:pt x="1732974" y="2293412"/>
                  </a:lnTo>
                  <a:lnTo>
                    <a:pt x="1656342" y="2269880"/>
                  </a:lnTo>
                  <a:lnTo>
                    <a:pt x="1579709" y="2245918"/>
                  </a:lnTo>
                  <a:lnTo>
                    <a:pt x="1503076" y="2221520"/>
                  </a:lnTo>
                  <a:lnTo>
                    <a:pt x="1426444" y="2196676"/>
                  </a:lnTo>
                  <a:lnTo>
                    <a:pt x="1349811" y="2171379"/>
                  </a:lnTo>
                  <a:lnTo>
                    <a:pt x="1273179" y="2145622"/>
                  </a:lnTo>
                  <a:lnTo>
                    <a:pt x="1196546" y="2119394"/>
                  </a:lnTo>
                  <a:lnTo>
                    <a:pt x="1119914" y="2092688"/>
                  </a:lnTo>
                  <a:lnTo>
                    <a:pt x="1043281" y="2065496"/>
                  </a:lnTo>
                  <a:lnTo>
                    <a:pt x="966649" y="2037807"/>
                  </a:lnTo>
                  <a:lnTo>
                    <a:pt x="890016" y="2009614"/>
                  </a:lnTo>
                  <a:lnTo>
                    <a:pt x="813384" y="1980906"/>
                  </a:lnTo>
                  <a:lnTo>
                    <a:pt x="736751" y="1951675"/>
                  </a:lnTo>
                  <a:lnTo>
                    <a:pt x="660118" y="1921911"/>
                  </a:lnTo>
                  <a:lnTo>
                    <a:pt x="583486" y="1891604"/>
                  </a:lnTo>
                  <a:lnTo>
                    <a:pt x="506853" y="1860745"/>
                  </a:lnTo>
                  <a:lnTo>
                    <a:pt x="430221" y="1829322"/>
                  </a:lnTo>
                  <a:lnTo>
                    <a:pt x="353588" y="1797327"/>
                  </a:lnTo>
                  <a:lnTo>
                    <a:pt x="276956" y="1764749"/>
                  </a:lnTo>
                  <a:lnTo>
                    <a:pt x="200323" y="1731576"/>
                  </a:lnTo>
                  <a:lnTo>
                    <a:pt x="123691" y="1697798"/>
                  </a:lnTo>
                  <a:lnTo>
                    <a:pt x="47058" y="1663405"/>
                  </a:lnTo>
                  <a:lnTo>
                    <a:pt x="0" y="164189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1965262"/>
              <a:ext cx="7403783" cy="3245083"/>
            </a:xfrm>
            <a:custGeom>
              <a:avLst/>
              <a:pathLst>
                <a:path w="7403783" h="3245083">
                  <a:moveTo>
                    <a:pt x="0" y="0"/>
                  </a:moveTo>
                  <a:lnTo>
                    <a:pt x="47058" y="69840"/>
                  </a:lnTo>
                  <a:lnTo>
                    <a:pt x="123691" y="180005"/>
                  </a:lnTo>
                  <a:lnTo>
                    <a:pt x="200323" y="286717"/>
                  </a:lnTo>
                  <a:lnTo>
                    <a:pt x="276956" y="390084"/>
                  </a:lnTo>
                  <a:lnTo>
                    <a:pt x="353588" y="490210"/>
                  </a:lnTo>
                  <a:lnTo>
                    <a:pt x="430221" y="587198"/>
                  </a:lnTo>
                  <a:lnTo>
                    <a:pt x="506853" y="681144"/>
                  </a:lnTo>
                  <a:lnTo>
                    <a:pt x="583486" y="772146"/>
                  </a:lnTo>
                  <a:lnTo>
                    <a:pt x="660118" y="860295"/>
                  </a:lnTo>
                  <a:lnTo>
                    <a:pt x="736751" y="945680"/>
                  </a:lnTo>
                  <a:lnTo>
                    <a:pt x="813384" y="1028389"/>
                  </a:lnTo>
                  <a:lnTo>
                    <a:pt x="890016" y="1108504"/>
                  </a:lnTo>
                  <a:lnTo>
                    <a:pt x="966649" y="1186108"/>
                  </a:lnTo>
                  <a:lnTo>
                    <a:pt x="1043281" y="1261279"/>
                  </a:lnTo>
                  <a:lnTo>
                    <a:pt x="1119914" y="1334094"/>
                  </a:lnTo>
                  <a:lnTo>
                    <a:pt x="1196546" y="1404626"/>
                  </a:lnTo>
                  <a:lnTo>
                    <a:pt x="1273179" y="1472947"/>
                  </a:lnTo>
                  <a:lnTo>
                    <a:pt x="1349811" y="1539126"/>
                  </a:lnTo>
                  <a:lnTo>
                    <a:pt x="1426444" y="1603230"/>
                  </a:lnTo>
                  <a:lnTo>
                    <a:pt x="1503076" y="1665324"/>
                  </a:lnTo>
                  <a:lnTo>
                    <a:pt x="1579709" y="1725472"/>
                  </a:lnTo>
                  <a:lnTo>
                    <a:pt x="1656342" y="1783735"/>
                  </a:lnTo>
                  <a:lnTo>
                    <a:pt x="1732974" y="1840171"/>
                  </a:lnTo>
                  <a:lnTo>
                    <a:pt x="1809607" y="1894837"/>
                  </a:lnTo>
                  <a:lnTo>
                    <a:pt x="1886239" y="1947790"/>
                  </a:lnTo>
                  <a:lnTo>
                    <a:pt x="1962872" y="1999083"/>
                  </a:lnTo>
                  <a:lnTo>
                    <a:pt x="2039504" y="2048768"/>
                  </a:lnTo>
                  <a:lnTo>
                    <a:pt x="2116137" y="2096895"/>
                  </a:lnTo>
                  <a:lnTo>
                    <a:pt x="2192769" y="2143513"/>
                  </a:lnTo>
                  <a:lnTo>
                    <a:pt x="2269402" y="2188670"/>
                  </a:lnTo>
                  <a:lnTo>
                    <a:pt x="2346034" y="2232411"/>
                  </a:lnTo>
                  <a:lnTo>
                    <a:pt x="2422667" y="2274781"/>
                  </a:lnTo>
                  <a:lnTo>
                    <a:pt x="2499300" y="2315823"/>
                  </a:lnTo>
                  <a:lnTo>
                    <a:pt x="2575932" y="2355578"/>
                  </a:lnTo>
                  <a:lnTo>
                    <a:pt x="2652565" y="2394087"/>
                  </a:lnTo>
                  <a:lnTo>
                    <a:pt x="2729197" y="2431388"/>
                  </a:lnTo>
                  <a:lnTo>
                    <a:pt x="2805830" y="2467521"/>
                  </a:lnTo>
                  <a:lnTo>
                    <a:pt x="2882462" y="2502520"/>
                  </a:lnTo>
                  <a:lnTo>
                    <a:pt x="2959095" y="2536422"/>
                  </a:lnTo>
                  <a:lnTo>
                    <a:pt x="3035727" y="2569262"/>
                  </a:lnTo>
                  <a:lnTo>
                    <a:pt x="3112360" y="2601072"/>
                  </a:lnTo>
                  <a:lnTo>
                    <a:pt x="3188993" y="2631884"/>
                  </a:lnTo>
                  <a:lnTo>
                    <a:pt x="3265625" y="2661731"/>
                  </a:lnTo>
                  <a:lnTo>
                    <a:pt x="3342258" y="2690642"/>
                  </a:lnTo>
                  <a:lnTo>
                    <a:pt x="3418890" y="2716754"/>
                  </a:lnTo>
                  <a:lnTo>
                    <a:pt x="3495523" y="2732284"/>
                  </a:lnTo>
                  <a:lnTo>
                    <a:pt x="3572155" y="2747536"/>
                  </a:lnTo>
                  <a:lnTo>
                    <a:pt x="3648788" y="2762515"/>
                  </a:lnTo>
                  <a:lnTo>
                    <a:pt x="3725420" y="2777225"/>
                  </a:lnTo>
                  <a:lnTo>
                    <a:pt x="3802053" y="2791672"/>
                  </a:lnTo>
                  <a:lnTo>
                    <a:pt x="3878685" y="2805860"/>
                  </a:lnTo>
                  <a:lnTo>
                    <a:pt x="3955318" y="2819794"/>
                  </a:lnTo>
                  <a:lnTo>
                    <a:pt x="4031951" y="2833479"/>
                  </a:lnTo>
                  <a:lnTo>
                    <a:pt x="4108583" y="2846918"/>
                  </a:lnTo>
                  <a:lnTo>
                    <a:pt x="4185216" y="2860117"/>
                  </a:lnTo>
                  <a:lnTo>
                    <a:pt x="4261848" y="2873080"/>
                  </a:lnTo>
                  <a:lnTo>
                    <a:pt x="4338481" y="2885810"/>
                  </a:lnTo>
                  <a:lnTo>
                    <a:pt x="4415113" y="2898312"/>
                  </a:lnTo>
                  <a:lnTo>
                    <a:pt x="4491746" y="2910591"/>
                  </a:lnTo>
                  <a:lnTo>
                    <a:pt x="4568378" y="2922649"/>
                  </a:lnTo>
                  <a:lnTo>
                    <a:pt x="4645011" y="2934492"/>
                  </a:lnTo>
                  <a:lnTo>
                    <a:pt x="4721644" y="2946122"/>
                  </a:lnTo>
                  <a:lnTo>
                    <a:pt x="4798276" y="2957545"/>
                  </a:lnTo>
                  <a:lnTo>
                    <a:pt x="4874909" y="2968762"/>
                  </a:lnTo>
                  <a:lnTo>
                    <a:pt x="4951541" y="2979779"/>
                  </a:lnTo>
                  <a:lnTo>
                    <a:pt x="5028174" y="2990599"/>
                  </a:lnTo>
                  <a:lnTo>
                    <a:pt x="5104806" y="3001224"/>
                  </a:lnTo>
                  <a:lnTo>
                    <a:pt x="5181439" y="3011660"/>
                  </a:lnTo>
                  <a:lnTo>
                    <a:pt x="5258071" y="3021909"/>
                  </a:lnTo>
                  <a:lnTo>
                    <a:pt x="5334704" y="3031974"/>
                  </a:lnTo>
                  <a:lnTo>
                    <a:pt x="5411336" y="3041858"/>
                  </a:lnTo>
                  <a:lnTo>
                    <a:pt x="5487969" y="3051566"/>
                  </a:lnTo>
                  <a:lnTo>
                    <a:pt x="5564602" y="3061100"/>
                  </a:lnTo>
                  <a:lnTo>
                    <a:pt x="5641234" y="3070463"/>
                  </a:lnTo>
                  <a:lnTo>
                    <a:pt x="5717867" y="3079659"/>
                  </a:lnTo>
                  <a:lnTo>
                    <a:pt x="5794499" y="3088690"/>
                  </a:lnTo>
                  <a:lnTo>
                    <a:pt x="5871132" y="3097559"/>
                  </a:lnTo>
                  <a:lnTo>
                    <a:pt x="5947764" y="3106269"/>
                  </a:lnTo>
                  <a:lnTo>
                    <a:pt x="6024397" y="3114824"/>
                  </a:lnTo>
                  <a:lnTo>
                    <a:pt x="6101029" y="3123225"/>
                  </a:lnTo>
                  <a:lnTo>
                    <a:pt x="6177662" y="3131475"/>
                  </a:lnTo>
                  <a:lnTo>
                    <a:pt x="6254294" y="3139578"/>
                  </a:lnTo>
                  <a:lnTo>
                    <a:pt x="6330927" y="3147536"/>
                  </a:lnTo>
                  <a:lnTo>
                    <a:pt x="6407560" y="3155351"/>
                  </a:lnTo>
                  <a:lnTo>
                    <a:pt x="6484192" y="3163027"/>
                  </a:lnTo>
                  <a:lnTo>
                    <a:pt x="6560825" y="3170565"/>
                  </a:lnTo>
                  <a:lnTo>
                    <a:pt x="6637457" y="3177968"/>
                  </a:lnTo>
                  <a:lnTo>
                    <a:pt x="6714090" y="3185238"/>
                  </a:lnTo>
                  <a:lnTo>
                    <a:pt x="6790722" y="3192378"/>
                  </a:lnTo>
                  <a:lnTo>
                    <a:pt x="6867355" y="3199390"/>
                  </a:lnTo>
                  <a:lnTo>
                    <a:pt x="6943987" y="3206277"/>
                  </a:lnTo>
                  <a:lnTo>
                    <a:pt x="7020620" y="3213040"/>
                  </a:lnTo>
                  <a:lnTo>
                    <a:pt x="7097253" y="3219682"/>
                  </a:lnTo>
                  <a:lnTo>
                    <a:pt x="7173885" y="3226206"/>
                  </a:lnTo>
                  <a:lnTo>
                    <a:pt x="7250518" y="3232612"/>
                  </a:lnTo>
                  <a:lnTo>
                    <a:pt x="7327150" y="3238904"/>
                  </a:lnTo>
                  <a:lnTo>
                    <a:pt x="7403783" y="3245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07162"/>
              <a:ext cx="7403783" cy="1776904"/>
            </a:xfrm>
            <a:custGeom>
              <a:avLst/>
              <a:pathLst>
                <a:path w="7403783" h="1776904">
                  <a:moveTo>
                    <a:pt x="7403783" y="1776904"/>
                  </a:moveTo>
                  <a:lnTo>
                    <a:pt x="7327150" y="1771559"/>
                  </a:lnTo>
                  <a:lnTo>
                    <a:pt x="7250518" y="1766042"/>
                  </a:lnTo>
                  <a:lnTo>
                    <a:pt x="7173885" y="1760346"/>
                  </a:lnTo>
                  <a:lnTo>
                    <a:pt x="7097253" y="1754465"/>
                  </a:lnTo>
                  <a:lnTo>
                    <a:pt x="7020620" y="1748394"/>
                  </a:lnTo>
                  <a:lnTo>
                    <a:pt x="6943987" y="1742127"/>
                  </a:lnTo>
                  <a:lnTo>
                    <a:pt x="6867355" y="1735657"/>
                  </a:lnTo>
                  <a:lnTo>
                    <a:pt x="6790722" y="1728977"/>
                  </a:lnTo>
                  <a:lnTo>
                    <a:pt x="6714090" y="1722081"/>
                  </a:lnTo>
                  <a:lnTo>
                    <a:pt x="6637457" y="1714962"/>
                  </a:lnTo>
                  <a:lnTo>
                    <a:pt x="6560825" y="1707613"/>
                  </a:lnTo>
                  <a:lnTo>
                    <a:pt x="6484192" y="1700026"/>
                  </a:lnTo>
                  <a:lnTo>
                    <a:pt x="6407560" y="1692193"/>
                  </a:lnTo>
                  <a:lnTo>
                    <a:pt x="6330927" y="1684107"/>
                  </a:lnTo>
                  <a:lnTo>
                    <a:pt x="6254294" y="1675759"/>
                  </a:lnTo>
                  <a:lnTo>
                    <a:pt x="6177662" y="1667141"/>
                  </a:lnTo>
                  <a:lnTo>
                    <a:pt x="6101029" y="1658244"/>
                  </a:lnTo>
                  <a:lnTo>
                    <a:pt x="6024397" y="1649059"/>
                  </a:lnTo>
                  <a:lnTo>
                    <a:pt x="5947764" y="1639577"/>
                  </a:lnTo>
                  <a:lnTo>
                    <a:pt x="5871132" y="1629788"/>
                  </a:lnTo>
                  <a:lnTo>
                    <a:pt x="5794499" y="1619682"/>
                  </a:lnTo>
                  <a:lnTo>
                    <a:pt x="5717867" y="1609249"/>
                  </a:lnTo>
                  <a:lnTo>
                    <a:pt x="5641234" y="1598478"/>
                  </a:lnTo>
                  <a:lnTo>
                    <a:pt x="5564602" y="1587359"/>
                  </a:lnTo>
                  <a:lnTo>
                    <a:pt x="5487969" y="1575880"/>
                  </a:lnTo>
                  <a:lnTo>
                    <a:pt x="5411336" y="1564029"/>
                  </a:lnTo>
                  <a:lnTo>
                    <a:pt x="5334704" y="1551795"/>
                  </a:lnTo>
                  <a:lnTo>
                    <a:pt x="5258071" y="1539165"/>
                  </a:lnTo>
                  <a:lnTo>
                    <a:pt x="5181439" y="1526126"/>
                  </a:lnTo>
                  <a:lnTo>
                    <a:pt x="5104806" y="1512665"/>
                  </a:lnTo>
                  <a:lnTo>
                    <a:pt x="5028174" y="1498769"/>
                  </a:lnTo>
                  <a:lnTo>
                    <a:pt x="4951541" y="1484422"/>
                  </a:lnTo>
                  <a:lnTo>
                    <a:pt x="4874909" y="1469612"/>
                  </a:lnTo>
                  <a:lnTo>
                    <a:pt x="4798276" y="1454322"/>
                  </a:lnTo>
                  <a:lnTo>
                    <a:pt x="4721644" y="1438537"/>
                  </a:lnTo>
                  <a:lnTo>
                    <a:pt x="4645011" y="1422242"/>
                  </a:lnTo>
                  <a:lnTo>
                    <a:pt x="4568378" y="1405419"/>
                  </a:lnTo>
                  <a:lnTo>
                    <a:pt x="4491746" y="1388051"/>
                  </a:lnTo>
                  <a:lnTo>
                    <a:pt x="4415113" y="1370122"/>
                  </a:lnTo>
                  <a:lnTo>
                    <a:pt x="4338481" y="1351612"/>
                  </a:lnTo>
                  <a:lnTo>
                    <a:pt x="4261848" y="1332503"/>
                  </a:lnTo>
                  <a:lnTo>
                    <a:pt x="4185216" y="1312775"/>
                  </a:lnTo>
                  <a:lnTo>
                    <a:pt x="4108583" y="1292410"/>
                  </a:lnTo>
                  <a:lnTo>
                    <a:pt x="4031951" y="1271385"/>
                  </a:lnTo>
                  <a:lnTo>
                    <a:pt x="3955318" y="1249679"/>
                  </a:lnTo>
                  <a:lnTo>
                    <a:pt x="3878685" y="1227272"/>
                  </a:lnTo>
                  <a:lnTo>
                    <a:pt x="3802053" y="1204139"/>
                  </a:lnTo>
                  <a:lnTo>
                    <a:pt x="3725420" y="1180257"/>
                  </a:lnTo>
                  <a:lnTo>
                    <a:pt x="3648788" y="1155602"/>
                  </a:lnTo>
                  <a:lnTo>
                    <a:pt x="3572155" y="1130150"/>
                  </a:lnTo>
                  <a:lnTo>
                    <a:pt x="3495523" y="1103873"/>
                  </a:lnTo>
                  <a:lnTo>
                    <a:pt x="3418890" y="1076747"/>
                  </a:lnTo>
                  <a:lnTo>
                    <a:pt x="3342258" y="1059041"/>
                  </a:lnTo>
                  <a:lnTo>
                    <a:pt x="3265625" y="1042940"/>
                  </a:lnTo>
                  <a:lnTo>
                    <a:pt x="3188993" y="1026545"/>
                  </a:lnTo>
                  <a:lnTo>
                    <a:pt x="3112360" y="1009851"/>
                  </a:lnTo>
                  <a:lnTo>
                    <a:pt x="3035727" y="992853"/>
                  </a:lnTo>
                  <a:lnTo>
                    <a:pt x="2959095" y="975544"/>
                  </a:lnTo>
                  <a:lnTo>
                    <a:pt x="2882462" y="957921"/>
                  </a:lnTo>
                  <a:lnTo>
                    <a:pt x="2805830" y="939975"/>
                  </a:lnTo>
                  <a:lnTo>
                    <a:pt x="2729197" y="921703"/>
                  </a:lnTo>
                  <a:lnTo>
                    <a:pt x="2652565" y="903097"/>
                  </a:lnTo>
                  <a:lnTo>
                    <a:pt x="2575932" y="884152"/>
                  </a:lnTo>
                  <a:lnTo>
                    <a:pt x="2499300" y="864862"/>
                  </a:lnTo>
                  <a:lnTo>
                    <a:pt x="2422667" y="845219"/>
                  </a:lnTo>
                  <a:lnTo>
                    <a:pt x="2346034" y="825219"/>
                  </a:lnTo>
                  <a:lnTo>
                    <a:pt x="2269402" y="804854"/>
                  </a:lnTo>
                  <a:lnTo>
                    <a:pt x="2192769" y="784118"/>
                  </a:lnTo>
                  <a:lnTo>
                    <a:pt x="2116137" y="763003"/>
                  </a:lnTo>
                  <a:lnTo>
                    <a:pt x="2039504" y="741503"/>
                  </a:lnTo>
                  <a:lnTo>
                    <a:pt x="1962872" y="719612"/>
                  </a:lnTo>
                  <a:lnTo>
                    <a:pt x="1886239" y="697321"/>
                  </a:lnTo>
                  <a:lnTo>
                    <a:pt x="1809607" y="674624"/>
                  </a:lnTo>
                  <a:lnTo>
                    <a:pt x="1732974" y="651513"/>
                  </a:lnTo>
                  <a:lnTo>
                    <a:pt x="1656342" y="627980"/>
                  </a:lnTo>
                  <a:lnTo>
                    <a:pt x="1579709" y="604018"/>
                  </a:lnTo>
                  <a:lnTo>
                    <a:pt x="1503076" y="579620"/>
                  </a:lnTo>
                  <a:lnTo>
                    <a:pt x="1426444" y="554776"/>
                  </a:lnTo>
                  <a:lnTo>
                    <a:pt x="1349811" y="529480"/>
                  </a:lnTo>
                  <a:lnTo>
                    <a:pt x="1273179" y="503722"/>
                  </a:lnTo>
                  <a:lnTo>
                    <a:pt x="1196546" y="477494"/>
                  </a:lnTo>
                  <a:lnTo>
                    <a:pt x="1119914" y="450788"/>
                  </a:lnTo>
                  <a:lnTo>
                    <a:pt x="1043281" y="423596"/>
                  </a:lnTo>
                  <a:lnTo>
                    <a:pt x="966649" y="395907"/>
                  </a:lnTo>
                  <a:lnTo>
                    <a:pt x="890016" y="367714"/>
                  </a:lnTo>
                  <a:lnTo>
                    <a:pt x="813384" y="339006"/>
                  </a:lnTo>
                  <a:lnTo>
                    <a:pt x="736751" y="309775"/>
                  </a:lnTo>
                  <a:lnTo>
                    <a:pt x="660118" y="280011"/>
                  </a:lnTo>
                  <a:lnTo>
                    <a:pt x="583486" y="249704"/>
                  </a:lnTo>
                  <a:lnTo>
                    <a:pt x="506853" y="218845"/>
                  </a:lnTo>
                  <a:lnTo>
                    <a:pt x="430221" y="187422"/>
                  </a:lnTo>
                  <a:lnTo>
                    <a:pt x="353588" y="155427"/>
                  </a:lnTo>
                  <a:lnTo>
                    <a:pt x="276956" y="122849"/>
                  </a:lnTo>
                  <a:lnTo>
                    <a:pt x="200323" y="89676"/>
                  </a:lnTo>
                  <a:lnTo>
                    <a:pt x="123691" y="55898"/>
                  </a:lnTo>
                  <a:lnTo>
                    <a:pt x="47058" y="2150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11006"/>
              <a:ext cx="7403783" cy="2401642"/>
            </a:xfrm>
            <a:custGeom>
              <a:avLst/>
              <a:pathLst>
                <a:path w="7403783" h="2401642">
                  <a:moveTo>
                    <a:pt x="0" y="0"/>
                  </a:moveTo>
                  <a:lnTo>
                    <a:pt x="47058" y="40321"/>
                  </a:lnTo>
                  <a:lnTo>
                    <a:pt x="123691" y="104364"/>
                  </a:lnTo>
                  <a:lnTo>
                    <a:pt x="200323" y="166829"/>
                  </a:lnTo>
                  <a:lnTo>
                    <a:pt x="276956" y="227753"/>
                  </a:lnTo>
                  <a:lnTo>
                    <a:pt x="353588" y="287175"/>
                  </a:lnTo>
                  <a:lnTo>
                    <a:pt x="430221" y="345133"/>
                  </a:lnTo>
                  <a:lnTo>
                    <a:pt x="506853" y="401662"/>
                  </a:lnTo>
                  <a:lnTo>
                    <a:pt x="583486" y="456797"/>
                  </a:lnTo>
                  <a:lnTo>
                    <a:pt x="660118" y="510573"/>
                  </a:lnTo>
                  <a:lnTo>
                    <a:pt x="736751" y="563024"/>
                  </a:lnTo>
                  <a:lnTo>
                    <a:pt x="813384" y="614181"/>
                  </a:lnTo>
                  <a:lnTo>
                    <a:pt x="890016" y="664077"/>
                  </a:lnTo>
                  <a:lnTo>
                    <a:pt x="966649" y="712744"/>
                  </a:lnTo>
                  <a:lnTo>
                    <a:pt x="1043281" y="760210"/>
                  </a:lnTo>
                  <a:lnTo>
                    <a:pt x="1119914" y="806506"/>
                  </a:lnTo>
                  <a:lnTo>
                    <a:pt x="1196546" y="851662"/>
                  </a:lnTo>
                  <a:lnTo>
                    <a:pt x="1273179" y="895703"/>
                  </a:lnTo>
                  <a:lnTo>
                    <a:pt x="1349811" y="938660"/>
                  </a:lnTo>
                  <a:lnTo>
                    <a:pt x="1426444" y="980557"/>
                  </a:lnTo>
                  <a:lnTo>
                    <a:pt x="1503076" y="1021421"/>
                  </a:lnTo>
                  <a:lnTo>
                    <a:pt x="1579709" y="1061278"/>
                  </a:lnTo>
                  <a:lnTo>
                    <a:pt x="1656342" y="1100152"/>
                  </a:lnTo>
                  <a:lnTo>
                    <a:pt x="1732974" y="1138069"/>
                  </a:lnTo>
                  <a:lnTo>
                    <a:pt x="1809607" y="1175050"/>
                  </a:lnTo>
                  <a:lnTo>
                    <a:pt x="1886239" y="1211120"/>
                  </a:lnTo>
                  <a:lnTo>
                    <a:pt x="1962872" y="1246300"/>
                  </a:lnTo>
                  <a:lnTo>
                    <a:pt x="2039504" y="1280613"/>
                  </a:lnTo>
                  <a:lnTo>
                    <a:pt x="2116137" y="1314081"/>
                  </a:lnTo>
                  <a:lnTo>
                    <a:pt x="2192769" y="1346723"/>
                  </a:lnTo>
                  <a:lnTo>
                    <a:pt x="2269402" y="1378561"/>
                  </a:lnTo>
                  <a:lnTo>
                    <a:pt x="2346034" y="1409613"/>
                  </a:lnTo>
                  <a:lnTo>
                    <a:pt x="2422667" y="1439900"/>
                  </a:lnTo>
                  <a:lnTo>
                    <a:pt x="2499300" y="1469441"/>
                  </a:lnTo>
                  <a:lnTo>
                    <a:pt x="2575932" y="1498253"/>
                  </a:lnTo>
                  <a:lnTo>
                    <a:pt x="2652565" y="1526355"/>
                  </a:lnTo>
                  <a:lnTo>
                    <a:pt x="2729197" y="1553765"/>
                  </a:lnTo>
                  <a:lnTo>
                    <a:pt x="2805830" y="1580498"/>
                  </a:lnTo>
                  <a:lnTo>
                    <a:pt x="2882462" y="1606573"/>
                  </a:lnTo>
                  <a:lnTo>
                    <a:pt x="2959095" y="1632005"/>
                  </a:lnTo>
                  <a:lnTo>
                    <a:pt x="3035727" y="1656809"/>
                  </a:lnTo>
                  <a:lnTo>
                    <a:pt x="3112360" y="1681003"/>
                  </a:lnTo>
                  <a:lnTo>
                    <a:pt x="3188993" y="1704600"/>
                  </a:lnTo>
                  <a:lnTo>
                    <a:pt x="3265625" y="1727615"/>
                  </a:lnTo>
                  <a:lnTo>
                    <a:pt x="3342258" y="1750063"/>
                  </a:lnTo>
                  <a:lnTo>
                    <a:pt x="3418890" y="1771957"/>
                  </a:lnTo>
                  <a:lnTo>
                    <a:pt x="3495523" y="1793312"/>
                  </a:lnTo>
                  <a:lnTo>
                    <a:pt x="3572155" y="1814140"/>
                  </a:lnTo>
                  <a:lnTo>
                    <a:pt x="3648788" y="1834455"/>
                  </a:lnTo>
                  <a:lnTo>
                    <a:pt x="3725420" y="1854269"/>
                  </a:lnTo>
                  <a:lnTo>
                    <a:pt x="3802053" y="1873594"/>
                  </a:lnTo>
                  <a:lnTo>
                    <a:pt x="3878685" y="1892443"/>
                  </a:lnTo>
                  <a:lnTo>
                    <a:pt x="3955318" y="1910828"/>
                  </a:lnTo>
                  <a:lnTo>
                    <a:pt x="4031951" y="1928759"/>
                  </a:lnTo>
                  <a:lnTo>
                    <a:pt x="4108583" y="1946248"/>
                  </a:lnTo>
                  <a:lnTo>
                    <a:pt x="4185216" y="1963306"/>
                  </a:lnTo>
                  <a:lnTo>
                    <a:pt x="4261848" y="1979944"/>
                  </a:lnTo>
                  <a:lnTo>
                    <a:pt x="4338481" y="1996171"/>
                  </a:lnTo>
                  <a:lnTo>
                    <a:pt x="4415113" y="2011999"/>
                  </a:lnTo>
                  <a:lnTo>
                    <a:pt x="4491746" y="2027436"/>
                  </a:lnTo>
                  <a:lnTo>
                    <a:pt x="4568378" y="2042492"/>
                  </a:lnTo>
                  <a:lnTo>
                    <a:pt x="4645011" y="2057178"/>
                  </a:lnTo>
                  <a:lnTo>
                    <a:pt x="4721644" y="2071501"/>
                  </a:lnTo>
                  <a:lnTo>
                    <a:pt x="4798276" y="2085471"/>
                  </a:lnTo>
                  <a:lnTo>
                    <a:pt x="4874909" y="2099097"/>
                  </a:lnTo>
                  <a:lnTo>
                    <a:pt x="4951541" y="2112387"/>
                  </a:lnTo>
                  <a:lnTo>
                    <a:pt x="5028174" y="2125350"/>
                  </a:lnTo>
                  <a:lnTo>
                    <a:pt x="5104806" y="2137993"/>
                  </a:lnTo>
                  <a:lnTo>
                    <a:pt x="5181439" y="2150324"/>
                  </a:lnTo>
                  <a:lnTo>
                    <a:pt x="5258071" y="2162351"/>
                  </a:lnTo>
                  <a:lnTo>
                    <a:pt x="5334704" y="2174082"/>
                  </a:lnTo>
                  <a:lnTo>
                    <a:pt x="5411336" y="2185523"/>
                  </a:lnTo>
                  <a:lnTo>
                    <a:pt x="5487969" y="2196682"/>
                  </a:lnTo>
                  <a:lnTo>
                    <a:pt x="5564602" y="2207567"/>
                  </a:lnTo>
                  <a:lnTo>
                    <a:pt x="5641234" y="2218183"/>
                  </a:lnTo>
                  <a:lnTo>
                    <a:pt x="5717867" y="2228537"/>
                  </a:lnTo>
                  <a:lnTo>
                    <a:pt x="5794499" y="2238636"/>
                  </a:lnTo>
                  <a:lnTo>
                    <a:pt x="5871132" y="2248486"/>
                  </a:lnTo>
                  <a:lnTo>
                    <a:pt x="5947764" y="2258093"/>
                  </a:lnTo>
                  <a:lnTo>
                    <a:pt x="6024397" y="2267464"/>
                  </a:lnTo>
                  <a:lnTo>
                    <a:pt x="6101029" y="2276603"/>
                  </a:lnTo>
                  <a:lnTo>
                    <a:pt x="6177662" y="2285517"/>
                  </a:lnTo>
                  <a:lnTo>
                    <a:pt x="6254294" y="2294212"/>
                  </a:lnTo>
                  <a:lnTo>
                    <a:pt x="6330927" y="2302692"/>
                  </a:lnTo>
                  <a:lnTo>
                    <a:pt x="6407560" y="2310963"/>
                  </a:lnTo>
                  <a:lnTo>
                    <a:pt x="6484192" y="2319030"/>
                  </a:lnTo>
                  <a:lnTo>
                    <a:pt x="6560825" y="2326898"/>
                  </a:lnTo>
                  <a:lnTo>
                    <a:pt x="6637457" y="2334572"/>
                  </a:lnTo>
                  <a:lnTo>
                    <a:pt x="6714090" y="2342057"/>
                  </a:lnTo>
                  <a:lnTo>
                    <a:pt x="6790722" y="2349358"/>
                  </a:lnTo>
                  <a:lnTo>
                    <a:pt x="6867355" y="2356478"/>
                  </a:lnTo>
                  <a:lnTo>
                    <a:pt x="6943987" y="2363423"/>
                  </a:lnTo>
                  <a:lnTo>
                    <a:pt x="7020620" y="2370197"/>
                  </a:lnTo>
                  <a:lnTo>
                    <a:pt x="7097253" y="2376804"/>
                  </a:lnTo>
                  <a:lnTo>
                    <a:pt x="7173885" y="2383248"/>
                  </a:lnTo>
                  <a:lnTo>
                    <a:pt x="7250518" y="2389533"/>
                  </a:lnTo>
                  <a:lnTo>
                    <a:pt x="7327150" y="2395663"/>
                  </a:lnTo>
                  <a:lnTo>
                    <a:pt x="7403783" y="2401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2026-05-26T09:05:48Z</dcterms:modified>
  <cp:category/>
</cp:coreProperties>
</file>