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06122"/>
            </a:xfrm>
            <a:custGeom>
              <a:avLst/>
              <a:pathLst>
                <a:path w="7090630" h="3406122">
                  <a:moveTo>
                    <a:pt x="1092093" y="0"/>
                  </a:moveTo>
                  <a:lnTo>
                    <a:pt x="1145960" y="117630"/>
                  </a:lnTo>
                  <a:lnTo>
                    <a:pt x="1217582" y="267090"/>
                  </a:lnTo>
                  <a:lnTo>
                    <a:pt x="1289205" y="409914"/>
                  </a:lnTo>
                  <a:lnTo>
                    <a:pt x="1360827" y="546396"/>
                  </a:lnTo>
                  <a:lnTo>
                    <a:pt x="1432450" y="676818"/>
                  </a:lnTo>
                  <a:lnTo>
                    <a:pt x="1504073" y="801450"/>
                  </a:lnTo>
                  <a:lnTo>
                    <a:pt x="1575695" y="920547"/>
                  </a:lnTo>
                  <a:lnTo>
                    <a:pt x="1647318" y="1034356"/>
                  </a:lnTo>
                  <a:lnTo>
                    <a:pt x="1718940" y="1143113"/>
                  </a:lnTo>
                  <a:lnTo>
                    <a:pt x="1790563" y="1247040"/>
                  </a:lnTo>
                  <a:lnTo>
                    <a:pt x="1862185" y="1346353"/>
                  </a:lnTo>
                  <a:lnTo>
                    <a:pt x="1933808" y="1441256"/>
                  </a:lnTo>
                  <a:lnTo>
                    <a:pt x="2005430" y="1531945"/>
                  </a:lnTo>
                  <a:lnTo>
                    <a:pt x="2077053" y="1618608"/>
                  </a:lnTo>
                  <a:lnTo>
                    <a:pt x="2148675" y="1701422"/>
                  </a:lnTo>
                  <a:lnTo>
                    <a:pt x="2220298" y="1780560"/>
                  </a:lnTo>
                  <a:lnTo>
                    <a:pt x="2291920" y="1856184"/>
                  </a:lnTo>
                  <a:lnTo>
                    <a:pt x="2363543" y="1928449"/>
                  </a:lnTo>
                  <a:lnTo>
                    <a:pt x="2435165" y="1997507"/>
                  </a:lnTo>
                  <a:lnTo>
                    <a:pt x="2506788" y="2063498"/>
                  </a:lnTo>
                  <a:lnTo>
                    <a:pt x="2578410" y="2126559"/>
                  </a:lnTo>
                  <a:lnTo>
                    <a:pt x="2650033" y="2186820"/>
                  </a:lnTo>
                  <a:lnTo>
                    <a:pt x="2721655" y="2244405"/>
                  </a:lnTo>
                  <a:lnTo>
                    <a:pt x="2793278" y="2299433"/>
                  </a:lnTo>
                  <a:lnTo>
                    <a:pt x="2864901" y="2352018"/>
                  </a:lnTo>
                  <a:lnTo>
                    <a:pt x="2936523" y="2402269"/>
                  </a:lnTo>
                  <a:lnTo>
                    <a:pt x="3008146" y="2450288"/>
                  </a:lnTo>
                  <a:lnTo>
                    <a:pt x="3079768" y="2496175"/>
                  </a:lnTo>
                  <a:lnTo>
                    <a:pt x="3151391" y="2540024"/>
                  </a:lnTo>
                  <a:lnTo>
                    <a:pt x="3223013" y="2581927"/>
                  </a:lnTo>
                  <a:lnTo>
                    <a:pt x="3294636" y="2621969"/>
                  </a:lnTo>
                  <a:lnTo>
                    <a:pt x="3366258" y="2656161"/>
                  </a:lnTo>
                  <a:lnTo>
                    <a:pt x="3437881" y="2667913"/>
                  </a:lnTo>
                  <a:lnTo>
                    <a:pt x="3509503" y="2679498"/>
                  </a:lnTo>
                  <a:lnTo>
                    <a:pt x="3581126" y="2690918"/>
                  </a:lnTo>
                  <a:lnTo>
                    <a:pt x="3652748" y="2702177"/>
                  </a:lnTo>
                  <a:lnTo>
                    <a:pt x="3724371" y="2713275"/>
                  </a:lnTo>
                  <a:lnTo>
                    <a:pt x="3795993" y="2724216"/>
                  </a:lnTo>
                  <a:lnTo>
                    <a:pt x="3867616" y="2735001"/>
                  </a:lnTo>
                  <a:lnTo>
                    <a:pt x="3939238" y="2745633"/>
                  </a:lnTo>
                  <a:lnTo>
                    <a:pt x="4010861" y="2756115"/>
                  </a:lnTo>
                  <a:lnTo>
                    <a:pt x="4082483" y="2766447"/>
                  </a:lnTo>
                  <a:lnTo>
                    <a:pt x="4154106" y="2776633"/>
                  </a:lnTo>
                  <a:lnTo>
                    <a:pt x="4225729" y="2786674"/>
                  </a:lnTo>
                  <a:lnTo>
                    <a:pt x="4297351" y="2796573"/>
                  </a:lnTo>
                  <a:lnTo>
                    <a:pt x="4368974" y="2806331"/>
                  </a:lnTo>
                  <a:lnTo>
                    <a:pt x="4440596" y="2815950"/>
                  </a:lnTo>
                  <a:lnTo>
                    <a:pt x="4512219" y="2825433"/>
                  </a:lnTo>
                  <a:lnTo>
                    <a:pt x="4583841" y="2834781"/>
                  </a:lnTo>
                  <a:lnTo>
                    <a:pt x="4655464" y="2843996"/>
                  </a:lnTo>
                  <a:lnTo>
                    <a:pt x="4727086" y="2853081"/>
                  </a:lnTo>
                  <a:lnTo>
                    <a:pt x="4798709" y="2862036"/>
                  </a:lnTo>
                  <a:lnTo>
                    <a:pt x="4870331" y="2870865"/>
                  </a:lnTo>
                  <a:lnTo>
                    <a:pt x="4941954" y="2879568"/>
                  </a:lnTo>
                  <a:lnTo>
                    <a:pt x="5013576" y="2888147"/>
                  </a:lnTo>
                  <a:lnTo>
                    <a:pt x="5085199" y="2896605"/>
                  </a:lnTo>
                  <a:lnTo>
                    <a:pt x="5156821" y="2904942"/>
                  </a:lnTo>
                  <a:lnTo>
                    <a:pt x="5228444" y="2913161"/>
                  </a:lnTo>
                  <a:lnTo>
                    <a:pt x="5300066" y="2921264"/>
                  </a:lnTo>
                  <a:lnTo>
                    <a:pt x="5371689" y="2929251"/>
                  </a:lnTo>
                  <a:lnTo>
                    <a:pt x="5443311" y="2937125"/>
                  </a:lnTo>
                  <a:lnTo>
                    <a:pt x="5514934" y="2944887"/>
                  </a:lnTo>
                  <a:lnTo>
                    <a:pt x="5586557" y="2952539"/>
                  </a:lnTo>
                  <a:lnTo>
                    <a:pt x="5658179" y="2960082"/>
                  </a:lnTo>
                  <a:lnTo>
                    <a:pt x="5729802" y="2967518"/>
                  </a:lnTo>
                  <a:lnTo>
                    <a:pt x="5801424" y="2974849"/>
                  </a:lnTo>
                  <a:lnTo>
                    <a:pt x="5873047" y="2982075"/>
                  </a:lnTo>
                  <a:lnTo>
                    <a:pt x="5944669" y="2989199"/>
                  </a:lnTo>
                  <a:lnTo>
                    <a:pt x="6016292" y="2996222"/>
                  </a:lnTo>
                  <a:lnTo>
                    <a:pt x="6087914" y="3003144"/>
                  </a:lnTo>
                  <a:lnTo>
                    <a:pt x="6159537" y="3009969"/>
                  </a:lnTo>
                  <a:lnTo>
                    <a:pt x="6231159" y="3016697"/>
                  </a:lnTo>
                  <a:lnTo>
                    <a:pt x="6302782" y="3023329"/>
                  </a:lnTo>
                  <a:lnTo>
                    <a:pt x="6374404" y="3029867"/>
                  </a:lnTo>
                  <a:lnTo>
                    <a:pt x="6446027" y="3036312"/>
                  </a:lnTo>
                  <a:lnTo>
                    <a:pt x="6517649" y="3042666"/>
                  </a:lnTo>
                  <a:lnTo>
                    <a:pt x="6589272" y="3048929"/>
                  </a:lnTo>
                  <a:lnTo>
                    <a:pt x="6660894" y="3055104"/>
                  </a:lnTo>
                  <a:lnTo>
                    <a:pt x="6732517" y="3061190"/>
                  </a:lnTo>
                  <a:lnTo>
                    <a:pt x="6804139" y="3067191"/>
                  </a:lnTo>
                  <a:lnTo>
                    <a:pt x="6875762" y="3073106"/>
                  </a:lnTo>
                  <a:lnTo>
                    <a:pt x="6947385" y="3078937"/>
                  </a:lnTo>
                  <a:lnTo>
                    <a:pt x="7019007" y="3084685"/>
                  </a:lnTo>
                  <a:lnTo>
                    <a:pt x="7090630" y="3090352"/>
                  </a:lnTo>
                  <a:lnTo>
                    <a:pt x="7090630" y="3406122"/>
                  </a:lnTo>
                  <a:lnTo>
                    <a:pt x="7019007" y="3402515"/>
                  </a:lnTo>
                  <a:lnTo>
                    <a:pt x="6947385" y="3398741"/>
                  </a:lnTo>
                  <a:lnTo>
                    <a:pt x="6875762" y="3394791"/>
                  </a:lnTo>
                  <a:lnTo>
                    <a:pt x="6804139" y="3390658"/>
                  </a:lnTo>
                  <a:lnTo>
                    <a:pt x="6732517" y="3386332"/>
                  </a:lnTo>
                  <a:lnTo>
                    <a:pt x="6660894" y="3381806"/>
                  </a:lnTo>
                  <a:lnTo>
                    <a:pt x="6589272" y="3377070"/>
                  </a:lnTo>
                  <a:lnTo>
                    <a:pt x="6517649" y="3372113"/>
                  </a:lnTo>
                  <a:lnTo>
                    <a:pt x="6446027" y="3366926"/>
                  </a:lnTo>
                  <a:lnTo>
                    <a:pt x="6374404" y="3361498"/>
                  </a:lnTo>
                  <a:lnTo>
                    <a:pt x="6302782" y="3355818"/>
                  </a:lnTo>
                  <a:lnTo>
                    <a:pt x="6231159" y="3349874"/>
                  </a:lnTo>
                  <a:lnTo>
                    <a:pt x="6159537" y="3343653"/>
                  </a:lnTo>
                  <a:lnTo>
                    <a:pt x="6087914" y="3337144"/>
                  </a:lnTo>
                  <a:lnTo>
                    <a:pt x="6016292" y="3330332"/>
                  </a:lnTo>
                  <a:lnTo>
                    <a:pt x="5944669" y="3323204"/>
                  </a:lnTo>
                  <a:lnTo>
                    <a:pt x="5873047" y="3315744"/>
                  </a:lnTo>
                  <a:lnTo>
                    <a:pt x="5801424" y="3307938"/>
                  </a:lnTo>
                  <a:lnTo>
                    <a:pt x="5729802" y="3299769"/>
                  </a:lnTo>
                  <a:lnTo>
                    <a:pt x="5658179" y="3291221"/>
                  </a:lnTo>
                  <a:lnTo>
                    <a:pt x="5586557" y="3282275"/>
                  </a:lnTo>
                  <a:lnTo>
                    <a:pt x="5514934" y="3272914"/>
                  </a:lnTo>
                  <a:lnTo>
                    <a:pt x="5443311" y="3263118"/>
                  </a:lnTo>
                  <a:lnTo>
                    <a:pt x="5371689" y="3252867"/>
                  </a:lnTo>
                  <a:lnTo>
                    <a:pt x="5300066" y="3242139"/>
                  </a:lnTo>
                  <a:lnTo>
                    <a:pt x="5228444" y="3230913"/>
                  </a:lnTo>
                  <a:lnTo>
                    <a:pt x="5156821" y="3219165"/>
                  </a:lnTo>
                  <a:lnTo>
                    <a:pt x="5085199" y="3206871"/>
                  </a:lnTo>
                  <a:lnTo>
                    <a:pt x="5013576" y="3194007"/>
                  </a:lnTo>
                  <a:lnTo>
                    <a:pt x="4941954" y="3180544"/>
                  </a:lnTo>
                  <a:lnTo>
                    <a:pt x="4870331" y="3166456"/>
                  </a:lnTo>
                  <a:lnTo>
                    <a:pt x="4798709" y="3151713"/>
                  </a:lnTo>
                  <a:lnTo>
                    <a:pt x="4727086" y="3136285"/>
                  </a:lnTo>
                  <a:lnTo>
                    <a:pt x="4655464" y="3120141"/>
                  </a:lnTo>
                  <a:lnTo>
                    <a:pt x="4583841" y="3103246"/>
                  </a:lnTo>
                  <a:lnTo>
                    <a:pt x="4512219" y="3085566"/>
                  </a:lnTo>
                  <a:lnTo>
                    <a:pt x="4440596" y="3067065"/>
                  </a:lnTo>
                  <a:lnTo>
                    <a:pt x="4368974" y="3047704"/>
                  </a:lnTo>
                  <a:lnTo>
                    <a:pt x="4297351" y="3027444"/>
                  </a:lnTo>
                  <a:lnTo>
                    <a:pt x="4225729" y="3006242"/>
                  </a:lnTo>
                  <a:lnTo>
                    <a:pt x="4154106" y="2984055"/>
                  </a:lnTo>
                  <a:lnTo>
                    <a:pt x="4082483" y="2960837"/>
                  </a:lnTo>
                  <a:lnTo>
                    <a:pt x="4010861" y="2936541"/>
                  </a:lnTo>
                  <a:lnTo>
                    <a:pt x="3939238" y="2911115"/>
                  </a:lnTo>
                  <a:lnTo>
                    <a:pt x="3867616" y="2884508"/>
                  </a:lnTo>
                  <a:lnTo>
                    <a:pt x="3795993" y="2856665"/>
                  </a:lnTo>
                  <a:lnTo>
                    <a:pt x="3724371" y="2827528"/>
                  </a:lnTo>
                  <a:lnTo>
                    <a:pt x="3652748" y="2797037"/>
                  </a:lnTo>
                  <a:lnTo>
                    <a:pt x="3581126" y="2765129"/>
                  </a:lnTo>
                  <a:lnTo>
                    <a:pt x="3509503" y="2731739"/>
                  </a:lnTo>
                  <a:lnTo>
                    <a:pt x="3437881" y="2696798"/>
                  </a:lnTo>
                  <a:lnTo>
                    <a:pt x="3366258" y="2660233"/>
                  </a:lnTo>
                  <a:lnTo>
                    <a:pt x="3294636" y="2644240"/>
                  </a:lnTo>
                  <a:lnTo>
                    <a:pt x="3223013" y="2632147"/>
                  </a:lnTo>
                  <a:lnTo>
                    <a:pt x="3151391" y="2619880"/>
                  </a:lnTo>
                  <a:lnTo>
                    <a:pt x="3079768" y="2607436"/>
                  </a:lnTo>
                  <a:lnTo>
                    <a:pt x="3008146" y="2594813"/>
                  </a:lnTo>
                  <a:lnTo>
                    <a:pt x="2936523" y="2582009"/>
                  </a:lnTo>
                  <a:lnTo>
                    <a:pt x="2864901" y="2569019"/>
                  </a:lnTo>
                  <a:lnTo>
                    <a:pt x="2793278" y="2555843"/>
                  </a:lnTo>
                  <a:lnTo>
                    <a:pt x="2721655" y="2542477"/>
                  </a:lnTo>
                  <a:lnTo>
                    <a:pt x="2650033" y="2528918"/>
                  </a:lnTo>
                  <a:lnTo>
                    <a:pt x="2578410" y="2515164"/>
                  </a:lnTo>
                  <a:lnTo>
                    <a:pt x="2506788" y="2501212"/>
                  </a:lnTo>
                  <a:lnTo>
                    <a:pt x="2435165" y="2487059"/>
                  </a:lnTo>
                  <a:lnTo>
                    <a:pt x="2363543" y="2472702"/>
                  </a:lnTo>
                  <a:lnTo>
                    <a:pt x="2291920" y="2458138"/>
                  </a:lnTo>
                  <a:lnTo>
                    <a:pt x="2220298" y="2443365"/>
                  </a:lnTo>
                  <a:lnTo>
                    <a:pt x="2148675" y="2428378"/>
                  </a:lnTo>
                  <a:lnTo>
                    <a:pt x="2077053" y="2413176"/>
                  </a:lnTo>
                  <a:lnTo>
                    <a:pt x="2005430" y="2397755"/>
                  </a:lnTo>
                  <a:lnTo>
                    <a:pt x="1933808" y="2382112"/>
                  </a:lnTo>
                  <a:lnTo>
                    <a:pt x="1862185" y="2366243"/>
                  </a:lnTo>
                  <a:lnTo>
                    <a:pt x="1790563" y="2350146"/>
                  </a:lnTo>
                  <a:lnTo>
                    <a:pt x="1718940" y="2333816"/>
                  </a:lnTo>
                  <a:lnTo>
                    <a:pt x="1647318" y="2317252"/>
                  </a:lnTo>
                  <a:lnTo>
                    <a:pt x="1575695" y="2300449"/>
                  </a:lnTo>
                  <a:lnTo>
                    <a:pt x="1504073" y="2283404"/>
                  </a:lnTo>
                  <a:lnTo>
                    <a:pt x="1432450" y="2266114"/>
                  </a:lnTo>
                  <a:lnTo>
                    <a:pt x="1360827" y="2248574"/>
                  </a:lnTo>
                  <a:lnTo>
                    <a:pt x="1289205" y="2230782"/>
                  </a:lnTo>
                  <a:lnTo>
                    <a:pt x="1217582" y="2212733"/>
                  </a:lnTo>
                  <a:lnTo>
                    <a:pt x="1145960" y="2194425"/>
                  </a:lnTo>
                  <a:lnTo>
                    <a:pt x="1074337" y="2175852"/>
                  </a:lnTo>
                  <a:lnTo>
                    <a:pt x="1002715" y="2157013"/>
                  </a:lnTo>
                  <a:lnTo>
                    <a:pt x="931092" y="2137901"/>
                  </a:lnTo>
                  <a:lnTo>
                    <a:pt x="859470" y="2118515"/>
                  </a:lnTo>
                  <a:lnTo>
                    <a:pt x="787847" y="2098849"/>
                  </a:lnTo>
                  <a:lnTo>
                    <a:pt x="716225" y="2078900"/>
                  </a:lnTo>
                  <a:lnTo>
                    <a:pt x="644602" y="2058664"/>
                  </a:lnTo>
                  <a:lnTo>
                    <a:pt x="572980" y="2038136"/>
                  </a:lnTo>
                  <a:lnTo>
                    <a:pt x="501357" y="2017312"/>
                  </a:lnTo>
                  <a:lnTo>
                    <a:pt x="429735" y="1996189"/>
                  </a:lnTo>
                  <a:lnTo>
                    <a:pt x="358112" y="1974761"/>
                  </a:lnTo>
                  <a:lnTo>
                    <a:pt x="286490" y="1953025"/>
                  </a:lnTo>
                  <a:lnTo>
                    <a:pt x="214867" y="1930975"/>
                  </a:lnTo>
                  <a:lnTo>
                    <a:pt x="143245" y="1908608"/>
                  </a:lnTo>
                  <a:lnTo>
                    <a:pt x="71622" y="1885919"/>
                  </a:lnTo>
                  <a:lnTo>
                    <a:pt x="0" y="18629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264143" y="2073503"/>
              <a:ext cx="5998536" cy="3090352"/>
            </a:xfrm>
            <a:custGeom>
              <a:avLst/>
              <a:pathLst>
                <a:path w="5998536" h="3090352">
                  <a:moveTo>
                    <a:pt x="0" y="0"/>
                  </a:moveTo>
                  <a:lnTo>
                    <a:pt x="53866" y="117630"/>
                  </a:lnTo>
                  <a:lnTo>
                    <a:pt x="125489" y="267090"/>
                  </a:lnTo>
                  <a:lnTo>
                    <a:pt x="197111" y="409914"/>
                  </a:lnTo>
                  <a:lnTo>
                    <a:pt x="268734" y="546396"/>
                  </a:lnTo>
                  <a:lnTo>
                    <a:pt x="340356" y="676818"/>
                  </a:lnTo>
                  <a:lnTo>
                    <a:pt x="411979" y="801450"/>
                  </a:lnTo>
                  <a:lnTo>
                    <a:pt x="483601" y="920547"/>
                  </a:lnTo>
                  <a:lnTo>
                    <a:pt x="555224" y="1034356"/>
                  </a:lnTo>
                  <a:lnTo>
                    <a:pt x="626846" y="1143113"/>
                  </a:lnTo>
                  <a:lnTo>
                    <a:pt x="698469" y="1247040"/>
                  </a:lnTo>
                  <a:lnTo>
                    <a:pt x="770091" y="1346353"/>
                  </a:lnTo>
                  <a:lnTo>
                    <a:pt x="841714" y="1441256"/>
                  </a:lnTo>
                  <a:lnTo>
                    <a:pt x="913336" y="1531945"/>
                  </a:lnTo>
                  <a:lnTo>
                    <a:pt x="984959" y="1618608"/>
                  </a:lnTo>
                  <a:lnTo>
                    <a:pt x="1056581" y="1701422"/>
                  </a:lnTo>
                  <a:lnTo>
                    <a:pt x="1128204" y="1780560"/>
                  </a:lnTo>
                  <a:lnTo>
                    <a:pt x="1199826" y="1856184"/>
                  </a:lnTo>
                  <a:lnTo>
                    <a:pt x="1271449" y="1928449"/>
                  </a:lnTo>
                  <a:lnTo>
                    <a:pt x="1343072" y="1997507"/>
                  </a:lnTo>
                  <a:lnTo>
                    <a:pt x="1414694" y="2063498"/>
                  </a:lnTo>
                  <a:lnTo>
                    <a:pt x="1486317" y="2126559"/>
                  </a:lnTo>
                  <a:lnTo>
                    <a:pt x="1557939" y="2186820"/>
                  </a:lnTo>
                  <a:lnTo>
                    <a:pt x="1629562" y="2244405"/>
                  </a:lnTo>
                  <a:lnTo>
                    <a:pt x="1701184" y="2299433"/>
                  </a:lnTo>
                  <a:lnTo>
                    <a:pt x="1772807" y="2352018"/>
                  </a:lnTo>
                  <a:lnTo>
                    <a:pt x="1844429" y="2402269"/>
                  </a:lnTo>
                  <a:lnTo>
                    <a:pt x="1916052" y="2450288"/>
                  </a:lnTo>
                  <a:lnTo>
                    <a:pt x="1987674" y="2496175"/>
                  </a:lnTo>
                  <a:lnTo>
                    <a:pt x="2059297" y="2540024"/>
                  </a:lnTo>
                  <a:lnTo>
                    <a:pt x="2130919" y="2581927"/>
                  </a:lnTo>
                  <a:lnTo>
                    <a:pt x="2202542" y="2621969"/>
                  </a:lnTo>
                  <a:lnTo>
                    <a:pt x="2274164" y="2656161"/>
                  </a:lnTo>
                  <a:lnTo>
                    <a:pt x="2345787" y="2667913"/>
                  </a:lnTo>
                  <a:lnTo>
                    <a:pt x="2417409" y="2679498"/>
                  </a:lnTo>
                  <a:lnTo>
                    <a:pt x="2489032" y="2690918"/>
                  </a:lnTo>
                  <a:lnTo>
                    <a:pt x="2560654" y="2702177"/>
                  </a:lnTo>
                  <a:lnTo>
                    <a:pt x="2632277" y="2713275"/>
                  </a:lnTo>
                  <a:lnTo>
                    <a:pt x="2703900" y="2724216"/>
                  </a:lnTo>
                  <a:lnTo>
                    <a:pt x="2775522" y="2735001"/>
                  </a:lnTo>
                  <a:lnTo>
                    <a:pt x="2847145" y="2745633"/>
                  </a:lnTo>
                  <a:lnTo>
                    <a:pt x="2918767" y="2756115"/>
                  </a:lnTo>
                  <a:lnTo>
                    <a:pt x="2990390" y="2766447"/>
                  </a:lnTo>
                  <a:lnTo>
                    <a:pt x="3062012" y="2776633"/>
                  </a:lnTo>
                  <a:lnTo>
                    <a:pt x="3133635" y="2786674"/>
                  </a:lnTo>
                  <a:lnTo>
                    <a:pt x="3205257" y="2796573"/>
                  </a:lnTo>
                  <a:lnTo>
                    <a:pt x="3276880" y="2806331"/>
                  </a:lnTo>
                  <a:lnTo>
                    <a:pt x="3348502" y="2815950"/>
                  </a:lnTo>
                  <a:lnTo>
                    <a:pt x="3420125" y="2825433"/>
                  </a:lnTo>
                  <a:lnTo>
                    <a:pt x="3491747" y="2834781"/>
                  </a:lnTo>
                  <a:lnTo>
                    <a:pt x="3563370" y="2843996"/>
                  </a:lnTo>
                  <a:lnTo>
                    <a:pt x="3634992" y="2853081"/>
                  </a:lnTo>
                  <a:lnTo>
                    <a:pt x="3706615" y="2862036"/>
                  </a:lnTo>
                  <a:lnTo>
                    <a:pt x="3778237" y="2870865"/>
                  </a:lnTo>
                  <a:lnTo>
                    <a:pt x="3849860" y="2879568"/>
                  </a:lnTo>
                  <a:lnTo>
                    <a:pt x="3921482" y="2888147"/>
                  </a:lnTo>
                  <a:lnTo>
                    <a:pt x="3993105" y="2896605"/>
                  </a:lnTo>
                  <a:lnTo>
                    <a:pt x="4064728" y="2904942"/>
                  </a:lnTo>
                  <a:lnTo>
                    <a:pt x="4136350" y="2913161"/>
                  </a:lnTo>
                  <a:lnTo>
                    <a:pt x="4207973" y="2921264"/>
                  </a:lnTo>
                  <a:lnTo>
                    <a:pt x="4279595" y="2929251"/>
                  </a:lnTo>
                  <a:lnTo>
                    <a:pt x="4351218" y="2937125"/>
                  </a:lnTo>
                  <a:lnTo>
                    <a:pt x="4422840" y="2944887"/>
                  </a:lnTo>
                  <a:lnTo>
                    <a:pt x="4494463" y="2952539"/>
                  </a:lnTo>
                  <a:lnTo>
                    <a:pt x="4566085" y="2960082"/>
                  </a:lnTo>
                  <a:lnTo>
                    <a:pt x="4637708" y="2967518"/>
                  </a:lnTo>
                  <a:lnTo>
                    <a:pt x="4709330" y="2974849"/>
                  </a:lnTo>
                  <a:lnTo>
                    <a:pt x="4780953" y="2982075"/>
                  </a:lnTo>
                  <a:lnTo>
                    <a:pt x="4852575" y="2989199"/>
                  </a:lnTo>
                  <a:lnTo>
                    <a:pt x="4924198" y="2996222"/>
                  </a:lnTo>
                  <a:lnTo>
                    <a:pt x="4995820" y="3003144"/>
                  </a:lnTo>
                  <a:lnTo>
                    <a:pt x="5067443" y="3009969"/>
                  </a:lnTo>
                  <a:lnTo>
                    <a:pt x="5139065" y="3016697"/>
                  </a:lnTo>
                  <a:lnTo>
                    <a:pt x="5210688" y="3023329"/>
                  </a:lnTo>
                  <a:lnTo>
                    <a:pt x="5282310" y="3029867"/>
                  </a:lnTo>
                  <a:lnTo>
                    <a:pt x="5353933" y="3036312"/>
                  </a:lnTo>
                  <a:lnTo>
                    <a:pt x="5425556" y="3042666"/>
                  </a:lnTo>
                  <a:lnTo>
                    <a:pt x="5497178" y="3048929"/>
                  </a:lnTo>
                  <a:lnTo>
                    <a:pt x="5568801" y="3055104"/>
                  </a:lnTo>
                  <a:lnTo>
                    <a:pt x="5640423" y="3061190"/>
                  </a:lnTo>
                  <a:lnTo>
                    <a:pt x="5712046" y="3067191"/>
                  </a:lnTo>
                  <a:lnTo>
                    <a:pt x="5783668" y="3073106"/>
                  </a:lnTo>
                  <a:lnTo>
                    <a:pt x="5855291" y="3078937"/>
                  </a:lnTo>
                  <a:lnTo>
                    <a:pt x="5926913" y="3084685"/>
                  </a:lnTo>
                  <a:lnTo>
                    <a:pt x="5998536" y="3090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936406"/>
              <a:ext cx="7090630" cy="1543219"/>
            </a:xfrm>
            <a:custGeom>
              <a:avLst/>
              <a:pathLst>
                <a:path w="7090630" h="1543219">
                  <a:moveTo>
                    <a:pt x="7090630" y="1543219"/>
                  </a:moveTo>
                  <a:lnTo>
                    <a:pt x="7019007" y="1539612"/>
                  </a:lnTo>
                  <a:lnTo>
                    <a:pt x="6947385" y="1535838"/>
                  </a:lnTo>
                  <a:lnTo>
                    <a:pt x="6875762" y="1531888"/>
                  </a:lnTo>
                  <a:lnTo>
                    <a:pt x="6804139" y="1527755"/>
                  </a:lnTo>
                  <a:lnTo>
                    <a:pt x="6732517" y="1523429"/>
                  </a:lnTo>
                  <a:lnTo>
                    <a:pt x="6660894" y="1518903"/>
                  </a:lnTo>
                  <a:lnTo>
                    <a:pt x="6589272" y="1514167"/>
                  </a:lnTo>
                  <a:lnTo>
                    <a:pt x="6517649" y="1509210"/>
                  </a:lnTo>
                  <a:lnTo>
                    <a:pt x="6446027" y="1504023"/>
                  </a:lnTo>
                  <a:lnTo>
                    <a:pt x="6374404" y="1498595"/>
                  </a:lnTo>
                  <a:lnTo>
                    <a:pt x="6302782" y="1492915"/>
                  </a:lnTo>
                  <a:lnTo>
                    <a:pt x="6231159" y="1486971"/>
                  </a:lnTo>
                  <a:lnTo>
                    <a:pt x="6159537" y="1480750"/>
                  </a:lnTo>
                  <a:lnTo>
                    <a:pt x="6087914" y="1474241"/>
                  </a:lnTo>
                  <a:lnTo>
                    <a:pt x="6016292" y="1467429"/>
                  </a:lnTo>
                  <a:lnTo>
                    <a:pt x="5944669" y="1460301"/>
                  </a:lnTo>
                  <a:lnTo>
                    <a:pt x="5873047" y="1452841"/>
                  </a:lnTo>
                  <a:lnTo>
                    <a:pt x="5801424" y="1445035"/>
                  </a:lnTo>
                  <a:lnTo>
                    <a:pt x="5729802" y="1436866"/>
                  </a:lnTo>
                  <a:lnTo>
                    <a:pt x="5658179" y="1428318"/>
                  </a:lnTo>
                  <a:lnTo>
                    <a:pt x="5586557" y="1419372"/>
                  </a:lnTo>
                  <a:lnTo>
                    <a:pt x="5514934" y="1410011"/>
                  </a:lnTo>
                  <a:lnTo>
                    <a:pt x="5443311" y="1400215"/>
                  </a:lnTo>
                  <a:lnTo>
                    <a:pt x="5371689" y="1389964"/>
                  </a:lnTo>
                  <a:lnTo>
                    <a:pt x="5300066" y="1379236"/>
                  </a:lnTo>
                  <a:lnTo>
                    <a:pt x="5228444" y="1368010"/>
                  </a:lnTo>
                  <a:lnTo>
                    <a:pt x="5156821" y="1356262"/>
                  </a:lnTo>
                  <a:lnTo>
                    <a:pt x="5085199" y="1343968"/>
                  </a:lnTo>
                  <a:lnTo>
                    <a:pt x="5013576" y="1331104"/>
                  </a:lnTo>
                  <a:lnTo>
                    <a:pt x="4941954" y="1317641"/>
                  </a:lnTo>
                  <a:lnTo>
                    <a:pt x="4870331" y="1303553"/>
                  </a:lnTo>
                  <a:lnTo>
                    <a:pt x="4798709" y="1288810"/>
                  </a:lnTo>
                  <a:lnTo>
                    <a:pt x="4727086" y="1273382"/>
                  </a:lnTo>
                  <a:lnTo>
                    <a:pt x="4655464" y="1257238"/>
                  </a:lnTo>
                  <a:lnTo>
                    <a:pt x="4583841" y="1240343"/>
                  </a:lnTo>
                  <a:lnTo>
                    <a:pt x="4512219" y="1222663"/>
                  </a:lnTo>
                  <a:lnTo>
                    <a:pt x="4440596" y="1204162"/>
                  </a:lnTo>
                  <a:lnTo>
                    <a:pt x="4368974" y="1184801"/>
                  </a:lnTo>
                  <a:lnTo>
                    <a:pt x="4297351" y="1164541"/>
                  </a:lnTo>
                  <a:lnTo>
                    <a:pt x="4225729" y="1143339"/>
                  </a:lnTo>
                  <a:lnTo>
                    <a:pt x="4154106" y="1121152"/>
                  </a:lnTo>
                  <a:lnTo>
                    <a:pt x="4082483" y="1097934"/>
                  </a:lnTo>
                  <a:lnTo>
                    <a:pt x="4010861" y="1073638"/>
                  </a:lnTo>
                  <a:lnTo>
                    <a:pt x="3939238" y="1048212"/>
                  </a:lnTo>
                  <a:lnTo>
                    <a:pt x="3867616" y="1021605"/>
                  </a:lnTo>
                  <a:lnTo>
                    <a:pt x="3795993" y="993762"/>
                  </a:lnTo>
                  <a:lnTo>
                    <a:pt x="3724371" y="964625"/>
                  </a:lnTo>
                  <a:lnTo>
                    <a:pt x="3652748" y="934134"/>
                  </a:lnTo>
                  <a:lnTo>
                    <a:pt x="3581126" y="902226"/>
                  </a:lnTo>
                  <a:lnTo>
                    <a:pt x="3509503" y="868836"/>
                  </a:lnTo>
                  <a:lnTo>
                    <a:pt x="3437881" y="833895"/>
                  </a:lnTo>
                  <a:lnTo>
                    <a:pt x="3366258" y="797330"/>
                  </a:lnTo>
                  <a:lnTo>
                    <a:pt x="3294636" y="781337"/>
                  </a:lnTo>
                  <a:lnTo>
                    <a:pt x="3223013" y="769244"/>
                  </a:lnTo>
                  <a:lnTo>
                    <a:pt x="3151391" y="756977"/>
                  </a:lnTo>
                  <a:lnTo>
                    <a:pt x="3079768" y="744533"/>
                  </a:lnTo>
                  <a:lnTo>
                    <a:pt x="3008146" y="731910"/>
                  </a:lnTo>
                  <a:lnTo>
                    <a:pt x="2936523" y="719106"/>
                  </a:lnTo>
                  <a:lnTo>
                    <a:pt x="2864901" y="706116"/>
                  </a:lnTo>
                  <a:lnTo>
                    <a:pt x="2793278" y="692940"/>
                  </a:lnTo>
                  <a:lnTo>
                    <a:pt x="2721655" y="679574"/>
                  </a:lnTo>
                  <a:lnTo>
                    <a:pt x="2650033" y="666015"/>
                  </a:lnTo>
                  <a:lnTo>
                    <a:pt x="2578410" y="652261"/>
                  </a:lnTo>
                  <a:lnTo>
                    <a:pt x="2506788" y="638309"/>
                  </a:lnTo>
                  <a:lnTo>
                    <a:pt x="2435165" y="624156"/>
                  </a:lnTo>
                  <a:lnTo>
                    <a:pt x="2363543" y="609799"/>
                  </a:lnTo>
                  <a:lnTo>
                    <a:pt x="2291920" y="595235"/>
                  </a:lnTo>
                  <a:lnTo>
                    <a:pt x="2220298" y="580462"/>
                  </a:lnTo>
                  <a:lnTo>
                    <a:pt x="2148675" y="565475"/>
                  </a:lnTo>
                  <a:lnTo>
                    <a:pt x="2077053" y="550273"/>
                  </a:lnTo>
                  <a:lnTo>
                    <a:pt x="2005430" y="534852"/>
                  </a:lnTo>
                  <a:lnTo>
                    <a:pt x="1933808" y="519209"/>
                  </a:lnTo>
                  <a:lnTo>
                    <a:pt x="1862185" y="503340"/>
                  </a:lnTo>
                  <a:lnTo>
                    <a:pt x="1790563" y="487243"/>
                  </a:lnTo>
                  <a:lnTo>
                    <a:pt x="1718940" y="470914"/>
                  </a:lnTo>
                  <a:lnTo>
                    <a:pt x="1647318" y="454349"/>
                  </a:lnTo>
                  <a:lnTo>
                    <a:pt x="1575695" y="437546"/>
                  </a:lnTo>
                  <a:lnTo>
                    <a:pt x="1504073" y="420501"/>
                  </a:lnTo>
                  <a:lnTo>
                    <a:pt x="1432450" y="403211"/>
                  </a:lnTo>
                  <a:lnTo>
                    <a:pt x="1360827" y="385671"/>
                  </a:lnTo>
                  <a:lnTo>
                    <a:pt x="1289205" y="367879"/>
                  </a:lnTo>
                  <a:lnTo>
                    <a:pt x="1217582" y="349830"/>
                  </a:lnTo>
                  <a:lnTo>
                    <a:pt x="1145960" y="331522"/>
                  </a:lnTo>
                  <a:lnTo>
                    <a:pt x="1074337" y="312949"/>
                  </a:lnTo>
                  <a:lnTo>
                    <a:pt x="1002715" y="294110"/>
                  </a:lnTo>
                  <a:lnTo>
                    <a:pt x="931092" y="274998"/>
                  </a:lnTo>
                  <a:lnTo>
                    <a:pt x="859470" y="255612"/>
                  </a:lnTo>
                  <a:lnTo>
                    <a:pt x="787847" y="235946"/>
                  </a:lnTo>
                  <a:lnTo>
                    <a:pt x="716225" y="215997"/>
                  </a:lnTo>
                  <a:lnTo>
                    <a:pt x="644602" y="195761"/>
                  </a:lnTo>
                  <a:lnTo>
                    <a:pt x="572980" y="175233"/>
                  </a:lnTo>
                  <a:lnTo>
                    <a:pt x="501357" y="154410"/>
                  </a:lnTo>
                  <a:lnTo>
                    <a:pt x="429735" y="133286"/>
                  </a:lnTo>
                  <a:lnTo>
                    <a:pt x="358112" y="111858"/>
                  </a:lnTo>
                  <a:lnTo>
                    <a:pt x="286490" y="90122"/>
                  </a:lnTo>
                  <a:lnTo>
                    <a:pt x="214867" y="68072"/>
                  </a:lnTo>
                  <a:lnTo>
                    <a:pt x="143245" y="45705"/>
                  </a:lnTo>
                  <a:lnTo>
                    <a:pt x="71622" y="230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198088"/>
              <a:ext cx="7090630" cy="3184412"/>
            </a:xfrm>
            <a:custGeom>
              <a:avLst/>
              <a:pathLst>
                <a:path w="7090630" h="3184412">
                  <a:moveTo>
                    <a:pt x="0" y="0"/>
                  </a:moveTo>
                  <a:lnTo>
                    <a:pt x="71622" y="98820"/>
                  </a:lnTo>
                  <a:lnTo>
                    <a:pt x="143245" y="194733"/>
                  </a:lnTo>
                  <a:lnTo>
                    <a:pt x="214867" y="287825"/>
                  </a:lnTo>
                  <a:lnTo>
                    <a:pt x="286490" y="378178"/>
                  </a:lnTo>
                  <a:lnTo>
                    <a:pt x="358112" y="465873"/>
                  </a:lnTo>
                  <a:lnTo>
                    <a:pt x="429735" y="550989"/>
                  </a:lnTo>
                  <a:lnTo>
                    <a:pt x="501357" y="633600"/>
                  </a:lnTo>
                  <a:lnTo>
                    <a:pt x="572980" y="713781"/>
                  </a:lnTo>
                  <a:lnTo>
                    <a:pt x="644602" y="791603"/>
                  </a:lnTo>
                  <a:lnTo>
                    <a:pt x="716225" y="867136"/>
                  </a:lnTo>
                  <a:lnTo>
                    <a:pt x="787847" y="940447"/>
                  </a:lnTo>
                  <a:lnTo>
                    <a:pt x="859470" y="1011601"/>
                  </a:lnTo>
                  <a:lnTo>
                    <a:pt x="931092" y="1080662"/>
                  </a:lnTo>
                  <a:lnTo>
                    <a:pt x="1002715" y="1147691"/>
                  </a:lnTo>
                  <a:lnTo>
                    <a:pt x="1074337" y="1212749"/>
                  </a:lnTo>
                  <a:lnTo>
                    <a:pt x="1145960" y="1275892"/>
                  </a:lnTo>
                  <a:lnTo>
                    <a:pt x="1217582" y="1337178"/>
                  </a:lnTo>
                  <a:lnTo>
                    <a:pt x="1289205" y="1396661"/>
                  </a:lnTo>
                  <a:lnTo>
                    <a:pt x="1360827" y="1454395"/>
                  </a:lnTo>
                  <a:lnTo>
                    <a:pt x="1432450" y="1510429"/>
                  </a:lnTo>
                  <a:lnTo>
                    <a:pt x="1504073" y="1564816"/>
                  </a:lnTo>
                  <a:lnTo>
                    <a:pt x="1575695" y="1617602"/>
                  </a:lnTo>
                  <a:lnTo>
                    <a:pt x="1647318" y="1668836"/>
                  </a:lnTo>
                  <a:lnTo>
                    <a:pt x="1718940" y="1718562"/>
                  </a:lnTo>
                  <a:lnTo>
                    <a:pt x="1790563" y="1766825"/>
                  </a:lnTo>
                  <a:lnTo>
                    <a:pt x="1862185" y="1813669"/>
                  </a:lnTo>
                  <a:lnTo>
                    <a:pt x="1933808" y="1859135"/>
                  </a:lnTo>
                  <a:lnTo>
                    <a:pt x="2005430" y="1903263"/>
                  </a:lnTo>
                  <a:lnTo>
                    <a:pt x="2077053" y="1946093"/>
                  </a:lnTo>
                  <a:lnTo>
                    <a:pt x="2148675" y="1987662"/>
                  </a:lnTo>
                  <a:lnTo>
                    <a:pt x="2220298" y="2028009"/>
                  </a:lnTo>
                  <a:lnTo>
                    <a:pt x="2291920" y="2067169"/>
                  </a:lnTo>
                  <a:lnTo>
                    <a:pt x="2363543" y="2105178"/>
                  </a:lnTo>
                  <a:lnTo>
                    <a:pt x="2435165" y="2142067"/>
                  </a:lnTo>
                  <a:lnTo>
                    <a:pt x="2506788" y="2177872"/>
                  </a:lnTo>
                  <a:lnTo>
                    <a:pt x="2578410" y="2212624"/>
                  </a:lnTo>
                  <a:lnTo>
                    <a:pt x="2650033" y="2246353"/>
                  </a:lnTo>
                  <a:lnTo>
                    <a:pt x="2721655" y="2279089"/>
                  </a:lnTo>
                  <a:lnTo>
                    <a:pt x="2793278" y="2310863"/>
                  </a:lnTo>
                  <a:lnTo>
                    <a:pt x="2864901" y="2341702"/>
                  </a:lnTo>
                  <a:lnTo>
                    <a:pt x="2936523" y="2371634"/>
                  </a:lnTo>
                  <a:lnTo>
                    <a:pt x="3008146" y="2400685"/>
                  </a:lnTo>
                  <a:lnTo>
                    <a:pt x="3079768" y="2428882"/>
                  </a:lnTo>
                  <a:lnTo>
                    <a:pt x="3151391" y="2456249"/>
                  </a:lnTo>
                  <a:lnTo>
                    <a:pt x="3223013" y="2482811"/>
                  </a:lnTo>
                  <a:lnTo>
                    <a:pt x="3294636" y="2508592"/>
                  </a:lnTo>
                  <a:lnTo>
                    <a:pt x="3366258" y="2533614"/>
                  </a:lnTo>
                  <a:lnTo>
                    <a:pt x="3437881" y="2557900"/>
                  </a:lnTo>
                  <a:lnTo>
                    <a:pt x="3509503" y="2581472"/>
                  </a:lnTo>
                  <a:lnTo>
                    <a:pt x="3581126" y="2604350"/>
                  </a:lnTo>
                  <a:lnTo>
                    <a:pt x="3652748" y="2626555"/>
                  </a:lnTo>
                  <a:lnTo>
                    <a:pt x="3724371" y="2648107"/>
                  </a:lnTo>
                  <a:lnTo>
                    <a:pt x="3795993" y="2669025"/>
                  </a:lnTo>
                  <a:lnTo>
                    <a:pt x="3867616" y="2689327"/>
                  </a:lnTo>
                  <a:lnTo>
                    <a:pt x="3939238" y="2709033"/>
                  </a:lnTo>
                  <a:lnTo>
                    <a:pt x="4010861" y="2728158"/>
                  </a:lnTo>
                  <a:lnTo>
                    <a:pt x="4082483" y="2746721"/>
                  </a:lnTo>
                  <a:lnTo>
                    <a:pt x="4154106" y="2764738"/>
                  </a:lnTo>
                  <a:lnTo>
                    <a:pt x="4225729" y="2782225"/>
                  </a:lnTo>
                  <a:lnTo>
                    <a:pt x="4297351" y="2799197"/>
                  </a:lnTo>
                  <a:lnTo>
                    <a:pt x="4368974" y="2815670"/>
                  </a:lnTo>
                  <a:lnTo>
                    <a:pt x="4440596" y="2831659"/>
                  </a:lnTo>
                  <a:lnTo>
                    <a:pt x="4512219" y="2847177"/>
                  </a:lnTo>
                  <a:lnTo>
                    <a:pt x="4583841" y="2862239"/>
                  </a:lnTo>
                  <a:lnTo>
                    <a:pt x="4655464" y="2876857"/>
                  </a:lnTo>
                  <a:lnTo>
                    <a:pt x="4727086" y="2891046"/>
                  </a:lnTo>
                  <a:lnTo>
                    <a:pt x="4798709" y="2904817"/>
                  </a:lnTo>
                  <a:lnTo>
                    <a:pt x="4870331" y="2918183"/>
                  </a:lnTo>
                  <a:lnTo>
                    <a:pt x="4941954" y="2931156"/>
                  </a:lnTo>
                  <a:lnTo>
                    <a:pt x="5013576" y="2943747"/>
                  </a:lnTo>
                  <a:lnTo>
                    <a:pt x="5085199" y="2955967"/>
                  </a:lnTo>
                  <a:lnTo>
                    <a:pt x="5156821" y="2967829"/>
                  </a:lnTo>
                  <a:lnTo>
                    <a:pt x="5228444" y="2979341"/>
                  </a:lnTo>
                  <a:lnTo>
                    <a:pt x="5300066" y="2990515"/>
                  </a:lnTo>
                  <a:lnTo>
                    <a:pt x="5371689" y="3001359"/>
                  </a:lnTo>
                  <a:lnTo>
                    <a:pt x="5443311" y="3011885"/>
                  </a:lnTo>
                  <a:lnTo>
                    <a:pt x="5514934" y="3022102"/>
                  </a:lnTo>
                  <a:lnTo>
                    <a:pt x="5586557" y="3032017"/>
                  </a:lnTo>
                  <a:lnTo>
                    <a:pt x="5658179" y="3041641"/>
                  </a:lnTo>
                  <a:lnTo>
                    <a:pt x="5729802" y="3050982"/>
                  </a:lnTo>
                  <a:lnTo>
                    <a:pt x="5801424" y="3060048"/>
                  </a:lnTo>
                  <a:lnTo>
                    <a:pt x="5873047" y="3068847"/>
                  </a:lnTo>
                  <a:lnTo>
                    <a:pt x="5944669" y="3077388"/>
                  </a:lnTo>
                  <a:lnTo>
                    <a:pt x="6016292" y="3085677"/>
                  </a:lnTo>
                  <a:lnTo>
                    <a:pt x="6087914" y="3093723"/>
                  </a:lnTo>
                  <a:lnTo>
                    <a:pt x="6159537" y="3101531"/>
                  </a:lnTo>
                  <a:lnTo>
                    <a:pt x="6231159" y="3109110"/>
                  </a:lnTo>
                  <a:lnTo>
                    <a:pt x="6302782" y="3116466"/>
                  </a:lnTo>
                  <a:lnTo>
                    <a:pt x="6374404" y="3123606"/>
                  </a:lnTo>
                  <a:lnTo>
                    <a:pt x="6446027" y="3130536"/>
                  </a:lnTo>
                  <a:lnTo>
                    <a:pt x="6517649" y="3137261"/>
                  </a:lnTo>
                  <a:lnTo>
                    <a:pt x="6589272" y="3143789"/>
                  </a:lnTo>
                  <a:lnTo>
                    <a:pt x="6660894" y="3150125"/>
                  </a:lnTo>
                  <a:lnTo>
                    <a:pt x="6732517" y="3156274"/>
                  </a:lnTo>
                  <a:lnTo>
                    <a:pt x="6804139" y="3162243"/>
                  </a:lnTo>
                  <a:lnTo>
                    <a:pt x="6875762" y="3168036"/>
                  </a:lnTo>
                  <a:lnTo>
                    <a:pt x="6947385" y="3173659"/>
                  </a:lnTo>
                  <a:lnTo>
                    <a:pt x="7019007" y="3179116"/>
                  </a:lnTo>
                  <a:lnTo>
                    <a:pt x="7090630" y="318441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1.41 (1.18-1.69), p = &lt;0.001  |  per IQR decline (Δ = 29.9 %): 2.81 (1.64-4.81)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19757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2026-09-28T16:51:16Z</dcterms:modified>
  <cp:category/>
</cp:coreProperties>
</file>