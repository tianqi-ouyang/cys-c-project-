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3315074"/>
              <a:ext cx="7403783" cy="1983875"/>
            </a:xfrm>
            <a:custGeom>
              <a:avLst/>
              <a:pathLst>
                <a:path w="7403783" h="1983875">
                  <a:moveTo>
                    <a:pt x="0" y="0"/>
                  </a:moveTo>
                  <a:lnTo>
                    <a:pt x="47058" y="30717"/>
                  </a:lnTo>
                  <a:lnTo>
                    <a:pt x="123691" y="79633"/>
                  </a:lnTo>
                  <a:lnTo>
                    <a:pt x="200323" y="127467"/>
                  </a:lnTo>
                  <a:lnTo>
                    <a:pt x="276956" y="174243"/>
                  </a:lnTo>
                  <a:lnTo>
                    <a:pt x="353588" y="219984"/>
                  </a:lnTo>
                  <a:lnTo>
                    <a:pt x="430221" y="264713"/>
                  </a:lnTo>
                  <a:lnTo>
                    <a:pt x="506853" y="308453"/>
                  </a:lnTo>
                  <a:lnTo>
                    <a:pt x="583486" y="351226"/>
                  </a:lnTo>
                  <a:lnTo>
                    <a:pt x="660118" y="393052"/>
                  </a:lnTo>
                  <a:lnTo>
                    <a:pt x="736751" y="433953"/>
                  </a:lnTo>
                  <a:lnTo>
                    <a:pt x="813384" y="473950"/>
                  </a:lnTo>
                  <a:lnTo>
                    <a:pt x="890016" y="513062"/>
                  </a:lnTo>
                  <a:lnTo>
                    <a:pt x="966649" y="551309"/>
                  </a:lnTo>
                  <a:lnTo>
                    <a:pt x="1043281" y="588709"/>
                  </a:lnTo>
                  <a:lnTo>
                    <a:pt x="1119914" y="625283"/>
                  </a:lnTo>
                  <a:lnTo>
                    <a:pt x="1196546" y="661047"/>
                  </a:lnTo>
                  <a:lnTo>
                    <a:pt x="1273179" y="696021"/>
                  </a:lnTo>
                  <a:lnTo>
                    <a:pt x="1349811" y="730220"/>
                  </a:lnTo>
                  <a:lnTo>
                    <a:pt x="1426444" y="763664"/>
                  </a:lnTo>
                  <a:lnTo>
                    <a:pt x="1503076" y="796367"/>
                  </a:lnTo>
                  <a:lnTo>
                    <a:pt x="1579709" y="828348"/>
                  </a:lnTo>
                  <a:lnTo>
                    <a:pt x="1656342" y="859620"/>
                  </a:lnTo>
                  <a:lnTo>
                    <a:pt x="1732974" y="890201"/>
                  </a:lnTo>
                  <a:lnTo>
                    <a:pt x="1809607" y="920106"/>
                  </a:lnTo>
                  <a:lnTo>
                    <a:pt x="1886239" y="949349"/>
                  </a:lnTo>
                  <a:lnTo>
                    <a:pt x="1962872" y="977946"/>
                  </a:lnTo>
                  <a:lnTo>
                    <a:pt x="2039504" y="1005909"/>
                  </a:lnTo>
                  <a:lnTo>
                    <a:pt x="2116137" y="1033255"/>
                  </a:lnTo>
                  <a:lnTo>
                    <a:pt x="2192769" y="1059995"/>
                  </a:lnTo>
                  <a:lnTo>
                    <a:pt x="2269402" y="1086144"/>
                  </a:lnTo>
                  <a:lnTo>
                    <a:pt x="2346034" y="1111715"/>
                  </a:lnTo>
                  <a:lnTo>
                    <a:pt x="2422667" y="1136720"/>
                  </a:lnTo>
                  <a:lnTo>
                    <a:pt x="2499300" y="1161172"/>
                  </a:lnTo>
                  <a:lnTo>
                    <a:pt x="2575932" y="1185083"/>
                  </a:lnTo>
                  <a:lnTo>
                    <a:pt x="2652565" y="1208465"/>
                  </a:lnTo>
                  <a:lnTo>
                    <a:pt x="2729197" y="1231330"/>
                  </a:lnTo>
                  <a:lnTo>
                    <a:pt x="2805830" y="1253689"/>
                  </a:lnTo>
                  <a:lnTo>
                    <a:pt x="2882462" y="1275553"/>
                  </a:lnTo>
                  <a:lnTo>
                    <a:pt x="2959095" y="1296934"/>
                  </a:lnTo>
                  <a:lnTo>
                    <a:pt x="3035727" y="1317842"/>
                  </a:lnTo>
                  <a:lnTo>
                    <a:pt x="3112360" y="1338288"/>
                  </a:lnTo>
                  <a:lnTo>
                    <a:pt x="3188993" y="1358281"/>
                  </a:lnTo>
                  <a:lnTo>
                    <a:pt x="3265625" y="1377832"/>
                  </a:lnTo>
                  <a:lnTo>
                    <a:pt x="3342258" y="1396951"/>
                  </a:lnTo>
                  <a:lnTo>
                    <a:pt x="3418890" y="1414093"/>
                  </a:lnTo>
                  <a:lnTo>
                    <a:pt x="3495523" y="1422757"/>
                  </a:lnTo>
                  <a:lnTo>
                    <a:pt x="3572155" y="1431331"/>
                  </a:lnTo>
                  <a:lnTo>
                    <a:pt x="3648788" y="1439815"/>
                  </a:lnTo>
                  <a:lnTo>
                    <a:pt x="3725420" y="1448210"/>
                  </a:lnTo>
                  <a:lnTo>
                    <a:pt x="3802053" y="1456518"/>
                  </a:lnTo>
                  <a:lnTo>
                    <a:pt x="3878685" y="1464738"/>
                  </a:lnTo>
                  <a:lnTo>
                    <a:pt x="3955318" y="1472872"/>
                  </a:lnTo>
                  <a:lnTo>
                    <a:pt x="4031951" y="1480922"/>
                  </a:lnTo>
                  <a:lnTo>
                    <a:pt x="4108583" y="1488887"/>
                  </a:lnTo>
                  <a:lnTo>
                    <a:pt x="4185216" y="1496769"/>
                  </a:lnTo>
                  <a:lnTo>
                    <a:pt x="4261848" y="1504568"/>
                  </a:lnTo>
                  <a:lnTo>
                    <a:pt x="4338481" y="1512286"/>
                  </a:lnTo>
                  <a:lnTo>
                    <a:pt x="4415113" y="1519923"/>
                  </a:lnTo>
                  <a:lnTo>
                    <a:pt x="4491746" y="1527480"/>
                  </a:lnTo>
                  <a:lnTo>
                    <a:pt x="4568378" y="1534958"/>
                  </a:lnTo>
                  <a:lnTo>
                    <a:pt x="4645011" y="1542358"/>
                  </a:lnTo>
                  <a:lnTo>
                    <a:pt x="4721644" y="1549680"/>
                  </a:lnTo>
                  <a:lnTo>
                    <a:pt x="4798276" y="1556926"/>
                  </a:lnTo>
                  <a:lnTo>
                    <a:pt x="4874909" y="1564096"/>
                  </a:lnTo>
                  <a:lnTo>
                    <a:pt x="4951541" y="1571190"/>
                  </a:lnTo>
                  <a:lnTo>
                    <a:pt x="5028174" y="1578211"/>
                  </a:lnTo>
                  <a:lnTo>
                    <a:pt x="5104806" y="1585158"/>
                  </a:lnTo>
                  <a:lnTo>
                    <a:pt x="5181439" y="1592033"/>
                  </a:lnTo>
                  <a:lnTo>
                    <a:pt x="5258071" y="1598835"/>
                  </a:lnTo>
                  <a:lnTo>
                    <a:pt x="5334704" y="1605567"/>
                  </a:lnTo>
                  <a:lnTo>
                    <a:pt x="5411336" y="1612228"/>
                  </a:lnTo>
                  <a:lnTo>
                    <a:pt x="5487969" y="1618819"/>
                  </a:lnTo>
                  <a:lnTo>
                    <a:pt x="5564602" y="1625341"/>
                  </a:lnTo>
                  <a:lnTo>
                    <a:pt x="5641234" y="1631795"/>
                  </a:lnTo>
                  <a:lnTo>
                    <a:pt x="5717867" y="1638182"/>
                  </a:lnTo>
                  <a:lnTo>
                    <a:pt x="5794499" y="1644501"/>
                  </a:lnTo>
                  <a:lnTo>
                    <a:pt x="5871132" y="1650755"/>
                  </a:lnTo>
                  <a:lnTo>
                    <a:pt x="5947764" y="1656943"/>
                  </a:lnTo>
                  <a:lnTo>
                    <a:pt x="6024397" y="1663066"/>
                  </a:lnTo>
                  <a:lnTo>
                    <a:pt x="6101029" y="1669126"/>
                  </a:lnTo>
                  <a:lnTo>
                    <a:pt x="6177662" y="1675122"/>
                  </a:lnTo>
                  <a:lnTo>
                    <a:pt x="6254294" y="1681055"/>
                  </a:lnTo>
                  <a:lnTo>
                    <a:pt x="6330927" y="1686926"/>
                  </a:lnTo>
                  <a:lnTo>
                    <a:pt x="6407560" y="1692736"/>
                  </a:lnTo>
                  <a:lnTo>
                    <a:pt x="6484192" y="1698485"/>
                  </a:lnTo>
                  <a:lnTo>
                    <a:pt x="6560825" y="1704173"/>
                  </a:lnTo>
                  <a:lnTo>
                    <a:pt x="6637457" y="1709803"/>
                  </a:lnTo>
                  <a:lnTo>
                    <a:pt x="6714090" y="1715373"/>
                  </a:lnTo>
                  <a:lnTo>
                    <a:pt x="6790722" y="1720885"/>
                  </a:lnTo>
                  <a:lnTo>
                    <a:pt x="6867355" y="1726339"/>
                  </a:lnTo>
                  <a:lnTo>
                    <a:pt x="6943987" y="1731737"/>
                  </a:lnTo>
                  <a:lnTo>
                    <a:pt x="7020620" y="1737077"/>
                  </a:lnTo>
                  <a:lnTo>
                    <a:pt x="7097253" y="1742362"/>
                  </a:lnTo>
                  <a:lnTo>
                    <a:pt x="7173885" y="1747592"/>
                  </a:lnTo>
                  <a:lnTo>
                    <a:pt x="7250518" y="1752767"/>
                  </a:lnTo>
                  <a:lnTo>
                    <a:pt x="7327150" y="1757888"/>
                  </a:lnTo>
                  <a:lnTo>
                    <a:pt x="7403783" y="1762955"/>
                  </a:lnTo>
                  <a:lnTo>
                    <a:pt x="7403783" y="1983875"/>
                  </a:lnTo>
                  <a:lnTo>
                    <a:pt x="7327150" y="1978032"/>
                  </a:lnTo>
                  <a:lnTo>
                    <a:pt x="7250518" y="1972058"/>
                  </a:lnTo>
                  <a:lnTo>
                    <a:pt x="7173885" y="1965948"/>
                  </a:lnTo>
                  <a:lnTo>
                    <a:pt x="7097253" y="1959700"/>
                  </a:lnTo>
                  <a:lnTo>
                    <a:pt x="7020620" y="1953310"/>
                  </a:lnTo>
                  <a:lnTo>
                    <a:pt x="6943987" y="1946776"/>
                  </a:lnTo>
                  <a:lnTo>
                    <a:pt x="6867355" y="1940094"/>
                  </a:lnTo>
                  <a:lnTo>
                    <a:pt x="6790722" y="1933261"/>
                  </a:lnTo>
                  <a:lnTo>
                    <a:pt x="6714090" y="1926274"/>
                  </a:lnTo>
                  <a:lnTo>
                    <a:pt x="6637457" y="1919128"/>
                  </a:lnTo>
                  <a:lnTo>
                    <a:pt x="6560825" y="1911821"/>
                  </a:lnTo>
                  <a:lnTo>
                    <a:pt x="6484192" y="1904349"/>
                  </a:lnTo>
                  <a:lnTo>
                    <a:pt x="6407560" y="1896707"/>
                  </a:lnTo>
                  <a:lnTo>
                    <a:pt x="6330927" y="1888893"/>
                  </a:lnTo>
                  <a:lnTo>
                    <a:pt x="6254294" y="1880902"/>
                  </a:lnTo>
                  <a:lnTo>
                    <a:pt x="6177662" y="1872730"/>
                  </a:lnTo>
                  <a:lnTo>
                    <a:pt x="6101029" y="1864373"/>
                  </a:lnTo>
                  <a:lnTo>
                    <a:pt x="6024397" y="1855827"/>
                  </a:lnTo>
                  <a:lnTo>
                    <a:pt x="5947764" y="1847088"/>
                  </a:lnTo>
                  <a:lnTo>
                    <a:pt x="5871132" y="1838152"/>
                  </a:lnTo>
                  <a:lnTo>
                    <a:pt x="5794499" y="1829013"/>
                  </a:lnTo>
                  <a:lnTo>
                    <a:pt x="5717867" y="1819667"/>
                  </a:lnTo>
                  <a:lnTo>
                    <a:pt x="5641234" y="1810110"/>
                  </a:lnTo>
                  <a:lnTo>
                    <a:pt x="5564602" y="1800337"/>
                  </a:lnTo>
                  <a:lnTo>
                    <a:pt x="5487969" y="1790343"/>
                  </a:lnTo>
                  <a:lnTo>
                    <a:pt x="5411336" y="1780123"/>
                  </a:lnTo>
                  <a:lnTo>
                    <a:pt x="5334704" y="1769671"/>
                  </a:lnTo>
                  <a:lnTo>
                    <a:pt x="5258071" y="1758984"/>
                  </a:lnTo>
                  <a:lnTo>
                    <a:pt x="5181439" y="1748054"/>
                  </a:lnTo>
                  <a:lnTo>
                    <a:pt x="5104806" y="1736877"/>
                  </a:lnTo>
                  <a:lnTo>
                    <a:pt x="5028174" y="1725448"/>
                  </a:lnTo>
                  <a:lnTo>
                    <a:pt x="4951541" y="1713759"/>
                  </a:lnTo>
                  <a:lnTo>
                    <a:pt x="4874909" y="1701807"/>
                  </a:lnTo>
                  <a:lnTo>
                    <a:pt x="4798276" y="1689584"/>
                  </a:lnTo>
                  <a:lnTo>
                    <a:pt x="4721644" y="1677085"/>
                  </a:lnTo>
                  <a:lnTo>
                    <a:pt x="4645011" y="1664302"/>
                  </a:lnTo>
                  <a:lnTo>
                    <a:pt x="4568378" y="1651231"/>
                  </a:lnTo>
                  <a:lnTo>
                    <a:pt x="4491746" y="1637864"/>
                  </a:lnTo>
                  <a:lnTo>
                    <a:pt x="4415113" y="1624195"/>
                  </a:lnTo>
                  <a:lnTo>
                    <a:pt x="4338481" y="1610217"/>
                  </a:lnTo>
                  <a:lnTo>
                    <a:pt x="4261848" y="1595922"/>
                  </a:lnTo>
                  <a:lnTo>
                    <a:pt x="4185216" y="1581304"/>
                  </a:lnTo>
                  <a:lnTo>
                    <a:pt x="4108583" y="1566355"/>
                  </a:lnTo>
                  <a:lnTo>
                    <a:pt x="4031951" y="1551069"/>
                  </a:lnTo>
                  <a:lnTo>
                    <a:pt x="3955318" y="1535436"/>
                  </a:lnTo>
                  <a:lnTo>
                    <a:pt x="3878685" y="1519450"/>
                  </a:lnTo>
                  <a:lnTo>
                    <a:pt x="3802053" y="1503102"/>
                  </a:lnTo>
                  <a:lnTo>
                    <a:pt x="3725420" y="1486385"/>
                  </a:lnTo>
                  <a:lnTo>
                    <a:pt x="3648788" y="1469289"/>
                  </a:lnTo>
                  <a:lnTo>
                    <a:pt x="3572155" y="1451807"/>
                  </a:lnTo>
                  <a:lnTo>
                    <a:pt x="3495523" y="1433929"/>
                  </a:lnTo>
                  <a:lnTo>
                    <a:pt x="3418890" y="1415647"/>
                  </a:lnTo>
                  <a:lnTo>
                    <a:pt x="3342258" y="1405337"/>
                  </a:lnTo>
                  <a:lnTo>
                    <a:pt x="3265625" y="1396488"/>
                  </a:lnTo>
                  <a:lnTo>
                    <a:pt x="3188993" y="1387546"/>
                  </a:lnTo>
                  <a:lnTo>
                    <a:pt x="3112360" y="1378509"/>
                  </a:lnTo>
                  <a:lnTo>
                    <a:pt x="3035727" y="1369377"/>
                  </a:lnTo>
                  <a:lnTo>
                    <a:pt x="2959095" y="1360148"/>
                  </a:lnTo>
                  <a:lnTo>
                    <a:pt x="2882462" y="1350822"/>
                  </a:lnTo>
                  <a:lnTo>
                    <a:pt x="2805830" y="1341397"/>
                  </a:lnTo>
                  <a:lnTo>
                    <a:pt x="2729197" y="1331872"/>
                  </a:lnTo>
                  <a:lnTo>
                    <a:pt x="2652565" y="1322247"/>
                  </a:lnTo>
                  <a:lnTo>
                    <a:pt x="2575932" y="1312520"/>
                  </a:lnTo>
                  <a:lnTo>
                    <a:pt x="2499300" y="1302690"/>
                  </a:lnTo>
                  <a:lnTo>
                    <a:pt x="2422667" y="1292756"/>
                  </a:lnTo>
                  <a:lnTo>
                    <a:pt x="2346034" y="1282717"/>
                  </a:lnTo>
                  <a:lnTo>
                    <a:pt x="2269402" y="1272572"/>
                  </a:lnTo>
                  <a:lnTo>
                    <a:pt x="2192769" y="1262319"/>
                  </a:lnTo>
                  <a:lnTo>
                    <a:pt x="2116137" y="1251958"/>
                  </a:lnTo>
                  <a:lnTo>
                    <a:pt x="2039504" y="1241488"/>
                  </a:lnTo>
                  <a:lnTo>
                    <a:pt x="1962872" y="1230907"/>
                  </a:lnTo>
                  <a:lnTo>
                    <a:pt x="1886239" y="1220214"/>
                  </a:lnTo>
                  <a:lnTo>
                    <a:pt x="1809607" y="1209408"/>
                  </a:lnTo>
                  <a:lnTo>
                    <a:pt x="1732974" y="1198488"/>
                  </a:lnTo>
                  <a:lnTo>
                    <a:pt x="1656342" y="1187452"/>
                  </a:lnTo>
                  <a:lnTo>
                    <a:pt x="1579709" y="1176299"/>
                  </a:lnTo>
                  <a:lnTo>
                    <a:pt x="1503076" y="1165029"/>
                  </a:lnTo>
                  <a:lnTo>
                    <a:pt x="1426444" y="1153639"/>
                  </a:lnTo>
                  <a:lnTo>
                    <a:pt x="1349811" y="1142129"/>
                  </a:lnTo>
                  <a:lnTo>
                    <a:pt x="1273179" y="1130498"/>
                  </a:lnTo>
                  <a:lnTo>
                    <a:pt x="1196546" y="1118743"/>
                  </a:lnTo>
                  <a:lnTo>
                    <a:pt x="1119914" y="1106864"/>
                  </a:lnTo>
                  <a:lnTo>
                    <a:pt x="1043281" y="1094859"/>
                  </a:lnTo>
                  <a:lnTo>
                    <a:pt x="966649" y="1082728"/>
                  </a:lnTo>
                  <a:lnTo>
                    <a:pt x="890016" y="1070468"/>
                  </a:lnTo>
                  <a:lnTo>
                    <a:pt x="813384" y="1058079"/>
                  </a:lnTo>
                  <a:lnTo>
                    <a:pt x="736751" y="1045558"/>
                  </a:lnTo>
                  <a:lnTo>
                    <a:pt x="660118" y="1032906"/>
                  </a:lnTo>
                  <a:lnTo>
                    <a:pt x="583486" y="1020119"/>
                  </a:lnTo>
                  <a:lnTo>
                    <a:pt x="506853" y="1007197"/>
                  </a:lnTo>
                  <a:lnTo>
                    <a:pt x="430221" y="994139"/>
                  </a:lnTo>
                  <a:lnTo>
                    <a:pt x="353588" y="980942"/>
                  </a:lnTo>
                  <a:lnTo>
                    <a:pt x="276956" y="967606"/>
                  </a:lnTo>
                  <a:lnTo>
                    <a:pt x="200323" y="954129"/>
                  </a:lnTo>
                  <a:lnTo>
                    <a:pt x="123691" y="940509"/>
                  </a:lnTo>
                  <a:lnTo>
                    <a:pt x="47058" y="926746"/>
                  </a:lnTo>
                  <a:lnTo>
                    <a:pt x="0" y="9182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3315074"/>
              <a:ext cx="7403783" cy="1762955"/>
            </a:xfrm>
            <a:custGeom>
              <a:avLst/>
              <a:pathLst>
                <a:path w="7403783" h="1762955">
                  <a:moveTo>
                    <a:pt x="0" y="0"/>
                  </a:moveTo>
                  <a:lnTo>
                    <a:pt x="47058" y="30717"/>
                  </a:lnTo>
                  <a:lnTo>
                    <a:pt x="123691" y="79633"/>
                  </a:lnTo>
                  <a:lnTo>
                    <a:pt x="200323" y="127467"/>
                  </a:lnTo>
                  <a:lnTo>
                    <a:pt x="276956" y="174243"/>
                  </a:lnTo>
                  <a:lnTo>
                    <a:pt x="353588" y="219984"/>
                  </a:lnTo>
                  <a:lnTo>
                    <a:pt x="430221" y="264713"/>
                  </a:lnTo>
                  <a:lnTo>
                    <a:pt x="506853" y="308453"/>
                  </a:lnTo>
                  <a:lnTo>
                    <a:pt x="583486" y="351226"/>
                  </a:lnTo>
                  <a:lnTo>
                    <a:pt x="660118" y="393052"/>
                  </a:lnTo>
                  <a:lnTo>
                    <a:pt x="736751" y="433953"/>
                  </a:lnTo>
                  <a:lnTo>
                    <a:pt x="813384" y="473950"/>
                  </a:lnTo>
                  <a:lnTo>
                    <a:pt x="890016" y="513062"/>
                  </a:lnTo>
                  <a:lnTo>
                    <a:pt x="966649" y="551309"/>
                  </a:lnTo>
                  <a:lnTo>
                    <a:pt x="1043281" y="588709"/>
                  </a:lnTo>
                  <a:lnTo>
                    <a:pt x="1119914" y="625283"/>
                  </a:lnTo>
                  <a:lnTo>
                    <a:pt x="1196546" y="661047"/>
                  </a:lnTo>
                  <a:lnTo>
                    <a:pt x="1273179" y="696021"/>
                  </a:lnTo>
                  <a:lnTo>
                    <a:pt x="1349811" y="730220"/>
                  </a:lnTo>
                  <a:lnTo>
                    <a:pt x="1426444" y="763664"/>
                  </a:lnTo>
                  <a:lnTo>
                    <a:pt x="1503076" y="796367"/>
                  </a:lnTo>
                  <a:lnTo>
                    <a:pt x="1579709" y="828348"/>
                  </a:lnTo>
                  <a:lnTo>
                    <a:pt x="1656342" y="859620"/>
                  </a:lnTo>
                  <a:lnTo>
                    <a:pt x="1732974" y="890201"/>
                  </a:lnTo>
                  <a:lnTo>
                    <a:pt x="1809607" y="920106"/>
                  </a:lnTo>
                  <a:lnTo>
                    <a:pt x="1886239" y="949349"/>
                  </a:lnTo>
                  <a:lnTo>
                    <a:pt x="1962872" y="977946"/>
                  </a:lnTo>
                  <a:lnTo>
                    <a:pt x="2039504" y="1005909"/>
                  </a:lnTo>
                  <a:lnTo>
                    <a:pt x="2116137" y="1033255"/>
                  </a:lnTo>
                  <a:lnTo>
                    <a:pt x="2192769" y="1059995"/>
                  </a:lnTo>
                  <a:lnTo>
                    <a:pt x="2269402" y="1086144"/>
                  </a:lnTo>
                  <a:lnTo>
                    <a:pt x="2346034" y="1111715"/>
                  </a:lnTo>
                  <a:lnTo>
                    <a:pt x="2422667" y="1136720"/>
                  </a:lnTo>
                  <a:lnTo>
                    <a:pt x="2499300" y="1161172"/>
                  </a:lnTo>
                  <a:lnTo>
                    <a:pt x="2575932" y="1185083"/>
                  </a:lnTo>
                  <a:lnTo>
                    <a:pt x="2652565" y="1208465"/>
                  </a:lnTo>
                  <a:lnTo>
                    <a:pt x="2729197" y="1231330"/>
                  </a:lnTo>
                  <a:lnTo>
                    <a:pt x="2805830" y="1253689"/>
                  </a:lnTo>
                  <a:lnTo>
                    <a:pt x="2882462" y="1275553"/>
                  </a:lnTo>
                  <a:lnTo>
                    <a:pt x="2959095" y="1296934"/>
                  </a:lnTo>
                  <a:lnTo>
                    <a:pt x="3035727" y="1317842"/>
                  </a:lnTo>
                  <a:lnTo>
                    <a:pt x="3112360" y="1338288"/>
                  </a:lnTo>
                  <a:lnTo>
                    <a:pt x="3188993" y="1358281"/>
                  </a:lnTo>
                  <a:lnTo>
                    <a:pt x="3265625" y="1377832"/>
                  </a:lnTo>
                  <a:lnTo>
                    <a:pt x="3342258" y="1396951"/>
                  </a:lnTo>
                  <a:lnTo>
                    <a:pt x="3418890" y="1414093"/>
                  </a:lnTo>
                  <a:lnTo>
                    <a:pt x="3495523" y="1422757"/>
                  </a:lnTo>
                  <a:lnTo>
                    <a:pt x="3572155" y="1431331"/>
                  </a:lnTo>
                  <a:lnTo>
                    <a:pt x="3648788" y="1439815"/>
                  </a:lnTo>
                  <a:lnTo>
                    <a:pt x="3725420" y="1448210"/>
                  </a:lnTo>
                  <a:lnTo>
                    <a:pt x="3802053" y="1456518"/>
                  </a:lnTo>
                  <a:lnTo>
                    <a:pt x="3878685" y="1464738"/>
                  </a:lnTo>
                  <a:lnTo>
                    <a:pt x="3955318" y="1472872"/>
                  </a:lnTo>
                  <a:lnTo>
                    <a:pt x="4031951" y="1480922"/>
                  </a:lnTo>
                  <a:lnTo>
                    <a:pt x="4108583" y="1488887"/>
                  </a:lnTo>
                  <a:lnTo>
                    <a:pt x="4185216" y="1496769"/>
                  </a:lnTo>
                  <a:lnTo>
                    <a:pt x="4261848" y="1504568"/>
                  </a:lnTo>
                  <a:lnTo>
                    <a:pt x="4338481" y="1512286"/>
                  </a:lnTo>
                  <a:lnTo>
                    <a:pt x="4415113" y="1519923"/>
                  </a:lnTo>
                  <a:lnTo>
                    <a:pt x="4491746" y="1527480"/>
                  </a:lnTo>
                  <a:lnTo>
                    <a:pt x="4568378" y="1534958"/>
                  </a:lnTo>
                  <a:lnTo>
                    <a:pt x="4645011" y="1542358"/>
                  </a:lnTo>
                  <a:lnTo>
                    <a:pt x="4721644" y="1549680"/>
                  </a:lnTo>
                  <a:lnTo>
                    <a:pt x="4798276" y="1556926"/>
                  </a:lnTo>
                  <a:lnTo>
                    <a:pt x="4874909" y="1564096"/>
                  </a:lnTo>
                  <a:lnTo>
                    <a:pt x="4951541" y="1571190"/>
                  </a:lnTo>
                  <a:lnTo>
                    <a:pt x="5028174" y="1578211"/>
                  </a:lnTo>
                  <a:lnTo>
                    <a:pt x="5104806" y="1585158"/>
                  </a:lnTo>
                  <a:lnTo>
                    <a:pt x="5181439" y="1592033"/>
                  </a:lnTo>
                  <a:lnTo>
                    <a:pt x="5258071" y="1598835"/>
                  </a:lnTo>
                  <a:lnTo>
                    <a:pt x="5334704" y="1605567"/>
                  </a:lnTo>
                  <a:lnTo>
                    <a:pt x="5411336" y="1612228"/>
                  </a:lnTo>
                  <a:lnTo>
                    <a:pt x="5487969" y="1618819"/>
                  </a:lnTo>
                  <a:lnTo>
                    <a:pt x="5564602" y="1625341"/>
                  </a:lnTo>
                  <a:lnTo>
                    <a:pt x="5641234" y="1631795"/>
                  </a:lnTo>
                  <a:lnTo>
                    <a:pt x="5717867" y="1638182"/>
                  </a:lnTo>
                  <a:lnTo>
                    <a:pt x="5794499" y="1644501"/>
                  </a:lnTo>
                  <a:lnTo>
                    <a:pt x="5871132" y="1650755"/>
                  </a:lnTo>
                  <a:lnTo>
                    <a:pt x="5947764" y="1656943"/>
                  </a:lnTo>
                  <a:lnTo>
                    <a:pt x="6024397" y="1663066"/>
                  </a:lnTo>
                  <a:lnTo>
                    <a:pt x="6101029" y="1669126"/>
                  </a:lnTo>
                  <a:lnTo>
                    <a:pt x="6177662" y="1675122"/>
                  </a:lnTo>
                  <a:lnTo>
                    <a:pt x="6254294" y="1681055"/>
                  </a:lnTo>
                  <a:lnTo>
                    <a:pt x="6330927" y="1686926"/>
                  </a:lnTo>
                  <a:lnTo>
                    <a:pt x="6407560" y="1692736"/>
                  </a:lnTo>
                  <a:lnTo>
                    <a:pt x="6484192" y="1698485"/>
                  </a:lnTo>
                  <a:lnTo>
                    <a:pt x="6560825" y="1704173"/>
                  </a:lnTo>
                  <a:lnTo>
                    <a:pt x="6637457" y="1709803"/>
                  </a:lnTo>
                  <a:lnTo>
                    <a:pt x="6714090" y="1715373"/>
                  </a:lnTo>
                  <a:lnTo>
                    <a:pt x="6790722" y="1720885"/>
                  </a:lnTo>
                  <a:lnTo>
                    <a:pt x="6867355" y="1726339"/>
                  </a:lnTo>
                  <a:lnTo>
                    <a:pt x="6943987" y="1731737"/>
                  </a:lnTo>
                  <a:lnTo>
                    <a:pt x="7020620" y="1737077"/>
                  </a:lnTo>
                  <a:lnTo>
                    <a:pt x="7097253" y="1742362"/>
                  </a:lnTo>
                  <a:lnTo>
                    <a:pt x="7173885" y="1747592"/>
                  </a:lnTo>
                  <a:lnTo>
                    <a:pt x="7250518" y="1752767"/>
                  </a:lnTo>
                  <a:lnTo>
                    <a:pt x="7327150" y="1757888"/>
                  </a:lnTo>
                  <a:lnTo>
                    <a:pt x="7403783" y="17629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233279"/>
              <a:ext cx="7403783" cy="1065670"/>
            </a:xfrm>
            <a:custGeom>
              <a:avLst/>
              <a:pathLst>
                <a:path w="7403783" h="1065670">
                  <a:moveTo>
                    <a:pt x="7403783" y="1065670"/>
                  </a:moveTo>
                  <a:lnTo>
                    <a:pt x="7327150" y="1059827"/>
                  </a:lnTo>
                  <a:lnTo>
                    <a:pt x="7250518" y="1053853"/>
                  </a:lnTo>
                  <a:lnTo>
                    <a:pt x="7173885" y="1047743"/>
                  </a:lnTo>
                  <a:lnTo>
                    <a:pt x="7097253" y="1041494"/>
                  </a:lnTo>
                  <a:lnTo>
                    <a:pt x="7020620" y="1035105"/>
                  </a:lnTo>
                  <a:lnTo>
                    <a:pt x="6943987" y="1028571"/>
                  </a:lnTo>
                  <a:lnTo>
                    <a:pt x="6867355" y="1021889"/>
                  </a:lnTo>
                  <a:lnTo>
                    <a:pt x="6790722" y="1015056"/>
                  </a:lnTo>
                  <a:lnTo>
                    <a:pt x="6714090" y="1008069"/>
                  </a:lnTo>
                  <a:lnTo>
                    <a:pt x="6637457" y="1000923"/>
                  </a:lnTo>
                  <a:lnTo>
                    <a:pt x="6560825" y="993616"/>
                  </a:lnTo>
                  <a:lnTo>
                    <a:pt x="6484192" y="986144"/>
                  </a:lnTo>
                  <a:lnTo>
                    <a:pt x="6407560" y="978502"/>
                  </a:lnTo>
                  <a:lnTo>
                    <a:pt x="6330927" y="970688"/>
                  </a:lnTo>
                  <a:lnTo>
                    <a:pt x="6254294" y="962697"/>
                  </a:lnTo>
                  <a:lnTo>
                    <a:pt x="6177662" y="954525"/>
                  </a:lnTo>
                  <a:lnTo>
                    <a:pt x="6101029" y="946168"/>
                  </a:lnTo>
                  <a:lnTo>
                    <a:pt x="6024397" y="937622"/>
                  </a:lnTo>
                  <a:lnTo>
                    <a:pt x="5947764" y="928883"/>
                  </a:lnTo>
                  <a:lnTo>
                    <a:pt x="5871132" y="919947"/>
                  </a:lnTo>
                  <a:lnTo>
                    <a:pt x="5794499" y="910808"/>
                  </a:lnTo>
                  <a:lnTo>
                    <a:pt x="5717867" y="901462"/>
                  </a:lnTo>
                  <a:lnTo>
                    <a:pt x="5641234" y="891905"/>
                  </a:lnTo>
                  <a:lnTo>
                    <a:pt x="5564602" y="882132"/>
                  </a:lnTo>
                  <a:lnTo>
                    <a:pt x="5487969" y="872138"/>
                  </a:lnTo>
                  <a:lnTo>
                    <a:pt x="5411336" y="861918"/>
                  </a:lnTo>
                  <a:lnTo>
                    <a:pt x="5334704" y="851466"/>
                  </a:lnTo>
                  <a:lnTo>
                    <a:pt x="5258071" y="840779"/>
                  </a:lnTo>
                  <a:lnTo>
                    <a:pt x="5181439" y="829849"/>
                  </a:lnTo>
                  <a:lnTo>
                    <a:pt x="5104806" y="818672"/>
                  </a:lnTo>
                  <a:lnTo>
                    <a:pt x="5028174" y="807243"/>
                  </a:lnTo>
                  <a:lnTo>
                    <a:pt x="4951541" y="795554"/>
                  </a:lnTo>
                  <a:lnTo>
                    <a:pt x="4874909" y="783602"/>
                  </a:lnTo>
                  <a:lnTo>
                    <a:pt x="4798276" y="771379"/>
                  </a:lnTo>
                  <a:lnTo>
                    <a:pt x="4721644" y="758880"/>
                  </a:lnTo>
                  <a:lnTo>
                    <a:pt x="4645011" y="746097"/>
                  </a:lnTo>
                  <a:lnTo>
                    <a:pt x="4568378" y="733026"/>
                  </a:lnTo>
                  <a:lnTo>
                    <a:pt x="4491746" y="719659"/>
                  </a:lnTo>
                  <a:lnTo>
                    <a:pt x="4415113" y="705990"/>
                  </a:lnTo>
                  <a:lnTo>
                    <a:pt x="4338481" y="692012"/>
                  </a:lnTo>
                  <a:lnTo>
                    <a:pt x="4261848" y="677717"/>
                  </a:lnTo>
                  <a:lnTo>
                    <a:pt x="4185216" y="663099"/>
                  </a:lnTo>
                  <a:lnTo>
                    <a:pt x="4108583" y="648150"/>
                  </a:lnTo>
                  <a:lnTo>
                    <a:pt x="4031951" y="632864"/>
                  </a:lnTo>
                  <a:lnTo>
                    <a:pt x="3955318" y="617231"/>
                  </a:lnTo>
                  <a:lnTo>
                    <a:pt x="3878685" y="601245"/>
                  </a:lnTo>
                  <a:lnTo>
                    <a:pt x="3802053" y="584897"/>
                  </a:lnTo>
                  <a:lnTo>
                    <a:pt x="3725420" y="568180"/>
                  </a:lnTo>
                  <a:lnTo>
                    <a:pt x="3648788" y="551084"/>
                  </a:lnTo>
                  <a:lnTo>
                    <a:pt x="3572155" y="533602"/>
                  </a:lnTo>
                  <a:lnTo>
                    <a:pt x="3495523" y="515724"/>
                  </a:lnTo>
                  <a:lnTo>
                    <a:pt x="3418890" y="497442"/>
                  </a:lnTo>
                  <a:lnTo>
                    <a:pt x="3342258" y="487132"/>
                  </a:lnTo>
                  <a:lnTo>
                    <a:pt x="3265625" y="478283"/>
                  </a:lnTo>
                  <a:lnTo>
                    <a:pt x="3188993" y="469341"/>
                  </a:lnTo>
                  <a:lnTo>
                    <a:pt x="3112360" y="460304"/>
                  </a:lnTo>
                  <a:lnTo>
                    <a:pt x="3035727" y="451172"/>
                  </a:lnTo>
                  <a:lnTo>
                    <a:pt x="2959095" y="441943"/>
                  </a:lnTo>
                  <a:lnTo>
                    <a:pt x="2882462" y="432617"/>
                  </a:lnTo>
                  <a:lnTo>
                    <a:pt x="2805830" y="423192"/>
                  </a:lnTo>
                  <a:lnTo>
                    <a:pt x="2729197" y="413667"/>
                  </a:lnTo>
                  <a:lnTo>
                    <a:pt x="2652565" y="404042"/>
                  </a:lnTo>
                  <a:lnTo>
                    <a:pt x="2575932" y="394315"/>
                  </a:lnTo>
                  <a:lnTo>
                    <a:pt x="2499300" y="384485"/>
                  </a:lnTo>
                  <a:lnTo>
                    <a:pt x="2422667" y="374551"/>
                  </a:lnTo>
                  <a:lnTo>
                    <a:pt x="2346034" y="364512"/>
                  </a:lnTo>
                  <a:lnTo>
                    <a:pt x="2269402" y="354367"/>
                  </a:lnTo>
                  <a:lnTo>
                    <a:pt x="2192769" y="344114"/>
                  </a:lnTo>
                  <a:lnTo>
                    <a:pt x="2116137" y="333753"/>
                  </a:lnTo>
                  <a:lnTo>
                    <a:pt x="2039504" y="323283"/>
                  </a:lnTo>
                  <a:lnTo>
                    <a:pt x="1962872" y="312702"/>
                  </a:lnTo>
                  <a:lnTo>
                    <a:pt x="1886239" y="302009"/>
                  </a:lnTo>
                  <a:lnTo>
                    <a:pt x="1809607" y="291203"/>
                  </a:lnTo>
                  <a:lnTo>
                    <a:pt x="1732974" y="280283"/>
                  </a:lnTo>
                  <a:lnTo>
                    <a:pt x="1656342" y="269247"/>
                  </a:lnTo>
                  <a:lnTo>
                    <a:pt x="1579709" y="258094"/>
                  </a:lnTo>
                  <a:lnTo>
                    <a:pt x="1503076" y="246824"/>
                  </a:lnTo>
                  <a:lnTo>
                    <a:pt x="1426444" y="235434"/>
                  </a:lnTo>
                  <a:lnTo>
                    <a:pt x="1349811" y="223924"/>
                  </a:lnTo>
                  <a:lnTo>
                    <a:pt x="1273179" y="212293"/>
                  </a:lnTo>
                  <a:lnTo>
                    <a:pt x="1196546" y="200538"/>
                  </a:lnTo>
                  <a:lnTo>
                    <a:pt x="1119914" y="188659"/>
                  </a:lnTo>
                  <a:lnTo>
                    <a:pt x="1043281" y="176654"/>
                  </a:lnTo>
                  <a:lnTo>
                    <a:pt x="966649" y="164523"/>
                  </a:lnTo>
                  <a:lnTo>
                    <a:pt x="890016" y="152263"/>
                  </a:lnTo>
                  <a:lnTo>
                    <a:pt x="813384" y="139874"/>
                  </a:lnTo>
                  <a:lnTo>
                    <a:pt x="736751" y="127353"/>
                  </a:lnTo>
                  <a:lnTo>
                    <a:pt x="660118" y="114700"/>
                  </a:lnTo>
                  <a:lnTo>
                    <a:pt x="583486" y="101914"/>
                  </a:lnTo>
                  <a:lnTo>
                    <a:pt x="506853" y="88992"/>
                  </a:lnTo>
                  <a:lnTo>
                    <a:pt x="430221" y="75934"/>
                  </a:lnTo>
                  <a:lnTo>
                    <a:pt x="353588" y="62737"/>
                  </a:lnTo>
                  <a:lnTo>
                    <a:pt x="276956" y="49401"/>
                  </a:lnTo>
                  <a:lnTo>
                    <a:pt x="200323" y="35924"/>
                  </a:lnTo>
                  <a:lnTo>
                    <a:pt x="123691" y="22304"/>
                  </a:lnTo>
                  <a:lnTo>
                    <a:pt x="47058" y="85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834302"/>
              <a:ext cx="7403783" cy="1371120"/>
            </a:xfrm>
            <a:custGeom>
              <a:avLst/>
              <a:pathLst>
                <a:path w="7403783" h="1371120">
                  <a:moveTo>
                    <a:pt x="0" y="0"/>
                  </a:moveTo>
                  <a:lnTo>
                    <a:pt x="47058" y="17364"/>
                  </a:lnTo>
                  <a:lnTo>
                    <a:pt x="123691" y="45179"/>
                  </a:lnTo>
                  <a:lnTo>
                    <a:pt x="200323" y="72541"/>
                  </a:lnTo>
                  <a:lnTo>
                    <a:pt x="276956" y="99457"/>
                  </a:lnTo>
                  <a:lnTo>
                    <a:pt x="353588" y="125933"/>
                  </a:lnTo>
                  <a:lnTo>
                    <a:pt x="430221" y="151978"/>
                  </a:lnTo>
                  <a:lnTo>
                    <a:pt x="506853" y="177598"/>
                  </a:lnTo>
                  <a:lnTo>
                    <a:pt x="583486" y="202801"/>
                  </a:lnTo>
                  <a:lnTo>
                    <a:pt x="660118" y="227592"/>
                  </a:lnTo>
                  <a:lnTo>
                    <a:pt x="736751" y="251979"/>
                  </a:lnTo>
                  <a:lnTo>
                    <a:pt x="813384" y="275968"/>
                  </a:lnTo>
                  <a:lnTo>
                    <a:pt x="890016" y="299566"/>
                  </a:lnTo>
                  <a:lnTo>
                    <a:pt x="966649" y="322780"/>
                  </a:lnTo>
                  <a:lnTo>
                    <a:pt x="1043281" y="345614"/>
                  </a:lnTo>
                  <a:lnTo>
                    <a:pt x="1119914" y="368076"/>
                  </a:lnTo>
                  <a:lnTo>
                    <a:pt x="1196546" y="390172"/>
                  </a:lnTo>
                  <a:lnTo>
                    <a:pt x="1273179" y="411908"/>
                  </a:lnTo>
                  <a:lnTo>
                    <a:pt x="1349811" y="433289"/>
                  </a:lnTo>
                  <a:lnTo>
                    <a:pt x="1426444" y="454321"/>
                  </a:lnTo>
                  <a:lnTo>
                    <a:pt x="1503076" y="475011"/>
                  </a:lnTo>
                  <a:lnTo>
                    <a:pt x="1579709" y="495363"/>
                  </a:lnTo>
                  <a:lnTo>
                    <a:pt x="1656342" y="515383"/>
                  </a:lnTo>
                  <a:lnTo>
                    <a:pt x="1732974" y="535076"/>
                  </a:lnTo>
                  <a:lnTo>
                    <a:pt x="1809607" y="554449"/>
                  </a:lnTo>
                  <a:lnTo>
                    <a:pt x="1886239" y="573505"/>
                  </a:lnTo>
                  <a:lnTo>
                    <a:pt x="1962872" y="592251"/>
                  </a:lnTo>
                  <a:lnTo>
                    <a:pt x="2039504" y="610691"/>
                  </a:lnTo>
                  <a:lnTo>
                    <a:pt x="2116137" y="628830"/>
                  </a:lnTo>
                  <a:lnTo>
                    <a:pt x="2192769" y="646673"/>
                  </a:lnTo>
                  <a:lnTo>
                    <a:pt x="2269402" y="664226"/>
                  </a:lnTo>
                  <a:lnTo>
                    <a:pt x="2346034" y="681492"/>
                  </a:lnTo>
                  <a:lnTo>
                    <a:pt x="2422667" y="698477"/>
                  </a:lnTo>
                  <a:lnTo>
                    <a:pt x="2499300" y="715184"/>
                  </a:lnTo>
                  <a:lnTo>
                    <a:pt x="2575932" y="731619"/>
                  </a:lnTo>
                  <a:lnTo>
                    <a:pt x="2652565" y="747786"/>
                  </a:lnTo>
                  <a:lnTo>
                    <a:pt x="2729197" y="763690"/>
                  </a:lnTo>
                  <a:lnTo>
                    <a:pt x="2805830" y="779334"/>
                  </a:lnTo>
                  <a:lnTo>
                    <a:pt x="2882462" y="794723"/>
                  </a:lnTo>
                  <a:lnTo>
                    <a:pt x="2959095" y="809861"/>
                  </a:lnTo>
                  <a:lnTo>
                    <a:pt x="3035727" y="824752"/>
                  </a:lnTo>
                  <a:lnTo>
                    <a:pt x="3112360" y="839400"/>
                  </a:lnTo>
                  <a:lnTo>
                    <a:pt x="3188993" y="853809"/>
                  </a:lnTo>
                  <a:lnTo>
                    <a:pt x="3265625" y="867984"/>
                  </a:lnTo>
                  <a:lnTo>
                    <a:pt x="3342258" y="881927"/>
                  </a:lnTo>
                  <a:lnTo>
                    <a:pt x="3418890" y="895642"/>
                  </a:lnTo>
                  <a:lnTo>
                    <a:pt x="3495523" y="909135"/>
                  </a:lnTo>
                  <a:lnTo>
                    <a:pt x="3572155" y="922407"/>
                  </a:lnTo>
                  <a:lnTo>
                    <a:pt x="3648788" y="935462"/>
                  </a:lnTo>
                  <a:lnTo>
                    <a:pt x="3725420" y="948305"/>
                  </a:lnTo>
                  <a:lnTo>
                    <a:pt x="3802053" y="960938"/>
                  </a:lnTo>
                  <a:lnTo>
                    <a:pt x="3878685" y="973365"/>
                  </a:lnTo>
                  <a:lnTo>
                    <a:pt x="3955318" y="985590"/>
                  </a:lnTo>
                  <a:lnTo>
                    <a:pt x="4031951" y="997615"/>
                  </a:lnTo>
                  <a:lnTo>
                    <a:pt x="4108583" y="1009444"/>
                  </a:lnTo>
                  <a:lnTo>
                    <a:pt x="4185216" y="1021080"/>
                  </a:lnTo>
                  <a:lnTo>
                    <a:pt x="4261848" y="1032527"/>
                  </a:lnTo>
                  <a:lnTo>
                    <a:pt x="4338481" y="1043786"/>
                  </a:lnTo>
                  <a:lnTo>
                    <a:pt x="4415113" y="1054863"/>
                  </a:lnTo>
                  <a:lnTo>
                    <a:pt x="4491746" y="1065758"/>
                  </a:lnTo>
                  <a:lnTo>
                    <a:pt x="4568378" y="1076476"/>
                  </a:lnTo>
                  <a:lnTo>
                    <a:pt x="4645011" y="1087019"/>
                  </a:lnTo>
                  <a:lnTo>
                    <a:pt x="4721644" y="1097390"/>
                  </a:lnTo>
                  <a:lnTo>
                    <a:pt x="4798276" y="1107592"/>
                  </a:lnTo>
                  <a:lnTo>
                    <a:pt x="4874909" y="1117627"/>
                  </a:lnTo>
                  <a:lnTo>
                    <a:pt x="4951541" y="1127499"/>
                  </a:lnTo>
                  <a:lnTo>
                    <a:pt x="5028174" y="1137210"/>
                  </a:lnTo>
                  <a:lnTo>
                    <a:pt x="5104806" y="1146762"/>
                  </a:lnTo>
                  <a:lnTo>
                    <a:pt x="5181439" y="1156159"/>
                  </a:lnTo>
                  <a:lnTo>
                    <a:pt x="5258071" y="1165403"/>
                  </a:lnTo>
                  <a:lnTo>
                    <a:pt x="5334704" y="1174495"/>
                  </a:lnTo>
                  <a:lnTo>
                    <a:pt x="5411336" y="1183440"/>
                  </a:lnTo>
                  <a:lnTo>
                    <a:pt x="5487969" y="1192238"/>
                  </a:lnTo>
                  <a:lnTo>
                    <a:pt x="5564602" y="1200893"/>
                  </a:lnTo>
                  <a:lnTo>
                    <a:pt x="5641234" y="1209407"/>
                  </a:lnTo>
                  <a:lnTo>
                    <a:pt x="5717867" y="1217782"/>
                  </a:lnTo>
                  <a:lnTo>
                    <a:pt x="5794499" y="1226021"/>
                  </a:lnTo>
                  <a:lnTo>
                    <a:pt x="5871132" y="1234125"/>
                  </a:lnTo>
                  <a:lnTo>
                    <a:pt x="5947764" y="1242097"/>
                  </a:lnTo>
                  <a:lnTo>
                    <a:pt x="6024397" y="1249939"/>
                  </a:lnTo>
                  <a:lnTo>
                    <a:pt x="6101029" y="1257653"/>
                  </a:lnTo>
                  <a:lnTo>
                    <a:pt x="6177662" y="1265241"/>
                  </a:lnTo>
                  <a:lnTo>
                    <a:pt x="6254294" y="1272706"/>
                  </a:lnTo>
                  <a:lnTo>
                    <a:pt x="6330927" y="1280048"/>
                  </a:lnTo>
                  <a:lnTo>
                    <a:pt x="6407560" y="1287271"/>
                  </a:lnTo>
                  <a:lnTo>
                    <a:pt x="6484192" y="1294377"/>
                  </a:lnTo>
                  <a:lnTo>
                    <a:pt x="6560825" y="1301366"/>
                  </a:lnTo>
                  <a:lnTo>
                    <a:pt x="6637457" y="1308241"/>
                  </a:lnTo>
                  <a:lnTo>
                    <a:pt x="6714090" y="1315005"/>
                  </a:lnTo>
                  <a:lnTo>
                    <a:pt x="6790722" y="1321657"/>
                  </a:lnTo>
                  <a:lnTo>
                    <a:pt x="6867355" y="1328202"/>
                  </a:lnTo>
                  <a:lnTo>
                    <a:pt x="6943987" y="1334640"/>
                  </a:lnTo>
                  <a:lnTo>
                    <a:pt x="7020620" y="1340972"/>
                  </a:lnTo>
                  <a:lnTo>
                    <a:pt x="7097253" y="1347202"/>
                  </a:lnTo>
                  <a:lnTo>
                    <a:pt x="7173885" y="1353330"/>
                  </a:lnTo>
                  <a:lnTo>
                    <a:pt x="7250518" y="1359357"/>
                  </a:lnTo>
                  <a:lnTo>
                    <a:pt x="7327150" y="1365287"/>
                  </a:lnTo>
                  <a:lnTo>
                    <a:pt x="7403783" y="137112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1.21 (1.13-1.30), p_Bonf = &lt;0.001 (n = 6)  |  per IQR decline (Δ = 29.9 %): 1.77 (1.44-2.17)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25883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2026-09-28T16:51:08Z</dcterms:modified>
  <cp:category/>
</cp:coreProperties>
</file>