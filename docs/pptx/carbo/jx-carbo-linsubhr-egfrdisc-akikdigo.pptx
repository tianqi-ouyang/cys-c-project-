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446228"/>
              <a:ext cx="7090630" cy="2699459"/>
            </a:xfrm>
            <a:custGeom>
              <a:avLst/>
              <a:pathLst>
                <a:path w="7090630" h="2699459">
                  <a:moveTo>
                    <a:pt x="0" y="0"/>
                  </a:moveTo>
                  <a:lnTo>
                    <a:pt x="71622" y="62918"/>
                  </a:lnTo>
                  <a:lnTo>
                    <a:pt x="143245" y="124565"/>
                  </a:lnTo>
                  <a:lnTo>
                    <a:pt x="214867" y="184964"/>
                  </a:lnTo>
                  <a:lnTo>
                    <a:pt x="286490" y="244142"/>
                  </a:lnTo>
                  <a:lnTo>
                    <a:pt x="358112" y="302123"/>
                  </a:lnTo>
                  <a:lnTo>
                    <a:pt x="429735" y="358932"/>
                  </a:lnTo>
                  <a:lnTo>
                    <a:pt x="501357" y="414591"/>
                  </a:lnTo>
                  <a:lnTo>
                    <a:pt x="572980" y="469125"/>
                  </a:lnTo>
                  <a:lnTo>
                    <a:pt x="644602" y="522556"/>
                  </a:lnTo>
                  <a:lnTo>
                    <a:pt x="716225" y="574906"/>
                  </a:lnTo>
                  <a:lnTo>
                    <a:pt x="787847" y="626198"/>
                  </a:lnTo>
                  <a:lnTo>
                    <a:pt x="859470" y="676452"/>
                  </a:lnTo>
                  <a:lnTo>
                    <a:pt x="931092" y="725690"/>
                  </a:lnTo>
                  <a:lnTo>
                    <a:pt x="1002715" y="773932"/>
                  </a:lnTo>
                  <a:lnTo>
                    <a:pt x="1074337" y="821198"/>
                  </a:lnTo>
                  <a:lnTo>
                    <a:pt x="1145960" y="867509"/>
                  </a:lnTo>
                  <a:lnTo>
                    <a:pt x="1217582" y="912883"/>
                  </a:lnTo>
                  <a:lnTo>
                    <a:pt x="1289205" y="957339"/>
                  </a:lnTo>
                  <a:lnTo>
                    <a:pt x="1360827" y="1000896"/>
                  </a:lnTo>
                  <a:lnTo>
                    <a:pt x="1432450" y="1043572"/>
                  </a:lnTo>
                  <a:lnTo>
                    <a:pt x="1504073" y="1085385"/>
                  </a:lnTo>
                  <a:lnTo>
                    <a:pt x="1575695" y="1126353"/>
                  </a:lnTo>
                  <a:lnTo>
                    <a:pt x="1647318" y="1166492"/>
                  </a:lnTo>
                  <a:lnTo>
                    <a:pt x="1718940" y="1205819"/>
                  </a:lnTo>
                  <a:lnTo>
                    <a:pt x="1790563" y="1244350"/>
                  </a:lnTo>
                  <a:lnTo>
                    <a:pt x="1862185" y="1282103"/>
                  </a:lnTo>
                  <a:lnTo>
                    <a:pt x="1933808" y="1319092"/>
                  </a:lnTo>
                  <a:lnTo>
                    <a:pt x="2005430" y="1355333"/>
                  </a:lnTo>
                  <a:lnTo>
                    <a:pt x="2077053" y="1390840"/>
                  </a:lnTo>
                  <a:lnTo>
                    <a:pt x="2148675" y="1425630"/>
                  </a:lnTo>
                  <a:lnTo>
                    <a:pt x="2220298" y="1459716"/>
                  </a:lnTo>
                  <a:lnTo>
                    <a:pt x="2291920" y="1493113"/>
                  </a:lnTo>
                  <a:lnTo>
                    <a:pt x="2363543" y="1525834"/>
                  </a:lnTo>
                  <a:lnTo>
                    <a:pt x="2435165" y="1557894"/>
                  </a:lnTo>
                  <a:lnTo>
                    <a:pt x="2506788" y="1589305"/>
                  </a:lnTo>
                  <a:lnTo>
                    <a:pt x="2578410" y="1620081"/>
                  </a:lnTo>
                  <a:lnTo>
                    <a:pt x="2650033" y="1650234"/>
                  </a:lnTo>
                  <a:lnTo>
                    <a:pt x="2721655" y="1679778"/>
                  </a:lnTo>
                  <a:lnTo>
                    <a:pt x="2793278" y="1708724"/>
                  </a:lnTo>
                  <a:lnTo>
                    <a:pt x="2864901" y="1737085"/>
                  </a:lnTo>
                  <a:lnTo>
                    <a:pt x="2936523" y="1764872"/>
                  </a:lnTo>
                  <a:lnTo>
                    <a:pt x="3008146" y="1792097"/>
                  </a:lnTo>
                  <a:lnTo>
                    <a:pt x="3079768" y="1818772"/>
                  </a:lnTo>
                  <a:lnTo>
                    <a:pt x="3151391" y="1844907"/>
                  </a:lnTo>
                  <a:lnTo>
                    <a:pt x="3223013" y="1870513"/>
                  </a:lnTo>
                  <a:lnTo>
                    <a:pt x="3294636" y="1895602"/>
                  </a:lnTo>
                  <a:lnTo>
                    <a:pt x="3366258" y="1920183"/>
                  </a:lnTo>
                  <a:lnTo>
                    <a:pt x="3437881" y="1944267"/>
                  </a:lnTo>
                  <a:lnTo>
                    <a:pt x="3509503" y="1967864"/>
                  </a:lnTo>
                  <a:lnTo>
                    <a:pt x="3581126" y="1990984"/>
                  </a:lnTo>
                  <a:lnTo>
                    <a:pt x="3652748" y="2013636"/>
                  </a:lnTo>
                  <a:lnTo>
                    <a:pt x="3724371" y="2035830"/>
                  </a:lnTo>
                  <a:lnTo>
                    <a:pt x="3795993" y="2057575"/>
                  </a:lnTo>
                  <a:lnTo>
                    <a:pt x="3867616" y="2078881"/>
                  </a:lnTo>
                  <a:lnTo>
                    <a:pt x="3939238" y="2099755"/>
                  </a:lnTo>
                  <a:lnTo>
                    <a:pt x="4010861" y="2120207"/>
                  </a:lnTo>
                  <a:lnTo>
                    <a:pt x="4082483" y="2140246"/>
                  </a:lnTo>
                  <a:lnTo>
                    <a:pt x="4154106" y="2159880"/>
                  </a:lnTo>
                  <a:lnTo>
                    <a:pt x="4225729" y="2179116"/>
                  </a:lnTo>
                  <a:lnTo>
                    <a:pt x="4297351" y="2197963"/>
                  </a:lnTo>
                  <a:lnTo>
                    <a:pt x="4368974" y="2216429"/>
                  </a:lnTo>
                  <a:lnTo>
                    <a:pt x="4440596" y="2234522"/>
                  </a:lnTo>
                  <a:lnTo>
                    <a:pt x="4512219" y="2252249"/>
                  </a:lnTo>
                  <a:lnTo>
                    <a:pt x="4583841" y="2269617"/>
                  </a:lnTo>
                  <a:lnTo>
                    <a:pt x="4655464" y="2280947"/>
                  </a:lnTo>
                  <a:lnTo>
                    <a:pt x="4727086" y="2278916"/>
                  </a:lnTo>
                  <a:lnTo>
                    <a:pt x="4798709" y="2276879"/>
                  </a:lnTo>
                  <a:lnTo>
                    <a:pt x="4870331" y="2274837"/>
                  </a:lnTo>
                  <a:lnTo>
                    <a:pt x="4941954" y="2272790"/>
                  </a:lnTo>
                  <a:lnTo>
                    <a:pt x="5013576" y="2270739"/>
                  </a:lnTo>
                  <a:lnTo>
                    <a:pt x="5085199" y="2268682"/>
                  </a:lnTo>
                  <a:lnTo>
                    <a:pt x="5156821" y="2266620"/>
                  </a:lnTo>
                  <a:lnTo>
                    <a:pt x="5228444" y="2264553"/>
                  </a:lnTo>
                  <a:lnTo>
                    <a:pt x="5300066" y="2262481"/>
                  </a:lnTo>
                  <a:lnTo>
                    <a:pt x="5371689" y="2260404"/>
                  </a:lnTo>
                  <a:lnTo>
                    <a:pt x="5443311" y="2258322"/>
                  </a:lnTo>
                  <a:lnTo>
                    <a:pt x="5514934" y="2256235"/>
                  </a:lnTo>
                  <a:lnTo>
                    <a:pt x="5586557" y="2254143"/>
                  </a:lnTo>
                  <a:lnTo>
                    <a:pt x="5658179" y="2252045"/>
                  </a:lnTo>
                  <a:lnTo>
                    <a:pt x="5729802" y="2249943"/>
                  </a:lnTo>
                  <a:lnTo>
                    <a:pt x="5801424" y="2247835"/>
                  </a:lnTo>
                  <a:lnTo>
                    <a:pt x="5873047" y="2245722"/>
                  </a:lnTo>
                  <a:lnTo>
                    <a:pt x="5944669" y="2243604"/>
                  </a:lnTo>
                  <a:lnTo>
                    <a:pt x="6016292" y="2241481"/>
                  </a:lnTo>
                  <a:lnTo>
                    <a:pt x="6087914" y="2239352"/>
                  </a:lnTo>
                  <a:lnTo>
                    <a:pt x="6159537" y="2237219"/>
                  </a:lnTo>
                  <a:lnTo>
                    <a:pt x="6231159" y="2235080"/>
                  </a:lnTo>
                  <a:lnTo>
                    <a:pt x="6302782" y="2232936"/>
                  </a:lnTo>
                  <a:lnTo>
                    <a:pt x="6374404" y="2230786"/>
                  </a:lnTo>
                  <a:lnTo>
                    <a:pt x="6446027" y="2228632"/>
                  </a:lnTo>
                  <a:lnTo>
                    <a:pt x="6517649" y="2226472"/>
                  </a:lnTo>
                  <a:lnTo>
                    <a:pt x="6589272" y="2224307"/>
                  </a:lnTo>
                  <a:lnTo>
                    <a:pt x="6660894" y="2222136"/>
                  </a:lnTo>
                  <a:lnTo>
                    <a:pt x="6732517" y="2219961"/>
                  </a:lnTo>
                  <a:lnTo>
                    <a:pt x="6804139" y="2217780"/>
                  </a:lnTo>
                  <a:lnTo>
                    <a:pt x="6875762" y="2215593"/>
                  </a:lnTo>
                  <a:lnTo>
                    <a:pt x="6947385" y="2213401"/>
                  </a:lnTo>
                  <a:lnTo>
                    <a:pt x="7019007" y="2211204"/>
                  </a:lnTo>
                  <a:lnTo>
                    <a:pt x="7090630" y="2209002"/>
                  </a:lnTo>
                  <a:lnTo>
                    <a:pt x="7090630" y="2699459"/>
                  </a:lnTo>
                  <a:lnTo>
                    <a:pt x="7019007" y="2690963"/>
                  </a:lnTo>
                  <a:lnTo>
                    <a:pt x="6947385" y="2682293"/>
                  </a:lnTo>
                  <a:lnTo>
                    <a:pt x="6875762" y="2673443"/>
                  </a:lnTo>
                  <a:lnTo>
                    <a:pt x="6804139" y="2664410"/>
                  </a:lnTo>
                  <a:lnTo>
                    <a:pt x="6732517" y="2655192"/>
                  </a:lnTo>
                  <a:lnTo>
                    <a:pt x="6660894" y="2645782"/>
                  </a:lnTo>
                  <a:lnTo>
                    <a:pt x="6589272" y="2636179"/>
                  </a:lnTo>
                  <a:lnTo>
                    <a:pt x="6517649" y="2626377"/>
                  </a:lnTo>
                  <a:lnTo>
                    <a:pt x="6446027" y="2616373"/>
                  </a:lnTo>
                  <a:lnTo>
                    <a:pt x="6374404" y="2606163"/>
                  </a:lnTo>
                  <a:lnTo>
                    <a:pt x="6302782" y="2595742"/>
                  </a:lnTo>
                  <a:lnTo>
                    <a:pt x="6231159" y="2585105"/>
                  </a:lnTo>
                  <a:lnTo>
                    <a:pt x="6159537" y="2574249"/>
                  </a:lnTo>
                  <a:lnTo>
                    <a:pt x="6087914" y="2563169"/>
                  </a:lnTo>
                  <a:lnTo>
                    <a:pt x="6016292" y="2551860"/>
                  </a:lnTo>
                  <a:lnTo>
                    <a:pt x="5944669" y="2540318"/>
                  </a:lnTo>
                  <a:lnTo>
                    <a:pt x="5873047" y="2528538"/>
                  </a:lnTo>
                  <a:lnTo>
                    <a:pt x="5801424" y="2516514"/>
                  </a:lnTo>
                  <a:lnTo>
                    <a:pt x="5729802" y="2504243"/>
                  </a:lnTo>
                  <a:lnTo>
                    <a:pt x="5658179" y="2491718"/>
                  </a:lnTo>
                  <a:lnTo>
                    <a:pt x="5586557" y="2478934"/>
                  </a:lnTo>
                  <a:lnTo>
                    <a:pt x="5514934" y="2465886"/>
                  </a:lnTo>
                  <a:lnTo>
                    <a:pt x="5443311" y="2452570"/>
                  </a:lnTo>
                  <a:lnTo>
                    <a:pt x="5371689" y="2438978"/>
                  </a:lnTo>
                  <a:lnTo>
                    <a:pt x="5300066" y="2425106"/>
                  </a:lnTo>
                  <a:lnTo>
                    <a:pt x="5228444" y="2410947"/>
                  </a:lnTo>
                  <a:lnTo>
                    <a:pt x="5156821" y="2396496"/>
                  </a:lnTo>
                  <a:lnTo>
                    <a:pt x="5085199" y="2381747"/>
                  </a:lnTo>
                  <a:lnTo>
                    <a:pt x="5013576" y="2366693"/>
                  </a:lnTo>
                  <a:lnTo>
                    <a:pt x="4941954" y="2351329"/>
                  </a:lnTo>
                  <a:lnTo>
                    <a:pt x="4870331" y="2335647"/>
                  </a:lnTo>
                  <a:lnTo>
                    <a:pt x="4798709" y="2319642"/>
                  </a:lnTo>
                  <a:lnTo>
                    <a:pt x="4727086" y="2303307"/>
                  </a:lnTo>
                  <a:lnTo>
                    <a:pt x="4655464" y="2286634"/>
                  </a:lnTo>
                  <a:lnTo>
                    <a:pt x="4583841" y="2282974"/>
                  </a:lnTo>
                  <a:lnTo>
                    <a:pt x="4512219" y="2284996"/>
                  </a:lnTo>
                  <a:lnTo>
                    <a:pt x="4440596" y="2287013"/>
                  </a:lnTo>
                  <a:lnTo>
                    <a:pt x="4368974" y="2289025"/>
                  </a:lnTo>
                  <a:lnTo>
                    <a:pt x="4297351" y="2291032"/>
                  </a:lnTo>
                  <a:lnTo>
                    <a:pt x="4225729" y="2293035"/>
                  </a:lnTo>
                  <a:lnTo>
                    <a:pt x="4154106" y="2295032"/>
                  </a:lnTo>
                  <a:lnTo>
                    <a:pt x="4082483" y="2297024"/>
                  </a:lnTo>
                  <a:lnTo>
                    <a:pt x="4010861" y="2299012"/>
                  </a:lnTo>
                  <a:lnTo>
                    <a:pt x="3939238" y="2300995"/>
                  </a:lnTo>
                  <a:lnTo>
                    <a:pt x="3867616" y="2302973"/>
                  </a:lnTo>
                  <a:lnTo>
                    <a:pt x="3795993" y="2304946"/>
                  </a:lnTo>
                  <a:lnTo>
                    <a:pt x="3724371" y="2306914"/>
                  </a:lnTo>
                  <a:lnTo>
                    <a:pt x="3652748" y="2308877"/>
                  </a:lnTo>
                  <a:lnTo>
                    <a:pt x="3581126" y="2310836"/>
                  </a:lnTo>
                  <a:lnTo>
                    <a:pt x="3509503" y="2312790"/>
                  </a:lnTo>
                  <a:lnTo>
                    <a:pt x="3437881" y="2314739"/>
                  </a:lnTo>
                  <a:lnTo>
                    <a:pt x="3366258" y="2316683"/>
                  </a:lnTo>
                  <a:lnTo>
                    <a:pt x="3294636" y="2318623"/>
                  </a:lnTo>
                  <a:lnTo>
                    <a:pt x="3223013" y="2320558"/>
                  </a:lnTo>
                  <a:lnTo>
                    <a:pt x="3151391" y="2322488"/>
                  </a:lnTo>
                  <a:lnTo>
                    <a:pt x="3079768" y="2324413"/>
                  </a:lnTo>
                  <a:lnTo>
                    <a:pt x="3008146" y="2326334"/>
                  </a:lnTo>
                  <a:lnTo>
                    <a:pt x="2936523" y="2328250"/>
                  </a:lnTo>
                  <a:lnTo>
                    <a:pt x="2864901" y="2330161"/>
                  </a:lnTo>
                  <a:lnTo>
                    <a:pt x="2793278" y="2332068"/>
                  </a:lnTo>
                  <a:lnTo>
                    <a:pt x="2721655" y="2333970"/>
                  </a:lnTo>
                  <a:lnTo>
                    <a:pt x="2650033" y="2335867"/>
                  </a:lnTo>
                  <a:lnTo>
                    <a:pt x="2578410" y="2337760"/>
                  </a:lnTo>
                  <a:lnTo>
                    <a:pt x="2506788" y="2339648"/>
                  </a:lnTo>
                  <a:lnTo>
                    <a:pt x="2435165" y="2341532"/>
                  </a:lnTo>
                  <a:lnTo>
                    <a:pt x="2363543" y="2343411"/>
                  </a:lnTo>
                  <a:lnTo>
                    <a:pt x="2291920" y="2345285"/>
                  </a:lnTo>
                  <a:lnTo>
                    <a:pt x="2220298" y="2347155"/>
                  </a:lnTo>
                  <a:lnTo>
                    <a:pt x="2148675" y="2349020"/>
                  </a:lnTo>
                  <a:lnTo>
                    <a:pt x="2077053" y="2350881"/>
                  </a:lnTo>
                  <a:lnTo>
                    <a:pt x="2005430" y="2352737"/>
                  </a:lnTo>
                  <a:lnTo>
                    <a:pt x="1933808" y="2354588"/>
                  </a:lnTo>
                  <a:lnTo>
                    <a:pt x="1862185" y="2356435"/>
                  </a:lnTo>
                  <a:lnTo>
                    <a:pt x="1790563" y="2358278"/>
                  </a:lnTo>
                  <a:lnTo>
                    <a:pt x="1718940" y="2360116"/>
                  </a:lnTo>
                  <a:lnTo>
                    <a:pt x="1647318" y="2361949"/>
                  </a:lnTo>
                  <a:lnTo>
                    <a:pt x="1575695" y="2363778"/>
                  </a:lnTo>
                  <a:lnTo>
                    <a:pt x="1504073" y="2365603"/>
                  </a:lnTo>
                  <a:lnTo>
                    <a:pt x="1432450" y="2367423"/>
                  </a:lnTo>
                  <a:lnTo>
                    <a:pt x="1360827" y="2369239"/>
                  </a:lnTo>
                  <a:lnTo>
                    <a:pt x="1289205" y="2371050"/>
                  </a:lnTo>
                  <a:lnTo>
                    <a:pt x="1217582" y="2372857"/>
                  </a:lnTo>
                  <a:lnTo>
                    <a:pt x="1145960" y="2374659"/>
                  </a:lnTo>
                  <a:lnTo>
                    <a:pt x="1074337" y="2376457"/>
                  </a:lnTo>
                  <a:lnTo>
                    <a:pt x="1002715" y="2378251"/>
                  </a:lnTo>
                  <a:lnTo>
                    <a:pt x="931092" y="2380040"/>
                  </a:lnTo>
                  <a:lnTo>
                    <a:pt x="859470" y="2381825"/>
                  </a:lnTo>
                  <a:lnTo>
                    <a:pt x="787847" y="2383606"/>
                  </a:lnTo>
                  <a:lnTo>
                    <a:pt x="716225" y="2385382"/>
                  </a:lnTo>
                  <a:lnTo>
                    <a:pt x="644602" y="2387154"/>
                  </a:lnTo>
                  <a:lnTo>
                    <a:pt x="572980" y="2388921"/>
                  </a:lnTo>
                  <a:lnTo>
                    <a:pt x="501357" y="2390684"/>
                  </a:lnTo>
                  <a:lnTo>
                    <a:pt x="429735" y="2392443"/>
                  </a:lnTo>
                  <a:lnTo>
                    <a:pt x="358112" y="2394198"/>
                  </a:lnTo>
                  <a:lnTo>
                    <a:pt x="286490" y="2395948"/>
                  </a:lnTo>
                  <a:lnTo>
                    <a:pt x="214867" y="2397694"/>
                  </a:lnTo>
                  <a:lnTo>
                    <a:pt x="143245" y="2399436"/>
                  </a:lnTo>
                  <a:lnTo>
                    <a:pt x="71622" y="2401174"/>
                  </a:lnTo>
                  <a:lnTo>
                    <a:pt x="0" y="240290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46228"/>
              <a:ext cx="7090630" cy="2280947"/>
            </a:xfrm>
            <a:custGeom>
              <a:avLst/>
              <a:pathLst>
                <a:path w="7090630" h="2280947">
                  <a:moveTo>
                    <a:pt x="0" y="0"/>
                  </a:moveTo>
                  <a:lnTo>
                    <a:pt x="71622" y="62918"/>
                  </a:lnTo>
                  <a:lnTo>
                    <a:pt x="143245" y="124565"/>
                  </a:lnTo>
                  <a:lnTo>
                    <a:pt x="214867" y="184964"/>
                  </a:lnTo>
                  <a:lnTo>
                    <a:pt x="286490" y="244142"/>
                  </a:lnTo>
                  <a:lnTo>
                    <a:pt x="358112" y="302123"/>
                  </a:lnTo>
                  <a:lnTo>
                    <a:pt x="429735" y="358932"/>
                  </a:lnTo>
                  <a:lnTo>
                    <a:pt x="501357" y="414591"/>
                  </a:lnTo>
                  <a:lnTo>
                    <a:pt x="572980" y="469125"/>
                  </a:lnTo>
                  <a:lnTo>
                    <a:pt x="644602" y="522556"/>
                  </a:lnTo>
                  <a:lnTo>
                    <a:pt x="716225" y="574906"/>
                  </a:lnTo>
                  <a:lnTo>
                    <a:pt x="787847" y="626198"/>
                  </a:lnTo>
                  <a:lnTo>
                    <a:pt x="859470" y="676452"/>
                  </a:lnTo>
                  <a:lnTo>
                    <a:pt x="931092" y="725690"/>
                  </a:lnTo>
                  <a:lnTo>
                    <a:pt x="1002715" y="773932"/>
                  </a:lnTo>
                  <a:lnTo>
                    <a:pt x="1074337" y="821198"/>
                  </a:lnTo>
                  <a:lnTo>
                    <a:pt x="1145960" y="867509"/>
                  </a:lnTo>
                  <a:lnTo>
                    <a:pt x="1217582" y="912883"/>
                  </a:lnTo>
                  <a:lnTo>
                    <a:pt x="1289205" y="957339"/>
                  </a:lnTo>
                  <a:lnTo>
                    <a:pt x="1360827" y="1000896"/>
                  </a:lnTo>
                  <a:lnTo>
                    <a:pt x="1432450" y="1043572"/>
                  </a:lnTo>
                  <a:lnTo>
                    <a:pt x="1504073" y="1085385"/>
                  </a:lnTo>
                  <a:lnTo>
                    <a:pt x="1575695" y="1126353"/>
                  </a:lnTo>
                  <a:lnTo>
                    <a:pt x="1647318" y="1166492"/>
                  </a:lnTo>
                  <a:lnTo>
                    <a:pt x="1718940" y="1205819"/>
                  </a:lnTo>
                  <a:lnTo>
                    <a:pt x="1790563" y="1244350"/>
                  </a:lnTo>
                  <a:lnTo>
                    <a:pt x="1862185" y="1282103"/>
                  </a:lnTo>
                  <a:lnTo>
                    <a:pt x="1933808" y="1319092"/>
                  </a:lnTo>
                  <a:lnTo>
                    <a:pt x="2005430" y="1355333"/>
                  </a:lnTo>
                  <a:lnTo>
                    <a:pt x="2077053" y="1390840"/>
                  </a:lnTo>
                  <a:lnTo>
                    <a:pt x="2148675" y="1425630"/>
                  </a:lnTo>
                  <a:lnTo>
                    <a:pt x="2220298" y="1459716"/>
                  </a:lnTo>
                  <a:lnTo>
                    <a:pt x="2291920" y="1493113"/>
                  </a:lnTo>
                  <a:lnTo>
                    <a:pt x="2363543" y="1525834"/>
                  </a:lnTo>
                  <a:lnTo>
                    <a:pt x="2435165" y="1557894"/>
                  </a:lnTo>
                  <a:lnTo>
                    <a:pt x="2506788" y="1589305"/>
                  </a:lnTo>
                  <a:lnTo>
                    <a:pt x="2578410" y="1620081"/>
                  </a:lnTo>
                  <a:lnTo>
                    <a:pt x="2650033" y="1650234"/>
                  </a:lnTo>
                  <a:lnTo>
                    <a:pt x="2721655" y="1679778"/>
                  </a:lnTo>
                  <a:lnTo>
                    <a:pt x="2793278" y="1708724"/>
                  </a:lnTo>
                  <a:lnTo>
                    <a:pt x="2864901" y="1737085"/>
                  </a:lnTo>
                  <a:lnTo>
                    <a:pt x="2936523" y="1764872"/>
                  </a:lnTo>
                  <a:lnTo>
                    <a:pt x="3008146" y="1792097"/>
                  </a:lnTo>
                  <a:lnTo>
                    <a:pt x="3079768" y="1818772"/>
                  </a:lnTo>
                  <a:lnTo>
                    <a:pt x="3151391" y="1844907"/>
                  </a:lnTo>
                  <a:lnTo>
                    <a:pt x="3223013" y="1870513"/>
                  </a:lnTo>
                  <a:lnTo>
                    <a:pt x="3294636" y="1895602"/>
                  </a:lnTo>
                  <a:lnTo>
                    <a:pt x="3366258" y="1920183"/>
                  </a:lnTo>
                  <a:lnTo>
                    <a:pt x="3437881" y="1944267"/>
                  </a:lnTo>
                  <a:lnTo>
                    <a:pt x="3509503" y="1967864"/>
                  </a:lnTo>
                  <a:lnTo>
                    <a:pt x="3581126" y="1990984"/>
                  </a:lnTo>
                  <a:lnTo>
                    <a:pt x="3652748" y="2013636"/>
                  </a:lnTo>
                  <a:lnTo>
                    <a:pt x="3724371" y="2035830"/>
                  </a:lnTo>
                  <a:lnTo>
                    <a:pt x="3795993" y="2057575"/>
                  </a:lnTo>
                  <a:lnTo>
                    <a:pt x="3867616" y="2078881"/>
                  </a:lnTo>
                  <a:lnTo>
                    <a:pt x="3939238" y="2099755"/>
                  </a:lnTo>
                  <a:lnTo>
                    <a:pt x="4010861" y="2120207"/>
                  </a:lnTo>
                  <a:lnTo>
                    <a:pt x="4082483" y="2140246"/>
                  </a:lnTo>
                  <a:lnTo>
                    <a:pt x="4154106" y="2159880"/>
                  </a:lnTo>
                  <a:lnTo>
                    <a:pt x="4225729" y="2179116"/>
                  </a:lnTo>
                  <a:lnTo>
                    <a:pt x="4297351" y="2197963"/>
                  </a:lnTo>
                  <a:lnTo>
                    <a:pt x="4368974" y="2216429"/>
                  </a:lnTo>
                  <a:lnTo>
                    <a:pt x="4440596" y="2234522"/>
                  </a:lnTo>
                  <a:lnTo>
                    <a:pt x="4512219" y="2252249"/>
                  </a:lnTo>
                  <a:lnTo>
                    <a:pt x="4583841" y="2269617"/>
                  </a:lnTo>
                  <a:lnTo>
                    <a:pt x="4655464" y="2280947"/>
                  </a:lnTo>
                  <a:lnTo>
                    <a:pt x="4727086" y="2278916"/>
                  </a:lnTo>
                  <a:lnTo>
                    <a:pt x="4798709" y="2276879"/>
                  </a:lnTo>
                  <a:lnTo>
                    <a:pt x="4870331" y="2274837"/>
                  </a:lnTo>
                  <a:lnTo>
                    <a:pt x="4941954" y="2272790"/>
                  </a:lnTo>
                  <a:lnTo>
                    <a:pt x="5013576" y="2270739"/>
                  </a:lnTo>
                  <a:lnTo>
                    <a:pt x="5085199" y="2268682"/>
                  </a:lnTo>
                  <a:lnTo>
                    <a:pt x="5156821" y="2266620"/>
                  </a:lnTo>
                  <a:lnTo>
                    <a:pt x="5228444" y="2264553"/>
                  </a:lnTo>
                  <a:lnTo>
                    <a:pt x="5300066" y="2262481"/>
                  </a:lnTo>
                  <a:lnTo>
                    <a:pt x="5371689" y="2260404"/>
                  </a:lnTo>
                  <a:lnTo>
                    <a:pt x="5443311" y="2258322"/>
                  </a:lnTo>
                  <a:lnTo>
                    <a:pt x="5514934" y="2256235"/>
                  </a:lnTo>
                  <a:lnTo>
                    <a:pt x="5586557" y="2254143"/>
                  </a:lnTo>
                  <a:lnTo>
                    <a:pt x="5658179" y="2252045"/>
                  </a:lnTo>
                  <a:lnTo>
                    <a:pt x="5729802" y="2249943"/>
                  </a:lnTo>
                  <a:lnTo>
                    <a:pt x="5801424" y="2247835"/>
                  </a:lnTo>
                  <a:lnTo>
                    <a:pt x="5873047" y="2245722"/>
                  </a:lnTo>
                  <a:lnTo>
                    <a:pt x="5944669" y="2243604"/>
                  </a:lnTo>
                  <a:lnTo>
                    <a:pt x="6016292" y="2241481"/>
                  </a:lnTo>
                  <a:lnTo>
                    <a:pt x="6087914" y="2239352"/>
                  </a:lnTo>
                  <a:lnTo>
                    <a:pt x="6159537" y="2237219"/>
                  </a:lnTo>
                  <a:lnTo>
                    <a:pt x="6231159" y="2235080"/>
                  </a:lnTo>
                  <a:lnTo>
                    <a:pt x="6302782" y="2232936"/>
                  </a:lnTo>
                  <a:lnTo>
                    <a:pt x="6374404" y="2230786"/>
                  </a:lnTo>
                  <a:lnTo>
                    <a:pt x="6446027" y="2228632"/>
                  </a:lnTo>
                  <a:lnTo>
                    <a:pt x="6517649" y="2226472"/>
                  </a:lnTo>
                  <a:lnTo>
                    <a:pt x="6589272" y="2224307"/>
                  </a:lnTo>
                  <a:lnTo>
                    <a:pt x="6660894" y="2222136"/>
                  </a:lnTo>
                  <a:lnTo>
                    <a:pt x="6732517" y="2219961"/>
                  </a:lnTo>
                  <a:lnTo>
                    <a:pt x="6804139" y="2217780"/>
                  </a:lnTo>
                  <a:lnTo>
                    <a:pt x="6875762" y="2215593"/>
                  </a:lnTo>
                  <a:lnTo>
                    <a:pt x="6947385" y="2213401"/>
                  </a:lnTo>
                  <a:lnTo>
                    <a:pt x="7019007" y="2211204"/>
                  </a:lnTo>
                  <a:lnTo>
                    <a:pt x="7090630" y="22090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203"/>
              <a:ext cx="7090630" cy="416484"/>
            </a:xfrm>
            <a:custGeom>
              <a:avLst/>
              <a:pathLst>
                <a:path w="7090630" h="416484">
                  <a:moveTo>
                    <a:pt x="7090630" y="416484"/>
                  </a:moveTo>
                  <a:lnTo>
                    <a:pt x="7019007" y="407989"/>
                  </a:lnTo>
                  <a:lnTo>
                    <a:pt x="6947385" y="399318"/>
                  </a:lnTo>
                  <a:lnTo>
                    <a:pt x="6875762" y="390468"/>
                  </a:lnTo>
                  <a:lnTo>
                    <a:pt x="6804139" y="381436"/>
                  </a:lnTo>
                  <a:lnTo>
                    <a:pt x="6732517" y="372217"/>
                  </a:lnTo>
                  <a:lnTo>
                    <a:pt x="6660894" y="362808"/>
                  </a:lnTo>
                  <a:lnTo>
                    <a:pt x="6589272" y="353204"/>
                  </a:lnTo>
                  <a:lnTo>
                    <a:pt x="6517649" y="343402"/>
                  </a:lnTo>
                  <a:lnTo>
                    <a:pt x="6446027" y="333398"/>
                  </a:lnTo>
                  <a:lnTo>
                    <a:pt x="6374404" y="323188"/>
                  </a:lnTo>
                  <a:lnTo>
                    <a:pt x="6302782" y="312767"/>
                  </a:lnTo>
                  <a:lnTo>
                    <a:pt x="6231159" y="302130"/>
                  </a:lnTo>
                  <a:lnTo>
                    <a:pt x="6159537" y="291274"/>
                  </a:lnTo>
                  <a:lnTo>
                    <a:pt x="6087914" y="280194"/>
                  </a:lnTo>
                  <a:lnTo>
                    <a:pt x="6016292" y="268886"/>
                  </a:lnTo>
                  <a:lnTo>
                    <a:pt x="5944669" y="257344"/>
                  </a:lnTo>
                  <a:lnTo>
                    <a:pt x="5873047" y="245563"/>
                  </a:lnTo>
                  <a:lnTo>
                    <a:pt x="5801424" y="233540"/>
                  </a:lnTo>
                  <a:lnTo>
                    <a:pt x="5729802" y="221268"/>
                  </a:lnTo>
                  <a:lnTo>
                    <a:pt x="5658179" y="208743"/>
                  </a:lnTo>
                  <a:lnTo>
                    <a:pt x="5586557" y="195959"/>
                  </a:lnTo>
                  <a:lnTo>
                    <a:pt x="5514934" y="182912"/>
                  </a:lnTo>
                  <a:lnTo>
                    <a:pt x="5443311" y="169595"/>
                  </a:lnTo>
                  <a:lnTo>
                    <a:pt x="5371689" y="156003"/>
                  </a:lnTo>
                  <a:lnTo>
                    <a:pt x="5300066" y="142131"/>
                  </a:lnTo>
                  <a:lnTo>
                    <a:pt x="5228444" y="127972"/>
                  </a:lnTo>
                  <a:lnTo>
                    <a:pt x="5156821" y="113521"/>
                  </a:lnTo>
                  <a:lnTo>
                    <a:pt x="5085199" y="98772"/>
                  </a:lnTo>
                  <a:lnTo>
                    <a:pt x="5013576" y="83718"/>
                  </a:lnTo>
                  <a:lnTo>
                    <a:pt x="4941954" y="68354"/>
                  </a:lnTo>
                  <a:lnTo>
                    <a:pt x="4870331" y="52673"/>
                  </a:lnTo>
                  <a:lnTo>
                    <a:pt x="4798709" y="36667"/>
                  </a:lnTo>
                  <a:lnTo>
                    <a:pt x="4727086" y="20332"/>
                  </a:lnTo>
                  <a:lnTo>
                    <a:pt x="4655464" y="3659"/>
                  </a:lnTo>
                  <a:lnTo>
                    <a:pt x="4583841" y="0"/>
                  </a:lnTo>
                  <a:lnTo>
                    <a:pt x="4512219" y="2021"/>
                  </a:lnTo>
                  <a:lnTo>
                    <a:pt x="4440596" y="4038"/>
                  </a:lnTo>
                  <a:lnTo>
                    <a:pt x="4368974" y="6050"/>
                  </a:lnTo>
                  <a:lnTo>
                    <a:pt x="4297351" y="8058"/>
                  </a:lnTo>
                  <a:lnTo>
                    <a:pt x="4225729" y="10060"/>
                  </a:lnTo>
                  <a:lnTo>
                    <a:pt x="4154106" y="12057"/>
                  </a:lnTo>
                  <a:lnTo>
                    <a:pt x="4082483" y="14050"/>
                  </a:lnTo>
                  <a:lnTo>
                    <a:pt x="4010861" y="16037"/>
                  </a:lnTo>
                  <a:lnTo>
                    <a:pt x="3939238" y="18020"/>
                  </a:lnTo>
                  <a:lnTo>
                    <a:pt x="3867616" y="19998"/>
                  </a:lnTo>
                  <a:lnTo>
                    <a:pt x="3795993" y="21971"/>
                  </a:lnTo>
                  <a:lnTo>
                    <a:pt x="3724371" y="23939"/>
                  </a:lnTo>
                  <a:lnTo>
                    <a:pt x="3652748" y="25903"/>
                  </a:lnTo>
                  <a:lnTo>
                    <a:pt x="3581126" y="27861"/>
                  </a:lnTo>
                  <a:lnTo>
                    <a:pt x="3509503" y="29815"/>
                  </a:lnTo>
                  <a:lnTo>
                    <a:pt x="3437881" y="31764"/>
                  </a:lnTo>
                  <a:lnTo>
                    <a:pt x="3366258" y="33708"/>
                  </a:lnTo>
                  <a:lnTo>
                    <a:pt x="3294636" y="35648"/>
                  </a:lnTo>
                  <a:lnTo>
                    <a:pt x="3223013" y="37583"/>
                  </a:lnTo>
                  <a:lnTo>
                    <a:pt x="3151391" y="39513"/>
                  </a:lnTo>
                  <a:lnTo>
                    <a:pt x="3079768" y="41438"/>
                  </a:lnTo>
                  <a:lnTo>
                    <a:pt x="3008146" y="43359"/>
                  </a:lnTo>
                  <a:lnTo>
                    <a:pt x="2936523" y="45275"/>
                  </a:lnTo>
                  <a:lnTo>
                    <a:pt x="2864901" y="47187"/>
                  </a:lnTo>
                  <a:lnTo>
                    <a:pt x="2793278" y="49093"/>
                  </a:lnTo>
                  <a:lnTo>
                    <a:pt x="2721655" y="50995"/>
                  </a:lnTo>
                  <a:lnTo>
                    <a:pt x="2650033" y="52893"/>
                  </a:lnTo>
                  <a:lnTo>
                    <a:pt x="2578410" y="54785"/>
                  </a:lnTo>
                  <a:lnTo>
                    <a:pt x="2506788" y="56673"/>
                  </a:lnTo>
                  <a:lnTo>
                    <a:pt x="2435165" y="58557"/>
                  </a:lnTo>
                  <a:lnTo>
                    <a:pt x="2363543" y="60436"/>
                  </a:lnTo>
                  <a:lnTo>
                    <a:pt x="2291920" y="62310"/>
                  </a:lnTo>
                  <a:lnTo>
                    <a:pt x="2220298" y="64180"/>
                  </a:lnTo>
                  <a:lnTo>
                    <a:pt x="2148675" y="66045"/>
                  </a:lnTo>
                  <a:lnTo>
                    <a:pt x="2077053" y="67906"/>
                  </a:lnTo>
                  <a:lnTo>
                    <a:pt x="2005430" y="69762"/>
                  </a:lnTo>
                  <a:lnTo>
                    <a:pt x="1933808" y="71613"/>
                  </a:lnTo>
                  <a:lnTo>
                    <a:pt x="1862185" y="73460"/>
                  </a:lnTo>
                  <a:lnTo>
                    <a:pt x="1790563" y="75303"/>
                  </a:lnTo>
                  <a:lnTo>
                    <a:pt x="1718940" y="77141"/>
                  </a:lnTo>
                  <a:lnTo>
                    <a:pt x="1647318" y="78975"/>
                  </a:lnTo>
                  <a:lnTo>
                    <a:pt x="1575695" y="80804"/>
                  </a:lnTo>
                  <a:lnTo>
                    <a:pt x="1504073" y="82628"/>
                  </a:lnTo>
                  <a:lnTo>
                    <a:pt x="1432450" y="84448"/>
                  </a:lnTo>
                  <a:lnTo>
                    <a:pt x="1360827" y="86264"/>
                  </a:lnTo>
                  <a:lnTo>
                    <a:pt x="1289205" y="88075"/>
                  </a:lnTo>
                  <a:lnTo>
                    <a:pt x="1217582" y="89882"/>
                  </a:lnTo>
                  <a:lnTo>
                    <a:pt x="1145960" y="91685"/>
                  </a:lnTo>
                  <a:lnTo>
                    <a:pt x="1074337" y="93483"/>
                  </a:lnTo>
                  <a:lnTo>
                    <a:pt x="1002715" y="95276"/>
                  </a:lnTo>
                  <a:lnTo>
                    <a:pt x="931092" y="97065"/>
                  </a:lnTo>
                  <a:lnTo>
                    <a:pt x="859470" y="98850"/>
                  </a:lnTo>
                  <a:lnTo>
                    <a:pt x="787847" y="100631"/>
                  </a:lnTo>
                  <a:lnTo>
                    <a:pt x="716225" y="102407"/>
                  </a:lnTo>
                  <a:lnTo>
                    <a:pt x="644602" y="104179"/>
                  </a:lnTo>
                  <a:lnTo>
                    <a:pt x="572980" y="105946"/>
                  </a:lnTo>
                  <a:lnTo>
                    <a:pt x="501357" y="107710"/>
                  </a:lnTo>
                  <a:lnTo>
                    <a:pt x="429735" y="109469"/>
                  </a:lnTo>
                  <a:lnTo>
                    <a:pt x="358112" y="111223"/>
                  </a:lnTo>
                  <a:lnTo>
                    <a:pt x="286490" y="112973"/>
                  </a:lnTo>
                  <a:lnTo>
                    <a:pt x="214867" y="114719"/>
                  </a:lnTo>
                  <a:lnTo>
                    <a:pt x="143245" y="116461"/>
                  </a:lnTo>
                  <a:lnTo>
                    <a:pt x="71622" y="118199"/>
                  </a:lnTo>
                  <a:lnTo>
                    <a:pt x="0" y="1199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73013"/>
              <a:ext cx="7090630" cy="874944"/>
            </a:xfrm>
            <a:custGeom>
              <a:avLst/>
              <a:pathLst>
                <a:path w="7090630" h="874944">
                  <a:moveTo>
                    <a:pt x="0" y="0"/>
                  </a:moveTo>
                  <a:lnTo>
                    <a:pt x="71622" y="13288"/>
                  </a:lnTo>
                  <a:lnTo>
                    <a:pt x="143245" y="26458"/>
                  </a:lnTo>
                  <a:lnTo>
                    <a:pt x="214867" y="39510"/>
                  </a:lnTo>
                  <a:lnTo>
                    <a:pt x="286490" y="52445"/>
                  </a:lnTo>
                  <a:lnTo>
                    <a:pt x="358112" y="65264"/>
                  </a:lnTo>
                  <a:lnTo>
                    <a:pt x="429735" y="77968"/>
                  </a:lnTo>
                  <a:lnTo>
                    <a:pt x="501357" y="90559"/>
                  </a:lnTo>
                  <a:lnTo>
                    <a:pt x="572980" y="103036"/>
                  </a:lnTo>
                  <a:lnTo>
                    <a:pt x="644602" y="115403"/>
                  </a:lnTo>
                  <a:lnTo>
                    <a:pt x="716225" y="127658"/>
                  </a:lnTo>
                  <a:lnTo>
                    <a:pt x="787847" y="139804"/>
                  </a:lnTo>
                  <a:lnTo>
                    <a:pt x="859470" y="151841"/>
                  </a:lnTo>
                  <a:lnTo>
                    <a:pt x="931092" y="163770"/>
                  </a:lnTo>
                  <a:lnTo>
                    <a:pt x="1002715" y="175592"/>
                  </a:lnTo>
                  <a:lnTo>
                    <a:pt x="1074337" y="187309"/>
                  </a:lnTo>
                  <a:lnTo>
                    <a:pt x="1145960" y="198920"/>
                  </a:lnTo>
                  <a:lnTo>
                    <a:pt x="1217582" y="210428"/>
                  </a:lnTo>
                  <a:lnTo>
                    <a:pt x="1289205" y="221833"/>
                  </a:lnTo>
                  <a:lnTo>
                    <a:pt x="1360827" y="233135"/>
                  </a:lnTo>
                  <a:lnTo>
                    <a:pt x="1432450" y="244337"/>
                  </a:lnTo>
                  <a:lnTo>
                    <a:pt x="1504073" y="255438"/>
                  </a:lnTo>
                  <a:lnTo>
                    <a:pt x="1575695" y="266439"/>
                  </a:lnTo>
                  <a:lnTo>
                    <a:pt x="1647318" y="277343"/>
                  </a:lnTo>
                  <a:lnTo>
                    <a:pt x="1718940" y="288148"/>
                  </a:lnTo>
                  <a:lnTo>
                    <a:pt x="1790563" y="298857"/>
                  </a:lnTo>
                  <a:lnTo>
                    <a:pt x="1862185" y="309470"/>
                  </a:lnTo>
                  <a:lnTo>
                    <a:pt x="1933808" y="319988"/>
                  </a:lnTo>
                  <a:lnTo>
                    <a:pt x="2005430" y="330411"/>
                  </a:lnTo>
                  <a:lnTo>
                    <a:pt x="2077053" y="340742"/>
                  </a:lnTo>
                  <a:lnTo>
                    <a:pt x="2148675" y="350980"/>
                  </a:lnTo>
                  <a:lnTo>
                    <a:pt x="2220298" y="361126"/>
                  </a:lnTo>
                  <a:lnTo>
                    <a:pt x="2291920" y="371182"/>
                  </a:lnTo>
                  <a:lnTo>
                    <a:pt x="2363543" y="381147"/>
                  </a:lnTo>
                  <a:lnTo>
                    <a:pt x="2435165" y="391023"/>
                  </a:lnTo>
                  <a:lnTo>
                    <a:pt x="2506788" y="400811"/>
                  </a:lnTo>
                  <a:lnTo>
                    <a:pt x="2578410" y="410511"/>
                  </a:lnTo>
                  <a:lnTo>
                    <a:pt x="2650033" y="420124"/>
                  </a:lnTo>
                  <a:lnTo>
                    <a:pt x="2721655" y="429651"/>
                  </a:lnTo>
                  <a:lnTo>
                    <a:pt x="2793278" y="439093"/>
                  </a:lnTo>
                  <a:lnTo>
                    <a:pt x="2864901" y="448451"/>
                  </a:lnTo>
                  <a:lnTo>
                    <a:pt x="2936523" y="457724"/>
                  </a:lnTo>
                  <a:lnTo>
                    <a:pt x="3008146" y="466915"/>
                  </a:lnTo>
                  <a:lnTo>
                    <a:pt x="3079768" y="476023"/>
                  </a:lnTo>
                  <a:lnTo>
                    <a:pt x="3151391" y="485050"/>
                  </a:lnTo>
                  <a:lnTo>
                    <a:pt x="3223013" y="493996"/>
                  </a:lnTo>
                  <a:lnTo>
                    <a:pt x="3294636" y="502862"/>
                  </a:lnTo>
                  <a:lnTo>
                    <a:pt x="3366258" y="511648"/>
                  </a:lnTo>
                  <a:lnTo>
                    <a:pt x="3437881" y="520356"/>
                  </a:lnTo>
                  <a:lnTo>
                    <a:pt x="3509503" y="528986"/>
                  </a:lnTo>
                  <a:lnTo>
                    <a:pt x="3581126" y="537538"/>
                  </a:lnTo>
                  <a:lnTo>
                    <a:pt x="3652748" y="546014"/>
                  </a:lnTo>
                  <a:lnTo>
                    <a:pt x="3724371" y="554414"/>
                  </a:lnTo>
                  <a:lnTo>
                    <a:pt x="3795993" y="562739"/>
                  </a:lnTo>
                  <a:lnTo>
                    <a:pt x="3867616" y="570989"/>
                  </a:lnTo>
                  <a:lnTo>
                    <a:pt x="3939238" y="579166"/>
                  </a:lnTo>
                  <a:lnTo>
                    <a:pt x="4010861" y="587269"/>
                  </a:lnTo>
                  <a:lnTo>
                    <a:pt x="4082483" y="595300"/>
                  </a:lnTo>
                  <a:lnTo>
                    <a:pt x="4154106" y="603259"/>
                  </a:lnTo>
                  <a:lnTo>
                    <a:pt x="4225729" y="611146"/>
                  </a:lnTo>
                  <a:lnTo>
                    <a:pt x="4297351" y="618963"/>
                  </a:lnTo>
                  <a:lnTo>
                    <a:pt x="4368974" y="626710"/>
                  </a:lnTo>
                  <a:lnTo>
                    <a:pt x="4440596" y="634388"/>
                  </a:lnTo>
                  <a:lnTo>
                    <a:pt x="4512219" y="641997"/>
                  </a:lnTo>
                  <a:lnTo>
                    <a:pt x="4583841" y="649537"/>
                  </a:lnTo>
                  <a:lnTo>
                    <a:pt x="4655464" y="657010"/>
                  </a:lnTo>
                  <a:lnTo>
                    <a:pt x="4727086" y="664417"/>
                  </a:lnTo>
                  <a:lnTo>
                    <a:pt x="4798709" y="671757"/>
                  </a:lnTo>
                  <a:lnTo>
                    <a:pt x="4870331" y="679031"/>
                  </a:lnTo>
                  <a:lnTo>
                    <a:pt x="4941954" y="686240"/>
                  </a:lnTo>
                  <a:lnTo>
                    <a:pt x="5013576" y="693385"/>
                  </a:lnTo>
                  <a:lnTo>
                    <a:pt x="5085199" y="700465"/>
                  </a:lnTo>
                  <a:lnTo>
                    <a:pt x="5156821" y="707483"/>
                  </a:lnTo>
                  <a:lnTo>
                    <a:pt x="5228444" y="714437"/>
                  </a:lnTo>
                  <a:lnTo>
                    <a:pt x="5300066" y="721329"/>
                  </a:lnTo>
                  <a:lnTo>
                    <a:pt x="5371689" y="728160"/>
                  </a:lnTo>
                  <a:lnTo>
                    <a:pt x="5443311" y="734929"/>
                  </a:lnTo>
                  <a:lnTo>
                    <a:pt x="5514934" y="741638"/>
                  </a:lnTo>
                  <a:lnTo>
                    <a:pt x="5586557" y="748286"/>
                  </a:lnTo>
                  <a:lnTo>
                    <a:pt x="5658179" y="754875"/>
                  </a:lnTo>
                  <a:lnTo>
                    <a:pt x="5729802" y="761406"/>
                  </a:lnTo>
                  <a:lnTo>
                    <a:pt x="5801424" y="767877"/>
                  </a:lnTo>
                  <a:lnTo>
                    <a:pt x="5873047" y="774291"/>
                  </a:lnTo>
                  <a:lnTo>
                    <a:pt x="5944669" y="780647"/>
                  </a:lnTo>
                  <a:lnTo>
                    <a:pt x="6016292" y="786947"/>
                  </a:lnTo>
                  <a:lnTo>
                    <a:pt x="6087914" y="793189"/>
                  </a:lnTo>
                  <a:lnTo>
                    <a:pt x="6159537" y="799377"/>
                  </a:lnTo>
                  <a:lnTo>
                    <a:pt x="6231159" y="805508"/>
                  </a:lnTo>
                  <a:lnTo>
                    <a:pt x="6302782" y="811585"/>
                  </a:lnTo>
                  <a:lnTo>
                    <a:pt x="6374404" y="817607"/>
                  </a:lnTo>
                  <a:lnTo>
                    <a:pt x="6446027" y="823576"/>
                  </a:lnTo>
                  <a:lnTo>
                    <a:pt x="6517649" y="829491"/>
                  </a:lnTo>
                  <a:lnTo>
                    <a:pt x="6589272" y="835353"/>
                  </a:lnTo>
                  <a:lnTo>
                    <a:pt x="6660894" y="841162"/>
                  </a:lnTo>
                  <a:lnTo>
                    <a:pt x="6732517" y="846920"/>
                  </a:lnTo>
                  <a:lnTo>
                    <a:pt x="6804139" y="852626"/>
                  </a:lnTo>
                  <a:lnTo>
                    <a:pt x="6875762" y="858281"/>
                  </a:lnTo>
                  <a:lnTo>
                    <a:pt x="6947385" y="863885"/>
                  </a:lnTo>
                  <a:lnTo>
                    <a:pt x="7019007" y="869439"/>
                  </a:lnTo>
                  <a:lnTo>
                    <a:pt x="7090630" y="87494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1.12 (0.97-1.28), p_Bonf = 0.740 (n = 6)  |  per IQR decline (Δ = 23.1): 1.29 (0.93-1.78)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2026-09-28T17:00:30Z</dcterms:modified>
  <cp:category/>
</cp:coreProperties>
</file>