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44946"/>
            </a:xfrm>
            <a:custGeom>
              <a:avLst/>
              <a:pathLst>
                <a:path w="7090630" h="3344946">
                  <a:moveTo>
                    <a:pt x="356137" y="0"/>
                  </a:moveTo>
                  <a:lnTo>
                    <a:pt x="358112" y="3347"/>
                  </a:lnTo>
                  <a:lnTo>
                    <a:pt x="429735" y="120617"/>
                  </a:lnTo>
                  <a:lnTo>
                    <a:pt x="501357" y="233936"/>
                  </a:lnTo>
                  <a:lnTo>
                    <a:pt x="572980" y="343436"/>
                  </a:lnTo>
                  <a:lnTo>
                    <a:pt x="644602" y="449247"/>
                  </a:lnTo>
                  <a:lnTo>
                    <a:pt x="716225" y="551493"/>
                  </a:lnTo>
                  <a:lnTo>
                    <a:pt x="787847" y="650293"/>
                  </a:lnTo>
                  <a:lnTo>
                    <a:pt x="859470" y="745765"/>
                  </a:lnTo>
                  <a:lnTo>
                    <a:pt x="931092" y="838019"/>
                  </a:lnTo>
                  <a:lnTo>
                    <a:pt x="1002715" y="927166"/>
                  </a:lnTo>
                  <a:lnTo>
                    <a:pt x="1074337" y="1013308"/>
                  </a:lnTo>
                  <a:lnTo>
                    <a:pt x="1145960" y="1096548"/>
                  </a:lnTo>
                  <a:lnTo>
                    <a:pt x="1217582" y="1176983"/>
                  </a:lnTo>
                  <a:lnTo>
                    <a:pt x="1289205" y="1254708"/>
                  </a:lnTo>
                  <a:lnTo>
                    <a:pt x="1360827" y="1329814"/>
                  </a:lnTo>
                  <a:lnTo>
                    <a:pt x="1432450" y="1402390"/>
                  </a:lnTo>
                  <a:lnTo>
                    <a:pt x="1504073" y="1472520"/>
                  </a:lnTo>
                  <a:lnTo>
                    <a:pt x="1575695" y="1540287"/>
                  </a:lnTo>
                  <a:lnTo>
                    <a:pt x="1647318" y="1605771"/>
                  </a:lnTo>
                  <a:lnTo>
                    <a:pt x="1718940" y="1669048"/>
                  </a:lnTo>
                  <a:lnTo>
                    <a:pt x="1790563" y="1730193"/>
                  </a:lnTo>
                  <a:lnTo>
                    <a:pt x="1862185" y="1789278"/>
                  </a:lnTo>
                  <a:lnTo>
                    <a:pt x="1933808" y="1846372"/>
                  </a:lnTo>
                  <a:lnTo>
                    <a:pt x="2005430" y="1901542"/>
                  </a:lnTo>
                  <a:lnTo>
                    <a:pt x="2077053" y="1954854"/>
                  </a:lnTo>
                  <a:lnTo>
                    <a:pt x="2148675" y="2006369"/>
                  </a:lnTo>
                  <a:lnTo>
                    <a:pt x="2220298" y="2056148"/>
                  </a:lnTo>
                  <a:lnTo>
                    <a:pt x="2291920" y="2104250"/>
                  </a:lnTo>
                  <a:lnTo>
                    <a:pt x="2363543" y="2150732"/>
                  </a:lnTo>
                  <a:lnTo>
                    <a:pt x="2435165" y="2195647"/>
                  </a:lnTo>
                  <a:lnTo>
                    <a:pt x="2506788" y="2239049"/>
                  </a:lnTo>
                  <a:lnTo>
                    <a:pt x="2578410" y="2280988"/>
                  </a:lnTo>
                  <a:lnTo>
                    <a:pt x="2650033" y="2321514"/>
                  </a:lnTo>
                  <a:lnTo>
                    <a:pt x="2721655" y="2360675"/>
                  </a:lnTo>
                  <a:lnTo>
                    <a:pt x="2793278" y="2398516"/>
                  </a:lnTo>
                  <a:lnTo>
                    <a:pt x="2864901" y="2435082"/>
                  </a:lnTo>
                  <a:lnTo>
                    <a:pt x="2936523" y="2470416"/>
                  </a:lnTo>
                  <a:lnTo>
                    <a:pt x="3008146" y="2504560"/>
                  </a:lnTo>
                  <a:lnTo>
                    <a:pt x="3079768" y="2537553"/>
                  </a:lnTo>
                  <a:lnTo>
                    <a:pt x="3151391" y="2569434"/>
                  </a:lnTo>
                  <a:lnTo>
                    <a:pt x="3223013" y="2600242"/>
                  </a:lnTo>
                  <a:lnTo>
                    <a:pt x="3294636" y="2630011"/>
                  </a:lnTo>
                  <a:lnTo>
                    <a:pt x="3366258" y="2654226"/>
                  </a:lnTo>
                  <a:lnTo>
                    <a:pt x="3437881" y="2653867"/>
                  </a:lnTo>
                  <a:lnTo>
                    <a:pt x="3509503" y="2653508"/>
                  </a:lnTo>
                  <a:lnTo>
                    <a:pt x="3581126" y="2653148"/>
                  </a:lnTo>
                  <a:lnTo>
                    <a:pt x="3652748" y="2652789"/>
                  </a:lnTo>
                  <a:lnTo>
                    <a:pt x="3724371" y="2652429"/>
                  </a:lnTo>
                  <a:lnTo>
                    <a:pt x="3795993" y="2652069"/>
                  </a:lnTo>
                  <a:lnTo>
                    <a:pt x="3867616" y="2651709"/>
                  </a:lnTo>
                  <a:lnTo>
                    <a:pt x="3939238" y="2651349"/>
                  </a:lnTo>
                  <a:lnTo>
                    <a:pt x="4010861" y="2650989"/>
                  </a:lnTo>
                  <a:lnTo>
                    <a:pt x="4082483" y="2650628"/>
                  </a:lnTo>
                  <a:lnTo>
                    <a:pt x="4154106" y="2650267"/>
                  </a:lnTo>
                  <a:lnTo>
                    <a:pt x="4225729" y="2649907"/>
                  </a:lnTo>
                  <a:lnTo>
                    <a:pt x="4297351" y="2649546"/>
                  </a:lnTo>
                  <a:lnTo>
                    <a:pt x="4368974" y="2649185"/>
                  </a:lnTo>
                  <a:lnTo>
                    <a:pt x="4440596" y="2648823"/>
                  </a:lnTo>
                  <a:lnTo>
                    <a:pt x="4512219" y="2648462"/>
                  </a:lnTo>
                  <a:lnTo>
                    <a:pt x="4583841" y="2648100"/>
                  </a:lnTo>
                  <a:lnTo>
                    <a:pt x="4655464" y="2647739"/>
                  </a:lnTo>
                  <a:lnTo>
                    <a:pt x="4727086" y="2647377"/>
                  </a:lnTo>
                  <a:lnTo>
                    <a:pt x="4798709" y="2647015"/>
                  </a:lnTo>
                  <a:lnTo>
                    <a:pt x="4870331" y="2646652"/>
                  </a:lnTo>
                  <a:lnTo>
                    <a:pt x="4941954" y="2646290"/>
                  </a:lnTo>
                  <a:lnTo>
                    <a:pt x="5013576" y="2645928"/>
                  </a:lnTo>
                  <a:lnTo>
                    <a:pt x="5085199" y="2645565"/>
                  </a:lnTo>
                  <a:lnTo>
                    <a:pt x="5156821" y="2645202"/>
                  </a:lnTo>
                  <a:lnTo>
                    <a:pt x="5228444" y="2644839"/>
                  </a:lnTo>
                  <a:lnTo>
                    <a:pt x="5300066" y="2644476"/>
                  </a:lnTo>
                  <a:lnTo>
                    <a:pt x="5371689" y="2644113"/>
                  </a:lnTo>
                  <a:lnTo>
                    <a:pt x="5443311" y="2643749"/>
                  </a:lnTo>
                  <a:lnTo>
                    <a:pt x="5514934" y="2643386"/>
                  </a:lnTo>
                  <a:lnTo>
                    <a:pt x="5586557" y="2643022"/>
                  </a:lnTo>
                  <a:lnTo>
                    <a:pt x="5658179" y="2642658"/>
                  </a:lnTo>
                  <a:lnTo>
                    <a:pt x="5729802" y="2642294"/>
                  </a:lnTo>
                  <a:lnTo>
                    <a:pt x="5801424" y="2641929"/>
                  </a:lnTo>
                  <a:lnTo>
                    <a:pt x="5873047" y="2641565"/>
                  </a:lnTo>
                  <a:lnTo>
                    <a:pt x="5944669" y="2641200"/>
                  </a:lnTo>
                  <a:lnTo>
                    <a:pt x="6016292" y="2640836"/>
                  </a:lnTo>
                  <a:lnTo>
                    <a:pt x="6087914" y="2640471"/>
                  </a:lnTo>
                  <a:lnTo>
                    <a:pt x="6159537" y="2640106"/>
                  </a:lnTo>
                  <a:lnTo>
                    <a:pt x="6231159" y="2639741"/>
                  </a:lnTo>
                  <a:lnTo>
                    <a:pt x="6302782" y="2639375"/>
                  </a:lnTo>
                  <a:lnTo>
                    <a:pt x="6374404" y="2639010"/>
                  </a:lnTo>
                  <a:lnTo>
                    <a:pt x="6446027" y="2638644"/>
                  </a:lnTo>
                  <a:lnTo>
                    <a:pt x="6517649" y="2638278"/>
                  </a:lnTo>
                  <a:lnTo>
                    <a:pt x="6589272" y="2637912"/>
                  </a:lnTo>
                  <a:lnTo>
                    <a:pt x="6660894" y="2637546"/>
                  </a:lnTo>
                  <a:lnTo>
                    <a:pt x="6732517" y="2637180"/>
                  </a:lnTo>
                  <a:lnTo>
                    <a:pt x="6804139" y="2636813"/>
                  </a:lnTo>
                  <a:lnTo>
                    <a:pt x="6875762" y="2636447"/>
                  </a:lnTo>
                  <a:lnTo>
                    <a:pt x="6947385" y="2636080"/>
                  </a:lnTo>
                  <a:lnTo>
                    <a:pt x="7019007" y="2635713"/>
                  </a:lnTo>
                  <a:lnTo>
                    <a:pt x="7090630" y="2635346"/>
                  </a:lnTo>
                  <a:lnTo>
                    <a:pt x="7090630" y="3344946"/>
                  </a:lnTo>
                  <a:lnTo>
                    <a:pt x="7019007" y="3340106"/>
                  </a:lnTo>
                  <a:lnTo>
                    <a:pt x="6947385" y="3335097"/>
                  </a:lnTo>
                  <a:lnTo>
                    <a:pt x="6875762" y="3329914"/>
                  </a:lnTo>
                  <a:lnTo>
                    <a:pt x="6804139" y="3324550"/>
                  </a:lnTo>
                  <a:lnTo>
                    <a:pt x="6732517" y="3318999"/>
                  </a:lnTo>
                  <a:lnTo>
                    <a:pt x="6660894" y="3313254"/>
                  </a:lnTo>
                  <a:lnTo>
                    <a:pt x="6589272" y="3307309"/>
                  </a:lnTo>
                  <a:lnTo>
                    <a:pt x="6517649" y="3301157"/>
                  </a:lnTo>
                  <a:lnTo>
                    <a:pt x="6446027" y="3294790"/>
                  </a:lnTo>
                  <a:lnTo>
                    <a:pt x="6374404" y="3288201"/>
                  </a:lnTo>
                  <a:lnTo>
                    <a:pt x="6302782" y="3281383"/>
                  </a:lnTo>
                  <a:lnTo>
                    <a:pt x="6231159" y="3274327"/>
                  </a:lnTo>
                  <a:lnTo>
                    <a:pt x="6159537" y="3267024"/>
                  </a:lnTo>
                  <a:lnTo>
                    <a:pt x="6087914" y="3259467"/>
                  </a:lnTo>
                  <a:lnTo>
                    <a:pt x="6016292" y="3251647"/>
                  </a:lnTo>
                  <a:lnTo>
                    <a:pt x="5944669" y="3243554"/>
                  </a:lnTo>
                  <a:lnTo>
                    <a:pt x="5873047" y="3235178"/>
                  </a:lnTo>
                  <a:lnTo>
                    <a:pt x="5801424" y="3226511"/>
                  </a:lnTo>
                  <a:lnTo>
                    <a:pt x="5729802" y="3217541"/>
                  </a:lnTo>
                  <a:lnTo>
                    <a:pt x="5658179" y="3208259"/>
                  </a:lnTo>
                  <a:lnTo>
                    <a:pt x="5586557" y="3198653"/>
                  </a:lnTo>
                  <a:lnTo>
                    <a:pt x="5514934" y="3188712"/>
                  </a:lnTo>
                  <a:lnTo>
                    <a:pt x="5443311" y="3178424"/>
                  </a:lnTo>
                  <a:lnTo>
                    <a:pt x="5371689" y="3167778"/>
                  </a:lnTo>
                  <a:lnTo>
                    <a:pt x="5300066" y="3156760"/>
                  </a:lnTo>
                  <a:lnTo>
                    <a:pt x="5228444" y="3145359"/>
                  </a:lnTo>
                  <a:lnTo>
                    <a:pt x="5156821" y="3133559"/>
                  </a:lnTo>
                  <a:lnTo>
                    <a:pt x="5085199" y="3121348"/>
                  </a:lnTo>
                  <a:lnTo>
                    <a:pt x="5013576" y="3108712"/>
                  </a:lnTo>
                  <a:lnTo>
                    <a:pt x="4941954" y="3095635"/>
                  </a:lnTo>
                  <a:lnTo>
                    <a:pt x="4870331" y="3082102"/>
                  </a:lnTo>
                  <a:lnTo>
                    <a:pt x="4798709" y="3068096"/>
                  </a:lnTo>
                  <a:lnTo>
                    <a:pt x="4727086" y="3053603"/>
                  </a:lnTo>
                  <a:lnTo>
                    <a:pt x="4655464" y="3038604"/>
                  </a:lnTo>
                  <a:lnTo>
                    <a:pt x="4583841" y="3023082"/>
                  </a:lnTo>
                  <a:lnTo>
                    <a:pt x="4512219" y="3007019"/>
                  </a:lnTo>
                  <a:lnTo>
                    <a:pt x="4440596" y="2990396"/>
                  </a:lnTo>
                  <a:lnTo>
                    <a:pt x="4368974" y="2973193"/>
                  </a:lnTo>
                  <a:lnTo>
                    <a:pt x="4297351" y="2955391"/>
                  </a:lnTo>
                  <a:lnTo>
                    <a:pt x="4225729" y="2936967"/>
                  </a:lnTo>
                  <a:lnTo>
                    <a:pt x="4154106" y="2917902"/>
                  </a:lnTo>
                  <a:lnTo>
                    <a:pt x="4082483" y="2898171"/>
                  </a:lnTo>
                  <a:lnTo>
                    <a:pt x="4010861" y="2877752"/>
                  </a:lnTo>
                  <a:lnTo>
                    <a:pt x="3939238" y="2856622"/>
                  </a:lnTo>
                  <a:lnTo>
                    <a:pt x="3867616" y="2834754"/>
                  </a:lnTo>
                  <a:lnTo>
                    <a:pt x="3795993" y="2812125"/>
                  </a:lnTo>
                  <a:lnTo>
                    <a:pt x="3724371" y="2788706"/>
                  </a:lnTo>
                  <a:lnTo>
                    <a:pt x="3652748" y="2764470"/>
                  </a:lnTo>
                  <a:lnTo>
                    <a:pt x="3581126" y="2739389"/>
                  </a:lnTo>
                  <a:lnTo>
                    <a:pt x="3509503" y="2713434"/>
                  </a:lnTo>
                  <a:lnTo>
                    <a:pt x="3437881" y="2686574"/>
                  </a:lnTo>
                  <a:lnTo>
                    <a:pt x="3366258" y="2658777"/>
                  </a:lnTo>
                  <a:lnTo>
                    <a:pt x="3294636" y="2654585"/>
                  </a:lnTo>
                  <a:lnTo>
                    <a:pt x="3223013" y="2654944"/>
                  </a:lnTo>
                  <a:lnTo>
                    <a:pt x="3151391" y="2655302"/>
                  </a:lnTo>
                  <a:lnTo>
                    <a:pt x="3079768" y="2655661"/>
                  </a:lnTo>
                  <a:lnTo>
                    <a:pt x="3008146" y="2656019"/>
                  </a:lnTo>
                  <a:lnTo>
                    <a:pt x="2936523" y="2656377"/>
                  </a:lnTo>
                  <a:lnTo>
                    <a:pt x="2864901" y="2656735"/>
                  </a:lnTo>
                  <a:lnTo>
                    <a:pt x="2793278" y="2657093"/>
                  </a:lnTo>
                  <a:lnTo>
                    <a:pt x="2721655" y="2657451"/>
                  </a:lnTo>
                  <a:lnTo>
                    <a:pt x="2650033" y="2657808"/>
                  </a:lnTo>
                  <a:lnTo>
                    <a:pt x="2578410" y="2658166"/>
                  </a:lnTo>
                  <a:lnTo>
                    <a:pt x="2506788" y="2658523"/>
                  </a:lnTo>
                  <a:lnTo>
                    <a:pt x="2435165" y="2658880"/>
                  </a:lnTo>
                  <a:lnTo>
                    <a:pt x="2363543" y="2659237"/>
                  </a:lnTo>
                  <a:lnTo>
                    <a:pt x="2291920" y="2659594"/>
                  </a:lnTo>
                  <a:lnTo>
                    <a:pt x="2220298" y="2659950"/>
                  </a:lnTo>
                  <a:lnTo>
                    <a:pt x="2148675" y="2660307"/>
                  </a:lnTo>
                  <a:lnTo>
                    <a:pt x="2077053" y="2660663"/>
                  </a:lnTo>
                  <a:lnTo>
                    <a:pt x="2005430" y="2661019"/>
                  </a:lnTo>
                  <a:lnTo>
                    <a:pt x="1933808" y="2661375"/>
                  </a:lnTo>
                  <a:lnTo>
                    <a:pt x="1862185" y="2661731"/>
                  </a:lnTo>
                  <a:lnTo>
                    <a:pt x="1790563" y="2662087"/>
                  </a:lnTo>
                  <a:lnTo>
                    <a:pt x="1718940" y="2662442"/>
                  </a:lnTo>
                  <a:lnTo>
                    <a:pt x="1647318" y="2662798"/>
                  </a:lnTo>
                  <a:lnTo>
                    <a:pt x="1575695" y="2663153"/>
                  </a:lnTo>
                  <a:lnTo>
                    <a:pt x="1504073" y="2663508"/>
                  </a:lnTo>
                  <a:lnTo>
                    <a:pt x="1432450" y="2663863"/>
                  </a:lnTo>
                  <a:lnTo>
                    <a:pt x="1360827" y="2664217"/>
                  </a:lnTo>
                  <a:lnTo>
                    <a:pt x="1289205" y="2664572"/>
                  </a:lnTo>
                  <a:lnTo>
                    <a:pt x="1217582" y="2664927"/>
                  </a:lnTo>
                  <a:lnTo>
                    <a:pt x="1145960" y="2665281"/>
                  </a:lnTo>
                  <a:lnTo>
                    <a:pt x="1074337" y="2665635"/>
                  </a:lnTo>
                  <a:lnTo>
                    <a:pt x="1002715" y="2665989"/>
                  </a:lnTo>
                  <a:lnTo>
                    <a:pt x="931092" y="2666343"/>
                  </a:lnTo>
                  <a:lnTo>
                    <a:pt x="859470" y="2666697"/>
                  </a:lnTo>
                  <a:lnTo>
                    <a:pt x="787847" y="2667050"/>
                  </a:lnTo>
                  <a:lnTo>
                    <a:pt x="716225" y="2667403"/>
                  </a:lnTo>
                  <a:lnTo>
                    <a:pt x="644602" y="2667757"/>
                  </a:lnTo>
                  <a:lnTo>
                    <a:pt x="572980" y="2668110"/>
                  </a:lnTo>
                  <a:lnTo>
                    <a:pt x="501357" y="2668463"/>
                  </a:lnTo>
                  <a:lnTo>
                    <a:pt x="429735" y="2668815"/>
                  </a:lnTo>
                  <a:lnTo>
                    <a:pt x="358112" y="2669168"/>
                  </a:lnTo>
                  <a:lnTo>
                    <a:pt x="286490" y="2669521"/>
                  </a:lnTo>
                  <a:lnTo>
                    <a:pt x="214867" y="2669873"/>
                  </a:lnTo>
                  <a:lnTo>
                    <a:pt x="143245" y="2670225"/>
                  </a:lnTo>
                  <a:lnTo>
                    <a:pt x="71622" y="2670577"/>
                  </a:lnTo>
                  <a:lnTo>
                    <a:pt x="0" y="267092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528186" y="2073503"/>
              <a:ext cx="6734493" cy="2654226"/>
            </a:xfrm>
            <a:custGeom>
              <a:avLst/>
              <a:pathLst>
                <a:path w="6734493" h="2654226">
                  <a:moveTo>
                    <a:pt x="0" y="0"/>
                  </a:moveTo>
                  <a:lnTo>
                    <a:pt x="1975" y="3347"/>
                  </a:lnTo>
                  <a:lnTo>
                    <a:pt x="73598" y="120617"/>
                  </a:lnTo>
                  <a:lnTo>
                    <a:pt x="145220" y="233936"/>
                  </a:lnTo>
                  <a:lnTo>
                    <a:pt x="216843" y="343436"/>
                  </a:lnTo>
                  <a:lnTo>
                    <a:pt x="288465" y="449247"/>
                  </a:lnTo>
                  <a:lnTo>
                    <a:pt x="360088" y="551493"/>
                  </a:lnTo>
                  <a:lnTo>
                    <a:pt x="431710" y="650293"/>
                  </a:lnTo>
                  <a:lnTo>
                    <a:pt x="503333" y="745765"/>
                  </a:lnTo>
                  <a:lnTo>
                    <a:pt x="574955" y="838019"/>
                  </a:lnTo>
                  <a:lnTo>
                    <a:pt x="646578" y="927166"/>
                  </a:lnTo>
                  <a:lnTo>
                    <a:pt x="718200" y="1013308"/>
                  </a:lnTo>
                  <a:lnTo>
                    <a:pt x="789823" y="1096548"/>
                  </a:lnTo>
                  <a:lnTo>
                    <a:pt x="861445" y="1176983"/>
                  </a:lnTo>
                  <a:lnTo>
                    <a:pt x="933068" y="1254708"/>
                  </a:lnTo>
                  <a:lnTo>
                    <a:pt x="1004690" y="1329814"/>
                  </a:lnTo>
                  <a:lnTo>
                    <a:pt x="1076313" y="1402390"/>
                  </a:lnTo>
                  <a:lnTo>
                    <a:pt x="1147936" y="1472520"/>
                  </a:lnTo>
                  <a:lnTo>
                    <a:pt x="1219558" y="1540287"/>
                  </a:lnTo>
                  <a:lnTo>
                    <a:pt x="1291181" y="1605771"/>
                  </a:lnTo>
                  <a:lnTo>
                    <a:pt x="1362803" y="1669048"/>
                  </a:lnTo>
                  <a:lnTo>
                    <a:pt x="1434426" y="1730193"/>
                  </a:lnTo>
                  <a:lnTo>
                    <a:pt x="1506048" y="1789278"/>
                  </a:lnTo>
                  <a:lnTo>
                    <a:pt x="1577671" y="1846372"/>
                  </a:lnTo>
                  <a:lnTo>
                    <a:pt x="1649293" y="1901542"/>
                  </a:lnTo>
                  <a:lnTo>
                    <a:pt x="1720916" y="1954854"/>
                  </a:lnTo>
                  <a:lnTo>
                    <a:pt x="1792538" y="2006369"/>
                  </a:lnTo>
                  <a:lnTo>
                    <a:pt x="1864161" y="2056148"/>
                  </a:lnTo>
                  <a:lnTo>
                    <a:pt x="1935783" y="2104250"/>
                  </a:lnTo>
                  <a:lnTo>
                    <a:pt x="2007406" y="2150732"/>
                  </a:lnTo>
                  <a:lnTo>
                    <a:pt x="2079028" y="2195647"/>
                  </a:lnTo>
                  <a:lnTo>
                    <a:pt x="2150651" y="2239049"/>
                  </a:lnTo>
                  <a:lnTo>
                    <a:pt x="2222273" y="2280988"/>
                  </a:lnTo>
                  <a:lnTo>
                    <a:pt x="2293896" y="2321514"/>
                  </a:lnTo>
                  <a:lnTo>
                    <a:pt x="2365518" y="2360675"/>
                  </a:lnTo>
                  <a:lnTo>
                    <a:pt x="2437141" y="2398516"/>
                  </a:lnTo>
                  <a:lnTo>
                    <a:pt x="2508764" y="2435082"/>
                  </a:lnTo>
                  <a:lnTo>
                    <a:pt x="2580386" y="2470416"/>
                  </a:lnTo>
                  <a:lnTo>
                    <a:pt x="2652009" y="2504560"/>
                  </a:lnTo>
                  <a:lnTo>
                    <a:pt x="2723631" y="2537553"/>
                  </a:lnTo>
                  <a:lnTo>
                    <a:pt x="2795254" y="2569434"/>
                  </a:lnTo>
                  <a:lnTo>
                    <a:pt x="2866876" y="2600242"/>
                  </a:lnTo>
                  <a:lnTo>
                    <a:pt x="2938499" y="2630011"/>
                  </a:lnTo>
                  <a:lnTo>
                    <a:pt x="3010121" y="2654226"/>
                  </a:lnTo>
                  <a:lnTo>
                    <a:pt x="3081744" y="2653867"/>
                  </a:lnTo>
                  <a:lnTo>
                    <a:pt x="3153366" y="2653508"/>
                  </a:lnTo>
                  <a:lnTo>
                    <a:pt x="3224989" y="2653148"/>
                  </a:lnTo>
                  <a:lnTo>
                    <a:pt x="3296611" y="2652789"/>
                  </a:lnTo>
                  <a:lnTo>
                    <a:pt x="3368234" y="2652429"/>
                  </a:lnTo>
                  <a:lnTo>
                    <a:pt x="3439856" y="2652069"/>
                  </a:lnTo>
                  <a:lnTo>
                    <a:pt x="3511479" y="2651709"/>
                  </a:lnTo>
                  <a:lnTo>
                    <a:pt x="3583101" y="2651349"/>
                  </a:lnTo>
                  <a:lnTo>
                    <a:pt x="3654724" y="2650989"/>
                  </a:lnTo>
                  <a:lnTo>
                    <a:pt x="3726346" y="2650628"/>
                  </a:lnTo>
                  <a:lnTo>
                    <a:pt x="3797969" y="2650267"/>
                  </a:lnTo>
                  <a:lnTo>
                    <a:pt x="3869592" y="2649907"/>
                  </a:lnTo>
                  <a:lnTo>
                    <a:pt x="3941214" y="2649546"/>
                  </a:lnTo>
                  <a:lnTo>
                    <a:pt x="4012837" y="2649185"/>
                  </a:lnTo>
                  <a:lnTo>
                    <a:pt x="4084459" y="2648823"/>
                  </a:lnTo>
                  <a:lnTo>
                    <a:pt x="4156082" y="2648462"/>
                  </a:lnTo>
                  <a:lnTo>
                    <a:pt x="4227704" y="2648100"/>
                  </a:lnTo>
                  <a:lnTo>
                    <a:pt x="4299327" y="2647739"/>
                  </a:lnTo>
                  <a:lnTo>
                    <a:pt x="4370949" y="2647377"/>
                  </a:lnTo>
                  <a:lnTo>
                    <a:pt x="4442572" y="2647015"/>
                  </a:lnTo>
                  <a:lnTo>
                    <a:pt x="4514194" y="2646652"/>
                  </a:lnTo>
                  <a:lnTo>
                    <a:pt x="4585817" y="2646290"/>
                  </a:lnTo>
                  <a:lnTo>
                    <a:pt x="4657439" y="2645928"/>
                  </a:lnTo>
                  <a:lnTo>
                    <a:pt x="4729062" y="2645565"/>
                  </a:lnTo>
                  <a:lnTo>
                    <a:pt x="4800684" y="2645202"/>
                  </a:lnTo>
                  <a:lnTo>
                    <a:pt x="4872307" y="2644839"/>
                  </a:lnTo>
                  <a:lnTo>
                    <a:pt x="4943929" y="2644476"/>
                  </a:lnTo>
                  <a:lnTo>
                    <a:pt x="5015552" y="2644113"/>
                  </a:lnTo>
                  <a:lnTo>
                    <a:pt x="5087174" y="2643749"/>
                  </a:lnTo>
                  <a:lnTo>
                    <a:pt x="5158797" y="2643386"/>
                  </a:lnTo>
                  <a:lnTo>
                    <a:pt x="5230420" y="2643022"/>
                  </a:lnTo>
                  <a:lnTo>
                    <a:pt x="5302042" y="2642658"/>
                  </a:lnTo>
                  <a:lnTo>
                    <a:pt x="5373665" y="2642294"/>
                  </a:lnTo>
                  <a:lnTo>
                    <a:pt x="5445287" y="2641929"/>
                  </a:lnTo>
                  <a:lnTo>
                    <a:pt x="5516910" y="2641565"/>
                  </a:lnTo>
                  <a:lnTo>
                    <a:pt x="5588532" y="2641200"/>
                  </a:lnTo>
                  <a:lnTo>
                    <a:pt x="5660155" y="2640836"/>
                  </a:lnTo>
                  <a:lnTo>
                    <a:pt x="5731777" y="2640471"/>
                  </a:lnTo>
                  <a:lnTo>
                    <a:pt x="5803400" y="2640106"/>
                  </a:lnTo>
                  <a:lnTo>
                    <a:pt x="5875022" y="2639741"/>
                  </a:lnTo>
                  <a:lnTo>
                    <a:pt x="5946645" y="2639375"/>
                  </a:lnTo>
                  <a:lnTo>
                    <a:pt x="6018267" y="2639010"/>
                  </a:lnTo>
                  <a:lnTo>
                    <a:pt x="6089890" y="2638644"/>
                  </a:lnTo>
                  <a:lnTo>
                    <a:pt x="6161512" y="2638278"/>
                  </a:lnTo>
                  <a:lnTo>
                    <a:pt x="6233135" y="2637912"/>
                  </a:lnTo>
                  <a:lnTo>
                    <a:pt x="6304757" y="2637546"/>
                  </a:lnTo>
                  <a:lnTo>
                    <a:pt x="6376380" y="2637180"/>
                  </a:lnTo>
                  <a:lnTo>
                    <a:pt x="6448002" y="2636813"/>
                  </a:lnTo>
                  <a:lnTo>
                    <a:pt x="6519625" y="2636447"/>
                  </a:lnTo>
                  <a:lnTo>
                    <a:pt x="6591248" y="2636080"/>
                  </a:lnTo>
                  <a:lnTo>
                    <a:pt x="6662870" y="2635713"/>
                  </a:lnTo>
                  <a:lnTo>
                    <a:pt x="6734493" y="26353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8088"/>
              <a:ext cx="7090630" cy="690360"/>
            </a:xfrm>
            <a:custGeom>
              <a:avLst/>
              <a:pathLst>
                <a:path w="7090630" h="690360">
                  <a:moveTo>
                    <a:pt x="7090630" y="690360"/>
                  </a:moveTo>
                  <a:lnTo>
                    <a:pt x="7019007" y="685520"/>
                  </a:lnTo>
                  <a:lnTo>
                    <a:pt x="6947385" y="680512"/>
                  </a:lnTo>
                  <a:lnTo>
                    <a:pt x="6875762" y="675329"/>
                  </a:lnTo>
                  <a:lnTo>
                    <a:pt x="6804139" y="669964"/>
                  </a:lnTo>
                  <a:lnTo>
                    <a:pt x="6732517" y="664413"/>
                  </a:lnTo>
                  <a:lnTo>
                    <a:pt x="6660894" y="658669"/>
                  </a:lnTo>
                  <a:lnTo>
                    <a:pt x="6589272" y="652724"/>
                  </a:lnTo>
                  <a:lnTo>
                    <a:pt x="6517649" y="646572"/>
                  </a:lnTo>
                  <a:lnTo>
                    <a:pt x="6446027" y="640205"/>
                  </a:lnTo>
                  <a:lnTo>
                    <a:pt x="6374404" y="633616"/>
                  </a:lnTo>
                  <a:lnTo>
                    <a:pt x="6302782" y="626798"/>
                  </a:lnTo>
                  <a:lnTo>
                    <a:pt x="6231159" y="619741"/>
                  </a:lnTo>
                  <a:lnTo>
                    <a:pt x="6159537" y="612439"/>
                  </a:lnTo>
                  <a:lnTo>
                    <a:pt x="6087914" y="604882"/>
                  </a:lnTo>
                  <a:lnTo>
                    <a:pt x="6016292" y="597062"/>
                  </a:lnTo>
                  <a:lnTo>
                    <a:pt x="5944669" y="588968"/>
                  </a:lnTo>
                  <a:lnTo>
                    <a:pt x="5873047" y="580593"/>
                  </a:lnTo>
                  <a:lnTo>
                    <a:pt x="5801424" y="571926"/>
                  </a:lnTo>
                  <a:lnTo>
                    <a:pt x="5729802" y="562956"/>
                  </a:lnTo>
                  <a:lnTo>
                    <a:pt x="5658179" y="553674"/>
                  </a:lnTo>
                  <a:lnTo>
                    <a:pt x="5586557" y="544068"/>
                  </a:lnTo>
                  <a:lnTo>
                    <a:pt x="5514934" y="534127"/>
                  </a:lnTo>
                  <a:lnTo>
                    <a:pt x="5443311" y="523839"/>
                  </a:lnTo>
                  <a:lnTo>
                    <a:pt x="5371689" y="513193"/>
                  </a:lnTo>
                  <a:lnTo>
                    <a:pt x="5300066" y="502175"/>
                  </a:lnTo>
                  <a:lnTo>
                    <a:pt x="5228444" y="490773"/>
                  </a:lnTo>
                  <a:lnTo>
                    <a:pt x="5156821" y="478974"/>
                  </a:lnTo>
                  <a:lnTo>
                    <a:pt x="5085199" y="466763"/>
                  </a:lnTo>
                  <a:lnTo>
                    <a:pt x="5013576" y="454126"/>
                  </a:lnTo>
                  <a:lnTo>
                    <a:pt x="4941954" y="441049"/>
                  </a:lnTo>
                  <a:lnTo>
                    <a:pt x="4870331" y="427516"/>
                  </a:lnTo>
                  <a:lnTo>
                    <a:pt x="4798709" y="413511"/>
                  </a:lnTo>
                  <a:lnTo>
                    <a:pt x="4727086" y="399018"/>
                  </a:lnTo>
                  <a:lnTo>
                    <a:pt x="4655464" y="384019"/>
                  </a:lnTo>
                  <a:lnTo>
                    <a:pt x="4583841" y="368497"/>
                  </a:lnTo>
                  <a:lnTo>
                    <a:pt x="4512219" y="352434"/>
                  </a:lnTo>
                  <a:lnTo>
                    <a:pt x="4440596" y="335811"/>
                  </a:lnTo>
                  <a:lnTo>
                    <a:pt x="4368974" y="318608"/>
                  </a:lnTo>
                  <a:lnTo>
                    <a:pt x="4297351" y="300805"/>
                  </a:lnTo>
                  <a:lnTo>
                    <a:pt x="4225729" y="282382"/>
                  </a:lnTo>
                  <a:lnTo>
                    <a:pt x="4154106" y="263316"/>
                  </a:lnTo>
                  <a:lnTo>
                    <a:pt x="4082483" y="243586"/>
                  </a:lnTo>
                  <a:lnTo>
                    <a:pt x="4010861" y="223167"/>
                  </a:lnTo>
                  <a:lnTo>
                    <a:pt x="3939238" y="202036"/>
                  </a:lnTo>
                  <a:lnTo>
                    <a:pt x="3867616" y="180169"/>
                  </a:lnTo>
                  <a:lnTo>
                    <a:pt x="3795993" y="157539"/>
                  </a:lnTo>
                  <a:lnTo>
                    <a:pt x="3724371" y="134120"/>
                  </a:lnTo>
                  <a:lnTo>
                    <a:pt x="3652748" y="109885"/>
                  </a:lnTo>
                  <a:lnTo>
                    <a:pt x="3581126" y="84804"/>
                  </a:lnTo>
                  <a:lnTo>
                    <a:pt x="3509503" y="58849"/>
                  </a:lnTo>
                  <a:lnTo>
                    <a:pt x="3437881" y="31988"/>
                  </a:lnTo>
                  <a:lnTo>
                    <a:pt x="3366258" y="4192"/>
                  </a:lnTo>
                  <a:lnTo>
                    <a:pt x="3294636" y="0"/>
                  </a:lnTo>
                  <a:lnTo>
                    <a:pt x="3223013" y="358"/>
                  </a:lnTo>
                  <a:lnTo>
                    <a:pt x="3151391" y="717"/>
                  </a:lnTo>
                  <a:lnTo>
                    <a:pt x="3079768" y="1075"/>
                  </a:lnTo>
                  <a:lnTo>
                    <a:pt x="3008146" y="1434"/>
                  </a:lnTo>
                  <a:lnTo>
                    <a:pt x="2936523" y="1792"/>
                  </a:lnTo>
                  <a:lnTo>
                    <a:pt x="2864901" y="2150"/>
                  </a:lnTo>
                  <a:lnTo>
                    <a:pt x="2793278" y="2508"/>
                  </a:lnTo>
                  <a:lnTo>
                    <a:pt x="2721655" y="2865"/>
                  </a:lnTo>
                  <a:lnTo>
                    <a:pt x="2650033" y="3223"/>
                  </a:lnTo>
                  <a:lnTo>
                    <a:pt x="2578410" y="3580"/>
                  </a:lnTo>
                  <a:lnTo>
                    <a:pt x="2506788" y="3937"/>
                  </a:lnTo>
                  <a:lnTo>
                    <a:pt x="2435165" y="4295"/>
                  </a:lnTo>
                  <a:lnTo>
                    <a:pt x="2363543" y="4651"/>
                  </a:lnTo>
                  <a:lnTo>
                    <a:pt x="2291920" y="5008"/>
                  </a:lnTo>
                  <a:lnTo>
                    <a:pt x="2220298" y="5365"/>
                  </a:lnTo>
                  <a:lnTo>
                    <a:pt x="2148675" y="5721"/>
                  </a:lnTo>
                  <a:lnTo>
                    <a:pt x="2077053" y="6078"/>
                  </a:lnTo>
                  <a:lnTo>
                    <a:pt x="2005430" y="6434"/>
                  </a:lnTo>
                  <a:lnTo>
                    <a:pt x="1933808" y="6790"/>
                  </a:lnTo>
                  <a:lnTo>
                    <a:pt x="1862185" y="7146"/>
                  </a:lnTo>
                  <a:lnTo>
                    <a:pt x="1790563" y="7501"/>
                  </a:lnTo>
                  <a:lnTo>
                    <a:pt x="1718940" y="7857"/>
                  </a:lnTo>
                  <a:lnTo>
                    <a:pt x="1647318" y="8212"/>
                  </a:lnTo>
                  <a:lnTo>
                    <a:pt x="1575695" y="8567"/>
                  </a:lnTo>
                  <a:lnTo>
                    <a:pt x="1504073" y="8922"/>
                  </a:lnTo>
                  <a:lnTo>
                    <a:pt x="1432450" y="9277"/>
                  </a:lnTo>
                  <a:lnTo>
                    <a:pt x="1360827" y="9632"/>
                  </a:lnTo>
                  <a:lnTo>
                    <a:pt x="1289205" y="9987"/>
                  </a:lnTo>
                  <a:lnTo>
                    <a:pt x="1217582" y="10341"/>
                  </a:lnTo>
                  <a:lnTo>
                    <a:pt x="1145960" y="10695"/>
                  </a:lnTo>
                  <a:lnTo>
                    <a:pt x="1074337" y="11050"/>
                  </a:lnTo>
                  <a:lnTo>
                    <a:pt x="1002715" y="11404"/>
                  </a:lnTo>
                  <a:lnTo>
                    <a:pt x="931092" y="11757"/>
                  </a:lnTo>
                  <a:lnTo>
                    <a:pt x="859470" y="12111"/>
                  </a:lnTo>
                  <a:lnTo>
                    <a:pt x="787847" y="12465"/>
                  </a:lnTo>
                  <a:lnTo>
                    <a:pt x="716225" y="12818"/>
                  </a:lnTo>
                  <a:lnTo>
                    <a:pt x="644602" y="13171"/>
                  </a:lnTo>
                  <a:lnTo>
                    <a:pt x="572980" y="13524"/>
                  </a:lnTo>
                  <a:lnTo>
                    <a:pt x="501357" y="13877"/>
                  </a:lnTo>
                  <a:lnTo>
                    <a:pt x="429735" y="14230"/>
                  </a:lnTo>
                  <a:lnTo>
                    <a:pt x="358112" y="14583"/>
                  </a:lnTo>
                  <a:lnTo>
                    <a:pt x="286490" y="14935"/>
                  </a:lnTo>
                  <a:lnTo>
                    <a:pt x="214867" y="15287"/>
                  </a:lnTo>
                  <a:lnTo>
                    <a:pt x="143245" y="15640"/>
                  </a:lnTo>
                  <a:lnTo>
                    <a:pt x="71622" y="15992"/>
                  </a:lnTo>
                  <a:lnTo>
                    <a:pt x="0" y="163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724830"/>
              <a:ext cx="7090630" cy="1489259"/>
            </a:xfrm>
            <a:custGeom>
              <a:avLst/>
              <a:pathLst>
                <a:path w="7090630" h="1489259">
                  <a:moveTo>
                    <a:pt x="0" y="0"/>
                  </a:moveTo>
                  <a:lnTo>
                    <a:pt x="71622" y="30745"/>
                  </a:lnTo>
                  <a:lnTo>
                    <a:pt x="143245" y="60975"/>
                  </a:lnTo>
                  <a:lnTo>
                    <a:pt x="214867" y="90698"/>
                  </a:lnTo>
                  <a:lnTo>
                    <a:pt x="286490" y="119922"/>
                  </a:lnTo>
                  <a:lnTo>
                    <a:pt x="358112" y="148656"/>
                  </a:lnTo>
                  <a:lnTo>
                    <a:pt x="429735" y="176907"/>
                  </a:lnTo>
                  <a:lnTo>
                    <a:pt x="501357" y="204685"/>
                  </a:lnTo>
                  <a:lnTo>
                    <a:pt x="572980" y="231996"/>
                  </a:lnTo>
                  <a:lnTo>
                    <a:pt x="644602" y="258849"/>
                  </a:lnTo>
                  <a:lnTo>
                    <a:pt x="716225" y="285252"/>
                  </a:lnTo>
                  <a:lnTo>
                    <a:pt x="787847" y="311212"/>
                  </a:lnTo>
                  <a:lnTo>
                    <a:pt x="859470" y="336736"/>
                  </a:lnTo>
                  <a:lnTo>
                    <a:pt x="931092" y="361832"/>
                  </a:lnTo>
                  <a:lnTo>
                    <a:pt x="1002715" y="386506"/>
                  </a:lnTo>
                  <a:lnTo>
                    <a:pt x="1074337" y="410767"/>
                  </a:lnTo>
                  <a:lnTo>
                    <a:pt x="1145960" y="434621"/>
                  </a:lnTo>
                  <a:lnTo>
                    <a:pt x="1217582" y="458074"/>
                  </a:lnTo>
                  <a:lnTo>
                    <a:pt x="1289205" y="481134"/>
                  </a:lnTo>
                  <a:lnTo>
                    <a:pt x="1360827" y="503807"/>
                  </a:lnTo>
                  <a:lnTo>
                    <a:pt x="1432450" y="526099"/>
                  </a:lnTo>
                  <a:lnTo>
                    <a:pt x="1504073" y="548018"/>
                  </a:lnTo>
                  <a:lnTo>
                    <a:pt x="1575695" y="569569"/>
                  </a:lnTo>
                  <a:lnTo>
                    <a:pt x="1647318" y="590758"/>
                  </a:lnTo>
                  <a:lnTo>
                    <a:pt x="1718940" y="611591"/>
                  </a:lnTo>
                  <a:lnTo>
                    <a:pt x="1790563" y="632075"/>
                  </a:lnTo>
                  <a:lnTo>
                    <a:pt x="1862185" y="652216"/>
                  </a:lnTo>
                  <a:lnTo>
                    <a:pt x="1933808" y="672018"/>
                  </a:lnTo>
                  <a:lnTo>
                    <a:pt x="2005430" y="691488"/>
                  </a:lnTo>
                  <a:lnTo>
                    <a:pt x="2077053" y="710632"/>
                  </a:lnTo>
                  <a:lnTo>
                    <a:pt x="2148675" y="729454"/>
                  </a:lnTo>
                  <a:lnTo>
                    <a:pt x="2220298" y="747960"/>
                  </a:lnTo>
                  <a:lnTo>
                    <a:pt x="2291920" y="766156"/>
                  </a:lnTo>
                  <a:lnTo>
                    <a:pt x="2363543" y="784047"/>
                  </a:lnTo>
                  <a:lnTo>
                    <a:pt x="2435165" y="801637"/>
                  </a:lnTo>
                  <a:lnTo>
                    <a:pt x="2506788" y="818933"/>
                  </a:lnTo>
                  <a:lnTo>
                    <a:pt x="2578410" y="835938"/>
                  </a:lnTo>
                  <a:lnTo>
                    <a:pt x="2650033" y="852658"/>
                  </a:lnTo>
                  <a:lnTo>
                    <a:pt x="2721655" y="869097"/>
                  </a:lnTo>
                  <a:lnTo>
                    <a:pt x="2793278" y="885260"/>
                  </a:lnTo>
                  <a:lnTo>
                    <a:pt x="2864901" y="901152"/>
                  </a:lnTo>
                  <a:lnTo>
                    <a:pt x="2936523" y="916778"/>
                  </a:lnTo>
                  <a:lnTo>
                    <a:pt x="3008146" y="932141"/>
                  </a:lnTo>
                  <a:lnTo>
                    <a:pt x="3079768" y="947247"/>
                  </a:lnTo>
                  <a:lnTo>
                    <a:pt x="3151391" y="962099"/>
                  </a:lnTo>
                  <a:lnTo>
                    <a:pt x="3223013" y="976702"/>
                  </a:lnTo>
                  <a:lnTo>
                    <a:pt x="3294636" y="991060"/>
                  </a:lnTo>
                  <a:lnTo>
                    <a:pt x="3366258" y="1005177"/>
                  </a:lnTo>
                  <a:lnTo>
                    <a:pt x="3437881" y="1019057"/>
                  </a:lnTo>
                  <a:lnTo>
                    <a:pt x="3509503" y="1032704"/>
                  </a:lnTo>
                  <a:lnTo>
                    <a:pt x="3581126" y="1046123"/>
                  </a:lnTo>
                  <a:lnTo>
                    <a:pt x="3652748" y="1059316"/>
                  </a:lnTo>
                  <a:lnTo>
                    <a:pt x="3724371" y="1072287"/>
                  </a:lnTo>
                  <a:lnTo>
                    <a:pt x="3795993" y="1085042"/>
                  </a:lnTo>
                  <a:lnTo>
                    <a:pt x="3867616" y="1097582"/>
                  </a:lnTo>
                  <a:lnTo>
                    <a:pt x="3939238" y="1109911"/>
                  </a:lnTo>
                  <a:lnTo>
                    <a:pt x="4010861" y="1122034"/>
                  </a:lnTo>
                  <a:lnTo>
                    <a:pt x="4082483" y="1133954"/>
                  </a:lnTo>
                  <a:lnTo>
                    <a:pt x="4154106" y="1145673"/>
                  </a:lnTo>
                  <a:lnTo>
                    <a:pt x="4225729" y="1157196"/>
                  </a:lnTo>
                  <a:lnTo>
                    <a:pt x="4297351" y="1168525"/>
                  </a:lnTo>
                  <a:lnTo>
                    <a:pt x="4368974" y="1179665"/>
                  </a:lnTo>
                  <a:lnTo>
                    <a:pt x="4440596" y="1190617"/>
                  </a:lnTo>
                  <a:lnTo>
                    <a:pt x="4512219" y="1201386"/>
                  </a:lnTo>
                  <a:lnTo>
                    <a:pt x="4583841" y="1211974"/>
                  </a:lnTo>
                  <a:lnTo>
                    <a:pt x="4655464" y="1222384"/>
                  </a:lnTo>
                  <a:lnTo>
                    <a:pt x="4727086" y="1232620"/>
                  </a:lnTo>
                  <a:lnTo>
                    <a:pt x="4798709" y="1242684"/>
                  </a:lnTo>
                  <a:lnTo>
                    <a:pt x="4870331" y="1252579"/>
                  </a:lnTo>
                  <a:lnTo>
                    <a:pt x="4941954" y="1262308"/>
                  </a:lnTo>
                  <a:lnTo>
                    <a:pt x="5013576" y="1271873"/>
                  </a:lnTo>
                  <a:lnTo>
                    <a:pt x="5085199" y="1281279"/>
                  </a:lnTo>
                  <a:lnTo>
                    <a:pt x="5156821" y="1290526"/>
                  </a:lnTo>
                  <a:lnTo>
                    <a:pt x="5228444" y="1299619"/>
                  </a:lnTo>
                  <a:lnTo>
                    <a:pt x="5300066" y="1308558"/>
                  </a:lnTo>
                  <a:lnTo>
                    <a:pt x="5371689" y="1317348"/>
                  </a:lnTo>
                  <a:lnTo>
                    <a:pt x="5443311" y="1325990"/>
                  </a:lnTo>
                  <a:lnTo>
                    <a:pt x="5514934" y="1334488"/>
                  </a:lnTo>
                  <a:lnTo>
                    <a:pt x="5586557" y="1342842"/>
                  </a:lnTo>
                  <a:lnTo>
                    <a:pt x="5658179" y="1351057"/>
                  </a:lnTo>
                  <a:lnTo>
                    <a:pt x="5729802" y="1359134"/>
                  </a:lnTo>
                  <a:lnTo>
                    <a:pt x="5801424" y="1367075"/>
                  </a:lnTo>
                  <a:lnTo>
                    <a:pt x="5873047" y="1374883"/>
                  </a:lnTo>
                  <a:lnTo>
                    <a:pt x="5944669" y="1382560"/>
                  </a:lnTo>
                  <a:lnTo>
                    <a:pt x="6016292" y="1390108"/>
                  </a:lnTo>
                  <a:lnTo>
                    <a:pt x="6087914" y="1397529"/>
                  </a:lnTo>
                  <a:lnTo>
                    <a:pt x="6159537" y="1404826"/>
                  </a:lnTo>
                  <a:lnTo>
                    <a:pt x="6231159" y="1412001"/>
                  </a:lnTo>
                  <a:lnTo>
                    <a:pt x="6302782" y="1419055"/>
                  </a:lnTo>
                  <a:lnTo>
                    <a:pt x="6374404" y="1425990"/>
                  </a:lnTo>
                  <a:lnTo>
                    <a:pt x="6446027" y="1432810"/>
                  </a:lnTo>
                  <a:lnTo>
                    <a:pt x="6517649" y="1439515"/>
                  </a:lnTo>
                  <a:lnTo>
                    <a:pt x="6589272" y="1446107"/>
                  </a:lnTo>
                  <a:lnTo>
                    <a:pt x="6660894" y="1452589"/>
                  </a:lnTo>
                  <a:lnTo>
                    <a:pt x="6732517" y="1458962"/>
                  </a:lnTo>
                  <a:lnTo>
                    <a:pt x="6804139" y="1465228"/>
                  </a:lnTo>
                  <a:lnTo>
                    <a:pt x="6875762" y="1471389"/>
                  </a:lnTo>
                  <a:lnTo>
                    <a:pt x="6947385" y="1477447"/>
                  </a:lnTo>
                  <a:lnTo>
                    <a:pt x="7019007" y="1483403"/>
                  </a:lnTo>
                  <a:lnTo>
                    <a:pt x="7090630" y="148925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(1.00-1.49), p = 0.056  |  per IQR decline (Δ = 29.9 %): 1.80 (0.99-3.27)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495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2026-09-28T16:51:16Z</dcterms:modified>
  <cp:category/>
</cp:coreProperties>
</file>