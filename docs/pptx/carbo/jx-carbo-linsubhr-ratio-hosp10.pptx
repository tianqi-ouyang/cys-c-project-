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597718"/>
              <a:ext cx="7090630" cy="1579408"/>
            </a:xfrm>
            <a:custGeom>
              <a:avLst/>
              <a:pathLst>
                <a:path w="7090630" h="1579408">
                  <a:moveTo>
                    <a:pt x="0" y="287957"/>
                  </a:moveTo>
                  <a:lnTo>
                    <a:pt x="71622" y="312777"/>
                  </a:lnTo>
                  <a:lnTo>
                    <a:pt x="143245" y="337229"/>
                  </a:lnTo>
                  <a:lnTo>
                    <a:pt x="214867" y="361318"/>
                  </a:lnTo>
                  <a:lnTo>
                    <a:pt x="286490" y="385049"/>
                  </a:lnTo>
                  <a:lnTo>
                    <a:pt x="358112" y="408428"/>
                  </a:lnTo>
                  <a:lnTo>
                    <a:pt x="429735" y="431459"/>
                  </a:lnTo>
                  <a:lnTo>
                    <a:pt x="501357" y="454149"/>
                  </a:lnTo>
                  <a:lnTo>
                    <a:pt x="572980" y="476502"/>
                  </a:lnTo>
                  <a:lnTo>
                    <a:pt x="644602" y="498522"/>
                  </a:lnTo>
                  <a:lnTo>
                    <a:pt x="716225" y="520216"/>
                  </a:lnTo>
                  <a:lnTo>
                    <a:pt x="787847" y="541588"/>
                  </a:lnTo>
                  <a:lnTo>
                    <a:pt x="859470" y="562642"/>
                  </a:lnTo>
                  <a:lnTo>
                    <a:pt x="931092" y="583384"/>
                  </a:lnTo>
                  <a:lnTo>
                    <a:pt x="1002715" y="603818"/>
                  </a:lnTo>
                  <a:lnTo>
                    <a:pt x="1074337" y="623948"/>
                  </a:lnTo>
                  <a:lnTo>
                    <a:pt x="1145960" y="643779"/>
                  </a:lnTo>
                  <a:lnTo>
                    <a:pt x="1217582" y="663316"/>
                  </a:lnTo>
                  <a:lnTo>
                    <a:pt x="1289205" y="682563"/>
                  </a:lnTo>
                  <a:lnTo>
                    <a:pt x="1360827" y="701524"/>
                  </a:lnTo>
                  <a:lnTo>
                    <a:pt x="1432450" y="720204"/>
                  </a:lnTo>
                  <a:lnTo>
                    <a:pt x="1504073" y="738606"/>
                  </a:lnTo>
                  <a:lnTo>
                    <a:pt x="1575695" y="756735"/>
                  </a:lnTo>
                  <a:lnTo>
                    <a:pt x="1647318" y="774595"/>
                  </a:lnTo>
                  <a:lnTo>
                    <a:pt x="1718940" y="792189"/>
                  </a:lnTo>
                  <a:lnTo>
                    <a:pt x="1790563" y="809523"/>
                  </a:lnTo>
                  <a:lnTo>
                    <a:pt x="1862185" y="826598"/>
                  </a:lnTo>
                  <a:lnTo>
                    <a:pt x="1933808" y="843421"/>
                  </a:lnTo>
                  <a:lnTo>
                    <a:pt x="2005430" y="859993"/>
                  </a:lnTo>
                  <a:lnTo>
                    <a:pt x="2077053" y="876320"/>
                  </a:lnTo>
                  <a:lnTo>
                    <a:pt x="2148675" y="892404"/>
                  </a:lnTo>
                  <a:lnTo>
                    <a:pt x="2220298" y="908249"/>
                  </a:lnTo>
                  <a:lnTo>
                    <a:pt x="2291920" y="923859"/>
                  </a:lnTo>
                  <a:lnTo>
                    <a:pt x="2363543" y="939237"/>
                  </a:lnTo>
                  <a:lnTo>
                    <a:pt x="2435165" y="954387"/>
                  </a:lnTo>
                  <a:lnTo>
                    <a:pt x="2506788" y="969312"/>
                  </a:lnTo>
                  <a:lnTo>
                    <a:pt x="2578410" y="984015"/>
                  </a:lnTo>
                  <a:lnTo>
                    <a:pt x="2650033" y="998500"/>
                  </a:lnTo>
                  <a:lnTo>
                    <a:pt x="2721655" y="1012770"/>
                  </a:lnTo>
                  <a:lnTo>
                    <a:pt x="2793278" y="1026828"/>
                  </a:lnTo>
                  <a:lnTo>
                    <a:pt x="2864901" y="1040677"/>
                  </a:lnTo>
                  <a:lnTo>
                    <a:pt x="2936523" y="1054321"/>
                  </a:lnTo>
                  <a:lnTo>
                    <a:pt x="3008146" y="1067762"/>
                  </a:lnTo>
                  <a:lnTo>
                    <a:pt x="3079768" y="1081004"/>
                  </a:lnTo>
                  <a:lnTo>
                    <a:pt x="3151391" y="1094048"/>
                  </a:lnTo>
                  <a:lnTo>
                    <a:pt x="3223013" y="1106900"/>
                  </a:lnTo>
                  <a:lnTo>
                    <a:pt x="3294636" y="1119560"/>
                  </a:lnTo>
                  <a:lnTo>
                    <a:pt x="3366258" y="1127898"/>
                  </a:lnTo>
                  <a:lnTo>
                    <a:pt x="3437881" y="1114077"/>
                  </a:lnTo>
                  <a:lnTo>
                    <a:pt x="3509503" y="1100027"/>
                  </a:lnTo>
                  <a:lnTo>
                    <a:pt x="3581126" y="1085743"/>
                  </a:lnTo>
                  <a:lnTo>
                    <a:pt x="3652748" y="1071222"/>
                  </a:lnTo>
                  <a:lnTo>
                    <a:pt x="3724371" y="1056459"/>
                  </a:lnTo>
                  <a:lnTo>
                    <a:pt x="3795993" y="1041451"/>
                  </a:lnTo>
                  <a:lnTo>
                    <a:pt x="3867616" y="1026194"/>
                  </a:lnTo>
                  <a:lnTo>
                    <a:pt x="3939238" y="1010683"/>
                  </a:lnTo>
                  <a:lnTo>
                    <a:pt x="4010861" y="994915"/>
                  </a:lnTo>
                  <a:lnTo>
                    <a:pt x="4082483" y="978884"/>
                  </a:lnTo>
                  <a:lnTo>
                    <a:pt x="4154106" y="962587"/>
                  </a:lnTo>
                  <a:lnTo>
                    <a:pt x="4225729" y="946019"/>
                  </a:lnTo>
                  <a:lnTo>
                    <a:pt x="4297351" y="929176"/>
                  </a:lnTo>
                  <a:lnTo>
                    <a:pt x="4368974" y="912053"/>
                  </a:lnTo>
                  <a:lnTo>
                    <a:pt x="4440596" y="894645"/>
                  </a:lnTo>
                  <a:lnTo>
                    <a:pt x="4512219" y="876948"/>
                  </a:lnTo>
                  <a:lnTo>
                    <a:pt x="4583841" y="858957"/>
                  </a:lnTo>
                  <a:lnTo>
                    <a:pt x="4655464" y="840667"/>
                  </a:lnTo>
                  <a:lnTo>
                    <a:pt x="4727086" y="822073"/>
                  </a:lnTo>
                  <a:lnTo>
                    <a:pt x="4798709" y="803170"/>
                  </a:lnTo>
                  <a:lnTo>
                    <a:pt x="4870331" y="783953"/>
                  </a:lnTo>
                  <a:lnTo>
                    <a:pt x="4941954" y="764416"/>
                  </a:lnTo>
                  <a:lnTo>
                    <a:pt x="5013576" y="744555"/>
                  </a:lnTo>
                  <a:lnTo>
                    <a:pt x="5085199" y="724363"/>
                  </a:lnTo>
                  <a:lnTo>
                    <a:pt x="5156821" y="703837"/>
                  </a:lnTo>
                  <a:lnTo>
                    <a:pt x="5228444" y="682969"/>
                  </a:lnTo>
                  <a:lnTo>
                    <a:pt x="5300066" y="661754"/>
                  </a:lnTo>
                  <a:lnTo>
                    <a:pt x="5371689" y="640187"/>
                  </a:lnTo>
                  <a:lnTo>
                    <a:pt x="5443311" y="618261"/>
                  </a:lnTo>
                  <a:lnTo>
                    <a:pt x="5514934" y="595971"/>
                  </a:lnTo>
                  <a:lnTo>
                    <a:pt x="5586557" y="573310"/>
                  </a:lnTo>
                  <a:lnTo>
                    <a:pt x="5658179" y="550273"/>
                  </a:lnTo>
                  <a:lnTo>
                    <a:pt x="5729802" y="526853"/>
                  </a:lnTo>
                  <a:lnTo>
                    <a:pt x="5801424" y="503044"/>
                  </a:lnTo>
                  <a:lnTo>
                    <a:pt x="5873047" y="478839"/>
                  </a:lnTo>
                  <a:lnTo>
                    <a:pt x="5944669" y="454232"/>
                  </a:lnTo>
                  <a:lnTo>
                    <a:pt x="6016292" y="429216"/>
                  </a:lnTo>
                  <a:lnTo>
                    <a:pt x="6087914" y="403784"/>
                  </a:lnTo>
                  <a:lnTo>
                    <a:pt x="6159537" y="377929"/>
                  </a:lnTo>
                  <a:lnTo>
                    <a:pt x="6231159" y="351645"/>
                  </a:lnTo>
                  <a:lnTo>
                    <a:pt x="6302782" y="324924"/>
                  </a:lnTo>
                  <a:lnTo>
                    <a:pt x="6374404" y="297759"/>
                  </a:lnTo>
                  <a:lnTo>
                    <a:pt x="6446027" y="270143"/>
                  </a:lnTo>
                  <a:lnTo>
                    <a:pt x="6517649" y="242067"/>
                  </a:lnTo>
                  <a:lnTo>
                    <a:pt x="6589272" y="213525"/>
                  </a:lnTo>
                  <a:lnTo>
                    <a:pt x="6660894" y="184509"/>
                  </a:lnTo>
                  <a:lnTo>
                    <a:pt x="6732517" y="155010"/>
                  </a:lnTo>
                  <a:lnTo>
                    <a:pt x="6804139" y="125022"/>
                  </a:lnTo>
                  <a:lnTo>
                    <a:pt x="6875762" y="94535"/>
                  </a:lnTo>
                  <a:lnTo>
                    <a:pt x="6947385" y="63541"/>
                  </a:lnTo>
                  <a:lnTo>
                    <a:pt x="7019007" y="32032"/>
                  </a:lnTo>
                  <a:lnTo>
                    <a:pt x="7090630" y="0"/>
                  </a:lnTo>
                  <a:lnTo>
                    <a:pt x="7090630" y="1579408"/>
                  </a:lnTo>
                  <a:lnTo>
                    <a:pt x="7019007" y="1573679"/>
                  </a:lnTo>
                  <a:lnTo>
                    <a:pt x="6947385" y="1567863"/>
                  </a:lnTo>
                  <a:lnTo>
                    <a:pt x="6875762" y="1561960"/>
                  </a:lnTo>
                  <a:lnTo>
                    <a:pt x="6804139" y="1555967"/>
                  </a:lnTo>
                  <a:lnTo>
                    <a:pt x="6732517" y="1549885"/>
                  </a:lnTo>
                  <a:lnTo>
                    <a:pt x="6660894" y="1543710"/>
                  </a:lnTo>
                  <a:lnTo>
                    <a:pt x="6589272" y="1537443"/>
                  </a:lnTo>
                  <a:lnTo>
                    <a:pt x="6517649" y="1531081"/>
                  </a:lnTo>
                  <a:lnTo>
                    <a:pt x="6446027" y="1524623"/>
                  </a:lnTo>
                  <a:lnTo>
                    <a:pt x="6374404" y="1518068"/>
                  </a:lnTo>
                  <a:lnTo>
                    <a:pt x="6302782" y="1511414"/>
                  </a:lnTo>
                  <a:lnTo>
                    <a:pt x="6231159" y="1504660"/>
                  </a:lnTo>
                  <a:lnTo>
                    <a:pt x="6159537" y="1497804"/>
                  </a:lnTo>
                  <a:lnTo>
                    <a:pt x="6087914" y="1490845"/>
                  </a:lnTo>
                  <a:lnTo>
                    <a:pt x="6016292" y="1483781"/>
                  </a:lnTo>
                  <a:lnTo>
                    <a:pt x="5944669" y="1476610"/>
                  </a:lnTo>
                  <a:lnTo>
                    <a:pt x="5873047" y="1469331"/>
                  </a:lnTo>
                  <a:lnTo>
                    <a:pt x="5801424" y="1461943"/>
                  </a:lnTo>
                  <a:lnTo>
                    <a:pt x="5729802" y="1454443"/>
                  </a:lnTo>
                  <a:lnTo>
                    <a:pt x="5658179" y="1446830"/>
                  </a:lnTo>
                  <a:lnTo>
                    <a:pt x="5586557" y="1439103"/>
                  </a:lnTo>
                  <a:lnTo>
                    <a:pt x="5514934" y="1431259"/>
                  </a:lnTo>
                  <a:lnTo>
                    <a:pt x="5443311" y="1423296"/>
                  </a:lnTo>
                  <a:lnTo>
                    <a:pt x="5371689" y="1415214"/>
                  </a:lnTo>
                  <a:lnTo>
                    <a:pt x="5300066" y="1407010"/>
                  </a:lnTo>
                  <a:lnTo>
                    <a:pt x="5228444" y="1398682"/>
                  </a:lnTo>
                  <a:lnTo>
                    <a:pt x="5156821" y="1390229"/>
                  </a:lnTo>
                  <a:lnTo>
                    <a:pt x="5085199" y="1381648"/>
                  </a:lnTo>
                  <a:lnTo>
                    <a:pt x="5013576" y="1372938"/>
                  </a:lnTo>
                  <a:lnTo>
                    <a:pt x="4941954" y="1364097"/>
                  </a:lnTo>
                  <a:lnTo>
                    <a:pt x="4870331" y="1355122"/>
                  </a:lnTo>
                  <a:lnTo>
                    <a:pt x="4798709" y="1346012"/>
                  </a:lnTo>
                  <a:lnTo>
                    <a:pt x="4727086" y="1336765"/>
                  </a:lnTo>
                  <a:lnTo>
                    <a:pt x="4655464" y="1327379"/>
                  </a:lnTo>
                  <a:lnTo>
                    <a:pt x="4583841" y="1317851"/>
                  </a:lnTo>
                  <a:lnTo>
                    <a:pt x="4512219" y="1308179"/>
                  </a:lnTo>
                  <a:lnTo>
                    <a:pt x="4440596" y="1298362"/>
                  </a:lnTo>
                  <a:lnTo>
                    <a:pt x="4368974" y="1288396"/>
                  </a:lnTo>
                  <a:lnTo>
                    <a:pt x="4297351" y="1278281"/>
                  </a:lnTo>
                  <a:lnTo>
                    <a:pt x="4225729" y="1268013"/>
                  </a:lnTo>
                  <a:lnTo>
                    <a:pt x="4154106" y="1257590"/>
                  </a:lnTo>
                  <a:lnTo>
                    <a:pt x="4082483" y="1247010"/>
                  </a:lnTo>
                  <a:lnTo>
                    <a:pt x="4010861" y="1236271"/>
                  </a:lnTo>
                  <a:lnTo>
                    <a:pt x="3939238" y="1225370"/>
                  </a:lnTo>
                  <a:lnTo>
                    <a:pt x="3867616" y="1214304"/>
                  </a:lnTo>
                  <a:lnTo>
                    <a:pt x="3795993" y="1203072"/>
                  </a:lnTo>
                  <a:lnTo>
                    <a:pt x="3724371" y="1191670"/>
                  </a:lnTo>
                  <a:lnTo>
                    <a:pt x="3652748" y="1180097"/>
                  </a:lnTo>
                  <a:lnTo>
                    <a:pt x="3581126" y="1168349"/>
                  </a:lnTo>
                  <a:lnTo>
                    <a:pt x="3509503" y="1156424"/>
                  </a:lnTo>
                  <a:lnTo>
                    <a:pt x="3437881" y="1144319"/>
                  </a:lnTo>
                  <a:lnTo>
                    <a:pt x="3366258" y="1132032"/>
                  </a:lnTo>
                  <a:lnTo>
                    <a:pt x="3294636" y="1141493"/>
                  </a:lnTo>
                  <a:lnTo>
                    <a:pt x="3223013" y="1154865"/>
                  </a:lnTo>
                  <a:lnTo>
                    <a:pt x="3151391" y="1168019"/>
                  </a:lnTo>
                  <a:lnTo>
                    <a:pt x="3079768" y="1180958"/>
                  </a:lnTo>
                  <a:lnTo>
                    <a:pt x="3008146" y="1193685"/>
                  </a:lnTo>
                  <a:lnTo>
                    <a:pt x="2936523" y="1206204"/>
                  </a:lnTo>
                  <a:lnTo>
                    <a:pt x="2864901" y="1218519"/>
                  </a:lnTo>
                  <a:lnTo>
                    <a:pt x="2793278" y="1230632"/>
                  </a:lnTo>
                  <a:lnTo>
                    <a:pt x="2721655" y="1242548"/>
                  </a:lnTo>
                  <a:lnTo>
                    <a:pt x="2650033" y="1254268"/>
                  </a:lnTo>
                  <a:lnTo>
                    <a:pt x="2578410" y="1265797"/>
                  </a:lnTo>
                  <a:lnTo>
                    <a:pt x="2506788" y="1277138"/>
                  </a:lnTo>
                  <a:lnTo>
                    <a:pt x="2435165" y="1288293"/>
                  </a:lnTo>
                  <a:lnTo>
                    <a:pt x="2363543" y="1299266"/>
                  </a:lnTo>
                  <a:lnTo>
                    <a:pt x="2291920" y="1310059"/>
                  </a:lnTo>
                  <a:lnTo>
                    <a:pt x="2220298" y="1320676"/>
                  </a:lnTo>
                  <a:lnTo>
                    <a:pt x="2148675" y="1331119"/>
                  </a:lnTo>
                  <a:lnTo>
                    <a:pt x="2077053" y="1341392"/>
                  </a:lnTo>
                  <a:lnTo>
                    <a:pt x="2005430" y="1351497"/>
                  </a:lnTo>
                  <a:lnTo>
                    <a:pt x="1933808" y="1361436"/>
                  </a:lnTo>
                  <a:lnTo>
                    <a:pt x="1862185" y="1371213"/>
                  </a:lnTo>
                  <a:lnTo>
                    <a:pt x="1790563" y="1380830"/>
                  </a:lnTo>
                  <a:lnTo>
                    <a:pt x="1718940" y="1390290"/>
                  </a:lnTo>
                  <a:lnTo>
                    <a:pt x="1647318" y="1399596"/>
                  </a:lnTo>
                  <a:lnTo>
                    <a:pt x="1575695" y="1408749"/>
                  </a:lnTo>
                  <a:lnTo>
                    <a:pt x="1504073" y="1417753"/>
                  </a:lnTo>
                  <a:lnTo>
                    <a:pt x="1432450" y="1426609"/>
                  </a:lnTo>
                  <a:lnTo>
                    <a:pt x="1360827" y="1435321"/>
                  </a:lnTo>
                  <a:lnTo>
                    <a:pt x="1289205" y="1443890"/>
                  </a:lnTo>
                  <a:lnTo>
                    <a:pt x="1217582" y="1452319"/>
                  </a:lnTo>
                  <a:lnTo>
                    <a:pt x="1145960" y="1460611"/>
                  </a:lnTo>
                  <a:lnTo>
                    <a:pt x="1074337" y="1468767"/>
                  </a:lnTo>
                  <a:lnTo>
                    <a:pt x="1002715" y="1476789"/>
                  </a:lnTo>
                  <a:lnTo>
                    <a:pt x="931092" y="1484681"/>
                  </a:lnTo>
                  <a:lnTo>
                    <a:pt x="859470" y="1492443"/>
                  </a:lnTo>
                  <a:lnTo>
                    <a:pt x="787847" y="1500078"/>
                  </a:lnTo>
                  <a:lnTo>
                    <a:pt x="716225" y="1507589"/>
                  </a:lnTo>
                  <a:lnTo>
                    <a:pt x="644602" y="1514977"/>
                  </a:lnTo>
                  <a:lnTo>
                    <a:pt x="572980" y="1522244"/>
                  </a:lnTo>
                  <a:lnTo>
                    <a:pt x="501357" y="1529392"/>
                  </a:lnTo>
                  <a:lnTo>
                    <a:pt x="429735" y="1536424"/>
                  </a:lnTo>
                  <a:lnTo>
                    <a:pt x="358112" y="1543341"/>
                  </a:lnTo>
                  <a:lnTo>
                    <a:pt x="286490" y="1550144"/>
                  </a:lnTo>
                  <a:lnTo>
                    <a:pt x="214867" y="1556836"/>
                  </a:lnTo>
                  <a:lnTo>
                    <a:pt x="143245" y="1563419"/>
                  </a:lnTo>
                  <a:lnTo>
                    <a:pt x="71622" y="1569894"/>
                  </a:lnTo>
                  <a:lnTo>
                    <a:pt x="0" y="15762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597718"/>
              <a:ext cx="7090630" cy="1127898"/>
            </a:xfrm>
            <a:custGeom>
              <a:avLst/>
              <a:pathLst>
                <a:path w="7090630" h="1127898">
                  <a:moveTo>
                    <a:pt x="0" y="287957"/>
                  </a:moveTo>
                  <a:lnTo>
                    <a:pt x="71622" y="312777"/>
                  </a:lnTo>
                  <a:lnTo>
                    <a:pt x="143245" y="337229"/>
                  </a:lnTo>
                  <a:lnTo>
                    <a:pt x="214867" y="361318"/>
                  </a:lnTo>
                  <a:lnTo>
                    <a:pt x="286490" y="385049"/>
                  </a:lnTo>
                  <a:lnTo>
                    <a:pt x="358112" y="408428"/>
                  </a:lnTo>
                  <a:lnTo>
                    <a:pt x="429735" y="431459"/>
                  </a:lnTo>
                  <a:lnTo>
                    <a:pt x="501357" y="454149"/>
                  </a:lnTo>
                  <a:lnTo>
                    <a:pt x="572980" y="476502"/>
                  </a:lnTo>
                  <a:lnTo>
                    <a:pt x="644602" y="498522"/>
                  </a:lnTo>
                  <a:lnTo>
                    <a:pt x="716225" y="520216"/>
                  </a:lnTo>
                  <a:lnTo>
                    <a:pt x="787847" y="541588"/>
                  </a:lnTo>
                  <a:lnTo>
                    <a:pt x="859470" y="562642"/>
                  </a:lnTo>
                  <a:lnTo>
                    <a:pt x="931092" y="583384"/>
                  </a:lnTo>
                  <a:lnTo>
                    <a:pt x="1002715" y="603818"/>
                  </a:lnTo>
                  <a:lnTo>
                    <a:pt x="1074337" y="623948"/>
                  </a:lnTo>
                  <a:lnTo>
                    <a:pt x="1145960" y="643779"/>
                  </a:lnTo>
                  <a:lnTo>
                    <a:pt x="1217582" y="663316"/>
                  </a:lnTo>
                  <a:lnTo>
                    <a:pt x="1289205" y="682563"/>
                  </a:lnTo>
                  <a:lnTo>
                    <a:pt x="1360827" y="701524"/>
                  </a:lnTo>
                  <a:lnTo>
                    <a:pt x="1432450" y="720204"/>
                  </a:lnTo>
                  <a:lnTo>
                    <a:pt x="1504073" y="738606"/>
                  </a:lnTo>
                  <a:lnTo>
                    <a:pt x="1575695" y="756735"/>
                  </a:lnTo>
                  <a:lnTo>
                    <a:pt x="1647318" y="774595"/>
                  </a:lnTo>
                  <a:lnTo>
                    <a:pt x="1718940" y="792189"/>
                  </a:lnTo>
                  <a:lnTo>
                    <a:pt x="1790563" y="809523"/>
                  </a:lnTo>
                  <a:lnTo>
                    <a:pt x="1862185" y="826598"/>
                  </a:lnTo>
                  <a:lnTo>
                    <a:pt x="1933808" y="843421"/>
                  </a:lnTo>
                  <a:lnTo>
                    <a:pt x="2005430" y="859993"/>
                  </a:lnTo>
                  <a:lnTo>
                    <a:pt x="2077053" y="876320"/>
                  </a:lnTo>
                  <a:lnTo>
                    <a:pt x="2148675" y="892404"/>
                  </a:lnTo>
                  <a:lnTo>
                    <a:pt x="2220298" y="908249"/>
                  </a:lnTo>
                  <a:lnTo>
                    <a:pt x="2291920" y="923859"/>
                  </a:lnTo>
                  <a:lnTo>
                    <a:pt x="2363543" y="939237"/>
                  </a:lnTo>
                  <a:lnTo>
                    <a:pt x="2435165" y="954387"/>
                  </a:lnTo>
                  <a:lnTo>
                    <a:pt x="2506788" y="969312"/>
                  </a:lnTo>
                  <a:lnTo>
                    <a:pt x="2578410" y="984015"/>
                  </a:lnTo>
                  <a:lnTo>
                    <a:pt x="2650033" y="998500"/>
                  </a:lnTo>
                  <a:lnTo>
                    <a:pt x="2721655" y="1012770"/>
                  </a:lnTo>
                  <a:lnTo>
                    <a:pt x="2793278" y="1026828"/>
                  </a:lnTo>
                  <a:lnTo>
                    <a:pt x="2864901" y="1040677"/>
                  </a:lnTo>
                  <a:lnTo>
                    <a:pt x="2936523" y="1054321"/>
                  </a:lnTo>
                  <a:lnTo>
                    <a:pt x="3008146" y="1067762"/>
                  </a:lnTo>
                  <a:lnTo>
                    <a:pt x="3079768" y="1081004"/>
                  </a:lnTo>
                  <a:lnTo>
                    <a:pt x="3151391" y="1094048"/>
                  </a:lnTo>
                  <a:lnTo>
                    <a:pt x="3223013" y="1106900"/>
                  </a:lnTo>
                  <a:lnTo>
                    <a:pt x="3294636" y="1119560"/>
                  </a:lnTo>
                  <a:lnTo>
                    <a:pt x="3366258" y="1127898"/>
                  </a:lnTo>
                  <a:lnTo>
                    <a:pt x="3437881" y="1114077"/>
                  </a:lnTo>
                  <a:lnTo>
                    <a:pt x="3509503" y="1100027"/>
                  </a:lnTo>
                  <a:lnTo>
                    <a:pt x="3581126" y="1085743"/>
                  </a:lnTo>
                  <a:lnTo>
                    <a:pt x="3652748" y="1071222"/>
                  </a:lnTo>
                  <a:lnTo>
                    <a:pt x="3724371" y="1056459"/>
                  </a:lnTo>
                  <a:lnTo>
                    <a:pt x="3795993" y="1041451"/>
                  </a:lnTo>
                  <a:lnTo>
                    <a:pt x="3867616" y="1026194"/>
                  </a:lnTo>
                  <a:lnTo>
                    <a:pt x="3939238" y="1010683"/>
                  </a:lnTo>
                  <a:lnTo>
                    <a:pt x="4010861" y="994915"/>
                  </a:lnTo>
                  <a:lnTo>
                    <a:pt x="4082483" y="978884"/>
                  </a:lnTo>
                  <a:lnTo>
                    <a:pt x="4154106" y="962587"/>
                  </a:lnTo>
                  <a:lnTo>
                    <a:pt x="4225729" y="946019"/>
                  </a:lnTo>
                  <a:lnTo>
                    <a:pt x="4297351" y="929176"/>
                  </a:lnTo>
                  <a:lnTo>
                    <a:pt x="4368974" y="912053"/>
                  </a:lnTo>
                  <a:lnTo>
                    <a:pt x="4440596" y="894645"/>
                  </a:lnTo>
                  <a:lnTo>
                    <a:pt x="4512219" y="876948"/>
                  </a:lnTo>
                  <a:lnTo>
                    <a:pt x="4583841" y="858957"/>
                  </a:lnTo>
                  <a:lnTo>
                    <a:pt x="4655464" y="840667"/>
                  </a:lnTo>
                  <a:lnTo>
                    <a:pt x="4727086" y="822073"/>
                  </a:lnTo>
                  <a:lnTo>
                    <a:pt x="4798709" y="803170"/>
                  </a:lnTo>
                  <a:lnTo>
                    <a:pt x="4870331" y="783953"/>
                  </a:lnTo>
                  <a:lnTo>
                    <a:pt x="4941954" y="764416"/>
                  </a:lnTo>
                  <a:lnTo>
                    <a:pt x="5013576" y="744555"/>
                  </a:lnTo>
                  <a:lnTo>
                    <a:pt x="5085199" y="724363"/>
                  </a:lnTo>
                  <a:lnTo>
                    <a:pt x="5156821" y="703837"/>
                  </a:lnTo>
                  <a:lnTo>
                    <a:pt x="5228444" y="682969"/>
                  </a:lnTo>
                  <a:lnTo>
                    <a:pt x="5300066" y="661754"/>
                  </a:lnTo>
                  <a:lnTo>
                    <a:pt x="5371689" y="640187"/>
                  </a:lnTo>
                  <a:lnTo>
                    <a:pt x="5443311" y="618261"/>
                  </a:lnTo>
                  <a:lnTo>
                    <a:pt x="5514934" y="595971"/>
                  </a:lnTo>
                  <a:lnTo>
                    <a:pt x="5586557" y="573310"/>
                  </a:lnTo>
                  <a:lnTo>
                    <a:pt x="5658179" y="550273"/>
                  </a:lnTo>
                  <a:lnTo>
                    <a:pt x="5729802" y="526853"/>
                  </a:lnTo>
                  <a:lnTo>
                    <a:pt x="5801424" y="503044"/>
                  </a:lnTo>
                  <a:lnTo>
                    <a:pt x="5873047" y="478839"/>
                  </a:lnTo>
                  <a:lnTo>
                    <a:pt x="5944669" y="454232"/>
                  </a:lnTo>
                  <a:lnTo>
                    <a:pt x="6016292" y="429216"/>
                  </a:lnTo>
                  <a:lnTo>
                    <a:pt x="6087914" y="403784"/>
                  </a:lnTo>
                  <a:lnTo>
                    <a:pt x="6159537" y="377929"/>
                  </a:lnTo>
                  <a:lnTo>
                    <a:pt x="6231159" y="351645"/>
                  </a:lnTo>
                  <a:lnTo>
                    <a:pt x="6302782" y="324924"/>
                  </a:lnTo>
                  <a:lnTo>
                    <a:pt x="6374404" y="297759"/>
                  </a:lnTo>
                  <a:lnTo>
                    <a:pt x="6446027" y="270143"/>
                  </a:lnTo>
                  <a:lnTo>
                    <a:pt x="6517649" y="242067"/>
                  </a:lnTo>
                  <a:lnTo>
                    <a:pt x="6589272" y="213525"/>
                  </a:lnTo>
                  <a:lnTo>
                    <a:pt x="6660894" y="184509"/>
                  </a:lnTo>
                  <a:lnTo>
                    <a:pt x="6732517" y="155010"/>
                  </a:lnTo>
                  <a:lnTo>
                    <a:pt x="6804139" y="125022"/>
                  </a:lnTo>
                  <a:lnTo>
                    <a:pt x="6875762" y="94535"/>
                  </a:lnTo>
                  <a:lnTo>
                    <a:pt x="6947385" y="63541"/>
                  </a:lnTo>
                  <a:lnTo>
                    <a:pt x="7019007" y="32032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9750"/>
              <a:ext cx="7090630" cy="447375"/>
            </a:xfrm>
            <a:custGeom>
              <a:avLst/>
              <a:pathLst>
                <a:path w="7090630" h="447375">
                  <a:moveTo>
                    <a:pt x="7090630" y="447375"/>
                  </a:moveTo>
                  <a:lnTo>
                    <a:pt x="7019007" y="441646"/>
                  </a:lnTo>
                  <a:lnTo>
                    <a:pt x="6947385" y="435830"/>
                  </a:lnTo>
                  <a:lnTo>
                    <a:pt x="6875762" y="429927"/>
                  </a:lnTo>
                  <a:lnTo>
                    <a:pt x="6804139" y="423935"/>
                  </a:lnTo>
                  <a:lnTo>
                    <a:pt x="6732517" y="417852"/>
                  </a:lnTo>
                  <a:lnTo>
                    <a:pt x="6660894" y="411678"/>
                  </a:lnTo>
                  <a:lnTo>
                    <a:pt x="6589272" y="405410"/>
                  </a:lnTo>
                  <a:lnTo>
                    <a:pt x="6517649" y="399048"/>
                  </a:lnTo>
                  <a:lnTo>
                    <a:pt x="6446027" y="392591"/>
                  </a:lnTo>
                  <a:lnTo>
                    <a:pt x="6374404" y="386036"/>
                  </a:lnTo>
                  <a:lnTo>
                    <a:pt x="6302782" y="379382"/>
                  </a:lnTo>
                  <a:lnTo>
                    <a:pt x="6231159" y="372628"/>
                  </a:lnTo>
                  <a:lnTo>
                    <a:pt x="6159537" y="365772"/>
                  </a:lnTo>
                  <a:lnTo>
                    <a:pt x="6087914" y="358812"/>
                  </a:lnTo>
                  <a:lnTo>
                    <a:pt x="6016292" y="351748"/>
                  </a:lnTo>
                  <a:lnTo>
                    <a:pt x="5944669" y="344578"/>
                  </a:lnTo>
                  <a:lnTo>
                    <a:pt x="5873047" y="337299"/>
                  </a:lnTo>
                  <a:lnTo>
                    <a:pt x="5801424" y="329910"/>
                  </a:lnTo>
                  <a:lnTo>
                    <a:pt x="5729802" y="322411"/>
                  </a:lnTo>
                  <a:lnTo>
                    <a:pt x="5658179" y="314798"/>
                  </a:lnTo>
                  <a:lnTo>
                    <a:pt x="5586557" y="307070"/>
                  </a:lnTo>
                  <a:lnTo>
                    <a:pt x="5514934" y="299226"/>
                  </a:lnTo>
                  <a:lnTo>
                    <a:pt x="5443311" y="291264"/>
                  </a:lnTo>
                  <a:lnTo>
                    <a:pt x="5371689" y="283181"/>
                  </a:lnTo>
                  <a:lnTo>
                    <a:pt x="5300066" y="274977"/>
                  </a:lnTo>
                  <a:lnTo>
                    <a:pt x="5228444" y="266650"/>
                  </a:lnTo>
                  <a:lnTo>
                    <a:pt x="5156821" y="258196"/>
                  </a:lnTo>
                  <a:lnTo>
                    <a:pt x="5085199" y="249616"/>
                  </a:lnTo>
                  <a:lnTo>
                    <a:pt x="5013576" y="240906"/>
                  </a:lnTo>
                  <a:lnTo>
                    <a:pt x="4941954" y="232064"/>
                  </a:lnTo>
                  <a:lnTo>
                    <a:pt x="4870331" y="223090"/>
                  </a:lnTo>
                  <a:lnTo>
                    <a:pt x="4798709" y="213980"/>
                  </a:lnTo>
                  <a:lnTo>
                    <a:pt x="4727086" y="204733"/>
                  </a:lnTo>
                  <a:lnTo>
                    <a:pt x="4655464" y="195346"/>
                  </a:lnTo>
                  <a:lnTo>
                    <a:pt x="4583841" y="185818"/>
                  </a:lnTo>
                  <a:lnTo>
                    <a:pt x="4512219" y="176147"/>
                  </a:lnTo>
                  <a:lnTo>
                    <a:pt x="4440596" y="166329"/>
                  </a:lnTo>
                  <a:lnTo>
                    <a:pt x="4368974" y="156364"/>
                  </a:lnTo>
                  <a:lnTo>
                    <a:pt x="4297351" y="146248"/>
                  </a:lnTo>
                  <a:lnTo>
                    <a:pt x="4225729" y="135980"/>
                  </a:lnTo>
                  <a:lnTo>
                    <a:pt x="4154106" y="125557"/>
                  </a:lnTo>
                  <a:lnTo>
                    <a:pt x="4082483" y="114978"/>
                  </a:lnTo>
                  <a:lnTo>
                    <a:pt x="4010861" y="104238"/>
                  </a:lnTo>
                  <a:lnTo>
                    <a:pt x="3939238" y="93337"/>
                  </a:lnTo>
                  <a:lnTo>
                    <a:pt x="3867616" y="82271"/>
                  </a:lnTo>
                  <a:lnTo>
                    <a:pt x="3795993" y="71039"/>
                  </a:lnTo>
                  <a:lnTo>
                    <a:pt x="3724371" y="59638"/>
                  </a:lnTo>
                  <a:lnTo>
                    <a:pt x="3652748" y="48064"/>
                  </a:lnTo>
                  <a:lnTo>
                    <a:pt x="3581126" y="36316"/>
                  </a:lnTo>
                  <a:lnTo>
                    <a:pt x="3509503" y="24391"/>
                  </a:lnTo>
                  <a:lnTo>
                    <a:pt x="3437881" y="12287"/>
                  </a:lnTo>
                  <a:lnTo>
                    <a:pt x="3366258" y="0"/>
                  </a:lnTo>
                  <a:lnTo>
                    <a:pt x="3294636" y="9460"/>
                  </a:lnTo>
                  <a:lnTo>
                    <a:pt x="3223013" y="22832"/>
                  </a:lnTo>
                  <a:lnTo>
                    <a:pt x="3151391" y="35986"/>
                  </a:lnTo>
                  <a:lnTo>
                    <a:pt x="3079768" y="48925"/>
                  </a:lnTo>
                  <a:lnTo>
                    <a:pt x="3008146" y="61652"/>
                  </a:lnTo>
                  <a:lnTo>
                    <a:pt x="2936523" y="74172"/>
                  </a:lnTo>
                  <a:lnTo>
                    <a:pt x="2864901" y="86486"/>
                  </a:lnTo>
                  <a:lnTo>
                    <a:pt x="2793278" y="98600"/>
                  </a:lnTo>
                  <a:lnTo>
                    <a:pt x="2721655" y="110515"/>
                  </a:lnTo>
                  <a:lnTo>
                    <a:pt x="2650033" y="122236"/>
                  </a:lnTo>
                  <a:lnTo>
                    <a:pt x="2578410" y="133765"/>
                  </a:lnTo>
                  <a:lnTo>
                    <a:pt x="2506788" y="145105"/>
                  </a:lnTo>
                  <a:lnTo>
                    <a:pt x="2435165" y="156260"/>
                  </a:lnTo>
                  <a:lnTo>
                    <a:pt x="2363543" y="167233"/>
                  </a:lnTo>
                  <a:lnTo>
                    <a:pt x="2291920" y="178026"/>
                  </a:lnTo>
                  <a:lnTo>
                    <a:pt x="2220298" y="188643"/>
                  </a:lnTo>
                  <a:lnTo>
                    <a:pt x="2148675" y="199087"/>
                  </a:lnTo>
                  <a:lnTo>
                    <a:pt x="2077053" y="209359"/>
                  </a:lnTo>
                  <a:lnTo>
                    <a:pt x="2005430" y="219464"/>
                  </a:lnTo>
                  <a:lnTo>
                    <a:pt x="1933808" y="229403"/>
                  </a:lnTo>
                  <a:lnTo>
                    <a:pt x="1862185" y="239181"/>
                  </a:lnTo>
                  <a:lnTo>
                    <a:pt x="1790563" y="248798"/>
                  </a:lnTo>
                  <a:lnTo>
                    <a:pt x="1718940" y="258258"/>
                  </a:lnTo>
                  <a:lnTo>
                    <a:pt x="1647318" y="267563"/>
                  </a:lnTo>
                  <a:lnTo>
                    <a:pt x="1575695" y="276716"/>
                  </a:lnTo>
                  <a:lnTo>
                    <a:pt x="1504073" y="285720"/>
                  </a:lnTo>
                  <a:lnTo>
                    <a:pt x="1432450" y="294577"/>
                  </a:lnTo>
                  <a:lnTo>
                    <a:pt x="1360827" y="303288"/>
                  </a:lnTo>
                  <a:lnTo>
                    <a:pt x="1289205" y="311858"/>
                  </a:lnTo>
                  <a:lnTo>
                    <a:pt x="1217582" y="320287"/>
                  </a:lnTo>
                  <a:lnTo>
                    <a:pt x="1145960" y="328578"/>
                  </a:lnTo>
                  <a:lnTo>
                    <a:pt x="1074337" y="336734"/>
                  </a:lnTo>
                  <a:lnTo>
                    <a:pt x="1002715" y="344756"/>
                  </a:lnTo>
                  <a:lnTo>
                    <a:pt x="931092" y="352648"/>
                  </a:lnTo>
                  <a:lnTo>
                    <a:pt x="859470" y="360410"/>
                  </a:lnTo>
                  <a:lnTo>
                    <a:pt x="787847" y="368046"/>
                  </a:lnTo>
                  <a:lnTo>
                    <a:pt x="716225" y="375556"/>
                  </a:lnTo>
                  <a:lnTo>
                    <a:pt x="644602" y="382944"/>
                  </a:lnTo>
                  <a:lnTo>
                    <a:pt x="572980" y="390211"/>
                  </a:lnTo>
                  <a:lnTo>
                    <a:pt x="501357" y="397360"/>
                  </a:lnTo>
                  <a:lnTo>
                    <a:pt x="429735" y="404391"/>
                  </a:lnTo>
                  <a:lnTo>
                    <a:pt x="358112" y="411308"/>
                  </a:lnTo>
                  <a:lnTo>
                    <a:pt x="286490" y="418111"/>
                  </a:lnTo>
                  <a:lnTo>
                    <a:pt x="214867" y="424804"/>
                  </a:lnTo>
                  <a:lnTo>
                    <a:pt x="143245" y="431386"/>
                  </a:lnTo>
                  <a:lnTo>
                    <a:pt x="71622" y="437862"/>
                  </a:lnTo>
                  <a:lnTo>
                    <a:pt x="0" y="4442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694195"/>
              <a:ext cx="7090630" cy="62642"/>
            </a:xfrm>
            <a:custGeom>
              <a:avLst/>
              <a:pathLst>
                <a:path w="7090630" h="62642">
                  <a:moveTo>
                    <a:pt x="0" y="62642"/>
                  </a:moveTo>
                  <a:lnTo>
                    <a:pt x="71622" y="62032"/>
                  </a:lnTo>
                  <a:lnTo>
                    <a:pt x="143245" y="61422"/>
                  </a:lnTo>
                  <a:lnTo>
                    <a:pt x="214867" y="60812"/>
                  </a:lnTo>
                  <a:lnTo>
                    <a:pt x="286490" y="60201"/>
                  </a:lnTo>
                  <a:lnTo>
                    <a:pt x="358112" y="59590"/>
                  </a:lnTo>
                  <a:lnTo>
                    <a:pt x="429735" y="58978"/>
                  </a:lnTo>
                  <a:lnTo>
                    <a:pt x="501357" y="58366"/>
                  </a:lnTo>
                  <a:lnTo>
                    <a:pt x="572980" y="57753"/>
                  </a:lnTo>
                  <a:lnTo>
                    <a:pt x="644602" y="57140"/>
                  </a:lnTo>
                  <a:lnTo>
                    <a:pt x="716225" y="56526"/>
                  </a:lnTo>
                  <a:lnTo>
                    <a:pt x="787847" y="55912"/>
                  </a:lnTo>
                  <a:lnTo>
                    <a:pt x="859470" y="55298"/>
                  </a:lnTo>
                  <a:lnTo>
                    <a:pt x="931092" y="54683"/>
                  </a:lnTo>
                  <a:lnTo>
                    <a:pt x="1002715" y="54067"/>
                  </a:lnTo>
                  <a:lnTo>
                    <a:pt x="1074337" y="53451"/>
                  </a:lnTo>
                  <a:lnTo>
                    <a:pt x="1145960" y="52835"/>
                  </a:lnTo>
                  <a:lnTo>
                    <a:pt x="1217582" y="52218"/>
                  </a:lnTo>
                  <a:lnTo>
                    <a:pt x="1289205" y="51601"/>
                  </a:lnTo>
                  <a:lnTo>
                    <a:pt x="1360827" y="50983"/>
                  </a:lnTo>
                  <a:lnTo>
                    <a:pt x="1432450" y="50364"/>
                  </a:lnTo>
                  <a:lnTo>
                    <a:pt x="1504073" y="49746"/>
                  </a:lnTo>
                  <a:lnTo>
                    <a:pt x="1575695" y="49126"/>
                  </a:lnTo>
                  <a:lnTo>
                    <a:pt x="1647318" y="48507"/>
                  </a:lnTo>
                  <a:lnTo>
                    <a:pt x="1718940" y="47886"/>
                  </a:lnTo>
                  <a:lnTo>
                    <a:pt x="1790563" y="47266"/>
                  </a:lnTo>
                  <a:lnTo>
                    <a:pt x="1862185" y="46645"/>
                  </a:lnTo>
                  <a:lnTo>
                    <a:pt x="1933808" y="46023"/>
                  </a:lnTo>
                  <a:lnTo>
                    <a:pt x="2005430" y="45401"/>
                  </a:lnTo>
                  <a:lnTo>
                    <a:pt x="2077053" y="44778"/>
                  </a:lnTo>
                  <a:lnTo>
                    <a:pt x="2148675" y="44155"/>
                  </a:lnTo>
                  <a:lnTo>
                    <a:pt x="2220298" y="43532"/>
                  </a:lnTo>
                  <a:lnTo>
                    <a:pt x="2291920" y="42908"/>
                  </a:lnTo>
                  <a:lnTo>
                    <a:pt x="2363543" y="42283"/>
                  </a:lnTo>
                  <a:lnTo>
                    <a:pt x="2435165" y="41658"/>
                  </a:lnTo>
                  <a:lnTo>
                    <a:pt x="2506788" y="41033"/>
                  </a:lnTo>
                  <a:lnTo>
                    <a:pt x="2578410" y="40407"/>
                  </a:lnTo>
                  <a:lnTo>
                    <a:pt x="2650033" y="39781"/>
                  </a:lnTo>
                  <a:lnTo>
                    <a:pt x="2721655" y="39154"/>
                  </a:lnTo>
                  <a:lnTo>
                    <a:pt x="2793278" y="38526"/>
                  </a:lnTo>
                  <a:lnTo>
                    <a:pt x="2864901" y="37899"/>
                  </a:lnTo>
                  <a:lnTo>
                    <a:pt x="2936523" y="37270"/>
                  </a:lnTo>
                  <a:lnTo>
                    <a:pt x="3008146" y="36642"/>
                  </a:lnTo>
                  <a:lnTo>
                    <a:pt x="3079768" y="36012"/>
                  </a:lnTo>
                  <a:lnTo>
                    <a:pt x="3151391" y="35383"/>
                  </a:lnTo>
                  <a:lnTo>
                    <a:pt x="3223013" y="34752"/>
                  </a:lnTo>
                  <a:lnTo>
                    <a:pt x="3294636" y="34122"/>
                  </a:lnTo>
                  <a:lnTo>
                    <a:pt x="3366258" y="33491"/>
                  </a:lnTo>
                  <a:lnTo>
                    <a:pt x="3437881" y="32859"/>
                  </a:lnTo>
                  <a:lnTo>
                    <a:pt x="3509503" y="32227"/>
                  </a:lnTo>
                  <a:lnTo>
                    <a:pt x="3581126" y="31594"/>
                  </a:lnTo>
                  <a:lnTo>
                    <a:pt x="3652748" y="30961"/>
                  </a:lnTo>
                  <a:lnTo>
                    <a:pt x="3724371" y="30328"/>
                  </a:lnTo>
                  <a:lnTo>
                    <a:pt x="3795993" y="29694"/>
                  </a:lnTo>
                  <a:lnTo>
                    <a:pt x="3867616" y="29059"/>
                  </a:lnTo>
                  <a:lnTo>
                    <a:pt x="3939238" y="28424"/>
                  </a:lnTo>
                  <a:lnTo>
                    <a:pt x="4010861" y="27789"/>
                  </a:lnTo>
                  <a:lnTo>
                    <a:pt x="4082483" y="27153"/>
                  </a:lnTo>
                  <a:lnTo>
                    <a:pt x="4154106" y="26516"/>
                  </a:lnTo>
                  <a:lnTo>
                    <a:pt x="4225729" y="25879"/>
                  </a:lnTo>
                  <a:lnTo>
                    <a:pt x="4297351" y="25242"/>
                  </a:lnTo>
                  <a:lnTo>
                    <a:pt x="4368974" y="24604"/>
                  </a:lnTo>
                  <a:lnTo>
                    <a:pt x="4440596" y="23965"/>
                  </a:lnTo>
                  <a:lnTo>
                    <a:pt x="4512219" y="23326"/>
                  </a:lnTo>
                  <a:lnTo>
                    <a:pt x="4583841" y="22687"/>
                  </a:lnTo>
                  <a:lnTo>
                    <a:pt x="4655464" y="22047"/>
                  </a:lnTo>
                  <a:lnTo>
                    <a:pt x="4727086" y="21407"/>
                  </a:lnTo>
                  <a:lnTo>
                    <a:pt x="4798709" y="20766"/>
                  </a:lnTo>
                  <a:lnTo>
                    <a:pt x="4870331" y="20125"/>
                  </a:lnTo>
                  <a:lnTo>
                    <a:pt x="4941954" y="19483"/>
                  </a:lnTo>
                  <a:lnTo>
                    <a:pt x="5013576" y="18841"/>
                  </a:lnTo>
                  <a:lnTo>
                    <a:pt x="5085199" y="18198"/>
                  </a:lnTo>
                  <a:lnTo>
                    <a:pt x="5156821" y="17555"/>
                  </a:lnTo>
                  <a:lnTo>
                    <a:pt x="5228444" y="16911"/>
                  </a:lnTo>
                  <a:lnTo>
                    <a:pt x="5300066" y="16266"/>
                  </a:lnTo>
                  <a:lnTo>
                    <a:pt x="5371689" y="15622"/>
                  </a:lnTo>
                  <a:lnTo>
                    <a:pt x="5443311" y="14976"/>
                  </a:lnTo>
                  <a:lnTo>
                    <a:pt x="5514934" y="14331"/>
                  </a:lnTo>
                  <a:lnTo>
                    <a:pt x="5586557" y="13685"/>
                  </a:lnTo>
                  <a:lnTo>
                    <a:pt x="5658179" y="13038"/>
                  </a:lnTo>
                  <a:lnTo>
                    <a:pt x="5729802" y="12391"/>
                  </a:lnTo>
                  <a:lnTo>
                    <a:pt x="5801424" y="11743"/>
                  </a:lnTo>
                  <a:lnTo>
                    <a:pt x="5873047" y="11095"/>
                  </a:lnTo>
                  <a:lnTo>
                    <a:pt x="5944669" y="10446"/>
                  </a:lnTo>
                  <a:lnTo>
                    <a:pt x="6016292" y="9797"/>
                  </a:lnTo>
                  <a:lnTo>
                    <a:pt x="6087914" y="9147"/>
                  </a:lnTo>
                  <a:lnTo>
                    <a:pt x="6159537" y="8497"/>
                  </a:lnTo>
                  <a:lnTo>
                    <a:pt x="6231159" y="7846"/>
                  </a:lnTo>
                  <a:lnTo>
                    <a:pt x="6302782" y="7195"/>
                  </a:lnTo>
                  <a:lnTo>
                    <a:pt x="6374404" y="6543"/>
                  </a:lnTo>
                  <a:lnTo>
                    <a:pt x="6446027" y="5891"/>
                  </a:lnTo>
                  <a:lnTo>
                    <a:pt x="6517649" y="5239"/>
                  </a:lnTo>
                  <a:lnTo>
                    <a:pt x="6589272" y="4585"/>
                  </a:lnTo>
                  <a:lnTo>
                    <a:pt x="6660894" y="3932"/>
                  </a:lnTo>
                  <a:lnTo>
                    <a:pt x="6732517" y="3278"/>
                  </a:lnTo>
                  <a:lnTo>
                    <a:pt x="6804139" y="2623"/>
                  </a:lnTo>
                  <a:lnTo>
                    <a:pt x="6875762" y="1968"/>
                  </a:lnTo>
                  <a:lnTo>
                    <a:pt x="6947385" y="1312"/>
                  </a:lnTo>
                  <a:lnTo>
                    <a:pt x="7019007" y="65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0.99 (0.83-1.19), p = 0.924  |  per IQR decline (Δ = 29.9 %): 0.97 (0.57-1.68)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61664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2026-09-28T17:00:37Z</dcterms:modified>
  <cp:category/>
</cp:coreProperties>
</file>