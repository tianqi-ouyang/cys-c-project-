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693145"/>
              <a:ext cx="6964104" cy="569971"/>
            </a:xfrm>
            <a:custGeom>
              <a:avLst/>
              <a:pathLst>
                <a:path w="6964104" h="569971">
                  <a:moveTo>
                    <a:pt x="0" y="103917"/>
                  </a:moveTo>
                  <a:lnTo>
                    <a:pt x="70344" y="112874"/>
                  </a:lnTo>
                  <a:lnTo>
                    <a:pt x="140688" y="121698"/>
                  </a:lnTo>
                  <a:lnTo>
                    <a:pt x="211033" y="130391"/>
                  </a:lnTo>
                  <a:lnTo>
                    <a:pt x="281377" y="138955"/>
                  </a:lnTo>
                  <a:lnTo>
                    <a:pt x="351722" y="147392"/>
                  </a:lnTo>
                  <a:lnTo>
                    <a:pt x="422066" y="155703"/>
                  </a:lnTo>
                  <a:lnTo>
                    <a:pt x="492411" y="163891"/>
                  </a:lnTo>
                  <a:lnTo>
                    <a:pt x="562755" y="171958"/>
                  </a:lnTo>
                  <a:lnTo>
                    <a:pt x="633100" y="179905"/>
                  </a:lnTo>
                  <a:lnTo>
                    <a:pt x="703444" y="187733"/>
                  </a:lnTo>
                  <a:lnTo>
                    <a:pt x="773789" y="195446"/>
                  </a:lnTo>
                  <a:lnTo>
                    <a:pt x="844133" y="203044"/>
                  </a:lnTo>
                  <a:lnTo>
                    <a:pt x="914478" y="210529"/>
                  </a:lnTo>
                  <a:lnTo>
                    <a:pt x="984822" y="217903"/>
                  </a:lnTo>
                  <a:lnTo>
                    <a:pt x="1055167" y="225168"/>
                  </a:lnTo>
                  <a:lnTo>
                    <a:pt x="1125511" y="232325"/>
                  </a:lnTo>
                  <a:lnTo>
                    <a:pt x="1195856" y="239375"/>
                  </a:lnTo>
                  <a:lnTo>
                    <a:pt x="1266200" y="246321"/>
                  </a:lnTo>
                  <a:lnTo>
                    <a:pt x="1336545" y="253163"/>
                  </a:lnTo>
                  <a:lnTo>
                    <a:pt x="1406889" y="259904"/>
                  </a:lnTo>
                  <a:lnTo>
                    <a:pt x="1477234" y="266545"/>
                  </a:lnTo>
                  <a:lnTo>
                    <a:pt x="1547578" y="273088"/>
                  </a:lnTo>
                  <a:lnTo>
                    <a:pt x="1617923" y="279533"/>
                  </a:lnTo>
                  <a:lnTo>
                    <a:pt x="1688267" y="285882"/>
                  </a:lnTo>
                  <a:lnTo>
                    <a:pt x="1758612" y="292137"/>
                  </a:lnTo>
                  <a:lnTo>
                    <a:pt x="1828956" y="298300"/>
                  </a:lnTo>
                  <a:lnTo>
                    <a:pt x="1899301" y="304370"/>
                  </a:lnTo>
                  <a:lnTo>
                    <a:pt x="1969645" y="310351"/>
                  </a:lnTo>
                  <a:lnTo>
                    <a:pt x="2039990" y="316243"/>
                  </a:lnTo>
                  <a:lnTo>
                    <a:pt x="2110334" y="322047"/>
                  </a:lnTo>
                  <a:lnTo>
                    <a:pt x="2180679" y="327765"/>
                  </a:lnTo>
                  <a:lnTo>
                    <a:pt x="2251023" y="333399"/>
                  </a:lnTo>
                  <a:lnTo>
                    <a:pt x="2321368" y="338948"/>
                  </a:lnTo>
                  <a:lnTo>
                    <a:pt x="2391712" y="344416"/>
                  </a:lnTo>
                  <a:lnTo>
                    <a:pt x="2462057" y="349802"/>
                  </a:lnTo>
                  <a:lnTo>
                    <a:pt x="2532401" y="355108"/>
                  </a:lnTo>
                  <a:lnTo>
                    <a:pt x="2602746" y="360335"/>
                  </a:lnTo>
                  <a:lnTo>
                    <a:pt x="2673090" y="365485"/>
                  </a:lnTo>
                  <a:lnTo>
                    <a:pt x="2743435" y="370558"/>
                  </a:lnTo>
                  <a:lnTo>
                    <a:pt x="2813779" y="375556"/>
                  </a:lnTo>
                  <a:lnTo>
                    <a:pt x="2884124" y="380479"/>
                  </a:lnTo>
                  <a:lnTo>
                    <a:pt x="2954468" y="385330"/>
                  </a:lnTo>
                  <a:lnTo>
                    <a:pt x="3024813" y="390108"/>
                  </a:lnTo>
                  <a:lnTo>
                    <a:pt x="3095157" y="394816"/>
                  </a:lnTo>
                  <a:lnTo>
                    <a:pt x="3165502" y="399454"/>
                  </a:lnTo>
                  <a:lnTo>
                    <a:pt x="3235846" y="404022"/>
                  </a:lnTo>
                  <a:lnTo>
                    <a:pt x="3306191" y="407031"/>
                  </a:lnTo>
                  <a:lnTo>
                    <a:pt x="3376535" y="402044"/>
                  </a:lnTo>
                  <a:lnTo>
                    <a:pt x="3446880" y="396973"/>
                  </a:lnTo>
                  <a:lnTo>
                    <a:pt x="3517224" y="391819"/>
                  </a:lnTo>
                  <a:lnTo>
                    <a:pt x="3587569" y="386578"/>
                  </a:lnTo>
                  <a:lnTo>
                    <a:pt x="3657913" y="381251"/>
                  </a:lnTo>
                  <a:lnTo>
                    <a:pt x="3728257" y="375835"/>
                  </a:lnTo>
                  <a:lnTo>
                    <a:pt x="3798602" y="370329"/>
                  </a:lnTo>
                  <a:lnTo>
                    <a:pt x="3868946" y="364732"/>
                  </a:lnTo>
                  <a:lnTo>
                    <a:pt x="3939291" y="359041"/>
                  </a:lnTo>
                  <a:lnTo>
                    <a:pt x="4009635" y="353256"/>
                  </a:lnTo>
                  <a:lnTo>
                    <a:pt x="4079980" y="347375"/>
                  </a:lnTo>
                  <a:lnTo>
                    <a:pt x="4150324" y="341396"/>
                  </a:lnTo>
                  <a:lnTo>
                    <a:pt x="4220669" y="335317"/>
                  </a:lnTo>
                  <a:lnTo>
                    <a:pt x="4291013" y="329138"/>
                  </a:lnTo>
                  <a:lnTo>
                    <a:pt x="4361358" y="322856"/>
                  </a:lnTo>
                  <a:lnTo>
                    <a:pt x="4431702" y="316470"/>
                  </a:lnTo>
                  <a:lnTo>
                    <a:pt x="4502047" y="309977"/>
                  </a:lnTo>
                  <a:lnTo>
                    <a:pt x="4572391" y="303377"/>
                  </a:lnTo>
                  <a:lnTo>
                    <a:pt x="4642736" y="296666"/>
                  </a:lnTo>
                  <a:lnTo>
                    <a:pt x="4713080" y="289845"/>
                  </a:lnTo>
                  <a:lnTo>
                    <a:pt x="4783425" y="282910"/>
                  </a:lnTo>
                  <a:lnTo>
                    <a:pt x="4853769" y="275859"/>
                  </a:lnTo>
                  <a:lnTo>
                    <a:pt x="4924114" y="268692"/>
                  </a:lnTo>
                  <a:lnTo>
                    <a:pt x="4994458" y="261405"/>
                  </a:lnTo>
                  <a:lnTo>
                    <a:pt x="5064803" y="253998"/>
                  </a:lnTo>
                  <a:lnTo>
                    <a:pt x="5135147" y="246467"/>
                  </a:lnTo>
                  <a:lnTo>
                    <a:pt x="5205492" y="238811"/>
                  </a:lnTo>
                  <a:lnTo>
                    <a:pt x="5275836" y="231028"/>
                  </a:lnTo>
                  <a:lnTo>
                    <a:pt x="5346181" y="223115"/>
                  </a:lnTo>
                  <a:lnTo>
                    <a:pt x="5416525" y="215071"/>
                  </a:lnTo>
                  <a:lnTo>
                    <a:pt x="5486870" y="206894"/>
                  </a:lnTo>
                  <a:lnTo>
                    <a:pt x="5557214" y="198580"/>
                  </a:lnTo>
                  <a:lnTo>
                    <a:pt x="5627559" y="190128"/>
                  </a:lnTo>
                  <a:lnTo>
                    <a:pt x="5697903" y="181536"/>
                  </a:lnTo>
                  <a:lnTo>
                    <a:pt x="5768248" y="172801"/>
                  </a:lnTo>
                  <a:lnTo>
                    <a:pt x="5838592" y="163921"/>
                  </a:lnTo>
                  <a:lnTo>
                    <a:pt x="5908937" y="154893"/>
                  </a:lnTo>
                  <a:lnTo>
                    <a:pt x="5979281" y="145716"/>
                  </a:lnTo>
                  <a:lnTo>
                    <a:pt x="6049626" y="136385"/>
                  </a:lnTo>
                  <a:lnTo>
                    <a:pt x="6119970" y="126900"/>
                  </a:lnTo>
                  <a:lnTo>
                    <a:pt x="6190315" y="117257"/>
                  </a:lnTo>
                  <a:lnTo>
                    <a:pt x="6260659" y="107454"/>
                  </a:lnTo>
                  <a:lnTo>
                    <a:pt x="6331004" y="97488"/>
                  </a:lnTo>
                  <a:lnTo>
                    <a:pt x="6401348" y="87356"/>
                  </a:lnTo>
                  <a:lnTo>
                    <a:pt x="6471693" y="77056"/>
                  </a:lnTo>
                  <a:lnTo>
                    <a:pt x="6542037" y="66585"/>
                  </a:lnTo>
                  <a:lnTo>
                    <a:pt x="6612382" y="55939"/>
                  </a:lnTo>
                  <a:lnTo>
                    <a:pt x="6682726" y="45117"/>
                  </a:lnTo>
                  <a:lnTo>
                    <a:pt x="6753071" y="34115"/>
                  </a:lnTo>
                  <a:lnTo>
                    <a:pt x="6823415" y="22930"/>
                  </a:lnTo>
                  <a:lnTo>
                    <a:pt x="6893760" y="11559"/>
                  </a:lnTo>
                  <a:lnTo>
                    <a:pt x="6964104" y="0"/>
                  </a:lnTo>
                  <a:lnTo>
                    <a:pt x="6964104" y="569971"/>
                  </a:lnTo>
                  <a:lnTo>
                    <a:pt x="6893760" y="567903"/>
                  </a:lnTo>
                  <a:lnTo>
                    <a:pt x="6823415" y="565805"/>
                  </a:lnTo>
                  <a:lnTo>
                    <a:pt x="6753071" y="563674"/>
                  </a:lnTo>
                  <a:lnTo>
                    <a:pt x="6682726" y="561512"/>
                  </a:lnTo>
                  <a:lnTo>
                    <a:pt x="6612382" y="559317"/>
                  </a:lnTo>
                  <a:lnTo>
                    <a:pt x="6542037" y="557088"/>
                  </a:lnTo>
                  <a:lnTo>
                    <a:pt x="6471693" y="554827"/>
                  </a:lnTo>
                  <a:lnTo>
                    <a:pt x="6401348" y="552531"/>
                  </a:lnTo>
                  <a:lnTo>
                    <a:pt x="6331004" y="550200"/>
                  </a:lnTo>
                  <a:lnTo>
                    <a:pt x="6260659" y="547835"/>
                  </a:lnTo>
                  <a:lnTo>
                    <a:pt x="6190315" y="545434"/>
                  </a:lnTo>
                  <a:lnTo>
                    <a:pt x="6119970" y="542996"/>
                  </a:lnTo>
                  <a:lnTo>
                    <a:pt x="6049626" y="540522"/>
                  </a:lnTo>
                  <a:lnTo>
                    <a:pt x="5979281" y="538011"/>
                  </a:lnTo>
                  <a:lnTo>
                    <a:pt x="5908937" y="535461"/>
                  </a:lnTo>
                  <a:lnTo>
                    <a:pt x="5838592" y="532874"/>
                  </a:lnTo>
                  <a:lnTo>
                    <a:pt x="5768248" y="530247"/>
                  </a:lnTo>
                  <a:lnTo>
                    <a:pt x="5697903" y="527581"/>
                  </a:lnTo>
                  <a:lnTo>
                    <a:pt x="5627559" y="524874"/>
                  </a:lnTo>
                  <a:lnTo>
                    <a:pt x="5557214" y="522127"/>
                  </a:lnTo>
                  <a:lnTo>
                    <a:pt x="5486870" y="519338"/>
                  </a:lnTo>
                  <a:lnTo>
                    <a:pt x="5416525" y="516507"/>
                  </a:lnTo>
                  <a:lnTo>
                    <a:pt x="5346181" y="513634"/>
                  </a:lnTo>
                  <a:lnTo>
                    <a:pt x="5275836" y="510717"/>
                  </a:lnTo>
                  <a:lnTo>
                    <a:pt x="5205492" y="507756"/>
                  </a:lnTo>
                  <a:lnTo>
                    <a:pt x="5135147" y="504751"/>
                  </a:lnTo>
                  <a:lnTo>
                    <a:pt x="5064803" y="501701"/>
                  </a:lnTo>
                  <a:lnTo>
                    <a:pt x="4994458" y="498604"/>
                  </a:lnTo>
                  <a:lnTo>
                    <a:pt x="4924114" y="495461"/>
                  </a:lnTo>
                  <a:lnTo>
                    <a:pt x="4853769" y="492270"/>
                  </a:lnTo>
                  <a:lnTo>
                    <a:pt x="4783425" y="489031"/>
                  </a:lnTo>
                  <a:lnTo>
                    <a:pt x="4713080" y="485744"/>
                  </a:lnTo>
                  <a:lnTo>
                    <a:pt x="4642736" y="482407"/>
                  </a:lnTo>
                  <a:lnTo>
                    <a:pt x="4572391" y="479019"/>
                  </a:lnTo>
                  <a:lnTo>
                    <a:pt x="4502047" y="475581"/>
                  </a:lnTo>
                  <a:lnTo>
                    <a:pt x="4431702" y="472091"/>
                  </a:lnTo>
                  <a:lnTo>
                    <a:pt x="4361358" y="468548"/>
                  </a:lnTo>
                  <a:lnTo>
                    <a:pt x="4291013" y="464952"/>
                  </a:lnTo>
                  <a:lnTo>
                    <a:pt x="4220669" y="461301"/>
                  </a:lnTo>
                  <a:lnTo>
                    <a:pt x="4150324" y="457596"/>
                  </a:lnTo>
                  <a:lnTo>
                    <a:pt x="4079980" y="453834"/>
                  </a:lnTo>
                  <a:lnTo>
                    <a:pt x="4009635" y="450016"/>
                  </a:lnTo>
                  <a:lnTo>
                    <a:pt x="3939291" y="446141"/>
                  </a:lnTo>
                  <a:lnTo>
                    <a:pt x="3868946" y="442207"/>
                  </a:lnTo>
                  <a:lnTo>
                    <a:pt x="3798602" y="438213"/>
                  </a:lnTo>
                  <a:lnTo>
                    <a:pt x="3728257" y="434160"/>
                  </a:lnTo>
                  <a:lnTo>
                    <a:pt x="3657913" y="430045"/>
                  </a:lnTo>
                  <a:lnTo>
                    <a:pt x="3587569" y="425869"/>
                  </a:lnTo>
                  <a:lnTo>
                    <a:pt x="3517224" y="421629"/>
                  </a:lnTo>
                  <a:lnTo>
                    <a:pt x="3446880" y="417326"/>
                  </a:lnTo>
                  <a:lnTo>
                    <a:pt x="3376535" y="412958"/>
                  </a:lnTo>
                  <a:lnTo>
                    <a:pt x="3306191" y="408523"/>
                  </a:lnTo>
                  <a:lnTo>
                    <a:pt x="3235846" y="411937"/>
                  </a:lnTo>
                  <a:lnTo>
                    <a:pt x="3165502" y="416763"/>
                  </a:lnTo>
                  <a:lnTo>
                    <a:pt x="3095157" y="421510"/>
                  </a:lnTo>
                  <a:lnTo>
                    <a:pt x="3024813" y="426180"/>
                  </a:lnTo>
                  <a:lnTo>
                    <a:pt x="2954468" y="430773"/>
                  </a:lnTo>
                  <a:lnTo>
                    <a:pt x="2884124" y="435290"/>
                  </a:lnTo>
                  <a:lnTo>
                    <a:pt x="2813779" y="439735"/>
                  </a:lnTo>
                  <a:lnTo>
                    <a:pt x="2743435" y="444106"/>
                  </a:lnTo>
                  <a:lnTo>
                    <a:pt x="2673090" y="448406"/>
                  </a:lnTo>
                  <a:lnTo>
                    <a:pt x="2602746" y="452636"/>
                  </a:lnTo>
                  <a:lnTo>
                    <a:pt x="2532401" y="456796"/>
                  </a:lnTo>
                  <a:lnTo>
                    <a:pt x="2462057" y="460889"/>
                  </a:lnTo>
                  <a:lnTo>
                    <a:pt x="2391712" y="464914"/>
                  </a:lnTo>
                  <a:lnTo>
                    <a:pt x="2321368" y="468874"/>
                  </a:lnTo>
                  <a:lnTo>
                    <a:pt x="2251023" y="472769"/>
                  </a:lnTo>
                  <a:lnTo>
                    <a:pt x="2180679" y="476601"/>
                  </a:lnTo>
                  <a:lnTo>
                    <a:pt x="2110334" y="480369"/>
                  </a:lnTo>
                  <a:lnTo>
                    <a:pt x="2039990" y="484076"/>
                  </a:lnTo>
                  <a:lnTo>
                    <a:pt x="1969645" y="487723"/>
                  </a:lnTo>
                  <a:lnTo>
                    <a:pt x="1899301" y="491310"/>
                  </a:lnTo>
                  <a:lnTo>
                    <a:pt x="1828956" y="494838"/>
                  </a:lnTo>
                  <a:lnTo>
                    <a:pt x="1758612" y="498309"/>
                  </a:lnTo>
                  <a:lnTo>
                    <a:pt x="1688267" y="501723"/>
                  </a:lnTo>
                  <a:lnTo>
                    <a:pt x="1617923" y="505081"/>
                  </a:lnTo>
                  <a:lnTo>
                    <a:pt x="1547578" y="508384"/>
                  </a:lnTo>
                  <a:lnTo>
                    <a:pt x="1477234" y="511633"/>
                  </a:lnTo>
                  <a:lnTo>
                    <a:pt x="1406889" y="514829"/>
                  </a:lnTo>
                  <a:lnTo>
                    <a:pt x="1336545" y="517973"/>
                  </a:lnTo>
                  <a:lnTo>
                    <a:pt x="1266200" y="521066"/>
                  </a:lnTo>
                  <a:lnTo>
                    <a:pt x="1195856" y="524108"/>
                  </a:lnTo>
                  <a:lnTo>
                    <a:pt x="1125511" y="527100"/>
                  </a:lnTo>
                  <a:lnTo>
                    <a:pt x="1055167" y="530043"/>
                  </a:lnTo>
                  <a:lnTo>
                    <a:pt x="984822" y="532938"/>
                  </a:lnTo>
                  <a:lnTo>
                    <a:pt x="914478" y="535786"/>
                  </a:lnTo>
                  <a:lnTo>
                    <a:pt x="844133" y="538587"/>
                  </a:lnTo>
                  <a:lnTo>
                    <a:pt x="773789" y="541343"/>
                  </a:lnTo>
                  <a:lnTo>
                    <a:pt x="703444" y="544053"/>
                  </a:lnTo>
                  <a:lnTo>
                    <a:pt x="633100" y="546719"/>
                  </a:lnTo>
                  <a:lnTo>
                    <a:pt x="562755" y="549342"/>
                  </a:lnTo>
                  <a:lnTo>
                    <a:pt x="492411" y="551921"/>
                  </a:lnTo>
                  <a:lnTo>
                    <a:pt x="422066" y="554459"/>
                  </a:lnTo>
                  <a:lnTo>
                    <a:pt x="351722" y="556955"/>
                  </a:lnTo>
                  <a:lnTo>
                    <a:pt x="281377" y="559410"/>
                  </a:lnTo>
                  <a:lnTo>
                    <a:pt x="211033" y="561825"/>
                  </a:lnTo>
                  <a:lnTo>
                    <a:pt x="140688" y="564201"/>
                  </a:lnTo>
                  <a:lnTo>
                    <a:pt x="70344" y="566538"/>
                  </a:lnTo>
                  <a:lnTo>
                    <a:pt x="0" y="5688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693145"/>
              <a:ext cx="6964104" cy="407031"/>
            </a:xfrm>
            <a:custGeom>
              <a:avLst/>
              <a:pathLst>
                <a:path w="6964104" h="407031">
                  <a:moveTo>
                    <a:pt x="0" y="103917"/>
                  </a:moveTo>
                  <a:lnTo>
                    <a:pt x="70344" y="112874"/>
                  </a:lnTo>
                  <a:lnTo>
                    <a:pt x="140688" y="121698"/>
                  </a:lnTo>
                  <a:lnTo>
                    <a:pt x="211033" y="130391"/>
                  </a:lnTo>
                  <a:lnTo>
                    <a:pt x="281377" y="138955"/>
                  </a:lnTo>
                  <a:lnTo>
                    <a:pt x="351722" y="147392"/>
                  </a:lnTo>
                  <a:lnTo>
                    <a:pt x="422066" y="155703"/>
                  </a:lnTo>
                  <a:lnTo>
                    <a:pt x="492411" y="163891"/>
                  </a:lnTo>
                  <a:lnTo>
                    <a:pt x="562755" y="171958"/>
                  </a:lnTo>
                  <a:lnTo>
                    <a:pt x="633100" y="179905"/>
                  </a:lnTo>
                  <a:lnTo>
                    <a:pt x="703444" y="187733"/>
                  </a:lnTo>
                  <a:lnTo>
                    <a:pt x="773789" y="195446"/>
                  </a:lnTo>
                  <a:lnTo>
                    <a:pt x="844133" y="203044"/>
                  </a:lnTo>
                  <a:lnTo>
                    <a:pt x="914478" y="210529"/>
                  </a:lnTo>
                  <a:lnTo>
                    <a:pt x="984822" y="217903"/>
                  </a:lnTo>
                  <a:lnTo>
                    <a:pt x="1055167" y="225168"/>
                  </a:lnTo>
                  <a:lnTo>
                    <a:pt x="1125511" y="232325"/>
                  </a:lnTo>
                  <a:lnTo>
                    <a:pt x="1195856" y="239375"/>
                  </a:lnTo>
                  <a:lnTo>
                    <a:pt x="1266200" y="246321"/>
                  </a:lnTo>
                  <a:lnTo>
                    <a:pt x="1336545" y="253163"/>
                  </a:lnTo>
                  <a:lnTo>
                    <a:pt x="1406889" y="259904"/>
                  </a:lnTo>
                  <a:lnTo>
                    <a:pt x="1477234" y="266545"/>
                  </a:lnTo>
                  <a:lnTo>
                    <a:pt x="1547578" y="273088"/>
                  </a:lnTo>
                  <a:lnTo>
                    <a:pt x="1617923" y="279533"/>
                  </a:lnTo>
                  <a:lnTo>
                    <a:pt x="1688267" y="285882"/>
                  </a:lnTo>
                  <a:lnTo>
                    <a:pt x="1758612" y="292137"/>
                  </a:lnTo>
                  <a:lnTo>
                    <a:pt x="1828956" y="298300"/>
                  </a:lnTo>
                  <a:lnTo>
                    <a:pt x="1899301" y="304370"/>
                  </a:lnTo>
                  <a:lnTo>
                    <a:pt x="1969645" y="310351"/>
                  </a:lnTo>
                  <a:lnTo>
                    <a:pt x="2039990" y="316243"/>
                  </a:lnTo>
                  <a:lnTo>
                    <a:pt x="2110334" y="322047"/>
                  </a:lnTo>
                  <a:lnTo>
                    <a:pt x="2180679" y="327765"/>
                  </a:lnTo>
                  <a:lnTo>
                    <a:pt x="2251023" y="333399"/>
                  </a:lnTo>
                  <a:lnTo>
                    <a:pt x="2321368" y="338948"/>
                  </a:lnTo>
                  <a:lnTo>
                    <a:pt x="2391712" y="344416"/>
                  </a:lnTo>
                  <a:lnTo>
                    <a:pt x="2462057" y="349802"/>
                  </a:lnTo>
                  <a:lnTo>
                    <a:pt x="2532401" y="355108"/>
                  </a:lnTo>
                  <a:lnTo>
                    <a:pt x="2602746" y="360335"/>
                  </a:lnTo>
                  <a:lnTo>
                    <a:pt x="2673090" y="365485"/>
                  </a:lnTo>
                  <a:lnTo>
                    <a:pt x="2743435" y="370558"/>
                  </a:lnTo>
                  <a:lnTo>
                    <a:pt x="2813779" y="375556"/>
                  </a:lnTo>
                  <a:lnTo>
                    <a:pt x="2884124" y="380479"/>
                  </a:lnTo>
                  <a:lnTo>
                    <a:pt x="2954468" y="385330"/>
                  </a:lnTo>
                  <a:lnTo>
                    <a:pt x="3024813" y="390108"/>
                  </a:lnTo>
                  <a:lnTo>
                    <a:pt x="3095157" y="394816"/>
                  </a:lnTo>
                  <a:lnTo>
                    <a:pt x="3165502" y="399454"/>
                  </a:lnTo>
                  <a:lnTo>
                    <a:pt x="3235846" y="404022"/>
                  </a:lnTo>
                  <a:lnTo>
                    <a:pt x="3306191" y="407031"/>
                  </a:lnTo>
                  <a:lnTo>
                    <a:pt x="3376535" y="402044"/>
                  </a:lnTo>
                  <a:lnTo>
                    <a:pt x="3446880" y="396973"/>
                  </a:lnTo>
                  <a:lnTo>
                    <a:pt x="3517224" y="391819"/>
                  </a:lnTo>
                  <a:lnTo>
                    <a:pt x="3587569" y="386578"/>
                  </a:lnTo>
                  <a:lnTo>
                    <a:pt x="3657913" y="381251"/>
                  </a:lnTo>
                  <a:lnTo>
                    <a:pt x="3728257" y="375835"/>
                  </a:lnTo>
                  <a:lnTo>
                    <a:pt x="3798602" y="370329"/>
                  </a:lnTo>
                  <a:lnTo>
                    <a:pt x="3868946" y="364732"/>
                  </a:lnTo>
                  <a:lnTo>
                    <a:pt x="3939291" y="359041"/>
                  </a:lnTo>
                  <a:lnTo>
                    <a:pt x="4009635" y="353256"/>
                  </a:lnTo>
                  <a:lnTo>
                    <a:pt x="4079980" y="347375"/>
                  </a:lnTo>
                  <a:lnTo>
                    <a:pt x="4150324" y="341396"/>
                  </a:lnTo>
                  <a:lnTo>
                    <a:pt x="4220669" y="335317"/>
                  </a:lnTo>
                  <a:lnTo>
                    <a:pt x="4291013" y="329138"/>
                  </a:lnTo>
                  <a:lnTo>
                    <a:pt x="4361358" y="322856"/>
                  </a:lnTo>
                  <a:lnTo>
                    <a:pt x="4431702" y="316470"/>
                  </a:lnTo>
                  <a:lnTo>
                    <a:pt x="4502047" y="309977"/>
                  </a:lnTo>
                  <a:lnTo>
                    <a:pt x="4572391" y="303377"/>
                  </a:lnTo>
                  <a:lnTo>
                    <a:pt x="4642736" y="296666"/>
                  </a:lnTo>
                  <a:lnTo>
                    <a:pt x="4713080" y="289845"/>
                  </a:lnTo>
                  <a:lnTo>
                    <a:pt x="4783425" y="282910"/>
                  </a:lnTo>
                  <a:lnTo>
                    <a:pt x="4853769" y="275859"/>
                  </a:lnTo>
                  <a:lnTo>
                    <a:pt x="4924114" y="268692"/>
                  </a:lnTo>
                  <a:lnTo>
                    <a:pt x="4994458" y="261405"/>
                  </a:lnTo>
                  <a:lnTo>
                    <a:pt x="5064803" y="253998"/>
                  </a:lnTo>
                  <a:lnTo>
                    <a:pt x="5135147" y="246467"/>
                  </a:lnTo>
                  <a:lnTo>
                    <a:pt x="5205492" y="238811"/>
                  </a:lnTo>
                  <a:lnTo>
                    <a:pt x="5275836" y="231028"/>
                  </a:lnTo>
                  <a:lnTo>
                    <a:pt x="5346181" y="223115"/>
                  </a:lnTo>
                  <a:lnTo>
                    <a:pt x="5416525" y="215071"/>
                  </a:lnTo>
                  <a:lnTo>
                    <a:pt x="5486870" y="206894"/>
                  </a:lnTo>
                  <a:lnTo>
                    <a:pt x="5557214" y="198580"/>
                  </a:lnTo>
                  <a:lnTo>
                    <a:pt x="5627559" y="190128"/>
                  </a:lnTo>
                  <a:lnTo>
                    <a:pt x="5697903" y="181536"/>
                  </a:lnTo>
                  <a:lnTo>
                    <a:pt x="5768248" y="172801"/>
                  </a:lnTo>
                  <a:lnTo>
                    <a:pt x="5838592" y="163921"/>
                  </a:lnTo>
                  <a:lnTo>
                    <a:pt x="5908937" y="154893"/>
                  </a:lnTo>
                  <a:lnTo>
                    <a:pt x="5979281" y="145716"/>
                  </a:lnTo>
                  <a:lnTo>
                    <a:pt x="6049626" y="136385"/>
                  </a:lnTo>
                  <a:lnTo>
                    <a:pt x="6119970" y="126900"/>
                  </a:lnTo>
                  <a:lnTo>
                    <a:pt x="6190315" y="117257"/>
                  </a:lnTo>
                  <a:lnTo>
                    <a:pt x="6260659" y="107454"/>
                  </a:lnTo>
                  <a:lnTo>
                    <a:pt x="6331004" y="97488"/>
                  </a:lnTo>
                  <a:lnTo>
                    <a:pt x="6401348" y="87356"/>
                  </a:lnTo>
                  <a:lnTo>
                    <a:pt x="6471693" y="77056"/>
                  </a:lnTo>
                  <a:lnTo>
                    <a:pt x="6542037" y="66585"/>
                  </a:lnTo>
                  <a:lnTo>
                    <a:pt x="6612382" y="55939"/>
                  </a:lnTo>
                  <a:lnTo>
                    <a:pt x="6682726" y="45117"/>
                  </a:lnTo>
                  <a:lnTo>
                    <a:pt x="6753071" y="34115"/>
                  </a:lnTo>
                  <a:lnTo>
                    <a:pt x="6823415" y="22930"/>
                  </a:lnTo>
                  <a:lnTo>
                    <a:pt x="6893760" y="11559"/>
                  </a:lnTo>
                  <a:lnTo>
                    <a:pt x="6964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669"/>
              <a:ext cx="6964104" cy="161447"/>
            </a:xfrm>
            <a:custGeom>
              <a:avLst/>
              <a:pathLst>
                <a:path w="6964104" h="161447">
                  <a:moveTo>
                    <a:pt x="6964104" y="161447"/>
                  </a:moveTo>
                  <a:lnTo>
                    <a:pt x="6893760" y="159379"/>
                  </a:lnTo>
                  <a:lnTo>
                    <a:pt x="6823415" y="157281"/>
                  </a:lnTo>
                  <a:lnTo>
                    <a:pt x="6753071" y="155150"/>
                  </a:lnTo>
                  <a:lnTo>
                    <a:pt x="6682726" y="152988"/>
                  </a:lnTo>
                  <a:lnTo>
                    <a:pt x="6612382" y="150793"/>
                  </a:lnTo>
                  <a:lnTo>
                    <a:pt x="6542037" y="148564"/>
                  </a:lnTo>
                  <a:lnTo>
                    <a:pt x="6471693" y="146303"/>
                  </a:lnTo>
                  <a:lnTo>
                    <a:pt x="6401348" y="144007"/>
                  </a:lnTo>
                  <a:lnTo>
                    <a:pt x="6331004" y="141676"/>
                  </a:lnTo>
                  <a:lnTo>
                    <a:pt x="6260659" y="139311"/>
                  </a:lnTo>
                  <a:lnTo>
                    <a:pt x="6190315" y="136910"/>
                  </a:lnTo>
                  <a:lnTo>
                    <a:pt x="6119970" y="134472"/>
                  </a:lnTo>
                  <a:lnTo>
                    <a:pt x="6049626" y="131998"/>
                  </a:lnTo>
                  <a:lnTo>
                    <a:pt x="5979281" y="129487"/>
                  </a:lnTo>
                  <a:lnTo>
                    <a:pt x="5908937" y="126937"/>
                  </a:lnTo>
                  <a:lnTo>
                    <a:pt x="5838592" y="124350"/>
                  </a:lnTo>
                  <a:lnTo>
                    <a:pt x="5768248" y="121723"/>
                  </a:lnTo>
                  <a:lnTo>
                    <a:pt x="5697903" y="119057"/>
                  </a:lnTo>
                  <a:lnTo>
                    <a:pt x="5627559" y="116350"/>
                  </a:lnTo>
                  <a:lnTo>
                    <a:pt x="5557214" y="113603"/>
                  </a:lnTo>
                  <a:lnTo>
                    <a:pt x="5486870" y="110814"/>
                  </a:lnTo>
                  <a:lnTo>
                    <a:pt x="5416525" y="107983"/>
                  </a:lnTo>
                  <a:lnTo>
                    <a:pt x="5346181" y="105110"/>
                  </a:lnTo>
                  <a:lnTo>
                    <a:pt x="5275836" y="102193"/>
                  </a:lnTo>
                  <a:lnTo>
                    <a:pt x="5205492" y="99233"/>
                  </a:lnTo>
                  <a:lnTo>
                    <a:pt x="5135147" y="96227"/>
                  </a:lnTo>
                  <a:lnTo>
                    <a:pt x="5064803" y="93177"/>
                  </a:lnTo>
                  <a:lnTo>
                    <a:pt x="4994458" y="90080"/>
                  </a:lnTo>
                  <a:lnTo>
                    <a:pt x="4924114" y="86937"/>
                  </a:lnTo>
                  <a:lnTo>
                    <a:pt x="4853769" y="83746"/>
                  </a:lnTo>
                  <a:lnTo>
                    <a:pt x="4783425" y="80507"/>
                  </a:lnTo>
                  <a:lnTo>
                    <a:pt x="4713080" y="77220"/>
                  </a:lnTo>
                  <a:lnTo>
                    <a:pt x="4642736" y="73883"/>
                  </a:lnTo>
                  <a:lnTo>
                    <a:pt x="4572391" y="70495"/>
                  </a:lnTo>
                  <a:lnTo>
                    <a:pt x="4502047" y="67057"/>
                  </a:lnTo>
                  <a:lnTo>
                    <a:pt x="4431702" y="63567"/>
                  </a:lnTo>
                  <a:lnTo>
                    <a:pt x="4361358" y="60024"/>
                  </a:lnTo>
                  <a:lnTo>
                    <a:pt x="4291013" y="56428"/>
                  </a:lnTo>
                  <a:lnTo>
                    <a:pt x="4220669" y="52777"/>
                  </a:lnTo>
                  <a:lnTo>
                    <a:pt x="4150324" y="49072"/>
                  </a:lnTo>
                  <a:lnTo>
                    <a:pt x="4079980" y="45310"/>
                  </a:lnTo>
                  <a:lnTo>
                    <a:pt x="4009635" y="41492"/>
                  </a:lnTo>
                  <a:lnTo>
                    <a:pt x="3939291" y="37617"/>
                  </a:lnTo>
                  <a:lnTo>
                    <a:pt x="3868946" y="33683"/>
                  </a:lnTo>
                  <a:lnTo>
                    <a:pt x="3798602" y="29690"/>
                  </a:lnTo>
                  <a:lnTo>
                    <a:pt x="3728257" y="25636"/>
                  </a:lnTo>
                  <a:lnTo>
                    <a:pt x="3657913" y="21521"/>
                  </a:lnTo>
                  <a:lnTo>
                    <a:pt x="3587569" y="17345"/>
                  </a:lnTo>
                  <a:lnTo>
                    <a:pt x="3517224" y="13105"/>
                  </a:lnTo>
                  <a:lnTo>
                    <a:pt x="3446880" y="8802"/>
                  </a:lnTo>
                  <a:lnTo>
                    <a:pt x="3376535" y="4434"/>
                  </a:lnTo>
                  <a:lnTo>
                    <a:pt x="3306191" y="0"/>
                  </a:lnTo>
                  <a:lnTo>
                    <a:pt x="3235846" y="3414"/>
                  </a:lnTo>
                  <a:lnTo>
                    <a:pt x="3165502" y="8239"/>
                  </a:lnTo>
                  <a:lnTo>
                    <a:pt x="3095157" y="12986"/>
                  </a:lnTo>
                  <a:lnTo>
                    <a:pt x="3024813" y="17656"/>
                  </a:lnTo>
                  <a:lnTo>
                    <a:pt x="2954468" y="22249"/>
                  </a:lnTo>
                  <a:lnTo>
                    <a:pt x="2884124" y="26767"/>
                  </a:lnTo>
                  <a:lnTo>
                    <a:pt x="2813779" y="31211"/>
                  </a:lnTo>
                  <a:lnTo>
                    <a:pt x="2743435" y="35582"/>
                  </a:lnTo>
                  <a:lnTo>
                    <a:pt x="2673090" y="39882"/>
                  </a:lnTo>
                  <a:lnTo>
                    <a:pt x="2602746" y="44112"/>
                  </a:lnTo>
                  <a:lnTo>
                    <a:pt x="2532401" y="48272"/>
                  </a:lnTo>
                  <a:lnTo>
                    <a:pt x="2462057" y="52365"/>
                  </a:lnTo>
                  <a:lnTo>
                    <a:pt x="2391712" y="56390"/>
                  </a:lnTo>
                  <a:lnTo>
                    <a:pt x="2321368" y="60350"/>
                  </a:lnTo>
                  <a:lnTo>
                    <a:pt x="2251023" y="64245"/>
                  </a:lnTo>
                  <a:lnTo>
                    <a:pt x="2180679" y="68077"/>
                  </a:lnTo>
                  <a:lnTo>
                    <a:pt x="2110334" y="71845"/>
                  </a:lnTo>
                  <a:lnTo>
                    <a:pt x="2039990" y="75552"/>
                  </a:lnTo>
                  <a:lnTo>
                    <a:pt x="1969645" y="79199"/>
                  </a:lnTo>
                  <a:lnTo>
                    <a:pt x="1899301" y="82786"/>
                  </a:lnTo>
                  <a:lnTo>
                    <a:pt x="1828956" y="86314"/>
                  </a:lnTo>
                  <a:lnTo>
                    <a:pt x="1758612" y="89785"/>
                  </a:lnTo>
                  <a:lnTo>
                    <a:pt x="1688267" y="93199"/>
                  </a:lnTo>
                  <a:lnTo>
                    <a:pt x="1617923" y="96557"/>
                  </a:lnTo>
                  <a:lnTo>
                    <a:pt x="1547578" y="99860"/>
                  </a:lnTo>
                  <a:lnTo>
                    <a:pt x="1477234" y="103109"/>
                  </a:lnTo>
                  <a:lnTo>
                    <a:pt x="1406889" y="106305"/>
                  </a:lnTo>
                  <a:lnTo>
                    <a:pt x="1336545" y="109449"/>
                  </a:lnTo>
                  <a:lnTo>
                    <a:pt x="1266200" y="112542"/>
                  </a:lnTo>
                  <a:lnTo>
                    <a:pt x="1195856" y="115584"/>
                  </a:lnTo>
                  <a:lnTo>
                    <a:pt x="1125511" y="118576"/>
                  </a:lnTo>
                  <a:lnTo>
                    <a:pt x="1055167" y="121519"/>
                  </a:lnTo>
                  <a:lnTo>
                    <a:pt x="984822" y="124414"/>
                  </a:lnTo>
                  <a:lnTo>
                    <a:pt x="914478" y="127262"/>
                  </a:lnTo>
                  <a:lnTo>
                    <a:pt x="844133" y="130063"/>
                  </a:lnTo>
                  <a:lnTo>
                    <a:pt x="773789" y="132819"/>
                  </a:lnTo>
                  <a:lnTo>
                    <a:pt x="703444" y="135529"/>
                  </a:lnTo>
                  <a:lnTo>
                    <a:pt x="633100" y="138195"/>
                  </a:lnTo>
                  <a:lnTo>
                    <a:pt x="562755" y="140818"/>
                  </a:lnTo>
                  <a:lnTo>
                    <a:pt x="492411" y="143397"/>
                  </a:lnTo>
                  <a:lnTo>
                    <a:pt x="422066" y="145935"/>
                  </a:lnTo>
                  <a:lnTo>
                    <a:pt x="351722" y="148431"/>
                  </a:lnTo>
                  <a:lnTo>
                    <a:pt x="281377" y="150886"/>
                  </a:lnTo>
                  <a:lnTo>
                    <a:pt x="211033" y="153301"/>
                  </a:lnTo>
                  <a:lnTo>
                    <a:pt x="140688" y="155677"/>
                  </a:lnTo>
                  <a:lnTo>
                    <a:pt x="70344" y="158014"/>
                  </a:lnTo>
                  <a:lnTo>
                    <a:pt x="0" y="16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3088838"/>
              <a:ext cx="6964104" cy="22606"/>
            </a:xfrm>
            <a:custGeom>
              <a:avLst/>
              <a:pathLst>
                <a:path w="6964104" h="22606">
                  <a:moveTo>
                    <a:pt x="0" y="22606"/>
                  </a:moveTo>
                  <a:lnTo>
                    <a:pt x="70344" y="22386"/>
                  </a:lnTo>
                  <a:lnTo>
                    <a:pt x="140688" y="22166"/>
                  </a:lnTo>
                  <a:lnTo>
                    <a:pt x="211033" y="21945"/>
                  </a:lnTo>
                  <a:lnTo>
                    <a:pt x="281377" y="21725"/>
                  </a:lnTo>
                  <a:lnTo>
                    <a:pt x="351722" y="21504"/>
                  </a:lnTo>
                  <a:lnTo>
                    <a:pt x="422066" y="21284"/>
                  </a:lnTo>
                  <a:lnTo>
                    <a:pt x="492411" y="21063"/>
                  </a:lnTo>
                  <a:lnTo>
                    <a:pt x="562755" y="20841"/>
                  </a:lnTo>
                  <a:lnTo>
                    <a:pt x="633100" y="20620"/>
                  </a:lnTo>
                  <a:lnTo>
                    <a:pt x="703444" y="20399"/>
                  </a:lnTo>
                  <a:lnTo>
                    <a:pt x="773789" y="20177"/>
                  </a:lnTo>
                  <a:lnTo>
                    <a:pt x="844133" y="19955"/>
                  </a:lnTo>
                  <a:lnTo>
                    <a:pt x="914478" y="19733"/>
                  </a:lnTo>
                  <a:lnTo>
                    <a:pt x="984822" y="19511"/>
                  </a:lnTo>
                  <a:lnTo>
                    <a:pt x="1055167" y="19289"/>
                  </a:lnTo>
                  <a:lnTo>
                    <a:pt x="1125511" y="19067"/>
                  </a:lnTo>
                  <a:lnTo>
                    <a:pt x="1195856" y="18844"/>
                  </a:lnTo>
                  <a:lnTo>
                    <a:pt x="1266200" y="18621"/>
                  </a:lnTo>
                  <a:lnTo>
                    <a:pt x="1336545" y="18398"/>
                  </a:lnTo>
                  <a:lnTo>
                    <a:pt x="1406889" y="18175"/>
                  </a:lnTo>
                  <a:lnTo>
                    <a:pt x="1477234" y="17952"/>
                  </a:lnTo>
                  <a:lnTo>
                    <a:pt x="1547578" y="17728"/>
                  </a:lnTo>
                  <a:lnTo>
                    <a:pt x="1617923" y="17505"/>
                  </a:lnTo>
                  <a:lnTo>
                    <a:pt x="1688267" y="17281"/>
                  </a:lnTo>
                  <a:lnTo>
                    <a:pt x="1758612" y="17057"/>
                  </a:lnTo>
                  <a:lnTo>
                    <a:pt x="1828956" y="16833"/>
                  </a:lnTo>
                  <a:lnTo>
                    <a:pt x="1899301" y="16608"/>
                  </a:lnTo>
                  <a:lnTo>
                    <a:pt x="1969645" y="16384"/>
                  </a:lnTo>
                  <a:lnTo>
                    <a:pt x="2039990" y="16159"/>
                  </a:lnTo>
                  <a:lnTo>
                    <a:pt x="2110334" y="15934"/>
                  </a:lnTo>
                  <a:lnTo>
                    <a:pt x="2180679" y="15709"/>
                  </a:lnTo>
                  <a:lnTo>
                    <a:pt x="2251023" y="15484"/>
                  </a:lnTo>
                  <a:lnTo>
                    <a:pt x="2321368" y="15259"/>
                  </a:lnTo>
                  <a:lnTo>
                    <a:pt x="2391712" y="15033"/>
                  </a:lnTo>
                  <a:lnTo>
                    <a:pt x="2462057" y="14807"/>
                  </a:lnTo>
                  <a:lnTo>
                    <a:pt x="2532401" y="14582"/>
                  </a:lnTo>
                  <a:lnTo>
                    <a:pt x="2602746" y="14356"/>
                  </a:lnTo>
                  <a:lnTo>
                    <a:pt x="2673090" y="14129"/>
                  </a:lnTo>
                  <a:lnTo>
                    <a:pt x="2743435" y="13903"/>
                  </a:lnTo>
                  <a:lnTo>
                    <a:pt x="2813779" y="13676"/>
                  </a:lnTo>
                  <a:lnTo>
                    <a:pt x="2884124" y="13450"/>
                  </a:lnTo>
                  <a:lnTo>
                    <a:pt x="2954468" y="13223"/>
                  </a:lnTo>
                  <a:lnTo>
                    <a:pt x="3024813" y="12996"/>
                  </a:lnTo>
                  <a:lnTo>
                    <a:pt x="3095157" y="12768"/>
                  </a:lnTo>
                  <a:lnTo>
                    <a:pt x="3165502" y="12541"/>
                  </a:lnTo>
                  <a:lnTo>
                    <a:pt x="3235846" y="12313"/>
                  </a:lnTo>
                  <a:lnTo>
                    <a:pt x="3306191" y="12086"/>
                  </a:lnTo>
                  <a:lnTo>
                    <a:pt x="3376535" y="11858"/>
                  </a:lnTo>
                  <a:lnTo>
                    <a:pt x="3446880" y="11630"/>
                  </a:lnTo>
                  <a:lnTo>
                    <a:pt x="3517224" y="11401"/>
                  </a:lnTo>
                  <a:lnTo>
                    <a:pt x="3587569" y="11173"/>
                  </a:lnTo>
                  <a:lnTo>
                    <a:pt x="3657913" y="10944"/>
                  </a:lnTo>
                  <a:lnTo>
                    <a:pt x="3728257" y="10715"/>
                  </a:lnTo>
                  <a:lnTo>
                    <a:pt x="3798602" y="10486"/>
                  </a:lnTo>
                  <a:lnTo>
                    <a:pt x="3868946" y="10257"/>
                  </a:lnTo>
                  <a:lnTo>
                    <a:pt x="3939291" y="10028"/>
                  </a:lnTo>
                  <a:lnTo>
                    <a:pt x="4009635" y="9798"/>
                  </a:lnTo>
                  <a:lnTo>
                    <a:pt x="4079980" y="9569"/>
                  </a:lnTo>
                  <a:lnTo>
                    <a:pt x="4150324" y="9339"/>
                  </a:lnTo>
                  <a:lnTo>
                    <a:pt x="4220669" y="9109"/>
                  </a:lnTo>
                  <a:lnTo>
                    <a:pt x="4291013" y="8879"/>
                  </a:lnTo>
                  <a:lnTo>
                    <a:pt x="4361358" y="8648"/>
                  </a:lnTo>
                  <a:lnTo>
                    <a:pt x="4431702" y="8418"/>
                  </a:lnTo>
                  <a:lnTo>
                    <a:pt x="4502047" y="8187"/>
                  </a:lnTo>
                  <a:lnTo>
                    <a:pt x="4572391" y="7956"/>
                  </a:lnTo>
                  <a:lnTo>
                    <a:pt x="4642736" y="7725"/>
                  </a:lnTo>
                  <a:lnTo>
                    <a:pt x="4713080" y="7494"/>
                  </a:lnTo>
                  <a:lnTo>
                    <a:pt x="4783425" y="7262"/>
                  </a:lnTo>
                  <a:lnTo>
                    <a:pt x="4853769" y="7031"/>
                  </a:lnTo>
                  <a:lnTo>
                    <a:pt x="4924114" y="6799"/>
                  </a:lnTo>
                  <a:lnTo>
                    <a:pt x="4994458" y="6567"/>
                  </a:lnTo>
                  <a:lnTo>
                    <a:pt x="5064803" y="6335"/>
                  </a:lnTo>
                  <a:lnTo>
                    <a:pt x="5135147" y="6102"/>
                  </a:lnTo>
                  <a:lnTo>
                    <a:pt x="5205492" y="5870"/>
                  </a:lnTo>
                  <a:lnTo>
                    <a:pt x="5275836" y="5637"/>
                  </a:lnTo>
                  <a:lnTo>
                    <a:pt x="5346181" y="5404"/>
                  </a:lnTo>
                  <a:lnTo>
                    <a:pt x="5416525" y="5171"/>
                  </a:lnTo>
                  <a:lnTo>
                    <a:pt x="5486870" y="4938"/>
                  </a:lnTo>
                  <a:lnTo>
                    <a:pt x="5557214" y="4705"/>
                  </a:lnTo>
                  <a:lnTo>
                    <a:pt x="5627559" y="4471"/>
                  </a:lnTo>
                  <a:lnTo>
                    <a:pt x="5697903" y="4237"/>
                  </a:lnTo>
                  <a:lnTo>
                    <a:pt x="5768248" y="4003"/>
                  </a:lnTo>
                  <a:lnTo>
                    <a:pt x="5838592" y="3769"/>
                  </a:lnTo>
                  <a:lnTo>
                    <a:pt x="5908937" y="3535"/>
                  </a:lnTo>
                  <a:lnTo>
                    <a:pt x="5979281" y="3301"/>
                  </a:lnTo>
                  <a:lnTo>
                    <a:pt x="6049626" y="3066"/>
                  </a:lnTo>
                  <a:lnTo>
                    <a:pt x="6119970" y="2831"/>
                  </a:lnTo>
                  <a:lnTo>
                    <a:pt x="6190315" y="2596"/>
                  </a:lnTo>
                  <a:lnTo>
                    <a:pt x="6260659" y="2361"/>
                  </a:lnTo>
                  <a:lnTo>
                    <a:pt x="6331004" y="2126"/>
                  </a:lnTo>
                  <a:lnTo>
                    <a:pt x="6401348" y="1890"/>
                  </a:lnTo>
                  <a:lnTo>
                    <a:pt x="6471693" y="1654"/>
                  </a:lnTo>
                  <a:lnTo>
                    <a:pt x="6542037" y="1419"/>
                  </a:lnTo>
                  <a:lnTo>
                    <a:pt x="6612382" y="1183"/>
                  </a:lnTo>
                  <a:lnTo>
                    <a:pt x="6682726" y="946"/>
                  </a:lnTo>
                  <a:lnTo>
                    <a:pt x="6753071" y="710"/>
                  </a:lnTo>
                  <a:lnTo>
                    <a:pt x="6823415" y="473"/>
                  </a:lnTo>
                  <a:lnTo>
                    <a:pt x="6893760" y="236"/>
                  </a:lnTo>
                  <a:lnTo>
                    <a:pt x="69641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886537"/>
              <a:ext cx="6964104" cy="569971"/>
            </a:xfrm>
            <a:custGeom>
              <a:avLst/>
              <a:pathLst>
                <a:path w="6964104" h="569971">
                  <a:moveTo>
                    <a:pt x="0" y="103917"/>
                  </a:moveTo>
                  <a:lnTo>
                    <a:pt x="70344" y="112874"/>
                  </a:lnTo>
                  <a:lnTo>
                    <a:pt x="140688" y="121698"/>
                  </a:lnTo>
                  <a:lnTo>
                    <a:pt x="211033" y="130391"/>
                  </a:lnTo>
                  <a:lnTo>
                    <a:pt x="281377" y="138955"/>
                  </a:lnTo>
                  <a:lnTo>
                    <a:pt x="351722" y="147392"/>
                  </a:lnTo>
                  <a:lnTo>
                    <a:pt x="422066" y="155703"/>
                  </a:lnTo>
                  <a:lnTo>
                    <a:pt x="492411" y="163891"/>
                  </a:lnTo>
                  <a:lnTo>
                    <a:pt x="562755" y="171958"/>
                  </a:lnTo>
                  <a:lnTo>
                    <a:pt x="633100" y="179905"/>
                  </a:lnTo>
                  <a:lnTo>
                    <a:pt x="703444" y="187733"/>
                  </a:lnTo>
                  <a:lnTo>
                    <a:pt x="773789" y="195446"/>
                  </a:lnTo>
                  <a:lnTo>
                    <a:pt x="844133" y="203044"/>
                  </a:lnTo>
                  <a:lnTo>
                    <a:pt x="914478" y="210529"/>
                  </a:lnTo>
                  <a:lnTo>
                    <a:pt x="984822" y="217903"/>
                  </a:lnTo>
                  <a:lnTo>
                    <a:pt x="1055167" y="225168"/>
                  </a:lnTo>
                  <a:lnTo>
                    <a:pt x="1125511" y="232325"/>
                  </a:lnTo>
                  <a:lnTo>
                    <a:pt x="1195856" y="239375"/>
                  </a:lnTo>
                  <a:lnTo>
                    <a:pt x="1266200" y="246321"/>
                  </a:lnTo>
                  <a:lnTo>
                    <a:pt x="1336545" y="253163"/>
                  </a:lnTo>
                  <a:lnTo>
                    <a:pt x="1406889" y="259904"/>
                  </a:lnTo>
                  <a:lnTo>
                    <a:pt x="1477234" y="266545"/>
                  </a:lnTo>
                  <a:lnTo>
                    <a:pt x="1547578" y="273088"/>
                  </a:lnTo>
                  <a:lnTo>
                    <a:pt x="1617923" y="279533"/>
                  </a:lnTo>
                  <a:lnTo>
                    <a:pt x="1688267" y="285882"/>
                  </a:lnTo>
                  <a:lnTo>
                    <a:pt x="1758612" y="292137"/>
                  </a:lnTo>
                  <a:lnTo>
                    <a:pt x="1828956" y="298300"/>
                  </a:lnTo>
                  <a:lnTo>
                    <a:pt x="1899301" y="304370"/>
                  </a:lnTo>
                  <a:lnTo>
                    <a:pt x="1969645" y="310351"/>
                  </a:lnTo>
                  <a:lnTo>
                    <a:pt x="2039990" y="316243"/>
                  </a:lnTo>
                  <a:lnTo>
                    <a:pt x="2110334" y="322047"/>
                  </a:lnTo>
                  <a:lnTo>
                    <a:pt x="2180679" y="327765"/>
                  </a:lnTo>
                  <a:lnTo>
                    <a:pt x="2251023" y="333399"/>
                  </a:lnTo>
                  <a:lnTo>
                    <a:pt x="2321368" y="338948"/>
                  </a:lnTo>
                  <a:lnTo>
                    <a:pt x="2391712" y="344416"/>
                  </a:lnTo>
                  <a:lnTo>
                    <a:pt x="2462057" y="349802"/>
                  </a:lnTo>
                  <a:lnTo>
                    <a:pt x="2532401" y="355108"/>
                  </a:lnTo>
                  <a:lnTo>
                    <a:pt x="2602746" y="360335"/>
                  </a:lnTo>
                  <a:lnTo>
                    <a:pt x="2673090" y="365485"/>
                  </a:lnTo>
                  <a:lnTo>
                    <a:pt x="2743435" y="370558"/>
                  </a:lnTo>
                  <a:lnTo>
                    <a:pt x="2813779" y="375556"/>
                  </a:lnTo>
                  <a:lnTo>
                    <a:pt x="2884124" y="380479"/>
                  </a:lnTo>
                  <a:lnTo>
                    <a:pt x="2954468" y="385330"/>
                  </a:lnTo>
                  <a:lnTo>
                    <a:pt x="3024813" y="390108"/>
                  </a:lnTo>
                  <a:lnTo>
                    <a:pt x="3095157" y="394816"/>
                  </a:lnTo>
                  <a:lnTo>
                    <a:pt x="3165502" y="399454"/>
                  </a:lnTo>
                  <a:lnTo>
                    <a:pt x="3235846" y="404022"/>
                  </a:lnTo>
                  <a:lnTo>
                    <a:pt x="3306191" y="407031"/>
                  </a:lnTo>
                  <a:lnTo>
                    <a:pt x="3376535" y="402044"/>
                  </a:lnTo>
                  <a:lnTo>
                    <a:pt x="3446880" y="396973"/>
                  </a:lnTo>
                  <a:lnTo>
                    <a:pt x="3517224" y="391819"/>
                  </a:lnTo>
                  <a:lnTo>
                    <a:pt x="3587569" y="386578"/>
                  </a:lnTo>
                  <a:lnTo>
                    <a:pt x="3657913" y="381251"/>
                  </a:lnTo>
                  <a:lnTo>
                    <a:pt x="3728257" y="375835"/>
                  </a:lnTo>
                  <a:lnTo>
                    <a:pt x="3798602" y="370329"/>
                  </a:lnTo>
                  <a:lnTo>
                    <a:pt x="3868946" y="364732"/>
                  </a:lnTo>
                  <a:lnTo>
                    <a:pt x="3939291" y="359041"/>
                  </a:lnTo>
                  <a:lnTo>
                    <a:pt x="4009635" y="353256"/>
                  </a:lnTo>
                  <a:lnTo>
                    <a:pt x="4079980" y="347375"/>
                  </a:lnTo>
                  <a:lnTo>
                    <a:pt x="4150324" y="341396"/>
                  </a:lnTo>
                  <a:lnTo>
                    <a:pt x="4220669" y="335317"/>
                  </a:lnTo>
                  <a:lnTo>
                    <a:pt x="4291013" y="329138"/>
                  </a:lnTo>
                  <a:lnTo>
                    <a:pt x="4361358" y="322856"/>
                  </a:lnTo>
                  <a:lnTo>
                    <a:pt x="4431702" y="316470"/>
                  </a:lnTo>
                  <a:lnTo>
                    <a:pt x="4502047" y="309977"/>
                  </a:lnTo>
                  <a:lnTo>
                    <a:pt x="4572391" y="303377"/>
                  </a:lnTo>
                  <a:lnTo>
                    <a:pt x="4642736" y="296666"/>
                  </a:lnTo>
                  <a:lnTo>
                    <a:pt x="4713080" y="289845"/>
                  </a:lnTo>
                  <a:lnTo>
                    <a:pt x="4783425" y="282910"/>
                  </a:lnTo>
                  <a:lnTo>
                    <a:pt x="4853769" y="275859"/>
                  </a:lnTo>
                  <a:lnTo>
                    <a:pt x="4924114" y="268692"/>
                  </a:lnTo>
                  <a:lnTo>
                    <a:pt x="4994458" y="261405"/>
                  </a:lnTo>
                  <a:lnTo>
                    <a:pt x="5064803" y="253998"/>
                  </a:lnTo>
                  <a:lnTo>
                    <a:pt x="5135147" y="246467"/>
                  </a:lnTo>
                  <a:lnTo>
                    <a:pt x="5205492" y="238811"/>
                  </a:lnTo>
                  <a:lnTo>
                    <a:pt x="5275836" y="231028"/>
                  </a:lnTo>
                  <a:lnTo>
                    <a:pt x="5346181" y="223115"/>
                  </a:lnTo>
                  <a:lnTo>
                    <a:pt x="5416525" y="215071"/>
                  </a:lnTo>
                  <a:lnTo>
                    <a:pt x="5486870" y="206894"/>
                  </a:lnTo>
                  <a:lnTo>
                    <a:pt x="5557214" y="198580"/>
                  </a:lnTo>
                  <a:lnTo>
                    <a:pt x="5627559" y="190128"/>
                  </a:lnTo>
                  <a:lnTo>
                    <a:pt x="5697903" y="181536"/>
                  </a:lnTo>
                  <a:lnTo>
                    <a:pt x="5768248" y="172801"/>
                  </a:lnTo>
                  <a:lnTo>
                    <a:pt x="5838592" y="163921"/>
                  </a:lnTo>
                  <a:lnTo>
                    <a:pt x="5908937" y="154893"/>
                  </a:lnTo>
                  <a:lnTo>
                    <a:pt x="5979281" y="145716"/>
                  </a:lnTo>
                  <a:lnTo>
                    <a:pt x="6049626" y="136385"/>
                  </a:lnTo>
                  <a:lnTo>
                    <a:pt x="6119970" y="126900"/>
                  </a:lnTo>
                  <a:lnTo>
                    <a:pt x="6190315" y="117257"/>
                  </a:lnTo>
                  <a:lnTo>
                    <a:pt x="6260659" y="107454"/>
                  </a:lnTo>
                  <a:lnTo>
                    <a:pt x="6331004" y="97488"/>
                  </a:lnTo>
                  <a:lnTo>
                    <a:pt x="6401348" y="87356"/>
                  </a:lnTo>
                  <a:lnTo>
                    <a:pt x="6471693" y="77056"/>
                  </a:lnTo>
                  <a:lnTo>
                    <a:pt x="6542037" y="66585"/>
                  </a:lnTo>
                  <a:lnTo>
                    <a:pt x="6612382" y="55939"/>
                  </a:lnTo>
                  <a:lnTo>
                    <a:pt x="6682726" y="45117"/>
                  </a:lnTo>
                  <a:lnTo>
                    <a:pt x="6753071" y="34115"/>
                  </a:lnTo>
                  <a:lnTo>
                    <a:pt x="6823415" y="22930"/>
                  </a:lnTo>
                  <a:lnTo>
                    <a:pt x="6893760" y="11559"/>
                  </a:lnTo>
                  <a:lnTo>
                    <a:pt x="6964104" y="0"/>
                  </a:lnTo>
                  <a:lnTo>
                    <a:pt x="6964104" y="569971"/>
                  </a:lnTo>
                  <a:lnTo>
                    <a:pt x="6893760" y="567903"/>
                  </a:lnTo>
                  <a:lnTo>
                    <a:pt x="6823415" y="565805"/>
                  </a:lnTo>
                  <a:lnTo>
                    <a:pt x="6753071" y="563674"/>
                  </a:lnTo>
                  <a:lnTo>
                    <a:pt x="6682726" y="561512"/>
                  </a:lnTo>
                  <a:lnTo>
                    <a:pt x="6612382" y="559317"/>
                  </a:lnTo>
                  <a:lnTo>
                    <a:pt x="6542037" y="557088"/>
                  </a:lnTo>
                  <a:lnTo>
                    <a:pt x="6471693" y="554827"/>
                  </a:lnTo>
                  <a:lnTo>
                    <a:pt x="6401348" y="552531"/>
                  </a:lnTo>
                  <a:lnTo>
                    <a:pt x="6331004" y="550200"/>
                  </a:lnTo>
                  <a:lnTo>
                    <a:pt x="6260659" y="547835"/>
                  </a:lnTo>
                  <a:lnTo>
                    <a:pt x="6190315" y="545434"/>
                  </a:lnTo>
                  <a:lnTo>
                    <a:pt x="6119970" y="542996"/>
                  </a:lnTo>
                  <a:lnTo>
                    <a:pt x="6049626" y="540522"/>
                  </a:lnTo>
                  <a:lnTo>
                    <a:pt x="5979281" y="538011"/>
                  </a:lnTo>
                  <a:lnTo>
                    <a:pt x="5908937" y="535461"/>
                  </a:lnTo>
                  <a:lnTo>
                    <a:pt x="5838592" y="532874"/>
                  </a:lnTo>
                  <a:lnTo>
                    <a:pt x="5768248" y="530247"/>
                  </a:lnTo>
                  <a:lnTo>
                    <a:pt x="5697903" y="527581"/>
                  </a:lnTo>
                  <a:lnTo>
                    <a:pt x="5627559" y="524874"/>
                  </a:lnTo>
                  <a:lnTo>
                    <a:pt x="5557214" y="522127"/>
                  </a:lnTo>
                  <a:lnTo>
                    <a:pt x="5486870" y="519338"/>
                  </a:lnTo>
                  <a:lnTo>
                    <a:pt x="5416525" y="516507"/>
                  </a:lnTo>
                  <a:lnTo>
                    <a:pt x="5346181" y="513634"/>
                  </a:lnTo>
                  <a:lnTo>
                    <a:pt x="5275836" y="510717"/>
                  </a:lnTo>
                  <a:lnTo>
                    <a:pt x="5205492" y="507756"/>
                  </a:lnTo>
                  <a:lnTo>
                    <a:pt x="5135147" y="504751"/>
                  </a:lnTo>
                  <a:lnTo>
                    <a:pt x="5064803" y="501701"/>
                  </a:lnTo>
                  <a:lnTo>
                    <a:pt x="4994458" y="498604"/>
                  </a:lnTo>
                  <a:lnTo>
                    <a:pt x="4924114" y="495461"/>
                  </a:lnTo>
                  <a:lnTo>
                    <a:pt x="4853769" y="492270"/>
                  </a:lnTo>
                  <a:lnTo>
                    <a:pt x="4783425" y="489031"/>
                  </a:lnTo>
                  <a:lnTo>
                    <a:pt x="4713080" y="485744"/>
                  </a:lnTo>
                  <a:lnTo>
                    <a:pt x="4642736" y="482407"/>
                  </a:lnTo>
                  <a:lnTo>
                    <a:pt x="4572391" y="479019"/>
                  </a:lnTo>
                  <a:lnTo>
                    <a:pt x="4502047" y="475581"/>
                  </a:lnTo>
                  <a:lnTo>
                    <a:pt x="4431702" y="472091"/>
                  </a:lnTo>
                  <a:lnTo>
                    <a:pt x="4361358" y="468548"/>
                  </a:lnTo>
                  <a:lnTo>
                    <a:pt x="4291013" y="464952"/>
                  </a:lnTo>
                  <a:lnTo>
                    <a:pt x="4220669" y="461301"/>
                  </a:lnTo>
                  <a:lnTo>
                    <a:pt x="4150324" y="457596"/>
                  </a:lnTo>
                  <a:lnTo>
                    <a:pt x="4079980" y="453834"/>
                  </a:lnTo>
                  <a:lnTo>
                    <a:pt x="4009635" y="450016"/>
                  </a:lnTo>
                  <a:lnTo>
                    <a:pt x="3939291" y="446141"/>
                  </a:lnTo>
                  <a:lnTo>
                    <a:pt x="3868946" y="442207"/>
                  </a:lnTo>
                  <a:lnTo>
                    <a:pt x="3798602" y="438213"/>
                  </a:lnTo>
                  <a:lnTo>
                    <a:pt x="3728257" y="434160"/>
                  </a:lnTo>
                  <a:lnTo>
                    <a:pt x="3657913" y="430045"/>
                  </a:lnTo>
                  <a:lnTo>
                    <a:pt x="3587569" y="425869"/>
                  </a:lnTo>
                  <a:lnTo>
                    <a:pt x="3517224" y="421629"/>
                  </a:lnTo>
                  <a:lnTo>
                    <a:pt x="3446880" y="417326"/>
                  </a:lnTo>
                  <a:lnTo>
                    <a:pt x="3376535" y="412958"/>
                  </a:lnTo>
                  <a:lnTo>
                    <a:pt x="3306191" y="408523"/>
                  </a:lnTo>
                  <a:lnTo>
                    <a:pt x="3235846" y="411937"/>
                  </a:lnTo>
                  <a:lnTo>
                    <a:pt x="3165502" y="416763"/>
                  </a:lnTo>
                  <a:lnTo>
                    <a:pt x="3095157" y="421510"/>
                  </a:lnTo>
                  <a:lnTo>
                    <a:pt x="3024813" y="426180"/>
                  </a:lnTo>
                  <a:lnTo>
                    <a:pt x="2954468" y="430773"/>
                  </a:lnTo>
                  <a:lnTo>
                    <a:pt x="2884124" y="435290"/>
                  </a:lnTo>
                  <a:lnTo>
                    <a:pt x="2813779" y="439735"/>
                  </a:lnTo>
                  <a:lnTo>
                    <a:pt x="2743435" y="444106"/>
                  </a:lnTo>
                  <a:lnTo>
                    <a:pt x="2673090" y="448406"/>
                  </a:lnTo>
                  <a:lnTo>
                    <a:pt x="2602746" y="452636"/>
                  </a:lnTo>
                  <a:lnTo>
                    <a:pt x="2532401" y="456796"/>
                  </a:lnTo>
                  <a:lnTo>
                    <a:pt x="2462057" y="460889"/>
                  </a:lnTo>
                  <a:lnTo>
                    <a:pt x="2391712" y="464914"/>
                  </a:lnTo>
                  <a:lnTo>
                    <a:pt x="2321368" y="468874"/>
                  </a:lnTo>
                  <a:lnTo>
                    <a:pt x="2251023" y="472769"/>
                  </a:lnTo>
                  <a:lnTo>
                    <a:pt x="2180679" y="476601"/>
                  </a:lnTo>
                  <a:lnTo>
                    <a:pt x="2110334" y="480369"/>
                  </a:lnTo>
                  <a:lnTo>
                    <a:pt x="2039990" y="484076"/>
                  </a:lnTo>
                  <a:lnTo>
                    <a:pt x="1969645" y="487723"/>
                  </a:lnTo>
                  <a:lnTo>
                    <a:pt x="1899301" y="491310"/>
                  </a:lnTo>
                  <a:lnTo>
                    <a:pt x="1828956" y="494838"/>
                  </a:lnTo>
                  <a:lnTo>
                    <a:pt x="1758612" y="498309"/>
                  </a:lnTo>
                  <a:lnTo>
                    <a:pt x="1688267" y="501723"/>
                  </a:lnTo>
                  <a:lnTo>
                    <a:pt x="1617923" y="505081"/>
                  </a:lnTo>
                  <a:lnTo>
                    <a:pt x="1547578" y="508384"/>
                  </a:lnTo>
                  <a:lnTo>
                    <a:pt x="1477234" y="511633"/>
                  </a:lnTo>
                  <a:lnTo>
                    <a:pt x="1406889" y="514829"/>
                  </a:lnTo>
                  <a:lnTo>
                    <a:pt x="1336545" y="517973"/>
                  </a:lnTo>
                  <a:lnTo>
                    <a:pt x="1266200" y="521066"/>
                  </a:lnTo>
                  <a:lnTo>
                    <a:pt x="1195856" y="524108"/>
                  </a:lnTo>
                  <a:lnTo>
                    <a:pt x="1125511" y="527100"/>
                  </a:lnTo>
                  <a:lnTo>
                    <a:pt x="1055167" y="530043"/>
                  </a:lnTo>
                  <a:lnTo>
                    <a:pt x="984822" y="532938"/>
                  </a:lnTo>
                  <a:lnTo>
                    <a:pt x="914478" y="535786"/>
                  </a:lnTo>
                  <a:lnTo>
                    <a:pt x="844133" y="538587"/>
                  </a:lnTo>
                  <a:lnTo>
                    <a:pt x="773789" y="541343"/>
                  </a:lnTo>
                  <a:lnTo>
                    <a:pt x="703444" y="544053"/>
                  </a:lnTo>
                  <a:lnTo>
                    <a:pt x="633100" y="546719"/>
                  </a:lnTo>
                  <a:lnTo>
                    <a:pt x="562755" y="549342"/>
                  </a:lnTo>
                  <a:lnTo>
                    <a:pt x="492411" y="551921"/>
                  </a:lnTo>
                  <a:lnTo>
                    <a:pt x="422066" y="554459"/>
                  </a:lnTo>
                  <a:lnTo>
                    <a:pt x="351722" y="556955"/>
                  </a:lnTo>
                  <a:lnTo>
                    <a:pt x="281377" y="559410"/>
                  </a:lnTo>
                  <a:lnTo>
                    <a:pt x="211033" y="561825"/>
                  </a:lnTo>
                  <a:lnTo>
                    <a:pt x="140688" y="564201"/>
                  </a:lnTo>
                  <a:lnTo>
                    <a:pt x="70344" y="566538"/>
                  </a:lnTo>
                  <a:lnTo>
                    <a:pt x="0" y="5688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886537"/>
              <a:ext cx="6964104" cy="407031"/>
            </a:xfrm>
            <a:custGeom>
              <a:avLst/>
              <a:pathLst>
                <a:path w="6964104" h="407031">
                  <a:moveTo>
                    <a:pt x="0" y="103917"/>
                  </a:moveTo>
                  <a:lnTo>
                    <a:pt x="70344" y="112874"/>
                  </a:lnTo>
                  <a:lnTo>
                    <a:pt x="140688" y="121698"/>
                  </a:lnTo>
                  <a:lnTo>
                    <a:pt x="211033" y="130391"/>
                  </a:lnTo>
                  <a:lnTo>
                    <a:pt x="281377" y="138955"/>
                  </a:lnTo>
                  <a:lnTo>
                    <a:pt x="351722" y="147392"/>
                  </a:lnTo>
                  <a:lnTo>
                    <a:pt x="422066" y="155703"/>
                  </a:lnTo>
                  <a:lnTo>
                    <a:pt x="492411" y="163891"/>
                  </a:lnTo>
                  <a:lnTo>
                    <a:pt x="562755" y="171958"/>
                  </a:lnTo>
                  <a:lnTo>
                    <a:pt x="633100" y="179905"/>
                  </a:lnTo>
                  <a:lnTo>
                    <a:pt x="703444" y="187733"/>
                  </a:lnTo>
                  <a:lnTo>
                    <a:pt x="773789" y="195446"/>
                  </a:lnTo>
                  <a:lnTo>
                    <a:pt x="844133" y="203044"/>
                  </a:lnTo>
                  <a:lnTo>
                    <a:pt x="914478" y="210529"/>
                  </a:lnTo>
                  <a:lnTo>
                    <a:pt x="984822" y="217903"/>
                  </a:lnTo>
                  <a:lnTo>
                    <a:pt x="1055167" y="225168"/>
                  </a:lnTo>
                  <a:lnTo>
                    <a:pt x="1125511" y="232325"/>
                  </a:lnTo>
                  <a:lnTo>
                    <a:pt x="1195856" y="239375"/>
                  </a:lnTo>
                  <a:lnTo>
                    <a:pt x="1266200" y="246321"/>
                  </a:lnTo>
                  <a:lnTo>
                    <a:pt x="1336545" y="253163"/>
                  </a:lnTo>
                  <a:lnTo>
                    <a:pt x="1406889" y="259904"/>
                  </a:lnTo>
                  <a:lnTo>
                    <a:pt x="1477234" y="266545"/>
                  </a:lnTo>
                  <a:lnTo>
                    <a:pt x="1547578" y="273088"/>
                  </a:lnTo>
                  <a:lnTo>
                    <a:pt x="1617923" y="279533"/>
                  </a:lnTo>
                  <a:lnTo>
                    <a:pt x="1688267" y="285882"/>
                  </a:lnTo>
                  <a:lnTo>
                    <a:pt x="1758612" y="292137"/>
                  </a:lnTo>
                  <a:lnTo>
                    <a:pt x="1828956" y="298300"/>
                  </a:lnTo>
                  <a:lnTo>
                    <a:pt x="1899301" y="304370"/>
                  </a:lnTo>
                  <a:lnTo>
                    <a:pt x="1969645" y="310351"/>
                  </a:lnTo>
                  <a:lnTo>
                    <a:pt x="2039990" y="316243"/>
                  </a:lnTo>
                  <a:lnTo>
                    <a:pt x="2110334" y="322047"/>
                  </a:lnTo>
                  <a:lnTo>
                    <a:pt x="2180679" y="327765"/>
                  </a:lnTo>
                  <a:lnTo>
                    <a:pt x="2251023" y="333399"/>
                  </a:lnTo>
                  <a:lnTo>
                    <a:pt x="2321368" y="338948"/>
                  </a:lnTo>
                  <a:lnTo>
                    <a:pt x="2391712" y="344416"/>
                  </a:lnTo>
                  <a:lnTo>
                    <a:pt x="2462057" y="349802"/>
                  </a:lnTo>
                  <a:lnTo>
                    <a:pt x="2532401" y="355108"/>
                  </a:lnTo>
                  <a:lnTo>
                    <a:pt x="2602746" y="360335"/>
                  </a:lnTo>
                  <a:lnTo>
                    <a:pt x="2673090" y="365485"/>
                  </a:lnTo>
                  <a:lnTo>
                    <a:pt x="2743435" y="370558"/>
                  </a:lnTo>
                  <a:lnTo>
                    <a:pt x="2813779" y="375556"/>
                  </a:lnTo>
                  <a:lnTo>
                    <a:pt x="2884124" y="380479"/>
                  </a:lnTo>
                  <a:lnTo>
                    <a:pt x="2954468" y="385330"/>
                  </a:lnTo>
                  <a:lnTo>
                    <a:pt x="3024813" y="390108"/>
                  </a:lnTo>
                  <a:lnTo>
                    <a:pt x="3095157" y="394816"/>
                  </a:lnTo>
                  <a:lnTo>
                    <a:pt x="3165502" y="399454"/>
                  </a:lnTo>
                  <a:lnTo>
                    <a:pt x="3235846" y="404022"/>
                  </a:lnTo>
                  <a:lnTo>
                    <a:pt x="3306191" y="407031"/>
                  </a:lnTo>
                  <a:lnTo>
                    <a:pt x="3376535" y="402044"/>
                  </a:lnTo>
                  <a:lnTo>
                    <a:pt x="3446880" y="396973"/>
                  </a:lnTo>
                  <a:lnTo>
                    <a:pt x="3517224" y="391819"/>
                  </a:lnTo>
                  <a:lnTo>
                    <a:pt x="3587569" y="386578"/>
                  </a:lnTo>
                  <a:lnTo>
                    <a:pt x="3657913" y="381251"/>
                  </a:lnTo>
                  <a:lnTo>
                    <a:pt x="3728257" y="375835"/>
                  </a:lnTo>
                  <a:lnTo>
                    <a:pt x="3798602" y="370329"/>
                  </a:lnTo>
                  <a:lnTo>
                    <a:pt x="3868946" y="364732"/>
                  </a:lnTo>
                  <a:lnTo>
                    <a:pt x="3939291" y="359041"/>
                  </a:lnTo>
                  <a:lnTo>
                    <a:pt x="4009635" y="353256"/>
                  </a:lnTo>
                  <a:lnTo>
                    <a:pt x="4079980" y="347375"/>
                  </a:lnTo>
                  <a:lnTo>
                    <a:pt x="4150324" y="341396"/>
                  </a:lnTo>
                  <a:lnTo>
                    <a:pt x="4220669" y="335317"/>
                  </a:lnTo>
                  <a:lnTo>
                    <a:pt x="4291013" y="329138"/>
                  </a:lnTo>
                  <a:lnTo>
                    <a:pt x="4361358" y="322856"/>
                  </a:lnTo>
                  <a:lnTo>
                    <a:pt x="4431702" y="316470"/>
                  </a:lnTo>
                  <a:lnTo>
                    <a:pt x="4502047" y="309977"/>
                  </a:lnTo>
                  <a:lnTo>
                    <a:pt x="4572391" y="303377"/>
                  </a:lnTo>
                  <a:lnTo>
                    <a:pt x="4642736" y="296666"/>
                  </a:lnTo>
                  <a:lnTo>
                    <a:pt x="4713080" y="289845"/>
                  </a:lnTo>
                  <a:lnTo>
                    <a:pt x="4783425" y="282910"/>
                  </a:lnTo>
                  <a:lnTo>
                    <a:pt x="4853769" y="275859"/>
                  </a:lnTo>
                  <a:lnTo>
                    <a:pt x="4924114" y="268692"/>
                  </a:lnTo>
                  <a:lnTo>
                    <a:pt x="4994458" y="261405"/>
                  </a:lnTo>
                  <a:lnTo>
                    <a:pt x="5064803" y="253998"/>
                  </a:lnTo>
                  <a:lnTo>
                    <a:pt x="5135147" y="246467"/>
                  </a:lnTo>
                  <a:lnTo>
                    <a:pt x="5205492" y="238811"/>
                  </a:lnTo>
                  <a:lnTo>
                    <a:pt x="5275836" y="231028"/>
                  </a:lnTo>
                  <a:lnTo>
                    <a:pt x="5346181" y="223115"/>
                  </a:lnTo>
                  <a:lnTo>
                    <a:pt x="5416525" y="215071"/>
                  </a:lnTo>
                  <a:lnTo>
                    <a:pt x="5486870" y="206894"/>
                  </a:lnTo>
                  <a:lnTo>
                    <a:pt x="5557214" y="198580"/>
                  </a:lnTo>
                  <a:lnTo>
                    <a:pt x="5627559" y="190128"/>
                  </a:lnTo>
                  <a:lnTo>
                    <a:pt x="5697903" y="181536"/>
                  </a:lnTo>
                  <a:lnTo>
                    <a:pt x="5768248" y="172801"/>
                  </a:lnTo>
                  <a:lnTo>
                    <a:pt x="5838592" y="163921"/>
                  </a:lnTo>
                  <a:lnTo>
                    <a:pt x="5908937" y="154893"/>
                  </a:lnTo>
                  <a:lnTo>
                    <a:pt x="5979281" y="145716"/>
                  </a:lnTo>
                  <a:lnTo>
                    <a:pt x="6049626" y="136385"/>
                  </a:lnTo>
                  <a:lnTo>
                    <a:pt x="6119970" y="126900"/>
                  </a:lnTo>
                  <a:lnTo>
                    <a:pt x="6190315" y="117257"/>
                  </a:lnTo>
                  <a:lnTo>
                    <a:pt x="6260659" y="107454"/>
                  </a:lnTo>
                  <a:lnTo>
                    <a:pt x="6331004" y="97488"/>
                  </a:lnTo>
                  <a:lnTo>
                    <a:pt x="6401348" y="87356"/>
                  </a:lnTo>
                  <a:lnTo>
                    <a:pt x="6471693" y="77056"/>
                  </a:lnTo>
                  <a:lnTo>
                    <a:pt x="6542037" y="66585"/>
                  </a:lnTo>
                  <a:lnTo>
                    <a:pt x="6612382" y="55939"/>
                  </a:lnTo>
                  <a:lnTo>
                    <a:pt x="6682726" y="45117"/>
                  </a:lnTo>
                  <a:lnTo>
                    <a:pt x="6753071" y="34115"/>
                  </a:lnTo>
                  <a:lnTo>
                    <a:pt x="6823415" y="22930"/>
                  </a:lnTo>
                  <a:lnTo>
                    <a:pt x="6893760" y="11559"/>
                  </a:lnTo>
                  <a:lnTo>
                    <a:pt x="6964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5061"/>
              <a:ext cx="6964104" cy="161447"/>
            </a:xfrm>
            <a:custGeom>
              <a:avLst/>
              <a:pathLst>
                <a:path w="6964104" h="161447">
                  <a:moveTo>
                    <a:pt x="6964104" y="161447"/>
                  </a:moveTo>
                  <a:lnTo>
                    <a:pt x="6893760" y="159379"/>
                  </a:lnTo>
                  <a:lnTo>
                    <a:pt x="6823415" y="157281"/>
                  </a:lnTo>
                  <a:lnTo>
                    <a:pt x="6753071" y="155150"/>
                  </a:lnTo>
                  <a:lnTo>
                    <a:pt x="6682726" y="152988"/>
                  </a:lnTo>
                  <a:lnTo>
                    <a:pt x="6612382" y="150793"/>
                  </a:lnTo>
                  <a:lnTo>
                    <a:pt x="6542037" y="148564"/>
                  </a:lnTo>
                  <a:lnTo>
                    <a:pt x="6471693" y="146303"/>
                  </a:lnTo>
                  <a:lnTo>
                    <a:pt x="6401348" y="144007"/>
                  </a:lnTo>
                  <a:lnTo>
                    <a:pt x="6331004" y="141676"/>
                  </a:lnTo>
                  <a:lnTo>
                    <a:pt x="6260659" y="139311"/>
                  </a:lnTo>
                  <a:lnTo>
                    <a:pt x="6190315" y="136910"/>
                  </a:lnTo>
                  <a:lnTo>
                    <a:pt x="6119970" y="134472"/>
                  </a:lnTo>
                  <a:lnTo>
                    <a:pt x="6049626" y="131998"/>
                  </a:lnTo>
                  <a:lnTo>
                    <a:pt x="5979281" y="129487"/>
                  </a:lnTo>
                  <a:lnTo>
                    <a:pt x="5908937" y="126937"/>
                  </a:lnTo>
                  <a:lnTo>
                    <a:pt x="5838592" y="124350"/>
                  </a:lnTo>
                  <a:lnTo>
                    <a:pt x="5768248" y="121723"/>
                  </a:lnTo>
                  <a:lnTo>
                    <a:pt x="5697903" y="119057"/>
                  </a:lnTo>
                  <a:lnTo>
                    <a:pt x="5627559" y="116350"/>
                  </a:lnTo>
                  <a:lnTo>
                    <a:pt x="5557214" y="113603"/>
                  </a:lnTo>
                  <a:lnTo>
                    <a:pt x="5486870" y="110814"/>
                  </a:lnTo>
                  <a:lnTo>
                    <a:pt x="5416525" y="107983"/>
                  </a:lnTo>
                  <a:lnTo>
                    <a:pt x="5346181" y="105110"/>
                  </a:lnTo>
                  <a:lnTo>
                    <a:pt x="5275836" y="102193"/>
                  </a:lnTo>
                  <a:lnTo>
                    <a:pt x="5205492" y="99233"/>
                  </a:lnTo>
                  <a:lnTo>
                    <a:pt x="5135147" y="96227"/>
                  </a:lnTo>
                  <a:lnTo>
                    <a:pt x="5064803" y="93177"/>
                  </a:lnTo>
                  <a:lnTo>
                    <a:pt x="4994458" y="90080"/>
                  </a:lnTo>
                  <a:lnTo>
                    <a:pt x="4924114" y="86937"/>
                  </a:lnTo>
                  <a:lnTo>
                    <a:pt x="4853769" y="83746"/>
                  </a:lnTo>
                  <a:lnTo>
                    <a:pt x="4783425" y="80507"/>
                  </a:lnTo>
                  <a:lnTo>
                    <a:pt x="4713080" y="77220"/>
                  </a:lnTo>
                  <a:lnTo>
                    <a:pt x="4642736" y="73883"/>
                  </a:lnTo>
                  <a:lnTo>
                    <a:pt x="4572391" y="70495"/>
                  </a:lnTo>
                  <a:lnTo>
                    <a:pt x="4502047" y="67057"/>
                  </a:lnTo>
                  <a:lnTo>
                    <a:pt x="4431702" y="63567"/>
                  </a:lnTo>
                  <a:lnTo>
                    <a:pt x="4361358" y="60024"/>
                  </a:lnTo>
                  <a:lnTo>
                    <a:pt x="4291013" y="56428"/>
                  </a:lnTo>
                  <a:lnTo>
                    <a:pt x="4220669" y="52777"/>
                  </a:lnTo>
                  <a:lnTo>
                    <a:pt x="4150324" y="49072"/>
                  </a:lnTo>
                  <a:lnTo>
                    <a:pt x="4079980" y="45310"/>
                  </a:lnTo>
                  <a:lnTo>
                    <a:pt x="4009635" y="41492"/>
                  </a:lnTo>
                  <a:lnTo>
                    <a:pt x="3939291" y="37617"/>
                  </a:lnTo>
                  <a:lnTo>
                    <a:pt x="3868946" y="33683"/>
                  </a:lnTo>
                  <a:lnTo>
                    <a:pt x="3798602" y="29690"/>
                  </a:lnTo>
                  <a:lnTo>
                    <a:pt x="3728257" y="25636"/>
                  </a:lnTo>
                  <a:lnTo>
                    <a:pt x="3657913" y="21521"/>
                  </a:lnTo>
                  <a:lnTo>
                    <a:pt x="3587569" y="17345"/>
                  </a:lnTo>
                  <a:lnTo>
                    <a:pt x="3517224" y="13105"/>
                  </a:lnTo>
                  <a:lnTo>
                    <a:pt x="3446880" y="8802"/>
                  </a:lnTo>
                  <a:lnTo>
                    <a:pt x="3376535" y="4434"/>
                  </a:lnTo>
                  <a:lnTo>
                    <a:pt x="3306191" y="0"/>
                  </a:lnTo>
                  <a:lnTo>
                    <a:pt x="3235846" y="3414"/>
                  </a:lnTo>
                  <a:lnTo>
                    <a:pt x="3165502" y="8239"/>
                  </a:lnTo>
                  <a:lnTo>
                    <a:pt x="3095157" y="12986"/>
                  </a:lnTo>
                  <a:lnTo>
                    <a:pt x="3024813" y="17656"/>
                  </a:lnTo>
                  <a:lnTo>
                    <a:pt x="2954468" y="22249"/>
                  </a:lnTo>
                  <a:lnTo>
                    <a:pt x="2884124" y="26767"/>
                  </a:lnTo>
                  <a:lnTo>
                    <a:pt x="2813779" y="31211"/>
                  </a:lnTo>
                  <a:lnTo>
                    <a:pt x="2743435" y="35582"/>
                  </a:lnTo>
                  <a:lnTo>
                    <a:pt x="2673090" y="39882"/>
                  </a:lnTo>
                  <a:lnTo>
                    <a:pt x="2602746" y="44112"/>
                  </a:lnTo>
                  <a:lnTo>
                    <a:pt x="2532401" y="48272"/>
                  </a:lnTo>
                  <a:lnTo>
                    <a:pt x="2462057" y="52365"/>
                  </a:lnTo>
                  <a:lnTo>
                    <a:pt x="2391712" y="56390"/>
                  </a:lnTo>
                  <a:lnTo>
                    <a:pt x="2321368" y="60350"/>
                  </a:lnTo>
                  <a:lnTo>
                    <a:pt x="2251023" y="64245"/>
                  </a:lnTo>
                  <a:lnTo>
                    <a:pt x="2180679" y="68077"/>
                  </a:lnTo>
                  <a:lnTo>
                    <a:pt x="2110334" y="71845"/>
                  </a:lnTo>
                  <a:lnTo>
                    <a:pt x="2039990" y="75552"/>
                  </a:lnTo>
                  <a:lnTo>
                    <a:pt x="1969645" y="79199"/>
                  </a:lnTo>
                  <a:lnTo>
                    <a:pt x="1899301" y="82786"/>
                  </a:lnTo>
                  <a:lnTo>
                    <a:pt x="1828956" y="86314"/>
                  </a:lnTo>
                  <a:lnTo>
                    <a:pt x="1758612" y="89785"/>
                  </a:lnTo>
                  <a:lnTo>
                    <a:pt x="1688267" y="93199"/>
                  </a:lnTo>
                  <a:lnTo>
                    <a:pt x="1617923" y="96557"/>
                  </a:lnTo>
                  <a:lnTo>
                    <a:pt x="1547578" y="99860"/>
                  </a:lnTo>
                  <a:lnTo>
                    <a:pt x="1477234" y="103109"/>
                  </a:lnTo>
                  <a:lnTo>
                    <a:pt x="1406889" y="106305"/>
                  </a:lnTo>
                  <a:lnTo>
                    <a:pt x="1336545" y="109449"/>
                  </a:lnTo>
                  <a:lnTo>
                    <a:pt x="1266200" y="112542"/>
                  </a:lnTo>
                  <a:lnTo>
                    <a:pt x="1195856" y="115584"/>
                  </a:lnTo>
                  <a:lnTo>
                    <a:pt x="1125511" y="118576"/>
                  </a:lnTo>
                  <a:lnTo>
                    <a:pt x="1055167" y="121519"/>
                  </a:lnTo>
                  <a:lnTo>
                    <a:pt x="984822" y="124414"/>
                  </a:lnTo>
                  <a:lnTo>
                    <a:pt x="914478" y="127262"/>
                  </a:lnTo>
                  <a:lnTo>
                    <a:pt x="844133" y="130063"/>
                  </a:lnTo>
                  <a:lnTo>
                    <a:pt x="773789" y="132819"/>
                  </a:lnTo>
                  <a:lnTo>
                    <a:pt x="703444" y="135529"/>
                  </a:lnTo>
                  <a:lnTo>
                    <a:pt x="633100" y="138195"/>
                  </a:lnTo>
                  <a:lnTo>
                    <a:pt x="562755" y="140818"/>
                  </a:lnTo>
                  <a:lnTo>
                    <a:pt x="492411" y="143397"/>
                  </a:lnTo>
                  <a:lnTo>
                    <a:pt x="422066" y="145935"/>
                  </a:lnTo>
                  <a:lnTo>
                    <a:pt x="351722" y="148431"/>
                  </a:lnTo>
                  <a:lnTo>
                    <a:pt x="281377" y="150886"/>
                  </a:lnTo>
                  <a:lnTo>
                    <a:pt x="211033" y="153301"/>
                  </a:lnTo>
                  <a:lnTo>
                    <a:pt x="140688" y="155677"/>
                  </a:lnTo>
                  <a:lnTo>
                    <a:pt x="70344" y="158014"/>
                  </a:lnTo>
                  <a:lnTo>
                    <a:pt x="0" y="16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5282230"/>
              <a:ext cx="6964104" cy="22606"/>
            </a:xfrm>
            <a:custGeom>
              <a:avLst/>
              <a:pathLst>
                <a:path w="6964104" h="22606">
                  <a:moveTo>
                    <a:pt x="0" y="22606"/>
                  </a:moveTo>
                  <a:lnTo>
                    <a:pt x="70344" y="22386"/>
                  </a:lnTo>
                  <a:lnTo>
                    <a:pt x="140688" y="22166"/>
                  </a:lnTo>
                  <a:lnTo>
                    <a:pt x="211033" y="21945"/>
                  </a:lnTo>
                  <a:lnTo>
                    <a:pt x="281377" y="21725"/>
                  </a:lnTo>
                  <a:lnTo>
                    <a:pt x="351722" y="21504"/>
                  </a:lnTo>
                  <a:lnTo>
                    <a:pt x="422066" y="21284"/>
                  </a:lnTo>
                  <a:lnTo>
                    <a:pt x="492411" y="21063"/>
                  </a:lnTo>
                  <a:lnTo>
                    <a:pt x="562755" y="20841"/>
                  </a:lnTo>
                  <a:lnTo>
                    <a:pt x="633100" y="20620"/>
                  </a:lnTo>
                  <a:lnTo>
                    <a:pt x="703444" y="20399"/>
                  </a:lnTo>
                  <a:lnTo>
                    <a:pt x="773789" y="20177"/>
                  </a:lnTo>
                  <a:lnTo>
                    <a:pt x="844133" y="19955"/>
                  </a:lnTo>
                  <a:lnTo>
                    <a:pt x="914478" y="19733"/>
                  </a:lnTo>
                  <a:lnTo>
                    <a:pt x="984822" y="19511"/>
                  </a:lnTo>
                  <a:lnTo>
                    <a:pt x="1055167" y="19289"/>
                  </a:lnTo>
                  <a:lnTo>
                    <a:pt x="1125511" y="19067"/>
                  </a:lnTo>
                  <a:lnTo>
                    <a:pt x="1195856" y="18844"/>
                  </a:lnTo>
                  <a:lnTo>
                    <a:pt x="1266200" y="18621"/>
                  </a:lnTo>
                  <a:lnTo>
                    <a:pt x="1336545" y="18398"/>
                  </a:lnTo>
                  <a:lnTo>
                    <a:pt x="1406889" y="18175"/>
                  </a:lnTo>
                  <a:lnTo>
                    <a:pt x="1477234" y="17952"/>
                  </a:lnTo>
                  <a:lnTo>
                    <a:pt x="1547578" y="17728"/>
                  </a:lnTo>
                  <a:lnTo>
                    <a:pt x="1617923" y="17505"/>
                  </a:lnTo>
                  <a:lnTo>
                    <a:pt x="1688267" y="17281"/>
                  </a:lnTo>
                  <a:lnTo>
                    <a:pt x="1758612" y="17057"/>
                  </a:lnTo>
                  <a:lnTo>
                    <a:pt x="1828956" y="16833"/>
                  </a:lnTo>
                  <a:lnTo>
                    <a:pt x="1899301" y="16608"/>
                  </a:lnTo>
                  <a:lnTo>
                    <a:pt x="1969645" y="16384"/>
                  </a:lnTo>
                  <a:lnTo>
                    <a:pt x="2039990" y="16159"/>
                  </a:lnTo>
                  <a:lnTo>
                    <a:pt x="2110334" y="15934"/>
                  </a:lnTo>
                  <a:lnTo>
                    <a:pt x="2180679" y="15709"/>
                  </a:lnTo>
                  <a:lnTo>
                    <a:pt x="2251023" y="15484"/>
                  </a:lnTo>
                  <a:lnTo>
                    <a:pt x="2321368" y="15259"/>
                  </a:lnTo>
                  <a:lnTo>
                    <a:pt x="2391712" y="15033"/>
                  </a:lnTo>
                  <a:lnTo>
                    <a:pt x="2462057" y="14807"/>
                  </a:lnTo>
                  <a:lnTo>
                    <a:pt x="2532401" y="14582"/>
                  </a:lnTo>
                  <a:lnTo>
                    <a:pt x="2602746" y="14356"/>
                  </a:lnTo>
                  <a:lnTo>
                    <a:pt x="2673090" y="14129"/>
                  </a:lnTo>
                  <a:lnTo>
                    <a:pt x="2743435" y="13903"/>
                  </a:lnTo>
                  <a:lnTo>
                    <a:pt x="2813779" y="13676"/>
                  </a:lnTo>
                  <a:lnTo>
                    <a:pt x="2884124" y="13450"/>
                  </a:lnTo>
                  <a:lnTo>
                    <a:pt x="2954468" y="13223"/>
                  </a:lnTo>
                  <a:lnTo>
                    <a:pt x="3024813" y="12996"/>
                  </a:lnTo>
                  <a:lnTo>
                    <a:pt x="3095157" y="12768"/>
                  </a:lnTo>
                  <a:lnTo>
                    <a:pt x="3165502" y="12541"/>
                  </a:lnTo>
                  <a:lnTo>
                    <a:pt x="3235846" y="12313"/>
                  </a:lnTo>
                  <a:lnTo>
                    <a:pt x="3306191" y="12086"/>
                  </a:lnTo>
                  <a:lnTo>
                    <a:pt x="3376535" y="11858"/>
                  </a:lnTo>
                  <a:lnTo>
                    <a:pt x="3446880" y="11630"/>
                  </a:lnTo>
                  <a:lnTo>
                    <a:pt x="3517224" y="11401"/>
                  </a:lnTo>
                  <a:lnTo>
                    <a:pt x="3587569" y="11173"/>
                  </a:lnTo>
                  <a:lnTo>
                    <a:pt x="3657913" y="10944"/>
                  </a:lnTo>
                  <a:lnTo>
                    <a:pt x="3728257" y="10715"/>
                  </a:lnTo>
                  <a:lnTo>
                    <a:pt x="3798602" y="10486"/>
                  </a:lnTo>
                  <a:lnTo>
                    <a:pt x="3868946" y="10257"/>
                  </a:lnTo>
                  <a:lnTo>
                    <a:pt x="3939291" y="10028"/>
                  </a:lnTo>
                  <a:lnTo>
                    <a:pt x="4009635" y="9798"/>
                  </a:lnTo>
                  <a:lnTo>
                    <a:pt x="4079980" y="9569"/>
                  </a:lnTo>
                  <a:lnTo>
                    <a:pt x="4150324" y="9339"/>
                  </a:lnTo>
                  <a:lnTo>
                    <a:pt x="4220669" y="9109"/>
                  </a:lnTo>
                  <a:lnTo>
                    <a:pt x="4291013" y="8879"/>
                  </a:lnTo>
                  <a:lnTo>
                    <a:pt x="4361358" y="8648"/>
                  </a:lnTo>
                  <a:lnTo>
                    <a:pt x="4431702" y="8418"/>
                  </a:lnTo>
                  <a:lnTo>
                    <a:pt x="4502047" y="8187"/>
                  </a:lnTo>
                  <a:lnTo>
                    <a:pt x="4572391" y="7956"/>
                  </a:lnTo>
                  <a:lnTo>
                    <a:pt x="4642736" y="7725"/>
                  </a:lnTo>
                  <a:lnTo>
                    <a:pt x="4713080" y="7494"/>
                  </a:lnTo>
                  <a:lnTo>
                    <a:pt x="4783425" y="7262"/>
                  </a:lnTo>
                  <a:lnTo>
                    <a:pt x="4853769" y="7031"/>
                  </a:lnTo>
                  <a:lnTo>
                    <a:pt x="4924114" y="6799"/>
                  </a:lnTo>
                  <a:lnTo>
                    <a:pt x="4994458" y="6567"/>
                  </a:lnTo>
                  <a:lnTo>
                    <a:pt x="5064803" y="6335"/>
                  </a:lnTo>
                  <a:lnTo>
                    <a:pt x="5135147" y="6102"/>
                  </a:lnTo>
                  <a:lnTo>
                    <a:pt x="5205492" y="5870"/>
                  </a:lnTo>
                  <a:lnTo>
                    <a:pt x="5275836" y="5637"/>
                  </a:lnTo>
                  <a:lnTo>
                    <a:pt x="5346181" y="5404"/>
                  </a:lnTo>
                  <a:lnTo>
                    <a:pt x="5416525" y="5171"/>
                  </a:lnTo>
                  <a:lnTo>
                    <a:pt x="5486870" y="4938"/>
                  </a:lnTo>
                  <a:lnTo>
                    <a:pt x="5557214" y="4705"/>
                  </a:lnTo>
                  <a:lnTo>
                    <a:pt x="5627559" y="4471"/>
                  </a:lnTo>
                  <a:lnTo>
                    <a:pt x="5697903" y="4237"/>
                  </a:lnTo>
                  <a:lnTo>
                    <a:pt x="5768248" y="4003"/>
                  </a:lnTo>
                  <a:lnTo>
                    <a:pt x="5838592" y="3769"/>
                  </a:lnTo>
                  <a:lnTo>
                    <a:pt x="5908937" y="3535"/>
                  </a:lnTo>
                  <a:lnTo>
                    <a:pt x="5979281" y="3301"/>
                  </a:lnTo>
                  <a:lnTo>
                    <a:pt x="6049626" y="3066"/>
                  </a:lnTo>
                  <a:lnTo>
                    <a:pt x="6119970" y="2831"/>
                  </a:lnTo>
                  <a:lnTo>
                    <a:pt x="6190315" y="2596"/>
                  </a:lnTo>
                  <a:lnTo>
                    <a:pt x="6260659" y="2361"/>
                  </a:lnTo>
                  <a:lnTo>
                    <a:pt x="6331004" y="2126"/>
                  </a:lnTo>
                  <a:lnTo>
                    <a:pt x="6401348" y="1890"/>
                  </a:lnTo>
                  <a:lnTo>
                    <a:pt x="6471693" y="1654"/>
                  </a:lnTo>
                  <a:lnTo>
                    <a:pt x="6542037" y="1419"/>
                  </a:lnTo>
                  <a:lnTo>
                    <a:pt x="6612382" y="1183"/>
                  </a:lnTo>
                  <a:lnTo>
                    <a:pt x="6682726" y="946"/>
                  </a:lnTo>
                  <a:lnTo>
                    <a:pt x="6753071" y="710"/>
                  </a:lnTo>
                  <a:lnTo>
                    <a:pt x="6823415" y="473"/>
                  </a:lnTo>
                  <a:lnTo>
                    <a:pt x="6893760" y="236"/>
                  </a:lnTo>
                  <a:lnTo>
                    <a:pt x="69641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2026-07-22T07:57:26Z</dcterms:modified>
  <cp:category/>
</cp:coreProperties>
</file>