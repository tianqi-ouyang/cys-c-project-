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494674"/>
              <a:ext cx="7403783" cy="1655980"/>
            </a:xfrm>
            <a:custGeom>
              <a:avLst/>
              <a:pathLst>
                <a:path w="7403783" h="1655980">
                  <a:moveTo>
                    <a:pt x="0" y="363326"/>
                  </a:moveTo>
                  <a:lnTo>
                    <a:pt x="47058" y="378835"/>
                  </a:lnTo>
                  <a:lnTo>
                    <a:pt x="123691" y="403717"/>
                  </a:lnTo>
                  <a:lnTo>
                    <a:pt x="200323" y="428229"/>
                  </a:lnTo>
                  <a:lnTo>
                    <a:pt x="276956" y="452377"/>
                  </a:lnTo>
                  <a:lnTo>
                    <a:pt x="353588" y="476167"/>
                  </a:lnTo>
                  <a:lnTo>
                    <a:pt x="430221" y="499603"/>
                  </a:lnTo>
                  <a:lnTo>
                    <a:pt x="506853" y="522691"/>
                  </a:lnTo>
                  <a:lnTo>
                    <a:pt x="583486" y="545437"/>
                  </a:lnTo>
                  <a:lnTo>
                    <a:pt x="660118" y="567845"/>
                  </a:lnTo>
                  <a:lnTo>
                    <a:pt x="736751" y="589920"/>
                  </a:lnTo>
                  <a:lnTo>
                    <a:pt x="813384" y="611667"/>
                  </a:lnTo>
                  <a:lnTo>
                    <a:pt x="890016" y="633092"/>
                  </a:lnTo>
                  <a:lnTo>
                    <a:pt x="966649" y="654198"/>
                  </a:lnTo>
                  <a:lnTo>
                    <a:pt x="1043281" y="674991"/>
                  </a:lnTo>
                  <a:lnTo>
                    <a:pt x="1119914" y="695475"/>
                  </a:lnTo>
                  <a:lnTo>
                    <a:pt x="1196546" y="715655"/>
                  </a:lnTo>
                  <a:lnTo>
                    <a:pt x="1273179" y="735535"/>
                  </a:lnTo>
                  <a:lnTo>
                    <a:pt x="1349811" y="755120"/>
                  </a:lnTo>
                  <a:lnTo>
                    <a:pt x="1426444" y="774415"/>
                  </a:lnTo>
                  <a:lnTo>
                    <a:pt x="1503076" y="793423"/>
                  </a:lnTo>
                  <a:lnTo>
                    <a:pt x="1579709" y="812148"/>
                  </a:lnTo>
                  <a:lnTo>
                    <a:pt x="1656342" y="830596"/>
                  </a:lnTo>
                  <a:lnTo>
                    <a:pt x="1732974" y="848769"/>
                  </a:lnTo>
                  <a:lnTo>
                    <a:pt x="1809607" y="866673"/>
                  </a:lnTo>
                  <a:lnTo>
                    <a:pt x="1886239" y="884311"/>
                  </a:lnTo>
                  <a:lnTo>
                    <a:pt x="1962872" y="901687"/>
                  </a:lnTo>
                  <a:lnTo>
                    <a:pt x="2039504" y="918805"/>
                  </a:lnTo>
                  <a:lnTo>
                    <a:pt x="2116137" y="935669"/>
                  </a:lnTo>
                  <a:lnTo>
                    <a:pt x="2192769" y="952282"/>
                  </a:lnTo>
                  <a:lnTo>
                    <a:pt x="2269402" y="968649"/>
                  </a:lnTo>
                  <a:lnTo>
                    <a:pt x="2346034" y="984773"/>
                  </a:lnTo>
                  <a:lnTo>
                    <a:pt x="2422667" y="1000657"/>
                  </a:lnTo>
                  <a:lnTo>
                    <a:pt x="2499300" y="1016306"/>
                  </a:lnTo>
                  <a:lnTo>
                    <a:pt x="2575932" y="1031722"/>
                  </a:lnTo>
                  <a:lnTo>
                    <a:pt x="2652565" y="1046909"/>
                  </a:lnTo>
                  <a:lnTo>
                    <a:pt x="2729197" y="1061871"/>
                  </a:lnTo>
                  <a:lnTo>
                    <a:pt x="2805830" y="1076610"/>
                  </a:lnTo>
                  <a:lnTo>
                    <a:pt x="2882462" y="1091131"/>
                  </a:lnTo>
                  <a:lnTo>
                    <a:pt x="2959095" y="1105436"/>
                  </a:lnTo>
                  <a:lnTo>
                    <a:pt x="3035727" y="1119529"/>
                  </a:lnTo>
                  <a:lnTo>
                    <a:pt x="3112360" y="1133412"/>
                  </a:lnTo>
                  <a:lnTo>
                    <a:pt x="3188993" y="1147089"/>
                  </a:lnTo>
                  <a:lnTo>
                    <a:pt x="3265625" y="1160564"/>
                  </a:lnTo>
                  <a:lnTo>
                    <a:pt x="3342258" y="1173838"/>
                  </a:lnTo>
                  <a:lnTo>
                    <a:pt x="3418890" y="1182580"/>
                  </a:lnTo>
                  <a:lnTo>
                    <a:pt x="3495523" y="1168089"/>
                  </a:lnTo>
                  <a:lnTo>
                    <a:pt x="3572155" y="1153358"/>
                  </a:lnTo>
                  <a:lnTo>
                    <a:pt x="3648788" y="1138381"/>
                  </a:lnTo>
                  <a:lnTo>
                    <a:pt x="3725420" y="1123156"/>
                  </a:lnTo>
                  <a:lnTo>
                    <a:pt x="3802053" y="1107678"/>
                  </a:lnTo>
                  <a:lnTo>
                    <a:pt x="3878685" y="1091942"/>
                  </a:lnTo>
                  <a:lnTo>
                    <a:pt x="3955318" y="1075946"/>
                  </a:lnTo>
                  <a:lnTo>
                    <a:pt x="4031951" y="1059683"/>
                  </a:lnTo>
                  <a:lnTo>
                    <a:pt x="4108583" y="1043150"/>
                  </a:lnTo>
                  <a:lnTo>
                    <a:pt x="4185216" y="1026342"/>
                  </a:lnTo>
                  <a:lnTo>
                    <a:pt x="4261848" y="1009255"/>
                  </a:lnTo>
                  <a:lnTo>
                    <a:pt x="4338481" y="991883"/>
                  </a:lnTo>
                  <a:lnTo>
                    <a:pt x="4415113" y="974224"/>
                  </a:lnTo>
                  <a:lnTo>
                    <a:pt x="4491746" y="956270"/>
                  </a:lnTo>
                  <a:lnTo>
                    <a:pt x="4568378" y="938019"/>
                  </a:lnTo>
                  <a:lnTo>
                    <a:pt x="4645011" y="919464"/>
                  </a:lnTo>
                  <a:lnTo>
                    <a:pt x="4721644" y="900600"/>
                  </a:lnTo>
                  <a:lnTo>
                    <a:pt x="4798276" y="881424"/>
                  </a:lnTo>
                  <a:lnTo>
                    <a:pt x="4874909" y="861928"/>
                  </a:lnTo>
                  <a:lnTo>
                    <a:pt x="4951541" y="842109"/>
                  </a:lnTo>
                  <a:lnTo>
                    <a:pt x="5028174" y="821960"/>
                  </a:lnTo>
                  <a:lnTo>
                    <a:pt x="5104806" y="801476"/>
                  </a:lnTo>
                  <a:lnTo>
                    <a:pt x="5181439" y="780652"/>
                  </a:lnTo>
                  <a:lnTo>
                    <a:pt x="5258071" y="759482"/>
                  </a:lnTo>
                  <a:lnTo>
                    <a:pt x="5334704" y="737960"/>
                  </a:lnTo>
                  <a:lnTo>
                    <a:pt x="5411336" y="716080"/>
                  </a:lnTo>
                  <a:lnTo>
                    <a:pt x="5487969" y="693837"/>
                  </a:lnTo>
                  <a:lnTo>
                    <a:pt x="5564602" y="671224"/>
                  </a:lnTo>
                  <a:lnTo>
                    <a:pt x="5641234" y="648235"/>
                  </a:lnTo>
                  <a:lnTo>
                    <a:pt x="5717867" y="624864"/>
                  </a:lnTo>
                  <a:lnTo>
                    <a:pt x="5794499" y="601105"/>
                  </a:lnTo>
                  <a:lnTo>
                    <a:pt x="5871132" y="576951"/>
                  </a:lnTo>
                  <a:lnTo>
                    <a:pt x="5947764" y="552395"/>
                  </a:lnTo>
                  <a:lnTo>
                    <a:pt x="6024397" y="527432"/>
                  </a:lnTo>
                  <a:lnTo>
                    <a:pt x="6101029" y="502054"/>
                  </a:lnTo>
                  <a:lnTo>
                    <a:pt x="6177662" y="476253"/>
                  </a:lnTo>
                  <a:lnTo>
                    <a:pt x="6254294" y="450025"/>
                  </a:lnTo>
                  <a:lnTo>
                    <a:pt x="6330927" y="423360"/>
                  </a:lnTo>
                  <a:lnTo>
                    <a:pt x="6407560" y="396252"/>
                  </a:lnTo>
                  <a:lnTo>
                    <a:pt x="6484192" y="368693"/>
                  </a:lnTo>
                  <a:lnTo>
                    <a:pt x="6560825" y="340677"/>
                  </a:lnTo>
                  <a:lnTo>
                    <a:pt x="6637457" y="312195"/>
                  </a:lnTo>
                  <a:lnTo>
                    <a:pt x="6714090" y="283240"/>
                  </a:lnTo>
                  <a:lnTo>
                    <a:pt x="6790722" y="253803"/>
                  </a:lnTo>
                  <a:lnTo>
                    <a:pt x="6867355" y="223877"/>
                  </a:lnTo>
                  <a:lnTo>
                    <a:pt x="6943987" y="193454"/>
                  </a:lnTo>
                  <a:lnTo>
                    <a:pt x="7020620" y="162526"/>
                  </a:lnTo>
                  <a:lnTo>
                    <a:pt x="7097253" y="131083"/>
                  </a:lnTo>
                  <a:lnTo>
                    <a:pt x="7173885" y="99118"/>
                  </a:lnTo>
                  <a:lnTo>
                    <a:pt x="7250518" y="66621"/>
                  </a:lnTo>
                  <a:lnTo>
                    <a:pt x="7327150" y="33585"/>
                  </a:lnTo>
                  <a:lnTo>
                    <a:pt x="7403783" y="0"/>
                  </a:lnTo>
                  <a:lnTo>
                    <a:pt x="7403783" y="1655980"/>
                  </a:lnTo>
                  <a:lnTo>
                    <a:pt x="7327150" y="1649973"/>
                  </a:lnTo>
                  <a:lnTo>
                    <a:pt x="7250518" y="1643875"/>
                  </a:lnTo>
                  <a:lnTo>
                    <a:pt x="7173885" y="1637686"/>
                  </a:lnTo>
                  <a:lnTo>
                    <a:pt x="7097253" y="1631403"/>
                  </a:lnTo>
                  <a:lnTo>
                    <a:pt x="7020620" y="1625025"/>
                  </a:lnTo>
                  <a:lnTo>
                    <a:pt x="6943987" y="1618552"/>
                  </a:lnTo>
                  <a:lnTo>
                    <a:pt x="6867355" y="1611980"/>
                  </a:lnTo>
                  <a:lnTo>
                    <a:pt x="6790722" y="1605310"/>
                  </a:lnTo>
                  <a:lnTo>
                    <a:pt x="6714090" y="1598539"/>
                  </a:lnTo>
                  <a:lnTo>
                    <a:pt x="6637457" y="1591666"/>
                  </a:lnTo>
                  <a:lnTo>
                    <a:pt x="6560825" y="1584690"/>
                  </a:lnTo>
                  <a:lnTo>
                    <a:pt x="6484192" y="1577608"/>
                  </a:lnTo>
                  <a:lnTo>
                    <a:pt x="6407560" y="1570420"/>
                  </a:lnTo>
                  <a:lnTo>
                    <a:pt x="6330927" y="1563123"/>
                  </a:lnTo>
                  <a:lnTo>
                    <a:pt x="6254294" y="1555717"/>
                  </a:lnTo>
                  <a:lnTo>
                    <a:pt x="6177662" y="1548198"/>
                  </a:lnTo>
                  <a:lnTo>
                    <a:pt x="6101029" y="1540567"/>
                  </a:lnTo>
                  <a:lnTo>
                    <a:pt x="6024397" y="1532820"/>
                  </a:lnTo>
                  <a:lnTo>
                    <a:pt x="5947764" y="1524957"/>
                  </a:lnTo>
                  <a:lnTo>
                    <a:pt x="5871132" y="1516975"/>
                  </a:lnTo>
                  <a:lnTo>
                    <a:pt x="5794499" y="1508872"/>
                  </a:lnTo>
                  <a:lnTo>
                    <a:pt x="5717867" y="1500648"/>
                  </a:lnTo>
                  <a:lnTo>
                    <a:pt x="5641234" y="1492300"/>
                  </a:lnTo>
                  <a:lnTo>
                    <a:pt x="5564602" y="1483826"/>
                  </a:lnTo>
                  <a:lnTo>
                    <a:pt x="5487969" y="1475224"/>
                  </a:lnTo>
                  <a:lnTo>
                    <a:pt x="5411336" y="1466492"/>
                  </a:lnTo>
                  <a:lnTo>
                    <a:pt x="5334704" y="1457629"/>
                  </a:lnTo>
                  <a:lnTo>
                    <a:pt x="5258071" y="1448632"/>
                  </a:lnTo>
                  <a:lnTo>
                    <a:pt x="5181439" y="1439500"/>
                  </a:lnTo>
                  <a:lnTo>
                    <a:pt x="5104806" y="1430230"/>
                  </a:lnTo>
                  <a:lnTo>
                    <a:pt x="5028174" y="1420821"/>
                  </a:lnTo>
                  <a:lnTo>
                    <a:pt x="4951541" y="1411269"/>
                  </a:lnTo>
                  <a:lnTo>
                    <a:pt x="4874909" y="1401574"/>
                  </a:lnTo>
                  <a:lnTo>
                    <a:pt x="4798276" y="1391732"/>
                  </a:lnTo>
                  <a:lnTo>
                    <a:pt x="4721644" y="1381742"/>
                  </a:lnTo>
                  <a:lnTo>
                    <a:pt x="4645011" y="1371602"/>
                  </a:lnTo>
                  <a:lnTo>
                    <a:pt x="4568378" y="1361308"/>
                  </a:lnTo>
                  <a:lnTo>
                    <a:pt x="4491746" y="1350860"/>
                  </a:lnTo>
                  <a:lnTo>
                    <a:pt x="4415113" y="1340254"/>
                  </a:lnTo>
                  <a:lnTo>
                    <a:pt x="4338481" y="1329488"/>
                  </a:lnTo>
                  <a:lnTo>
                    <a:pt x="4261848" y="1318560"/>
                  </a:lnTo>
                  <a:lnTo>
                    <a:pt x="4185216" y="1307467"/>
                  </a:lnTo>
                  <a:lnTo>
                    <a:pt x="4108583" y="1296207"/>
                  </a:lnTo>
                  <a:lnTo>
                    <a:pt x="4031951" y="1284777"/>
                  </a:lnTo>
                  <a:lnTo>
                    <a:pt x="3955318" y="1273175"/>
                  </a:lnTo>
                  <a:lnTo>
                    <a:pt x="3878685" y="1261398"/>
                  </a:lnTo>
                  <a:lnTo>
                    <a:pt x="3802053" y="1249444"/>
                  </a:lnTo>
                  <a:lnTo>
                    <a:pt x="3725420" y="1237310"/>
                  </a:lnTo>
                  <a:lnTo>
                    <a:pt x="3648788" y="1224992"/>
                  </a:lnTo>
                  <a:lnTo>
                    <a:pt x="3572155" y="1212489"/>
                  </a:lnTo>
                  <a:lnTo>
                    <a:pt x="3495523" y="1199798"/>
                  </a:lnTo>
                  <a:lnTo>
                    <a:pt x="3418890" y="1186915"/>
                  </a:lnTo>
                  <a:lnTo>
                    <a:pt x="3342258" y="1196834"/>
                  </a:lnTo>
                  <a:lnTo>
                    <a:pt x="3265625" y="1210855"/>
                  </a:lnTo>
                  <a:lnTo>
                    <a:pt x="3188993" y="1224646"/>
                  </a:lnTo>
                  <a:lnTo>
                    <a:pt x="3112360" y="1238212"/>
                  </a:lnTo>
                  <a:lnTo>
                    <a:pt x="3035727" y="1251557"/>
                  </a:lnTo>
                  <a:lnTo>
                    <a:pt x="2959095" y="1264683"/>
                  </a:lnTo>
                  <a:lnTo>
                    <a:pt x="2882462" y="1277595"/>
                  </a:lnTo>
                  <a:lnTo>
                    <a:pt x="2805830" y="1290295"/>
                  </a:lnTo>
                  <a:lnTo>
                    <a:pt x="2729197" y="1302788"/>
                  </a:lnTo>
                  <a:lnTo>
                    <a:pt x="2652565" y="1315077"/>
                  </a:lnTo>
                  <a:lnTo>
                    <a:pt x="2575932" y="1327165"/>
                  </a:lnTo>
                  <a:lnTo>
                    <a:pt x="2499300" y="1339055"/>
                  </a:lnTo>
                  <a:lnTo>
                    <a:pt x="2422667" y="1350751"/>
                  </a:lnTo>
                  <a:lnTo>
                    <a:pt x="2346034" y="1362256"/>
                  </a:lnTo>
                  <a:lnTo>
                    <a:pt x="2269402" y="1373572"/>
                  </a:lnTo>
                  <a:lnTo>
                    <a:pt x="2192769" y="1384704"/>
                  </a:lnTo>
                  <a:lnTo>
                    <a:pt x="2116137" y="1395654"/>
                  </a:lnTo>
                  <a:lnTo>
                    <a:pt x="2039504" y="1406424"/>
                  </a:lnTo>
                  <a:lnTo>
                    <a:pt x="1962872" y="1417019"/>
                  </a:lnTo>
                  <a:lnTo>
                    <a:pt x="1886239" y="1427440"/>
                  </a:lnTo>
                  <a:lnTo>
                    <a:pt x="1809607" y="1437692"/>
                  </a:lnTo>
                  <a:lnTo>
                    <a:pt x="1732974" y="1447775"/>
                  </a:lnTo>
                  <a:lnTo>
                    <a:pt x="1656342" y="1457694"/>
                  </a:lnTo>
                  <a:lnTo>
                    <a:pt x="1579709" y="1467450"/>
                  </a:lnTo>
                  <a:lnTo>
                    <a:pt x="1503076" y="1477047"/>
                  </a:lnTo>
                  <a:lnTo>
                    <a:pt x="1426444" y="1486487"/>
                  </a:lnTo>
                  <a:lnTo>
                    <a:pt x="1349811" y="1495773"/>
                  </a:lnTo>
                  <a:lnTo>
                    <a:pt x="1273179" y="1504907"/>
                  </a:lnTo>
                  <a:lnTo>
                    <a:pt x="1196546" y="1513892"/>
                  </a:lnTo>
                  <a:lnTo>
                    <a:pt x="1119914" y="1522730"/>
                  </a:lnTo>
                  <a:lnTo>
                    <a:pt x="1043281" y="1531423"/>
                  </a:lnTo>
                  <a:lnTo>
                    <a:pt x="966649" y="1539974"/>
                  </a:lnTo>
                  <a:lnTo>
                    <a:pt x="890016" y="1548386"/>
                  </a:lnTo>
                  <a:lnTo>
                    <a:pt x="813384" y="1556660"/>
                  </a:lnTo>
                  <a:lnTo>
                    <a:pt x="736751" y="1564799"/>
                  </a:lnTo>
                  <a:lnTo>
                    <a:pt x="660118" y="1572804"/>
                  </a:lnTo>
                  <a:lnTo>
                    <a:pt x="583486" y="1580679"/>
                  </a:lnTo>
                  <a:lnTo>
                    <a:pt x="506853" y="1588425"/>
                  </a:lnTo>
                  <a:lnTo>
                    <a:pt x="430221" y="1596045"/>
                  </a:lnTo>
                  <a:lnTo>
                    <a:pt x="353588" y="1603540"/>
                  </a:lnTo>
                  <a:lnTo>
                    <a:pt x="276956" y="1610912"/>
                  </a:lnTo>
                  <a:lnTo>
                    <a:pt x="200323" y="1618164"/>
                  </a:lnTo>
                  <a:lnTo>
                    <a:pt x="123691" y="1625297"/>
                  </a:lnTo>
                  <a:lnTo>
                    <a:pt x="47058" y="1632314"/>
                  </a:lnTo>
                  <a:lnTo>
                    <a:pt x="0" y="16365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494674"/>
              <a:ext cx="7403783" cy="1182580"/>
            </a:xfrm>
            <a:custGeom>
              <a:avLst/>
              <a:pathLst>
                <a:path w="7403783" h="1182580">
                  <a:moveTo>
                    <a:pt x="0" y="363326"/>
                  </a:moveTo>
                  <a:lnTo>
                    <a:pt x="47058" y="378835"/>
                  </a:lnTo>
                  <a:lnTo>
                    <a:pt x="123691" y="403717"/>
                  </a:lnTo>
                  <a:lnTo>
                    <a:pt x="200323" y="428229"/>
                  </a:lnTo>
                  <a:lnTo>
                    <a:pt x="276956" y="452377"/>
                  </a:lnTo>
                  <a:lnTo>
                    <a:pt x="353588" y="476167"/>
                  </a:lnTo>
                  <a:lnTo>
                    <a:pt x="430221" y="499603"/>
                  </a:lnTo>
                  <a:lnTo>
                    <a:pt x="506853" y="522691"/>
                  </a:lnTo>
                  <a:lnTo>
                    <a:pt x="583486" y="545437"/>
                  </a:lnTo>
                  <a:lnTo>
                    <a:pt x="660118" y="567845"/>
                  </a:lnTo>
                  <a:lnTo>
                    <a:pt x="736751" y="589920"/>
                  </a:lnTo>
                  <a:lnTo>
                    <a:pt x="813384" y="611667"/>
                  </a:lnTo>
                  <a:lnTo>
                    <a:pt x="890016" y="633092"/>
                  </a:lnTo>
                  <a:lnTo>
                    <a:pt x="966649" y="654198"/>
                  </a:lnTo>
                  <a:lnTo>
                    <a:pt x="1043281" y="674991"/>
                  </a:lnTo>
                  <a:lnTo>
                    <a:pt x="1119914" y="695475"/>
                  </a:lnTo>
                  <a:lnTo>
                    <a:pt x="1196546" y="715655"/>
                  </a:lnTo>
                  <a:lnTo>
                    <a:pt x="1273179" y="735535"/>
                  </a:lnTo>
                  <a:lnTo>
                    <a:pt x="1349811" y="755120"/>
                  </a:lnTo>
                  <a:lnTo>
                    <a:pt x="1426444" y="774415"/>
                  </a:lnTo>
                  <a:lnTo>
                    <a:pt x="1503076" y="793423"/>
                  </a:lnTo>
                  <a:lnTo>
                    <a:pt x="1579709" y="812148"/>
                  </a:lnTo>
                  <a:lnTo>
                    <a:pt x="1656342" y="830596"/>
                  </a:lnTo>
                  <a:lnTo>
                    <a:pt x="1732974" y="848769"/>
                  </a:lnTo>
                  <a:lnTo>
                    <a:pt x="1809607" y="866673"/>
                  </a:lnTo>
                  <a:lnTo>
                    <a:pt x="1886239" y="884311"/>
                  </a:lnTo>
                  <a:lnTo>
                    <a:pt x="1962872" y="901687"/>
                  </a:lnTo>
                  <a:lnTo>
                    <a:pt x="2039504" y="918805"/>
                  </a:lnTo>
                  <a:lnTo>
                    <a:pt x="2116137" y="935669"/>
                  </a:lnTo>
                  <a:lnTo>
                    <a:pt x="2192769" y="952282"/>
                  </a:lnTo>
                  <a:lnTo>
                    <a:pt x="2269402" y="968649"/>
                  </a:lnTo>
                  <a:lnTo>
                    <a:pt x="2346034" y="984773"/>
                  </a:lnTo>
                  <a:lnTo>
                    <a:pt x="2422667" y="1000657"/>
                  </a:lnTo>
                  <a:lnTo>
                    <a:pt x="2499300" y="1016306"/>
                  </a:lnTo>
                  <a:lnTo>
                    <a:pt x="2575932" y="1031722"/>
                  </a:lnTo>
                  <a:lnTo>
                    <a:pt x="2652565" y="1046909"/>
                  </a:lnTo>
                  <a:lnTo>
                    <a:pt x="2729197" y="1061871"/>
                  </a:lnTo>
                  <a:lnTo>
                    <a:pt x="2805830" y="1076610"/>
                  </a:lnTo>
                  <a:lnTo>
                    <a:pt x="2882462" y="1091131"/>
                  </a:lnTo>
                  <a:lnTo>
                    <a:pt x="2959095" y="1105436"/>
                  </a:lnTo>
                  <a:lnTo>
                    <a:pt x="3035727" y="1119529"/>
                  </a:lnTo>
                  <a:lnTo>
                    <a:pt x="3112360" y="1133412"/>
                  </a:lnTo>
                  <a:lnTo>
                    <a:pt x="3188993" y="1147089"/>
                  </a:lnTo>
                  <a:lnTo>
                    <a:pt x="3265625" y="1160564"/>
                  </a:lnTo>
                  <a:lnTo>
                    <a:pt x="3342258" y="1173838"/>
                  </a:lnTo>
                  <a:lnTo>
                    <a:pt x="3418890" y="1182580"/>
                  </a:lnTo>
                  <a:lnTo>
                    <a:pt x="3495523" y="1168089"/>
                  </a:lnTo>
                  <a:lnTo>
                    <a:pt x="3572155" y="1153358"/>
                  </a:lnTo>
                  <a:lnTo>
                    <a:pt x="3648788" y="1138381"/>
                  </a:lnTo>
                  <a:lnTo>
                    <a:pt x="3725420" y="1123156"/>
                  </a:lnTo>
                  <a:lnTo>
                    <a:pt x="3802053" y="1107678"/>
                  </a:lnTo>
                  <a:lnTo>
                    <a:pt x="3878685" y="1091942"/>
                  </a:lnTo>
                  <a:lnTo>
                    <a:pt x="3955318" y="1075946"/>
                  </a:lnTo>
                  <a:lnTo>
                    <a:pt x="4031951" y="1059683"/>
                  </a:lnTo>
                  <a:lnTo>
                    <a:pt x="4108583" y="1043150"/>
                  </a:lnTo>
                  <a:lnTo>
                    <a:pt x="4185216" y="1026342"/>
                  </a:lnTo>
                  <a:lnTo>
                    <a:pt x="4261848" y="1009255"/>
                  </a:lnTo>
                  <a:lnTo>
                    <a:pt x="4338481" y="991883"/>
                  </a:lnTo>
                  <a:lnTo>
                    <a:pt x="4415113" y="974224"/>
                  </a:lnTo>
                  <a:lnTo>
                    <a:pt x="4491746" y="956270"/>
                  </a:lnTo>
                  <a:lnTo>
                    <a:pt x="4568378" y="938019"/>
                  </a:lnTo>
                  <a:lnTo>
                    <a:pt x="4645011" y="919464"/>
                  </a:lnTo>
                  <a:lnTo>
                    <a:pt x="4721644" y="900600"/>
                  </a:lnTo>
                  <a:lnTo>
                    <a:pt x="4798276" y="881424"/>
                  </a:lnTo>
                  <a:lnTo>
                    <a:pt x="4874909" y="861928"/>
                  </a:lnTo>
                  <a:lnTo>
                    <a:pt x="4951541" y="842109"/>
                  </a:lnTo>
                  <a:lnTo>
                    <a:pt x="5028174" y="821960"/>
                  </a:lnTo>
                  <a:lnTo>
                    <a:pt x="5104806" y="801476"/>
                  </a:lnTo>
                  <a:lnTo>
                    <a:pt x="5181439" y="780652"/>
                  </a:lnTo>
                  <a:lnTo>
                    <a:pt x="5258071" y="759482"/>
                  </a:lnTo>
                  <a:lnTo>
                    <a:pt x="5334704" y="737960"/>
                  </a:lnTo>
                  <a:lnTo>
                    <a:pt x="5411336" y="716080"/>
                  </a:lnTo>
                  <a:lnTo>
                    <a:pt x="5487969" y="693837"/>
                  </a:lnTo>
                  <a:lnTo>
                    <a:pt x="5564602" y="671224"/>
                  </a:lnTo>
                  <a:lnTo>
                    <a:pt x="5641234" y="648235"/>
                  </a:lnTo>
                  <a:lnTo>
                    <a:pt x="5717867" y="624864"/>
                  </a:lnTo>
                  <a:lnTo>
                    <a:pt x="5794499" y="601105"/>
                  </a:lnTo>
                  <a:lnTo>
                    <a:pt x="5871132" y="576951"/>
                  </a:lnTo>
                  <a:lnTo>
                    <a:pt x="5947764" y="552395"/>
                  </a:lnTo>
                  <a:lnTo>
                    <a:pt x="6024397" y="527432"/>
                  </a:lnTo>
                  <a:lnTo>
                    <a:pt x="6101029" y="502054"/>
                  </a:lnTo>
                  <a:lnTo>
                    <a:pt x="6177662" y="476253"/>
                  </a:lnTo>
                  <a:lnTo>
                    <a:pt x="6254294" y="450025"/>
                  </a:lnTo>
                  <a:lnTo>
                    <a:pt x="6330927" y="423360"/>
                  </a:lnTo>
                  <a:lnTo>
                    <a:pt x="6407560" y="396252"/>
                  </a:lnTo>
                  <a:lnTo>
                    <a:pt x="6484192" y="368693"/>
                  </a:lnTo>
                  <a:lnTo>
                    <a:pt x="6560825" y="340677"/>
                  </a:lnTo>
                  <a:lnTo>
                    <a:pt x="6637457" y="312195"/>
                  </a:lnTo>
                  <a:lnTo>
                    <a:pt x="6714090" y="283240"/>
                  </a:lnTo>
                  <a:lnTo>
                    <a:pt x="6790722" y="253803"/>
                  </a:lnTo>
                  <a:lnTo>
                    <a:pt x="6867355" y="223877"/>
                  </a:lnTo>
                  <a:lnTo>
                    <a:pt x="6943987" y="193454"/>
                  </a:lnTo>
                  <a:lnTo>
                    <a:pt x="7020620" y="162526"/>
                  </a:lnTo>
                  <a:lnTo>
                    <a:pt x="7097253" y="131083"/>
                  </a:lnTo>
                  <a:lnTo>
                    <a:pt x="7173885" y="99118"/>
                  </a:lnTo>
                  <a:lnTo>
                    <a:pt x="7250518" y="66621"/>
                  </a:lnTo>
                  <a:lnTo>
                    <a:pt x="7327150" y="33585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589"/>
              <a:ext cx="7403783" cy="469065"/>
            </a:xfrm>
            <a:custGeom>
              <a:avLst/>
              <a:pathLst>
                <a:path w="7403783" h="469065">
                  <a:moveTo>
                    <a:pt x="7403783" y="469065"/>
                  </a:moveTo>
                  <a:lnTo>
                    <a:pt x="7327150" y="463058"/>
                  </a:lnTo>
                  <a:lnTo>
                    <a:pt x="7250518" y="456960"/>
                  </a:lnTo>
                  <a:lnTo>
                    <a:pt x="7173885" y="450770"/>
                  </a:lnTo>
                  <a:lnTo>
                    <a:pt x="7097253" y="444488"/>
                  </a:lnTo>
                  <a:lnTo>
                    <a:pt x="7020620" y="438110"/>
                  </a:lnTo>
                  <a:lnTo>
                    <a:pt x="6943987" y="431636"/>
                  </a:lnTo>
                  <a:lnTo>
                    <a:pt x="6867355" y="425065"/>
                  </a:lnTo>
                  <a:lnTo>
                    <a:pt x="6790722" y="418395"/>
                  </a:lnTo>
                  <a:lnTo>
                    <a:pt x="6714090" y="411624"/>
                  </a:lnTo>
                  <a:lnTo>
                    <a:pt x="6637457" y="404751"/>
                  </a:lnTo>
                  <a:lnTo>
                    <a:pt x="6560825" y="397775"/>
                  </a:lnTo>
                  <a:lnTo>
                    <a:pt x="6484192" y="390693"/>
                  </a:lnTo>
                  <a:lnTo>
                    <a:pt x="6407560" y="383505"/>
                  </a:lnTo>
                  <a:lnTo>
                    <a:pt x="6330927" y="376208"/>
                  </a:lnTo>
                  <a:lnTo>
                    <a:pt x="6254294" y="368801"/>
                  </a:lnTo>
                  <a:lnTo>
                    <a:pt x="6177662" y="361283"/>
                  </a:lnTo>
                  <a:lnTo>
                    <a:pt x="6101029" y="353652"/>
                  </a:lnTo>
                  <a:lnTo>
                    <a:pt x="6024397" y="345905"/>
                  </a:lnTo>
                  <a:lnTo>
                    <a:pt x="5947764" y="338041"/>
                  </a:lnTo>
                  <a:lnTo>
                    <a:pt x="5871132" y="330060"/>
                  </a:lnTo>
                  <a:lnTo>
                    <a:pt x="5794499" y="321957"/>
                  </a:lnTo>
                  <a:lnTo>
                    <a:pt x="5717867" y="313733"/>
                  </a:lnTo>
                  <a:lnTo>
                    <a:pt x="5641234" y="305385"/>
                  </a:lnTo>
                  <a:lnTo>
                    <a:pt x="5564602" y="296910"/>
                  </a:lnTo>
                  <a:lnTo>
                    <a:pt x="5487969" y="288309"/>
                  </a:lnTo>
                  <a:lnTo>
                    <a:pt x="5411336" y="279577"/>
                  </a:lnTo>
                  <a:lnTo>
                    <a:pt x="5334704" y="270714"/>
                  </a:lnTo>
                  <a:lnTo>
                    <a:pt x="5258071" y="261717"/>
                  </a:lnTo>
                  <a:lnTo>
                    <a:pt x="5181439" y="252585"/>
                  </a:lnTo>
                  <a:lnTo>
                    <a:pt x="5104806" y="243315"/>
                  </a:lnTo>
                  <a:lnTo>
                    <a:pt x="5028174" y="233905"/>
                  </a:lnTo>
                  <a:lnTo>
                    <a:pt x="4951541" y="224354"/>
                  </a:lnTo>
                  <a:lnTo>
                    <a:pt x="4874909" y="214658"/>
                  </a:lnTo>
                  <a:lnTo>
                    <a:pt x="4798276" y="204817"/>
                  </a:lnTo>
                  <a:lnTo>
                    <a:pt x="4721644" y="194827"/>
                  </a:lnTo>
                  <a:lnTo>
                    <a:pt x="4645011" y="184686"/>
                  </a:lnTo>
                  <a:lnTo>
                    <a:pt x="4568378" y="174393"/>
                  </a:lnTo>
                  <a:lnTo>
                    <a:pt x="4491746" y="163945"/>
                  </a:lnTo>
                  <a:lnTo>
                    <a:pt x="4415113" y="153339"/>
                  </a:lnTo>
                  <a:lnTo>
                    <a:pt x="4338481" y="142573"/>
                  </a:lnTo>
                  <a:lnTo>
                    <a:pt x="4261848" y="131645"/>
                  </a:lnTo>
                  <a:lnTo>
                    <a:pt x="4185216" y="120552"/>
                  </a:lnTo>
                  <a:lnTo>
                    <a:pt x="4108583" y="109292"/>
                  </a:lnTo>
                  <a:lnTo>
                    <a:pt x="4031951" y="97862"/>
                  </a:lnTo>
                  <a:lnTo>
                    <a:pt x="3955318" y="86260"/>
                  </a:lnTo>
                  <a:lnTo>
                    <a:pt x="3878685" y="74483"/>
                  </a:lnTo>
                  <a:lnTo>
                    <a:pt x="3802053" y="62529"/>
                  </a:lnTo>
                  <a:lnTo>
                    <a:pt x="3725420" y="50394"/>
                  </a:lnTo>
                  <a:lnTo>
                    <a:pt x="3648788" y="38077"/>
                  </a:lnTo>
                  <a:lnTo>
                    <a:pt x="3572155" y="25574"/>
                  </a:lnTo>
                  <a:lnTo>
                    <a:pt x="3495523" y="12882"/>
                  </a:lnTo>
                  <a:lnTo>
                    <a:pt x="3418890" y="0"/>
                  </a:lnTo>
                  <a:lnTo>
                    <a:pt x="3342258" y="9919"/>
                  </a:lnTo>
                  <a:lnTo>
                    <a:pt x="3265625" y="23939"/>
                  </a:lnTo>
                  <a:lnTo>
                    <a:pt x="3188993" y="37731"/>
                  </a:lnTo>
                  <a:lnTo>
                    <a:pt x="3112360" y="51297"/>
                  </a:lnTo>
                  <a:lnTo>
                    <a:pt x="3035727" y="64642"/>
                  </a:lnTo>
                  <a:lnTo>
                    <a:pt x="2959095" y="77768"/>
                  </a:lnTo>
                  <a:lnTo>
                    <a:pt x="2882462" y="90679"/>
                  </a:lnTo>
                  <a:lnTo>
                    <a:pt x="2805830" y="103380"/>
                  </a:lnTo>
                  <a:lnTo>
                    <a:pt x="2729197" y="115873"/>
                  </a:lnTo>
                  <a:lnTo>
                    <a:pt x="2652565" y="128162"/>
                  </a:lnTo>
                  <a:lnTo>
                    <a:pt x="2575932" y="140250"/>
                  </a:lnTo>
                  <a:lnTo>
                    <a:pt x="2499300" y="152140"/>
                  </a:lnTo>
                  <a:lnTo>
                    <a:pt x="2422667" y="163836"/>
                  </a:lnTo>
                  <a:lnTo>
                    <a:pt x="2346034" y="175341"/>
                  </a:lnTo>
                  <a:lnTo>
                    <a:pt x="2269402" y="186657"/>
                  </a:lnTo>
                  <a:lnTo>
                    <a:pt x="2192769" y="197789"/>
                  </a:lnTo>
                  <a:lnTo>
                    <a:pt x="2116137" y="208739"/>
                  </a:lnTo>
                  <a:lnTo>
                    <a:pt x="2039504" y="219509"/>
                  </a:lnTo>
                  <a:lnTo>
                    <a:pt x="1962872" y="230104"/>
                  </a:lnTo>
                  <a:lnTo>
                    <a:pt x="1886239" y="240525"/>
                  </a:lnTo>
                  <a:lnTo>
                    <a:pt x="1809607" y="250776"/>
                  </a:lnTo>
                  <a:lnTo>
                    <a:pt x="1732974" y="260860"/>
                  </a:lnTo>
                  <a:lnTo>
                    <a:pt x="1656342" y="270779"/>
                  </a:lnTo>
                  <a:lnTo>
                    <a:pt x="1579709" y="280535"/>
                  </a:lnTo>
                  <a:lnTo>
                    <a:pt x="1503076" y="290132"/>
                  </a:lnTo>
                  <a:lnTo>
                    <a:pt x="1426444" y="299572"/>
                  </a:lnTo>
                  <a:lnTo>
                    <a:pt x="1349811" y="308858"/>
                  </a:lnTo>
                  <a:lnTo>
                    <a:pt x="1273179" y="317992"/>
                  </a:lnTo>
                  <a:lnTo>
                    <a:pt x="1196546" y="326977"/>
                  </a:lnTo>
                  <a:lnTo>
                    <a:pt x="1119914" y="335815"/>
                  </a:lnTo>
                  <a:lnTo>
                    <a:pt x="1043281" y="344508"/>
                  </a:lnTo>
                  <a:lnTo>
                    <a:pt x="966649" y="353059"/>
                  </a:lnTo>
                  <a:lnTo>
                    <a:pt x="890016" y="361471"/>
                  </a:lnTo>
                  <a:lnTo>
                    <a:pt x="813384" y="369745"/>
                  </a:lnTo>
                  <a:lnTo>
                    <a:pt x="736751" y="377883"/>
                  </a:lnTo>
                  <a:lnTo>
                    <a:pt x="660118" y="385889"/>
                  </a:lnTo>
                  <a:lnTo>
                    <a:pt x="583486" y="393764"/>
                  </a:lnTo>
                  <a:lnTo>
                    <a:pt x="506853" y="401510"/>
                  </a:lnTo>
                  <a:lnTo>
                    <a:pt x="430221" y="409130"/>
                  </a:lnTo>
                  <a:lnTo>
                    <a:pt x="353588" y="416624"/>
                  </a:lnTo>
                  <a:lnTo>
                    <a:pt x="276956" y="423997"/>
                  </a:lnTo>
                  <a:lnTo>
                    <a:pt x="200323" y="431249"/>
                  </a:lnTo>
                  <a:lnTo>
                    <a:pt x="123691" y="438382"/>
                  </a:lnTo>
                  <a:lnTo>
                    <a:pt x="47058" y="445399"/>
                  </a:lnTo>
                  <a:lnTo>
                    <a:pt x="0" y="4496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44310"/>
              <a:ext cx="7403783" cy="64153"/>
            </a:xfrm>
            <a:custGeom>
              <a:avLst/>
              <a:pathLst>
                <a:path w="7403783" h="64153">
                  <a:moveTo>
                    <a:pt x="0" y="64153"/>
                  </a:moveTo>
                  <a:lnTo>
                    <a:pt x="47058" y="63760"/>
                  </a:lnTo>
                  <a:lnTo>
                    <a:pt x="123691" y="63120"/>
                  </a:lnTo>
                  <a:lnTo>
                    <a:pt x="200323" y="62479"/>
                  </a:lnTo>
                  <a:lnTo>
                    <a:pt x="276956" y="61838"/>
                  </a:lnTo>
                  <a:lnTo>
                    <a:pt x="353588" y="61196"/>
                  </a:lnTo>
                  <a:lnTo>
                    <a:pt x="430221" y="60553"/>
                  </a:lnTo>
                  <a:lnTo>
                    <a:pt x="506853" y="59910"/>
                  </a:lnTo>
                  <a:lnTo>
                    <a:pt x="583486" y="59267"/>
                  </a:lnTo>
                  <a:lnTo>
                    <a:pt x="660118" y="58623"/>
                  </a:lnTo>
                  <a:lnTo>
                    <a:pt x="736751" y="57979"/>
                  </a:lnTo>
                  <a:lnTo>
                    <a:pt x="813384" y="57334"/>
                  </a:lnTo>
                  <a:lnTo>
                    <a:pt x="890016" y="56689"/>
                  </a:lnTo>
                  <a:lnTo>
                    <a:pt x="966649" y="56043"/>
                  </a:lnTo>
                  <a:lnTo>
                    <a:pt x="1043281" y="55396"/>
                  </a:lnTo>
                  <a:lnTo>
                    <a:pt x="1119914" y="54750"/>
                  </a:lnTo>
                  <a:lnTo>
                    <a:pt x="1196546" y="54102"/>
                  </a:lnTo>
                  <a:lnTo>
                    <a:pt x="1273179" y="53454"/>
                  </a:lnTo>
                  <a:lnTo>
                    <a:pt x="1349811" y="52806"/>
                  </a:lnTo>
                  <a:lnTo>
                    <a:pt x="1426444" y="52157"/>
                  </a:lnTo>
                  <a:lnTo>
                    <a:pt x="1503076" y="51508"/>
                  </a:lnTo>
                  <a:lnTo>
                    <a:pt x="1579709" y="50858"/>
                  </a:lnTo>
                  <a:lnTo>
                    <a:pt x="1656342" y="50208"/>
                  </a:lnTo>
                  <a:lnTo>
                    <a:pt x="1732974" y="49557"/>
                  </a:lnTo>
                  <a:lnTo>
                    <a:pt x="1809607" y="48906"/>
                  </a:lnTo>
                  <a:lnTo>
                    <a:pt x="1886239" y="48254"/>
                  </a:lnTo>
                  <a:lnTo>
                    <a:pt x="1962872" y="47602"/>
                  </a:lnTo>
                  <a:lnTo>
                    <a:pt x="2039504" y="46949"/>
                  </a:lnTo>
                  <a:lnTo>
                    <a:pt x="2116137" y="46296"/>
                  </a:lnTo>
                  <a:lnTo>
                    <a:pt x="2192769" y="45642"/>
                  </a:lnTo>
                  <a:lnTo>
                    <a:pt x="2269402" y="44988"/>
                  </a:lnTo>
                  <a:lnTo>
                    <a:pt x="2346034" y="44333"/>
                  </a:lnTo>
                  <a:lnTo>
                    <a:pt x="2422667" y="43678"/>
                  </a:lnTo>
                  <a:lnTo>
                    <a:pt x="2499300" y="43022"/>
                  </a:lnTo>
                  <a:lnTo>
                    <a:pt x="2575932" y="42366"/>
                  </a:lnTo>
                  <a:lnTo>
                    <a:pt x="2652565" y="41709"/>
                  </a:lnTo>
                  <a:lnTo>
                    <a:pt x="2729197" y="41052"/>
                  </a:lnTo>
                  <a:lnTo>
                    <a:pt x="2805830" y="40394"/>
                  </a:lnTo>
                  <a:lnTo>
                    <a:pt x="2882462" y="39736"/>
                  </a:lnTo>
                  <a:lnTo>
                    <a:pt x="2959095" y="39077"/>
                  </a:lnTo>
                  <a:lnTo>
                    <a:pt x="3035727" y="38418"/>
                  </a:lnTo>
                  <a:lnTo>
                    <a:pt x="3112360" y="37758"/>
                  </a:lnTo>
                  <a:lnTo>
                    <a:pt x="3188993" y="37098"/>
                  </a:lnTo>
                  <a:lnTo>
                    <a:pt x="3265625" y="36437"/>
                  </a:lnTo>
                  <a:lnTo>
                    <a:pt x="3342258" y="35776"/>
                  </a:lnTo>
                  <a:lnTo>
                    <a:pt x="3418890" y="35114"/>
                  </a:lnTo>
                  <a:lnTo>
                    <a:pt x="3495523" y="34452"/>
                  </a:lnTo>
                  <a:lnTo>
                    <a:pt x="3572155" y="33789"/>
                  </a:lnTo>
                  <a:lnTo>
                    <a:pt x="3648788" y="33126"/>
                  </a:lnTo>
                  <a:lnTo>
                    <a:pt x="3725420" y="32462"/>
                  </a:lnTo>
                  <a:lnTo>
                    <a:pt x="3802053" y="31798"/>
                  </a:lnTo>
                  <a:lnTo>
                    <a:pt x="3878685" y="31133"/>
                  </a:lnTo>
                  <a:lnTo>
                    <a:pt x="3955318" y="30468"/>
                  </a:lnTo>
                  <a:lnTo>
                    <a:pt x="4031951" y="29802"/>
                  </a:lnTo>
                  <a:lnTo>
                    <a:pt x="4108583" y="29136"/>
                  </a:lnTo>
                  <a:lnTo>
                    <a:pt x="4185216" y="28469"/>
                  </a:lnTo>
                  <a:lnTo>
                    <a:pt x="4261848" y="27802"/>
                  </a:lnTo>
                  <a:lnTo>
                    <a:pt x="4338481" y="27134"/>
                  </a:lnTo>
                  <a:lnTo>
                    <a:pt x="4415113" y="26465"/>
                  </a:lnTo>
                  <a:lnTo>
                    <a:pt x="4491746" y="25797"/>
                  </a:lnTo>
                  <a:lnTo>
                    <a:pt x="4568378" y="25127"/>
                  </a:lnTo>
                  <a:lnTo>
                    <a:pt x="4645011" y="24457"/>
                  </a:lnTo>
                  <a:lnTo>
                    <a:pt x="4721644" y="23787"/>
                  </a:lnTo>
                  <a:lnTo>
                    <a:pt x="4798276" y="23116"/>
                  </a:lnTo>
                  <a:lnTo>
                    <a:pt x="4874909" y="22445"/>
                  </a:lnTo>
                  <a:lnTo>
                    <a:pt x="4951541" y="21773"/>
                  </a:lnTo>
                  <a:lnTo>
                    <a:pt x="5028174" y="21100"/>
                  </a:lnTo>
                  <a:lnTo>
                    <a:pt x="5104806" y="20427"/>
                  </a:lnTo>
                  <a:lnTo>
                    <a:pt x="5181439" y="19754"/>
                  </a:lnTo>
                  <a:lnTo>
                    <a:pt x="5258071" y="19080"/>
                  </a:lnTo>
                  <a:lnTo>
                    <a:pt x="5334704" y="18406"/>
                  </a:lnTo>
                  <a:lnTo>
                    <a:pt x="5411336" y="17731"/>
                  </a:lnTo>
                  <a:lnTo>
                    <a:pt x="5487969" y="17055"/>
                  </a:lnTo>
                  <a:lnTo>
                    <a:pt x="5564602" y="16379"/>
                  </a:lnTo>
                  <a:lnTo>
                    <a:pt x="5641234" y="15703"/>
                  </a:lnTo>
                  <a:lnTo>
                    <a:pt x="5717867" y="15026"/>
                  </a:lnTo>
                  <a:lnTo>
                    <a:pt x="5794499" y="14348"/>
                  </a:lnTo>
                  <a:lnTo>
                    <a:pt x="5871132" y="13670"/>
                  </a:lnTo>
                  <a:lnTo>
                    <a:pt x="5947764" y="12991"/>
                  </a:lnTo>
                  <a:lnTo>
                    <a:pt x="6024397" y="12312"/>
                  </a:lnTo>
                  <a:lnTo>
                    <a:pt x="6101029" y="11633"/>
                  </a:lnTo>
                  <a:lnTo>
                    <a:pt x="6177662" y="10952"/>
                  </a:lnTo>
                  <a:lnTo>
                    <a:pt x="6254294" y="10272"/>
                  </a:lnTo>
                  <a:lnTo>
                    <a:pt x="6330927" y="9591"/>
                  </a:lnTo>
                  <a:lnTo>
                    <a:pt x="6407560" y="8909"/>
                  </a:lnTo>
                  <a:lnTo>
                    <a:pt x="6484192" y="8227"/>
                  </a:lnTo>
                  <a:lnTo>
                    <a:pt x="6560825" y="7544"/>
                  </a:lnTo>
                  <a:lnTo>
                    <a:pt x="6637457" y="6861"/>
                  </a:lnTo>
                  <a:lnTo>
                    <a:pt x="6714090" y="6177"/>
                  </a:lnTo>
                  <a:lnTo>
                    <a:pt x="6790722" y="5493"/>
                  </a:lnTo>
                  <a:lnTo>
                    <a:pt x="6867355" y="4808"/>
                  </a:lnTo>
                  <a:lnTo>
                    <a:pt x="6943987" y="4122"/>
                  </a:lnTo>
                  <a:lnTo>
                    <a:pt x="7020620" y="3437"/>
                  </a:lnTo>
                  <a:lnTo>
                    <a:pt x="7097253" y="2750"/>
                  </a:lnTo>
                  <a:lnTo>
                    <a:pt x="7173885" y="2063"/>
                  </a:lnTo>
                  <a:lnTo>
                    <a:pt x="7250518" y="1376"/>
                  </a:lnTo>
                  <a:lnTo>
                    <a:pt x="7327150" y="688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2026-05-27T10:03:51Z</dcterms:modified>
  <cp:category/>
</cp:coreProperties>
</file>