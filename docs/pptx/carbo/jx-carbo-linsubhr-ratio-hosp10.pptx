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597718"/>
              <a:ext cx="7403783" cy="1579408"/>
            </a:xfrm>
            <a:custGeom>
              <a:avLst/>
              <a:pathLst>
                <a:path w="7403783" h="1579408">
                  <a:moveTo>
                    <a:pt x="0" y="346525"/>
                  </a:moveTo>
                  <a:lnTo>
                    <a:pt x="47058" y="361318"/>
                  </a:lnTo>
                  <a:lnTo>
                    <a:pt x="123691" y="385049"/>
                  </a:lnTo>
                  <a:lnTo>
                    <a:pt x="200323" y="408428"/>
                  </a:lnTo>
                  <a:lnTo>
                    <a:pt x="276956" y="431459"/>
                  </a:lnTo>
                  <a:lnTo>
                    <a:pt x="353588" y="454149"/>
                  </a:lnTo>
                  <a:lnTo>
                    <a:pt x="430221" y="476502"/>
                  </a:lnTo>
                  <a:lnTo>
                    <a:pt x="506853" y="498522"/>
                  </a:lnTo>
                  <a:lnTo>
                    <a:pt x="583486" y="520216"/>
                  </a:lnTo>
                  <a:lnTo>
                    <a:pt x="660118" y="541588"/>
                  </a:lnTo>
                  <a:lnTo>
                    <a:pt x="736751" y="562642"/>
                  </a:lnTo>
                  <a:lnTo>
                    <a:pt x="813384" y="583384"/>
                  </a:lnTo>
                  <a:lnTo>
                    <a:pt x="890016" y="603818"/>
                  </a:lnTo>
                  <a:lnTo>
                    <a:pt x="966649" y="623948"/>
                  </a:lnTo>
                  <a:lnTo>
                    <a:pt x="1043281" y="643779"/>
                  </a:lnTo>
                  <a:lnTo>
                    <a:pt x="1119914" y="663316"/>
                  </a:lnTo>
                  <a:lnTo>
                    <a:pt x="1196546" y="682563"/>
                  </a:lnTo>
                  <a:lnTo>
                    <a:pt x="1273179" y="701524"/>
                  </a:lnTo>
                  <a:lnTo>
                    <a:pt x="1349811" y="720204"/>
                  </a:lnTo>
                  <a:lnTo>
                    <a:pt x="1426444" y="738606"/>
                  </a:lnTo>
                  <a:lnTo>
                    <a:pt x="1503076" y="756735"/>
                  </a:lnTo>
                  <a:lnTo>
                    <a:pt x="1579709" y="774595"/>
                  </a:lnTo>
                  <a:lnTo>
                    <a:pt x="1656342" y="792189"/>
                  </a:lnTo>
                  <a:lnTo>
                    <a:pt x="1732974" y="809523"/>
                  </a:lnTo>
                  <a:lnTo>
                    <a:pt x="1809607" y="826598"/>
                  </a:lnTo>
                  <a:lnTo>
                    <a:pt x="1886239" y="843421"/>
                  </a:lnTo>
                  <a:lnTo>
                    <a:pt x="1962872" y="859993"/>
                  </a:lnTo>
                  <a:lnTo>
                    <a:pt x="2039504" y="876320"/>
                  </a:lnTo>
                  <a:lnTo>
                    <a:pt x="2116137" y="892404"/>
                  </a:lnTo>
                  <a:lnTo>
                    <a:pt x="2192769" y="908249"/>
                  </a:lnTo>
                  <a:lnTo>
                    <a:pt x="2269402" y="923859"/>
                  </a:lnTo>
                  <a:lnTo>
                    <a:pt x="2346034" y="939237"/>
                  </a:lnTo>
                  <a:lnTo>
                    <a:pt x="2422667" y="954387"/>
                  </a:lnTo>
                  <a:lnTo>
                    <a:pt x="2499300" y="969312"/>
                  </a:lnTo>
                  <a:lnTo>
                    <a:pt x="2575932" y="984015"/>
                  </a:lnTo>
                  <a:lnTo>
                    <a:pt x="2652565" y="998500"/>
                  </a:lnTo>
                  <a:lnTo>
                    <a:pt x="2729197" y="1012770"/>
                  </a:lnTo>
                  <a:lnTo>
                    <a:pt x="2805830" y="1026828"/>
                  </a:lnTo>
                  <a:lnTo>
                    <a:pt x="2882462" y="1040677"/>
                  </a:lnTo>
                  <a:lnTo>
                    <a:pt x="2959095" y="1054321"/>
                  </a:lnTo>
                  <a:lnTo>
                    <a:pt x="3035727" y="1067762"/>
                  </a:lnTo>
                  <a:lnTo>
                    <a:pt x="3112360" y="1081004"/>
                  </a:lnTo>
                  <a:lnTo>
                    <a:pt x="3188993" y="1094048"/>
                  </a:lnTo>
                  <a:lnTo>
                    <a:pt x="3265625" y="1106900"/>
                  </a:lnTo>
                  <a:lnTo>
                    <a:pt x="3342258" y="1119560"/>
                  </a:lnTo>
                  <a:lnTo>
                    <a:pt x="3418890" y="1127898"/>
                  </a:lnTo>
                  <a:lnTo>
                    <a:pt x="3495523" y="1114077"/>
                  </a:lnTo>
                  <a:lnTo>
                    <a:pt x="3572155" y="1100027"/>
                  </a:lnTo>
                  <a:lnTo>
                    <a:pt x="3648788" y="1085743"/>
                  </a:lnTo>
                  <a:lnTo>
                    <a:pt x="3725420" y="1071222"/>
                  </a:lnTo>
                  <a:lnTo>
                    <a:pt x="3802053" y="1056459"/>
                  </a:lnTo>
                  <a:lnTo>
                    <a:pt x="3878685" y="1041451"/>
                  </a:lnTo>
                  <a:lnTo>
                    <a:pt x="3955318" y="1026194"/>
                  </a:lnTo>
                  <a:lnTo>
                    <a:pt x="4031951" y="1010683"/>
                  </a:lnTo>
                  <a:lnTo>
                    <a:pt x="4108583" y="994915"/>
                  </a:lnTo>
                  <a:lnTo>
                    <a:pt x="4185216" y="978884"/>
                  </a:lnTo>
                  <a:lnTo>
                    <a:pt x="4261848" y="962587"/>
                  </a:lnTo>
                  <a:lnTo>
                    <a:pt x="4338481" y="946019"/>
                  </a:lnTo>
                  <a:lnTo>
                    <a:pt x="4415113" y="929176"/>
                  </a:lnTo>
                  <a:lnTo>
                    <a:pt x="4491746" y="912053"/>
                  </a:lnTo>
                  <a:lnTo>
                    <a:pt x="4568378" y="894645"/>
                  </a:lnTo>
                  <a:lnTo>
                    <a:pt x="4645011" y="876948"/>
                  </a:lnTo>
                  <a:lnTo>
                    <a:pt x="4721644" y="858957"/>
                  </a:lnTo>
                  <a:lnTo>
                    <a:pt x="4798276" y="840667"/>
                  </a:lnTo>
                  <a:lnTo>
                    <a:pt x="4874909" y="822073"/>
                  </a:lnTo>
                  <a:lnTo>
                    <a:pt x="4951541" y="803170"/>
                  </a:lnTo>
                  <a:lnTo>
                    <a:pt x="5028174" y="783953"/>
                  </a:lnTo>
                  <a:lnTo>
                    <a:pt x="5104806" y="764416"/>
                  </a:lnTo>
                  <a:lnTo>
                    <a:pt x="5181439" y="744555"/>
                  </a:lnTo>
                  <a:lnTo>
                    <a:pt x="5258071" y="724363"/>
                  </a:lnTo>
                  <a:lnTo>
                    <a:pt x="5334704" y="703837"/>
                  </a:lnTo>
                  <a:lnTo>
                    <a:pt x="5411336" y="682969"/>
                  </a:lnTo>
                  <a:lnTo>
                    <a:pt x="5487969" y="661754"/>
                  </a:lnTo>
                  <a:lnTo>
                    <a:pt x="5564602" y="640187"/>
                  </a:lnTo>
                  <a:lnTo>
                    <a:pt x="5641234" y="618261"/>
                  </a:lnTo>
                  <a:lnTo>
                    <a:pt x="5717867" y="595971"/>
                  </a:lnTo>
                  <a:lnTo>
                    <a:pt x="5794499" y="573310"/>
                  </a:lnTo>
                  <a:lnTo>
                    <a:pt x="5871132" y="550273"/>
                  </a:lnTo>
                  <a:lnTo>
                    <a:pt x="5947764" y="526853"/>
                  </a:lnTo>
                  <a:lnTo>
                    <a:pt x="6024397" y="503044"/>
                  </a:lnTo>
                  <a:lnTo>
                    <a:pt x="6101029" y="478839"/>
                  </a:lnTo>
                  <a:lnTo>
                    <a:pt x="6177662" y="454232"/>
                  </a:lnTo>
                  <a:lnTo>
                    <a:pt x="6254294" y="429216"/>
                  </a:lnTo>
                  <a:lnTo>
                    <a:pt x="6330927" y="403784"/>
                  </a:lnTo>
                  <a:lnTo>
                    <a:pt x="6407560" y="377929"/>
                  </a:lnTo>
                  <a:lnTo>
                    <a:pt x="6484192" y="351645"/>
                  </a:lnTo>
                  <a:lnTo>
                    <a:pt x="6560825" y="324924"/>
                  </a:lnTo>
                  <a:lnTo>
                    <a:pt x="6637457" y="297759"/>
                  </a:lnTo>
                  <a:lnTo>
                    <a:pt x="6714090" y="270143"/>
                  </a:lnTo>
                  <a:lnTo>
                    <a:pt x="6790722" y="242067"/>
                  </a:lnTo>
                  <a:lnTo>
                    <a:pt x="6867355" y="213525"/>
                  </a:lnTo>
                  <a:lnTo>
                    <a:pt x="6943987" y="184509"/>
                  </a:lnTo>
                  <a:lnTo>
                    <a:pt x="7020620" y="155010"/>
                  </a:lnTo>
                  <a:lnTo>
                    <a:pt x="7097253" y="125022"/>
                  </a:lnTo>
                  <a:lnTo>
                    <a:pt x="7173885" y="94535"/>
                  </a:lnTo>
                  <a:lnTo>
                    <a:pt x="7250518" y="63541"/>
                  </a:lnTo>
                  <a:lnTo>
                    <a:pt x="7327150" y="32032"/>
                  </a:lnTo>
                  <a:lnTo>
                    <a:pt x="7403783" y="0"/>
                  </a:lnTo>
                  <a:lnTo>
                    <a:pt x="7403783" y="1579408"/>
                  </a:lnTo>
                  <a:lnTo>
                    <a:pt x="7327150" y="1573679"/>
                  </a:lnTo>
                  <a:lnTo>
                    <a:pt x="7250518" y="1567863"/>
                  </a:lnTo>
                  <a:lnTo>
                    <a:pt x="7173885" y="1561960"/>
                  </a:lnTo>
                  <a:lnTo>
                    <a:pt x="7097253" y="1555967"/>
                  </a:lnTo>
                  <a:lnTo>
                    <a:pt x="7020620" y="1549885"/>
                  </a:lnTo>
                  <a:lnTo>
                    <a:pt x="6943987" y="1543710"/>
                  </a:lnTo>
                  <a:lnTo>
                    <a:pt x="6867355" y="1537443"/>
                  </a:lnTo>
                  <a:lnTo>
                    <a:pt x="6790722" y="1531081"/>
                  </a:lnTo>
                  <a:lnTo>
                    <a:pt x="6714090" y="1524623"/>
                  </a:lnTo>
                  <a:lnTo>
                    <a:pt x="6637457" y="1518068"/>
                  </a:lnTo>
                  <a:lnTo>
                    <a:pt x="6560825" y="1511414"/>
                  </a:lnTo>
                  <a:lnTo>
                    <a:pt x="6484192" y="1504660"/>
                  </a:lnTo>
                  <a:lnTo>
                    <a:pt x="6407560" y="1497804"/>
                  </a:lnTo>
                  <a:lnTo>
                    <a:pt x="6330927" y="1490845"/>
                  </a:lnTo>
                  <a:lnTo>
                    <a:pt x="6254294" y="1483781"/>
                  </a:lnTo>
                  <a:lnTo>
                    <a:pt x="6177662" y="1476610"/>
                  </a:lnTo>
                  <a:lnTo>
                    <a:pt x="6101029" y="1469331"/>
                  </a:lnTo>
                  <a:lnTo>
                    <a:pt x="6024397" y="1461943"/>
                  </a:lnTo>
                  <a:lnTo>
                    <a:pt x="5947764" y="1454443"/>
                  </a:lnTo>
                  <a:lnTo>
                    <a:pt x="5871132" y="1446830"/>
                  </a:lnTo>
                  <a:lnTo>
                    <a:pt x="5794499" y="1439103"/>
                  </a:lnTo>
                  <a:lnTo>
                    <a:pt x="5717867" y="1431259"/>
                  </a:lnTo>
                  <a:lnTo>
                    <a:pt x="5641234" y="1423296"/>
                  </a:lnTo>
                  <a:lnTo>
                    <a:pt x="5564602" y="1415214"/>
                  </a:lnTo>
                  <a:lnTo>
                    <a:pt x="5487969" y="1407010"/>
                  </a:lnTo>
                  <a:lnTo>
                    <a:pt x="5411336" y="1398682"/>
                  </a:lnTo>
                  <a:lnTo>
                    <a:pt x="5334704" y="1390229"/>
                  </a:lnTo>
                  <a:lnTo>
                    <a:pt x="5258071" y="1381648"/>
                  </a:lnTo>
                  <a:lnTo>
                    <a:pt x="5181439" y="1372938"/>
                  </a:lnTo>
                  <a:lnTo>
                    <a:pt x="5104806" y="1364097"/>
                  </a:lnTo>
                  <a:lnTo>
                    <a:pt x="5028174" y="1355122"/>
                  </a:lnTo>
                  <a:lnTo>
                    <a:pt x="4951541" y="1346012"/>
                  </a:lnTo>
                  <a:lnTo>
                    <a:pt x="4874909" y="1336765"/>
                  </a:lnTo>
                  <a:lnTo>
                    <a:pt x="4798276" y="1327379"/>
                  </a:lnTo>
                  <a:lnTo>
                    <a:pt x="4721644" y="1317851"/>
                  </a:lnTo>
                  <a:lnTo>
                    <a:pt x="4645011" y="1308179"/>
                  </a:lnTo>
                  <a:lnTo>
                    <a:pt x="4568378" y="1298362"/>
                  </a:lnTo>
                  <a:lnTo>
                    <a:pt x="4491746" y="1288396"/>
                  </a:lnTo>
                  <a:lnTo>
                    <a:pt x="4415113" y="1278281"/>
                  </a:lnTo>
                  <a:lnTo>
                    <a:pt x="4338481" y="1268013"/>
                  </a:lnTo>
                  <a:lnTo>
                    <a:pt x="4261848" y="1257590"/>
                  </a:lnTo>
                  <a:lnTo>
                    <a:pt x="4185216" y="1247010"/>
                  </a:lnTo>
                  <a:lnTo>
                    <a:pt x="4108583" y="1236271"/>
                  </a:lnTo>
                  <a:lnTo>
                    <a:pt x="4031951" y="1225370"/>
                  </a:lnTo>
                  <a:lnTo>
                    <a:pt x="3955318" y="1214304"/>
                  </a:lnTo>
                  <a:lnTo>
                    <a:pt x="3878685" y="1203072"/>
                  </a:lnTo>
                  <a:lnTo>
                    <a:pt x="3802053" y="1191670"/>
                  </a:lnTo>
                  <a:lnTo>
                    <a:pt x="3725420" y="1180097"/>
                  </a:lnTo>
                  <a:lnTo>
                    <a:pt x="3648788" y="1168349"/>
                  </a:lnTo>
                  <a:lnTo>
                    <a:pt x="3572155" y="1156424"/>
                  </a:lnTo>
                  <a:lnTo>
                    <a:pt x="3495523" y="1144319"/>
                  </a:lnTo>
                  <a:lnTo>
                    <a:pt x="3418890" y="1132032"/>
                  </a:lnTo>
                  <a:lnTo>
                    <a:pt x="3342258" y="1141493"/>
                  </a:lnTo>
                  <a:lnTo>
                    <a:pt x="3265625" y="1154865"/>
                  </a:lnTo>
                  <a:lnTo>
                    <a:pt x="3188993" y="1168019"/>
                  </a:lnTo>
                  <a:lnTo>
                    <a:pt x="3112360" y="1180958"/>
                  </a:lnTo>
                  <a:lnTo>
                    <a:pt x="3035727" y="1193685"/>
                  </a:lnTo>
                  <a:lnTo>
                    <a:pt x="2959095" y="1206204"/>
                  </a:lnTo>
                  <a:lnTo>
                    <a:pt x="2882462" y="1218519"/>
                  </a:lnTo>
                  <a:lnTo>
                    <a:pt x="2805830" y="1230632"/>
                  </a:lnTo>
                  <a:lnTo>
                    <a:pt x="2729197" y="1242548"/>
                  </a:lnTo>
                  <a:lnTo>
                    <a:pt x="2652565" y="1254268"/>
                  </a:lnTo>
                  <a:lnTo>
                    <a:pt x="2575932" y="1265797"/>
                  </a:lnTo>
                  <a:lnTo>
                    <a:pt x="2499300" y="1277138"/>
                  </a:lnTo>
                  <a:lnTo>
                    <a:pt x="2422667" y="1288293"/>
                  </a:lnTo>
                  <a:lnTo>
                    <a:pt x="2346034" y="1299266"/>
                  </a:lnTo>
                  <a:lnTo>
                    <a:pt x="2269402" y="1310059"/>
                  </a:lnTo>
                  <a:lnTo>
                    <a:pt x="2192769" y="1320676"/>
                  </a:lnTo>
                  <a:lnTo>
                    <a:pt x="2116137" y="1331119"/>
                  </a:lnTo>
                  <a:lnTo>
                    <a:pt x="2039504" y="1341392"/>
                  </a:lnTo>
                  <a:lnTo>
                    <a:pt x="1962872" y="1351497"/>
                  </a:lnTo>
                  <a:lnTo>
                    <a:pt x="1886239" y="1361436"/>
                  </a:lnTo>
                  <a:lnTo>
                    <a:pt x="1809607" y="1371213"/>
                  </a:lnTo>
                  <a:lnTo>
                    <a:pt x="1732974" y="1380830"/>
                  </a:lnTo>
                  <a:lnTo>
                    <a:pt x="1656342" y="1390290"/>
                  </a:lnTo>
                  <a:lnTo>
                    <a:pt x="1579709" y="1399596"/>
                  </a:lnTo>
                  <a:lnTo>
                    <a:pt x="1503076" y="1408749"/>
                  </a:lnTo>
                  <a:lnTo>
                    <a:pt x="1426444" y="1417753"/>
                  </a:lnTo>
                  <a:lnTo>
                    <a:pt x="1349811" y="1426609"/>
                  </a:lnTo>
                  <a:lnTo>
                    <a:pt x="1273179" y="1435321"/>
                  </a:lnTo>
                  <a:lnTo>
                    <a:pt x="1196546" y="1443890"/>
                  </a:lnTo>
                  <a:lnTo>
                    <a:pt x="1119914" y="1452319"/>
                  </a:lnTo>
                  <a:lnTo>
                    <a:pt x="1043281" y="1460611"/>
                  </a:lnTo>
                  <a:lnTo>
                    <a:pt x="966649" y="1468767"/>
                  </a:lnTo>
                  <a:lnTo>
                    <a:pt x="890016" y="1476789"/>
                  </a:lnTo>
                  <a:lnTo>
                    <a:pt x="813384" y="1484681"/>
                  </a:lnTo>
                  <a:lnTo>
                    <a:pt x="736751" y="1492443"/>
                  </a:lnTo>
                  <a:lnTo>
                    <a:pt x="660118" y="1500078"/>
                  </a:lnTo>
                  <a:lnTo>
                    <a:pt x="583486" y="1507589"/>
                  </a:lnTo>
                  <a:lnTo>
                    <a:pt x="506853" y="1514977"/>
                  </a:lnTo>
                  <a:lnTo>
                    <a:pt x="430221" y="1522244"/>
                  </a:lnTo>
                  <a:lnTo>
                    <a:pt x="353588" y="1529392"/>
                  </a:lnTo>
                  <a:lnTo>
                    <a:pt x="276956" y="1536424"/>
                  </a:lnTo>
                  <a:lnTo>
                    <a:pt x="200323" y="1543341"/>
                  </a:lnTo>
                  <a:lnTo>
                    <a:pt x="123691" y="1550144"/>
                  </a:lnTo>
                  <a:lnTo>
                    <a:pt x="47058" y="1556836"/>
                  </a:lnTo>
                  <a:lnTo>
                    <a:pt x="0" y="15608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597718"/>
              <a:ext cx="7403783" cy="1127898"/>
            </a:xfrm>
            <a:custGeom>
              <a:avLst/>
              <a:pathLst>
                <a:path w="7403783" h="1127898">
                  <a:moveTo>
                    <a:pt x="0" y="346525"/>
                  </a:moveTo>
                  <a:lnTo>
                    <a:pt x="47058" y="361318"/>
                  </a:lnTo>
                  <a:lnTo>
                    <a:pt x="123691" y="385049"/>
                  </a:lnTo>
                  <a:lnTo>
                    <a:pt x="200323" y="408428"/>
                  </a:lnTo>
                  <a:lnTo>
                    <a:pt x="276956" y="431459"/>
                  </a:lnTo>
                  <a:lnTo>
                    <a:pt x="353588" y="454149"/>
                  </a:lnTo>
                  <a:lnTo>
                    <a:pt x="430221" y="476502"/>
                  </a:lnTo>
                  <a:lnTo>
                    <a:pt x="506853" y="498522"/>
                  </a:lnTo>
                  <a:lnTo>
                    <a:pt x="583486" y="520216"/>
                  </a:lnTo>
                  <a:lnTo>
                    <a:pt x="660118" y="541588"/>
                  </a:lnTo>
                  <a:lnTo>
                    <a:pt x="736751" y="562642"/>
                  </a:lnTo>
                  <a:lnTo>
                    <a:pt x="813384" y="583384"/>
                  </a:lnTo>
                  <a:lnTo>
                    <a:pt x="890016" y="603818"/>
                  </a:lnTo>
                  <a:lnTo>
                    <a:pt x="966649" y="623948"/>
                  </a:lnTo>
                  <a:lnTo>
                    <a:pt x="1043281" y="643779"/>
                  </a:lnTo>
                  <a:lnTo>
                    <a:pt x="1119914" y="663316"/>
                  </a:lnTo>
                  <a:lnTo>
                    <a:pt x="1196546" y="682563"/>
                  </a:lnTo>
                  <a:lnTo>
                    <a:pt x="1273179" y="701524"/>
                  </a:lnTo>
                  <a:lnTo>
                    <a:pt x="1349811" y="720204"/>
                  </a:lnTo>
                  <a:lnTo>
                    <a:pt x="1426444" y="738606"/>
                  </a:lnTo>
                  <a:lnTo>
                    <a:pt x="1503076" y="756735"/>
                  </a:lnTo>
                  <a:lnTo>
                    <a:pt x="1579709" y="774595"/>
                  </a:lnTo>
                  <a:lnTo>
                    <a:pt x="1656342" y="792189"/>
                  </a:lnTo>
                  <a:lnTo>
                    <a:pt x="1732974" y="809523"/>
                  </a:lnTo>
                  <a:lnTo>
                    <a:pt x="1809607" y="826598"/>
                  </a:lnTo>
                  <a:lnTo>
                    <a:pt x="1886239" y="843421"/>
                  </a:lnTo>
                  <a:lnTo>
                    <a:pt x="1962872" y="859993"/>
                  </a:lnTo>
                  <a:lnTo>
                    <a:pt x="2039504" y="876320"/>
                  </a:lnTo>
                  <a:lnTo>
                    <a:pt x="2116137" y="892404"/>
                  </a:lnTo>
                  <a:lnTo>
                    <a:pt x="2192769" y="908249"/>
                  </a:lnTo>
                  <a:lnTo>
                    <a:pt x="2269402" y="923859"/>
                  </a:lnTo>
                  <a:lnTo>
                    <a:pt x="2346034" y="939237"/>
                  </a:lnTo>
                  <a:lnTo>
                    <a:pt x="2422667" y="954387"/>
                  </a:lnTo>
                  <a:lnTo>
                    <a:pt x="2499300" y="969312"/>
                  </a:lnTo>
                  <a:lnTo>
                    <a:pt x="2575932" y="984015"/>
                  </a:lnTo>
                  <a:lnTo>
                    <a:pt x="2652565" y="998500"/>
                  </a:lnTo>
                  <a:lnTo>
                    <a:pt x="2729197" y="1012770"/>
                  </a:lnTo>
                  <a:lnTo>
                    <a:pt x="2805830" y="1026828"/>
                  </a:lnTo>
                  <a:lnTo>
                    <a:pt x="2882462" y="1040677"/>
                  </a:lnTo>
                  <a:lnTo>
                    <a:pt x="2959095" y="1054321"/>
                  </a:lnTo>
                  <a:lnTo>
                    <a:pt x="3035727" y="1067762"/>
                  </a:lnTo>
                  <a:lnTo>
                    <a:pt x="3112360" y="1081004"/>
                  </a:lnTo>
                  <a:lnTo>
                    <a:pt x="3188993" y="1094048"/>
                  </a:lnTo>
                  <a:lnTo>
                    <a:pt x="3265625" y="1106900"/>
                  </a:lnTo>
                  <a:lnTo>
                    <a:pt x="3342258" y="1119560"/>
                  </a:lnTo>
                  <a:lnTo>
                    <a:pt x="3418890" y="1127898"/>
                  </a:lnTo>
                  <a:lnTo>
                    <a:pt x="3495523" y="1114077"/>
                  </a:lnTo>
                  <a:lnTo>
                    <a:pt x="3572155" y="1100027"/>
                  </a:lnTo>
                  <a:lnTo>
                    <a:pt x="3648788" y="1085743"/>
                  </a:lnTo>
                  <a:lnTo>
                    <a:pt x="3725420" y="1071222"/>
                  </a:lnTo>
                  <a:lnTo>
                    <a:pt x="3802053" y="1056459"/>
                  </a:lnTo>
                  <a:lnTo>
                    <a:pt x="3878685" y="1041451"/>
                  </a:lnTo>
                  <a:lnTo>
                    <a:pt x="3955318" y="1026194"/>
                  </a:lnTo>
                  <a:lnTo>
                    <a:pt x="4031951" y="1010683"/>
                  </a:lnTo>
                  <a:lnTo>
                    <a:pt x="4108583" y="994915"/>
                  </a:lnTo>
                  <a:lnTo>
                    <a:pt x="4185216" y="978884"/>
                  </a:lnTo>
                  <a:lnTo>
                    <a:pt x="4261848" y="962587"/>
                  </a:lnTo>
                  <a:lnTo>
                    <a:pt x="4338481" y="946019"/>
                  </a:lnTo>
                  <a:lnTo>
                    <a:pt x="4415113" y="929176"/>
                  </a:lnTo>
                  <a:lnTo>
                    <a:pt x="4491746" y="912053"/>
                  </a:lnTo>
                  <a:lnTo>
                    <a:pt x="4568378" y="894645"/>
                  </a:lnTo>
                  <a:lnTo>
                    <a:pt x="4645011" y="876948"/>
                  </a:lnTo>
                  <a:lnTo>
                    <a:pt x="4721644" y="858957"/>
                  </a:lnTo>
                  <a:lnTo>
                    <a:pt x="4798276" y="840667"/>
                  </a:lnTo>
                  <a:lnTo>
                    <a:pt x="4874909" y="822073"/>
                  </a:lnTo>
                  <a:lnTo>
                    <a:pt x="4951541" y="803170"/>
                  </a:lnTo>
                  <a:lnTo>
                    <a:pt x="5028174" y="783953"/>
                  </a:lnTo>
                  <a:lnTo>
                    <a:pt x="5104806" y="764416"/>
                  </a:lnTo>
                  <a:lnTo>
                    <a:pt x="5181439" y="744555"/>
                  </a:lnTo>
                  <a:lnTo>
                    <a:pt x="5258071" y="724363"/>
                  </a:lnTo>
                  <a:lnTo>
                    <a:pt x="5334704" y="703837"/>
                  </a:lnTo>
                  <a:lnTo>
                    <a:pt x="5411336" y="682969"/>
                  </a:lnTo>
                  <a:lnTo>
                    <a:pt x="5487969" y="661754"/>
                  </a:lnTo>
                  <a:lnTo>
                    <a:pt x="5564602" y="640187"/>
                  </a:lnTo>
                  <a:lnTo>
                    <a:pt x="5641234" y="618261"/>
                  </a:lnTo>
                  <a:lnTo>
                    <a:pt x="5717867" y="595971"/>
                  </a:lnTo>
                  <a:lnTo>
                    <a:pt x="5794499" y="573310"/>
                  </a:lnTo>
                  <a:lnTo>
                    <a:pt x="5871132" y="550273"/>
                  </a:lnTo>
                  <a:lnTo>
                    <a:pt x="5947764" y="526853"/>
                  </a:lnTo>
                  <a:lnTo>
                    <a:pt x="6024397" y="503044"/>
                  </a:lnTo>
                  <a:lnTo>
                    <a:pt x="6101029" y="478839"/>
                  </a:lnTo>
                  <a:lnTo>
                    <a:pt x="6177662" y="454232"/>
                  </a:lnTo>
                  <a:lnTo>
                    <a:pt x="6254294" y="429216"/>
                  </a:lnTo>
                  <a:lnTo>
                    <a:pt x="6330927" y="403784"/>
                  </a:lnTo>
                  <a:lnTo>
                    <a:pt x="6407560" y="377929"/>
                  </a:lnTo>
                  <a:lnTo>
                    <a:pt x="6484192" y="351645"/>
                  </a:lnTo>
                  <a:lnTo>
                    <a:pt x="6560825" y="324924"/>
                  </a:lnTo>
                  <a:lnTo>
                    <a:pt x="6637457" y="297759"/>
                  </a:lnTo>
                  <a:lnTo>
                    <a:pt x="6714090" y="270143"/>
                  </a:lnTo>
                  <a:lnTo>
                    <a:pt x="6790722" y="242067"/>
                  </a:lnTo>
                  <a:lnTo>
                    <a:pt x="6867355" y="213525"/>
                  </a:lnTo>
                  <a:lnTo>
                    <a:pt x="6943987" y="184509"/>
                  </a:lnTo>
                  <a:lnTo>
                    <a:pt x="7020620" y="155010"/>
                  </a:lnTo>
                  <a:lnTo>
                    <a:pt x="7097253" y="125022"/>
                  </a:lnTo>
                  <a:lnTo>
                    <a:pt x="7173885" y="94535"/>
                  </a:lnTo>
                  <a:lnTo>
                    <a:pt x="7250518" y="63541"/>
                  </a:lnTo>
                  <a:lnTo>
                    <a:pt x="7327150" y="32032"/>
                  </a:lnTo>
                  <a:lnTo>
                    <a:pt x="740378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750"/>
              <a:ext cx="7403783" cy="447375"/>
            </a:xfrm>
            <a:custGeom>
              <a:avLst/>
              <a:pathLst>
                <a:path w="7403783" h="447375">
                  <a:moveTo>
                    <a:pt x="7403783" y="447375"/>
                  </a:moveTo>
                  <a:lnTo>
                    <a:pt x="7327150" y="441646"/>
                  </a:lnTo>
                  <a:lnTo>
                    <a:pt x="7250518" y="435830"/>
                  </a:lnTo>
                  <a:lnTo>
                    <a:pt x="7173885" y="429927"/>
                  </a:lnTo>
                  <a:lnTo>
                    <a:pt x="7097253" y="423935"/>
                  </a:lnTo>
                  <a:lnTo>
                    <a:pt x="7020620" y="417852"/>
                  </a:lnTo>
                  <a:lnTo>
                    <a:pt x="6943987" y="411678"/>
                  </a:lnTo>
                  <a:lnTo>
                    <a:pt x="6867355" y="405410"/>
                  </a:lnTo>
                  <a:lnTo>
                    <a:pt x="6790722" y="399048"/>
                  </a:lnTo>
                  <a:lnTo>
                    <a:pt x="6714090" y="392591"/>
                  </a:lnTo>
                  <a:lnTo>
                    <a:pt x="6637457" y="386036"/>
                  </a:lnTo>
                  <a:lnTo>
                    <a:pt x="6560825" y="379382"/>
                  </a:lnTo>
                  <a:lnTo>
                    <a:pt x="6484192" y="372628"/>
                  </a:lnTo>
                  <a:lnTo>
                    <a:pt x="6407560" y="365772"/>
                  </a:lnTo>
                  <a:lnTo>
                    <a:pt x="6330927" y="358812"/>
                  </a:lnTo>
                  <a:lnTo>
                    <a:pt x="6254294" y="351748"/>
                  </a:lnTo>
                  <a:lnTo>
                    <a:pt x="6177662" y="344578"/>
                  </a:lnTo>
                  <a:lnTo>
                    <a:pt x="6101029" y="337299"/>
                  </a:lnTo>
                  <a:lnTo>
                    <a:pt x="6024397" y="329910"/>
                  </a:lnTo>
                  <a:lnTo>
                    <a:pt x="5947764" y="322411"/>
                  </a:lnTo>
                  <a:lnTo>
                    <a:pt x="5871132" y="314798"/>
                  </a:lnTo>
                  <a:lnTo>
                    <a:pt x="5794499" y="307070"/>
                  </a:lnTo>
                  <a:lnTo>
                    <a:pt x="5717867" y="299226"/>
                  </a:lnTo>
                  <a:lnTo>
                    <a:pt x="5641234" y="291264"/>
                  </a:lnTo>
                  <a:lnTo>
                    <a:pt x="5564602" y="283181"/>
                  </a:lnTo>
                  <a:lnTo>
                    <a:pt x="5487969" y="274977"/>
                  </a:lnTo>
                  <a:lnTo>
                    <a:pt x="5411336" y="266650"/>
                  </a:lnTo>
                  <a:lnTo>
                    <a:pt x="5334704" y="258196"/>
                  </a:lnTo>
                  <a:lnTo>
                    <a:pt x="5258071" y="249616"/>
                  </a:lnTo>
                  <a:lnTo>
                    <a:pt x="5181439" y="240906"/>
                  </a:lnTo>
                  <a:lnTo>
                    <a:pt x="5104806" y="232064"/>
                  </a:lnTo>
                  <a:lnTo>
                    <a:pt x="5028174" y="223090"/>
                  </a:lnTo>
                  <a:lnTo>
                    <a:pt x="4951541" y="213980"/>
                  </a:lnTo>
                  <a:lnTo>
                    <a:pt x="4874909" y="204733"/>
                  </a:lnTo>
                  <a:lnTo>
                    <a:pt x="4798276" y="195346"/>
                  </a:lnTo>
                  <a:lnTo>
                    <a:pt x="4721644" y="185818"/>
                  </a:lnTo>
                  <a:lnTo>
                    <a:pt x="4645011" y="176147"/>
                  </a:lnTo>
                  <a:lnTo>
                    <a:pt x="4568378" y="166329"/>
                  </a:lnTo>
                  <a:lnTo>
                    <a:pt x="4491746" y="156364"/>
                  </a:lnTo>
                  <a:lnTo>
                    <a:pt x="4415113" y="146248"/>
                  </a:lnTo>
                  <a:lnTo>
                    <a:pt x="4338481" y="135980"/>
                  </a:lnTo>
                  <a:lnTo>
                    <a:pt x="4261848" y="125557"/>
                  </a:lnTo>
                  <a:lnTo>
                    <a:pt x="4185216" y="114978"/>
                  </a:lnTo>
                  <a:lnTo>
                    <a:pt x="4108583" y="104238"/>
                  </a:lnTo>
                  <a:lnTo>
                    <a:pt x="4031951" y="93337"/>
                  </a:lnTo>
                  <a:lnTo>
                    <a:pt x="3955318" y="82271"/>
                  </a:lnTo>
                  <a:lnTo>
                    <a:pt x="3878685" y="71039"/>
                  </a:lnTo>
                  <a:lnTo>
                    <a:pt x="3802053" y="59638"/>
                  </a:lnTo>
                  <a:lnTo>
                    <a:pt x="3725420" y="48064"/>
                  </a:lnTo>
                  <a:lnTo>
                    <a:pt x="3648788" y="36316"/>
                  </a:lnTo>
                  <a:lnTo>
                    <a:pt x="3572155" y="24391"/>
                  </a:lnTo>
                  <a:lnTo>
                    <a:pt x="3495523" y="12287"/>
                  </a:lnTo>
                  <a:lnTo>
                    <a:pt x="3418890" y="0"/>
                  </a:lnTo>
                  <a:lnTo>
                    <a:pt x="3342258" y="9460"/>
                  </a:lnTo>
                  <a:lnTo>
                    <a:pt x="3265625" y="22832"/>
                  </a:lnTo>
                  <a:lnTo>
                    <a:pt x="3188993" y="35986"/>
                  </a:lnTo>
                  <a:lnTo>
                    <a:pt x="3112360" y="48925"/>
                  </a:lnTo>
                  <a:lnTo>
                    <a:pt x="3035727" y="61652"/>
                  </a:lnTo>
                  <a:lnTo>
                    <a:pt x="2959095" y="74172"/>
                  </a:lnTo>
                  <a:lnTo>
                    <a:pt x="2882462" y="86486"/>
                  </a:lnTo>
                  <a:lnTo>
                    <a:pt x="2805830" y="98600"/>
                  </a:lnTo>
                  <a:lnTo>
                    <a:pt x="2729197" y="110515"/>
                  </a:lnTo>
                  <a:lnTo>
                    <a:pt x="2652565" y="122236"/>
                  </a:lnTo>
                  <a:lnTo>
                    <a:pt x="2575932" y="133765"/>
                  </a:lnTo>
                  <a:lnTo>
                    <a:pt x="2499300" y="145105"/>
                  </a:lnTo>
                  <a:lnTo>
                    <a:pt x="2422667" y="156260"/>
                  </a:lnTo>
                  <a:lnTo>
                    <a:pt x="2346034" y="167233"/>
                  </a:lnTo>
                  <a:lnTo>
                    <a:pt x="2269402" y="178026"/>
                  </a:lnTo>
                  <a:lnTo>
                    <a:pt x="2192769" y="188643"/>
                  </a:lnTo>
                  <a:lnTo>
                    <a:pt x="2116137" y="199087"/>
                  </a:lnTo>
                  <a:lnTo>
                    <a:pt x="2039504" y="209359"/>
                  </a:lnTo>
                  <a:lnTo>
                    <a:pt x="1962872" y="219464"/>
                  </a:lnTo>
                  <a:lnTo>
                    <a:pt x="1886239" y="229403"/>
                  </a:lnTo>
                  <a:lnTo>
                    <a:pt x="1809607" y="239181"/>
                  </a:lnTo>
                  <a:lnTo>
                    <a:pt x="1732974" y="248798"/>
                  </a:lnTo>
                  <a:lnTo>
                    <a:pt x="1656342" y="258258"/>
                  </a:lnTo>
                  <a:lnTo>
                    <a:pt x="1579709" y="267563"/>
                  </a:lnTo>
                  <a:lnTo>
                    <a:pt x="1503076" y="276716"/>
                  </a:lnTo>
                  <a:lnTo>
                    <a:pt x="1426444" y="285720"/>
                  </a:lnTo>
                  <a:lnTo>
                    <a:pt x="1349811" y="294577"/>
                  </a:lnTo>
                  <a:lnTo>
                    <a:pt x="1273179" y="303288"/>
                  </a:lnTo>
                  <a:lnTo>
                    <a:pt x="1196546" y="311858"/>
                  </a:lnTo>
                  <a:lnTo>
                    <a:pt x="1119914" y="320287"/>
                  </a:lnTo>
                  <a:lnTo>
                    <a:pt x="1043281" y="328578"/>
                  </a:lnTo>
                  <a:lnTo>
                    <a:pt x="966649" y="336734"/>
                  </a:lnTo>
                  <a:lnTo>
                    <a:pt x="890016" y="344756"/>
                  </a:lnTo>
                  <a:lnTo>
                    <a:pt x="813384" y="352648"/>
                  </a:lnTo>
                  <a:lnTo>
                    <a:pt x="736751" y="360410"/>
                  </a:lnTo>
                  <a:lnTo>
                    <a:pt x="660118" y="368046"/>
                  </a:lnTo>
                  <a:lnTo>
                    <a:pt x="583486" y="375556"/>
                  </a:lnTo>
                  <a:lnTo>
                    <a:pt x="506853" y="382944"/>
                  </a:lnTo>
                  <a:lnTo>
                    <a:pt x="430221" y="390211"/>
                  </a:lnTo>
                  <a:lnTo>
                    <a:pt x="353588" y="397360"/>
                  </a:lnTo>
                  <a:lnTo>
                    <a:pt x="276956" y="404391"/>
                  </a:lnTo>
                  <a:lnTo>
                    <a:pt x="200323" y="411308"/>
                  </a:lnTo>
                  <a:lnTo>
                    <a:pt x="123691" y="418111"/>
                  </a:lnTo>
                  <a:lnTo>
                    <a:pt x="47058" y="424804"/>
                  </a:lnTo>
                  <a:lnTo>
                    <a:pt x="0" y="4288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94195"/>
              <a:ext cx="7403783" cy="61187"/>
            </a:xfrm>
            <a:custGeom>
              <a:avLst/>
              <a:pathLst>
                <a:path w="7403783" h="61187">
                  <a:moveTo>
                    <a:pt x="0" y="61187"/>
                  </a:moveTo>
                  <a:lnTo>
                    <a:pt x="47058" y="60812"/>
                  </a:lnTo>
                  <a:lnTo>
                    <a:pt x="123691" y="60201"/>
                  </a:lnTo>
                  <a:lnTo>
                    <a:pt x="200323" y="59590"/>
                  </a:lnTo>
                  <a:lnTo>
                    <a:pt x="276956" y="58978"/>
                  </a:lnTo>
                  <a:lnTo>
                    <a:pt x="353588" y="58366"/>
                  </a:lnTo>
                  <a:lnTo>
                    <a:pt x="430221" y="57753"/>
                  </a:lnTo>
                  <a:lnTo>
                    <a:pt x="506853" y="57140"/>
                  </a:lnTo>
                  <a:lnTo>
                    <a:pt x="583486" y="56526"/>
                  </a:lnTo>
                  <a:lnTo>
                    <a:pt x="660118" y="55912"/>
                  </a:lnTo>
                  <a:lnTo>
                    <a:pt x="736751" y="55298"/>
                  </a:lnTo>
                  <a:lnTo>
                    <a:pt x="813384" y="54683"/>
                  </a:lnTo>
                  <a:lnTo>
                    <a:pt x="890016" y="54067"/>
                  </a:lnTo>
                  <a:lnTo>
                    <a:pt x="966649" y="53451"/>
                  </a:lnTo>
                  <a:lnTo>
                    <a:pt x="1043281" y="52835"/>
                  </a:lnTo>
                  <a:lnTo>
                    <a:pt x="1119914" y="52218"/>
                  </a:lnTo>
                  <a:lnTo>
                    <a:pt x="1196546" y="51601"/>
                  </a:lnTo>
                  <a:lnTo>
                    <a:pt x="1273179" y="50983"/>
                  </a:lnTo>
                  <a:lnTo>
                    <a:pt x="1349811" y="50364"/>
                  </a:lnTo>
                  <a:lnTo>
                    <a:pt x="1426444" y="49746"/>
                  </a:lnTo>
                  <a:lnTo>
                    <a:pt x="1503076" y="49126"/>
                  </a:lnTo>
                  <a:lnTo>
                    <a:pt x="1579709" y="48507"/>
                  </a:lnTo>
                  <a:lnTo>
                    <a:pt x="1656342" y="47886"/>
                  </a:lnTo>
                  <a:lnTo>
                    <a:pt x="1732974" y="47266"/>
                  </a:lnTo>
                  <a:lnTo>
                    <a:pt x="1809607" y="46645"/>
                  </a:lnTo>
                  <a:lnTo>
                    <a:pt x="1886239" y="46023"/>
                  </a:lnTo>
                  <a:lnTo>
                    <a:pt x="1962872" y="45401"/>
                  </a:lnTo>
                  <a:lnTo>
                    <a:pt x="2039504" y="44778"/>
                  </a:lnTo>
                  <a:lnTo>
                    <a:pt x="2116137" y="44155"/>
                  </a:lnTo>
                  <a:lnTo>
                    <a:pt x="2192769" y="43532"/>
                  </a:lnTo>
                  <a:lnTo>
                    <a:pt x="2269402" y="42908"/>
                  </a:lnTo>
                  <a:lnTo>
                    <a:pt x="2346034" y="42283"/>
                  </a:lnTo>
                  <a:lnTo>
                    <a:pt x="2422667" y="41658"/>
                  </a:lnTo>
                  <a:lnTo>
                    <a:pt x="2499300" y="41033"/>
                  </a:lnTo>
                  <a:lnTo>
                    <a:pt x="2575932" y="40407"/>
                  </a:lnTo>
                  <a:lnTo>
                    <a:pt x="2652565" y="39781"/>
                  </a:lnTo>
                  <a:lnTo>
                    <a:pt x="2729197" y="39154"/>
                  </a:lnTo>
                  <a:lnTo>
                    <a:pt x="2805830" y="38526"/>
                  </a:lnTo>
                  <a:lnTo>
                    <a:pt x="2882462" y="37899"/>
                  </a:lnTo>
                  <a:lnTo>
                    <a:pt x="2959095" y="37270"/>
                  </a:lnTo>
                  <a:lnTo>
                    <a:pt x="3035727" y="36642"/>
                  </a:lnTo>
                  <a:lnTo>
                    <a:pt x="3112360" y="36012"/>
                  </a:lnTo>
                  <a:lnTo>
                    <a:pt x="3188993" y="35383"/>
                  </a:lnTo>
                  <a:lnTo>
                    <a:pt x="3265625" y="34752"/>
                  </a:lnTo>
                  <a:lnTo>
                    <a:pt x="3342258" y="34122"/>
                  </a:lnTo>
                  <a:lnTo>
                    <a:pt x="3418890" y="33491"/>
                  </a:lnTo>
                  <a:lnTo>
                    <a:pt x="3495523" y="32859"/>
                  </a:lnTo>
                  <a:lnTo>
                    <a:pt x="3572155" y="32227"/>
                  </a:lnTo>
                  <a:lnTo>
                    <a:pt x="3648788" y="31594"/>
                  </a:lnTo>
                  <a:lnTo>
                    <a:pt x="3725420" y="30961"/>
                  </a:lnTo>
                  <a:lnTo>
                    <a:pt x="3802053" y="30328"/>
                  </a:lnTo>
                  <a:lnTo>
                    <a:pt x="3878685" y="29694"/>
                  </a:lnTo>
                  <a:lnTo>
                    <a:pt x="3955318" y="29059"/>
                  </a:lnTo>
                  <a:lnTo>
                    <a:pt x="4031951" y="28424"/>
                  </a:lnTo>
                  <a:lnTo>
                    <a:pt x="4108583" y="27789"/>
                  </a:lnTo>
                  <a:lnTo>
                    <a:pt x="4185216" y="27153"/>
                  </a:lnTo>
                  <a:lnTo>
                    <a:pt x="4261848" y="26516"/>
                  </a:lnTo>
                  <a:lnTo>
                    <a:pt x="4338481" y="25879"/>
                  </a:lnTo>
                  <a:lnTo>
                    <a:pt x="4415113" y="25242"/>
                  </a:lnTo>
                  <a:lnTo>
                    <a:pt x="4491746" y="24604"/>
                  </a:lnTo>
                  <a:lnTo>
                    <a:pt x="4568378" y="23965"/>
                  </a:lnTo>
                  <a:lnTo>
                    <a:pt x="4645011" y="23326"/>
                  </a:lnTo>
                  <a:lnTo>
                    <a:pt x="4721644" y="22687"/>
                  </a:lnTo>
                  <a:lnTo>
                    <a:pt x="4798276" y="22047"/>
                  </a:lnTo>
                  <a:lnTo>
                    <a:pt x="4874909" y="21407"/>
                  </a:lnTo>
                  <a:lnTo>
                    <a:pt x="4951541" y="20766"/>
                  </a:lnTo>
                  <a:lnTo>
                    <a:pt x="5028174" y="20125"/>
                  </a:lnTo>
                  <a:lnTo>
                    <a:pt x="5104806" y="19483"/>
                  </a:lnTo>
                  <a:lnTo>
                    <a:pt x="5181439" y="18841"/>
                  </a:lnTo>
                  <a:lnTo>
                    <a:pt x="5258071" y="18198"/>
                  </a:lnTo>
                  <a:lnTo>
                    <a:pt x="5334704" y="17555"/>
                  </a:lnTo>
                  <a:lnTo>
                    <a:pt x="5411336" y="16911"/>
                  </a:lnTo>
                  <a:lnTo>
                    <a:pt x="5487969" y="16266"/>
                  </a:lnTo>
                  <a:lnTo>
                    <a:pt x="5564602" y="15622"/>
                  </a:lnTo>
                  <a:lnTo>
                    <a:pt x="5641234" y="14976"/>
                  </a:lnTo>
                  <a:lnTo>
                    <a:pt x="5717867" y="14331"/>
                  </a:lnTo>
                  <a:lnTo>
                    <a:pt x="5794499" y="13685"/>
                  </a:lnTo>
                  <a:lnTo>
                    <a:pt x="5871132" y="13038"/>
                  </a:lnTo>
                  <a:lnTo>
                    <a:pt x="5947764" y="12391"/>
                  </a:lnTo>
                  <a:lnTo>
                    <a:pt x="6024397" y="11743"/>
                  </a:lnTo>
                  <a:lnTo>
                    <a:pt x="6101029" y="11095"/>
                  </a:lnTo>
                  <a:lnTo>
                    <a:pt x="6177662" y="10446"/>
                  </a:lnTo>
                  <a:lnTo>
                    <a:pt x="6254294" y="9797"/>
                  </a:lnTo>
                  <a:lnTo>
                    <a:pt x="6330927" y="9147"/>
                  </a:lnTo>
                  <a:lnTo>
                    <a:pt x="6407560" y="8497"/>
                  </a:lnTo>
                  <a:lnTo>
                    <a:pt x="6484192" y="7846"/>
                  </a:lnTo>
                  <a:lnTo>
                    <a:pt x="6560825" y="7195"/>
                  </a:lnTo>
                  <a:lnTo>
                    <a:pt x="6637457" y="6543"/>
                  </a:lnTo>
                  <a:lnTo>
                    <a:pt x="6714090" y="5891"/>
                  </a:lnTo>
                  <a:lnTo>
                    <a:pt x="6790722" y="5239"/>
                  </a:lnTo>
                  <a:lnTo>
                    <a:pt x="6867355" y="4585"/>
                  </a:lnTo>
                  <a:lnTo>
                    <a:pt x="6943987" y="3932"/>
                  </a:lnTo>
                  <a:lnTo>
                    <a:pt x="7020620" y="3278"/>
                  </a:lnTo>
                  <a:lnTo>
                    <a:pt x="7097253" y="2623"/>
                  </a:lnTo>
                  <a:lnTo>
                    <a:pt x="7173885" y="1968"/>
                  </a:lnTo>
                  <a:lnTo>
                    <a:pt x="7250518" y="1312"/>
                  </a:lnTo>
                  <a:lnTo>
                    <a:pt x="7327150" y="656"/>
                  </a:lnTo>
                  <a:lnTo>
                    <a:pt x="7403783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0.99 (0.83-1.19), p = 0.924  |  per IQR decline (Δ = 0.30): 0.97 (0.57-1.68)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166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2026-07-07T08:49:16Z</dcterms:modified>
  <cp:category/>
</cp:coreProperties>
</file>