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(1.10-1.26), p = &lt;0.001  |  per IQR decline (Δ = 0.28): 1.59 (1.31-1.92)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2026-06-08T10:30:24Z</dcterms:modified>
  <cp:category/>
</cp:coreProperties>
</file>