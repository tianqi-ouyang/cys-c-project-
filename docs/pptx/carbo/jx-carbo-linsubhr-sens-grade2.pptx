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67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780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882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298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08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772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83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7933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8035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710319"/>
              <a:ext cx="6964104" cy="587013"/>
            </a:xfrm>
            <a:custGeom>
              <a:avLst/>
              <a:pathLst>
                <a:path w="6964104" h="587013">
                  <a:moveTo>
                    <a:pt x="0" y="0"/>
                  </a:moveTo>
                  <a:lnTo>
                    <a:pt x="70344" y="13131"/>
                  </a:lnTo>
                  <a:lnTo>
                    <a:pt x="140688" y="26012"/>
                  </a:lnTo>
                  <a:lnTo>
                    <a:pt x="211033" y="38649"/>
                  </a:lnTo>
                  <a:lnTo>
                    <a:pt x="281377" y="51045"/>
                  </a:lnTo>
                  <a:lnTo>
                    <a:pt x="351722" y="63205"/>
                  </a:lnTo>
                  <a:lnTo>
                    <a:pt x="422066" y="75133"/>
                  </a:lnTo>
                  <a:lnTo>
                    <a:pt x="492411" y="86835"/>
                  </a:lnTo>
                  <a:lnTo>
                    <a:pt x="562755" y="98313"/>
                  </a:lnTo>
                  <a:lnTo>
                    <a:pt x="633100" y="109574"/>
                  </a:lnTo>
                  <a:lnTo>
                    <a:pt x="703444" y="120620"/>
                  </a:lnTo>
                  <a:lnTo>
                    <a:pt x="773789" y="131456"/>
                  </a:lnTo>
                  <a:lnTo>
                    <a:pt x="844133" y="142085"/>
                  </a:lnTo>
                  <a:lnTo>
                    <a:pt x="914478" y="152513"/>
                  </a:lnTo>
                  <a:lnTo>
                    <a:pt x="984822" y="162741"/>
                  </a:lnTo>
                  <a:lnTo>
                    <a:pt x="1055167" y="172776"/>
                  </a:lnTo>
                  <a:lnTo>
                    <a:pt x="1125511" y="182619"/>
                  </a:lnTo>
                  <a:lnTo>
                    <a:pt x="1195856" y="192275"/>
                  </a:lnTo>
                  <a:lnTo>
                    <a:pt x="1266200" y="201747"/>
                  </a:lnTo>
                  <a:lnTo>
                    <a:pt x="1336545" y="211039"/>
                  </a:lnTo>
                  <a:lnTo>
                    <a:pt x="1406889" y="220154"/>
                  </a:lnTo>
                  <a:lnTo>
                    <a:pt x="1477234" y="229095"/>
                  </a:lnTo>
                  <a:lnTo>
                    <a:pt x="1547578" y="237866"/>
                  </a:lnTo>
                  <a:lnTo>
                    <a:pt x="1617923" y="246471"/>
                  </a:lnTo>
                  <a:lnTo>
                    <a:pt x="1688267" y="254911"/>
                  </a:lnTo>
                  <a:lnTo>
                    <a:pt x="1758612" y="263191"/>
                  </a:lnTo>
                  <a:lnTo>
                    <a:pt x="1828956" y="271314"/>
                  </a:lnTo>
                  <a:lnTo>
                    <a:pt x="1899301" y="279282"/>
                  </a:lnTo>
                  <a:lnTo>
                    <a:pt x="1969645" y="287098"/>
                  </a:lnTo>
                  <a:lnTo>
                    <a:pt x="2039990" y="294765"/>
                  </a:lnTo>
                  <a:lnTo>
                    <a:pt x="2110334" y="302287"/>
                  </a:lnTo>
                  <a:lnTo>
                    <a:pt x="2180679" y="309665"/>
                  </a:lnTo>
                  <a:lnTo>
                    <a:pt x="2251023" y="316903"/>
                  </a:lnTo>
                  <a:lnTo>
                    <a:pt x="2321368" y="324003"/>
                  </a:lnTo>
                  <a:lnTo>
                    <a:pt x="2391712" y="330969"/>
                  </a:lnTo>
                  <a:lnTo>
                    <a:pt x="2462057" y="337801"/>
                  </a:lnTo>
                  <a:lnTo>
                    <a:pt x="2532401" y="344504"/>
                  </a:lnTo>
                  <a:lnTo>
                    <a:pt x="2602746" y="351078"/>
                  </a:lnTo>
                  <a:lnTo>
                    <a:pt x="2673090" y="357528"/>
                  </a:lnTo>
                  <a:lnTo>
                    <a:pt x="2743435" y="363855"/>
                  </a:lnTo>
                  <a:lnTo>
                    <a:pt x="2813779" y="370062"/>
                  </a:lnTo>
                  <a:lnTo>
                    <a:pt x="2884124" y="376150"/>
                  </a:lnTo>
                  <a:lnTo>
                    <a:pt x="2954468" y="382123"/>
                  </a:lnTo>
                  <a:lnTo>
                    <a:pt x="3024813" y="387982"/>
                  </a:lnTo>
                  <a:lnTo>
                    <a:pt x="3095157" y="391936"/>
                  </a:lnTo>
                  <a:lnTo>
                    <a:pt x="3165502" y="394320"/>
                  </a:lnTo>
                  <a:lnTo>
                    <a:pt x="3235846" y="396686"/>
                  </a:lnTo>
                  <a:lnTo>
                    <a:pt x="3306191" y="399032"/>
                  </a:lnTo>
                  <a:lnTo>
                    <a:pt x="3376535" y="401360"/>
                  </a:lnTo>
                  <a:lnTo>
                    <a:pt x="3446880" y="403669"/>
                  </a:lnTo>
                  <a:lnTo>
                    <a:pt x="3517224" y="405960"/>
                  </a:lnTo>
                  <a:lnTo>
                    <a:pt x="3587569" y="408232"/>
                  </a:lnTo>
                  <a:lnTo>
                    <a:pt x="3657913" y="410486"/>
                  </a:lnTo>
                  <a:lnTo>
                    <a:pt x="3728257" y="412722"/>
                  </a:lnTo>
                  <a:lnTo>
                    <a:pt x="3798602" y="414940"/>
                  </a:lnTo>
                  <a:lnTo>
                    <a:pt x="3868946" y="417141"/>
                  </a:lnTo>
                  <a:lnTo>
                    <a:pt x="3939291" y="419324"/>
                  </a:lnTo>
                  <a:lnTo>
                    <a:pt x="4009635" y="421489"/>
                  </a:lnTo>
                  <a:lnTo>
                    <a:pt x="4079980" y="423637"/>
                  </a:lnTo>
                  <a:lnTo>
                    <a:pt x="4150324" y="425768"/>
                  </a:lnTo>
                  <a:lnTo>
                    <a:pt x="4220669" y="427882"/>
                  </a:lnTo>
                  <a:lnTo>
                    <a:pt x="4291013" y="429979"/>
                  </a:lnTo>
                  <a:lnTo>
                    <a:pt x="4361358" y="432059"/>
                  </a:lnTo>
                  <a:lnTo>
                    <a:pt x="4431702" y="434122"/>
                  </a:lnTo>
                  <a:lnTo>
                    <a:pt x="4502047" y="436169"/>
                  </a:lnTo>
                  <a:lnTo>
                    <a:pt x="4572391" y="438200"/>
                  </a:lnTo>
                  <a:lnTo>
                    <a:pt x="4642736" y="440214"/>
                  </a:lnTo>
                  <a:lnTo>
                    <a:pt x="4713080" y="442212"/>
                  </a:lnTo>
                  <a:lnTo>
                    <a:pt x="4783425" y="444195"/>
                  </a:lnTo>
                  <a:lnTo>
                    <a:pt x="4853769" y="446161"/>
                  </a:lnTo>
                  <a:lnTo>
                    <a:pt x="4924114" y="448112"/>
                  </a:lnTo>
                  <a:lnTo>
                    <a:pt x="4994458" y="450047"/>
                  </a:lnTo>
                  <a:lnTo>
                    <a:pt x="5064803" y="451966"/>
                  </a:lnTo>
                  <a:lnTo>
                    <a:pt x="5135147" y="453870"/>
                  </a:lnTo>
                  <a:lnTo>
                    <a:pt x="5205492" y="455759"/>
                  </a:lnTo>
                  <a:lnTo>
                    <a:pt x="5275836" y="457633"/>
                  </a:lnTo>
                  <a:lnTo>
                    <a:pt x="5346181" y="459492"/>
                  </a:lnTo>
                  <a:lnTo>
                    <a:pt x="5416525" y="461336"/>
                  </a:lnTo>
                  <a:lnTo>
                    <a:pt x="5486870" y="463165"/>
                  </a:lnTo>
                  <a:lnTo>
                    <a:pt x="5557214" y="464980"/>
                  </a:lnTo>
                  <a:lnTo>
                    <a:pt x="5627559" y="466780"/>
                  </a:lnTo>
                  <a:lnTo>
                    <a:pt x="5697903" y="468566"/>
                  </a:lnTo>
                  <a:lnTo>
                    <a:pt x="5768248" y="470337"/>
                  </a:lnTo>
                  <a:lnTo>
                    <a:pt x="5838592" y="472094"/>
                  </a:lnTo>
                  <a:lnTo>
                    <a:pt x="5908937" y="473838"/>
                  </a:lnTo>
                  <a:lnTo>
                    <a:pt x="5979281" y="475567"/>
                  </a:lnTo>
                  <a:lnTo>
                    <a:pt x="6049626" y="477282"/>
                  </a:lnTo>
                  <a:lnTo>
                    <a:pt x="6119970" y="478984"/>
                  </a:lnTo>
                  <a:lnTo>
                    <a:pt x="6190315" y="480672"/>
                  </a:lnTo>
                  <a:lnTo>
                    <a:pt x="6260659" y="482346"/>
                  </a:lnTo>
                  <a:lnTo>
                    <a:pt x="6331004" y="484008"/>
                  </a:lnTo>
                  <a:lnTo>
                    <a:pt x="6401348" y="485655"/>
                  </a:lnTo>
                  <a:lnTo>
                    <a:pt x="6471693" y="487290"/>
                  </a:lnTo>
                  <a:lnTo>
                    <a:pt x="6542037" y="488912"/>
                  </a:lnTo>
                  <a:lnTo>
                    <a:pt x="6612382" y="490520"/>
                  </a:lnTo>
                  <a:lnTo>
                    <a:pt x="6682726" y="492116"/>
                  </a:lnTo>
                  <a:lnTo>
                    <a:pt x="6753071" y="493699"/>
                  </a:lnTo>
                  <a:lnTo>
                    <a:pt x="6823415" y="495269"/>
                  </a:lnTo>
                  <a:lnTo>
                    <a:pt x="6893760" y="496827"/>
                  </a:lnTo>
                  <a:lnTo>
                    <a:pt x="6964104" y="498372"/>
                  </a:lnTo>
                  <a:lnTo>
                    <a:pt x="6964104" y="587013"/>
                  </a:lnTo>
                  <a:lnTo>
                    <a:pt x="6893760" y="585016"/>
                  </a:lnTo>
                  <a:lnTo>
                    <a:pt x="6823415" y="582980"/>
                  </a:lnTo>
                  <a:lnTo>
                    <a:pt x="6753071" y="580904"/>
                  </a:lnTo>
                  <a:lnTo>
                    <a:pt x="6682726" y="578788"/>
                  </a:lnTo>
                  <a:lnTo>
                    <a:pt x="6612382" y="576631"/>
                  </a:lnTo>
                  <a:lnTo>
                    <a:pt x="6542037" y="574432"/>
                  </a:lnTo>
                  <a:lnTo>
                    <a:pt x="6471693" y="572190"/>
                  </a:lnTo>
                  <a:lnTo>
                    <a:pt x="6401348" y="569905"/>
                  </a:lnTo>
                  <a:lnTo>
                    <a:pt x="6331004" y="567575"/>
                  </a:lnTo>
                  <a:lnTo>
                    <a:pt x="6260659" y="565201"/>
                  </a:lnTo>
                  <a:lnTo>
                    <a:pt x="6190315" y="562780"/>
                  </a:lnTo>
                  <a:lnTo>
                    <a:pt x="6119970" y="560312"/>
                  </a:lnTo>
                  <a:lnTo>
                    <a:pt x="6049626" y="557797"/>
                  </a:lnTo>
                  <a:lnTo>
                    <a:pt x="5979281" y="555232"/>
                  </a:lnTo>
                  <a:lnTo>
                    <a:pt x="5908937" y="552618"/>
                  </a:lnTo>
                  <a:lnTo>
                    <a:pt x="5838592" y="549953"/>
                  </a:lnTo>
                  <a:lnTo>
                    <a:pt x="5768248" y="547237"/>
                  </a:lnTo>
                  <a:lnTo>
                    <a:pt x="5697903" y="544467"/>
                  </a:lnTo>
                  <a:lnTo>
                    <a:pt x="5627559" y="541644"/>
                  </a:lnTo>
                  <a:lnTo>
                    <a:pt x="5557214" y="538767"/>
                  </a:lnTo>
                  <a:lnTo>
                    <a:pt x="5486870" y="535833"/>
                  </a:lnTo>
                  <a:lnTo>
                    <a:pt x="5416525" y="532843"/>
                  </a:lnTo>
                  <a:lnTo>
                    <a:pt x="5346181" y="529794"/>
                  </a:lnTo>
                  <a:lnTo>
                    <a:pt x="5275836" y="526686"/>
                  </a:lnTo>
                  <a:lnTo>
                    <a:pt x="5205492" y="523518"/>
                  </a:lnTo>
                  <a:lnTo>
                    <a:pt x="5135147" y="520289"/>
                  </a:lnTo>
                  <a:lnTo>
                    <a:pt x="5064803" y="516997"/>
                  </a:lnTo>
                  <a:lnTo>
                    <a:pt x="4994458" y="513641"/>
                  </a:lnTo>
                  <a:lnTo>
                    <a:pt x="4924114" y="510220"/>
                  </a:lnTo>
                  <a:lnTo>
                    <a:pt x="4853769" y="506733"/>
                  </a:lnTo>
                  <a:lnTo>
                    <a:pt x="4783425" y="503178"/>
                  </a:lnTo>
                  <a:lnTo>
                    <a:pt x="4713080" y="499553"/>
                  </a:lnTo>
                  <a:lnTo>
                    <a:pt x="4642736" y="495859"/>
                  </a:lnTo>
                  <a:lnTo>
                    <a:pt x="4572391" y="492093"/>
                  </a:lnTo>
                  <a:lnTo>
                    <a:pt x="4502047" y="488254"/>
                  </a:lnTo>
                  <a:lnTo>
                    <a:pt x="4431702" y="484340"/>
                  </a:lnTo>
                  <a:lnTo>
                    <a:pt x="4361358" y="480351"/>
                  </a:lnTo>
                  <a:lnTo>
                    <a:pt x="4291013" y="476284"/>
                  </a:lnTo>
                  <a:lnTo>
                    <a:pt x="4220669" y="472138"/>
                  </a:lnTo>
                  <a:lnTo>
                    <a:pt x="4150324" y="467912"/>
                  </a:lnTo>
                  <a:lnTo>
                    <a:pt x="4079980" y="463604"/>
                  </a:lnTo>
                  <a:lnTo>
                    <a:pt x="4009635" y="459212"/>
                  </a:lnTo>
                  <a:lnTo>
                    <a:pt x="3939291" y="454735"/>
                  </a:lnTo>
                  <a:lnTo>
                    <a:pt x="3868946" y="450171"/>
                  </a:lnTo>
                  <a:lnTo>
                    <a:pt x="3798602" y="445519"/>
                  </a:lnTo>
                  <a:lnTo>
                    <a:pt x="3728257" y="440776"/>
                  </a:lnTo>
                  <a:lnTo>
                    <a:pt x="3657913" y="435941"/>
                  </a:lnTo>
                  <a:lnTo>
                    <a:pt x="3587569" y="431013"/>
                  </a:lnTo>
                  <a:lnTo>
                    <a:pt x="3517224" y="425989"/>
                  </a:lnTo>
                  <a:lnTo>
                    <a:pt x="3446880" y="420867"/>
                  </a:lnTo>
                  <a:lnTo>
                    <a:pt x="3376535" y="415646"/>
                  </a:lnTo>
                  <a:lnTo>
                    <a:pt x="3306191" y="410324"/>
                  </a:lnTo>
                  <a:lnTo>
                    <a:pt x="3235846" y="404898"/>
                  </a:lnTo>
                  <a:lnTo>
                    <a:pt x="3165502" y="399367"/>
                  </a:lnTo>
                  <a:lnTo>
                    <a:pt x="3095157" y="393729"/>
                  </a:lnTo>
                  <a:lnTo>
                    <a:pt x="3024813" y="389532"/>
                  </a:lnTo>
                  <a:lnTo>
                    <a:pt x="2954468" y="387109"/>
                  </a:lnTo>
                  <a:lnTo>
                    <a:pt x="2884124" y="384666"/>
                  </a:lnTo>
                  <a:lnTo>
                    <a:pt x="2813779" y="382204"/>
                  </a:lnTo>
                  <a:lnTo>
                    <a:pt x="2743435" y="379722"/>
                  </a:lnTo>
                  <a:lnTo>
                    <a:pt x="2673090" y="377220"/>
                  </a:lnTo>
                  <a:lnTo>
                    <a:pt x="2602746" y="374697"/>
                  </a:lnTo>
                  <a:lnTo>
                    <a:pt x="2532401" y="372155"/>
                  </a:lnTo>
                  <a:lnTo>
                    <a:pt x="2462057" y="369591"/>
                  </a:lnTo>
                  <a:lnTo>
                    <a:pt x="2391712" y="367007"/>
                  </a:lnTo>
                  <a:lnTo>
                    <a:pt x="2321368" y="364403"/>
                  </a:lnTo>
                  <a:lnTo>
                    <a:pt x="2251023" y="361777"/>
                  </a:lnTo>
                  <a:lnTo>
                    <a:pt x="2180679" y="359130"/>
                  </a:lnTo>
                  <a:lnTo>
                    <a:pt x="2110334" y="356462"/>
                  </a:lnTo>
                  <a:lnTo>
                    <a:pt x="2039990" y="353772"/>
                  </a:lnTo>
                  <a:lnTo>
                    <a:pt x="1969645" y="351060"/>
                  </a:lnTo>
                  <a:lnTo>
                    <a:pt x="1899301" y="348327"/>
                  </a:lnTo>
                  <a:lnTo>
                    <a:pt x="1828956" y="345571"/>
                  </a:lnTo>
                  <a:lnTo>
                    <a:pt x="1758612" y="342794"/>
                  </a:lnTo>
                  <a:lnTo>
                    <a:pt x="1688267" y="339994"/>
                  </a:lnTo>
                  <a:lnTo>
                    <a:pt x="1617923" y="337171"/>
                  </a:lnTo>
                  <a:lnTo>
                    <a:pt x="1547578" y="334326"/>
                  </a:lnTo>
                  <a:lnTo>
                    <a:pt x="1477234" y="331457"/>
                  </a:lnTo>
                  <a:lnTo>
                    <a:pt x="1406889" y="328566"/>
                  </a:lnTo>
                  <a:lnTo>
                    <a:pt x="1336545" y="325651"/>
                  </a:lnTo>
                  <a:lnTo>
                    <a:pt x="1266200" y="322713"/>
                  </a:lnTo>
                  <a:lnTo>
                    <a:pt x="1195856" y="319751"/>
                  </a:lnTo>
                  <a:lnTo>
                    <a:pt x="1125511" y="316765"/>
                  </a:lnTo>
                  <a:lnTo>
                    <a:pt x="1055167" y="313755"/>
                  </a:lnTo>
                  <a:lnTo>
                    <a:pt x="984822" y="310721"/>
                  </a:lnTo>
                  <a:lnTo>
                    <a:pt x="914478" y="307662"/>
                  </a:lnTo>
                  <a:lnTo>
                    <a:pt x="844133" y="304578"/>
                  </a:lnTo>
                  <a:lnTo>
                    <a:pt x="773789" y="301470"/>
                  </a:lnTo>
                  <a:lnTo>
                    <a:pt x="703444" y="298337"/>
                  </a:lnTo>
                  <a:lnTo>
                    <a:pt x="633100" y="295178"/>
                  </a:lnTo>
                  <a:lnTo>
                    <a:pt x="562755" y="291994"/>
                  </a:lnTo>
                  <a:lnTo>
                    <a:pt x="492411" y="288784"/>
                  </a:lnTo>
                  <a:lnTo>
                    <a:pt x="422066" y="285549"/>
                  </a:lnTo>
                  <a:lnTo>
                    <a:pt x="351722" y="282287"/>
                  </a:lnTo>
                  <a:lnTo>
                    <a:pt x="281377" y="278999"/>
                  </a:lnTo>
                  <a:lnTo>
                    <a:pt x="211033" y="275684"/>
                  </a:lnTo>
                  <a:lnTo>
                    <a:pt x="140688" y="272343"/>
                  </a:lnTo>
                  <a:lnTo>
                    <a:pt x="70344" y="268975"/>
                  </a:lnTo>
                  <a:lnTo>
                    <a:pt x="0" y="265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10319"/>
              <a:ext cx="6964104" cy="498372"/>
            </a:xfrm>
            <a:custGeom>
              <a:avLst/>
              <a:pathLst>
                <a:path w="6964104" h="498372">
                  <a:moveTo>
                    <a:pt x="0" y="0"/>
                  </a:moveTo>
                  <a:lnTo>
                    <a:pt x="70344" y="13131"/>
                  </a:lnTo>
                  <a:lnTo>
                    <a:pt x="140688" y="26012"/>
                  </a:lnTo>
                  <a:lnTo>
                    <a:pt x="211033" y="38649"/>
                  </a:lnTo>
                  <a:lnTo>
                    <a:pt x="281377" y="51045"/>
                  </a:lnTo>
                  <a:lnTo>
                    <a:pt x="351722" y="63205"/>
                  </a:lnTo>
                  <a:lnTo>
                    <a:pt x="422066" y="75133"/>
                  </a:lnTo>
                  <a:lnTo>
                    <a:pt x="492411" y="86835"/>
                  </a:lnTo>
                  <a:lnTo>
                    <a:pt x="562755" y="98313"/>
                  </a:lnTo>
                  <a:lnTo>
                    <a:pt x="633100" y="109574"/>
                  </a:lnTo>
                  <a:lnTo>
                    <a:pt x="703444" y="120620"/>
                  </a:lnTo>
                  <a:lnTo>
                    <a:pt x="773789" y="131456"/>
                  </a:lnTo>
                  <a:lnTo>
                    <a:pt x="844133" y="142085"/>
                  </a:lnTo>
                  <a:lnTo>
                    <a:pt x="914478" y="152513"/>
                  </a:lnTo>
                  <a:lnTo>
                    <a:pt x="984822" y="162741"/>
                  </a:lnTo>
                  <a:lnTo>
                    <a:pt x="1055167" y="172776"/>
                  </a:lnTo>
                  <a:lnTo>
                    <a:pt x="1125511" y="182619"/>
                  </a:lnTo>
                  <a:lnTo>
                    <a:pt x="1195856" y="192275"/>
                  </a:lnTo>
                  <a:lnTo>
                    <a:pt x="1266200" y="201747"/>
                  </a:lnTo>
                  <a:lnTo>
                    <a:pt x="1336545" y="211039"/>
                  </a:lnTo>
                  <a:lnTo>
                    <a:pt x="1406889" y="220154"/>
                  </a:lnTo>
                  <a:lnTo>
                    <a:pt x="1477234" y="229095"/>
                  </a:lnTo>
                  <a:lnTo>
                    <a:pt x="1547578" y="237866"/>
                  </a:lnTo>
                  <a:lnTo>
                    <a:pt x="1617923" y="246471"/>
                  </a:lnTo>
                  <a:lnTo>
                    <a:pt x="1688267" y="254911"/>
                  </a:lnTo>
                  <a:lnTo>
                    <a:pt x="1758612" y="263191"/>
                  </a:lnTo>
                  <a:lnTo>
                    <a:pt x="1828956" y="271314"/>
                  </a:lnTo>
                  <a:lnTo>
                    <a:pt x="1899301" y="279282"/>
                  </a:lnTo>
                  <a:lnTo>
                    <a:pt x="1969645" y="287098"/>
                  </a:lnTo>
                  <a:lnTo>
                    <a:pt x="2039990" y="294765"/>
                  </a:lnTo>
                  <a:lnTo>
                    <a:pt x="2110334" y="302287"/>
                  </a:lnTo>
                  <a:lnTo>
                    <a:pt x="2180679" y="309665"/>
                  </a:lnTo>
                  <a:lnTo>
                    <a:pt x="2251023" y="316903"/>
                  </a:lnTo>
                  <a:lnTo>
                    <a:pt x="2321368" y="324003"/>
                  </a:lnTo>
                  <a:lnTo>
                    <a:pt x="2391712" y="330969"/>
                  </a:lnTo>
                  <a:lnTo>
                    <a:pt x="2462057" y="337801"/>
                  </a:lnTo>
                  <a:lnTo>
                    <a:pt x="2532401" y="344504"/>
                  </a:lnTo>
                  <a:lnTo>
                    <a:pt x="2602746" y="351078"/>
                  </a:lnTo>
                  <a:lnTo>
                    <a:pt x="2673090" y="357528"/>
                  </a:lnTo>
                  <a:lnTo>
                    <a:pt x="2743435" y="363855"/>
                  </a:lnTo>
                  <a:lnTo>
                    <a:pt x="2813779" y="370062"/>
                  </a:lnTo>
                  <a:lnTo>
                    <a:pt x="2884124" y="376150"/>
                  </a:lnTo>
                  <a:lnTo>
                    <a:pt x="2954468" y="382123"/>
                  </a:lnTo>
                  <a:lnTo>
                    <a:pt x="3024813" y="387982"/>
                  </a:lnTo>
                  <a:lnTo>
                    <a:pt x="3095157" y="391936"/>
                  </a:lnTo>
                  <a:lnTo>
                    <a:pt x="3165502" y="394320"/>
                  </a:lnTo>
                  <a:lnTo>
                    <a:pt x="3235846" y="396686"/>
                  </a:lnTo>
                  <a:lnTo>
                    <a:pt x="3306191" y="399032"/>
                  </a:lnTo>
                  <a:lnTo>
                    <a:pt x="3376535" y="401360"/>
                  </a:lnTo>
                  <a:lnTo>
                    <a:pt x="3446880" y="403669"/>
                  </a:lnTo>
                  <a:lnTo>
                    <a:pt x="3517224" y="405960"/>
                  </a:lnTo>
                  <a:lnTo>
                    <a:pt x="3587569" y="408232"/>
                  </a:lnTo>
                  <a:lnTo>
                    <a:pt x="3657913" y="410486"/>
                  </a:lnTo>
                  <a:lnTo>
                    <a:pt x="3728257" y="412722"/>
                  </a:lnTo>
                  <a:lnTo>
                    <a:pt x="3798602" y="414940"/>
                  </a:lnTo>
                  <a:lnTo>
                    <a:pt x="3868946" y="417141"/>
                  </a:lnTo>
                  <a:lnTo>
                    <a:pt x="3939291" y="419324"/>
                  </a:lnTo>
                  <a:lnTo>
                    <a:pt x="4009635" y="421489"/>
                  </a:lnTo>
                  <a:lnTo>
                    <a:pt x="4079980" y="423637"/>
                  </a:lnTo>
                  <a:lnTo>
                    <a:pt x="4150324" y="425768"/>
                  </a:lnTo>
                  <a:lnTo>
                    <a:pt x="4220669" y="427882"/>
                  </a:lnTo>
                  <a:lnTo>
                    <a:pt x="4291013" y="429979"/>
                  </a:lnTo>
                  <a:lnTo>
                    <a:pt x="4361358" y="432059"/>
                  </a:lnTo>
                  <a:lnTo>
                    <a:pt x="4431702" y="434122"/>
                  </a:lnTo>
                  <a:lnTo>
                    <a:pt x="4502047" y="436169"/>
                  </a:lnTo>
                  <a:lnTo>
                    <a:pt x="4572391" y="438200"/>
                  </a:lnTo>
                  <a:lnTo>
                    <a:pt x="4642736" y="440214"/>
                  </a:lnTo>
                  <a:lnTo>
                    <a:pt x="4713080" y="442212"/>
                  </a:lnTo>
                  <a:lnTo>
                    <a:pt x="4783425" y="444195"/>
                  </a:lnTo>
                  <a:lnTo>
                    <a:pt x="4853769" y="446161"/>
                  </a:lnTo>
                  <a:lnTo>
                    <a:pt x="4924114" y="448112"/>
                  </a:lnTo>
                  <a:lnTo>
                    <a:pt x="4994458" y="450047"/>
                  </a:lnTo>
                  <a:lnTo>
                    <a:pt x="5064803" y="451966"/>
                  </a:lnTo>
                  <a:lnTo>
                    <a:pt x="5135147" y="453870"/>
                  </a:lnTo>
                  <a:lnTo>
                    <a:pt x="5205492" y="455759"/>
                  </a:lnTo>
                  <a:lnTo>
                    <a:pt x="5275836" y="457633"/>
                  </a:lnTo>
                  <a:lnTo>
                    <a:pt x="5346181" y="459492"/>
                  </a:lnTo>
                  <a:lnTo>
                    <a:pt x="5416525" y="461336"/>
                  </a:lnTo>
                  <a:lnTo>
                    <a:pt x="5486870" y="463165"/>
                  </a:lnTo>
                  <a:lnTo>
                    <a:pt x="5557214" y="464980"/>
                  </a:lnTo>
                  <a:lnTo>
                    <a:pt x="5627559" y="466780"/>
                  </a:lnTo>
                  <a:lnTo>
                    <a:pt x="5697903" y="468566"/>
                  </a:lnTo>
                  <a:lnTo>
                    <a:pt x="5768248" y="470337"/>
                  </a:lnTo>
                  <a:lnTo>
                    <a:pt x="5838592" y="472094"/>
                  </a:lnTo>
                  <a:lnTo>
                    <a:pt x="5908937" y="473838"/>
                  </a:lnTo>
                  <a:lnTo>
                    <a:pt x="5979281" y="475567"/>
                  </a:lnTo>
                  <a:lnTo>
                    <a:pt x="6049626" y="477282"/>
                  </a:lnTo>
                  <a:lnTo>
                    <a:pt x="6119970" y="478984"/>
                  </a:lnTo>
                  <a:lnTo>
                    <a:pt x="6190315" y="480672"/>
                  </a:lnTo>
                  <a:lnTo>
                    <a:pt x="6260659" y="482346"/>
                  </a:lnTo>
                  <a:lnTo>
                    <a:pt x="6331004" y="484008"/>
                  </a:lnTo>
                  <a:lnTo>
                    <a:pt x="6401348" y="485655"/>
                  </a:lnTo>
                  <a:lnTo>
                    <a:pt x="6471693" y="487290"/>
                  </a:lnTo>
                  <a:lnTo>
                    <a:pt x="6542037" y="488912"/>
                  </a:lnTo>
                  <a:lnTo>
                    <a:pt x="6612382" y="490520"/>
                  </a:lnTo>
                  <a:lnTo>
                    <a:pt x="6682726" y="492116"/>
                  </a:lnTo>
                  <a:lnTo>
                    <a:pt x="6753071" y="493699"/>
                  </a:lnTo>
                  <a:lnTo>
                    <a:pt x="6823415" y="495269"/>
                  </a:lnTo>
                  <a:lnTo>
                    <a:pt x="6893760" y="496827"/>
                  </a:lnTo>
                  <a:lnTo>
                    <a:pt x="6964104" y="4983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2975899"/>
              <a:ext cx="6964104" cy="321434"/>
            </a:xfrm>
            <a:custGeom>
              <a:avLst/>
              <a:pathLst>
                <a:path w="6964104" h="321434">
                  <a:moveTo>
                    <a:pt x="6964104" y="321434"/>
                  </a:moveTo>
                  <a:lnTo>
                    <a:pt x="6893760" y="319436"/>
                  </a:lnTo>
                  <a:lnTo>
                    <a:pt x="6823415" y="317400"/>
                  </a:lnTo>
                  <a:lnTo>
                    <a:pt x="6753071" y="315324"/>
                  </a:lnTo>
                  <a:lnTo>
                    <a:pt x="6682726" y="313208"/>
                  </a:lnTo>
                  <a:lnTo>
                    <a:pt x="6612382" y="311051"/>
                  </a:lnTo>
                  <a:lnTo>
                    <a:pt x="6542037" y="308852"/>
                  </a:lnTo>
                  <a:lnTo>
                    <a:pt x="6471693" y="306610"/>
                  </a:lnTo>
                  <a:lnTo>
                    <a:pt x="6401348" y="304325"/>
                  </a:lnTo>
                  <a:lnTo>
                    <a:pt x="6331004" y="301995"/>
                  </a:lnTo>
                  <a:lnTo>
                    <a:pt x="6260659" y="299621"/>
                  </a:lnTo>
                  <a:lnTo>
                    <a:pt x="6190315" y="297200"/>
                  </a:lnTo>
                  <a:lnTo>
                    <a:pt x="6119970" y="294732"/>
                  </a:lnTo>
                  <a:lnTo>
                    <a:pt x="6049626" y="292217"/>
                  </a:lnTo>
                  <a:lnTo>
                    <a:pt x="5979281" y="289652"/>
                  </a:lnTo>
                  <a:lnTo>
                    <a:pt x="5908937" y="287038"/>
                  </a:lnTo>
                  <a:lnTo>
                    <a:pt x="5838592" y="284373"/>
                  </a:lnTo>
                  <a:lnTo>
                    <a:pt x="5768248" y="281657"/>
                  </a:lnTo>
                  <a:lnTo>
                    <a:pt x="5697903" y="278887"/>
                  </a:lnTo>
                  <a:lnTo>
                    <a:pt x="5627559" y="276065"/>
                  </a:lnTo>
                  <a:lnTo>
                    <a:pt x="5557214" y="273187"/>
                  </a:lnTo>
                  <a:lnTo>
                    <a:pt x="5486870" y="270253"/>
                  </a:lnTo>
                  <a:lnTo>
                    <a:pt x="5416525" y="267263"/>
                  </a:lnTo>
                  <a:lnTo>
                    <a:pt x="5346181" y="264214"/>
                  </a:lnTo>
                  <a:lnTo>
                    <a:pt x="5275836" y="261106"/>
                  </a:lnTo>
                  <a:lnTo>
                    <a:pt x="5205492" y="257939"/>
                  </a:lnTo>
                  <a:lnTo>
                    <a:pt x="5135147" y="254709"/>
                  </a:lnTo>
                  <a:lnTo>
                    <a:pt x="5064803" y="251417"/>
                  </a:lnTo>
                  <a:lnTo>
                    <a:pt x="4994458" y="248061"/>
                  </a:lnTo>
                  <a:lnTo>
                    <a:pt x="4924114" y="244640"/>
                  </a:lnTo>
                  <a:lnTo>
                    <a:pt x="4853769" y="241153"/>
                  </a:lnTo>
                  <a:lnTo>
                    <a:pt x="4783425" y="237598"/>
                  </a:lnTo>
                  <a:lnTo>
                    <a:pt x="4713080" y="233974"/>
                  </a:lnTo>
                  <a:lnTo>
                    <a:pt x="4642736" y="230279"/>
                  </a:lnTo>
                  <a:lnTo>
                    <a:pt x="4572391" y="226513"/>
                  </a:lnTo>
                  <a:lnTo>
                    <a:pt x="4502047" y="222674"/>
                  </a:lnTo>
                  <a:lnTo>
                    <a:pt x="4431702" y="218760"/>
                  </a:lnTo>
                  <a:lnTo>
                    <a:pt x="4361358" y="214771"/>
                  </a:lnTo>
                  <a:lnTo>
                    <a:pt x="4291013" y="210704"/>
                  </a:lnTo>
                  <a:lnTo>
                    <a:pt x="4220669" y="206558"/>
                  </a:lnTo>
                  <a:lnTo>
                    <a:pt x="4150324" y="202332"/>
                  </a:lnTo>
                  <a:lnTo>
                    <a:pt x="4079980" y="198024"/>
                  </a:lnTo>
                  <a:lnTo>
                    <a:pt x="4009635" y="193632"/>
                  </a:lnTo>
                  <a:lnTo>
                    <a:pt x="3939291" y="189155"/>
                  </a:lnTo>
                  <a:lnTo>
                    <a:pt x="3868946" y="184591"/>
                  </a:lnTo>
                  <a:lnTo>
                    <a:pt x="3798602" y="179939"/>
                  </a:lnTo>
                  <a:lnTo>
                    <a:pt x="3728257" y="175196"/>
                  </a:lnTo>
                  <a:lnTo>
                    <a:pt x="3657913" y="170361"/>
                  </a:lnTo>
                  <a:lnTo>
                    <a:pt x="3587569" y="165433"/>
                  </a:lnTo>
                  <a:lnTo>
                    <a:pt x="3517224" y="160409"/>
                  </a:lnTo>
                  <a:lnTo>
                    <a:pt x="3446880" y="155287"/>
                  </a:lnTo>
                  <a:lnTo>
                    <a:pt x="3376535" y="150066"/>
                  </a:lnTo>
                  <a:lnTo>
                    <a:pt x="3306191" y="144744"/>
                  </a:lnTo>
                  <a:lnTo>
                    <a:pt x="3235846" y="139318"/>
                  </a:lnTo>
                  <a:lnTo>
                    <a:pt x="3165502" y="133788"/>
                  </a:lnTo>
                  <a:lnTo>
                    <a:pt x="3095157" y="128149"/>
                  </a:lnTo>
                  <a:lnTo>
                    <a:pt x="3024813" y="123952"/>
                  </a:lnTo>
                  <a:lnTo>
                    <a:pt x="2954468" y="121529"/>
                  </a:lnTo>
                  <a:lnTo>
                    <a:pt x="2884124" y="119087"/>
                  </a:lnTo>
                  <a:lnTo>
                    <a:pt x="2813779" y="116624"/>
                  </a:lnTo>
                  <a:lnTo>
                    <a:pt x="2743435" y="114142"/>
                  </a:lnTo>
                  <a:lnTo>
                    <a:pt x="2673090" y="111640"/>
                  </a:lnTo>
                  <a:lnTo>
                    <a:pt x="2602746" y="109117"/>
                  </a:lnTo>
                  <a:lnTo>
                    <a:pt x="2532401" y="106575"/>
                  </a:lnTo>
                  <a:lnTo>
                    <a:pt x="2462057" y="104011"/>
                  </a:lnTo>
                  <a:lnTo>
                    <a:pt x="2391712" y="101427"/>
                  </a:lnTo>
                  <a:lnTo>
                    <a:pt x="2321368" y="98823"/>
                  </a:lnTo>
                  <a:lnTo>
                    <a:pt x="2251023" y="96197"/>
                  </a:lnTo>
                  <a:lnTo>
                    <a:pt x="2180679" y="93550"/>
                  </a:lnTo>
                  <a:lnTo>
                    <a:pt x="2110334" y="90882"/>
                  </a:lnTo>
                  <a:lnTo>
                    <a:pt x="2039990" y="88192"/>
                  </a:lnTo>
                  <a:lnTo>
                    <a:pt x="1969645" y="85480"/>
                  </a:lnTo>
                  <a:lnTo>
                    <a:pt x="1899301" y="82747"/>
                  </a:lnTo>
                  <a:lnTo>
                    <a:pt x="1828956" y="79991"/>
                  </a:lnTo>
                  <a:lnTo>
                    <a:pt x="1758612" y="77214"/>
                  </a:lnTo>
                  <a:lnTo>
                    <a:pt x="1688267" y="74414"/>
                  </a:lnTo>
                  <a:lnTo>
                    <a:pt x="1617923" y="71591"/>
                  </a:lnTo>
                  <a:lnTo>
                    <a:pt x="1547578" y="68746"/>
                  </a:lnTo>
                  <a:lnTo>
                    <a:pt x="1477234" y="65877"/>
                  </a:lnTo>
                  <a:lnTo>
                    <a:pt x="1406889" y="62986"/>
                  </a:lnTo>
                  <a:lnTo>
                    <a:pt x="1336545" y="60071"/>
                  </a:lnTo>
                  <a:lnTo>
                    <a:pt x="1266200" y="57133"/>
                  </a:lnTo>
                  <a:lnTo>
                    <a:pt x="1195856" y="54171"/>
                  </a:lnTo>
                  <a:lnTo>
                    <a:pt x="1125511" y="51185"/>
                  </a:lnTo>
                  <a:lnTo>
                    <a:pt x="1055167" y="48175"/>
                  </a:lnTo>
                  <a:lnTo>
                    <a:pt x="984822" y="45141"/>
                  </a:lnTo>
                  <a:lnTo>
                    <a:pt x="914478" y="42082"/>
                  </a:lnTo>
                  <a:lnTo>
                    <a:pt x="844133" y="38998"/>
                  </a:lnTo>
                  <a:lnTo>
                    <a:pt x="773789" y="35890"/>
                  </a:lnTo>
                  <a:lnTo>
                    <a:pt x="703444" y="32757"/>
                  </a:lnTo>
                  <a:lnTo>
                    <a:pt x="633100" y="29598"/>
                  </a:lnTo>
                  <a:lnTo>
                    <a:pt x="562755" y="26414"/>
                  </a:lnTo>
                  <a:lnTo>
                    <a:pt x="492411" y="23204"/>
                  </a:lnTo>
                  <a:lnTo>
                    <a:pt x="422066" y="19969"/>
                  </a:lnTo>
                  <a:lnTo>
                    <a:pt x="351722" y="16707"/>
                  </a:lnTo>
                  <a:lnTo>
                    <a:pt x="281377" y="13419"/>
                  </a:lnTo>
                  <a:lnTo>
                    <a:pt x="211033" y="10104"/>
                  </a:lnTo>
                  <a:lnTo>
                    <a:pt x="140688" y="6763"/>
                  </a:lnTo>
                  <a:lnTo>
                    <a:pt x="70344" y="33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859163"/>
              <a:ext cx="6964104" cy="400675"/>
            </a:xfrm>
            <a:custGeom>
              <a:avLst/>
              <a:pathLst>
                <a:path w="6964104" h="400675">
                  <a:moveTo>
                    <a:pt x="0" y="0"/>
                  </a:moveTo>
                  <a:lnTo>
                    <a:pt x="70344" y="7322"/>
                  </a:lnTo>
                  <a:lnTo>
                    <a:pt x="140688" y="14545"/>
                  </a:lnTo>
                  <a:lnTo>
                    <a:pt x="211033" y="21671"/>
                  </a:lnTo>
                  <a:lnTo>
                    <a:pt x="281377" y="28700"/>
                  </a:lnTo>
                  <a:lnTo>
                    <a:pt x="351722" y="35634"/>
                  </a:lnTo>
                  <a:lnTo>
                    <a:pt x="422066" y="42474"/>
                  </a:lnTo>
                  <a:lnTo>
                    <a:pt x="492411" y="49222"/>
                  </a:lnTo>
                  <a:lnTo>
                    <a:pt x="562755" y="55878"/>
                  </a:lnTo>
                  <a:lnTo>
                    <a:pt x="633100" y="62444"/>
                  </a:lnTo>
                  <a:lnTo>
                    <a:pt x="703444" y="68921"/>
                  </a:lnTo>
                  <a:lnTo>
                    <a:pt x="773789" y="75311"/>
                  </a:lnTo>
                  <a:lnTo>
                    <a:pt x="844133" y="81614"/>
                  </a:lnTo>
                  <a:lnTo>
                    <a:pt x="914478" y="87832"/>
                  </a:lnTo>
                  <a:lnTo>
                    <a:pt x="984822" y="93966"/>
                  </a:lnTo>
                  <a:lnTo>
                    <a:pt x="1055167" y="100017"/>
                  </a:lnTo>
                  <a:lnTo>
                    <a:pt x="1125511" y="105986"/>
                  </a:lnTo>
                  <a:lnTo>
                    <a:pt x="1195856" y="111874"/>
                  </a:lnTo>
                  <a:lnTo>
                    <a:pt x="1266200" y="117683"/>
                  </a:lnTo>
                  <a:lnTo>
                    <a:pt x="1336545" y="123413"/>
                  </a:lnTo>
                  <a:lnTo>
                    <a:pt x="1406889" y="129065"/>
                  </a:lnTo>
                  <a:lnTo>
                    <a:pt x="1477234" y="134641"/>
                  </a:lnTo>
                  <a:lnTo>
                    <a:pt x="1547578" y="140141"/>
                  </a:lnTo>
                  <a:lnTo>
                    <a:pt x="1617923" y="145567"/>
                  </a:lnTo>
                  <a:lnTo>
                    <a:pt x="1688267" y="150920"/>
                  </a:lnTo>
                  <a:lnTo>
                    <a:pt x="1758612" y="156200"/>
                  </a:lnTo>
                  <a:lnTo>
                    <a:pt x="1828956" y="161409"/>
                  </a:lnTo>
                  <a:lnTo>
                    <a:pt x="1899301" y="166547"/>
                  </a:lnTo>
                  <a:lnTo>
                    <a:pt x="1969645" y="171616"/>
                  </a:lnTo>
                  <a:lnTo>
                    <a:pt x="2039990" y="176616"/>
                  </a:lnTo>
                  <a:lnTo>
                    <a:pt x="2110334" y="181548"/>
                  </a:lnTo>
                  <a:lnTo>
                    <a:pt x="2180679" y="186414"/>
                  </a:lnTo>
                  <a:lnTo>
                    <a:pt x="2251023" y="191214"/>
                  </a:lnTo>
                  <a:lnTo>
                    <a:pt x="2321368" y="195949"/>
                  </a:lnTo>
                  <a:lnTo>
                    <a:pt x="2391712" y="200620"/>
                  </a:lnTo>
                  <a:lnTo>
                    <a:pt x="2462057" y="205227"/>
                  </a:lnTo>
                  <a:lnTo>
                    <a:pt x="2532401" y="209773"/>
                  </a:lnTo>
                  <a:lnTo>
                    <a:pt x="2602746" y="214256"/>
                  </a:lnTo>
                  <a:lnTo>
                    <a:pt x="2673090" y="218680"/>
                  </a:lnTo>
                  <a:lnTo>
                    <a:pt x="2743435" y="223043"/>
                  </a:lnTo>
                  <a:lnTo>
                    <a:pt x="2813779" y="227347"/>
                  </a:lnTo>
                  <a:lnTo>
                    <a:pt x="2884124" y="231593"/>
                  </a:lnTo>
                  <a:lnTo>
                    <a:pt x="2954468" y="235782"/>
                  </a:lnTo>
                  <a:lnTo>
                    <a:pt x="3024813" y="239913"/>
                  </a:lnTo>
                  <a:lnTo>
                    <a:pt x="3095157" y="243989"/>
                  </a:lnTo>
                  <a:lnTo>
                    <a:pt x="3165502" y="248010"/>
                  </a:lnTo>
                  <a:lnTo>
                    <a:pt x="3235846" y="251976"/>
                  </a:lnTo>
                  <a:lnTo>
                    <a:pt x="3306191" y="255889"/>
                  </a:lnTo>
                  <a:lnTo>
                    <a:pt x="3376535" y="259749"/>
                  </a:lnTo>
                  <a:lnTo>
                    <a:pt x="3446880" y="263556"/>
                  </a:lnTo>
                  <a:lnTo>
                    <a:pt x="3517224" y="267312"/>
                  </a:lnTo>
                  <a:lnTo>
                    <a:pt x="3587569" y="271018"/>
                  </a:lnTo>
                  <a:lnTo>
                    <a:pt x="3657913" y="274673"/>
                  </a:lnTo>
                  <a:lnTo>
                    <a:pt x="3728257" y="278278"/>
                  </a:lnTo>
                  <a:lnTo>
                    <a:pt x="3798602" y="281835"/>
                  </a:lnTo>
                  <a:lnTo>
                    <a:pt x="3868946" y="285344"/>
                  </a:lnTo>
                  <a:lnTo>
                    <a:pt x="3939291" y="288805"/>
                  </a:lnTo>
                  <a:lnTo>
                    <a:pt x="4009635" y="292219"/>
                  </a:lnTo>
                  <a:lnTo>
                    <a:pt x="4079980" y="295587"/>
                  </a:lnTo>
                  <a:lnTo>
                    <a:pt x="4150324" y="298910"/>
                  </a:lnTo>
                  <a:lnTo>
                    <a:pt x="4220669" y="302188"/>
                  </a:lnTo>
                  <a:lnTo>
                    <a:pt x="4291013" y="305421"/>
                  </a:lnTo>
                  <a:lnTo>
                    <a:pt x="4361358" y="308610"/>
                  </a:lnTo>
                  <a:lnTo>
                    <a:pt x="4431702" y="311757"/>
                  </a:lnTo>
                  <a:lnTo>
                    <a:pt x="4502047" y="314861"/>
                  </a:lnTo>
                  <a:lnTo>
                    <a:pt x="4572391" y="317922"/>
                  </a:lnTo>
                  <a:lnTo>
                    <a:pt x="4642736" y="320943"/>
                  </a:lnTo>
                  <a:lnTo>
                    <a:pt x="4713080" y="323922"/>
                  </a:lnTo>
                  <a:lnTo>
                    <a:pt x="4783425" y="326861"/>
                  </a:lnTo>
                  <a:lnTo>
                    <a:pt x="4853769" y="329761"/>
                  </a:lnTo>
                  <a:lnTo>
                    <a:pt x="4924114" y="332621"/>
                  </a:lnTo>
                  <a:lnTo>
                    <a:pt x="4994458" y="335442"/>
                  </a:lnTo>
                  <a:lnTo>
                    <a:pt x="5064803" y="338226"/>
                  </a:lnTo>
                  <a:lnTo>
                    <a:pt x="5135147" y="340971"/>
                  </a:lnTo>
                  <a:lnTo>
                    <a:pt x="5205492" y="343680"/>
                  </a:lnTo>
                  <a:lnTo>
                    <a:pt x="5275836" y="346352"/>
                  </a:lnTo>
                  <a:lnTo>
                    <a:pt x="5346181" y="348987"/>
                  </a:lnTo>
                  <a:lnTo>
                    <a:pt x="5416525" y="351587"/>
                  </a:lnTo>
                  <a:lnTo>
                    <a:pt x="5486870" y="354152"/>
                  </a:lnTo>
                  <a:lnTo>
                    <a:pt x="5557214" y="356682"/>
                  </a:lnTo>
                  <a:lnTo>
                    <a:pt x="5627559" y="359178"/>
                  </a:lnTo>
                  <a:lnTo>
                    <a:pt x="5697903" y="361640"/>
                  </a:lnTo>
                  <a:lnTo>
                    <a:pt x="5768248" y="364069"/>
                  </a:lnTo>
                  <a:lnTo>
                    <a:pt x="5838592" y="366465"/>
                  </a:lnTo>
                  <a:lnTo>
                    <a:pt x="5908937" y="368828"/>
                  </a:lnTo>
                  <a:lnTo>
                    <a:pt x="5979281" y="371160"/>
                  </a:lnTo>
                  <a:lnTo>
                    <a:pt x="6049626" y="373460"/>
                  </a:lnTo>
                  <a:lnTo>
                    <a:pt x="6119970" y="375729"/>
                  </a:lnTo>
                  <a:lnTo>
                    <a:pt x="6190315" y="377967"/>
                  </a:lnTo>
                  <a:lnTo>
                    <a:pt x="6260659" y="380175"/>
                  </a:lnTo>
                  <a:lnTo>
                    <a:pt x="6331004" y="382353"/>
                  </a:lnTo>
                  <a:lnTo>
                    <a:pt x="6401348" y="384501"/>
                  </a:lnTo>
                  <a:lnTo>
                    <a:pt x="6471693" y="386621"/>
                  </a:lnTo>
                  <a:lnTo>
                    <a:pt x="6542037" y="388711"/>
                  </a:lnTo>
                  <a:lnTo>
                    <a:pt x="6612382" y="390774"/>
                  </a:lnTo>
                  <a:lnTo>
                    <a:pt x="6682726" y="392808"/>
                  </a:lnTo>
                  <a:lnTo>
                    <a:pt x="6753071" y="394815"/>
                  </a:lnTo>
                  <a:lnTo>
                    <a:pt x="6823415" y="396795"/>
                  </a:lnTo>
                  <a:lnTo>
                    <a:pt x="6893760" y="398748"/>
                  </a:lnTo>
                  <a:lnTo>
                    <a:pt x="6964104" y="400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25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2483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85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965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97531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824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1817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(1.10-1.26), p_Bonf = &lt;0.001 (n = 6)  |  per IQR decline (Δ = 28.0 %): 1.59 (1.31-1.92)  |  IQR: [-30.0, -2.0]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0153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5204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025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5306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035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40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4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5510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056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267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772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278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831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882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7933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298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803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308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903711"/>
              <a:ext cx="6964104" cy="587013"/>
            </a:xfrm>
            <a:custGeom>
              <a:avLst/>
              <a:pathLst>
                <a:path w="6964104" h="587013">
                  <a:moveTo>
                    <a:pt x="0" y="0"/>
                  </a:moveTo>
                  <a:lnTo>
                    <a:pt x="70344" y="13131"/>
                  </a:lnTo>
                  <a:lnTo>
                    <a:pt x="140688" y="26012"/>
                  </a:lnTo>
                  <a:lnTo>
                    <a:pt x="211033" y="38649"/>
                  </a:lnTo>
                  <a:lnTo>
                    <a:pt x="281377" y="51045"/>
                  </a:lnTo>
                  <a:lnTo>
                    <a:pt x="351722" y="63205"/>
                  </a:lnTo>
                  <a:lnTo>
                    <a:pt x="422066" y="75133"/>
                  </a:lnTo>
                  <a:lnTo>
                    <a:pt x="492411" y="86835"/>
                  </a:lnTo>
                  <a:lnTo>
                    <a:pt x="562755" y="98313"/>
                  </a:lnTo>
                  <a:lnTo>
                    <a:pt x="633100" y="109574"/>
                  </a:lnTo>
                  <a:lnTo>
                    <a:pt x="703444" y="120620"/>
                  </a:lnTo>
                  <a:lnTo>
                    <a:pt x="773789" y="131456"/>
                  </a:lnTo>
                  <a:lnTo>
                    <a:pt x="844133" y="142085"/>
                  </a:lnTo>
                  <a:lnTo>
                    <a:pt x="914478" y="152513"/>
                  </a:lnTo>
                  <a:lnTo>
                    <a:pt x="984822" y="162741"/>
                  </a:lnTo>
                  <a:lnTo>
                    <a:pt x="1055167" y="172776"/>
                  </a:lnTo>
                  <a:lnTo>
                    <a:pt x="1125511" y="182619"/>
                  </a:lnTo>
                  <a:lnTo>
                    <a:pt x="1195856" y="192275"/>
                  </a:lnTo>
                  <a:lnTo>
                    <a:pt x="1266200" y="201747"/>
                  </a:lnTo>
                  <a:lnTo>
                    <a:pt x="1336545" y="211039"/>
                  </a:lnTo>
                  <a:lnTo>
                    <a:pt x="1406889" y="220154"/>
                  </a:lnTo>
                  <a:lnTo>
                    <a:pt x="1477234" y="229095"/>
                  </a:lnTo>
                  <a:lnTo>
                    <a:pt x="1547578" y="237866"/>
                  </a:lnTo>
                  <a:lnTo>
                    <a:pt x="1617923" y="246471"/>
                  </a:lnTo>
                  <a:lnTo>
                    <a:pt x="1688267" y="254911"/>
                  </a:lnTo>
                  <a:lnTo>
                    <a:pt x="1758612" y="263191"/>
                  </a:lnTo>
                  <a:lnTo>
                    <a:pt x="1828956" y="271314"/>
                  </a:lnTo>
                  <a:lnTo>
                    <a:pt x="1899301" y="279282"/>
                  </a:lnTo>
                  <a:lnTo>
                    <a:pt x="1969645" y="287098"/>
                  </a:lnTo>
                  <a:lnTo>
                    <a:pt x="2039990" y="294765"/>
                  </a:lnTo>
                  <a:lnTo>
                    <a:pt x="2110334" y="302287"/>
                  </a:lnTo>
                  <a:lnTo>
                    <a:pt x="2180679" y="309665"/>
                  </a:lnTo>
                  <a:lnTo>
                    <a:pt x="2251023" y="316903"/>
                  </a:lnTo>
                  <a:lnTo>
                    <a:pt x="2321368" y="324003"/>
                  </a:lnTo>
                  <a:lnTo>
                    <a:pt x="2391712" y="330969"/>
                  </a:lnTo>
                  <a:lnTo>
                    <a:pt x="2462057" y="337801"/>
                  </a:lnTo>
                  <a:lnTo>
                    <a:pt x="2532401" y="344504"/>
                  </a:lnTo>
                  <a:lnTo>
                    <a:pt x="2602746" y="351078"/>
                  </a:lnTo>
                  <a:lnTo>
                    <a:pt x="2673090" y="357528"/>
                  </a:lnTo>
                  <a:lnTo>
                    <a:pt x="2743435" y="363855"/>
                  </a:lnTo>
                  <a:lnTo>
                    <a:pt x="2813779" y="370062"/>
                  </a:lnTo>
                  <a:lnTo>
                    <a:pt x="2884124" y="376150"/>
                  </a:lnTo>
                  <a:lnTo>
                    <a:pt x="2954468" y="382123"/>
                  </a:lnTo>
                  <a:lnTo>
                    <a:pt x="3024813" y="387982"/>
                  </a:lnTo>
                  <a:lnTo>
                    <a:pt x="3095157" y="391936"/>
                  </a:lnTo>
                  <a:lnTo>
                    <a:pt x="3165502" y="394320"/>
                  </a:lnTo>
                  <a:lnTo>
                    <a:pt x="3235846" y="396686"/>
                  </a:lnTo>
                  <a:lnTo>
                    <a:pt x="3306191" y="399032"/>
                  </a:lnTo>
                  <a:lnTo>
                    <a:pt x="3376535" y="401360"/>
                  </a:lnTo>
                  <a:lnTo>
                    <a:pt x="3446880" y="403669"/>
                  </a:lnTo>
                  <a:lnTo>
                    <a:pt x="3517224" y="405960"/>
                  </a:lnTo>
                  <a:lnTo>
                    <a:pt x="3587569" y="408232"/>
                  </a:lnTo>
                  <a:lnTo>
                    <a:pt x="3657913" y="410486"/>
                  </a:lnTo>
                  <a:lnTo>
                    <a:pt x="3728257" y="412722"/>
                  </a:lnTo>
                  <a:lnTo>
                    <a:pt x="3798602" y="414940"/>
                  </a:lnTo>
                  <a:lnTo>
                    <a:pt x="3868946" y="417141"/>
                  </a:lnTo>
                  <a:lnTo>
                    <a:pt x="3939291" y="419324"/>
                  </a:lnTo>
                  <a:lnTo>
                    <a:pt x="4009635" y="421489"/>
                  </a:lnTo>
                  <a:lnTo>
                    <a:pt x="4079980" y="423637"/>
                  </a:lnTo>
                  <a:lnTo>
                    <a:pt x="4150324" y="425768"/>
                  </a:lnTo>
                  <a:lnTo>
                    <a:pt x="4220669" y="427882"/>
                  </a:lnTo>
                  <a:lnTo>
                    <a:pt x="4291013" y="429979"/>
                  </a:lnTo>
                  <a:lnTo>
                    <a:pt x="4361358" y="432059"/>
                  </a:lnTo>
                  <a:lnTo>
                    <a:pt x="4431702" y="434122"/>
                  </a:lnTo>
                  <a:lnTo>
                    <a:pt x="4502047" y="436169"/>
                  </a:lnTo>
                  <a:lnTo>
                    <a:pt x="4572391" y="438200"/>
                  </a:lnTo>
                  <a:lnTo>
                    <a:pt x="4642736" y="440214"/>
                  </a:lnTo>
                  <a:lnTo>
                    <a:pt x="4713080" y="442212"/>
                  </a:lnTo>
                  <a:lnTo>
                    <a:pt x="4783425" y="444195"/>
                  </a:lnTo>
                  <a:lnTo>
                    <a:pt x="4853769" y="446161"/>
                  </a:lnTo>
                  <a:lnTo>
                    <a:pt x="4924114" y="448112"/>
                  </a:lnTo>
                  <a:lnTo>
                    <a:pt x="4994458" y="450047"/>
                  </a:lnTo>
                  <a:lnTo>
                    <a:pt x="5064803" y="451966"/>
                  </a:lnTo>
                  <a:lnTo>
                    <a:pt x="5135147" y="453870"/>
                  </a:lnTo>
                  <a:lnTo>
                    <a:pt x="5205492" y="455759"/>
                  </a:lnTo>
                  <a:lnTo>
                    <a:pt x="5275836" y="457633"/>
                  </a:lnTo>
                  <a:lnTo>
                    <a:pt x="5346181" y="459492"/>
                  </a:lnTo>
                  <a:lnTo>
                    <a:pt x="5416525" y="461336"/>
                  </a:lnTo>
                  <a:lnTo>
                    <a:pt x="5486870" y="463165"/>
                  </a:lnTo>
                  <a:lnTo>
                    <a:pt x="5557214" y="464980"/>
                  </a:lnTo>
                  <a:lnTo>
                    <a:pt x="5627559" y="466780"/>
                  </a:lnTo>
                  <a:lnTo>
                    <a:pt x="5697903" y="468566"/>
                  </a:lnTo>
                  <a:lnTo>
                    <a:pt x="5768248" y="470337"/>
                  </a:lnTo>
                  <a:lnTo>
                    <a:pt x="5838592" y="472094"/>
                  </a:lnTo>
                  <a:lnTo>
                    <a:pt x="5908937" y="473838"/>
                  </a:lnTo>
                  <a:lnTo>
                    <a:pt x="5979281" y="475567"/>
                  </a:lnTo>
                  <a:lnTo>
                    <a:pt x="6049626" y="477282"/>
                  </a:lnTo>
                  <a:lnTo>
                    <a:pt x="6119970" y="478984"/>
                  </a:lnTo>
                  <a:lnTo>
                    <a:pt x="6190315" y="480672"/>
                  </a:lnTo>
                  <a:lnTo>
                    <a:pt x="6260659" y="482346"/>
                  </a:lnTo>
                  <a:lnTo>
                    <a:pt x="6331004" y="484008"/>
                  </a:lnTo>
                  <a:lnTo>
                    <a:pt x="6401348" y="485655"/>
                  </a:lnTo>
                  <a:lnTo>
                    <a:pt x="6471693" y="487290"/>
                  </a:lnTo>
                  <a:lnTo>
                    <a:pt x="6542037" y="488912"/>
                  </a:lnTo>
                  <a:lnTo>
                    <a:pt x="6612382" y="490520"/>
                  </a:lnTo>
                  <a:lnTo>
                    <a:pt x="6682726" y="492116"/>
                  </a:lnTo>
                  <a:lnTo>
                    <a:pt x="6753071" y="493699"/>
                  </a:lnTo>
                  <a:lnTo>
                    <a:pt x="6823415" y="495269"/>
                  </a:lnTo>
                  <a:lnTo>
                    <a:pt x="6893760" y="496827"/>
                  </a:lnTo>
                  <a:lnTo>
                    <a:pt x="6964104" y="498372"/>
                  </a:lnTo>
                  <a:lnTo>
                    <a:pt x="6964104" y="587013"/>
                  </a:lnTo>
                  <a:lnTo>
                    <a:pt x="6893760" y="585016"/>
                  </a:lnTo>
                  <a:lnTo>
                    <a:pt x="6823415" y="582980"/>
                  </a:lnTo>
                  <a:lnTo>
                    <a:pt x="6753071" y="580904"/>
                  </a:lnTo>
                  <a:lnTo>
                    <a:pt x="6682726" y="578788"/>
                  </a:lnTo>
                  <a:lnTo>
                    <a:pt x="6612382" y="576631"/>
                  </a:lnTo>
                  <a:lnTo>
                    <a:pt x="6542037" y="574432"/>
                  </a:lnTo>
                  <a:lnTo>
                    <a:pt x="6471693" y="572190"/>
                  </a:lnTo>
                  <a:lnTo>
                    <a:pt x="6401348" y="569905"/>
                  </a:lnTo>
                  <a:lnTo>
                    <a:pt x="6331004" y="567575"/>
                  </a:lnTo>
                  <a:lnTo>
                    <a:pt x="6260659" y="565201"/>
                  </a:lnTo>
                  <a:lnTo>
                    <a:pt x="6190315" y="562780"/>
                  </a:lnTo>
                  <a:lnTo>
                    <a:pt x="6119970" y="560312"/>
                  </a:lnTo>
                  <a:lnTo>
                    <a:pt x="6049626" y="557797"/>
                  </a:lnTo>
                  <a:lnTo>
                    <a:pt x="5979281" y="555232"/>
                  </a:lnTo>
                  <a:lnTo>
                    <a:pt x="5908937" y="552618"/>
                  </a:lnTo>
                  <a:lnTo>
                    <a:pt x="5838592" y="549953"/>
                  </a:lnTo>
                  <a:lnTo>
                    <a:pt x="5768248" y="547237"/>
                  </a:lnTo>
                  <a:lnTo>
                    <a:pt x="5697903" y="544467"/>
                  </a:lnTo>
                  <a:lnTo>
                    <a:pt x="5627559" y="541644"/>
                  </a:lnTo>
                  <a:lnTo>
                    <a:pt x="5557214" y="538767"/>
                  </a:lnTo>
                  <a:lnTo>
                    <a:pt x="5486870" y="535833"/>
                  </a:lnTo>
                  <a:lnTo>
                    <a:pt x="5416525" y="532843"/>
                  </a:lnTo>
                  <a:lnTo>
                    <a:pt x="5346181" y="529794"/>
                  </a:lnTo>
                  <a:lnTo>
                    <a:pt x="5275836" y="526686"/>
                  </a:lnTo>
                  <a:lnTo>
                    <a:pt x="5205492" y="523518"/>
                  </a:lnTo>
                  <a:lnTo>
                    <a:pt x="5135147" y="520289"/>
                  </a:lnTo>
                  <a:lnTo>
                    <a:pt x="5064803" y="516997"/>
                  </a:lnTo>
                  <a:lnTo>
                    <a:pt x="4994458" y="513641"/>
                  </a:lnTo>
                  <a:lnTo>
                    <a:pt x="4924114" y="510220"/>
                  </a:lnTo>
                  <a:lnTo>
                    <a:pt x="4853769" y="506733"/>
                  </a:lnTo>
                  <a:lnTo>
                    <a:pt x="4783425" y="503178"/>
                  </a:lnTo>
                  <a:lnTo>
                    <a:pt x="4713080" y="499553"/>
                  </a:lnTo>
                  <a:lnTo>
                    <a:pt x="4642736" y="495859"/>
                  </a:lnTo>
                  <a:lnTo>
                    <a:pt x="4572391" y="492093"/>
                  </a:lnTo>
                  <a:lnTo>
                    <a:pt x="4502047" y="488254"/>
                  </a:lnTo>
                  <a:lnTo>
                    <a:pt x="4431702" y="484340"/>
                  </a:lnTo>
                  <a:lnTo>
                    <a:pt x="4361358" y="480351"/>
                  </a:lnTo>
                  <a:lnTo>
                    <a:pt x="4291013" y="476284"/>
                  </a:lnTo>
                  <a:lnTo>
                    <a:pt x="4220669" y="472138"/>
                  </a:lnTo>
                  <a:lnTo>
                    <a:pt x="4150324" y="467912"/>
                  </a:lnTo>
                  <a:lnTo>
                    <a:pt x="4079980" y="463604"/>
                  </a:lnTo>
                  <a:lnTo>
                    <a:pt x="4009635" y="459212"/>
                  </a:lnTo>
                  <a:lnTo>
                    <a:pt x="3939291" y="454735"/>
                  </a:lnTo>
                  <a:lnTo>
                    <a:pt x="3868946" y="450171"/>
                  </a:lnTo>
                  <a:lnTo>
                    <a:pt x="3798602" y="445519"/>
                  </a:lnTo>
                  <a:lnTo>
                    <a:pt x="3728257" y="440776"/>
                  </a:lnTo>
                  <a:lnTo>
                    <a:pt x="3657913" y="435941"/>
                  </a:lnTo>
                  <a:lnTo>
                    <a:pt x="3587569" y="431013"/>
                  </a:lnTo>
                  <a:lnTo>
                    <a:pt x="3517224" y="425989"/>
                  </a:lnTo>
                  <a:lnTo>
                    <a:pt x="3446880" y="420867"/>
                  </a:lnTo>
                  <a:lnTo>
                    <a:pt x="3376535" y="415646"/>
                  </a:lnTo>
                  <a:lnTo>
                    <a:pt x="3306191" y="410324"/>
                  </a:lnTo>
                  <a:lnTo>
                    <a:pt x="3235846" y="404898"/>
                  </a:lnTo>
                  <a:lnTo>
                    <a:pt x="3165502" y="399367"/>
                  </a:lnTo>
                  <a:lnTo>
                    <a:pt x="3095157" y="393729"/>
                  </a:lnTo>
                  <a:lnTo>
                    <a:pt x="3024813" y="389532"/>
                  </a:lnTo>
                  <a:lnTo>
                    <a:pt x="2954468" y="387109"/>
                  </a:lnTo>
                  <a:lnTo>
                    <a:pt x="2884124" y="384666"/>
                  </a:lnTo>
                  <a:lnTo>
                    <a:pt x="2813779" y="382204"/>
                  </a:lnTo>
                  <a:lnTo>
                    <a:pt x="2743435" y="379722"/>
                  </a:lnTo>
                  <a:lnTo>
                    <a:pt x="2673090" y="377220"/>
                  </a:lnTo>
                  <a:lnTo>
                    <a:pt x="2602746" y="374697"/>
                  </a:lnTo>
                  <a:lnTo>
                    <a:pt x="2532401" y="372155"/>
                  </a:lnTo>
                  <a:lnTo>
                    <a:pt x="2462057" y="369591"/>
                  </a:lnTo>
                  <a:lnTo>
                    <a:pt x="2391712" y="367007"/>
                  </a:lnTo>
                  <a:lnTo>
                    <a:pt x="2321368" y="364403"/>
                  </a:lnTo>
                  <a:lnTo>
                    <a:pt x="2251023" y="361777"/>
                  </a:lnTo>
                  <a:lnTo>
                    <a:pt x="2180679" y="359130"/>
                  </a:lnTo>
                  <a:lnTo>
                    <a:pt x="2110334" y="356462"/>
                  </a:lnTo>
                  <a:lnTo>
                    <a:pt x="2039990" y="353772"/>
                  </a:lnTo>
                  <a:lnTo>
                    <a:pt x="1969645" y="351060"/>
                  </a:lnTo>
                  <a:lnTo>
                    <a:pt x="1899301" y="348327"/>
                  </a:lnTo>
                  <a:lnTo>
                    <a:pt x="1828956" y="345571"/>
                  </a:lnTo>
                  <a:lnTo>
                    <a:pt x="1758612" y="342794"/>
                  </a:lnTo>
                  <a:lnTo>
                    <a:pt x="1688267" y="339994"/>
                  </a:lnTo>
                  <a:lnTo>
                    <a:pt x="1617923" y="337171"/>
                  </a:lnTo>
                  <a:lnTo>
                    <a:pt x="1547578" y="334326"/>
                  </a:lnTo>
                  <a:lnTo>
                    <a:pt x="1477234" y="331457"/>
                  </a:lnTo>
                  <a:lnTo>
                    <a:pt x="1406889" y="328566"/>
                  </a:lnTo>
                  <a:lnTo>
                    <a:pt x="1336545" y="325651"/>
                  </a:lnTo>
                  <a:lnTo>
                    <a:pt x="1266200" y="322713"/>
                  </a:lnTo>
                  <a:lnTo>
                    <a:pt x="1195856" y="319751"/>
                  </a:lnTo>
                  <a:lnTo>
                    <a:pt x="1125511" y="316765"/>
                  </a:lnTo>
                  <a:lnTo>
                    <a:pt x="1055167" y="313755"/>
                  </a:lnTo>
                  <a:lnTo>
                    <a:pt x="984822" y="310721"/>
                  </a:lnTo>
                  <a:lnTo>
                    <a:pt x="914478" y="307662"/>
                  </a:lnTo>
                  <a:lnTo>
                    <a:pt x="844133" y="304578"/>
                  </a:lnTo>
                  <a:lnTo>
                    <a:pt x="773789" y="301470"/>
                  </a:lnTo>
                  <a:lnTo>
                    <a:pt x="703444" y="298337"/>
                  </a:lnTo>
                  <a:lnTo>
                    <a:pt x="633100" y="295178"/>
                  </a:lnTo>
                  <a:lnTo>
                    <a:pt x="562755" y="291994"/>
                  </a:lnTo>
                  <a:lnTo>
                    <a:pt x="492411" y="288784"/>
                  </a:lnTo>
                  <a:lnTo>
                    <a:pt x="422066" y="285549"/>
                  </a:lnTo>
                  <a:lnTo>
                    <a:pt x="351722" y="282287"/>
                  </a:lnTo>
                  <a:lnTo>
                    <a:pt x="281377" y="278999"/>
                  </a:lnTo>
                  <a:lnTo>
                    <a:pt x="211033" y="275684"/>
                  </a:lnTo>
                  <a:lnTo>
                    <a:pt x="140688" y="272343"/>
                  </a:lnTo>
                  <a:lnTo>
                    <a:pt x="70344" y="268975"/>
                  </a:lnTo>
                  <a:lnTo>
                    <a:pt x="0" y="265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903711"/>
              <a:ext cx="6964104" cy="498372"/>
            </a:xfrm>
            <a:custGeom>
              <a:avLst/>
              <a:pathLst>
                <a:path w="6964104" h="498372">
                  <a:moveTo>
                    <a:pt x="0" y="0"/>
                  </a:moveTo>
                  <a:lnTo>
                    <a:pt x="70344" y="13131"/>
                  </a:lnTo>
                  <a:lnTo>
                    <a:pt x="140688" y="26012"/>
                  </a:lnTo>
                  <a:lnTo>
                    <a:pt x="211033" y="38649"/>
                  </a:lnTo>
                  <a:lnTo>
                    <a:pt x="281377" y="51045"/>
                  </a:lnTo>
                  <a:lnTo>
                    <a:pt x="351722" y="63205"/>
                  </a:lnTo>
                  <a:lnTo>
                    <a:pt x="422066" y="75133"/>
                  </a:lnTo>
                  <a:lnTo>
                    <a:pt x="492411" y="86835"/>
                  </a:lnTo>
                  <a:lnTo>
                    <a:pt x="562755" y="98313"/>
                  </a:lnTo>
                  <a:lnTo>
                    <a:pt x="633100" y="109574"/>
                  </a:lnTo>
                  <a:lnTo>
                    <a:pt x="703444" y="120620"/>
                  </a:lnTo>
                  <a:lnTo>
                    <a:pt x="773789" y="131456"/>
                  </a:lnTo>
                  <a:lnTo>
                    <a:pt x="844133" y="142085"/>
                  </a:lnTo>
                  <a:lnTo>
                    <a:pt x="914478" y="152513"/>
                  </a:lnTo>
                  <a:lnTo>
                    <a:pt x="984822" y="162741"/>
                  </a:lnTo>
                  <a:lnTo>
                    <a:pt x="1055167" y="172776"/>
                  </a:lnTo>
                  <a:lnTo>
                    <a:pt x="1125511" y="182619"/>
                  </a:lnTo>
                  <a:lnTo>
                    <a:pt x="1195856" y="192275"/>
                  </a:lnTo>
                  <a:lnTo>
                    <a:pt x="1266200" y="201747"/>
                  </a:lnTo>
                  <a:lnTo>
                    <a:pt x="1336545" y="211039"/>
                  </a:lnTo>
                  <a:lnTo>
                    <a:pt x="1406889" y="220154"/>
                  </a:lnTo>
                  <a:lnTo>
                    <a:pt x="1477234" y="229095"/>
                  </a:lnTo>
                  <a:lnTo>
                    <a:pt x="1547578" y="237866"/>
                  </a:lnTo>
                  <a:lnTo>
                    <a:pt x="1617923" y="246471"/>
                  </a:lnTo>
                  <a:lnTo>
                    <a:pt x="1688267" y="254911"/>
                  </a:lnTo>
                  <a:lnTo>
                    <a:pt x="1758612" y="263191"/>
                  </a:lnTo>
                  <a:lnTo>
                    <a:pt x="1828956" y="271314"/>
                  </a:lnTo>
                  <a:lnTo>
                    <a:pt x="1899301" y="279282"/>
                  </a:lnTo>
                  <a:lnTo>
                    <a:pt x="1969645" y="287098"/>
                  </a:lnTo>
                  <a:lnTo>
                    <a:pt x="2039990" y="294765"/>
                  </a:lnTo>
                  <a:lnTo>
                    <a:pt x="2110334" y="302287"/>
                  </a:lnTo>
                  <a:lnTo>
                    <a:pt x="2180679" y="309665"/>
                  </a:lnTo>
                  <a:lnTo>
                    <a:pt x="2251023" y="316903"/>
                  </a:lnTo>
                  <a:lnTo>
                    <a:pt x="2321368" y="324003"/>
                  </a:lnTo>
                  <a:lnTo>
                    <a:pt x="2391712" y="330969"/>
                  </a:lnTo>
                  <a:lnTo>
                    <a:pt x="2462057" y="337801"/>
                  </a:lnTo>
                  <a:lnTo>
                    <a:pt x="2532401" y="344504"/>
                  </a:lnTo>
                  <a:lnTo>
                    <a:pt x="2602746" y="351078"/>
                  </a:lnTo>
                  <a:lnTo>
                    <a:pt x="2673090" y="357528"/>
                  </a:lnTo>
                  <a:lnTo>
                    <a:pt x="2743435" y="363855"/>
                  </a:lnTo>
                  <a:lnTo>
                    <a:pt x="2813779" y="370062"/>
                  </a:lnTo>
                  <a:lnTo>
                    <a:pt x="2884124" y="376150"/>
                  </a:lnTo>
                  <a:lnTo>
                    <a:pt x="2954468" y="382123"/>
                  </a:lnTo>
                  <a:lnTo>
                    <a:pt x="3024813" y="387982"/>
                  </a:lnTo>
                  <a:lnTo>
                    <a:pt x="3095157" y="391936"/>
                  </a:lnTo>
                  <a:lnTo>
                    <a:pt x="3165502" y="394320"/>
                  </a:lnTo>
                  <a:lnTo>
                    <a:pt x="3235846" y="396686"/>
                  </a:lnTo>
                  <a:lnTo>
                    <a:pt x="3306191" y="399032"/>
                  </a:lnTo>
                  <a:lnTo>
                    <a:pt x="3376535" y="401360"/>
                  </a:lnTo>
                  <a:lnTo>
                    <a:pt x="3446880" y="403669"/>
                  </a:lnTo>
                  <a:lnTo>
                    <a:pt x="3517224" y="405960"/>
                  </a:lnTo>
                  <a:lnTo>
                    <a:pt x="3587569" y="408232"/>
                  </a:lnTo>
                  <a:lnTo>
                    <a:pt x="3657913" y="410486"/>
                  </a:lnTo>
                  <a:lnTo>
                    <a:pt x="3728257" y="412722"/>
                  </a:lnTo>
                  <a:lnTo>
                    <a:pt x="3798602" y="414940"/>
                  </a:lnTo>
                  <a:lnTo>
                    <a:pt x="3868946" y="417141"/>
                  </a:lnTo>
                  <a:lnTo>
                    <a:pt x="3939291" y="419324"/>
                  </a:lnTo>
                  <a:lnTo>
                    <a:pt x="4009635" y="421489"/>
                  </a:lnTo>
                  <a:lnTo>
                    <a:pt x="4079980" y="423637"/>
                  </a:lnTo>
                  <a:lnTo>
                    <a:pt x="4150324" y="425768"/>
                  </a:lnTo>
                  <a:lnTo>
                    <a:pt x="4220669" y="427882"/>
                  </a:lnTo>
                  <a:lnTo>
                    <a:pt x="4291013" y="429979"/>
                  </a:lnTo>
                  <a:lnTo>
                    <a:pt x="4361358" y="432059"/>
                  </a:lnTo>
                  <a:lnTo>
                    <a:pt x="4431702" y="434122"/>
                  </a:lnTo>
                  <a:lnTo>
                    <a:pt x="4502047" y="436169"/>
                  </a:lnTo>
                  <a:lnTo>
                    <a:pt x="4572391" y="438200"/>
                  </a:lnTo>
                  <a:lnTo>
                    <a:pt x="4642736" y="440214"/>
                  </a:lnTo>
                  <a:lnTo>
                    <a:pt x="4713080" y="442212"/>
                  </a:lnTo>
                  <a:lnTo>
                    <a:pt x="4783425" y="444195"/>
                  </a:lnTo>
                  <a:lnTo>
                    <a:pt x="4853769" y="446161"/>
                  </a:lnTo>
                  <a:lnTo>
                    <a:pt x="4924114" y="448112"/>
                  </a:lnTo>
                  <a:lnTo>
                    <a:pt x="4994458" y="450047"/>
                  </a:lnTo>
                  <a:lnTo>
                    <a:pt x="5064803" y="451966"/>
                  </a:lnTo>
                  <a:lnTo>
                    <a:pt x="5135147" y="453870"/>
                  </a:lnTo>
                  <a:lnTo>
                    <a:pt x="5205492" y="455759"/>
                  </a:lnTo>
                  <a:lnTo>
                    <a:pt x="5275836" y="457633"/>
                  </a:lnTo>
                  <a:lnTo>
                    <a:pt x="5346181" y="459492"/>
                  </a:lnTo>
                  <a:lnTo>
                    <a:pt x="5416525" y="461336"/>
                  </a:lnTo>
                  <a:lnTo>
                    <a:pt x="5486870" y="463165"/>
                  </a:lnTo>
                  <a:lnTo>
                    <a:pt x="5557214" y="464980"/>
                  </a:lnTo>
                  <a:lnTo>
                    <a:pt x="5627559" y="466780"/>
                  </a:lnTo>
                  <a:lnTo>
                    <a:pt x="5697903" y="468566"/>
                  </a:lnTo>
                  <a:lnTo>
                    <a:pt x="5768248" y="470337"/>
                  </a:lnTo>
                  <a:lnTo>
                    <a:pt x="5838592" y="472094"/>
                  </a:lnTo>
                  <a:lnTo>
                    <a:pt x="5908937" y="473838"/>
                  </a:lnTo>
                  <a:lnTo>
                    <a:pt x="5979281" y="475567"/>
                  </a:lnTo>
                  <a:lnTo>
                    <a:pt x="6049626" y="477282"/>
                  </a:lnTo>
                  <a:lnTo>
                    <a:pt x="6119970" y="478984"/>
                  </a:lnTo>
                  <a:lnTo>
                    <a:pt x="6190315" y="480672"/>
                  </a:lnTo>
                  <a:lnTo>
                    <a:pt x="6260659" y="482346"/>
                  </a:lnTo>
                  <a:lnTo>
                    <a:pt x="6331004" y="484008"/>
                  </a:lnTo>
                  <a:lnTo>
                    <a:pt x="6401348" y="485655"/>
                  </a:lnTo>
                  <a:lnTo>
                    <a:pt x="6471693" y="487290"/>
                  </a:lnTo>
                  <a:lnTo>
                    <a:pt x="6542037" y="488912"/>
                  </a:lnTo>
                  <a:lnTo>
                    <a:pt x="6612382" y="490520"/>
                  </a:lnTo>
                  <a:lnTo>
                    <a:pt x="6682726" y="492116"/>
                  </a:lnTo>
                  <a:lnTo>
                    <a:pt x="6753071" y="493699"/>
                  </a:lnTo>
                  <a:lnTo>
                    <a:pt x="6823415" y="495269"/>
                  </a:lnTo>
                  <a:lnTo>
                    <a:pt x="6893760" y="496827"/>
                  </a:lnTo>
                  <a:lnTo>
                    <a:pt x="6964104" y="4983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169291"/>
              <a:ext cx="6964104" cy="321434"/>
            </a:xfrm>
            <a:custGeom>
              <a:avLst/>
              <a:pathLst>
                <a:path w="6964104" h="321434">
                  <a:moveTo>
                    <a:pt x="6964104" y="321434"/>
                  </a:moveTo>
                  <a:lnTo>
                    <a:pt x="6893760" y="319436"/>
                  </a:lnTo>
                  <a:lnTo>
                    <a:pt x="6823415" y="317400"/>
                  </a:lnTo>
                  <a:lnTo>
                    <a:pt x="6753071" y="315324"/>
                  </a:lnTo>
                  <a:lnTo>
                    <a:pt x="6682726" y="313208"/>
                  </a:lnTo>
                  <a:lnTo>
                    <a:pt x="6612382" y="311051"/>
                  </a:lnTo>
                  <a:lnTo>
                    <a:pt x="6542037" y="308852"/>
                  </a:lnTo>
                  <a:lnTo>
                    <a:pt x="6471693" y="306610"/>
                  </a:lnTo>
                  <a:lnTo>
                    <a:pt x="6401348" y="304325"/>
                  </a:lnTo>
                  <a:lnTo>
                    <a:pt x="6331004" y="301995"/>
                  </a:lnTo>
                  <a:lnTo>
                    <a:pt x="6260659" y="299621"/>
                  </a:lnTo>
                  <a:lnTo>
                    <a:pt x="6190315" y="297200"/>
                  </a:lnTo>
                  <a:lnTo>
                    <a:pt x="6119970" y="294732"/>
                  </a:lnTo>
                  <a:lnTo>
                    <a:pt x="6049626" y="292217"/>
                  </a:lnTo>
                  <a:lnTo>
                    <a:pt x="5979281" y="289652"/>
                  </a:lnTo>
                  <a:lnTo>
                    <a:pt x="5908937" y="287038"/>
                  </a:lnTo>
                  <a:lnTo>
                    <a:pt x="5838592" y="284373"/>
                  </a:lnTo>
                  <a:lnTo>
                    <a:pt x="5768248" y="281657"/>
                  </a:lnTo>
                  <a:lnTo>
                    <a:pt x="5697903" y="278887"/>
                  </a:lnTo>
                  <a:lnTo>
                    <a:pt x="5627559" y="276065"/>
                  </a:lnTo>
                  <a:lnTo>
                    <a:pt x="5557214" y="273187"/>
                  </a:lnTo>
                  <a:lnTo>
                    <a:pt x="5486870" y="270253"/>
                  </a:lnTo>
                  <a:lnTo>
                    <a:pt x="5416525" y="267263"/>
                  </a:lnTo>
                  <a:lnTo>
                    <a:pt x="5346181" y="264214"/>
                  </a:lnTo>
                  <a:lnTo>
                    <a:pt x="5275836" y="261106"/>
                  </a:lnTo>
                  <a:lnTo>
                    <a:pt x="5205492" y="257939"/>
                  </a:lnTo>
                  <a:lnTo>
                    <a:pt x="5135147" y="254709"/>
                  </a:lnTo>
                  <a:lnTo>
                    <a:pt x="5064803" y="251417"/>
                  </a:lnTo>
                  <a:lnTo>
                    <a:pt x="4994458" y="248061"/>
                  </a:lnTo>
                  <a:lnTo>
                    <a:pt x="4924114" y="244640"/>
                  </a:lnTo>
                  <a:lnTo>
                    <a:pt x="4853769" y="241153"/>
                  </a:lnTo>
                  <a:lnTo>
                    <a:pt x="4783425" y="237598"/>
                  </a:lnTo>
                  <a:lnTo>
                    <a:pt x="4713080" y="233974"/>
                  </a:lnTo>
                  <a:lnTo>
                    <a:pt x="4642736" y="230279"/>
                  </a:lnTo>
                  <a:lnTo>
                    <a:pt x="4572391" y="226513"/>
                  </a:lnTo>
                  <a:lnTo>
                    <a:pt x="4502047" y="222674"/>
                  </a:lnTo>
                  <a:lnTo>
                    <a:pt x="4431702" y="218760"/>
                  </a:lnTo>
                  <a:lnTo>
                    <a:pt x="4361358" y="214771"/>
                  </a:lnTo>
                  <a:lnTo>
                    <a:pt x="4291013" y="210704"/>
                  </a:lnTo>
                  <a:lnTo>
                    <a:pt x="4220669" y="206558"/>
                  </a:lnTo>
                  <a:lnTo>
                    <a:pt x="4150324" y="202332"/>
                  </a:lnTo>
                  <a:lnTo>
                    <a:pt x="4079980" y="198024"/>
                  </a:lnTo>
                  <a:lnTo>
                    <a:pt x="4009635" y="193632"/>
                  </a:lnTo>
                  <a:lnTo>
                    <a:pt x="3939291" y="189155"/>
                  </a:lnTo>
                  <a:lnTo>
                    <a:pt x="3868946" y="184591"/>
                  </a:lnTo>
                  <a:lnTo>
                    <a:pt x="3798602" y="179939"/>
                  </a:lnTo>
                  <a:lnTo>
                    <a:pt x="3728257" y="175196"/>
                  </a:lnTo>
                  <a:lnTo>
                    <a:pt x="3657913" y="170361"/>
                  </a:lnTo>
                  <a:lnTo>
                    <a:pt x="3587569" y="165433"/>
                  </a:lnTo>
                  <a:lnTo>
                    <a:pt x="3517224" y="160409"/>
                  </a:lnTo>
                  <a:lnTo>
                    <a:pt x="3446880" y="155287"/>
                  </a:lnTo>
                  <a:lnTo>
                    <a:pt x="3376535" y="150066"/>
                  </a:lnTo>
                  <a:lnTo>
                    <a:pt x="3306191" y="144744"/>
                  </a:lnTo>
                  <a:lnTo>
                    <a:pt x="3235846" y="139318"/>
                  </a:lnTo>
                  <a:lnTo>
                    <a:pt x="3165502" y="133788"/>
                  </a:lnTo>
                  <a:lnTo>
                    <a:pt x="3095157" y="128149"/>
                  </a:lnTo>
                  <a:lnTo>
                    <a:pt x="3024813" y="123952"/>
                  </a:lnTo>
                  <a:lnTo>
                    <a:pt x="2954468" y="121529"/>
                  </a:lnTo>
                  <a:lnTo>
                    <a:pt x="2884124" y="119087"/>
                  </a:lnTo>
                  <a:lnTo>
                    <a:pt x="2813779" y="116624"/>
                  </a:lnTo>
                  <a:lnTo>
                    <a:pt x="2743435" y="114142"/>
                  </a:lnTo>
                  <a:lnTo>
                    <a:pt x="2673090" y="111640"/>
                  </a:lnTo>
                  <a:lnTo>
                    <a:pt x="2602746" y="109117"/>
                  </a:lnTo>
                  <a:lnTo>
                    <a:pt x="2532401" y="106575"/>
                  </a:lnTo>
                  <a:lnTo>
                    <a:pt x="2462057" y="104011"/>
                  </a:lnTo>
                  <a:lnTo>
                    <a:pt x="2391712" y="101427"/>
                  </a:lnTo>
                  <a:lnTo>
                    <a:pt x="2321368" y="98823"/>
                  </a:lnTo>
                  <a:lnTo>
                    <a:pt x="2251023" y="96197"/>
                  </a:lnTo>
                  <a:lnTo>
                    <a:pt x="2180679" y="93550"/>
                  </a:lnTo>
                  <a:lnTo>
                    <a:pt x="2110334" y="90882"/>
                  </a:lnTo>
                  <a:lnTo>
                    <a:pt x="2039990" y="88192"/>
                  </a:lnTo>
                  <a:lnTo>
                    <a:pt x="1969645" y="85480"/>
                  </a:lnTo>
                  <a:lnTo>
                    <a:pt x="1899301" y="82747"/>
                  </a:lnTo>
                  <a:lnTo>
                    <a:pt x="1828956" y="79991"/>
                  </a:lnTo>
                  <a:lnTo>
                    <a:pt x="1758612" y="77214"/>
                  </a:lnTo>
                  <a:lnTo>
                    <a:pt x="1688267" y="74414"/>
                  </a:lnTo>
                  <a:lnTo>
                    <a:pt x="1617923" y="71591"/>
                  </a:lnTo>
                  <a:lnTo>
                    <a:pt x="1547578" y="68746"/>
                  </a:lnTo>
                  <a:lnTo>
                    <a:pt x="1477234" y="65877"/>
                  </a:lnTo>
                  <a:lnTo>
                    <a:pt x="1406889" y="62986"/>
                  </a:lnTo>
                  <a:lnTo>
                    <a:pt x="1336545" y="60071"/>
                  </a:lnTo>
                  <a:lnTo>
                    <a:pt x="1266200" y="57133"/>
                  </a:lnTo>
                  <a:lnTo>
                    <a:pt x="1195856" y="54171"/>
                  </a:lnTo>
                  <a:lnTo>
                    <a:pt x="1125511" y="51185"/>
                  </a:lnTo>
                  <a:lnTo>
                    <a:pt x="1055167" y="48175"/>
                  </a:lnTo>
                  <a:lnTo>
                    <a:pt x="984822" y="45141"/>
                  </a:lnTo>
                  <a:lnTo>
                    <a:pt x="914478" y="42082"/>
                  </a:lnTo>
                  <a:lnTo>
                    <a:pt x="844133" y="38998"/>
                  </a:lnTo>
                  <a:lnTo>
                    <a:pt x="773789" y="35890"/>
                  </a:lnTo>
                  <a:lnTo>
                    <a:pt x="703444" y="32757"/>
                  </a:lnTo>
                  <a:lnTo>
                    <a:pt x="633100" y="29598"/>
                  </a:lnTo>
                  <a:lnTo>
                    <a:pt x="562755" y="26414"/>
                  </a:lnTo>
                  <a:lnTo>
                    <a:pt x="492411" y="23204"/>
                  </a:lnTo>
                  <a:lnTo>
                    <a:pt x="422066" y="19969"/>
                  </a:lnTo>
                  <a:lnTo>
                    <a:pt x="351722" y="16707"/>
                  </a:lnTo>
                  <a:lnTo>
                    <a:pt x="281377" y="13419"/>
                  </a:lnTo>
                  <a:lnTo>
                    <a:pt x="211033" y="10104"/>
                  </a:lnTo>
                  <a:lnTo>
                    <a:pt x="140688" y="6763"/>
                  </a:lnTo>
                  <a:lnTo>
                    <a:pt x="70344" y="33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5052556"/>
              <a:ext cx="6964104" cy="400675"/>
            </a:xfrm>
            <a:custGeom>
              <a:avLst/>
              <a:pathLst>
                <a:path w="6964104" h="400675">
                  <a:moveTo>
                    <a:pt x="0" y="0"/>
                  </a:moveTo>
                  <a:lnTo>
                    <a:pt x="70344" y="7322"/>
                  </a:lnTo>
                  <a:lnTo>
                    <a:pt x="140688" y="14545"/>
                  </a:lnTo>
                  <a:lnTo>
                    <a:pt x="211033" y="21671"/>
                  </a:lnTo>
                  <a:lnTo>
                    <a:pt x="281377" y="28700"/>
                  </a:lnTo>
                  <a:lnTo>
                    <a:pt x="351722" y="35634"/>
                  </a:lnTo>
                  <a:lnTo>
                    <a:pt x="422066" y="42474"/>
                  </a:lnTo>
                  <a:lnTo>
                    <a:pt x="492411" y="49222"/>
                  </a:lnTo>
                  <a:lnTo>
                    <a:pt x="562755" y="55878"/>
                  </a:lnTo>
                  <a:lnTo>
                    <a:pt x="633100" y="62444"/>
                  </a:lnTo>
                  <a:lnTo>
                    <a:pt x="703444" y="68921"/>
                  </a:lnTo>
                  <a:lnTo>
                    <a:pt x="773789" y="75311"/>
                  </a:lnTo>
                  <a:lnTo>
                    <a:pt x="844133" y="81614"/>
                  </a:lnTo>
                  <a:lnTo>
                    <a:pt x="914478" y="87832"/>
                  </a:lnTo>
                  <a:lnTo>
                    <a:pt x="984822" y="93966"/>
                  </a:lnTo>
                  <a:lnTo>
                    <a:pt x="1055167" y="100017"/>
                  </a:lnTo>
                  <a:lnTo>
                    <a:pt x="1125511" y="105986"/>
                  </a:lnTo>
                  <a:lnTo>
                    <a:pt x="1195856" y="111874"/>
                  </a:lnTo>
                  <a:lnTo>
                    <a:pt x="1266200" y="117683"/>
                  </a:lnTo>
                  <a:lnTo>
                    <a:pt x="1336545" y="123413"/>
                  </a:lnTo>
                  <a:lnTo>
                    <a:pt x="1406889" y="129065"/>
                  </a:lnTo>
                  <a:lnTo>
                    <a:pt x="1477234" y="134641"/>
                  </a:lnTo>
                  <a:lnTo>
                    <a:pt x="1547578" y="140141"/>
                  </a:lnTo>
                  <a:lnTo>
                    <a:pt x="1617923" y="145567"/>
                  </a:lnTo>
                  <a:lnTo>
                    <a:pt x="1688267" y="150920"/>
                  </a:lnTo>
                  <a:lnTo>
                    <a:pt x="1758612" y="156200"/>
                  </a:lnTo>
                  <a:lnTo>
                    <a:pt x="1828956" y="161409"/>
                  </a:lnTo>
                  <a:lnTo>
                    <a:pt x="1899301" y="166547"/>
                  </a:lnTo>
                  <a:lnTo>
                    <a:pt x="1969645" y="171616"/>
                  </a:lnTo>
                  <a:lnTo>
                    <a:pt x="2039990" y="176616"/>
                  </a:lnTo>
                  <a:lnTo>
                    <a:pt x="2110334" y="181548"/>
                  </a:lnTo>
                  <a:lnTo>
                    <a:pt x="2180679" y="186414"/>
                  </a:lnTo>
                  <a:lnTo>
                    <a:pt x="2251023" y="191214"/>
                  </a:lnTo>
                  <a:lnTo>
                    <a:pt x="2321368" y="195949"/>
                  </a:lnTo>
                  <a:lnTo>
                    <a:pt x="2391712" y="200620"/>
                  </a:lnTo>
                  <a:lnTo>
                    <a:pt x="2462057" y="205227"/>
                  </a:lnTo>
                  <a:lnTo>
                    <a:pt x="2532401" y="209773"/>
                  </a:lnTo>
                  <a:lnTo>
                    <a:pt x="2602746" y="214256"/>
                  </a:lnTo>
                  <a:lnTo>
                    <a:pt x="2673090" y="218680"/>
                  </a:lnTo>
                  <a:lnTo>
                    <a:pt x="2743435" y="223043"/>
                  </a:lnTo>
                  <a:lnTo>
                    <a:pt x="2813779" y="227347"/>
                  </a:lnTo>
                  <a:lnTo>
                    <a:pt x="2884124" y="231593"/>
                  </a:lnTo>
                  <a:lnTo>
                    <a:pt x="2954468" y="235782"/>
                  </a:lnTo>
                  <a:lnTo>
                    <a:pt x="3024813" y="239913"/>
                  </a:lnTo>
                  <a:lnTo>
                    <a:pt x="3095157" y="243989"/>
                  </a:lnTo>
                  <a:lnTo>
                    <a:pt x="3165502" y="248010"/>
                  </a:lnTo>
                  <a:lnTo>
                    <a:pt x="3235846" y="251976"/>
                  </a:lnTo>
                  <a:lnTo>
                    <a:pt x="3306191" y="255889"/>
                  </a:lnTo>
                  <a:lnTo>
                    <a:pt x="3376535" y="259749"/>
                  </a:lnTo>
                  <a:lnTo>
                    <a:pt x="3446880" y="263556"/>
                  </a:lnTo>
                  <a:lnTo>
                    <a:pt x="3517224" y="267312"/>
                  </a:lnTo>
                  <a:lnTo>
                    <a:pt x="3587569" y="271018"/>
                  </a:lnTo>
                  <a:lnTo>
                    <a:pt x="3657913" y="274673"/>
                  </a:lnTo>
                  <a:lnTo>
                    <a:pt x="3728257" y="278278"/>
                  </a:lnTo>
                  <a:lnTo>
                    <a:pt x="3798602" y="281835"/>
                  </a:lnTo>
                  <a:lnTo>
                    <a:pt x="3868946" y="285344"/>
                  </a:lnTo>
                  <a:lnTo>
                    <a:pt x="3939291" y="288805"/>
                  </a:lnTo>
                  <a:lnTo>
                    <a:pt x="4009635" y="292219"/>
                  </a:lnTo>
                  <a:lnTo>
                    <a:pt x="4079980" y="295587"/>
                  </a:lnTo>
                  <a:lnTo>
                    <a:pt x="4150324" y="298910"/>
                  </a:lnTo>
                  <a:lnTo>
                    <a:pt x="4220669" y="302188"/>
                  </a:lnTo>
                  <a:lnTo>
                    <a:pt x="4291013" y="305421"/>
                  </a:lnTo>
                  <a:lnTo>
                    <a:pt x="4361358" y="308610"/>
                  </a:lnTo>
                  <a:lnTo>
                    <a:pt x="4431702" y="311757"/>
                  </a:lnTo>
                  <a:lnTo>
                    <a:pt x="4502047" y="314861"/>
                  </a:lnTo>
                  <a:lnTo>
                    <a:pt x="4572391" y="317922"/>
                  </a:lnTo>
                  <a:lnTo>
                    <a:pt x="4642736" y="320943"/>
                  </a:lnTo>
                  <a:lnTo>
                    <a:pt x="4713080" y="323922"/>
                  </a:lnTo>
                  <a:lnTo>
                    <a:pt x="4783425" y="326861"/>
                  </a:lnTo>
                  <a:lnTo>
                    <a:pt x="4853769" y="329761"/>
                  </a:lnTo>
                  <a:lnTo>
                    <a:pt x="4924114" y="332621"/>
                  </a:lnTo>
                  <a:lnTo>
                    <a:pt x="4994458" y="335442"/>
                  </a:lnTo>
                  <a:lnTo>
                    <a:pt x="5064803" y="338226"/>
                  </a:lnTo>
                  <a:lnTo>
                    <a:pt x="5135147" y="340971"/>
                  </a:lnTo>
                  <a:lnTo>
                    <a:pt x="5205492" y="343680"/>
                  </a:lnTo>
                  <a:lnTo>
                    <a:pt x="5275836" y="346352"/>
                  </a:lnTo>
                  <a:lnTo>
                    <a:pt x="5346181" y="348987"/>
                  </a:lnTo>
                  <a:lnTo>
                    <a:pt x="5416525" y="351587"/>
                  </a:lnTo>
                  <a:lnTo>
                    <a:pt x="5486870" y="354152"/>
                  </a:lnTo>
                  <a:lnTo>
                    <a:pt x="5557214" y="356682"/>
                  </a:lnTo>
                  <a:lnTo>
                    <a:pt x="5627559" y="359178"/>
                  </a:lnTo>
                  <a:lnTo>
                    <a:pt x="5697903" y="361640"/>
                  </a:lnTo>
                  <a:lnTo>
                    <a:pt x="5768248" y="364069"/>
                  </a:lnTo>
                  <a:lnTo>
                    <a:pt x="5838592" y="366465"/>
                  </a:lnTo>
                  <a:lnTo>
                    <a:pt x="5908937" y="368828"/>
                  </a:lnTo>
                  <a:lnTo>
                    <a:pt x="5979281" y="371160"/>
                  </a:lnTo>
                  <a:lnTo>
                    <a:pt x="6049626" y="373460"/>
                  </a:lnTo>
                  <a:lnTo>
                    <a:pt x="6119970" y="375729"/>
                  </a:lnTo>
                  <a:lnTo>
                    <a:pt x="6190315" y="377967"/>
                  </a:lnTo>
                  <a:lnTo>
                    <a:pt x="6260659" y="380175"/>
                  </a:lnTo>
                  <a:lnTo>
                    <a:pt x="6331004" y="382353"/>
                  </a:lnTo>
                  <a:lnTo>
                    <a:pt x="6401348" y="384501"/>
                  </a:lnTo>
                  <a:lnTo>
                    <a:pt x="6471693" y="386621"/>
                  </a:lnTo>
                  <a:lnTo>
                    <a:pt x="6542037" y="388711"/>
                  </a:lnTo>
                  <a:lnTo>
                    <a:pt x="6612382" y="390774"/>
                  </a:lnTo>
                  <a:lnTo>
                    <a:pt x="6682726" y="392808"/>
                  </a:lnTo>
                  <a:lnTo>
                    <a:pt x="6753071" y="394815"/>
                  </a:lnTo>
                  <a:lnTo>
                    <a:pt x="6823415" y="396795"/>
                  </a:lnTo>
                  <a:lnTo>
                    <a:pt x="6893760" y="398748"/>
                  </a:lnTo>
                  <a:lnTo>
                    <a:pt x="6964104" y="400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5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2483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8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60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965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470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9753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804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824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6766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1817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6868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(1.10-1.26), p_Bonf = &lt;0.001 (n = 6)  |  per IQR decline (Δ = 28.0 %): 1.59 (1.31-1.92)  |  IQR: [-30.0, -2.0]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2026-07-22T07:57:32Z</dcterms:modified>
  <cp:category/>
</cp:coreProperties>
</file>