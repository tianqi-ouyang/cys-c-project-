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645306"/>
              <a:ext cx="7090630" cy="1626634"/>
            </a:xfrm>
            <a:custGeom>
              <a:avLst/>
              <a:pathLst>
                <a:path w="7090630" h="1626634">
                  <a:moveTo>
                    <a:pt x="0" y="0"/>
                  </a:moveTo>
                  <a:lnTo>
                    <a:pt x="71622" y="36387"/>
                  </a:lnTo>
                  <a:lnTo>
                    <a:pt x="143245" y="72082"/>
                  </a:lnTo>
                  <a:lnTo>
                    <a:pt x="214867" y="107098"/>
                  </a:lnTo>
                  <a:lnTo>
                    <a:pt x="286490" y="141447"/>
                  </a:lnTo>
                  <a:lnTo>
                    <a:pt x="358112" y="175143"/>
                  </a:lnTo>
                  <a:lnTo>
                    <a:pt x="429735" y="208197"/>
                  </a:lnTo>
                  <a:lnTo>
                    <a:pt x="501357" y="240622"/>
                  </a:lnTo>
                  <a:lnTo>
                    <a:pt x="572980" y="272431"/>
                  </a:lnTo>
                  <a:lnTo>
                    <a:pt x="644602" y="303633"/>
                  </a:lnTo>
                  <a:lnTo>
                    <a:pt x="716225" y="334242"/>
                  </a:lnTo>
                  <a:lnTo>
                    <a:pt x="787847" y="364269"/>
                  </a:lnTo>
                  <a:lnTo>
                    <a:pt x="859470" y="393724"/>
                  </a:lnTo>
                  <a:lnTo>
                    <a:pt x="931092" y="422618"/>
                  </a:lnTo>
                  <a:lnTo>
                    <a:pt x="1002715" y="450962"/>
                  </a:lnTo>
                  <a:lnTo>
                    <a:pt x="1074337" y="478767"/>
                  </a:lnTo>
                  <a:lnTo>
                    <a:pt x="1145960" y="506043"/>
                  </a:lnTo>
                  <a:lnTo>
                    <a:pt x="1217582" y="532800"/>
                  </a:lnTo>
                  <a:lnTo>
                    <a:pt x="1289205" y="559047"/>
                  </a:lnTo>
                  <a:lnTo>
                    <a:pt x="1360827" y="584795"/>
                  </a:lnTo>
                  <a:lnTo>
                    <a:pt x="1432450" y="610053"/>
                  </a:lnTo>
                  <a:lnTo>
                    <a:pt x="1504073" y="634830"/>
                  </a:lnTo>
                  <a:lnTo>
                    <a:pt x="1575695" y="659136"/>
                  </a:lnTo>
                  <a:lnTo>
                    <a:pt x="1647318" y="682979"/>
                  </a:lnTo>
                  <a:lnTo>
                    <a:pt x="1718940" y="706369"/>
                  </a:lnTo>
                  <a:lnTo>
                    <a:pt x="1790563" y="729313"/>
                  </a:lnTo>
                  <a:lnTo>
                    <a:pt x="1862185" y="751820"/>
                  </a:lnTo>
                  <a:lnTo>
                    <a:pt x="1933808" y="773899"/>
                  </a:lnTo>
                  <a:lnTo>
                    <a:pt x="2005430" y="795558"/>
                  </a:lnTo>
                  <a:lnTo>
                    <a:pt x="2077053" y="816805"/>
                  </a:lnTo>
                  <a:lnTo>
                    <a:pt x="2148675" y="837647"/>
                  </a:lnTo>
                  <a:lnTo>
                    <a:pt x="2220298" y="858093"/>
                  </a:lnTo>
                  <a:lnTo>
                    <a:pt x="2291920" y="878150"/>
                  </a:lnTo>
                  <a:lnTo>
                    <a:pt x="2363543" y="897825"/>
                  </a:lnTo>
                  <a:lnTo>
                    <a:pt x="2435165" y="917125"/>
                  </a:lnTo>
                  <a:lnTo>
                    <a:pt x="2506788" y="936058"/>
                  </a:lnTo>
                  <a:lnTo>
                    <a:pt x="2578410" y="954631"/>
                  </a:lnTo>
                  <a:lnTo>
                    <a:pt x="2650033" y="972850"/>
                  </a:lnTo>
                  <a:lnTo>
                    <a:pt x="2721655" y="990723"/>
                  </a:lnTo>
                  <a:lnTo>
                    <a:pt x="2793278" y="1008255"/>
                  </a:lnTo>
                  <a:lnTo>
                    <a:pt x="2864901" y="1025454"/>
                  </a:lnTo>
                  <a:lnTo>
                    <a:pt x="2936523" y="1042325"/>
                  </a:lnTo>
                  <a:lnTo>
                    <a:pt x="3008146" y="1058876"/>
                  </a:lnTo>
                  <a:lnTo>
                    <a:pt x="3079768" y="1075111"/>
                  </a:lnTo>
                  <a:lnTo>
                    <a:pt x="3151391" y="1086068"/>
                  </a:lnTo>
                  <a:lnTo>
                    <a:pt x="3223013" y="1092675"/>
                  </a:lnTo>
                  <a:lnTo>
                    <a:pt x="3294636" y="1099230"/>
                  </a:lnTo>
                  <a:lnTo>
                    <a:pt x="3366258" y="1105732"/>
                  </a:lnTo>
                  <a:lnTo>
                    <a:pt x="3437881" y="1112182"/>
                  </a:lnTo>
                  <a:lnTo>
                    <a:pt x="3509503" y="1118581"/>
                  </a:lnTo>
                  <a:lnTo>
                    <a:pt x="3581126" y="1124928"/>
                  </a:lnTo>
                  <a:lnTo>
                    <a:pt x="3652748" y="1131225"/>
                  </a:lnTo>
                  <a:lnTo>
                    <a:pt x="3724371" y="1137471"/>
                  </a:lnTo>
                  <a:lnTo>
                    <a:pt x="3795993" y="1143667"/>
                  </a:lnTo>
                  <a:lnTo>
                    <a:pt x="3867616" y="1149814"/>
                  </a:lnTo>
                  <a:lnTo>
                    <a:pt x="3939238" y="1155911"/>
                  </a:lnTo>
                  <a:lnTo>
                    <a:pt x="4010861" y="1161960"/>
                  </a:lnTo>
                  <a:lnTo>
                    <a:pt x="4082483" y="1167960"/>
                  </a:lnTo>
                  <a:lnTo>
                    <a:pt x="4154106" y="1173912"/>
                  </a:lnTo>
                  <a:lnTo>
                    <a:pt x="4225729" y="1179817"/>
                  </a:lnTo>
                  <a:lnTo>
                    <a:pt x="4297351" y="1185674"/>
                  </a:lnTo>
                  <a:lnTo>
                    <a:pt x="4368974" y="1191485"/>
                  </a:lnTo>
                  <a:lnTo>
                    <a:pt x="4440596" y="1197249"/>
                  </a:lnTo>
                  <a:lnTo>
                    <a:pt x="4512219" y="1202967"/>
                  </a:lnTo>
                  <a:lnTo>
                    <a:pt x="4583841" y="1208639"/>
                  </a:lnTo>
                  <a:lnTo>
                    <a:pt x="4655464" y="1214266"/>
                  </a:lnTo>
                  <a:lnTo>
                    <a:pt x="4727086" y="1219848"/>
                  </a:lnTo>
                  <a:lnTo>
                    <a:pt x="4798709" y="1225385"/>
                  </a:lnTo>
                  <a:lnTo>
                    <a:pt x="4870331" y="1230878"/>
                  </a:lnTo>
                  <a:lnTo>
                    <a:pt x="4941954" y="1236327"/>
                  </a:lnTo>
                  <a:lnTo>
                    <a:pt x="5013576" y="1241732"/>
                  </a:lnTo>
                  <a:lnTo>
                    <a:pt x="5085199" y="1247094"/>
                  </a:lnTo>
                  <a:lnTo>
                    <a:pt x="5156821" y="1252414"/>
                  </a:lnTo>
                  <a:lnTo>
                    <a:pt x="5228444" y="1257690"/>
                  </a:lnTo>
                  <a:lnTo>
                    <a:pt x="5300066" y="1262925"/>
                  </a:lnTo>
                  <a:lnTo>
                    <a:pt x="5371689" y="1268117"/>
                  </a:lnTo>
                  <a:lnTo>
                    <a:pt x="5443311" y="1273268"/>
                  </a:lnTo>
                  <a:lnTo>
                    <a:pt x="5514934" y="1278378"/>
                  </a:lnTo>
                  <a:lnTo>
                    <a:pt x="5586557" y="1283447"/>
                  </a:lnTo>
                  <a:lnTo>
                    <a:pt x="5658179" y="1288475"/>
                  </a:lnTo>
                  <a:lnTo>
                    <a:pt x="5729802" y="1293463"/>
                  </a:lnTo>
                  <a:lnTo>
                    <a:pt x="5801424" y="1298411"/>
                  </a:lnTo>
                  <a:lnTo>
                    <a:pt x="5873047" y="1303320"/>
                  </a:lnTo>
                  <a:lnTo>
                    <a:pt x="5944669" y="1308189"/>
                  </a:lnTo>
                  <a:lnTo>
                    <a:pt x="6016292" y="1313020"/>
                  </a:lnTo>
                  <a:lnTo>
                    <a:pt x="6087914" y="1317811"/>
                  </a:lnTo>
                  <a:lnTo>
                    <a:pt x="6159537" y="1322565"/>
                  </a:lnTo>
                  <a:lnTo>
                    <a:pt x="6231159" y="1327280"/>
                  </a:lnTo>
                  <a:lnTo>
                    <a:pt x="6302782" y="1331958"/>
                  </a:lnTo>
                  <a:lnTo>
                    <a:pt x="6374404" y="1336598"/>
                  </a:lnTo>
                  <a:lnTo>
                    <a:pt x="6446027" y="1341201"/>
                  </a:lnTo>
                  <a:lnTo>
                    <a:pt x="6517649" y="1345767"/>
                  </a:lnTo>
                  <a:lnTo>
                    <a:pt x="6589272" y="1350297"/>
                  </a:lnTo>
                  <a:lnTo>
                    <a:pt x="6660894" y="1354791"/>
                  </a:lnTo>
                  <a:lnTo>
                    <a:pt x="6732517" y="1359248"/>
                  </a:lnTo>
                  <a:lnTo>
                    <a:pt x="6804139" y="1363670"/>
                  </a:lnTo>
                  <a:lnTo>
                    <a:pt x="6875762" y="1368057"/>
                  </a:lnTo>
                  <a:lnTo>
                    <a:pt x="6947385" y="1372408"/>
                  </a:lnTo>
                  <a:lnTo>
                    <a:pt x="7019007" y="1376725"/>
                  </a:lnTo>
                  <a:lnTo>
                    <a:pt x="7090630" y="1381007"/>
                  </a:lnTo>
                  <a:lnTo>
                    <a:pt x="7090630" y="1626634"/>
                  </a:lnTo>
                  <a:lnTo>
                    <a:pt x="7019007" y="1621098"/>
                  </a:lnTo>
                  <a:lnTo>
                    <a:pt x="6947385" y="1615456"/>
                  </a:lnTo>
                  <a:lnTo>
                    <a:pt x="6875762" y="1609703"/>
                  </a:lnTo>
                  <a:lnTo>
                    <a:pt x="6804139" y="1603840"/>
                  </a:lnTo>
                  <a:lnTo>
                    <a:pt x="6732517" y="1597862"/>
                  </a:lnTo>
                  <a:lnTo>
                    <a:pt x="6660894" y="1591769"/>
                  </a:lnTo>
                  <a:lnTo>
                    <a:pt x="6589272" y="1585557"/>
                  </a:lnTo>
                  <a:lnTo>
                    <a:pt x="6517649" y="1579225"/>
                  </a:lnTo>
                  <a:lnTo>
                    <a:pt x="6446027" y="1572770"/>
                  </a:lnTo>
                  <a:lnTo>
                    <a:pt x="6374404" y="1566190"/>
                  </a:lnTo>
                  <a:lnTo>
                    <a:pt x="6302782" y="1559482"/>
                  </a:lnTo>
                  <a:lnTo>
                    <a:pt x="6231159" y="1552643"/>
                  </a:lnTo>
                  <a:lnTo>
                    <a:pt x="6159537" y="1545673"/>
                  </a:lnTo>
                  <a:lnTo>
                    <a:pt x="6087914" y="1538567"/>
                  </a:lnTo>
                  <a:lnTo>
                    <a:pt x="6016292" y="1531323"/>
                  </a:lnTo>
                  <a:lnTo>
                    <a:pt x="5944669" y="1523939"/>
                  </a:lnTo>
                  <a:lnTo>
                    <a:pt x="5873047" y="1516411"/>
                  </a:lnTo>
                  <a:lnTo>
                    <a:pt x="5801424" y="1508737"/>
                  </a:lnTo>
                  <a:lnTo>
                    <a:pt x="5729802" y="1500915"/>
                  </a:lnTo>
                  <a:lnTo>
                    <a:pt x="5658179" y="1492940"/>
                  </a:lnTo>
                  <a:lnTo>
                    <a:pt x="5586557" y="1484811"/>
                  </a:lnTo>
                  <a:lnTo>
                    <a:pt x="5514934" y="1476524"/>
                  </a:lnTo>
                  <a:lnTo>
                    <a:pt x="5443311" y="1468077"/>
                  </a:lnTo>
                  <a:lnTo>
                    <a:pt x="5371689" y="1459465"/>
                  </a:lnTo>
                  <a:lnTo>
                    <a:pt x="5300066" y="1450687"/>
                  </a:lnTo>
                  <a:lnTo>
                    <a:pt x="5228444" y="1441738"/>
                  </a:lnTo>
                  <a:lnTo>
                    <a:pt x="5156821" y="1432616"/>
                  </a:lnTo>
                  <a:lnTo>
                    <a:pt x="5085199" y="1423316"/>
                  </a:lnTo>
                  <a:lnTo>
                    <a:pt x="5013576" y="1413836"/>
                  </a:lnTo>
                  <a:lnTo>
                    <a:pt x="4941954" y="1404173"/>
                  </a:lnTo>
                  <a:lnTo>
                    <a:pt x="4870331" y="1394322"/>
                  </a:lnTo>
                  <a:lnTo>
                    <a:pt x="4798709" y="1384279"/>
                  </a:lnTo>
                  <a:lnTo>
                    <a:pt x="4727086" y="1374042"/>
                  </a:lnTo>
                  <a:lnTo>
                    <a:pt x="4655464" y="1363606"/>
                  </a:lnTo>
                  <a:lnTo>
                    <a:pt x="4583841" y="1352968"/>
                  </a:lnTo>
                  <a:lnTo>
                    <a:pt x="4512219" y="1342123"/>
                  </a:lnTo>
                  <a:lnTo>
                    <a:pt x="4440596" y="1331068"/>
                  </a:lnTo>
                  <a:lnTo>
                    <a:pt x="4368974" y="1319799"/>
                  </a:lnTo>
                  <a:lnTo>
                    <a:pt x="4297351" y="1308311"/>
                  </a:lnTo>
                  <a:lnTo>
                    <a:pt x="4225729" y="1296599"/>
                  </a:lnTo>
                  <a:lnTo>
                    <a:pt x="4154106" y="1284661"/>
                  </a:lnTo>
                  <a:lnTo>
                    <a:pt x="4082483" y="1272491"/>
                  </a:lnTo>
                  <a:lnTo>
                    <a:pt x="4010861" y="1260085"/>
                  </a:lnTo>
                  <a:lnTo>
                    <a:pt x="3939238" y="1247439"/>
                  </a:lnTo>
                  <a:lnTo>
                    <a:pt x="3867616" y="1234547"/>
                  </a:lnTo>
                  <a:lnTo>
                    <a:pt x="3795993" y="1221405"/>
                  </a:lnTo>
                  <a:lnTo>
                    <a:pt x="3724371" y="1208007"/>
                  </a:lnTo>
                  <a:lnTo>
                    <a:pt x="3652748" y="1194350"/>
                  </a:lnTo>
                  <a:lnTo>
                    <a:pt x="3581126" y="1180428"/>
                  </a:lnTo>
                  <a:lnTo>
                    <a:pt x="3509503" y="1166236"/>
                  </a:lnTo>
                  <a:lnTo>
                    <a:pt x="3437881" y="1151769"/>
                  </a:lnTo>
                  <a:lnTo>
                    <a:pt x="3366258" y="1137021"/>
                  </a:lnTo>
                  <a:lnTo>
                    <a:pt x="3294636" y="1121987"/>
                  </a:lnTo>
                  <a:lnTo>
                    <a:pt x="3223013" y="1106661"/>
                  </a:lnTo>
                  <a:lnTo>
                    <a:pt x="3151391" y="1091037"/>
                  </a:lnTo>
                  <a:lnTo>
                    <a:pt x="3079768" y="1079407"/>
                  </a:lnTo>
                  <a:lnTo>
                    <a:pt x="3008146" y="1072692"/>
                  </a:lnTo>
                  <a:lnTo>
                    <a:pt x="2936523" y="1065924"/>
                  </a:lnTo>
                  <a:lnTo>
                    <a:pt x="2864901" y="1059100"/>
                  </a:lnTo>
                  <a:lnTo>
                    <a:pt x="2793278" y="1052222"/>
                  </a:lnTo>
                  <a:lnTo>
                    <a:pt x="2721655" y="1045288"/>
                  </a:lnTo>
                  <a:lnTo>
                    <a:pt x="2650033" y="1038299"/>
                  </a:lnTo>
                  <a:lnTo>
                    <a:pt x="2578410" y="1031253"/>
                  </a:lnTo>
                  <a:lnTo>
                    <a:pt x="2506788" y="1024150"/>
                  </a:lnTo>
                  <a:lnTo>
                    <a:pt x="2435165" y="1016990"/>
                  </a:lnTo>
                  <a:lnTo>
                    <a:pt x="2363543" y="1009772"/>
                  </a:lnTo>
                  <a:lnTo>
                    <a:pt x="2291920" y="1002496"/>
                  </a:lnTo>
                  <a:lnTo>
                    <a:pt x="2220298" y="995161"/>
                  </a:lnTo>
                  <a:lnTo>
                    <a:pt x="2148675" y="987767"/>
                  </a:lnTo>
                  <a:lnTo>
                    <a:pt x="2077053" y="980313"/>
                  </a:lnTo>
                  <a:lnTo>
                    <a:pt x="2005430" y="972800"/>
                  </a:lnTo>
                  <a:lnTo>
                    <a:pt x="1933808" y="965225"/>
                  </a:lnTo>
                  <a:lnTo>
                    <a:pt x="1862185" y="957590"/>
                  </a:lnTo>
                  <a:lnTo>
                    <a:pt x="1790563" y="949893"/>
                  </a:lnTo>
                  <a:lnTo>
                    <a:pt x="1718940" y="942134"/>
                  </a:lnTo>
                  <a:lnTo>
                    <a:pt x="1647318" y="934312"/>
                  </a:lnTo>
                  <a:lnTo>
                    <a:pt x="1575695" y="926428"/>
                  </a:lnTo>
                  <a:lnTo>
                    <a:pt x="1504073" y="918479"/>
                  </a:lnTo>
                  <a:lnTo>
                    <a:pt x="1432450" y="910467"/>
                  </a:lnTo>
                  <a:lnTo>
                    <a:pt x="1360827" y="902390"/>
                  </a:lnTo>
                  <a:lnTo>
                    <a:pt x="1289205" y="894248"/>
                  </a:lnTo>
                  <a:lnTo>
                    <a:pt x="1217582" y="886040"/>
                  </a:lnTo>
                  <a:lnTo>
                    <a:pt x="1145960" y="877766"/>
                  </a:lnTo>
                  <a:lnTo>
                    <a:pt x="1074337" y="869425"/>
                  </a:lnTo>
                  <a:lnTo>
                    <a:pt x="1002715" y="861017"/>
                  </a:lnTo>
                  <a:lnTo>
                    <a:pt x="931092" y="852541"/>
                  </a:lnTo>
                  <a:lnTo>
                    <a:pt x="859470" y="843997"/>
                  </a:lnTo>
                  <a:lnTo>
                    <a:pt x="787847" y="835384"/>
                  </a:lnTo>
                  <a:lnTo>
                    <a:pt x="716225" y="826702"/>
                  </a:lnTo>
                  <a:lnTo>
                    <a:pt x="644602" y="817949"/>
                  </a:lnTo>
                  <a:lnTo>
                    <a:pt x="572980" y="809126"/>
                  </a:lnTo>
                  <a:lnTo>
                    <a:pt x="501357" y="800231"/>
                  </a:lnTo>
                  <a:lnTo>
                    <a:pt x="429735" y="791265"/>
                  </a:lnTo>
                  <a:lnTo>
                    <a:pt x="358112" y="782227"/>
                  </a:lnTo>
                  <a:lnTo>
                    <a:pt x="286490" y="773116"/>
                  </a:lnTo>
                  <a:lnTo>
                    <a:pt x="214867" y="763931"/>
                  </a:lnTo>
                  <a:lnTo>
                    <a:pt x="143245" y="754672"/>
                  </a:lnTo>
                  <a:lnTo>
                    <a:pt x="71622" y="745339"/>
                  </a:lnTo>
                  <a:lnTo>
                    <a:pt x="0" y="73593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645306"/>
              <a:ext cx="7090630" cy="1381007"/>
            </a:xfrm>
            <a:custGeom>
              <a:avLst/>
              <a:pathLst>
                <a:path w="7090630" h="1381007">
                  <a:moveTo>
                    <a:pt x="0" y="0"/>
                  </a:moveTo>
                  <a:lnTo>
                    <a:pt x="71622" y="36387"/>
                  </a:lnTo>
                  <a:lnTo>
                    <a:pt x="143245" y="72082"/>
                  </a:lnTo>
                  <a:lnTo>
                    <a:pt x="214867" y="107098"/>
                  </a:lnTo>
                  <a:lnTo>
                    <a:pt x="286490" y="141447"/>
                  </a:lnTo>
                  <a:lnTo>
                    <a:pt x="358112" y="175143"/>
                  </a:lnTo>
                  <a:lnTo>
                    <a:pt x="429735" y="208197"/>
                  </a:lnTo>
                  <a:lnTo>
                    <a:pt x="501357" y="240622"/>
                  </a:lnTo>
                  <a:lnTo>
                    <a:pt x="572980" y="272431"/>
                  </a:lnTo>
                  <a:lnTo>
                    <a:pt x="644602" y="303633"/>
                  </a:lnTo>
                  <a:lnTo>
                    <a:pt x="716225" y="334242"/>
                  </a:lnTo>
                  <a:lnTo>
                    <a:pt x="787847" y="364269"/>
                  </a:lnTo>
                  <a:lnTo>
                    <a:pt x="859470" y="393724"/>
                  </a:lnTo>
                  <a:lnTo>
                    <a:pt x="931092" y="422618"/>
                  </a:lnTo>
                  <a:lnTo>
                    <a:pt x="1002715" y="450962"/>
                  </a:lnTo>
                  <a:lnTo>
                    <a:pt x="1074337" y="478767"/>
                  </a:lnTo>
                  <a:lnTo>
                    <a:pt x="1145960" y="506043"/>
                  </a:lnTo>
                  <a:lnTo>
                    <a:pt x="1217582" y="532800"/>
                  </a:lnTo>
                  <a:lnTo>
                    <a:pt x="1289205" y="559047"/>
                  </a:lnTo>
                  <a:lnTo>
                    <a:pt x="1360827" y="584795"/>
                  </a:lnTo>
                  <a:lnTo>
                    <a:pt x="1432450" y="610053"/>
                  </a:lnTo>
                  <a:lnTo>
                    <a:pt x="1504073" y="634830"/>
                  </a:lnTo>
                  <a:lnTo>
                    <a:pt x="1575695" y="659136"/>
                  </a:lnTo>
                  <a:lnTo>
                    <a:pt x="1647318" y="682979"/>
                  </a:lnTo>
                  <a:lnTo>
                    <a:pt x="1718940" y="706369"/>
                  </a:lnTo>
                  <a:lnTo>
                    <a:pt x="1790563" y="729313"/>
                  </a:lnTo>
                  <a:lnTo>
                    <a:pt x="1862185" y="751820"/>
                  </a:lnTo>
                  <a:lnTo>
                    <a:pt x="1933808" y="773899"/>
                  </a:lnTo>
                  <a:lnTo>
                    <a:pt x="2005430" y="795558"/>
                  </a:lnTo>
                  <a:lnTo>
                    <a:pt x="2077053" y="816805"/>
                  </a:lnTo>
                  <a:lnTo>
                    <a:pt x="2148675" y="837647"/>
                  </a:lnTo>
                  <a:lnTo>
                    <a:pt x="2220298" y="858093"/>
                  </a:lnTo>
                  <a:lnTo>
                    <a:pt x="2291920" y="878150"/>
                  </a:lnTo>
                  <a:lnTo>
                    <a:pt x="2363543" y="897825"/>
                  </a:lnTo>
                  <a:lnTo>
                    <a:pt x="2435165" y="917125"/>
                  </a:lnTo>
                  <a:lnTo>
                    <a:pt x="2506788" y="936058"/>
                  </a:lnTo>
                  <a:lnTo>
                    <a:pt x="2578410" y="954631"/>
                  </a:lnTo>
                  <a:lnTo>
                    <a:pt x="2650033" y="972850"/>
                  </a:lnTo>
                  <a:lnTo>
                    <a:pt x="2721655" y="990723"/>
                  </a:lnTo>
                  <a:lnTo>
                    <a:pt x="2793278" y="1008255"/>
                  </a:lnTo>
                  <a:lnTo>
                    <a:pt x="2864901" y="1025454"/>
                  </a:lnTo>
                  <a:lnTo>
                    <a:pt x="2936523" y="1042325"/>
                  </a:lnTo>
                  <a:lnTo>
                    <a:pt x="3008146" y="1058876"/>
                  </a:lnTo>
                  <a:lnTo>
                    <a:pt x="3079768" y="1075111"/>
                  </a:lnTo>
                  <a:lnTo>
                    <a:pt x="3151391" y="1086068"/>
                  </a:lnTo>
                  <a:lnTo>
                    <a:pt x="3223013" y="1092675"/>
                  </a:lnTo>
                  <a:lnTo>
                    <a:pt x="3294636" y="1099230"/>
                  </a:lnTo>
                  <a:lnTo>
                    <a:pt x="3366258" y="1105732"/>
                  </a:lnTo>
                  <a:lnTo>
                    <a:pt x="3437881" y="1112182"/>
                  </a:lnTo>
                  <a:lnTo>
                    <a:pt x="3509503" y="1118581"/>
                  </a:lnTo>
                  <a:lnTo>
                    <a:pt x="3581126" y="1124928"/>
                  </a:lnTo>
                  <a:lnTo>
                    <a:pt x="3652748" y="1131225"/>
                  </a:lnTo>
                  <a:lnTo>
                    <a:pt x="3724371" y="1137471"/>
                  </a:lnTo>
                  <a:lnTo>
                    <a:pt x="3795993" y="1143667"/>
                  </a:lnTo>
                  <a:lnTo>
                    <a:pt x="3867616" y="1149814"/>
                  </a:lnTo>
                  <a:lnTo>
                    <a:pt x="3939238" y="1155911"/>
                  </a:lnTo>
                  <a:lnTo>
                    <a:pt x="4010861" y="1161960"/>
                  </a:lnTo>
                  <a:lnTo>
                    <a:pt x="4082483" y="1167960"/>
                  </a:lnTo>
                  <a:lnTo>
                    <a:pt x="4154106" y="1173912"/>
                  </a:lnTo>
                  <a:lnTo>
                    <a:pt x="4225729" y="1179817"/>
                  </a:lnTo>
                  <a:lnTo>
                    <a:pt x="4297351" y="1185674"/>
                  </a:lnTo>
                  <a:lnTo>
                    <a:pt x="4368974" y="1191485"/>
                  </a:lnTo>
                  <a:lnTo>
                    <a:pt x="4440596" y="1197249"/>
                  </a:lnTo>
                  <a:lnTo>
                    <a:pt x="4512219" y="1202967"/>
                  </a:lnTo>
                  <a:lnTo>
                    <a:pt x="4583841" y="1208639"/>
                  </a:lnTo>
                  <a:lnTo>
                    <a:pt x="4655464" y="1214266"/>
                  </a:lnTo>
                  <a:lnTo>
                    <a:pt x="4727086" y="1219848"/>
                  </a:lnTo>
                  <a:lnTo>
                    <a:pt x="4798709" y="1225385"/>
                  </a:lnTo>
                  <a:lnTo>
                    <a:pt x="4870331" y="1230878"/>
                  </a:lnTo>
                  <a:lnTo>
                    <a:pt x="4941954" y="1236327"/>
                  </a:lnTo>
                  <a:lnTo>
                    <a:pt x="5013576" y="1241732"/>
                  </a:lnTo>
                  <a:lnTo>
                    <a:pt x="5085199" y="1247094"/>
                  </a:lnTo>
                  <a:lnTo>
                    <a:pt x="5156821" y="1252414"/>
                  </a:lnTo>
                  <a:lnTo>
                    <a:pt x="5228444" y="1257690"/>
                  </a:lnTo>
                  <a:lnTo>
                    <a:pt x="5300066" y="1262925"/>
                  </a:lnTo>
                  <a:lnTo>
                    <a:pt x="5371689" y="1268117"/>
                  </a:lnTo>
                  <a:lnTo>
                    <a:pt x="5443311" y="1273268"/>
                  </a:lnTo>
                  <a:lnTo>
                    <a:pt x="5514934" y="1278378"/>
                  </a:lnTo>
                  <a:lnTo>
                    <a:pt x="5586557" y="1283447"/>
                  </a:lnTo>
                  <a:lnTo>
                    <a:pt x="5658179" y="1288475"/>
                  </a:lnTo>
                  <a:lnTo>
                    <a:pt x="5729802" y="1293463"/>
                  </a:lnTo>
                  <a:lnTo>
                    <a:pt x="5801424" y="1298411"/>
                  </a:lnTo>
                  <a:lnTo>
                    <a:pt x="5873047" y="1303320"/>
                  </a:lnTo>
                  <a:lnTo>
                    <a:pt x="5944669" y="1308189"/>
                  </a:lnTo>
                  <a:lnTo>
                    <a:pt x="6016292" y="1313020"/>
                  </a:lnTo>
                  <a:lnTo>
                    <a:pt x="6087914" y="1317811"/>
                  </a:lnTo>
                  <a:lnTo>
                    <a:pt x="6159537" y="1322565"/>
                  </a:lnTo>
                  <a:lnTo>
                    <a:pt x="6231159" y="1327280"/>
                  </a:lnTo>
                  <a:lnTo>
                    <a:pt x="6302782" y="1331958"/>
                  </a:lnTo>
                  <a:lnTo>
                    <a:pt x="6374404" y="1336598"/>
                  </a:lnTo>
                  <a:lnTo>
                    <a:pt x="6446027" y="1341201"/>
                  </a:lnTo>
                  <a:lnTo>
                    <a:pt x="6517649" y="1345767"/>
                  </a:lnTo>
                  <a:lnTo>
                    <a:pt x="6589272" y="1350297"/>
                  </a:lnTo>
                  <a:lnTo>
                    <a:pt x="6660894" y="1354791"/>
                  </a:lnTo>
                  <a:lnTo>
                    <a:pt x="6732517" y="1359248"/>
                  </a:lnTo>
                  <a:lnTo>
                    <a:pt x="6804139" y="1363670"/>
                  </a:lnTo>
                  <a:lnTo>
                    <a:pt x="6875762" y="1368057"/>
                  </a:lnTo>
                  <a:lnTo>
                    <a:pt x="6947385" y="1372408"/>
                  </a:lnTo>
                  <a:lnTo>
                    <a:pt x="7019007" y="1376725"/>
                  </a:lnTo>
                  <a:lnTo>
                    <a:pt x="7090630" y="13810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381237"/>
              <a:ext cx="7090630" cy="890703"/>
            </a:xfrm>
            <a:custGeom>
              <a:avLst/>
              <a:pathLst>
                <a:path w="7090630" h="890703">
                  <a:moveTo>
                    <a:pt x="7090630" y="890703"/>
                  </a:moveTo>
                  <a:lnTo>
                    <a:pt x="7019007" y="885168"/>
                  </a:lnTo>
                  <a:lnTo>
                    <a:pt x="6947385" y="879525"/>
                  </a:lnTo>
                  <a:lnTo>
                    <a:pt x="6875762" y="873773"/>
                  </a:lnTo>
                  <a:lnTo>
                    <a:pt x="6804139" y="867909"/>
                  </a:lnTo>
                  <a:lnTo>
                    <a:pt x="6732517" y="861932"/>
                  </a:lnTo>
                  <a:lnTo>
                    <a:pt x="6660894" y="855838"/>
                  </a:lnTo>
                  <a:lnTo>
                    <a:pt x="6589272" y="849627"/>
                  </a:lnTo>
                  <a:lnTo>
                    <a:pt x="6517649" y="843295"/>
                  </a:lnTo>
                  <a:lnTo>
                    <a:pt x="6446027" y="836840"/>
                  </a:lnTo>
                  <a:lnTo>
                    <a:pt x="6374404" y="830259"/>
                  </a:lnTo>
                  <a:lnTo>
                    <a:pt x="6302782" y="823551"/>
                  </a:lnTo>
                  <a:lnTo>
                    <a:pt x="6231159" y="816713"/>
                  </a:lnTo>
                  <a:lnTo>
                    <a:pt x="6159537" y="809742"/>
                  </a:lnTo>
                  <a:lnTo>
                    <a:pt x="6087914" y="802636"/>
                  </a:lnTo>
                  <a:lnTo>
                    <a:pt x="6016292" y="795393"/>
                  </a:lnTo>
                  <a:lnTo>
                    <a:pt x="5944669" y="788008"/>
                  </a:lnTo>
                  <a:lnTo>
                    <a:pt x="5873047" y="780481"/>
                  </a:lnTo>
                  <a:lnTo>
                    <a:pt x="5801424" y="772807"/>
                  </a:lnTo>
                  <a:lnTo>
                    <a:pt x="5729802" y="764984"/>
                  </a:lnTo>
                  <a:lnTo>
                    <a:pt x="5658179" y="757010"/>
                  </a:lnTo>
                  <a:lnTo>
                    <a:pt x="5586557" y="748881"/>
                  </a:lnTo>
                  <a:lnTo>
                    <a:pt x="5514934" y="740594"/>
                  </a:lnTo>
                  <a:lnTo>
                    <a:pt x="5443311" y="732147"/>
                  </a:lnTo>
                  <a:lnTo>
                    <a:pt x="5371689" y="723535"/>
                  </a:lnTo>
                  <a:lnTo>
                    <a:pt x="5300066" y="714757"/>
                  </a:lnTo>
                  <a:lnTo>
                    <a:pt x="5228444" y="705808"/>
                  </a:lnTo>
                  <a:lnTo>
                    <a:pt x="5156821" y="696685"/>
                  </a:lnTo>
                  <a:lnTo>
                    <a:pt x="5085199" y="687386"/>
                  </a:lnTo>
                  <a:lnTo>
                    <a:pt x="5013576" y="677906"/>
                  </a:lnTo>
                  <a:lnTo>
                    <a:pt x="4941954" y="668242"/>
                  </a:lnTo>
                  <a:lnTo>
                    <a:pt x="4870331" y="658391"/>
                  </a:lnTo>
                  <a:lnTo>
                    <a:pt x="4798709" y="648349"/>
                  </a:lnTo>
                  <a:lnTo>
                    <a:pt x="4727086" y="638112"/>
                  </a:lnTo>
                  <a:lnTo>
                    <a:pt x="4655464" y="627676"/>
                  </a:lnTo>
                  <a:lnTo>
                    <a:pt x="4583841" y="617038"/>
                  </a:lnTo>
                  <a:lnTo>
                    <a:pt x="4512219" y="606193"/>
                  </a:lnTo>
                  <a:lnTo>
                    <a:pt x="4440596" y="595138"/>
                  </a:lnTo>
                  <a:lnTo>
                    <a:pt x="4368974" y="583868"/>
                  </a:lnTo>
                  <a:lnTo>
                    <a:pt x="4297351" y="572380"/>
                  </a:lnTo>
                  <a:lnTo>
                    <a:pt x="4225729" y="560669"/>
                  </a:lnTo>
                  <a:lnTo>
                    <a:pt x="4154106" y="548731"/>
                  </a:lnTo>
                  <a:lnTo>
                    <a:pt x="4082483" y="536561"/>
                  </a:lnTo>
                  <a:lnTo>
                    <a:pt x="4010861" y="524155"/>
                  </a:lnTo>
                  <a:lnTo>
                    <a:pt x="3939238" y="511508"/>
                  </a:lnTo>
                  <a:lnTo>
                    <a:pt x="3867616" y="498616"/>
                  </a:lnTo>
                  <a:lnTo>
                    <a:pt x="3795993" y="485474"/>
                  </a:lnTo>
                  <a:lnTo>
                    <a:pt x="3724371" y="472077"/>
                  </a:lnTo>
                  <a:lnTo>
                    <a:pt x="3652748" y="458420"/>
                  </a:lnTo>
                  <a:lnTo>
                    <a:pt x="3581126" y="444498"/>
                  </a:lnTo>
                  <a:lnTo>
                    <a:pt x="3509503" y="430306"/>
                  </a:lnTo>
                  <a:lnTo>
                    <a:pt x="3437881" y="415839"/>
                  </a:lnTo>
                  <a:lnTo>
                    <a:pt x="3366258" y="401090"/>
                  </a:lnTo>
                  <a:lnTo>
                    <a:pt x="3294636" y="386056"/>
                  </a:lnTo>
                  <a:lnTo>
                    <a:pt x="3223013" y="370730"/>
                  </a:lnTo>
                  <a:lnTo>
                    <a:pt x="3151391" y="355107"/>
                  </a:lnTo>
                  <a:lnTo>
                    <a:pt x="3079768" y="343477"/>
                  </a:lnTo>
                  <a:lnTo>
                    <a:pt x="3008146" y="336762"/>
                  </a:lnTo>
                  <a:lnTo>
                    <a:pt x="2936523" y="329993"/>
                  </a:lnTo>
                  <a:lnTo>
                    <a:pt x="2864901" y="323170"/>
                  </a:lnTo>
                  <a:lnTo>
                    <a:pt x="2793278" y="316292"/>
                  </a:lnTo>
                  <a:lnTo>
                    <a:pt x="2721655" y="309358"/>
                  </a:lnTo>
                  <a:lnTo>
                    <a:pt x="2650033" y="302368"/>
                  </a:lnTo>
                  <a:lnTo>
                    <a:pt x="2578410" y="295322"/>
                  </a:lnTo>
                  <a:lnTo>
                    <a:pt x="2506788" y="288220"/>
                  </a:lnTo>
                  <a:lnTo>
                    <a:pt x="2435165" y="281059"/>
                  </a:lnTo>
                  <a:lnTo>
                    <a:pt x="2363543" y="273842"/>
                  </a:lnTo>
                  <a:lnTo>
                    <a:pt x="2291920" y="266565"/>
                  </a:lnTo>
                  <a:lnTo>
                    <a:pt x="2220298" y="259231"/>
                  </a:lnTo>
                  <a:lnTo>
                    <a:pt x="2148675" y="251837"/>
                  </a:lnTo>
                  <a:lnTo>
                    <a:pt x="2077053" y="244383"/>
                  </a:lnTo>
                  <a:lnTo>
                    <a:pt x="2005430" y="236869"/>
                  </a:lnTo>
                  <a:lnTo>
                    <a:pt x="1933808" y="229295"/>
                  </a:lnTo>
                  <a:lnTo>
                    <a:pt x="1862185" y="221660"/>
                  </a:lnTo>
                  <a:lnTo>
                    <a:pt x="1790563" y="213963"/>
                  </a:lnTo>
                  <a:lnTo>
                    <a:pt x="1718940" y="206204"/>
                  </a:lnTo>
                  <a:lnTo>
                    <a:pt x="1647318" y="198382"/>
                  </a:lnTo>
                  <a:lnTo>
                    <a:pt x="1575695" y="190497"/>
                  </a:lnTo>
                  <a:lnTo>
                    <a:pt x="1504073" y="182549"/>
                  </a:lnTo>
                  <a:lnTo>
                    <a:pt x="1432450" y="174537"/>
                  </a:lnTo>
                  <a:lnTo>
                    <a:pt x="1360827" y="166460"/>
                  </a:lnTo>
                  <a:lnTo>
                    <a:pt x="1289205" y="158318"/>
                  </a:lnTo>
                  <a:lnTo>
                    <a:pt x="1217582" y="150110"/>
                  </a:lnTo>
                  <a:lnTo>
                    <a:pt x="1145960" y="141836"/>
                  </a:lnTo>
                  <a:lnTo>
                    <a:pt x="1074337" y="133495"/>
                  </a:lnTo>
                  <a:lnTo>
                    <a:pt x="1002715" y="125087"/>
                  </a:lnTo>
                  <a:lnTo>
                    <a:pt x="931092" y="116611"/>
                  </a:lnTo>
                  <a:lnTo>
                    <a:pt x="859470" y="108067"/>
                  </a:lnTo>
                  <a:lnTo>
                    <a:pt x="787847" y="99454"/>
                  </a:lnTo>
                  <a:lnTo>
                    <a:pt x="716225" y="90771"/>
                  </a:lnTo>
                  <a:lnTo>
                    <a:pt x="644602" y="82019"/>
                  </a:lnTo>
                  <a:lnTo>
                    <a:pt x="572980" y="73196"/>
                  </a:lnTo>
                  <a:lnTo>
                    <a:pt x="501357" y="64301"/>
                  </a:lnTo>
                  <a:lnTo>
                    <a:pt x="429735" y="55335"/>
                  </a:lnTo>
                  <a:lnTo>
                    <a:pt x="358112" y="46297"/>
                  </a:lnTo>
                  <a:lnTo>
                    <a:pt x="286490" y="37185"/>
                  </a:lnTo>
                  <a:lnTo>
                    <a:pt x="214867" y="28001"/>
                  </a:lnTo>
                  <a:lnTo>
                    <a:pt x="143245" y="18742"/>
                  </a:lnTo>
                  <a:lnTo>
                    <a:pt x="71622" y="940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057760"/>
              <a:ext cx="7090630" cy="1110284"/>
            </a:xfrm>
            <a:custGeom>
              <a:avLst/>
              <a:pathLst>
                <a:path w="7090630" h="1110284">
                  <a:moveTo>
                    <a:pt x="0" y="0"/>
                  </a:moveTo>
                  <a:lnTo>
                    <a:pt x="71622" y="20290"/>
                  </a:lnTo>
                  <a:lnTo>
                    <a:pt x="143245" y="40306"/>
                  </a:lnTo>
                  <a:lnTo>
                    <a:pt x="214867" y="60051"/>
                  </a:lnTo>
                  <a:lnTo>
                    <a:pt x="286490" y="79529"/>
                  </a:lnTo>
                  <a:lnTo>
                    <a:pt x="358112" y="98743"/>
                  </a:lnTo>
                  <a:lnTo>
                    <a:pt x="429735" y="117697"/>
                  </a:lnTo>
                  <a:lnTo>
                    <a:pt x="501357" y="136395"/>
                  </a:lnTo>
                  <a:lnTo>
                    <a:pt x="572980" y="154840"/>
                  </a:lnTo>
                  <a:lnTo>
                    <a:pt x="644602" y="173035"/>
                  </a:lnTo>
                  <a:lnTo>
                    <a:pt x="716225" y="190984"/>
                  </a:lnTo>
                  <a:lnTo>
                    <a:pt x="787847" y="208690"/>
                  </a:lnTo>
                  <a:lnTo>
                    <a:pt x="859470" y="226157"/>
                  </a:lnTo>
                  <a:lnTo>
                    <a:pt x="931092" y="243387"/>
                  </a:lnTo>
                  <a:lnTo>
                    <a:pt x="1002715" y="260384"/>
                  </a:lnTo>
                  <a:lnTo>
                    <a:pt x="1074337" y="277151"/>
                  </a:lnTo>
                  <a:lnTo>
                    <a:pt x="1145960" y="293691"/>
                  </a:lnTo>
                  <a:lnTo>
                    <a:pt x="1217582" y="310008"/>
                  </a:lnTo>
                  <a:lnTo>
                    <a:pt x="1289205" y="326103"/>
                  </a:lnTo>
                  <a:lnTo>
                    <a:pt x="1360827" y="341981"/>
                  </a:lnTo>
                  <a:lnTo>
                    <a:pt x="1432450" y="357644"/>
                  </a:lnTo>
                  <a:lnTo>
                    <a:pt x="1504073" y="373095"/>
                  </a:lnTo>
                  <a:lnTo>
                    <a:pt x="1575695" y="388337"/>
                  </a:lnTo>
                  <a:lnTo>
                    <a:pt x="1647318" y="403373"/>
                  </a:lnTo>
                  <a:lnTo>
                    <a:pt x="1718940" y="418205"/>
                  </a:lnTo>
                  <a:lnTo>
                    <a:pt x="1790563" y="432836"/>
                  </a:lnTo>
                  <a:lnTo>
                    <a:pt x="1862185" y="447270"/>
                  </a:lnTo>
                  <a:lnTo>
                    <a:pt x="1933808" y="461508"/>
                  </a:lnTo>
                  <a:lnTo>
                    <a:pt x="2005430" y="475554"/>
                  </a:lnTo>
                  <a:lnTo>
                    <a:pt x="2077053" y="489409"/>
                  </a:lnTo>
                  <a:lnTo>
                    <a:pt x="2148675" y="503077"/>
                  </a:lnTo>
                  <a:lnTo>
                    <a:pt x="2220298" y="516560"/>
                  </a:lnTo>
                  <a:lnTo>
                    <a:pt x="2291920" y="529861"/>
                  </a:lnTo>
                  <a:lnTo>
                    <a:pt x="2363543" y="542981"/>
                  </a:lnTo>
                  <a:lnTo>
                    <a:pt x="2435165" y="555924"/>
                  </a:lnTo>
                  <a:lnTo>
                    <a:pt x="2506788" y="568692"/>
                  </a:lnTo>
                  <a:lnTo>
                    <a:pt x="2578410" y="581287"/>
                  </a:lnTo>
                  <a:lnTo>
                    <a:pt x="2650033" y="593712"/>
                  </a:lnTo>
                  <a:lnTo>
                    <a:pt x="2721655" y="605969"/>
                  </a:lnTo>
                  <a:lnTo>
                    <a:pt x="2793278" y="618059"/>
                  </a:lnTo>
                  <a:lnTo>
                    <a:pt x="2864901" y="629987"/>
                  </a:lnTo>
                  <a:lnTo>
                    <a:pt x="2936523" y="641752"/>
                  </a:lnTo>
                  <a:lnTo>
                    <a:pt x="3008146" y="653359"/>
                  </a:lnTo>
                  <a:lnTo>
                    <a:pt x="3079768" y="664808"/>
                  </a:lnTo>
                  <a:lnTo>
                    <a:pt x="3151391" y="676103"/>
                  </a:lnTo>
                  <a:lnTo>
                    <a:pt x="3223013" y="687245"/>
                  </a:lnTo>
                  <a:lnTo>
                    <a:pt x="3294636" y="698236"/>
                  </a:lnTo>
                  <a:lnTo>
                    <a:pt x="3366258" y="709078"/>
                  </a:lnTo>
                  <a:lnTo>
                    <a:pt x="3437881" y="719773"/>
                  </a:lnTo>
                  <a:lnTo>
                    <a:pt x="3509503" y="730324"/>
                  </a:lnTo>
                  <a:lnTo>
                    <a:pt x="3581126" y="740732"/>
                  </a:lnTo>
                  <a:lnTo>
                    <a:pt x="3652748" y="750999"/>
                  </a:lnTo>
                  <a:lnTo>
                    <a:pt x="3724371" y="761128"/>
                  </a:lnTo>
                  <a:lnTo>
                    <a:pt x="3795993" y="771119"/>
                  </a:lnTo>
                  <a:lnTo>
                    <a:pt x="3867616" y="780975"/>
                  </a:lnTo>
                  <a:lnTo>
                    <a:pt x="3939238" y="790697"/>
                  </a:lnTo>
                  <a:lnTo>
                    <a:pt x="4010861" y="800288"/>
                  </a:lnTo>
                  <a:lnTo>
                    <a:pt x="4082483" y="809750"/>
                  </a:lnTo>
                  <a:lnTo>
                    <a:pt x="4154106" y="819083"/>
                  </a:lnTo>
                  <a:lnTo>
                    <a:pt x="4225729" y="828290"/>
                  </a:lnTo>
                  <a:lnTo>
                    <a:pt x="4297351" y="837372"/>
                  </a:lnTo>
                  <a:lnTo>
                    <a:pt x="4368974" y="846332"/>
                  </a:lnTo>
                  <a:lnTo>
                    <a:pt x="4440596" y="855170"/>
                  </a:lnTo>
                  <a:lnTo>
                    <a:pt x="4512219" y="863889"/>
                  </a:lnTo>
                  <a:lnTo>
                    <a:pt x="4583841" y="872489"/>
                  </a:lnTo>
                  <a:lnTo>
                    <a:pt x="4655464" y="880974"/>
                  </a:lnTo>
                  <a:lnTo>
                    <a:pt x="4727086" y="889343"/>
                  </a:lnTo>
                  <a:lnTo>
                    <a:pt x="4798709" y="897600"/>
                  </a:lnTo>
                  <a:lnTo>
                    <a:pt x="4870331" y="905744"/>
                  </a:lnTo>
                  <a:lnTo>
                    <a:pt x="4941954" y="913778"/>
                  </a:lnTo>
                  <a:lnTo>
                    <a:pt x="5013576" y="921704"/>
                  </a:lnTo>
                  <a:lnTo>
                    <a:pt x="5085199" y="929522"/>
                  </a:lnTo>
                  <a:lnTo>
                    <a:pt x="5156821" y="937235"/>
                  </a:lnTo>
                  <a:lnTo>
                    <a:pt x="5228444" y="944843"/>
                  </a:lnTo>
                  <a:lnTo>
                    <a:pt x="5300066" y="952348"/>
                  </a:lnTo>
                  <a:lnTo>
                    <a:pt x="5371689" y="959752"/>
                  </a:lnTo>
                  <a:lnTo>
                    <a:pt x="5443311" y="967055"/>
                  </a:lnTo>
                  <a:lnTo>
                    <a:pt x="5514934" y="974260"/>
                  </a:lnTo>
                  <a:lnTo>
                    <a:pt x="5586557" y="981367"/>
                  </a:lnTo>
                  <a:lnTo>
                    <a:pt x="5658179" y="988378"/>
                  </a:lnTo>
                  <a:lnTo>
                    <a:pt x="5729802" y="995294"/>
                  </a:lnTo>
                  <a:lnTo>
                    <a:pt x="5801424" y="1002117"/>
                  </a:lnTo>
                  <a:lnTo>
                    <a:pt x="5873047" y="1008847"/>
                  </a:lnTo>
                  <a:lnTo>
                    <a:pt x="5944669" y="1015486"/>
                  </a:lnTo>
                  <a:lnTo>
                    <a:pt x="6016292" y="1022036"/>
                  </a:lnTo>
                  <a:lnTo>
                    <a:pt x="6087914" y="1028496"/>
                  </a:lnTo>
                  <a:lnTo>
                    <a:pt x="6159537" y="1034870"/>
                  </a:lnTo>
                  <a:lnTo>
                    <a:pt x="6231159" y="1041157"/>
                  </a:lnTo>
                  <a:lnTo>
                    <a:pt x="6302782" y="1047359"/>
                  </a:lnTo>
                  <a:lnTo>
                    <a:pt x="6374404" y="1053477"/>
                  </a:lnTo>
                  <a:lnTo>
                    <a:pt x="6446027" y="1059512"/>
                  </a:lnTo>
                  <a:lnTo>
                    <a:pt x="6517649" y="1065466"/>
                  </a:lnTo>
                  <a:lnTo>
                    <a:pt x="6589272" y="1071339"/>
                  </a:lnTo>
                  <a:lnTo>
                    <a:pt x="6660894" y="1077132"/>
                  </a:lnTo>
                  <a:lnTo>
                    <a:pt x="6732517" y="1082847"/>
                  </a:lnTo>
                  <a:lnTo>
                    <a:pt x="6804139" y="1088485"/>
                  </a:lnTo>
                  <a:lnTo>
                    <a:pt x="6875762" y="1094047"/>
                  </a:lnTo>
                  <a:lnTo>
                    <a:pt x="6947385" y="1099533"/>
                  </a:lnTo>
                  <a:lnTo>
                    <a:pt x="7019007" y="1104945"/>
                  </a:lnTo>
                  <a:lnTo>
                    <a:pt x="7090630" y="111028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702661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1.18 (1.10-1.26), p_Bonf = &lt;0.001 (n = 6)  |  per IQR decline (Δ = 28.0 %): 1.59 (1.31-1.92)  |  IQR: [-30.0, -2.0]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66848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2026-09-28T17:00:42Z</dcterms:modified>
  <cp:category/>
</cp:coreProperties>
</file>