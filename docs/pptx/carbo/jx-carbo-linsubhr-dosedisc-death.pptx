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14680"/>
            </a:xfrm>
            <a:custGeom>
              <a:avLst/>
              <a:pathLst>
                <a:path w="7090630" h="3614680">
                  <a:moveTo>
                    <a:pt x="0" y="3112425"/>
                  </a:moveTo>
                  <a:lnTo>
                    <a:pt x="71622" y="3106824"/>
                  </a:lnTo>
                  <a:lnTo>
                    <a:pt x="143245" y="3101164"/>
                  </a:lnTo>
                  <a:lnTo>
                    <a:pt x="214867" y="3095445"/>
                  </a:lnTo>
                  <a:lnTo>
                    <a:pt x="286490" y="3089668"/>
                  </a:lnTo>
                  <a:lnTo>
                    <a:pt x="358112" y="3083830"/>
                  </a:lnTo>
                  <a:lnTo>
                    <a:pt x="429735" y="3077932"/>
                  </a:lnTo>
                  <a:lnTo>
                    <a:pt x="501357" y="3071972"/>
                  </a:lnTo>
                  <a:lnTo>
                    <a:pt x="572980" y="3065951"/>
                  </a:lnTo>
                  <a:lnTo>
                    <a:pt x="644602" y="3059867"/>
                  </a:lnTo>
                  <a:lnTo>
                    <a:pt x="716225" y="3053721"/>
                  </a:lnTo>
                  <a:lnTo>
                    <a:pt x="787847" y="3047510"/>
                  </a:lnTo>
                  <a:lnTo>
                    <a:pt x="859470" y="3041236"/>
                  </a:lnTo>
                  <a:lnTo>
                    <a:pt x="931092" y="3034896"/>
                  </a:lnTo>
                  <a:lnTo>
                    <a:pt x="1002715" y="3028490"/>
                  </a:lnTo>
                  <a:lnTo>
                    <a:pt x="1074337" y="3022018"/>
                  </a:lnTo>
                  <a:lnTo>
                    <a:pt x="1145960" y="3015479"/>
                  </a:lnTo>
                  <a:lnTo>
                    <a:pt x="1217582" y="3008872"/>
                  </a:lnTo>
                  <a:lnTo>
                    <a:pt x="1289205" y="3002196"/>
                  </a:lnTo>
                  <a:lnTo>
                    <a:pt x="1360827" y="2995451"/>
                  </a:lnTo>
                  <a:lnTo>
                    <a:pt x="1432450" y="2988637"/>
                  </a:lnTo>
                  <a:lnTo>
                    <a:pt x="1504073" y="2981751"/>
                  </a:lnTo>
                  <a:lnTo>
                    <a:pt x="1575695" y="2974795"/>
                  </a:lnTo>
                  <a:lnTo>
                    <a:pt x="1647318" y="2967766"/>
                  </a:lnTo>
                  <a:lnTo>
                    <a:pt x="1718940" y="2960664"/>
                  </a:lnTo>
                  <a:lnTo>
                    <a:pt x="1790563" y="2953489"/>
                  </a:lnTo>
                  <a:lnTo>
                    <a:pt x="1862185" y="2946239"/>
                  </a:lnTo>
                  <a:lnTo>
                    <a:pt x="1933808" y="2938914"/>
                  </a:lnTo>
                  <a:lnTo>
                    <a:pt x="2005430" y="2931513"/>
                  </a:lnTo>
                  <a:lnTo>
                    <a:pt x="2077053" y="2924035"/>
                  </a:lnTo>
                  <a:lnTo>
                    <a:pt x="2148675" y="2916480"/>
                  </a:lnTo>
                  <a:lnTo>
                    <a:pt x="2220298" y="2908847"/>
                  </a:lnTo>
                  <a:lnTo>
                    <a:pt x="2291920" y="2901134"/>
                  </a:lnTo>
                  <a:lnTo>
                    <a:pt x="2363543" y="2893341"/>
                  </a:lnTo>
                  <a:lnTo>
                    <a:pt x="2435165" y="2885468"/>
                  </a:lnTo>
                  <a:lnTo>
                    <a:pt x="2506788" y="2877513"/>
                  </a:lnTo>
                  <a:lnTo>
                    <a:pt x="2578410" y="2869475"/>
                  </a:lnTo>
                  <a:lnTo>
                    <a:pt x="2650033" y="2861354"/>
                  </a:lnTo>
                  <a:lnTo>
                    <a:pt x="2721655" y="2853149"/>
                  </a:lnTo>
                  <a:lnTo>
                    <a:pt x="2793278" y="2844859"/>
                  </a:lnTo>
                  <a:lnTo>
                    <a:pt x="2864901" y="2836483"/>
                  </a:lnTo>
                  <a:lnTo>
                    <a:pt x="2936523" y="2828019"/>
                  </a:lnTo>
                  <a:lnTo>
                    <a:pt x="3008146" y="2819469"/>
                  </a:lnTo>
                  <a:lnTo>
                    <a:pt x="3079768" y="2810829"/>
                  </a:lnTo>
                  <a:lnTo>
                    <a:pt x="3151391" y="2802100"/>
                  </a:lnTo>
                  <a:lnTo>
                    <a:pt x="3223013" y="2793281"/>
                  </a:lnTo>
                  <a:lnTo>
                    <a:pt x="3294636" y="2784369"/>
                  </a:lnTo>
                  <a:lnTo>
                    <a:pt x="3366258" y="2731748"/>
                  </a:lnTo>
                  <a:lnTo>
                    <a:pt x="3437881" y="2667101"/>
                  </a:lnTo>
                  <a:lnTo>
                    <a:pt x="3509503" y="2597916"/>
                  </a:lnTo>
                  <a:lnTo>
                    <a:pt x="3581126" y="2523874"/>
                  </a:lnTo>
                  <a:lnTo>
                    <a:pt x="3652748" y="2444635"/>
                  </a:lnTo>
                  <a:lnTo>
                    <a:pt x="3724371" y="2359833"/>
                  </a:lnTo>
                  <a:lnTo>
                    <a:pt x="3795993" y="2269078"/>
                  </a:lnTo>
                  <a:lnTo>
                    <a:pt x="3867616" y="2171952"/>
                  </a:lnTo>
                  <a:lnTo>
                    <a:pt x="3939238" y="2068008"/>
                  </a:lnTo>
                  <a:lnTo>
                    <a:pt x="4010861" y="1956767"/>
                  </a:lnTo>
                  <a:lnTo>
                    <a:pt x="4082483" y="1837716"/>
                  </a:lnTo>
                  <a:lnTo>
                    <a:pt x="4154106" y="1710309"/>
                  </a:lnTo>
                  <a:lnTo>
                    <a:pt x="4225729" y="1573957"/>
                  </a:lnTo>
                  <a:lnTo>
                    <a:pt x="4297351" y="1428034"/>
                  </a:lnTo>
                  <a:lnTo>
                    <a:pt x="4368974" y="1271867"/>
                  </a:lnTo>
                  <a:lnTo>
                    <a:pt x="4440596" y="1104737"/>
                  </a:lnTo>
                  <a:lnTo>
                    <a:pt x="4512219" y="925875"/>
                  </a:lnTo>
                  <a:lnTo>
                    <a:pt x="4583841" y="734456"/>
                  </a:lnTo>
                  <a:lnTo>
                    <a:pt x="4655464" y="529600"/>
                  </a:lnTo>
                  <a:lnTo>
                    <a:pt x="4727086" y="310363"/>
                  </a:lnTo>
                  <a:lnTo>
                    <a:pt x="4798709" y="75735"/>
                  </a:lnTo>
                  <a:lnTo>
                    <a:pt x="4820311" y="0"/>
                  </a:lnTo>
                  <a:lnTo>
                    <a:pt x="7090630" y="0"/>
                  </a:lnTo>
                  <a:lnTo>
                    <a:pt x="7090630" y="2152594"/>
                  </a:lnTo>
                  <a:lnTo>
                    <a:pt x="7019007" y="2167989"/>
                  </a:lnTo>
                  <a:lnTo>
                    <a:pt x="6947385" y="2183225"/>
                  </a:lnTo>
                  <a:lnTo>
                    <a:pt x="6875762" y="2198306"/>
                  </a:lnTo>
                  <a:lnTo>
                    <a:pt x="6804139" y="2213232"/>
                  </a:lnTo>
                  <a:lnTo>
                    <a:pt x="6732517" y="2228004"/>
                  </a:lnTo>
                  <a:lnTo>
                    <a:pt x="6660894" y="2242625"/>
                  </a:lnTo>
                  <a:lnTo>
                    <a:pt x="6589272" y="2257096"/>
                  </a:lnTo>
                  <a:lnTo>
                    <a:pt x="6517649" y="2271419"/>
                  </a:lnTo>
                  <a:lnTo>
                    <a:pt x="6446027" y="2285594"/>
                  </a:lnTo>
                  <a:lnTo>
                    <a:pt x="6374404" y="2299624"/>
                  </a:lnTo>
                  <a:lnTo>
                    <a:pt x="6302782" y="2313510"/>
                  </a:lnTo>
                  <a:lnTo>
                    <a:pt x="6231159" y="2327253"/>
                  </a:lnTo>
                  <a:lnTo>
                    <a:pt x="6159537" y="2340856"/>
                  </a:lnTo>
                  <a:lnTo>
                    <a:pt x="6087914" y="2354319"/>
                  </a:lnTo>
                  <a:lnTo>
                    <a:pt x="6016292" y="2367643"/>
                  </a:lnTo>
                  <a:lnTo>
                    <a:pt x="5944669" y="2380831"/>
                  </a:lnTo>
                  <a:lnTo>
                    <a:pt x="5873047" y="2393884"/>
                  </a:lnTo>
                  <a:lnTo>
                    <a:pt x="5801424" y="2406802"/>
                  </a:lnTo>
                  <a:lnTo>
                    <a:pt x="5729802" y="2419588"/>
                  </a:lnTo>
                  <a:lnTo>
                    <a:pt x="5658179" y="2432243"/>
                  </a:lnTo>
                  <a:lnTo>
                    <a:pt x="5586557" y="2444768"/>
                  </a:lnTo>
                  <a:lnTo>
                    <a:pt x="5514934" y="2457164"/>
                  </a:lnTo>
                  <a:lnTo>
                    <a:pt x="5443311" y="2469433"/>
                  </a:lnTo>
                  <a:lnTo>
                    <a:pt x="5371689" y="2481577"/>
                  </a:lnTo>
                  <a:lnTo>
                    <a:pt x="5300066" y="2493595"/>
                  </a:lnTo>
                  <a:lnTo>
                    <a:pt x="5228444" y="2505491"/>
                  </a:lnTo>
                  <a:lnTo>
                    <a:pt x="5156821" y="2517264"/>
                  </a:lnTo>
                  <a:lnTo>
                    <a:pt x="5085199" y="2528916"/>
                  </a:lnTo>
                  <a:lnTo>
                    <a:pt x="5013576" y="2540449"/>
                  </a:lnTo>
                  <a:lnTo>
                    <a:pt x="4941954" y="2551863"/>
                  </a:lnTo>
                  <a:lnTo>
                    <a:pt x="4870331" y="2563160"/>
                  </a:lnTo>
                  <a:lnTo>
                    <a:pt x="4798709" y="2574342"/>
                  </a:lnTo>
                  <a:lnTo>
                    <a:pt x="4727086" y="2585408"/>
                  </a:lnTo>
                  <a:lnTo>
                    <a:pt x="4655464" y="2596361"/>
                  </a:lnTo>
                  <a:lnTo>
                    <a:pt x="4583841" y="2607202"/>
                  </a:lnTo>
                  <a:lnTo>
                    <a:pt x="4512219" y="2617931"/>
                  </a:lnTo>
                  <a:lnTo>
                    <a:pt x="4440596" y="2628550"/>
                  </a:lnTo>
                  <a:lnTo>
                    <a:pt x="4368974" y="2639060"/>
                  </a:lnTo>
                  <a:lnTo>
                    <a:pt x="4297351" y="2649463"/>
                  </a:lnTo>
                  <a:lnTo>
                    <a:pt x="4225729" y="2659758"/>
                  </a:lnTo>
                  <a:lnTo>
                    <a:pt x="4154106" y="2669948"/>
                  </a:lnTo>
                  <a:lnTo>
                    <a:pt x="4082483" y="2680034"/>
                  </a:lnTo>
                  <a:lnTo>
                    <a:pt x="4010861" y="2690016"/>
                  </a:lnTo>
                  <a:lnTo>
                    <a:pt x="3939238" y="2699895"/>
                  </a:lnTo>
                  <a:lnTo>
                    <a:pt x="3867616" y="2709673"/>
                  </a:lnTo>
                  <a:lnTo>
                    <a:pt x="3795993" y="2719351"/>
                  </a:lnTo>
                  <a:lnTo>
                    <a:pt x="3724371" y="2728929"/>
                  </a:lnTo>
                  <a:lnTo>
                    <a:pt x="3652748" y="2738409"/>
                  </a:lnTo>
                  <a:lnTo>
                    <a:pt x="3581126" y="2747792"/>
                  </a:lnTo>
                  <a:lnTo>
                    <a:pt x="3509503" y="2757078"/>
                  </a:lnTo>
                  <a:lnTo>
                    <a:pt x="3437881" y="2766269"/>
                  </a:lnTo>
                  <a:lnTo>
                    <a:pt x="3366258" y="2775366"/>
                  </a:lnTo>
                  <a:lnTo>
                    <a:pt x="3294636" y="2792154"/>
                  </a:lnTo>
                  <a:lnTo>
                    <a:pt x="3223013" y="2848598"/>
                  </a:lnTo>
                  <a:lnTo>
                    <a:pt x="3151391" y="2901339"/>
                  </a:lnTo>
                  <a:lnTo>
                    <a:pt x="3079768" y="2950621"/>
                  </a:lnTo>
                  <a:lnTo>
                    <a:pt x="3008146" y="2996670"/>
                  </a:lnTo>
                  <a:lnTo>
                    <a:pt x="2936523" y="3039699"/>
                  </a:lnTo>
                  <a:lnTo>
                    <a:pt x="2864901" y="3079905"/>
                  </a:lnTo>
                  <a:lnTo>
                    <a:pt x="2793278" y="3117474"/>
                  </a:lnTo>
                  <a:lnTo>
                    <a:pt x="2721655" y="3152578"/>
                  </a:lnTo>
                  <a:lnTo>
                    <a:pt x="2650033" y="3185380"/>
                  </a:lnTo>
                  <a:lnTo>
                    <a:pt x="2578410" y="3216030"/>
                  </a:lnTo>
                  <a:lnTo>
                    <a:pt x="2506788" y="3244670"/>
                  </a:lnTo>
                  <a:lnTo>
                    <a:pt x="2435165" y="3271431"/>
                  </a:lnTo>
                  <a:lnTo>
                    <a:pt x="2363543" y="3296436"/>
                  </a:lnTo>
                  <a:lnTo>
                    <a:pt x="2291920" y="3319802"/>
                  </a:lnTo>
                  <a:lnTo>
                    <a:pt x="2220298" y="3341635"/>
                  </a:lnTo>
                  <a:lnTo>
                    <a:pt x="2148675" y="3362035"/>
                  </a:lnTo>
                  <a:lnTo>
                    <a:pt x="2077053" y="3381098"/>
                  </a:lnTo>
                  <a:lnTo>
                    <a:pt x="2005430" y="3398910"/>
                  </a:lnTo>
                  <a:lnTo>
                    <a:pt x="1933808" y="3415553"/>
                  </a:lnTo>
                  <a:lnTo>
                    <a:pt x="1862185" y="3431105"/>
                  </a:lnTo>
                  <a:lnTo>
                    <a:pt x="1790563" y="3445637"/>
                  </a:lnTo>
                  <a:lnTo>
                    <a:pt x="1718940" y="3459216"/>
                  </a:lnTo>
                  <a:lnTo>
                    <a:pt x="1647318" y="3471904"/>
                  </a:lnTo>
                  <a:lnTo>
                    <a:pt x="1575695" y="3483759"/>
                  </a:lnTo>
                  <a:lnTo>
                    <a:pt x="1504073" y="3494837"/>
                  </a:lnTo>
                  <a:lnTo>
                    <a:pt x="1432450" y="3505188"/>
                  </a:lnTo>
                  <a:lnTo>
                    <a:pt x="1360827" y="3514861"/>
                  </a:lnTo>
                  <a:lnTo>
                    <a:pt x="1289205" y="3523899"/>
                  </a:lnTo>
                  <a:lnTo>
                    <a:pt x="1217582" y="3532344"/>
                  </a:lnTo>
                  <a:lnTo>
                    <a:pt x="1145960" y="3540235"/>
                  </a:lnTo>
                  <a:lnTo>
                    <a:pt x="1074337" y="3547608"/>
                  </a:lnTo>
                  <a:lnTo>
                    <a:pt x="1002715" y="3554498"/>
                  </a:lnTo>
                  <a:lnTo>
                    <a:pt x="931092" y="3560936"/>
                  </a:lnTo>
                  <a:lnTo>
                    <a:pt x="859470" y="3566951"/>
                  </a:lnTo>
                  <a:lnTo>
                    <a:pt x="787847" y="3572572"/>
                  </a:lnTo>
                  <a:lnTo>
                    <a:pt x="716225" y="3577825"/>
                  </a:lnTo>
                  <a:lnTo>
                    <a:pt x="644602" y="3582732"/>
                  </a:lnTo>
                  <a:lnTo>
                    <a:pt x="572980" y="3587318"/>
                  </a:lnTo>
                  <a:lnTo>
                    <a:pt x="501357" y="3591603"/>
                  </a:lnTo>
                  <a:lnTo>
                    <a:pt x="429735" y="3595607"/>
                  </a:lnTo>
                  <a:lnTo>
                    <a:pt x="358112" y="3599348"/>
                  </a:lnTo>
                  <a:lnTo>
                    <a:pt x="286490" y="3602844"/>
                  </a:lnTo>
                  <a:lnTo>
                    <a:pt x="214867" y="3606111"/>
                  </a:lnTo>
                  <a:lnTo>
                    <a:pt x="143245" y="3609163"/>
                  </a:lnTo>
                  <a:lnTo>
                    <a:pt x="71622" y="3612015"/>
                  </a:lnTo>
                  <a:lnTo>
                    <a:pt x="0" y="36146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820311" cy="3112425"/>
            </a:xfrm>
            <a:custGeom>
              <a:avLst/>
              <a:pathLst>
                <a:path w="4820311" h="3112425">
                  <a:moveTo>
                    <a:pt x="0" y="3112425"/>
                  </a:moveTo>
                  <a:lnTo>
                    <a:pt x="71622" y="3106824"/>
                  </a:lnTo>
                  <a:lnTo>
                    <a:pt x="143245" y="3101164"/>
                  </a:lnTo>
                  <a:lnTo>
                    <a:pt x="214867" y="3095445"/>
                  </a:lnTo>
                  <a:lnTo>
                    <a:pt x="286490" y="3089668"/>
                  </a:lnTo>
                  <a:lnTo>
                    <a:pt x="358112" y="3083830"/>
                  </a:lnTo>
                  <a:lnTo>
                    <a:pt x="429735" y="3077932"/>
                  </a:lnTo>
                  <a:lnTo>
                    <a:pt x="501357" y="3071972"/>
                  </a:lnTo>
                  <a:lnTo>
                    <a:pt x="572980" y="3065951"/>
                  </a:lnTo>
                  <a:lnTo>
                    <a:pt x="644602" y="3059867"/>
                  </a:lnTo>
                  <a:lnTo>
                    <a:pt x="716225" y="3053721"/>
                  </a:lnTo>
                  <a:lnTo>
                    <a:pt x="787847" y="3047510"/>
                  </a:lnTo>
                  <a:lnTo>
                    <a:pt x="859470" y="3041236"/>
                  </a:lnTo>
                  <a:lnTo>
                    <a:pt x="931092" y="3034896"/>
                  </a:lnTo>
                  <a:lnTo>
                    <a:pt x="1002715" y="3028490"/>
                  </a:lnTo>
                  <a:lnTo>
                    <a:pt x="1074337" y="3022018"/>
                  </a:lnTo>
                  <a:lnTo>
                    <a:pt x="1145960" y="3015479"/>
                  </a:lnTo>
                  <a:lnTo>
                    <a:pt x="1217582" y="3008872"/>
                  </a:lnTo>
                  <a:lnTo>
                    <a:pt x="1289205" y="3002196"/>
                  </a:lnTo>
                  <a:lnTo>
                    <a:pt x="1360827" y="2995451"/>
                  </a:lnTo>
                  <a:lnTo>
                    <a:pt x="1432450" y="2988637"/>
                  </a:lnTo>
                  <a:lnTo>
                    <a:pt x="1504073" y="2981751"/>
                  </a:lnTo>
                  <a:lnTo>
                    <a:pt x="1575695" y="2974795"/>
                  </a:lnTo>
                  <a:lnTo>
                    <a:pt x="1647318" y="2967766"/>
                  </a:lnTo>
                  <a:lnTo>
                    <a:pt x="1718940" y="2960664"/>
                  </a:lnTo>
                  <a:lnTo>
                    <a:pt x="1790563" y="2953489"/>
                  </a:lnTo>
                  <a:lnTo>
                    <a:pt x="1862185" y="2946239"/>
                  </a:lnTo>
                  <a:lnTo>
                    <a:pt x="1933808" y="2938914"/>
                  </a:lnTo>
                  <a:lnTo>
                    <a:pt x="2005430" y="2931513"/>
                  </a:lnTo>
                  <a:lnTo>
                    <a:pt x="2077053" y="2924035"/>
                  </a:lnTo>
                  <a:lnTo>
                    <a:pt x="2148675" y="2916480"/>
                  </a:lnTo>
                  <a:lnTo>
                    <a:pt x="2220298" y="2908847"/>
                  </a:lnTo>
                  <a:lnTo>
                    <a:pt x="2291920" y="2901134"/>
                  </a:lnTo>
                  <a:lnTo>
                    <a:pt x="2363543" y="2893341"/>
                  </a:lnTo>
                  <a:lnTo>
                    <a:pt x="2435165" y="2885468"/>
                  </a:lnTo>
                  <a:lnTo>
                    <a:pt x="2506788" y="2877513"/>
                  </a:lnTo>
                  <a:lnTo>
                    <a:pt x="2578410" y="2869475"/>
                  </a:lnTo>
                  <a:lnTo>
                    <a:pt x="2650033" y="2861354"/>
                  </a:lnTo>
                  <a:lnTo>
                    <a:pt x="2721655" y="2853149"/>
                  </a:lnTo>
                  <a:lnTo>
                    <a:pt x="2793278" y="2844859"/>
                  </a:lnTo>
                  <a:lnTo>
                    <a:pt x="2864901" y="2836483"/>
                  </a:lnTo>
                  <a:lnTo>
                    <a:pt x="2936523" y="2828019"/>
                  </a:lnTo>
                  <a:lnTo>
                    <a:pt x="3008146" y="2819469"/>
                  </a:lnTo>
                  <a:lnTo>
                    <a:pt x="3079768" y="2810829"/>
                  </a:lnTo>
                  <a:lnTo>
                    <a:pt x="3151391" y="2802100"/>
                  </a:lnTo>
                  <a:lnTo>
                    <a:pt x="3223013" y="2793281"/>
                  </a:lnTo>
                  <a:lnTo>
                    <a:pt x="3294636" y="2784369"/>
                  </a:lnTo>
                  <a:lnTo>
                    <a:pt x="3366258" y="2731748"/>
                  </a:lnTo>
                  <a:lnTo>
                    <a:pt x="3437881" y="2667101"/>
                  </a:lnTo>
                  <a:lnTo>
                    <a:pt x="3509503" y="2597916"/>
                  </a:lnTo>
                  <a:lnTo>
                    <a:pt x="3581126" y="2523874"/>
                  </a:lnTo>
                  <a:lnTo>
                    <a:pt x="3652748" y="2444635"/>
                  </a:lnTo>
                  <a:lnTo>
                    <a:pt x="3724371" y="2359833"/>
                  </a:lnTo>
                  <a:lnTo>
                    <a:pt x="3795993" y="2269078"/>
                  </a:lnTo>
                  <a:lnTo>
                    <a:pt x="3867616" y="2171952"/>
                  </a:lnTo>
                  <a:lnTo>
                    <a:pt x="3939238" y="2068008"/>
                  </a:lnTo>
                  <a:lnTo>
                    <a:pt x="4010861" y="1956767"/>
                  </a:lnTo>
                  <a:lnTo>
                    <a:pt x="4082483" y="1837716"/>
                  </a:lnTo>
                  <a:lnTo>
                    <a:pt x="4154106" y="1710309"/>
                  </a:lnTo>
                  <a:lnTo>
                    <a:pt x="4225729" y="1573957"/>
                  </a:lnTo>
                  <a:lnTo>
                    <a:pt x="4297351" y="1428034"/>
                  </a:lnTo>
                  <a:lnTo>
                    <a:pt x="4368974" y="1271867"/>
                  </a:lnTo>
                  <a:lnTo>
                    <a:pt x="4440596" y="1104737"/>
                  </a:lnTo>
                  <a:lnTo>
                    <a:pt x="4512219" y="925875"/>
                  </a:lnTo>
                  <a:lnTo>
                    <a:pt x="4583841" y="734456"/>
                  </a:lnTo>
                  <a:lnTo>
                    <a:pt x="4655464" y="529600"/>
                  </a:lnTo>
                  <a:lnTo>
                    <a:pt x="4727086" y="310363"/>
                  </a:lnTo>
                  <a:lnTo>
                    <a:pt x="4798709" y="75735"/>
                  </a:lnTo>
                  <a:lnTo>
                    <a:pt x="48203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49157"/>
              <a:ext cx="7090630" cy="1462086"/>
            </a:xfrm>
            <a:custGeom>
              <a:avLst/>
              <a:pathLst>
                <a:path w="7090630" h="1462086">
                  <a:moveTo>
                    <a:pt x="7090630" y="0"/>
                  </a:moveTo>
                  <a:lnTo>
                    <a:pt x="7019007" y="15394"/>
                  </a:lnTo>
                  <a:lnTo>
                    <a:pt x="6947385" y="30631"/>
                  </a:lnTo>
                  <a:lnTo>
                    <a:pt x="6875762" y="45712"/>
                  </a:lnTo>
                  <a:lnTo>
                    <a:pt x="6804139" y="60638"/>
                  </a:lnTo>
                  <a:lnTo>
                    <a:pt x="6732517" y="75410"/>
                  </a:lnTo>
                  <a:lnTo>
                    <a:pt x="6660894" y="90031"/>
                  </a:lnTo>
                  <a:lnTo>
                    <a:pt x="6589272" y="104502"/>
                  </a:lnTo>
                  <a:lnTo>
                    <a:pt x="6517649" y="118825"/>
                  </a:lnTo>
                  <a:lnTo>
                    <a:pt x="6446027" y="133000"/>
                  </a:lnTo>
                  <a:lnTo>
                    <a:pt x="6374404" y="147030"/>
                  </a:lnTo>
                  <a:lnTo>
                    <a:pt x="6302782" y="160916"/>
                  </a:lnTo>
                  <a:lnTo>
                    <a:pt x="6231159" y="174659"/>
                  </a:lnTo>
                  <a:lnTo>
                    <a:pt x="6159537" y="188262"/>
                  </a:lnTo>
                  <a:lnTo>
                    <a:pt x="6087914" y="201725"/>
                  </a:lnTo>
                  <a:lnTo>
                    <a:pt x="6016292" y="215049"/>
                  </a:lnTo>
                  <a:lnTo>
                    <a:pt x="5944669" y="228237"/>
                  </a:lnTo>
                  <a:lnTo>
                    <a:pt x="5873047" y="241290"/>
                  </a:lnTo>
                  <a:lnTo>
                    <a:pt x="5801424" y="254208"/>
                  </a:lnTo>
                  <a:lnTo>
                    <a:pt x="5729802" y="266994"/>
                  </a:lnTo>
                  <a:lnTo>
                    <a:pt x="5658179" y="279649"/>
                  </a:lnTo>
                  <a:lnTo>
                    <a:pt x="5586557" y="292174"/>
                  </a:lnTo>
                  <a:lnTo>
                    <a:pt x="5514934" y="304570"/>
                  </a:lnTo>
                  <a:lnTo>
                    <a:pt x="5443311" y="316839"/>
                  </a:lnTo>
                  <a:lnTo>
                    <a:pt x="5371689" y="328983"/>
                  </a:lnTo>
                  <a:lnTo>
                    <a:pt x="5300066" y="341001"/>
                  </a:lnTo>
                  <a:lnTo>
                    <a:pt x="5228444" y="352896"/>
                  </a:lnTo>
                  <a:lnTo>
                    <a:pt x="5156821" y="364670"/>
                  </a:lnTo>
                  <a:lnTo>
                    <a:pt x="5085199" y="376322"/>
                  </a:lnTo>
                  <a:lnTo>
                    <a:pt x="5013576" y="387855"/>
                  </a:lnTo>
                  <a:lnTo>
                    <a:pt x="4941954" y="399269"/>
                  </a:lnTo>
                  <a:lnTo>
                    <a:pt x="4870331" y="410566"/>
                  </a:lnTo>
                  <a:lnTo>
                    <a:pt x="4798709" y="421748"/>
                  </a:lnTo>
                  <a:lnTo>
                    <a:pt x="4727086" y="432814"/>
                  </a:lnTo>
                  <a:lnTo>
                    <a:pt x="4655464" y="443767"/>
                  </a:lnTo>
                  <a:lnTo>
                    <a:pt x="4583841" y="454608"/>
                  </a:lnTo>
                  <a:lnTo>
                    <a:pt x="4512219" y="465337"/>
                  </a:lnTo>
                  <a:lnTo>
                    <a:pt x="4440596" y="475956"/>
                  </a:lnTo>
                  <a:lnTo>
                    <a:pt x="4368974" y="486466"/>
                  </a:lnTo>
                  <a:lnTo>
                    <a:pt x="4297351" y="496869"/>
                  </a:lnTo>
                  <a:lnTo>
                    <a:pt x="4225729" y="507164"/>
                  </a:lnTo>
                  <a:lnTo>
                    <a:pt x="4154106" y="517354"/>
                  </a:lnTo>
                  <a:lnTo>
                    <a:pt x="4082483" y="527440"/>
                  </a:lnTo>
                  <a:lnTo>
                    <a:pt x="4010861" y="537421"/>
                  </a:lnTo>
                  <a:lnTo>
                    <a:pt x="3939238" y="547301"/>
                  </a:lnTo>
                  <a:lnTo>
                    <a:pt x="3867616" y="557079"/>
                  </a:lnTo>
                  <a:lnTo>
                    <a:pt x="3795993" y="566756"/>
                  </a:lnTo>
                  <a:lnTo>
                    <a:pt x="3724371" y="576335"/>
                  </a:lnTo>
                  <a:lnTo>
                    <a:pt x="3652748" y="585815"/>
                  </a:lnTo>
                  <a:lnTo>
                    <a:pt x="3581126" y="595198"/>
                  </a:lnTo>
                  <a:lnTo>
                    <a:pt x="3509503" y="604484"/>
                  </a:lnTo>
                  <a:lnTo>
                    <a:pt x="3437881" y="613675"/>
                  </a:lnTo>
                  <a:lnTo>
                    <a:pt x="3366258" y="622772"/>
                  </a:lnTo>
                  <a:lnTo>
                    <a:pt x="3294636" y="639560"/>
                  </a:lnTo>
                  <a:lnTo>
                    <a:pt x="3223013" y="696003"/>
                  </a:lnTo>
                  <a:lnTo>
                    <a:pt x="3151391" y="748745"/>
                  </a:lnTo>
                  <a:lnTo>
                    <a:pt x="3079768" y="798027"/>
                  </a:lnTo>
                  <a:lnTo>
                    <a:pt x="3008146" y="844076"/>
                  </a:lnTo>
                  <a:lnTo>
                    <a:pt x="2936523" y="887104"/>
                  </a:lnTo>
                  <a:lnTo>
                    <a:pt x="2864901" y="927311"/>
                  </a:lnTo>
                  <a:lnTo>
                    <a:pt x="2793278" y="964879"/>
                  </a:lnTo>
                  <a:lnTo>
                    <a:pt x="2721655" y="999984"/>
                  </a:lnTo>
                  <a:lnTo>
                    <a:pt x="2650033" y="1032786"/>
                  </a:lnTo>
                  <a:lnTo>
                    <a:pt x="2578410" y="1063436"/>
                  </a:lnTo>
                  <a:lnTo>
                    <a:pt x="2506788" y="1092076"/>
                  </a:lnTo>
                  <a:lnTo>
                    <a:pt x="2435165" y="1118837"/>
                  </a:lnTo>
                  <a:lnTo>
                    <a:pt x="2363543" y="1143842"/>
                  </a:lnTo>
                  <a:lnTo>
                    <a:pt x="2291920" y="1167208"/>
                  </a:lnTo>
                  <a:lnTo>
                    <a:pt x="2220298" y="1189040"/>
                  </a:lnTo>
                  <a:lnTo>
                    <a:pt x="2148675" y="1209441"/>
                  </a:lnTo>
                  <a:lnTo>
                    <a:pt x="2077053" y="1228504"/>
                  </a:lnTo>
                  <a:lnTo>
                    <a:pt x="2005430" y="1246316"/>
                  </a:lnTo>
                  <a:lnTo>
                    <a:pt x="1933808" y="1262959"/>
                  </a:lnTo>
                  <a:lnTo>
                    <a:pt x="1862185" y="1278511"/>
                  </a:lnTo>
                  <a:lnTo>
                    <a:pt x="1790563" y="1293043"/>
                  </a:lnTo>
                  <a:lnTo>
                    <a:pt x="1718940" y="1306622"/>
                  </a:lnTo>
                  <a:lnTo>
                    <a:pt x="1647318" y="1319309"/>
                  </a:lnTo>
                  <a:lnTo>
                    <a:pt x="1575695" y="1331165"/>
                  </a:lnTo>
                  <a:lnTo>
                    <a:pt x="1504073" y="1342243"/>
                  </a:lnTo>
                  <a:lnTo>
                    <a:pt x="1432450" y="1352594"/>
                  </a:lnTo>
                  <a:lnTo>
                    <a:pt x="1360827" y="1362267"/>
                  </a:lnTo>
                  <a:lnTo>
                    <a:pt x="1289205" y="1371304"/>
                  </a:lnTo>
                  <a:lnTo>
                    <a:pt x="1217582" y="1379750"/>
                  </a:lnTo>
                  <a:lnTo>
                    <a:pt x="1145960" y="1387641"/>
                  </a:lnTo>
                  <a:lnTo>
                    <a:pt x="1074337" y="1395014"/>
                  </a:lnTo>
                  <a:lnTo>
                    <a:pt x="1002715" y="1401904"/>
                  </a:lnTo>
                  <a:lnTo>
                    <a:pt x="931092" y="1408342"/>
                  </a:lnTo>
                  <a:lnTo>
                    <a:pt x="859470" y="1414357"/>
                  </a:lnTo>
                  <a:lnTo>
                    <a:pt x="787847" y="1419978"/>
                  </a:lnTo>
                  <a:lnTo>
                    <a:pt x="716225" y="1425230"/>
                  </a:lnTo>
                  <a:lnTo>
                    <a:pt x="644602" y="1430138"/>
                  </a:lnTo>
                  <a:lnTo>
                    <a:pt x="572980" y="1434724"/>
                  </a:lnTo>
                  <a:lnTo>
                    <a:pt x="501357" y="1439009"/>
                  </a:lnTo>
                  <a:lnTo>
                    <a:pt x="429735" y="1443013"/>
                  </a:lnTo>
                  <a:lnTo>
                    <a:pt x="358112" y="1446754"/>
                  </a:lnTo>
                  <a:lnTo>
                    <a:pt x="286490" y="1450250"/>
                  </a:lnTo>
                  <a:lnTo>
                    <a:pt x="214867" y="1453517"/>
                  </a:lnTo>
                  <a:lnTo>
                    <a:pt x="143245" y="1456569"/>
                  </a:lnTo>
                  <a:lnTo>
                    <a:pt x="71622" y="1459421"/>
                  </a:lnTo>
                  <a:lnTo>
                    <a:pt x="0" y="14620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5935754" cy="3509436"/>
            </a:xfrm>
            <a:custGeom>
              <a:avLst/>
              <a:pathLst>
                <a:path w="5935754" h="3509436">
                  <a:moveTo>
                    <a:pt x="0" y="3509436"/>
                  </a:moveTo>
                  <a:lnTo>
                    <a:pt x="71622" y="3503728"/>
                  </a:lnTo>
                  <a:lnTo>
                    <a:pt x="143245" y="3497794"/>
                  </a:lnTo>
                  <a:lnTo>
                    <a:pt x="214867" y="3491622"/>
                  </a:lnTo>
                  <a:lnTo>
                    <a:pt x="286490" y="3485205"/>
                  </a:lnTo>
                  <a:lnTo>
                    <a:pt x="358112" y="3478532"/>
                  </a:lnTo>
                  <a:lnTo>
                    <a:pt x="429735" y="3471592"/>
                  </a:lnTo>
                  <a:lnTo>
                    <a:pt x="501357" y="3464377"/>
                  </a:lnTo>
                  <a:lnTo>
                    <a:pt x="572980" y="3456874"/>
                  </a:lnTo>
                  <a:lnTo>
                    <a:pt x="644602" y="3449071"/>
                  </a:lnTo>
                  <a:lnTo>
                    <a:pt x="716225" y="3440958"/>
                  </a:lnTo>
                  <a:lnTo>
                    <a:pt x="787847" y="3432521"/>
                  </a:lnTo>
                  <a:lnTo>
                    <a:pt x="859470" y="3423749"/>
                  </a:lnTo>
                  <a:lnTo>
                    <a:pt x="931092" y="3414626"/>
                  </a:lnTo>
                  <a:lnTo>
                    <a:pt x="1002715" y="3405140"/>
                  </a:lnTo>
                  <a:lnTo>
                    <a:pt x="1074337" y="3395276"/>
                  </a:lnTo>
                  <a:lnTo>
                    <a:pt x="1145960" y="3385019"/>
                  </a:lnTo>
                  <a:lnTo>
                    <a:pt x="1217582" y="3374353"/>
                  </a:lnTo>
                  <a:lnTo>
                    <a:pt x="1289205" y="3363262"/>
                  </a:lnTo>
                  <a:lnTo>
                    <a:pt x="1360827" y="3351729"/>
                  </a:lnTo>
                  <a:lnTo>
                    <a:pt x="1432450" y="3339736"/>
                  </a:lnTo>
                  <a:lnTo>
                    <a:pt x="1504073" y="3327265"/>
                  </a:lnTo>
                  <a:lnTo>
                    <a:pt x="1575695" y="3314298"/>
                  </a:lnTo>
                  <a:lnTo>
                    <a:pt x="1647318" y="3300813"/>
                  </a:lnTo>
                  <a:lnTo>
                    <a:pt x="1718940" y="3286791"/>
                  </a:lnTo>
                  <a:lnTo>
                    <a:pt x="1790563" y="3272210"/>
                  </a:lnTo>
                  <a:lnTo>
                    <a:pt x="1862185" y="3257048"/>
                  </a:lnTo>
                  <a:lnTo>
                    <a:pt x="1933808" y="3241282"/>
                  </a:lnTo>
                  <a:lnTo>
                    <a:pt x="2005430" y="3224888"/>
                  </a:lnTo>
                  <a:lnTo>
                    <a:pt x="2077053" y="3207840"/>
                  </a:lnTo>
                  <a:lnTo>
                    <a:pt x="2148675" y="3190112"/>
                  </a:lnTo>
                  <a:lnTo>
                    <a:pt x="2220298" y="3171678"/>
                  </a:lnTo>
                  <a:lnTo>
                    <a:pt x="2291920" y="3152510"/>
                  </a:lnTo>
                  <a:lnTo>
                    <a:pt x="2363543" y="3132577"/>
                  </a:lnTo>
                  <a:lnTo>
                    <a:pt x="2435165" y="3111850"/>
                  </a:lnTo>
                  <a:lnTo>
                    <a:pt x="2506788" y="3090297"/>
                  </a:lnTo>
                  <a:lnTo>
                    <a:pt x="2578410" y="3067886"/>
                  </a:lnTo>
                  <a:lnTo>
                    <a:pt x="2650033" y="3044580"/>
                  </a:lnTo>
                  <a:lnTo>
                    <a:pt x="2721655" y="3020346"/>
                  </a:lnTo>
                  <a:lnTo>
                    <a:pt x="2793278" y="2995147"/>
                  </a:lnTo>
                  <a:lnTo>
                    <a:pt x="2864901" y="2968943"/>
                  </a:lnTo>
                  <a:lnTo>
                    <a:pt x="2936523" y="2941694"/>
                  </a:lnTo>
                  <a:lnTo>
                    <a:pt x="3008146" y="2913360"/>
                  </a:lnTo>
                  <a:lnTo>
                    <a:pt x="3079768" y="2883896"/>
                  </a:lnTo>
                  <a:lnTo>
                    <a:pt x="3151391" y="2853258"/>
                  </a:lnTo>
                  <a:lnTo>
                    <a:pt x="3223013" y="2821399"/>
                  </a:lnTo>
                  <a:lnTo>
                    <a:pt x="3294636" y="2788270"/>
                  </a:lnTo>
                  <a:lnTo>
                    <a:pt x="3366258" y="2753821"/>
                  </a:lnTo>
                  <a:lnTo>
                    <a:pt x="3437881" y="2717999"/>
                  </a:lnTo>
                  <a:lnTo>
                    <a:pt x="3509503" y="2680750"/>
                  </a:lnTo>
                  <a:lnTo>
                    <a:pt x="3581126" y="2642016"/>
                  </a:lnTo>
                  <a:lnTo>
                    <a:pt x="3652748" y="2601738"/>
                  </a:lnTo>
                  <a:lnTo>
                    <a:pt x="3724371" y="2559854"/>
                  </a:lnTo>
                  <a:lnTo>
                    <a:pt x="3795993" y="2516302"/>
                  </a:lnTo>
                  <a:lnTo>
                    <a:pt x="3867616" y="2471014"/>
                  </a:lnTo>
                  <a:lnTo>
                    <a:pt x="3939238" y="2423921"/>
                  </a:lnTo>
                  <a:lnTo>
                    <a:pt x="4010861" y="2374951"/>
                  </a:lnTo>
                  <a:lnTo>
                    <a:pt x="4082483" y="2324029"/>
                  </a:lnTo>
                  <a:lnTo>
                    <a:pt x="4154106" y="2271078"/>
                  </a:lnTo>
                  <a:lnTo>
                    <a:pt x="4225729" y="2216017"/>
                  </a:lnTo>
                  <a:lnTo>
                    <a:pt x="4297351" y="2158761"/>
                  </a:lnTo>
                  <a:lnTo>
                    <a:pt x="4368974" y="2099223"/>
                  </a:lnTo>
                  <a:lnTo>
                    <a:pt x="4440596" y="2037313"/>
                  </a:lnTo>
                  <a:lnTo>
                    <a:pt x="4512219" y="1972935"/>
                  </a:lnTo>
                  <a:lnTo>
                    <a:pt x="4583841" y="1905991"/>
                  </a:lnTo>
                  <a:lnTo>
                    <a:pt x="4655464" y="1836379"/>
                  </a:lnTo>
                  <a:lnTo>
                    <a:pt x="4727086" y="1763993"/>
                  </a:lnTo>
                  <a:lnTo>
                    <a:pt x="4798709" y="1688722"/>
                  </a:lnTo>
                  <a:lnTo>
                    <a:pt x="4870331" y="1610451"/>
                  </a:lnTo>
                  <a:lnTo>
                    <a:pt x="4941954" y="1529061"/>
                  </a:lnTo>
                  <a:lnTo>
                    <a:pt x="5013576" y="1444427"/>
                  </a:lnTo>
                  <a:lnTo>
                    <a:pt x="5085199" y="1356420"/>
                  </a:lnTo>
                  <a:lnTo>
                    <a:pt x="5156821" y="1264906"/>
                  </a:lnTo>
                  <a:lnTo>
                    <a:pt x="5228444" y="1169744"/>
                  </a:lnTo>
                  <a:lnTo>
                    <a:pt x="5300066" y="1070790"/>
                  </a:lnTo>
                  <a:lnTo>
                    <a:pt x="5371689" y="967891"/>
                  </a:lnTo>
                  <a:lnTo>
                    <a:pt x="5443311" y="860892"/>
                  </a:lnTo>
                  <a:lnTo>
                    <a:pt x="5514934" y="749629"/>
                  </a:lnTo>
                  <a:lnTo>
                    <a:pt x="5586557" y="633931"/>
                  </a:lnTo>
                  <a:lnTo>
                    <a:pt x="5658179" y="513622"/>
                  </a:lnTo>
                  <a:lnTo>
                    <a:pt x="5729802" y="388519"/>
                  </a:lnTo>
                  <a:lnTo>
                    <a:pt x="5801424" y="258429"/>
                  </a:lnTo>
                  <a:lnTo>
                    <a:pt x="5873047" y="123155"/>
                  </a:lnTo>
                  <a:lnTo>
                    <a:pt x="593575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75974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2026-09-28T17:00:33Z</dcterms:modified>
  <cp:category/>
</cp:coreProperties>
</file>