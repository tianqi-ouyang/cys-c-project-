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507205"/>
            </a:xfrm>
            <a:custGeom>
              <a:avLst/>
              <a:pathLst>
                <a:path w="7090630" h="3507205">
                  <a:moveTo>
                    <a:pt x="0" y="3134218"/>
                  </a:moveTo>
                  <a:lnTo>
                    <a:pt x="71622" y="3128375"/>
                  </a:lnTo>
                  <a:lnTo>
                    <a:pt x="143245" y="3122466"/>
                  </a:lnTo>
                  <a:lnTo>
                    <a:pt x="214867" y="3116490"/>
                  </a:lnTo>
                  <a:lnTo>
                    <a:pt x="286490" y="3110447"/>
                  </a:lnTo>
                  <a:lnTo>
                    <a:pt x="358112" y="3104336"/>
                  </a:lnTo>
                  <a:lnTo>
                    <a:pt x="429735" y="3098156"/>
                  </a:lnTo>
                  <a:lnTo>
                    <a:pt x="501357" y="3091906"/>
                  </a:lnTo>
                  <a:lnTo>
                    <a:pt x="572980" y="3085586"/>
                  </a:lnTo>
                  <a:lnTo>
                    <a:pt x="644602" y="3079194"/>
                  </a:lnTo>
                  <a:lnTo>
                    <a:pt x="716225" y="3072731"/>
                  </a:lnTo>
                  <a:lnTo>
                    <a:pt x="787847" y="3066195"/>
                  </a:lnTo>
                  <a:lnTo>
                    <a:pt x="859470" y="3059585"/>
                  </a:lnTo>
                  <a:lnTo>
                    <a:pt x="931092" y="3052900"/>
                  </a:lnTo>
                  <a:lnTo>
                    <a:pt x="1002715" y="3046141"/>
                  </a:lnTo>
                  <a:lnTo>
                    <a:pt x="1074337" y="3039305"/>
                  </a:lnTo>
                  <a:lnTo>
                    <a:pt x="1145960" y="3032392"/>
                  </a:lnTo>
                  <a:lnTo>
                    <a:pt x="1217582" y="3025401"/>
                  </a:lnTo>
                  <a:lnTo>
                    <a:pt x="1289205" y="3018331"/>
                  </a:lnTo>
                  <a:lnTo>
                    <a:pt x="1360827" y="3011182"/>
                  </a:lnTo>
                  <a:lnTo>
                    <a:pt x="1432450" y="3003952"/>
                  </a:lnTo>
                  <a:lnTo>
                    <a:pt x="1504073" y="2996640"/>
                  </a:lnTo>
                  <a:lnTo>
                    <a:pt x="1575695" y="2989246"/>
                  </a:lnTo>
                  <a:lnTo>
                    <a:pt x="1647318" y="2981769"/>
                  </a:lnTo>
                  <a:lnTo>
                    <a:pt x="1718940" y="2974208"/>
                  </a:lnTo>
                  <a:lnTo>
                    <a:pt x="1790563" y="2966561"/>
                  </a:lnTo>
                  <a:lnTo>
                    <a:pt x="1862185" y="2958828"/>
                  </a:lnTo>
                  <a:lnTo>
                    <a:pt x="1933808" y="2951008"/>
                  </a:lnTo>
                  <a:lnTo>
                    <a:pt x="2005430" y="2943100"/>
                  </a:lnTo>
                  <a:lnTo>
                    <a:pt x="2077053" y="2935102"/>
                  </a:lnTo>
                  <a:lnTo>
                    <a:pt x="2148675" y="2927015"/>
                  </a:lnTo>
                  <a:lnTo>
                    <a:pt x="2220298" y="2918836"/>
                  </a:lnTo>
                  <a:lnTo>
                    <a:pt x="2291920" y="2910565"/>
                  </a:lnTo>
                  <a:lnTo>
                    <a:pt x="2363543" y="2902201"/>
                  </a:lnTo>
                  <a:lnTo>
                    <a:pt x="2435165" y="2893743"/>
                  </a:lnTo>
                  <a:lnTo>
                    <a:pt x="2506788" y="2885189"/>
                  </a:lnTo>
                  <a:lnTo>
                    <a:pt x="2578410" y="2876539"/>
                  </a:lnTo>
                  <a:lnTo>
                    <a:pt x="2650033" y="2867792"/>
                  </a:lnTo>
                  <a:lnTo>
                    <a:pt x="2721655" y="2858945"/>
                  </a:lnTo>
                  <a:lnTo>
                    <a:pt x="2793278" y="2850000"/>
                  </a:lnTo>
                  <a:lnTo>
                    <a:pt x="2864901" y="2840953"/>
                  </a:lnTo>
                  <a:lnTo>
                    <a:pt x="2936523" y="2831804"/>
                  </a:lnTo>
                  <a:lnTo>
                    <a:pt x="3008146" y="2822552"/>
                  </a:lnTo>
                  <a:lnTo>
                    <a:pt x="3079768" y="2813196"/>
                  </a:lnTo>
                  <a:lnTo>
                    <a:pt x="3151391" y="2803735"/>
                  </a:lnTo>
                  <a:lnTo>
                    <a:pt x="3223013" y="2794167"/>
                  </a:lnTo>
                  <a:lnTo>
                    <a:pt x="3294636" y="2784491"/>
                  </a:lnTo>
                  <a:lnTo>
                    <a:pt x="3366258" y="2754075"/>
                  </a:lnTo>
                  <a:lnTo>
                    <a:pt x="3437881" y="2718576"/>
                  </a:lnTo>
                  <a:lnTo>
                    <a:pt x="3509503" y="2681675"/>
                  </a:lnTo>
                  <a:lnTo>
                    <a:pt x="3581126" y="2643316"/>
                  </a:lnTo>
                  <a:lnTo>
                    <a:pt x="3652748" y="2603441"/>
                  </a:lnTo>
                  <a:lnTo>
                    <a:pt x="3724371" y="2561991"/>
                  </a:lnTo>
                  <a:lnTo>
                    <a:pt x="3795993" y="2518903"/>
                  </a:lnTo>
                  <a:lnTo>
                    <a:pt x="3867616" y="2474114"/>
                  </a:lnTo>
                  <a:lnTo>
                    <a:pt x="3939238" y="2427555"/>
                  </a:lnTo>
                  <a:lnTo>
                    <a:pt x="4010861" y="2379156"/>
                  </a:lnTo>
                  <a:lnTo>
                    <a:pt x="4082483" y="2328845"/>
                  </a:lnTo>
                  <a:lnTo>
                    <a:pt x="4154106" y="2276547"/>
                  </a:lnTo>
                  <a:lnTo>
                    <a:pt x="4225729" y="2222183"/>
                  </a:lnTo>
                  <a:lnTo>
                    <a:pt x="4297351" y="2165671"/>
                  </a:lnTo>
                  <a:lnTo>
                    <a:pt x="4368974" y="2106926"/>
                  </a:lnTo>
                  <a:lnTo>
                    <a:pt x="4440596" y="2045861"/>
                  </a:lnTo>
                  <a:lnTo>
                    <a:pt x="4512219" y="1982383"/>
                  </a:lnTo>
                  <a:lnTo>
                    <a:pt x="4583841" y="1916398"/>
                  </a:lnTo>
                  <a:lnTo>
                    <a:pt x="4655464" y="1847805"/>
                  </a:lnTo>
                  <a:lnTo>
                    <a:pt x="4727086" y="1776503"/>
                  </a:lnTo>
                  <a:lnTo>
                    <a:pt x="4798709" y="1702384"/>
                  </a:lnTo>
                  <a:lnTo>
                    <a:pt x="4870331" y="1625337"/>
                  </a:lnTo>
                  <a:lnTo>
                    <a:pt x="4941954" y="1545246"/>
                  </a:lnTo>
                  <a:lnTo>
                    <a:pt x="5013576" y="1461990"/>
                  </a:lnTo>
                  <a:lnTo>
                    <a:pt x="5085199" y="1375446"/>
                  </a:lnTo>
                  <a:lnTo>
                    <a:pt x="5156821" y="1285483"/>
                  </a:lnTo>
                  <a:lnTo>
                    <a:pt x="5228444" y="1191965"/>
                  </a:lnTo>
                  <a:lnTo>
                    <a:pt x="5300066" y="1094753"/>
                  </a:lnTo>
                  <a:lnTo>
                    <a:pt x="5371689" y="993701"/>
                  </a:lnTo>
                  <a:lnTo>
                    <a:pt x="5443311" y="888656"/>
                  </a:lnTo>
                  <a:lnTo>
                    <a:pt x="5514934" y="779462"/>
                  </a:lnTo>
                  <a:lnTo>
                    <a:pt x="5586557" y="665953"/>
                  </a:lnTo>
                  <a:lnTo>
                    <a:pt x="5658179" y="547961"/>
                  </a:lnTo>
                  <a:lnTo>
                    <a:pt x="5729802" y="425307"/>
                  </a:lnTo>
                  <a:lnTo>
                    <a:pt x="5801424" y="297807"/>
                  </a:lnTo>
                  <a:lnTo>
                    <a:pt x="5873047" y="165270"/>
                  </a:lnTo>
                  <a:lnTo>
                    <a:pt x="5944669" y="27498"/>
                  </a:lnTo>
                  <a:lnTo>
                    <a:pt x="5958421" y="0"/>
                  </a:lnTo>
                  <a:lnTo>
                    <a:pt x="7090630" y="0"/>
                  </a:lnTo>
                  <a:lnTo>
                    <a:pt x="7090630" y="2080185"/>
                  </a:lnTo>
                  <a:lnTo>
                    <a:pt x="7019007" y="2097711"/>
                  </a:lnTo>
                  <a:lnTo>
                    <a:pt x="6947385" y="2115041"/>
                  </a:lnTo>
                  <a:lnTo>
                    <a:pt x="6875762" y="2132179"/>
                  </a:lnTo>
                  <a:lnTo>
                    <a:pt x="6804139" y="2149125"/>
                  </a:lnTo>
                  <a:lnTo>
                    <a:pt x="6732517" y="2165882"/>
                  </a:lnTo>
                  <a:lnTo>
                    <a:pt x="6660894" y="2182453"/>
                  </a:lnTo>
                  <a:lnTo>
                    <a:pt x="6589272" y="2198839"/>
                  </a:lnTo>
                  <a:lnTo>
                    <a:pt x="6517649" y="2215043"/>
                  </a:lnTo>
                  <a:lnTo>
                    <a:pt x="6446027" y="2231065"/>
                  </a:lnTo>
                  <a:lnTo>
                    <a:pt x="6374404" y="2246910"/>
                  </a:lnTo>
                  <a:lnTo>
                    <a:pt x="6302782" y="2262577"/>
                  </a:lnTo>
                  <a:lnTo>
                    <a:pt x="6231159" y="2278070"/>
                  </a:lnTo>
                  <a:lnTo>
                    <a:pt x="6159537" y="2293390"/>
                  </a:lnTo>
                  <a:lnTo>
                    <a:pt x="6087914" y="2308540"/>
                  </a:lnTo>
                  <a:lnTo>
                    <a:pt x="6016292" y="2323521"/>
                  </a:lnTo>
                  <a:lnTo>
                    <a:pt x="5944669" y="2338334"/>
                  </a:lnTo>
                  <a:lnTo>
                    <a:pt x="5873047" y="2352983"/>
                  </a:lnTo>
                  <a:lnTo>
                    <a:pt x="5801424" y="2367468"/>
                  </a:lnTo>
                  <a:lnTo>
                    <a:pt x="5729802" y="2381792"/>
                  </a:lnTo>
                  <a:lnTo>
                    <a:pt x="5658179" y="2395957"/>
                  </a:lnTo>
                  <a:lnTo>
                    <a:pt x="5586557" y="2409963"/>
                  </a:lnTo>
                  <a:lnTo>
                    <a:pt x="5514934" y="2423813"/>
                  </a:lnTo>
                  <a:lnTo>
                    <a:pt x="5443311" y="2437509"/>
                  </a:lnTo>
                  <a:lnTo>
                    <a:pt x="5371689" y="2451052"/>
                  </a:lnTo>
                  <a:lnTo>
                    <a:pt x="5300066" y="2464445"/>
                  </a:lnTo>
                  <a:lnTo>
                    <a:pt x="5228444" y="2477688"/>
                  </a:lnTo>
                  <a:lnTo>
                    <a:pt x="5156821" y="2490783"/>
                  </a:lnTo>
                  <a:lnTo>
                    <a:pt x="5085199" y="2503733"/>
                  </a:lnTo>
                  <a:lnTo>
                    <a:pt x="5013576" y="2516538"/>
                  </a:lnTo>
                  <a:lnTo>
                    <a:pt x="4941954" y="2529200"/>
                  </a:lnTo>
                  <a:lnTo>
                    <a:pt x="4870331" y="2541722"/>
                  </a:lnTo>
                  <a:lnTo>
                    <a:pt x="4798709" y="2554104"/>
                  </a:lnTo>
                  <a:lnTo>
                    <a:pt x="4727086" y="2566347"/>
                  </a:lnTo>
                  <a:lnTo>
                    <a:pt x="4655464" y="2578455"/>
                  </a:lnTo>
                  <a:lnTo>
                    <a:pt x="4583841" y="2590427"/>
                  </a:lnTo>
                  <a:lnTo>
                    <a:pt x="4512219" y="2602266"/>
                  </a:lnTo>
                  <a:lnTo>
                    <a:pt x="4440596" y="2613973"/>
                  </a:lnTo>
                  <a:lnTo>
                    <a:pt x="4368974" y="2625549"/>
                  </a:lnTo>
                  <a:lnTo>
                    <a:pt x="4297351" y="2636997"/>
                  </a:lnTo>
                  <a:lnTo>
                    <a:pt x="4225729" y="2648317"/>
                  </a:lnTo>
                  <a:lnTo>
                    <a:pt x="4154106" y="2659511"/>
                  </a:lnTo>
                  <a:lnTo>
                    <a:pt x="4082483" y="2670579"/>
                  </a:lnTo>
                  <a:lnTo>
                    <a:pt x="4010861" y="2681525"/>
                  </a:lnTo>
                  <a:lnTo>
                    <a:pt x="3939238" y="2692349"/>
                  </a:lnTo>
                  <a:lnTo>
                    <a:pt x="3867616" y="2703052"/>
                  </a:lnTo>
                  <a:lnTo>
                    <a:pt x="3795993" y="2713635"/>
                  </a:lnTo>
                  <a:lnTo>
                    <a:pt x="3724371" y="2724101"/>
                  </a:lnTo>
                  <a:lnTo>
                    <a:pt x="3652748" y="2734450"/>
                  </a:lnTo>
                  <a:lnTo>
                    <a:pt x="3581126" y="2744684"/>
                  </a:lnTo>
                  <a:lnTo>
                    <a:pt x="3509503" y="2754803"/>
                  </a:lnTo>
                  <a:lnTo>
                    <a:pt x="3437881" y="2764810"/>
                  </a:lnTo>
                  <a:lnTo>
                    <a:pt x="3366258" y="2774706"/>
                  </a:lnTo>
                  <a:lnTo>
                    <a:pt x="3294636" y="2788225"/>
                  </a:lnTo>
                  <a:lnTo>
                    <a:pt x="3223013" y="2821077"/>
                  </a:lnTo>
                  <a:lnTo>
                    <a:pt x="3151391" y="2852680"/>
                  </a:lnTo>
                  <a:lnTo>
                    <a:pt x="3079768" y="2883083"/>
                  </a:lnTo>
                  <a:lnTo>
                    <a:pt x="3008146" y="2912330"/>
                  </a:lnTo>
                  <a:lnTo>
                    <a:pt x="2936523" y="2940465"/>
                  </a:lnTo>
                  <a:lnTo>
                    <a:pt x="2864901" y="2967531"/>
                  </a:lnTo>
                  <a:lnTo>
                    <a:pt x="2793278" y="2993569"/>
                  </a:lnTo>
                  <a:lnTo>
                    <a:pt x="2721655" y="3018617"/>
                  </a:lnTo>
                  <a:lnTo>
                    <a:pt x="2650033" y="3042713"/>
                  </a:lnTo>
                  <a:lnTo>
                    <a:pt x="2578410" y="3065893"/>
                  </a:lnTo>
                  <a:lnTo>
                    <a:pt x="2506788" y="3088192"/>
                  </a:lnTo>
                  <a:lnTo>
                    <a:pt x="2435165" y="3109644"/>
                  </a:lnTo>
                  <a:lnTo>
                    <a:pt x="2363543" y="3130281"/>
                  </a:lnTo>
                  <a:lnTo>
                    <a:pt x="2291920" y="3150133"/>
                  </a:lnTo>
                  <a:lnTo>
                    <a:pt x="2220298" y="3169231"/>
                  </a:lnTo>
                  <a:lnTo>
                    <a:pt x="2148675" y="3187603"/>
                  </a:lnTo>
                  <a:lnTo>
                    <a:pt x="2077053" y="3205276"/>
                  </a:lnTo>
                  <a:lnTo>
                    <a:pt x="2005430" y="3222279"/>
                  </a:lnTo>
                  <a:lnTo>
                    <a:pt x="1933808" y="3238634"/>
                  </a:lnTo>
                  <a:lnTo>
                    <a:pt x="1862185" y="3254369"/>
                  </a:lnTo>
                  <a:lnTo>
                    <a:pt x="1790563" y="3269505"/>
                  </a:lnTo>
                  <a:lnTo>
                    <a:pt x="1718940" y="3284066"/>
                  </a:lnTo>
                  <a:lnTo>
                    <a:pt x="1647318" y="3298074"/>
                  </a:lnTo>
                  <a:lnTo>
                    <a:pt x="1575695" y="3311549"/>
                  </a:lnTo>
                  <a:lnTo>
                    <a:pt x="1504073" y="3324512"/>
                  </a:lnTo>
                  <a:lnTo>
                    <a:pt x="1432450" y="3336983"/>
                  </a:lnTo>
                  <a:lnTo>
                    <a:pt x="1360827" y="3348979"/>
                  </a:lnTo>
                  <a:lnTo>
                    <a:pt x="1289205" y="3360520"/>
                  </a:lnTo>
                  <a:lnTo>
                    <a:pt x="1217582" y="3371622"/>
                  </a:lnTo>
                  <a:lnTo>
                    <a:pt x="1145960" y="3382302"/>
                  </a:lnTo>
                  <a:lnTo>
                    <a:pt x="1074337" y="3392577"/>
                  </a:lnTo>
                  <a:lnTo>
                    <a:pt x="1002715" y="3402460"/>
                  </a:lnTo>
                  <a:lnTo>
                    <a:pt x="931092" y="3411968"/>
                  </a:lnTo>
                  <a:lnTo>
                    <a:pt x="859470" y="3421115"/>
                  </a:lnTo>
                  <a:lnTo>
                    <a:pt x="787847" y="3429914"/>
                  </a:lnTo>
                  <a:lnTo>
                    <a:pt x="716225" y="3438379"/>
                  </a:lnTo>
                  <a:lnTo>
                    <a:pt x="644602" y="3446522"/>
                  </a:lnTo>
                  <a:lnTo>
                    <a:pt x="572980" y="3454356"/>
                  </a:lnTo>
                  <a:lnTo>
                    <a:pt x="501357" y="3461892"/>
                  </a:lnTo>
                  <a:lnTo>
                    <a:pt x="429735" y="3469141"/>
                  </a:lnTo>
                  <a:lnTo>
                    <a:pt x="358112" y="3476115"/>
                  </a:lnTo>
                  <a:lnTo>
                    <a:pt x="286490" y="3482824"/>
                  </a:lnTo>
                  <a:lnTo>
                    <a:pt x="214867" y="3489278"/>
                  </a:lnTo>
                  <a:lnTo>
                    <a:pt x="143245" y="3495487"/>
                  </a:lnTo>
                  <a:lnTo>
                    <a:pt x="71622" y="3501459"/>
                  </a:lnTo>
                  <a:lnTo>
                    <a:pt x="0" y="350720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5958421" cy="3134218"/>
            </a:xfrm>
            <a:custGeom>
              <a:avLst/>
              <a:pathLst>
                <a:path w="5958421" h="3134218">
                  <a:moveTo>
                    <a:pt x="0" y="3134218"/>
                  </a:moveTo>
                  <a:lnTo>
                    <a:pt x="71622" y="3128375"/>
                  </a:lnTo>
                  <a:lnTo>
                    <a:pt x="143245" y="3122466"/>
                  </a:lnTo>
                  <a:lnTo>
                    <a:pt x="214867" y="3116490"/>
                  </a:lnTo>
                  <a:lnTo>
                    <a:pt x="286490" y="3110447"/>
                  </a:lnTo>
                  <a:lnTo>
                    <a:pt x="358112" y="3104336"/>
                  </a:lnTo>
                  <a:lnTo>
                    <a:pt x="429735" y="3098156"/>
                  </a:lnTo>
                  <a:lnTo>
                    <a:pt x="501357" y="3091906"/>
                  </a:lnTo>
                  <a:lnTo>
                    <a:pt x="572980" y="3085586"/>
                  </a:lnTo>
                  <a:lnTo>
                    <a:pt x="644602" y="3079194"/>
                  </a:lnTo>
                  <a:lnTo>
                    <a:pt x="716225" y="3072731"/>
                  </a:lnTo>
                  <a:lnTo>
                    <a:pt x="787847" y="3066195"/>
                  </a:lnTo>
                  <a:lnTo>
                    <a:pt x="859470" y="3059585"/>
                  </a:lnTo>
                  <a:lnTo>
                    <a:pt x="931092" y="3052900"/>
                  </a:lnTo>
                  <a:lnTo>
                    <a:pt x="1002715" y="3046141"/>
                  </a:lnTo>
                  <a:lnTo>
                    <a:pt x="1074337" y="3039305"/>
                  </a:lnTo>
                  <a:lnTo>
                    <a:pt x="1145960" y="3032392"/>
                  </a:lnTo>
                  <a:lnTo>
                    <a:pt x="1217582" y="3025401"/>
                  </a:lnTo>
                  <a:lnTo>
                    <a:pt x="1289205" y="3018331"/>
                  </a:lnTo>
                  <a:lnTo>
                    <a:pt x="1360827" y="3011182"/>
                  </a:lnTo>
                  <a:lnTo>
                    <a:pt x="1432450" y="3003952"/>
                  </a:lnTo>
                  <a:lnTo>
                    <a:pt x="1504073" y="2996640"/>
                  </a:lnTo>
                  <a:lnTo>
                    <a:pt x="1575695" y="2989246"/>
                  </a:lnTo>
                  <a:lnTo>
                    <a:pt x="1647318" y="2981769"/>
                  </a:lnTo>
                  <a:lnTo>
                    <a:pt x="1718940" y="2974208"/>
                  </a:lnTo>
                  <a:lnTo>
                    <a:pt x="1790563" y="2966561"/>
                  </a:lnTo>
                  <a:lnTo>
                    <a:pt x="1862185" y="2958828"/>
                  </a:lnTo>
                  <a:lnTo>
                    <a:pt x="1933808" y="2951008"/>
                  </a:lnTo>
                  <a:lnTo>
                    <a:pt x="2005430" y="2943100"/>
                  </a:lnTo>
                  <a:lnTo>
                    <a:pt x="2077053" y="2935102"/>
                  </a:lnTo>
                  <a:lnTo>
                    <a:pt x="2148675" y="2927015"/>
                  </a:lnTo>
                  <a:lnTo>
                    <a:pt x="2220298" y="2918836"/>
                  </a:lnTo>
                  <a:lnTo>
                    <a:pt x="2291920" y="2910565"/>
                  </a:lnTo>
                  <a:lnTo>
                    <a:pt x="2363543" y="2902201"/>
                  </a:lnTo>
                  <a:lnTo>
                    <a:pt x="2435165" y="2893743"/>
                  </a:lnTo>
                  <a:lnTo>
                    <a:pt x="2506788" y="2885189"/>
                  </a:lnTo>
                  <a:lnTo>
                    <a:pt x="2578410" y="2876539"/>
                  </a:lnTo>
                  <a:lnTo>
                    <a:pt x="2650033" y="2867792"/>
                  </a:lnTo>
                  <a:lnTo>
                    <a:pt x="2721655" y="2858945"/>
                  </a:lnTo>
                  <a:lnTo>
                    <a:pt x="2793278" y="2850000"/>
                  </a:lnTo>
                  <a:lnTo>
                    <a:pt x="2864901" y="2840953"/>
                  </a:lnTo>
                  <a:lnTo>
                    <a:pt x="2936523" y="2831804"/>
                  </a:lnTo>
                  <a:lnTo>
                    <a:pt x="3008146" y="2822552"/>
                  </a:lnTo>
                  <a:lnTo>
                    <a:pt x="3079768" y="2813196"/>
                  </a:lnTo>
                  <a:lnTo>
                    <a:pt x="3151391" y="2803735"/>
                  </a:lnTo>
                  <a:lnTo>
                    <a:pt x="3223013" y="2794167"/>
                  </a:lnTo>
                  <a:lnTo>
                    <a:pt x="3294636" y="2784491"/>
                  </a:lnTo>
                  <a:lnTo>
                    <a:pt x="3366258" y="2754075"/>
                  </a:lnTo>
                  <a:lnTo>
                    <a:pt x="3437881" y="2718576"/>
                  </a:lnTo>
                  <a:lnTo>
                    <a:pt x="3509503" y="2681675"/>
                  </a:lnTo>
                  <a:lnTo>
                    <a:pt x="3581126" y="2643316"/>
                  </a:lnTo>
                  <a:lnTo>
                    <a:pt x="3652748" y="2603441"/>
                  </a:lnTo>
                  <a:lnTo>
                    <a:pt x="3724371" y="2561991"/>
                  </a:lnTo>
                  <a:lnTo>
                    <a:pt x="3795993" y="2518903"/>
                  </a:lnTo>
                  <a:lnTo>
                    <a:pt x="3867616" y="2474114"/>
                  </a:lnTo>
                  <a:lnTo>
                    <a:pt x="3939238" y="2427555"/>
                  </a:lnTo>
                  <a:lnTo>
                    <a:pt x="4010861" y="2379156"/>
                  </a:lnTo>
                  <a:lnTo>
                    <a:pt x="4082483" y="2328845"/>
                  </a:lnTo>
                  <a:lnTo>
                    <a:pt x="4154106" y="2276547"/>
                  </a:lnTo>
                  <a:lnTo>
                    <a:pt x="4225729" y="2222183"/>
                  </a:lnTo>
                  <a:lnTo>
                    <a:pt x="4297351" y="2165671"/>
                  </a:lnTo>
                  <a:lnTo>
                    <a:pt x="4368974" y="2106926"/>
                  </a:lnTo>
                  <a:lnTo>
                    <a:pt x="4440596" y="2045861"/>
                  </a:lnTo>
                  <a:lnTo>
                    <a:pt x="4512219" y="1982383"/>
                  </a:lnTo>
                  <a:lnTo>
                    <a:pt x="4583841" y="1916398"/>
                  </a:lnTo>
                  <a:lnTo>
                    <a:pt x="4655464" y="1847805"/>
                  </a:lnTo>
                  <a:lnTo>
                    <a:pt x="4727086" y="1776503"/>
                  </a:lnTo>
                  <a:lnTo>
                    <a:pt x="4798709" y="1702384"/>
                  </a:lnTo>
                  <a:lnTo>
                    <a:pt x="4870331" y="1625337"/>
                  </a:lnTo>
                  <a:lnTo>
                    <a:pt x="4941954" y="1545246"/>
                  </a:lnTo>
                  <a:lnTo>
                    <a:pt x="5013576" y="1461990"/>
                  </a:lnTo>
                  <a:lnTo>
                    <a:pt x="5085199" y="1375446"/>
                  </a:lnTo>
                  <a:lnTo>
                    <a:pt x="5156821" y="1285483"/>
                  </a:lnTo>
                  <a:lnTo>
                    <a:pt x="5228444" y="1191965"/>
                  </a:lnTo>
                  <a:lnTo>
                    <a:pt x="5300066" y="1094753"/>
                  </a:lnTo>
                  <a:lnTo>
                    <a:pt x="5371689" y="993701"/>
                  </a:lnTo>
                  <a:lnTo>
                    <a:pt x="5443311" y="888656"/>
                  </a:lnTo>
                  <a:lnTo>
                    <a:pt x="5514934" y="779462"/>
                  </a:lnTo>
                  <a:lnTo>
                    <a:pt x="5586557" y="665953"/>
                  </a:lnTo>
                  <a:lnTo>
                    <a:pt x="5658179" y="547961"/>
                  </a:lnTo>
                  <a:lnTo>
                    <a:pt x="5729802" y="425307"/>
                  </a:lnTo>
                  <a:lnTo>
                    <a:pt x="5801424" y="297807"/>
                  </a:lnTo>
                  <a:lnTo>
                    <a:pt x="5873047" y="165270"/>
                  </a:lnTo>
                  <a:lnTo>
                    <a:pt x="5944669" y="27498"/>
                  </a:lnTo>
                  <a:lnTo>
                    <a:pt x="595842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976748"/>
              <a:ext cx="7090630" cy="1427019"/>
            </a:xfrm>
            <a:custGeom>
              <a:avLst/>
              <a:pathLst>
                <a:path w="7090630" h="1427019">
                  <a:moveTo>
                    <a:pt x="7090630" y="0"/>
                  </a:moveTo>
                  <a:lnTo>
                    <a:pt x="7019007" y="17525"/>
                  </a:lnTo>
                  <a:lnTo>
                    <a:pt x="6947385" y="34856"/>
                  </a:lnTo>
                  <a:lnTo>
                    <a:pt x="6875762" y="51993"/>
                  </a:lnTo>
                  <a:lnTo>
                    <a:pt x="6804139" y="68940"/>
                  </a:lnTo>
                  <a:lnTo>
                    <a:pt x="6732517" y="85697"/>
                  </a:lnTo>
                  <a:lnTo>
                    <a:pt x="6660894" y="102268"/>
                  </a:lnTo>
                  <a:lnTo>
                    <a:pt x="6589272" y="118654"/>
                  </a:lnTo>
                  <a:lnTo>
                    <a:pt x="6517649" y="134857"/>
                  </a:lnTo>
                  <a:lnTo>
                    <a:pt x="6446027" y="150880"/>
                  </a:lnTo>
                  <a:lnTo>
                    <a:pt x="6374404" y="166724"/>
                  </a:lnTo>
                  <a:lnTo>
                    <a:pt x="6302782" y="182392"/>
                  </a:lnTo>
                  <a:lnTo>
                    <a:pt x="6231159" y="197885"/>
                  </a:lnTo>
                  <a:lnTo>
                    <a:pt x="6159537" y="213205"/>
                  </a:lnTo>
                  <a:lnTo>
                    <a:pt x="6087914" y="228354"/>
                  </a:lnTo>
                  <a:lnTo>
                    <a:pt x="6016292" y="243335"/>
                  </a:lnTo>
                  <a:lnTo>
                    <a:pt x="5944669" y="258149"/>
                  </a:lnTo>
                  <a:lnTo>
                    <a:pt x="5873047" y="272798"/>
                  </a:lnTo>
                  <a:lnTo>
                    <a:pt x="5801424" y="287283"/>
                  </a:lnTo>
                  <a:lnTo>
                    <a:pt x="5729802" y="301607"/>
                  </a:lnTo>
                  <a:lnTo>
                    <a:pt x="5658179" y="315771"/>
                  </a:lnTo>
                  <a:lnTo>
                    <a:pt x="5586557" y="329777"/>
                  </a:lnTo>
                  <a:lnTo>
                    <a:pt x="5514934" y="343628"/>
                  </a:lnTo>
                  <a:lnTo>
                    <a:pt x="5443311" y="357324"/>
                  </a:lnTo>
                  <a:lnTo>
                    <a:pt x="5371689" y="370867"/>
                  </a:lnTo>
                  <a:lnTo>
                    <a:pt x="5300066" y="384259"/>
                  </a:lnTo>
                  <a:lnTo>
                    <a:pt x="5228444" y="397502"/>
                  </a:lnTo>
                  <a:lnTo>
                    <a:pt x="5156821" y="410598"/>
                  </a:lnTo>
                  <a:lnTo>
                    <a:pt x="5085199" y="423547"/>
                  </a:lnTo>
                  <a:lnTo>
                    <a:pt x="5013576" y="436352"/>
                  </a:lnTo>
                  <a:lnTo>
                    <a:pt x="4941954" y="449015"/>
                  </a:lnTo>
                  <a:lnTo>
                    <a:pt x="4870331" y="461536"/>
                  </a:lnTo>
                  <a:lnTo>
                    <a:pt x="4798709" y="473918"/>
                  </a:lnTo>
                  <a:lnTo>
                    <a:pt x="4727086" y="486162"/>
                  </a:lnTo>
                  <a:lnTo>
                    <a:pt x="4655464" y="498269"/>
                  </a:lnTo>
                  <a:lnTo>
                    <a:pt x="4583841" y="510242"/>
                  </a:lnTo>
                  <a:lnTo>
                    <a:pt x="4512219" y="522080"/>
                  </a:lnTo>
                  <a:lnTo>
                    <a:pt x="4440596" y="533787"/>
                  </a:lnTo>
                  <a:lnTo>
                    <a:pt x="4368974" y="545364"/>
                  </a:lnTo>
                  <a:lnTo>
                    <a:pt x="4297351" y="556811"/>
                  </a:lnTo>
                  <a:lnTo>
                    <a:pt x="4225729" y="568131"/>
                  </a:lnTo>
                  <a:lnTo>
                    <a:pt x="4154106" y="579325"/>
                  </a:lnTo>
                  <a:lnTo>
                    <a:pt x="4082483" y="590394"/>
                  </a:lnTo>
                  <a:lnTo>
                    <a:pt x="4010861" y="601340"/>
                  </a:lnTo>
                  <a:lnTo>
                    <a:pt x="3939238" y="612163"/>
                  </a:lnTo>
                  <a:lnTo>
                    <a:pt x="3867616" y="622866"/>
                  </a:lnTo>
                  <a:lnTo>
                    <a:pt x="3795993" y="633450"/>
                  </a:lnTo>
                  <a:lnTo>
                    <a:pt x="3724371" y="643915"/>
                  </a:lnTo>
                  <a:lnTo>
                    <a:pt x="3652748" y="654265"/>
                  </a:lnTo>
                  <a:lnTo>
                    <a:pt x="3581126" y="664498"/>
                  </a:lnTo>
                  <a:lnTo>
                    <a:pt x="3509503" y="674618"/>
                  </a:lnTo>
                  <a:lnTo>
                    <a:pt x="3437881" y="684625"/>
                  </a:lnTo>
                  <a:lnTo>
                    <a:pt x="3366258" y="694520"/>
                  </a:lnTo>
                  <a:lnTo>
                    <a:pt x="3294636" y="708040"/>
                  </a:lnTo>
                  <a:lnTo>
                    <a:pt x="3223013" y="740892"/>
                  </a:lnTo>
                  <a:lnTo>
                    <a:pt x="3151391" y="772495"/>
                  </a:lnTo>
                  <a:lnTo>
                    <a:pt x="3079768" y="802897"/>
                  </a:lnTo>
                  <a:lnTo>
                    <a:pt x="3008146" y="832144"/>
                  </a:lnTo>
                  <a:lnTo>
                    <a:pt x="2936523" y="860280"/>
                  </a:lnTo>
                  <a:lnTo>
                    <a:pt x="2864901" y="887346"/>
                  </a:lnTo>
                  <a:lnTo>
                    <a:pt x="2793278" y="913383"/>
                  </a:lnTo>
                  <a:lnTo>
                    <a:pt x="2721655" y="938431"/>
                  </a:lnTo>
                  <a:lnTo>
                    <a:pt x="2650033" y="962527"/>
                  </a:lnTo>
                  <a:lnTo>
                    <a:pt x="2578410" y="985708"/>
                  </a:lnTo>
                  <a:lnTo>
                    <a:pt x="2506788" y="1008007"/>
                  </a:lnTo>
                  <a:lnTo>
                    <a:pt x="2435165" y="1029459"/>
                  </a:lnTo>
                  <a:lnTo>
                    <a:pt x="2363543" y="1050095"/>
                  </a:lnTo>
                  <a:lnTo>
                    <a:pt x="2291920" y="1069947"/>
                  </a:lnTo>
                  <a:lnTo>
                    <a:pt x="2220298" y="1089045"/>
                  </a:lnTo>
                  <a:lnTo>
                    <a:pt x="2148675" y="1107417"/>
                  </a:lnTo>
                  <a:lnTo>
                    <a:pt x="2077053" y="1125091"/>
                  </a:lnTo>
                  <a:lnTo>
                    <a:pt x="2005430" y="1142093"/>
                  </a:lnTo>
                  <a:lnTo>
                    <a:pt x="1933808" y="1158449"/>
                  </a:lnTo>
                  <a:lnTo>
                    <a:pt x="1862185" y="1174183"/>
                  </a:lnTo>
                  <a:lnTo>
                    <a:pt x="1790563" y="1189320"/>
                  </a:lnTo>
                  <a:lnTo>
                    <a:pt x="1718940" y="1203881"/>
                  </a:lnTo>
                  <a:lnTo>
                    <a:pt x="1647318" y="1217888"/>
                  </a:lnTo>
                  <a:lnTo>
                    <a:pt x="1575695" y="1231364"/>
                  </a:lnTo>
                  <a:lnTo>
                    <a:pt x="1504073" y="1244327"/>
                  </a:lnTo>
                  <a:lnTo>
                    <a:pt x="1432450" y="1256797"/>
                  </a:lnTo>
                  <a:lnTo>
                    <a:pt x="1360827" y="1268794"/>
                  </a:lnTo>
                  <a:lnTo>
                    <a:pt x="1289205" y="1280335"/>
                  </a:lnTo>
                  <a:lnTo>
                    <a:pt x="1217582" y="1291437"/>
                  </a:lnTo>
                  <a:lnTo>
                    <a:pt x="1145960" y="1302117"/>
                  </a:lnTo>
                  <a:lnTo>
                    <a:pt x="1074337" y="1312391"/>
                  </a:lnTo>
                  <a:lnTo>
                    <a:pt x="1002715" y="1322275"/>
                  </a:lnTo>
                  <a:lnTo>
                    <a:pt x="931092" y="1331783"/>
                  </a:lnTo>
                  <a:lnTo>
                    <a:pt x="859470" y="1340930"/>
                  </a:lnTo>
                  <a:lnTo>
                    <a:pt x="787847" y="1349729"/>
                  </a:lnTo>
                  <a:lnTo>
                    <a:pt x="716225" y="1358194"/>
                  </a:lnTo>
                  <a:lnTo>
                    <a:pt x="644602" y="1366337"/>
                  </a:lnTo>
                  <a:lnTo>
                    <a:pt x="572980" y="1374170"/>
                  </a:lnTo>
                  <a:lnTo>
                    <a:pt x="501357" y="1381706"/>
                  </a:lnTo>
                  <a:lnTo>
                    <a:pt x="429735" y="1388956"/>
                  </a:lnTo>
                  <a:lnTo>
                    <a:pt x="358112" y="1395930"/>
                  </a:lnTo>
                  <a:lnTo>
                    <a:pt x="286490" y="1402638"/>
                  </a:lnTo>
                  <a:lnTo>
                    <a:pt x="214867" y="1409092"/>
                  </a:lnTo>
                  <a:lnTo>
                    <a:pt x="143245" y="1415301"/>
                  </a:lnTo>
                  <a:lnTo>
                    <a:pt x="71622" y="1421274"/>
                  </a:lnTo>
                  <a:lnTo>
                    <a:pt x="0" y="14270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294073"/>
              <a:ext cx="7090630" cy="2980545"/>
            </a:xfrm>
            <a:custGeom>
              <a:avLst/>
              <a:pathLst>
                <a:path w="7090630" h="2980545">
                  <a:moveTo>
                    <a:pt x="0" y="2980545"/>
                  </a:moveTo>
                  <a:lnTo>
                    <a:pt x="71622" y="2973600"/>
                  </a:lnTo>
                  <a:lnTo>
                    <a:pt x="143245" y="2966480"/>
                  </a:lnTo>
                  <a:lnTo>
                    <a:pt x="214867" y="2959179"/>
                  </a:lnTo>
                  <a:lnTo>
                    <a:pt x="286490" y="2951694"/>
                  </a:lnTo>
                  <a:lnTo>
                    <a:pt x="358112" y="2944020"/>
                  </a:lnTo>
                  <a:lnTo>
                    <a:pt x="429735" y="2936151"/>
                  </a:lnTo>
                  <a:lnTo>
                    <a:pt x="501357" y="2928084"/>
                  </a:lnTo>
                  <a:lnTo>
                    <a:pt x="572980" y="2919812"/>
                  </a:lnTo>
                  <a:lnTo>
                    <a:pt x="644602" y="2911331"/>
                  </a:lnTo>
                  <a:lnTo>
                    <a:pt x="716225" y="2902636"/>
                  </a:lnTo>
                  <a:lnTo>
                    <a:pt x="787847" y="2893721"/>
                  </a:lnTo>
                  <a:lnTo>
                    <a:pt x="859470" y="2884580"/>
                  </a:lnTo>
                  <a:lnTo>
                    <a:pt x="931092" y="2875208"/>
                  </a:lnTo>
                  <a:lnTo>
                    <a:pt x="1002715" y="2865600"/>
                  </a:lnTo>
                  <a:lnTo>
                    <a:pt x="1074337" y="2855748"/>
                  </a:lnTo>
                  <a:lnTo>
                    <a:pt x="1145960" y="2845647"/>
                  </a:lnTo>
                  <a:lnTo>
                    <a:pt x="1217582" y="2835290"/>
                  </a:lnTo>
                  <a:lnTo>
                    <a:pt x="1289205" y="2824672"/>
                  </a:lnTo>
                  <a:lnTo>
                    <a:pt x="1360827" y="2813785"/>
                  </a:lnTo>
                  <a:lnTo>
                    <a:pt x="1432450" y="2802622"/>
                  </a:lnTo>
                  <a:lnTo>
                    <a:pt x="1504073" y="2791178"/>
                  </a:lnTo>
                  <a:lnTo>
                    <a:pt x="1575695" y="2779443"/>
                  </a:lnTo>
                  <a:lnTo>
                    <a:pt x="1647318" y="2767413"/>
                  </a:lnTo>
                  <a:lnTo>
                    <a:pt x="1718940" y="2755077"/>
                  </a:lnTo>
                  <a:lnTo>
                    <a:pt x="1790563" y="2742430"/>
                  </a:lnTo>
                  <a:lnTo>
                    <a:pt x="1862185" y="2729463"/>
                  </a:lnTo>
                  <a:lnTo>
                    <a:pt x="1933808" y="2716168"/>
                  </a:lnTo>
                  <a:lnTo>
                    <a:pt x="2005430" y="2702537"/>
                  </a:lnTo>
                  <a:lnTo>
                    <a:pt x="2077053" y="2688561"/>
                  </a:lnTo>
                  <a:lnTo>
                    <a:pt x="2148675" y="2674232"/>
                  </a:lnTo>
                  <a:lnTo>
                    <a:pt x="2220298" y="2659540"/>
                  </a:lnTo>
                  <a:lnTo>
                    <a:pt x="2291920" y="2644476"/>
                  </a:lnTo>
                  <a:lnTo>
                    <a:pt x="2363543" y="2629032"/>
                  </a:lnTo>
                  <a:lnTo>
                    <a:pt x="2435165" y="2613197"/>
                  </a:lnTo>
                  <a:lnTo>
                    <a:pt x="2506788" y="2596962"/>
                  </a:lnTo>
                  <a:lnTo>
                    <a:pt x="2578410" y="2580315"/>
                  </a:lnTo>
                  <a:lnTo>
                    <a:pt x="2650033" y="2563248"/>
                  </a:lnTo>
                  <a:lnTo>
                    <a:pt x="2721655" y="2545750"/>
                  </a:lnTo>
                  <a:lnTo>
                    <a:pt x="2793278" y="2527808"/>
                  </a:lnTo>
                  <a:lnTo>
                    <a:pt x="2864901" y="2509413"/>
                  </a:lnTo>
                  <a:lnTo>
                    <a:pt x="2936523" y="2490553"/>
                  </a:lnTo>
                  <a:lnTo>
                    <a:pt x="3008146" y="2471215"/>
                  </a:lnTo>
                  <a:lnTo>
                    <a:pt x="3079768" y="2451389"/>
                  </a:lnTo>
                  <a:lnTo>
                    <a:pt x="3151391" y="2431061"/>
                  </a:lnTo>
                  <a:lnTo>
                    <a:pt x="3223013" y="2410219"/>
                  </a:lnTo>
                  <a:lnTo>
                    <a:pt x="3294636" y="2388850"/>
                  </a:lnTo>
                  <a:lnTo>
                    <a:pt x="3366258" y="2366940"/>
                  </a:lnTo>
                  <a:lnTo>
                    <a:pt x="3437881" y="2344477"/>
                  </a:lnTo>
                  <a:lnTo>
                    <a:pt x="3509503" y="2321445"/>
                  </a:lnTo>
                  <a:lnTo>
                    <a:pt x="3581126" y="2297831"/>
                  </a:lnTo>
                  <a:lnTo>
                    <a:pt x="3652748" y="2273619"/>
                  </a:lnTo>
                  <a:lnTo>
                    <a:pt x="3724371" y="2248795"/>
                  </a:lnTo>
                  <a:lnTo>
                    <a:pt x="3795993" y="2223343"/>
                  </a:lnTo>
                  <a:lnTo>
                    <a:pt x="3867616" y="2197248"/>
                  </a:lnTo>
                  <a:lnTo>
                    <a:pt x="3939238" y="2170492"/>
                  </a:lnTo>
                  <a:lnTo>
                    <a:pt x="4010861" y="2143060"/>
                  </a:lnTo>
                  <a:lnTo>
                    <a:pt x="4082483" y="2114934"/>
                  </a:lnTo>
                  <a:lnTo>
                    <a:pt x="4154106" y="2086097"/>
                  </a:lnTo>
                  <a:lnTo>
                    <a:pt x="4225729" y="2056530"/>
                  </a:lnTo>
                  <a:lnTo>
                    <a:pt x="4297351" y="2026216"/>
                  </a:lnTo>
                  <a:lnTo>
                    <a:pt x="4368974" y="1995135"/>
                  </a:lnTo>
                  <a:lnTo>
                    <a:pt x="4440596" y="1963268"/>
                  </a:lnTo>
                  <a:lnTo>
                    <a:pt x="4512219" y="1930594"/>
                  </a:lnTo>
                  <a:lnTo>
                    <a:pt x="4583841" y="1897095"/>
                  </a:lnTo>
                  <a:lnTo>
                    <a:pt x="4655464" y="1862748"/>
                  </a:lnTo>
                  <a:lnTo>
                    <a:pt x="4727086" y="1827533"/>
                  </a:lnTo>
                  <a:lnTo>
                    <a:pt x="4798709" y="1791427"/>
                  </a:lnTo>
                  <a:lnTo>
                    <a:pt x="4870331" y="1754407"/>
                  </a:lnTo>
                  <a:lnTo>
                    <a:pt x="4941954" y="1716452"/>
                  </a:lnTo>
                  <a:lnTo>
                    <a:pt x="5013576" y="1677536"/>
                  </a:lnTo>
                  <a:lnTo>
                    <a:pt x="5085199" y="1637637"/>
                  </a:lnTo>
                  <a:lnTo>
                    <a:pt x="5156821" y="1596728"/>
                  </a:lnTo>
                  <a:lnTo>
                    <a:pt x="5228444" y="1554784"/>
                  </a:lnTo>
                  <a:lnTo>
                    <a:pt x="5300066" y="1511780"/>
                  </a:lnTo>
                  <a:lnTo>
                    <a:pt x="5371689" y="1467688"/>
                  </a:lnTo>
                  <a:lnTo>
                    <a:pt x="5443311" y="1422481"/>
                  </a:lnTo>
                  <a:lnTo>
                    <a:pt x="5514934" y="1376131"/>
                  </a:lnTo>
                  <a:lnTo>
                    <a:pt x="5586557" y="1328608"/>
                  </a:lnTo>
                  <a:lnTo>
                    <a:pt x="5658179" y="1279883"/>
                  </a:lnTo>
                  <a:lnTo>
                    <a:pt x="5729802" y="1229926"/>
                  </a:lnTo>
                  <a:lnTo>
                    <a:pt x="5801424" y="1178706"/>
                  </a:lnTo>
                  <a:lnTo>
                    <a:pt x="5873047" y="1126190"/>
                  </a:lnTo>
                  <a:lnTo>
                    <a:pt x="5944669" y="1072346"/>
                  </a:lnTo>
                  <a:lnTo>
                    <a:pt x="6016292" y="1017140"/>
                  </a:lnTo>
                  <a:lnTo>
                    <a:pt x="6087914" y="960538"/>
                  </a:lnTo>
                  <a:lnTo>
                    <a:pt x="6159537" y="902504"/>
                  </a:lnTo>
                  <a:lnTo>
                    <a:pt x="6231159" y="843003"/>
                  </a:lnTo>
                  <a:lnTo>
                    <a:pt x="6302782" y="781997"/>
                  </a:lnTo>
                  <a:lnTo>
                    <a:pt x="6374404" y="719447"/>
                  </a:lnTo>
                  <a:lnTo>
                    <a:pt x="6446027" y="655316"/>
                  </a:lnTo>
                  <a:lnTo>
                    <a:pt x="6517649" y="589563"/>
                  </a:lnTo>
                  <a:lnTo>
                    <a:pt x="6589272" y="522147"/>
                  </a:lnTo>
                  <a:lnTo>
                    <a:pt x="6660894" y="453026"/>
                  </a:lnTo>
                  <a:lnTo>
                    <a:pt x="6732517" y="382156"/>
                  </a:lnTo>
                  <a:lnTo>
                    <a:pt x="6804139" y="309494"/>
                  </a:lnTo>
                  <a:lnTo>
                    <a:pt x="6875762" y="234995"/>
                  </a:lnTo>
                  <a:lnTo>
                    <a:pt x="6947385" y="158611"/>
                  </a:lnTo>
                  <a:lnTo>
                    <a:pt x="7019007" y="8029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0542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2026-09-28T16:51:12Z</dcterms:modified>
  <cp:category/>
</cp:coreProperties>
</file>