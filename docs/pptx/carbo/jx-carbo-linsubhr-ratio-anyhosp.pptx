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51918"/>
              <a:ext cx="7403783" cy="2685349"/>
            </a:xfrm>
            <a:custGeom>
              <a:avLst/>
              <a:pathLst>
                <a:path w="7403783" h="2685349">
                  <a:moveTo>
                    <a:pt x="0" y="0"/>
                  </a:moveTo>
                  <a:lnTo>
                    <a:pt x="47058" y="48007"/>
                  </a:lnTo>
                  <a:lnTo>
                    <a:pt x="123691" y="124097"/>
                  </a:lnTo>
                  <a:lnTo>
                    <a:pt x="200323" y="198154"/>
                  </a:lnTo>
                  <a:lnTo>
                    <a:pt x="276956" y="270234"/>
                  </a:lnTo>
                  <a:lnTo>
                    <a:pt x="353588" y="340390"/>
                  </a:lnTo>
                  <a:lnTo>
                    <a:pt x="430221" y="408671"/>
                  </a:lnTo>
                  <a:lnTo>
                    <a:pt x="506853" y="475130"/>
                  </a:lnTo>
                  <a:lnTo>
                    <a:pt x="583486" y="539813"/>
                  </a:lnTo>
                  <a:lnTo>
                    <a:pt x="660118" y="602769"/>
                  </a:lnTo>
                  <a:lnTo>
                    <a:pt x="736751" y="664044"/>
                  </a:lnTo>
                  <a:lnTo>
                    <a:pt x="813384" y="723683"/>
                  </a:lnTo>
                  <a:lnTo>
                    <a:pt x="890016" y="781729"/>
                  </a:lnTo>
                  <a:lnTo>
                    <a:pt x="966649" y="838225"/>
                  </a:lnTo>
                  <a:lnTo>
                    <a:pt x="1043281" y="893212"/>
                  </a:lnTo>
                  <a:lnTo>
                    <a:pt x="1119914" y="946730"/>
                  </a:lnTo>
                  <a:lnTo>
                    <a:pt x="1196546" y="998820"/>
                  </a:lnTo>
                  <a:lnTo>
                    <a:pt x="1273179" y="1049518"/>
                  </a:lnTo>
                  <a:lnTo>
                    <a:pt x="1349811" y="1098863"/>
                  </a:lnTo>
                  <a:lnTo>
                    <a:pt x="1426444" y="1146890"/>
                  </a:lnTo>
                  <a:lnTo>
                    <a:pt x="1503076" y="1193634"/>
                  </a:lnTo>
                  <a:lnTo>
                    <a:pt x="1579709" y="1239130"/>
                  </a:lnTo>
                  <a:lnTo>
                    <a:pt x="1656342" y="1283411"/>
                  </a:lnTo>
                  <a:lnTo>
                    <a:pt x="1732974" y="1326509"/>
                  </a:lnTo>
                  <a:lnTo>
                    <a:pt x="1809607" y="1368457"/>
                  </a:lnTo>
                  <a:lnTo>
                    <a:pt x="1886239" y="1409284"/>
                  </a:lnTo>
                  <a:lnTo>
                    <a:pt x="1962872" y="1449021"/>
                  </a:lnTo>
                  <a:lnTo>
                    <a:pt x="2039504" y="1487697"/>
                  </a:lnTo>
                  <a:lnTo>
                    <a:pt x="2116137" y="1525340"/>
                  </a:lnTo>
                  <a:lnTo>
                    <a:pt x="2192769" y="1561978"/>
                  </a:lnTo>
                  <a:lnTo>
                    <a:pt x="2269402" y="1597637"/>
                  </a:lnTo>
                  <a:lnTo>
                    <a:pt x="2346034" y="1632344"/>
                  </a:lnTo>
                  <a:lnTo>
                    <a:pt x="2422667" y="1666124"/>
                  </a:lnTo>
                  <a:lnTo>
                    <a:pt x="2499300" y="1699002"/>
                  </a:lnTo>
                  <a:lnTo>
                    <a:pt x="2575932" y="1731002"/>
                  </a:lnTo>
                  <a:lnTo>
                    <a:pt x="2652565" y="1762148"/>
                  </a:lnTo>
                  <a:lnTo>
                    <a:pt x="2729197" y="1792462"/>
                  </a:lnTo>
                  <a:lnTo>
                    <a:pt x="2805830" y="1821966"/>
                  </a:lnTo>
                  <a:lnTo>
                    <a:pt x="2882462" y="1850682"/>
                  </a:lnTo>
                  <a:lnTo>
                    <a:pt x="2959095" y="1878632"/>
                  </a:lnTo>
                  <a:lnTo>
                    <a:pt x="3035727" y="1905835"/>
                  </a:lnTo>
                  <a:lnTo>
                    <a:pt x="3112360" y="1932312"/>
                  </a:lnTo>
                  <a:lnTo>
                    <a:pt x="3188993" y="1958081"/>
                  </a:lnTo>
                  <a:lnTo>
                    <a:pt x="3265625" y="1983163"/>
                  </a:lnTo>
                  <a:lnTo>
                    <a:pt x="3342258" y="2007574"/>
                  </a:lnTo>
                  <a:lnTo>
                    <a:pt x="3418890" y="2028643"/>
                  </a:lnTo>
                  <a:lnTo>
                    <a:pt x="3495523" y="2035128"/>
                  </a:lnTo>
                  <a:lnTo>
                    <a:pt x="3572155" y="2041565"/>
                  </a:lnTo>
                  <a:lnTo>
                    <a:pt x="3648788" y="2047954"/>
                  </a:lnTo>
                  <a:lnTo>
                    <a:pt x="3725420" y="2054295"/>
                  </a:lnTo>
                  <a:lnTo>
                    <a:pt x="3802053" y="2060588"/>
                  </a:lnTo>
                  <a:lnTo>
                    <a:pt x="3878685" y="2066835"/>
                  </a:lnTo>
                  <a:lnTo>
                    <a:pt x="3955318" y="2073035"/>
                  </a:lnTo>
                  <a:lnTo>
                    <a:pt x="4031951" y="2079188"/>
                  </a:lnTo>
                  <a:lnTo>
                    <a:pt x="4108583" y="2085296"/>
                  </a:lnTo>
                  <a:lnTo>
                    <a:pt x="4185216" y="2091358"/>
                  </a:lnTo>
                  <a:lnTo>
                    <a:pt x="4261848" y="2097375"/>
                  </a:lnTo>
                  <a:lnTo>
                    <a:pt x="4338481" y="2103347"/>
                  </a:lnTo>
                  <a:lnTo>
                    <a:pt x="4415113" y="2109274"/>
                  </a:lnTo>
                  <a:lnTo>
                    <a:pt x="4491746" y="2115158"/>
                  </a:lnTo>
                  <a:lnTo>
                    <a:pt x="4568378" y="2120997"/>
                  </a:lnTo>
                  <a:lnTo>
                    <a:pt x="4645011" y="2126792"/>
                  </a:lnTo>
                  <a:lnTo>
                    <a:pt x="4721644" y="2132545"/>
                  </a:lnTo>
                  <a:lnTo>
                    <a:pt x="4798276" y="2138254"/>
                  </a:lnTo>
                  <a:lnTo>
                    <a:pt x="4874909" y="2143921"/>
                  </a:lnTo>
                  <a:lnTo>
                    <a:pt x="4951541" y="2149545"/>
                  </a:lnTo>
                  <a:lnTo>
                    <a:pt x="5028174" y="2155128"/>
                  </a:lnTo>
                  <a:lnTo>
                    <a:pt x="5104806" y="2160669"/>
                  </a:lnTo>
                  <a:lnTo>
                    <a:pt x="5181439" y="2166168"/>
                  </a:lnTo>
                  <a:lnTo>
                    <a:pt x="5258071" y="2171626"/>
                  </a:lnTo>
                  <a:lnTo>
                    <a:pt x="5334704" y="2177044"/>
                  </a:lnTo>
                  <a:lnTo>
                    <a:pt x="5411336" y="2182421"/>
                  </a:lnTo>
                  <a:lnTo>
                    <a:pt x="5487969" y="2187758"/>
                  </a:lnTo>
                  <a:lnTo>
                    <a:pt x="5564602" y="2193055"/>
                  </a:lnTo>
                  <a:lnTo>
                    <a:pt x="5641234" y="2198313"/>
                  </a:lnTo>
                  <a:lnTo>
                    <a:pt x="5717867" y="2203531"/>
                  </a:lnTo>
                  <a:lnTo>
                    <a:pt x="5794499" y="2208711"/>
                  </a:lnTo>
                  <a:lnTo>
                    <a:pt x="5871132" y="2213852"/>
                  </a:lnTo>
                  <a:lnTo>
                    <a:pt x="5947764" y="2218954"/>
                  </a:lnTo>
                  <a:lnTo>
                    <a:pt x="6024397" y="2224018"/>
                  </a:lnTo>
                  <a:lnTo>
                    <a:pt x="6101029" y="2229045"/>
                  </a:lnTo>
                  <a:lnTo>
                    <a:pt x="6177662" y="2234034"/>
                  </a:lnTo>
                  <a:lnTo>
                    <a:pt x="6254294" y="2238985"/>
                  </a:lnTo>
                  <a:lnTo>
                    <a:pt x="6330927" y="2243900"/>
                  </a:lnTo>
                  <a:lnTo>
                    <a:pt x="6407560" y="2248778"/>
                  </a:lnTo>
                  <a:lnTo>
                    <a:pt x="6484192" y="2253620"/>
                  </a:lnTo>
                  <a:lnTo>
                    <a:pt x="6560825" y="2258425"/>
                  </a:lnTo>
                  <a:lnTo>
                    <a:pt x="6637457" y="2263195"/>
                  </a:lnTo>
                  <a:lnTo>
                    <a:pt x="6714090" y="2267929"/>
                  </a:lnTo>
                  <a:lnTo>
                    <a:pt x="6790722" y="2272628"/>
                  </a:lnTo>
                  <a:lnTo>
                    <a:pt x="6867355" y="2277291"/>
                  </a:lnTo>
                  <a:lnTo>
                    <a:pt x="6943987" y="2281920"/>
                  </a:lnTo>
                  <a:lnTo>
                    <a:pt x="7020620" y="2286514"/>
                  </a:lnTo>
                  <a:lnTo>
                    <a:pt x="7097253" y="2291074"/>
                  </a:lnTo>
                  <a:lnTo>
                    <a:pt x="7173885" y="2295600"/>
                  </a:lnTo>
                  <a:lnTo>
                    <a:pt x="7250518" y="2300092"/>
                  </a:lnTo>
                  <a:lnTo>
                    <a:pt x="7327150" y="2304550"/>
                  </a:lnTo>
                  <a:lnTo>
                    <a:pt x="7403783" y="2308976"/>
                  </a:lnTo>
                  <a:lnTo>
                    <a:pt x="7403783" y="2685349"/>
                  </a:lnTo>
                  <a:lnTo>
                    <a:pt x="7327150" y="2679534"/>
                  </a:lnTo>
                  <a:lnTo>
                    <a:pt x="7250518" y="2673559"/>
                  </a:lnTo>
                  <a:lnTo>
                    <a:pt x="7173885" y="2667421"/>
                  </a:lnTo>
                  <a:lnTo>
                    <a:pt x="7097253" y="2661114"/>
                  </a:lnTo>
                  <a:lnTo>
                    <a:pt x="7020620" y="2654634"/>
                  </a:lnTo>
                  <a:lnTo>
                    <a:pt x="6943987" y="2647976"/>
                  </a:lnTo>
                  <a:lnTo>
                    <a:pt x="6867355" y="2641135"/>
                  </a:lnTo>
                  <a:lnTo>
                    <a:pt x="6790722" y="2634107"/>
                  </a:lnTo>
                  <a:lnTo>
                    <a:pt x="6714090" y="2626886"/>
                  </a:lnTo>
                  <a:lnTo>
                    <a:pt x="6637457" y="2619467"/>
                  </a:lnTo>
                  <a:lnTo>
                    <a:pt x="6560825" y="2611844"/>
                  </a:lnTo>
                  <a:lnTo>
                    <a:pt x="6484192" y="2604012"/>
                  </a:lnTo>
                  <a:lnTo>
                    <a:pt x="6407560" y="2595965"/>
                  </a:lnTo>
                  <a:lnTo>
                    <a:pt x="6330927" y="2587698"/>
                  </a:lnTo>
                  <a:lnTo>
                    <a:pt x="6254294" y="2579203"/>
                  </a:lnTo>
                  <a:lnTo>
                    <a:pt x="6177662" y="2570476"/>
                  </a:lnTo>
                  <a:lnTo>
                    <a:pt x="6101029" y="2561509"/>
                  </a:lnTo>
                  <a:lnTo>
                    <a:pt x="6024397" y="2552296"/>
                  </a:lnTo>
                  <a:lnTo>
                    <a:pt x="5947764" y="2542830"/>
                  </a:lnTo>
                  <a:lnTo>
                    <a:pt x="5871132" y="2533105"/>
                  </a:lnTo>
                  <a:lnTo>
                    <a:pt x="5794499" y="2523113"/>
                  </a:lnTo>
                  <a:lnTo>
                    <a:pt x="5717867" y="2512846"/>
                  </a:lnTo>
                  <a:lnTo>
                    <a:pt x="5641234" y="2502298"/>
                  </a:lnTo>
                  <a:lnTo>
                    <a:pt x="5564602" y="2491460"/>
                  </a:lnTo>
                  <a:lnTo>
                    <a:pt x="5487969" y="2480325"/>
                  </a:lnTo>
                  <a:lnTo>
                    <a:pt x="5411336" y="2468885"/>
                  </a:lnTo>
                  <a:lnTo>
                    <a:pt x="5334704" y="2457130"/>
                  </a:lnTo>
                  <a:lnTo>
                    <a:pt x="5258071" y="2445054"/>
                  </a:lnTo>
                  <a:lnTo>
                    <a:pt x="5181439" y="2432645"/>
                  </a:lnTo>
                  <a:lnTo>
                    <a:pt x="5104806" y="2419897"/>
                  </a:lnTo>
                  <a:lnTo>
                    <a:pt x="5028174" y="2406798"/>
                  </a:lnTo>
                  <a:lnTo>
                    <a:pt x="4951541" y="2393340"/>
                  </a:lnTo>
                  <a:lnTo>
                    <a:pt x="4874909" y="2379513"/>
                  </a:lnTo>
                  <a:lnTo>
                    <a:pt x="4798276" y="2365307"/>
                  </a:lnTo>
                  <a:lnTo>
                    <a:pt x="4721644" y="2350710"/>
                  </a:lnTo>
                  <a:lnTo>
                    <a:pt x="4645011" y="2335714"/>
                  </a:lnTo>
                  <a:lnTo>
                    <a:pt x="4568378" y="2320305"/>
                  </a:lnTo>
                  <a:lnTo>
                    <a:pt x="4491746" y="2304474"/>
                  </a:lnTo>
                  <a:lnTo>
                    <a:pt x="4415113" y="2288209"/>
                  </a:lnTo>
                  <a:lnTo>
                    <a:pt x="4338481" y="2271497"/>
                  </a:lnTo>
                  <a:lnTo>
                    <a:pt x="4261848" y="2254327"/>
                  </a:lnTo>
                  <a:lnTo>
                    <a:pt x="4185216" y="2236686"/>
                  </a:lnTo>
                  <a:lnTo>
                    <a:pt x="4108583" y="2218560"/>
                  </a:lnTo>
                  <a:lnTo>
                    <a:pt x="4031951" y="2199938"/>
                  </a:lnTo>
                  <a:lnTo>
                    <a:pt x="3955318" y="2180804"/>
                  </a:lnTo>
                  <a:lnTo>
                    <a:pt x="3878685" y="2161145"/>
                  </a:lnTo>
                  <a:lnTo>
                    <a:pt x="3802053" y="2140947"/>
                  </a:lnTo>
                  <a:lnTo>
                    <a:pt x="3725420" y="2120195"/>
                  </a:lnTo>
                  <a:lnTo>
                    <a:pt x="3648788" y="2098874"/>
                  </a:lnTo>
                  <a:lnTo>
                    <a:pt x="3572155" y="2076967"/>
                  </a:lnTo>
                  <a:lnTo>
                    <a:pt x="3495523" y="2054459"/>
                  </a:lnTo>
                  <a:lnTo>
                    <a:pt x="3418890" y="2031334"/>
                  </a:lnTo>
                  <a:lnTo>
                    <a:pt x="3342258" y="2022109"/>
                  </a:lnTo>
                  <a:lnTo>
                    <a:pt x="3265625" y="2015526"/>
                  </a:lnTo>
                  <a:lnTo>
                    <a:pt x="3188993" y="2008894"/>
                  </a:lnTo>
                  <a:lnTo>
                    <a:pt x="3112360" y="2002211"/>
                  </a:lnTo>
                  <a:lnTo>
                    <a:pt x="3035727" y="1995479"/>
                  </a:lnTo>
                  <a:lnTo>
                    <a:pt x="2959095" y="1988695"/>
                  </a:lnTo>
                  <a:lnTo>
                    <a:pt x="2882462" y="1981861"/>
                  </a:lnTo>
                  <a:lnTo>
                    <a:pt x="2805830" y="1974975"/>
                  </a:lnTo>
                  <a:lnTo>
                    <a:pt x="2729197" y="1968038"/>
                  </a:lnTo>
                  <a:lnTo>
                    <a:pt x="2652565" y="1961048"/>
                  </a:lnTo>
                  <a:lnTo>
                    <a:pt x="2575932" y="1954006"/>
                  </a:lnTo>
                  <a:lnTo>
                    <a:pt x="2499300" y="1946910"/>
                  </a:lnTo>
                  <a:lnTo>
                    <a:pt x="2422667" y="1939762"/>
                  </a:lnTo>
                  <a:lnTo>
                    <a:pt x="2346034" y="1932559"/>
                  </a:lnTo>
                  <a:lnTo>
                    <a:pt x="2269402" y="1925302"/>
                  </a:lnTo>
                  <a:lnTo>
                    <a:pt x="2192769" y="1917991"/>
                  </a:lnTo>
                  <a:lnTo>
                    <a:pt x="2116137" y="1910625"/>
                  </a:lnTo>
                  <a:lnTo>
                    <a:pt x="2039504" y="1903203"/>
                  </a:lnTo>
                  <a:lnTo>
                    <a:pt x="1962872" y="1895726"/>
                  </a:lnTo>
                  <a:lnTo>
                    <a:pt x="1886239" y="1888192"/>
                  </a:lnTo>
                  <a:lnTo>
                    <a:pt x="1809607" y="1880602"/>
                  </a:lnTo>
                  <a:lnTo>
                    <a:pt x="1732974" y="1872955"/>
                  </a:lnTo>
                  <a:lnTo>
                    <a:pt x="1656342" y="1865250"/>
                  </a:lnTo>
                  <a:lnTo>
                    <a:pt x="1579709" y="1857487"/>
                  </a:lnTo>
                  <a:lnTo>
                    <a:pt x="1503076" y="1849665"/>
                  </a:lnTo>
                  <a:lnTo>
                    <a:pt x="1426444" y="1841785"/>
                  </a:lnTo>
                  <a:lnTo>
                    <a:pt x="1349811" y="1833846"/>
                  </a:lnTo>
                  <a:lnTo>
                    <a:pt x="1273179" y="1825847"/>
                  </a:lnTo>
                  <a:lnTo>
                    <a:pt x="1196546" y="1817787"/>
                  </a:lnTo>
                  <a:lnTo>
                    <a:pt x="1119914" y="1809668"/>
                  </a:lnTo>
                  <a:lnTo>
                    <a:pt x="1043281" y="1801487"/>
                  </a:lnTo>
                  <a:lnTo>
                    <a:pt x="966649" y="1793244"/>
                  </a:lnTo>
                  <a:lnTo>
                    <a:pt x="890016" y="1784939"/>
                  </a:lnTo>
                  <a:lnTo>
                    <a:pt x="813384" y="1776572"/>
                  </a:lnTo>
                  <a:lnTo>
                    <a:pt x="736751" y="1768143"/>
                  </a:lnTo>
                  <a:lnTo>
                    <a:pt x="660118" y="1759649"/>
                  </a:lnTo>
                  <a:lnTo>
                    <a:pt x="583486" y="1751092"/>
                  </a:lnTo>
                  <a:lnTo>
                    <a:pt x="506853" y="1742470"/>
                  </a:lnTo>
                  <a:lnTo>
                    <a:pt x="430221" y="1733784"/>
                  </a:lnTo>
                  <a:lnTo>
                    <a:pt x="353588" y="1725032"/>
                  </a:lnTo>
                  <a:lnTo>
                    <a:pt x="276956" y="1716215"/>
                  </a:lnTo>
                  <a:lnTo>
                    <a:pt x="200323" y="1707331"/>
                  </a:lnTo>
                  <a:lnTo>
                    <a:pt x="123691" y="1698380"/>
                  </a:lnTo>
                  <a:lnTo>
                    <a:pt x="47058" y="1689362"/>
                  </a:lnTo>
                  <a:lnTo>
                    <a:pt x="0" y="16837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51918"/>
              <a:ext cx="7403783" cy="2308976"/>
            </a:xfrm>
            <a:custGeom>
              <a:avLst/>
              <a:pathLst>
                <a:path w="7403783" h="2308976">
                  <a:moveTo>
                    <a:pt x="0" y="0"/>
                  </a:moveTo>
                  <a:lnTo>
                    <a:pt x="47058" y="48007"/>
                  </a:lnTo>
                  <a:lnTo>
                    <a:pt x="123691" y="124097"/>
                  </a:lnTo>
                  <a:lnTo>
                    <a:pt x="200323" y="198154"/>
                  </a:lnTo>
                  <a:lnTo>
                    <a:pt x="276956" y="270234"/>
                  </a:lnTo>
                  <a:lnTo>
                    <a:pt x="353588" y="340390"/>
                  </a:lnTo>
                  <a:lnTo>
                    <a:pt x="430221" y="408671"/>
                  </a:lnTo>
                  <a:lnTo>
                    <a:pt x="506853" y="475130"/>
                  </a:lnTo>
                  <a:lnTo>
                    <a:pt x="583486" y="539813"/>
                  </a:lnTo>
                  <a:lnTo>
                    <a:pt x="660118" y="602769"/>
                  </a:lnTo>
                  <a:lnTo>
                    <a:pt x="736751" y="664044"/>
                  </a:lnTo>
                  <a:lnTo>
                    <a:pt x="813384" y="723683"/>
                  </a:lnTo>
                  <a:lnTo>
                    <a:pt x="890016" y="781729"/>
                  </a:lnTo>
                  <a:lnTo>
                    <a:pt x="966649" y="838225"/>
                  </a:lnTo>
                  <a:lnTo>
                    <a:pt x="1043281" y="893212"/>
                  </a:lnTo>
                  <a:lnTo>
                    <a:pt x="1119914" y="946730"/>
                  </a:lnTo>
                  <a:lnTo>
                    <a:pt x="1196546" y="998820"/>
                  </a:lnTo>
                  <a:lnTo>
                    <a:pt x="1273179" y="1049518"/>
                  </a:lnTo>
                  <a:lnTo>
                    <a:pt x="1349811" y="1098863"/>
                  </a:lnTo>
                  <a:lnTo>
                    <a:pt x="1426444" y="1146890"/>
                  </a:lnTo>
                  <a:lnTo>
                    <a:pt x="1503076" y="1193634"/>
                  </a:lnTo>
                  <a:lnTo>
                    <a:pt x="1579709" y="1239130"/>
                  </a:lnTo>
                  <a:lnTo>
                    <a:pt x="1656342" y="1283411"/>
                  </a:lnTo>
                  <a:lnTo>
                    <a:pt x="1732974" y="1326509"/>
                  </a:lnTo>
                  <a:lnTo>
                    <a:pt x="1809607" y="1368457"/>
                  </a:lnTo>
                  <a:lnTo>
                    <a:pt x="1886239" y="1409284"/>
                  </a:lnTo>
                  <a:lnTo>
                    <a:pt x="1962872" y="1449021"/>
                  </a:lnTo>
                  <a:lnTo>
                    <a:pt x="2039504" y="1487697"/>
                  </a:lnTo>
                  <a:lnTo>
                    <a:pt x="2116137" y="1525340"/>
                  </a:lnTo>
                  <a:lnTo>
                    <a:pt x="2192769" y="1561978"/>
                  </a:lnTo>
                  <a:lnTo>
                    <a:pt x="2269402" y="1597637"/>
                  </a:lnTo>
                  <a:lnTo>
                    <a:pt x="2346034" y="1632344"/>
                  </a:lnTo>
                  <a:lnTo>
                    <a:pt x="2422667" y="1666124"/>
                  </a:lnTo>
                  <a:lnTo>
                    <a:pt x="2499300" y="1699002"/>
                  </a:lnTo>
                  <a:lnTo>
                    <a:pt x="2575932" y="1731002"/>
                  </a:lnTo>
                  <a:lnTo>
                    <a:pt x="2652565" y="1762148"/>
                  </a:lnTo>
                  <a:lnTo>
                    <a:pt x="2729197" y="1792462"/>
                  </a:lnTo>
                  <a:lnTo>
                    <a:pt x="2805830" y="1821966"/>
                  </a:lnTo>
                  <a:lnTo>
                    <a:pt x="2882462" y="1850682"/>
                  </a:lnTo>
                  <a:lnTo>
                    <a:pt x="2959095" y="1878632"/>
                  </a:lnTo>
                  <a:lnTo>
                    <a:pt x="3035727" y="1905835"/>
                  </a:lnTo>
                  <a:lnTo>
                    <a:pt x="3112360" y="1932312"/>
                  </a:lnTo>
                  <a:lnTo>
                    <a:pt x="3188993" y="1958081"/>
                  </a:lnTo>
                  <a:lnTo>
                    <a:pt x="3265625" y="1983163"/>
                  </a:lnTo>
                  <a:lnTo>
                    <a:pt x="3342258" y="2007574"/>
                  </a:lnTo>
                  <a:lnTo>
                    <a:pt x="3418890" y="2028643"/>
                  </a:lnTo>
                  <a:lnTo>
                    <a:pt x="3495523" y="2035128"/>
                  </a:lnTo>
                  <a:lnTo>
                    <a:pt x="3572155" y="2041565"/>
                  </a:lnTo>
                  <a:lnTo>
                    <a:pt x="3648788" y="2047954"/>
                  </a:lnTo>
                  <a:lnTo>
                    <a:pt x="3725420" y="2054295"/>
                  </a:lnTo>
                  <a:lnTo>
                    <a:pt x="3802053" y="2060588"/>
                  </a:lnTo>
                  <a:lnTo>
                    <a:pt x="3878685" y="2066835"/>
                  </a:lnTo>
                  <a:lnTo>
                    <a:pt x="3955318" y="2073035"/>
                  </a:lnTo>
                  <a:lnTo>
                    <a:pt x="4031951" y="2079188"/>
                  </a:lnTo>
                  <a:lnTo>
                    <a:pt x="4108583" y="2085296"/>
                  </a:lnTo>
                  <a:lnTo>
                    <a:pt x="4185216" y="2091358"/>
                  </a:lnTo>
                  <a:lnTo>
                    <a:pt x="4261848" y="2097375"/>
                  </a:lnTo>
                  <a:lnTo>
                    <a:pt x="4338481" y="2103347"/>
                  </a:lnTo>
                  <a:lnTo>
                    <a:pt x="4415113" y="2109274"/>
                  </a:lnTo>
                  <a:lnTo>
                    <a:pt x="4491746" y="2115158"/>
                  </a:lnTo>
                  <a:lnTo>
                    <a:pt x="4568378" y="2120997"/>
                  </a:lnTo>
                  <a:lnTo>
                    <a:pt x="4645011" y="2126792"/>
                  </a:lnTo>
                  <a:lnTo>
                    <a:pt x="4721644" y="2132545"/>
                  </a:lnTo>
                  <a:lnTo>
                    <a:pt x="4798276" y="2138254"/>
                  </a:lnTo>
                  <a:lnTo>
                    <a:pt x="4874909" y="2143921"/>
                  </a:lnTo>
                  <a:lnTo>
                    <a:pt x="4951541" y="2149545"/>
                  </a:lnTo>
                  <a:lnTo>
                    <a:pt x="5028174" y="2155128"/>
                  </a:lnTo>
                  <a:lnTo>
                    <a:pt x="5104806" y="2160669"/>
                  </a:lnTo>
                  <a:lnTo>
                    <a:pt x="5181439" y="2166168"/>
                  </a:lnTo>
                  <a:lnTo>
                    <a:pt x="5258071" y="2171626"/>
                  </a:lnTo>
                  <a:lnTo>
                    <a:pt x="5334704" y="2177044"/>
                  </a:lnTo>
                  <a:lnTo>
                    <a:pt x="5411336" y="2182421"/>
                  </a:lnTo>
                  <a:lnTo>
                    <a:pt x="5487969" y="2187758"/>
                  </a:lnTo>
                  <a:lnTo>
                    <a:pt x="5564602" y="2193055"/>
                  </a:lnTo>
                  <a:lnTo>
                    <a:pt x="5641234" y="2198313"/>
                  </a:lnTo>
                  <a:lnTo>
                    <a:pt x="5717867" y="2203531"/>
                  </a:lnTo>
                  <a:lnTo>
                    <a:pt x="5794499" y="2208711"/>
                  </a:lnTo>
                  <a:lnTo>
                    <a:pt x="5871132" y="2213852"/>
                  </a:lnTo>
                  <a:lnTo>
                    <a:pt x="5947764" y="2218954"/>
                  </a:lnTo>
                  <a:lnTo>
                    <a:pt x="6024397" y="2224018"/>
                  </a:lnTo>
                  <a:lnTo>
                    <a:pt x="6101029" y="2229045"/>
                  </a:lnTo>
                  <a:lnTo>
                    <a:pt x="6177662" y="2234034"/>
                  </a:lnTo>
                  <a:lnTo>
                    <a:pt x="6254294" y="2238985"/>
                  </a:lnTo>
                  <a:lnTo>
                    <a:pt x="6330927" y="2243900"/>
                  </a:lnTo>
                  <a:lnTo>
                    <a:pt x="6407560" y="2248778"/>
                  </a:lnTo>
                  <a:lnTo>
                    <a:pt x="6484192" y="2253620"/>
                  </a:lnTo>
                  <a:lnTo>
                    <a:pt x="6560825" y="2258425"/>
                  </a:lnTo>
                  <a:lnTo>
                    <a:pt x="6637457" y="2263195"/>
                  </a:lnTo>
                  <a:lnTo>
                    <a:pt x="6714090" y="2267929"/>
                  </a:lnTo>
                  <a:lnTo>
                    <a:pt x="6790722" y="2272628"/>
                  </a:lnTo>
                  <a:lnTo>
                    <a:pt x="6867355" y="2277291"/>
                  </a:lnTo>
                  <a:lnTo>
                    <a:pt x="6943987" y="2281920"/>
                  </a:lnTo>
                  <a:lnTo>
                    <a:pt x="7020620" y="2286514"/>
                  </a:lnTo>
                  <a:lnTo>
                    <a:pt x="7097253" y="2291074"/>
                  </a:lnTo>
                  <a:lnTo>
                    <a:pt x="7173885" y="2295600"/>
                  </a:lnTo>
                  <a:lnTo>
                    <a:pt x="7250518" y="2300092"/>
                  </a:lnTo>
                  <a:lnTo>
                    <a:pt x="7327150" y="2304550"/>
                  </a:lnTo>
                  <a:lnTo>
                    <a:pt x="7403783" y="2308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35701"/>
              <a:ext cx="7403783" cy="1001566"/>
            </a:xfrm>
            <a:custGeom>
              <a:avLst/>
              <a:pathLst>
                <a:path w="7403783" h="1001566">
                  <a:moveTo>
                    <a:pt x="7403783" y="1001566"/>
                  </a:moveTo>
                  <a:lnTo>
                    <a:pt x="7327150" y="995751"/>
                  </a:lnTo>
                  <a:lnTo>
                    <a:pt x="7250518" y="989777"/>
                  </a:lnTo>
                  <a:lnTo>
                    <a:pt x="7173885" y="983638"/>
                  </a:lnTo>
                  <a:lnTo>
                    <a:pt x="7097253" y="977331"/>
                  </a:lnTo>
                  <a:lnTo>
                    <a:pt x="7020620" y="970851"/>
                  </a:lnTo>
                  <a:lnTo>
                    <a:pt x="6943987" y="964193"/>
                  </a:lnTo>
                  <a:lnTo>
                    <a:pt x="6867355" y="957353"/>
                  </a:lnTo>
                  <a:lnTo>
                    <a:pt x="6790722" y="950324"/>
                  </a:lnTo>
                  <a:lnTo>
                    <a:pt x="6714090" y="943103"/>
                  </a:lnTo>
                  <a:lnTo>
                    <a:pt x="6637457" y="935684"/>
                  </a:lnTo>
                  <a:lnTo>
                    <a:pt x="6560825" y="928061"/>
                  </a:lnTo>
                  <a:lnTo>
                    <a:pt x="6484192" y="920230"/>
                  </a:lnTo>
                  <a:lnTo>
                    <a:pt x="6407560" y="912183"/>
                  </a:lnTo>
                  <a:lnTo>
                    <a:pt x="6330927" y="903915"/>
                  </a:lnTo>
                  <a:lnTo>
                    <a:pt x="6254294" y="895421"/>
                  </a:lnTo>
                  <a:lnTo>
                    <a:pt x="6177662" y="886693"/>
                  </a:lnTo>
                  <a:lnTo>
                    <a:pt x="6101029" y="877726"/>
                  </a:lnTo>
                  <a:lnTo>
                    <a:pt x="6024397" y="868513"/>
                  </a:lnTo>
                  <a:lnTo>
                    <a:pt x="5947764" y="859048"/>
                  </a:lnTo>
                  <a:lnTo>
                    <a:pt x="5871132" y="849322"/>
                  </a:lnTo>
                  <a:lnTo>
                    <a:pt x="5794499" y="839330"/>
                  </a:lnTo>
                  <a:lnTo>
                    <a:pt x="5717867" y="829063"/>
                  </a:lnTo>
                  <a:lnTo>
                    <a:pt x="5641234" y="818515"/>
                  </a:lnTo>
                  <a:lnTo>
                    <a:pt x="5564602" y="807678"/>
                  </a:lnTo>
                  <a:lnTo>
                    <a:pt x="5487969" y="796543"/>
                  </a:lnTo>
                  <a:lnTo>
                    <a:pt x="5411336" y="785102"/>
                  </a:lnTo>
                  <a:lnTo>
                    <a:pt x="5334704" y="773348"/>
                  </a:lnTo>
                  <a:lnTo>
                    <a:pt x="5258071" y="761271"/>
                  </a:lnTo>
                  <a:lnTo>
                    <a:pt x="5181439" y="748863"/>
                  </a:lnTo>
                  <a:lnTo>
                    <a:pt x="5104806" y="736114"/>
                  </a:lnTo>
                  <a:lnTo>
                    <a:pt x="5028174" y="723015"/>
                  </a:lnTo>
                  <a:lnTo>
                    <a:pt x="4951541" y="709558"/>
                  </a:lnTo>
                  <a:lnTo>
                    <a:pt x="4874909" y="695730"/>
                  </a:lnTo>
                  <a:lnTo>
                    <a:pt x="4798276" y="681524"/>
                  </a:lnTo>
                  <a:lnTo>
                    <a:pt x="4721644" y="666928"/>
                  </a:lnTo>
                  <a:lnTo>
                    <a:pt x="4645011" y="651931"/>
                  </a:lnTo>
                  <a:lnTo>
                    <a:pt x="4568378" y="636523"/>
                  </a:lnTo>
                  <a:lnTo>
                    <a:pt x="4491746" y="620692"/>
                  </a:lnTo>
                  <a:lnTo>
                    <a:pt x="4415113" y="604426"/>
                  </a:lnTo>
                  <a:lnTo>
                    <a:pt x="4338481" y="587714"/>
                  </a:lnTo>
                  <a:lnTo>
                    <a:pt x="4261848" y="570544"/>
                  </a:lnTo>
                  <a:lnTo>
                    <a:pt x="4185216" y="552903"/>
                  </a:lnTo>
                  <a:lnTo>
                    <a:pt x="4108583" y="534778"/>
                  </a:lnTo>
                  <a:lnTo>
                    <a:pt x="4031951" y="516155"/>
                  </a:lnTo>
                  <a:lnTo>
                    <a:pt x="3955318" y="497021"/>
                  </a:lnTo>
                  <a:lnTo>
                    <a:pt x="3878685" y="477363"/>
                  </a:lnTo>
                  <a:lnTo>
                    <a:pt x="3802053" y="457165"/>
                  </a:lnTo>
                  <a:lnTo>
                    <a:pt x="3725420" y="436412"/>
                  </a:lnTo>
                  <a:lnTo>
                    <a:pt x="3648788" y="415091"/>
                  </a:lnTo>
                  <a:lnTo>
                    <a:pt x="3572155" y="393184"/>
                  </a:lnTo>
                  <a:lnTo>
                    <a:pt x="3495523" y="370677"/>
                  </a:lnTo>
                  <a:lnTo>
                    <a:pt x="3418890" y="347551"/>
                  </a:lnTo>
                  <a:lnTo>
                    <a:pt x="3342258" y="338327"/>
                  </a:lnTo>
                  <a:lnTo>
                    <a:pt x="3265625" y="331744"/>
                  </a:lnTo>
                  <a:lnTo>
                    <a:pt x="3188993" y="325111"/>
                  </a:lnTo>
                  <a:lnTo>
                    <a:pt x="3112360" y="318429"/>
                  </a:lnTo>
                  <a:lnTo>
                    <a:pt x="3035727" y="311696"/>
                  </a:lnTo>
                  <a:lnTo>
                    <a:pt x="2959095" y="304913"/>
                  </a:lnTo>
                  <a:lnTo>
                    <a:pt x="2882462" y="298078"/>
                  </a:lnTo>
                  <a:lnTo>
                    <a:pt x="2805830" y="291192"/>
                  </a:lnTo>
                  <a:lnTo>
                    <a:pt x="2729197" y="284255"/>
                  </a:lnTo>
                  <a:lnTo>
                    <a:pt x="2652565" y="277265"/>
                  </a:lnTo>
                  <a:lnTo>
                    <a:pt x="2575932" y="270223"/>
                  </a:lnTo>
                  <a:lnTo>
                    <a:pt x="2499300" y="263127"/>
                  </a:lnTo>
                  <a:lnTo>
                    <a:pt x="2422667" y="255979"/>
                  </a:lnTo>
                  <a:lnTo>
                    <a:pt x="2346034" y="248776"/>
                  </a:lnTo>
                  <a:lnTo>
                    <a:pt x="2269402" y="241520"/>
                  </a:lnTo>
                  <a:lnTo>
                    <a:pt x="2192769" y="234209"/>
                  </a:lnTo>
                  <a:lnTo>
                    <a:pt x="2116137" y="226842"/>
                  </a:lnTo>
                  <a:lnTo>
                    <a:pt x="2039504" y="219421"/>
                  </a:lnTo>
                  <a:lnTo>
                    <a:pt x="1962872" y="211943"/>
                  </a:lnTo>
                  <a:lnTo>
                    <a:pt x="1886239" y="204410"/>
                  </a:lnTo>
                  <a:lnTo>
                    <a:pt x="1809607" y="196819"/>
                  </a:lnTo>
                  <a:lnTo>
                    <a:pt x="1732974" y="189172"/>
                  </a:lnTo>
                  <a:lnTo>
                    <a:pt x="1656342" y="181467"/>
                  </a:lnTo>
                  <a:lnTo>
                    <a:pt x="1579709" y="173704"/>
                  </a:lnTo>
                  <a:lnTo>
                    <a:pt x="1503076" y="165883"/>
                  </a:lnTo>
                  <a:lnTo>
                    <a:pt x="1426444" y="158003"/>
                  </a:lnTo>
                  <a:lnTo>
                    <a:pt x="1349811" y="150063"/>
                  </a:lnTo>
                  <a:lnTo>
                    <a:pt x="1273179" y="142064"/>
                  </a:lnTo>
                  <a:lnTo>
                    <a:pt x="1196546" y="134005"/>
                  </a:lnTo>
                  <a:lnTo>
                    <a:pt x="1119914" y="125885"/>
                  </a:lnTo>
                  <a:lnTo>
                    <a:pt x="1043281" y="117704"/>
                  </a:lnTo>
                  <a:lnTo>
                    <a:pt x="966649" y="109461"/>
                  </a:lnTo>
                  <a:lnTo>
                    <a:pt x="890016" y="101157"/>
                  </a:lnTo>
                  <a:lnTo>
                    <a:pt x="813384" y="92790"/>
                  </a:lnTo>
                  <a:lnTo>
                    <a:pt x="736751" y="84360"/>
                  </a:lnTo>
                  <a:lnTo>
                    <a:pt x="660118" y="75866"/>
                  </a:lnTo>
                  <a:lnTo>
                    <a:pt x="583486" y="67309"/>
                  </a:lnTo>
                  <a:lnTo>
                    <a:pt x="506853" y="58688"/>
                  </a:lnTo>
                  <a:lnTo>
                    <a:pt x="430221" y="50001"/>
                  </a:lnTo>
                  <a:lnTo>
                    <a:pt x="353588" y="41249"/>
                  </a:lnTo>
                  <a:lnTo>
                    <a:pt x="276956" y="32432"/>
                  </a:lnTo>
                  <a:lnTo>
                    <a:pt x="200323" y="23548"/>
                  </a:lnTo>
                  <a:lnTo>
                    <a:pt x="123691" y="14597"/>
                  </a:lnTo>
                  <a:lnTo>
                    <a:pt x="47058" y="55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74161"/>
              <a:ext cx="7403783" cy="1521936"/>
            </a:xfrm>
            <a:custGeom>
              <a:avLst/>
              <a:pathLst>
                <a:path w="7403783" h="1521936">
                  <a:moveTo>
                    <a:pt x="0" y="0"/>
                  </a:moveTo>
                  <a:lnTo>
                    <a:pt x="47058" y="19858"/>
                  </a:lnTo>
                  <a:lnTo>
                    <a:pt x="123691" y="51641"/>
                  </a:lnTo>
                  <a:lnTo>
                    <a:pt x="200323" y="82881"/>
                  </a:lnTo>
                  <a:lnTo>
                    <a:pt x="276956" y="113585"/>
                  </a:lnTo>
                  <a:lnTo>
                    <a:pt x="353588" y="143763"/>
                  </a:lnTo>
                  <a:lnTo>
                    <a:pt x="430221" y="173424"/>
                  </a:lnTo>
                  <a:lnTo>
                    <a:pt x="506853" y="202577"/>
                  </a:lnTo>
                  <a:lnTo>
                    <a:pt x="583486" y="231230"/>
                  </a:lnTo>
                  <a:lnTo>
                    <a:pt x="660118" y="259393"/>
                  </a:lnTo>
                  <a:lnTo>
                    <a:pt x="736751" y="287073"/>
                  </a:lnTo>
                  <a:lnTo>
                    <a:pt x="813384" y="314279"/>
                  </a:lnTo>
                  <a:lnTo>
                    <a:pt x="890016" y="341018"/>
                  </a:lnTo>
                  <a:lnTo>
                    <a:pt x="966649" y="367300"/>
                  </a:lnTo>
                  <a:lnTo>
                    <a:pt x="1043281" y="393131"/>
                  </a:lnTo>
                  <a:lnTo>
                    <a:pt x="1119914" y="418520"/>
                  </a:lnTo>
                  <a:lnTo>
                    <a:pt x="1196546" y="443474"/>
                  </a:lnTo>
                  <a:lnTo>
                    <a:pt x="1273179" y="468000"/>
                  </a:lnTo>
                  <a:lnTo>
                    <a:pt x="1349811" y="492106"/>
                  </a:lnTo>
                  <a:lnTo>
                    <a:pt x="1426444" y="515799"/>
                  </a:lnTo>
                  <a:lnTo>
                    <a:pt x="1503076" y="539086"/>
                  </a:lnTo>
                  <a:lnTo>
                    <a:pt x="1579709" y="561974"/>
                  </a:lnTo>
                  <a:lnTo>
                    <a:pt x="1656342" y="584471"/>
                  </a:lnTo>
                  <a:lnTo>
                    <a:pt x="1732974" y="606581"/>
                  </a:lnTo>
                  <a:lnTo>
                    <a:pt x="1809607" y="628313"/>
                  </a:lnTo>
                  <a:lnTo>
                    <a:pt x="1886239" y="649673"/>
                  </a:lnTo>
                  <a:lnTo>
                    <a:pt x="1962872" y="670666"/>
                  </a:lnTo>
                  <a:lnTo>
                    <a:pt x="2039504" y="691300"/>
                  </a:lnTo>
                  <a:lnTo>
                    <a:pt x="2116137" y="711580"/>
                  </a:lnTo>
                  <a:lnTo>
                    <a:pt x="2192769" y="731513"/>
                  </a:lnTo>
                  <a:lnTo>
                    <a:pt x="2269402" y="751105"/>
                  </a:lnTo>
                  <a:lnTo>
                    <a:pt x="2346034" y="770361"/>
                  </a:lnTo>
                  <a:lnTo>
                    <a:pt x="2422667" y="789287"/>
                  </a:lnTo>
                  <a:lnTo>
                    <a:pt x="2499300" y="807888"/>
                  </a:lnTo>
                  <a:lnTo>
                    <a:pt x="2575932" y="826171"/>
                  </a:lnTo>
                  <a:lnTo>
                    <a:pt x="2652565" y="844141"/>
                  </a:lnTo>
                  <a:lnTo>
                    <a:pt x="2729197" y="861803"/>
                  </a:lnTo>
                  <a:lnTo>
                    <a:pt x="2805830" y="879162"/>
                  </a:lnTo>
                  <a:lnTo>
                    <a:pt x="2882462" y="896224"/>
                  </a:lnTo>
                  <a:lnTo>
                    <a:pt x="2959095" y="912994"/>
                  </a:lnTo>
                  <a:lnTo>
                    <a:pt x="3035727" y="929476"/>
                  </a:lnTo>
                  <a:lnTo>
                    <a:pt x="3112360" y="945676"/>
                  </a:lnTo>
                  <a:lnTo>
                    <a:pt x="3188993" y="961598"/>
                  </a:lnTo>
                  <a:lnTo>
                    <a:pt x="3265625" y="977248"/>
                  </a:lnTo>
                  <a:lnTo>
                    <a:pt x="3342258" y="992629"/>
                  </a:lnTo>
                  <a:lnTo>
                    <a:pt x="3418890" y="1007747"/>
                  </a:lnTo>
                  <a:lnTo>
                    <a:pt x="3495523" y="1022606"/>
                  </a:lnTo>
                  <a:lnTo>
                    <a:pt x="3572155" y="1037210"/>
                  </a:lnTo>
                  <a:lnTo>
                    <a:pt x="3648788" y="1051564"/>
                  </a:lnTo>
                  <a:lnTo>
                    <a:pt x="3725420" y="1065673"/>
                  </a:lnTo>
                  <a:lnTo>
                    <a:pt x="3802053" y="1079539"/>
                  </a:lnTo>
                  <a:lnTo>
                    <a:pt x="3878685" y="1093168"/>
                  </a:lnTo>
                  <a:lnTo>
                    <a:pt x="3955318" y="1106563"/>
                  </a:lnTo>
                  <a:lnTo>
                    <a:pt x="4031951" y="1119729"/>
                  </a:lnTo>
                  <a:lnTo>
                    <a:pt x="4108583" y="1132670"/>
                  </a:lnTo>
                  <a:lnTo>
                    <a:pt x="4185216" y="1145388"/>
                  </a:lnTo>
                  <a:lnTo>
                    <a:pt x="4261848" y="1157889"/>
                  </a:lnTo>
                  <a:lnTo>
                    <a:pt x="4338481" y="1170176"/>
                  </a:lnTo>
                  <a:lnTo>
                    <a:pt x="4415113" y="1182252"/>
                  </a:lnTo>
                  <a:lnTo>
                    <a:pt x="4491746" y="1194121"/>
                  </a:lnTo>
                  <a:lnTo>
                    <a:pt x="4568378" y="1205787"/>
                  </a:lnTo>
                  <a:lnTo>
                    <a:pt x="4645011" y="1217253"/>
                  </a:lnTo>
                  <a:lnTo>
                    <a:pt x="4721644" y="1228523"/>
                  </a:lnTo>
                  <a:lnTo>
                    <a:pt x="4798276" y="1239599"/>
                  </a:lnTo>
                  <a:lnTo>
                    <a:pt x="4874909" y="1250486"/>
                  </a:lnTo>
                  <a:lnTo>
                    <a:pt x="4951541" y="1261186"/>
                  </a:lnTo>
                  <a:lnTo>
                    <a:pt x="5028174" y="1271703"/>
                  </a:lnTo>
                  <a:lnTo>
                    <a:pt x="5104806" y="1282040"/>
                  </a:lnTo>
                  <a:lnTo>
                    <a:pt x="5181439" y="1292199"/>
                  </a:lnTo>
                  <a:lnTo>
                    <a:pt x="5258071" y="1302185"/>
                  </a:lnTo>
                  <a:lnTo>
                    <a:pt x="5334704" y="1311999"/>
                  </a:lnTo>
                  <a:lnTo>
                    <a:pt x="5411336" y="1321646"/>
                  </a:lnTo>
                  <a:lnTo>
                    <a:pt x="5487969" y="1331127"/>
                  </a:lnTo>
                  <a:lnTo>
                    <a:pt x="5564602" y="1340445"/>
                  </a:lnTo>
                  <a:lnTo>
                    <a:pt x="5641234" y="1349604"/>
                  </a:lnTo>
                  <a:lnTo>
                    <a:pt x="5717867" y="1358606"/>
                  </a:lnTo>
                  <a:lnTo>
                    <a:pt x="5794499" y="1367454"/>
                  </a:lnTo>
                  <a:lnTo>
                    <a:pt x="5871132" y="1376151"/>
                  </a:lnTo>
                  <a:lnTo>
                    <a:pt x="5947764" y="1384698"/>
                  </a:lnTo>
                  <a:lnTo>
                    <a:pt x="6024397" y="1393099"/>
                  </a:lnTo>
                  <a:lnTo>
                    <a:pt x="6101029" y="1401356"/>
                  </a:lnTo>
                  <a:lnTo>
                    <a:pt x="6177662" y="1409471"/>
                  </a:lnTo>
                  <a:lnTo>
                    <a:pt x="6254294" y="1417447"/>
                  </a:lnTo>
                  <a:lnTo>
                    <a:pt x="6330927" y="1425287"/>
                  </a:lnTo>
                  <a:lnTo>
                    <a:pt x="6407560" y="1432993"/>
                  </a:lnTo>
                  <a:lnTo>
                    <a:pt x="6484192" y="1440566"/>
                  </a:lnTo>
                  <a:lnTo>
                    <a:pt x="6560825" y="1448010"/>
                  </a:lnTo>
                  <a:lnTo>
                    <a:pt x="6637457" y="1455326"/>
                  </a:lnTo>
                  <a:lnTo>
                    <a:pt x="6714090" y="1462517"/>
                  </a:lnTo>
                  <a:lnTo>
                    <a:pt x="6790722" y="1469584"/>
                  </a:lnTo>
                  <a:lnTo>
                    <a:pt x="6867355" y="1476531"/>
                  </a:lnTo>
                  <a:lnTo>
                    <a:pt x="6943987" y="1483358"/>
                  </a:lnTo>
                  <a:lnTo>
                    <a:pt x="7020620" y="1490069"/>
                  </a:lnTo>
                  <a:lnTo>
                    <a:pt x="7097253" y="1496664"/>
                  </a:lnTo>
                  <a:lnTo>
                    <a:pt x="7173885" y="1503147"/>
                  </a:lnTo>
                  <a:lnTo>
                    <a:pt x="7250518" y="1509518"/>
                  </a:lnTo>
                  <a:lnTo>
                    <a:pt x="7327150" y="1515781"/>
                  </a:lnTo>
                  <a:lnTo>
                    <a:pt x="7403783" y="15219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2026-05-27T10:03:44Z</dcterms:modified>
  <cp:category/>
</cp:coreProperties>
</file>