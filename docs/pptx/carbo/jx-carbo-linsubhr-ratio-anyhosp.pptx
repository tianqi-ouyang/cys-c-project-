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2518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5919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9319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2719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421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7619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1019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336642"/>
              <a:ext cx="6964104" cy="990704"/>
            </a:xfrm>
            <a:custGeom>
              <a:avLst/>
              <a:pathLst>
                <a:path w="6964104" h="990704">
                  <a:moveTo>
                    <a:pt x="0" y="0"/>
                  </a:moveTo>
                  <a:lnTo>
                    <a:pt x="70344" y="28404"/>
                  </a:lnTo>
                  <a:lnTo>
                    <a:pt x="140688" y="56050"/>
                  </a:lnTo>
                  <a:lnTo>
                    <a:pt x="211033" y="82958"/>
                  </a:lnTo>
                  <a:lnTo>
                    <a:pt x="281377" y="109148"/>
                  </a:lnTo>
                  <a:lnTo>
                    <a:pt x="351722" y="134638"/>
                  </a:lnTo>
                  <a:lnTo>
                    <a:pt x="422066" y="159447"/>
                  </a:lnTo>
                  <a:lnTo>
                    <a:pt x="492411" y="183594"/>
                  </a:lnTo>
                  <a:lnTo>
                    <a:pt x="562755" y="207095"/>
                  </a:lnTo>
                  <a:lnTo>
                    <a:pt x="633100" y="229970"/>
                  </a:lnTo>
                  <a:lnTo>
                    <a:pt x="703444" y="252233"/>
                  </a:lnTo>
                  <a:lnTo>
                    <a:pt x="773789" y="273902"/>
                  </a:lnTo>
                  <a:lnTo>
                    <a:pt x="844133" y="294992"/>
                  </a:lnTo>
                  <a:lnTo>
                    <a:pt x="914478" y="315519"/>
                  </a:lnTo>
                  <a:lnTo>
                    <a:pt x="984822" y="335498"/>
                  </a:lnTo>
                  <a:lnTo>
                    <a:pt x="1055167" y="354943"/>
                  </a:lnTo>
                  <a:lnTo>
                    <a:pt x="1125511" y="373869"/>
                  </a:lnTo>
                  <a:lnTo>
                    <a:pt x="1195856" y="392290"/>
                  </a:lnTo>
                  <a:lnTo>
                    <a:pt x="1266200" y="410218"/>
                  </a:lnTo>
                  <a:lnTo>
                    <a:pt x="1336545" y="427668"/>
                  </a:lnTo>
                  <a:lnTo>
                    <a:pt x="1406889" y="444652"/>
                  </a:lnTo>
                  <a:lnTo>
                    <a:pt x="1477234" y="461182"/>
                  </a:lnTo>
                  <a:lnTo>
                    <a:pt x="1547578" y="477271"/>
                  </a:lnTo>
                  <a:lnTo>
                    <a:pt x="1617923" y="492931"/>
                  </a:lnTo>
                  <a:lnTo>
                    <a:pt x="1688267" y="508172"/>
                  </a:lnTo>
                  <a:lnTo>
                    <a:pt x="1758612" y="523006"/>
                  </a:lnTo>
                  <a:lnTo>
                    <a:pt x="1828956" y="537444"/>
                  </a:lnTo>
                  <a:lnTo>
                    <a:pt x="1899301" y="551496"/>
                  </a:lnTo>
                  <a:lnTo>
                    <a:pt x="1969645" y="565173"/>
                  </a:lnTo>
                  <a:lnTo>
                    <a:pt x="2039990" y="578485"/>
                  </a:lnTo>
                  <a:lnTo>
                    <a:pt x="2110334" y="591441"/>
                  </a:lnTo>
                  <a:lnTo>
                    <a:pt x="2180679" y="604051"/>
                  </a:lnTo>
                  <a:lnTo>
                    <a:pt x="2251023" y="616325"/>
                  </a:lnTo>
                  <a:lnTo>
                    <a:pt x="2321368" y="628271"/>
                  </a:lnTo>
                  <a:lnTo>
                    <a:pt x="2391712" y="639898"/>
                  </a:lnTo>
                  <a:lnTo>
                    <a:pt x="2462057" y="651214"/>
                  </a:lnTo>
                  <a:lnTo>
                    <a:pt x="2532401" y="662228"/>
                  </a:lnTo>
                  <a:lnTo>
                    <a:pt x="2602746" y="672948"/>
                  </a:lnTo>
                  <a:lnTo>
                    <a:pt x="2673090" y="683382"/>
                  </a:lnTo>
                  <a:lnTo>
                    <a:pt x="2743435" y="693537"/>
                  </a:lnTo>
                  <a:lnTo>
                    <a:pt x="2813779" y="703421"/>
                  </a:lnTo>
                  <a:lnTo>
                    <a:pt x="2884124" y="713041"/>
                  </a:lnTo>
                  <a:lnTo>
                    <a:pt x="2954468" y="722404"/>
                  </a:lnTo>
                  <a:lnTo>
                    <a:pt x="3024813" y="731517"/>
                  </a:lnTo>
                  <a:lnTo>
                    <a:pt x="3095157" y="740386"/>
                  </a:lnTo>
                  <a:lnTo>
                    <a:pt x="3165502" y="749019"/>
                  </a:lnTo>
                  <a:lnTo>
                    <a:pt x="3235846" y="757421"/>
                  </a:lnTo>
                  <a:lnTo>
                    <a:pt x="3306191" y="764673"/>
                  </a:lnTo>
                  <a:lnTo>
                    <a:pt x="3376535" y="766905"/>
                  </a:lnTo>
                  <a:lnTo>
                    <a:pt x="3446880" y="769120"/>
                  </a:lnTo>
                  <a:lnTo>
                    <a:pt x="3517224" y="771319"/>
                  </a:lnTo>
                  <a:lnTo>
                    <a:pt x="3587569" y="773502"/>
                  </a:lnTo>
                  <a:lnTo>
                    <a:pt x="3657913" y="775668"/>
                  </a:lnTo>
                  <a:lnTo>
                    <a:pt x="3728257" y="777818"/>
                  </a:lnTo>
                  <a:lnTo>
                    <a:pt x="3798602" y="779952"/>
                  </a:lnTo>
                  <a:lnTo>
                    <a:pt x="3868946" y="782070"/>
                  </a:lnTo>
                  <a:lnTo>
                    <a:pt x="3939291" y="784172"/>
                  </a:lnTo>
                  <a:lnTo>
                    <a:pt x="4009635" y="786259"/>
                  </a:lnTo>
                  <a:lnTo>
                    <a:pt x="4079980" y="788330"/>
                  </a:lnTo>
                  <a:lnTo>
                    <a:pt x="4150324" y="790385"/>
                  </a:lnTo>
                  <a:lnTo>
                    <a:pt x="4220669" y="792425"/>
                  </a:lnTo>
                  <a:lnTo>
                    <a:pt x="4291013" y="794450"/>
                  </a:lnTo>
                  <a:lnTo>
                    <a:pt x="4361358" y="796460"/>
                  </a:lnTo>
                  <a:lnTo>
                    <a:pt x="4431702" y="798455"/>
                  </a:lnTo>
                  <a:lnTo>
                    <a:pt x="4502047" y="800435"/>
                  </a:lnTo>
                  <a:lnTo>
                    <a:pt x="4572391" y="802400"/>
                  </a:lnTo>
                  <a:lnTo>
                    <a:pt x="4642736" y="804350"/>
                  </a:lnTo>
                  <a:lnTo>
                    <a:pt x="4713080" y="806286"/>
                  </a:lnTo>
                  <a:lnTo>
                    <a:pt x="4783425" y="808208"/>
                  </a:lnTo>
                  <a:lnTo>
                    <a:pt x="4853769" y="810115"/>
                  </a:lnTo>
                  <a:lnTo>
                    <a:pt x="4924114" y="812008"/>
                  </a:lnTo>
                  <a:lnTo>
                    <a:pt x="4994458" y="813886"/>
                  </a:lnTo>
                  <a:lnTo>
                    <a:pt x="5064803" y="815751"/>
                  </a:lnTo>
                  <a:lnTo>
                    <a:pt x="5135147" y="817602"/>
                  </a:lnTo>
                  <a:lnTo>
                    <a:pt x="5205492" y="819439"/>
                  </a:lnTo>
                  <a:lnTo>
                    <a:pt x="5275836" y="821262"/>
                  </a:lnTo>
                  <a:lnTo>
                    <a:pt x="5346181" y="823072"/>
                  </a:lnTo>
                  <a:lnTo>
                    <a:pt x="5416525" y="824868"/>
                  </a:lnTo>
                  <a:lnTo>
                    <a:pt x="5486870" y="826650"/>
                  </a:lnTo>
                  <a:lnTo>
                    <a:pt x="5557214" y="828420"/>
                  </a:lnTo>
                  <a:lnTo>
                    <a:pt x="5627559" y="830176"/>
                  </a:lnTo>
                  <a:lnTo>
                    <a:pt x="5697903" y="831919"/>
                  </a:lnTo>
                  <a:lnTo>
                    <a:pt x="5768248" y="833649"/>
                  </a:lnTo>
                  <a:lnTo>
                    <a:pt x="5838592" y="835366"/>
                  </a:lnTo>
                  <a:lnTo>
                    <a:pt x="5908937" y="837071"/>
                  </a:lnTo>
                  <a:lnTo>
                    <a:pt x="5979281" y="838762"/>
                  </a:lnTo>
                  <a:lnTo>
                    <a:pt x="6049626" y="840441"/>
                  </a:lnTo>
                  <a:lnTo>
                    <a:pt x="6119970" y="842108"/>
                  </a:lnTo>
                  <a:lnTo>
                    <a:pt x="6190315" y="843762"/>
                  </a:lnTo>
                  <a:lnTo>
                    <a:pt x="6260659" y="845403"/>
                  </a:lnTo>
                  <a:lnTo>
                    <a:pt x="6331004" y="847033"/>
                  </a:lnTo>
                  <a:lnTo>
                    <a:pt x="6401348" y="848650"/>
                  </a:lnTo>
                  <a:lnTo>
                    <a:pt x="6471693" y="850255"/>
                  </a:lnTo>
                  <a:lnTo>
                    <a:pt x="6542037" y="851848"/>
                  </a:lnTo>
                  <a:lnTo>
                    <a:pt x="6612382" y="853429"/>
                  </a:lnTo>
                  <a:lnTo>
                    <a:pt x="6682726" y="854999"/>
                  </a:lnTo>
                  <a:lnTo>
                    <a:pt x="6753071" y="856557"/>
                  </a:lnTo>
                  <a:lnTo>
                    <a:pt x="6823415" y="858103"/>
                  </a:lnTo>
                  <a:lnTo>
                    <a:pt x="6893760" y="859637"/>
                  </a:lnTo>
                  <a:lnTo>
                    <a:pt x="6964104" y="861160"/>
                  </a:lnTo>
                  <a:lnTo>
                    <a:pt x="6964104" y="990704"/>
                  </a:lnTo>
                  <a:lnTo>
                    <a:pt x="6893760" y="988703"/>
                  </a:lnTo>
                  <a:lnTo>
                    <a:pt x="6823415" y="986646"/>
                  </a:lnTo>
                  <a:lnTo>
                    <a:pt x="6753071" y="984534"/>
                  </a:lnTo>
                  <a:lnTo>
                    <a:pt x="6682726" y="982363"/>
                  </a:lnTo>
                  <a:lnTo>
                    <a:pt x="6612382" y="980132"/>
                  </a:lnTo>
                  <a:lnTo>
                    <a:pt x="6542037" y="977841"/>
                  </a:lnTo>
                  <a:lnTo>
                    <a:pt x="6471693" y="975486"/>
                  </a:lnTo>
                  <a:lnTo>
                    <a:pt x="6401348" y="973067"/>
                  </a:lnTo>
                  <a:lnTo>
                    <a:pt x="6331004" y="970582"/>
                  </a:lnTo>
                  <a:lnTo>
                    <a:pt x="6260659" y="968028"/>
                  </a:lnTo>
                  <a:lnTo>
                    <a:pt x="6190315" y="965405"/>
                  </a:lnTo>
                  <a:lnTo>
                    <a:pt x="6119970" y="962709"/>
                  </a:lnTo>
                  <a:lnTo>
                    <a:pt x="6049626" y="959939"/>
                  </a:lnTo>
                  <a:lnTo>
                    <a:pt x="5979281" y="957094"/>
                  </a:lnTo>
                  <a:lnTo>
                    <a:pt x="5908937" y="954170"/>
                  </a:lnTo>
                  <a:lnTo>
                    <a:pt x="5838592" y="951166"/>
                  </a:lnTo>
                  <a:lnTo>
                    <a:pt x="5768248" y="948080"/>
                  </a:lnTo>
                  <a:lnTo>
                    <a:pt x="5697903" y="944909"/>
                  </a:lnTo>
                  <a:lnTo>
                    <a:pt x="5627559" y="941651"/>
                  </a:lnTo>
                  <a:lnTo>
                    <a:pt x="5557214" y="938303"/>
                  </a:lnTo>
                  <a:lnTo>
                    <a:pt x="5486870" y="934864"/>
                  </a:lnTo>
                  <a:lnTo>
                    <a:pt x="5416525" y="931331"/>
                  </a:lnTo>
                  <a:lnTo>
                    <a:pt x="5346181" y="927700"/>
                  </a:lnTo>
                  <a:lnTo>
                    <a:pt x="5275836" y="923970"/>
                  </a:lnTo>
                  <a:lnTo>
                    <a:pt x="5205492" y="920137"/>
                  </a:lnTo>
                  <a:lnTo>
                    <a:pt x="5135147" y="916200"/>
                  </a:lnTo>
                  <a:lnTo>
                    <a:pt x="5064803" y="912154"/>
                  </a:lnTo>
                  <a:lnTo>
                    <a:pt x="4994458" y="907997"/>
                  </a:lnTo>
                  <a:lnTo>
                    <a:pt x="4924114" y="903726"/>
                  </a:lnTo>
                  <a:lnTo>
                    <a:pt x="4853769" y="899338"/>
                  </a:lnTo>
                  <a:lnTo>
                    <a:pt x="4783425" y="894830"/>
                  </a:lnTo>
                  <a:lnTo>
                    <a:pt x="4713080" y="890198"/>
                  </a:lnTo>
                  <a:lnTo>
                    <a:pt x="4642736" y="885439"/>
                  </a:lnTo>
                  <a:lnTo>
                    <a:pt x="4572391" y="880549"/>
                  </a:lnTo>
                  <a:lnTo>
                    <a:pt x="4502047" y="875525"/>
                  </a:lnTo>
                  <a:lnTo>
                    <a:pt x="4431702" y="870363"/>
                  </a:lnTo>
                  <a:lnTo>
                    <a:pt x="4361358" y="865060"/>
                  </a:lnTo>
                  <a:lnTo>
                    <a:pt x="4291013" y="859611"/>
                  </a:lnTo>
                  <a:lnTo>
                    <a:pt x="4220669" y="854013"/>
                  </a:lnTo>
                  <a:lnTo>
                    <a:pt x="4150324" y="848261"/>
                  </a:lnTo>
                  <a:lnTo>
                    <a:pt x="4079980" y="842351"/>
                  </a:lnTo>
                  <a:lnTo>
                    <a:pt x="4009635" y="836279"/>
                  </a:lnTo>
                  <a:lnTo>
                    <a:pt x="3939291" y="830040"/>
                  </a:lnTo>
                  <a:lnTo>
                    <a:pt x="3868946" y="823631"/>
                  </a:lnTo>
                  <a:lnTo>
                    <a:pt x="3798602" y="817045"/>
                  </a:lnTo>
                  <a:lnTo>
                    <a:pt x="3728257" y="810279"/>
                  </a:lnTo>
                  <a:lnTo>
                    <a:pt x="3657913" y="803327"/>
                  </a:lnTo>
                  <a:lnTo>
                    <a:pt x="3587569" y="796184"/>
                  </a:lnTo>
                  <a:lnTo>
                    <a:pt x="3517224" y="788846"/>
                  </a:lnTo>
                  <a:lnTo>
                    <a:pt x="3446880" y="781305"/>
                  </a:lnTo>
                  <a:lnTo>
                    <a:pt x="3376535" y="773559"/>
                  </a:lnTo>
                  <a:lnTo>
                    <a:pt x="3306191" y="765599"/>
                  </a:lnTo>
                  <a:lnTo>
                    <a:pt x="3235846" y="762424"/>
                  </a:lnTo>
                  <a:lnTo>
                    <a:pt x="3165502" y="760158"/>
                  </a:lnTo>
                  <a:lnTo>
                    <a:pt x="3095157" y="757875"/>
                  </a:lnTo>
                  <a:lnTo>
                    <a:pt x="3024813" y="755575"/>
                  </a:lnTo>
                  <a:lnTo>
                    <a:pt x="2954468" y="753258"/>
                  </a:lnTo>
                  <a:lnTo>
                    <a:pt x="2884124" y="750923"/>
                  </a:lnTo>
                  <a:lnTo>
                    <a:pt x="2813779" y="748571"/>
                  </a:lnTo>
                  <a:lnTo>
                    <a:pt x="2743435" y="746201"/>
                  </a:lnTo>
                  <a:lnTo>
                    <a:pt x="2673090" y="743813"/>
                  </a:lnTo>
                  <a:lnTo>
                    <a:pt x="2602746" y="741407"/>
                  </a:lnTo>
                  <a:lnTo>
                    <a:pt x="2532401" y="738983"/>
                  </a:lnTo>
                  <a:lnTo>
                    <a:pt x="2462057" y="736541"/>
                  </a:lnTo>
                  <a:lnTo>
                    <a:pt x="2391712" y="734081"/>
                  </a:lnTo>
                  <a:lnTo>
                    <a:pt x="2321368" y="731602"/>
                  </a:lnTo>
                  <a:lnTo>
                    <a:pt x="2251023" y="729104"/>
                  </a:lnTo>
                  <a:lnTo>
                    <a:pt x="2180679" y="726588"/>
                  </a:lnTo>
                  <a:lnTo>
                    <a:pt x="2110334" y="724052"/>
                  </a:lnTo>
                  <a:lnTo>
                    <a:pt x="2039990" y="721498"/>
                  </a:lnTo>
                  <a:lnTo>
                    <a:pt x="1969645" y="718924"/>
                  </a:lnTo>
                  <a:lnTo>
                    <a:pt x="1899301" y="716331"/>
                  </a:lnTo>
                  <a:lnTo>
                    <a:pt x="1828956" y="713719"/>
                  </a:lnTo>
                  <a:lnTo>
                    <a:pt x="1758612" y="711087"/>
                  </a:lnTo>
                  <a:lnTo>
                    <a:pt x="1688267" y="708435"/>
                  </a:lnTo>
                  <a:lnTo>
                    <a:pt x="1617923" y="705763"/>
                  </a:lnTo>
                  <a:lnTo>
                    <a:pt x="1547578" y="703071"/>
                  </a:lnTo>
                  <a:lnTo>
                    <a:pt x="1477234" y="700358"/>
                  </a:lnTo>
                  <a:lnTo>
                    <a:pt x="1406889" y="697626"/>
                  </a:lnTo>
                  <a:lnTo>
                    <a:pt x="1336545" y="694872"/>
                  </a:lnTo>
                  <a:lnTo>
                    <a:pt x="1266200" y="692099"/>
                  </a:lnTo>
                  <a:lnTo>
                    <a:pt x="1195856" y="689304"/>
                  </a:lnTo>
                  <a:lnTo>
                    <a:pt x="1125511" y="686488"/>
                  </a:lnTo>
                  <a:lnTo>
                    <a:pt x="1055167" y="683651"/>
                  </a:lnTo>
                  <a:lnTo>
                    <a:pt x="984822" y="680793"/>
                  </a:lnTo>
                  <a:lnTo>
                    <a:pt x="914478" y="677913"/>
                  </a:lnTo>
                  <a:lnTo>
                    <a:pt x="844133" y="675011"/>
                  </a:lnTo>
                  <a:lnTo>
                    <a:pt x="773789" y="672088"/>
                  </a:lnTo>
                  <a:lnTo>
                    <a:pt x="703444" y="669143"/>
                  </a:lnTo>
                  <a:lnTo>
                    <a:pt x="633100" y="666175"/>
                  </a:lnTo>
                  <a:lnTo>
                    <a:pt x="562755" y="663185"/>
                  </a:lnTo>
                  <a:lnTo>
                    <a:pt x="492411" y="660173"/>
                  </a:lnTo>
                  <a:lnTo>
                    <a:pt x="422066" y="657138"/>
                  </a:lnTo>
                  <a:lnTo>
                    <a:pt x="351722" y="654080"/>
                  </a:lnTo>
                  <a:lnTo>
                    <a:pt x="281377" y="651000"/>
                  </a:lnTo>
                  <a:lnTo>
                    <a:pt x="211033" y="647896"/>
                  </a:lnTo>
                  <a:lnTo>
                    <a:pt x="140688" y="644768"/>
                  </a:lnTo>
                  <a:lnTo>
                    <a:pt x="70344" y="641618"/>
                  </a:lnTo>
                  <a:lnTo>
                    <a:pt x="0" y="6384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5312" y="2336642"/>
              <a:ext cx="6964104" cy="861160"/>
            </a:xfrm>
            <a:custGeom>
              <a:avLst/>
              <a:pathLst>
                <a:path w="6964104" h="861160">
                  <a:moveTo>
                    <a:pt x="0" y="0"/>
                  </a:moveTo>
                  <a:lnTo>
                    <a:pt x="70344" y="28404"/>
                  </a:lnTo>
                  <a:lnTo>
                    <a:pt x="140688" y="56050"/>
                  </a:lnTo>
                  <a:lnTo>
                    <a:pt x="211033" y="82958"/>
                  </a:lnTo>
                  <a:lnTo>
                    <a:pt x="281377" y="109148"/>
                  </a:lnTo>
                  <a:lnTo>
                    <a:pt x="351722" y="134638"/>
                  </a:lnTo>
                  <a:lnTo>
                    <a:pt x="422066" y="159447"/>
                  </a:lnTo>
                  <a:lnTo>
                    <a:pt x="492411" y="183594"/>
                  </a:lnTo>
                  <a:lnTo>
                    <a:pt x="562755" y="207095"/>
                  </a:lnTo>
                  <a:lnTo>
                    <a:pt x="633100" y="229970"/>
                  </a:lnTo>
                  <a:lnTo>
                    <a:pt x="703444" y="252233"/>
                  </a:lnTo>
                  <a:lnTo>
                    <a:pt x="773789" y="273902"/>
                  </a:lnTo>
                  <a:lnTo>
                    <a:pt x="844133" y="294992"/>
                  </a:lnTo>
                  <a:lnTo>
                    <a:pt x="914478" y="315519"/>
                  </a:lnTo>
                  <a:lnTo>
                    <a:pt x="984822" y="335498"/>
                  </a:lnTo>
                  <a:lnTo>
                    <a:pt x="1055167" y="354943"/>
                  </a:lnTo>
                  <a:lnTo>
                    <a:pt x="1125511" y="373869"/>
                  </a:lnTo>
                  <a:lnTo>
                    <a:pt x="1195856" y="392290"/>
                  </a:lnTo>
                  <a:lnTo>
                    <a:pt x="1266200" y="410218"/>
                  </a:lnTo>
                  <a:lnTo>
                    <a:pt x="1336545" y="427668"/>
                  </a:lnTo>
                  <a:lnTo>
                    <a:pt x="1406889" y="444652"/>
                  </a:lnTo>
                  <a:lnTo>
                    <a:pt x="1477234" y="461182"/>
                  </a:lnTo>
                  <a:lnTo>
                    <a:pt x="1547578" y="477271"/>
                  </a:lnTo>
                  <a:lnTo>
                    <a:pt x="1617923" y="492931"/>
                  </a:lnTo>
                  <a:lnTo>
                    <a:pt x="1688267" y="508172"/>
                  </a:lnTo>
                  <a:lnTo>
                    <a:pt x="1758612" y="523006"/>
                  </a:lnTo>
                  <a:lnTo>
                    <a:pt x="1828956" y="537444"/>
                  </a:lnTo>
                  <a:lnTo>
                    <a:pt x="1899301" y="551496"/>
                  </a:lnTo>
                  <a:lnTo>
                    <a:pt x="1969645" y="565173"/>
                  </a:lnTo>
                  <a:lnTo>
                    <a:pt x="2039990" y="578485"/>
                  </a:lnTo>
                  <a:lnTo>
                    <a:pt x="2110334" y="591441"/>
                  </a:lnTo>
                  <a:lnTo>
                    <a:pt x="2180679" y="604051"/>
                  </a:lnTo>
                  <a:lnTo>
                    <a:pt x="2251023" y="616325"/>
                  </a:lnTo>
                  <a:lnTo>
                    <a:pt x="2321368" y="628271"/>
                  </a:lnTo>
                  <a:lnTo>
                    <a:pt x="2391712" y="639898"/>
                  </a:lnTo>
                  <a:lnTo>
                    <a:pt x="2462057" y="651214"/>
                  </a:lnTo>
                  <a:lnTo>
                    <a:pt x="2532401" y="662228"/>
                  </a:lnTo>
                  <a:lnTo>
                    <a:pt x="2602746" y="672948"/>
                  </a:lnTo>
                  <a:lnTo>
                    <a:pt x="2673090" y="683382"/>
                  </a:lnTo>
                  <a:lnTo>
                    <a:pt x="2743435" y="693537"/>
                  </a:lnTo>
                  <a:lnTo>
                    <a:pt x="2813779" y="703421"/>
                  </a:lnTo>
                  <a:lnTo>
                    <a:pt x="2884124" y="713041"/>
                  </a:lnTo>
                  <a:lnTo>
                    <a:pt x="2954468" y="722404"/>
                  </a:lnTo>
                  <a:lnTo>
                    <a:pt x="3024813" y="731517"/>
                  </a:lnTo>
                  <a:lnTo>
                    <a:pt x="3095157" y="740386"/>
                  </a:lnTo>
                  <a:lnTo>
                    <a:pt x="3165502" y="749019"/>
                  </a:lnTo>
                  <a:lnTo>
                    <a:pt x="3235846" y="757421"/>
                  </a:lnTo>
                  <a:lnTo>
                    <a:pt x="3306191" y="764673"/>
                  </a:lnTo>
                  <a:lnTo>
                    <a:pt x="3376535" y="766905"/>
                  </a:lnTo>
                  <a:lnTo>
                    <a:pt x="3446880" y="769120"/>
                  </a:lnTo>
                  <a:lnTo>
                    <a:pt x="3517224" y="771319"/>
                  </a:lnTo>
                  <a:lnTo>
                    <a:pt x="3587569" y="773502"/>
                  </a:lnTo>
                  <a:lnTo>
                    <a:pt x="3657913" y="775668"/>
                  </a:lnTo>
                  <a:lnTo>
                    <a:pt x="3728257" y="777818"/>
                  </a:lnTo>
                  <a:lnTo>
                    <a:pt x="3798602" y="779952"/>
                  </a:lnTo>
                  <a:lnTo>
                    <a:pt x="3868946" y="782070"/>
                  </a:lnTo>
                  <a:lnTo>
                    <a:pt x="3939291" y="784172"/>
                  </a:lnTo>
                  <a:lnTo>
                    <a:pt x="4009635" y="786259"/>
                  </a:lnTo>
                  <a:lnTo>
                    <a:pt x="4079980" y="788330"/>
                  </a:lnTo>
                  <a:lnTo>
                    <a:pt x="4150324" y="790385"/>
                  </a:lnTo>
                  <a:lnTo>
                    <a:pt x="4220669" y="792425"/>
                  </a:lnTo>
                  <a:lnTo>
                    <a:pt x="4291013" y="794450"/>
                  </a:lnTo>
                  <a:lnTo>
                    <a:pt x="4361358" y="796460"/>
                  </a:lnTo>
                  <a:lnTo>
                    <a:pt x="4431702" y="798455"/>
                  </a:lnTo>
                  <a:lnTo>
                    <a:pt x="4502047" y="800435"/>
                  </a:lnTo>
                  <a:lnTo>
                    <a:pt x="4572391" y="802400"/>
                  </a:lnTo>
                  <a:lnTo>
                    <a:pt x="4642736" y="804350"/>
                  </a:lnTo>
                  <a:lnTo>
                    <a:pt x="4713080" y="806286"/>
                  </a:lnTo>
                  <a:lnTo>
                    <a:pt x="4783425" y="808208"/>
                  </a:lnTo>
                  <a:lnTo>
                    <a:pt x="4853769" y="810115"/>
                  </a:lnTo>
                  <a:lnTo>
                    <a:pt x="4924114" y="812008"/>
                  </a:lnTo>
                  <a:lnTo>
                    <a:pt x="4994458" y="813886"/>
                  </a:lnTo>
                  <a:lnTo>
                    <a:pt x="5064803" y="815751"/>
                  </a:lnTo>
                  <a:lnTo>
                    <a:pt x="5135147" y="817602"/>
                  </a:lnTo>
                  <a:lnTo>
                    <a:pt x="5205492" y="819439"/>
                  </a:lnTo>
                  <a:lnTo>
                    <a:pt x="5275836" y="821262"/>
                  </a:lnTo>
                  <a:lnTo>
                    <a:pt x="5346181" y="823072"/>
                  </a:lnTo>
                  <a:lnTo>
                    <a:pt x="5416525" y="824868"/>
                  </a:lnTo>
                  <a:lnTo>
                    <a:pt x="5486870" y="826650"/>
                  </a:lnTo>
                  <a:lnTo>
                    <a:pt x="5557214" y="828420"/>
                  </a:lnTo>
                  <a:lnTo>
                    <a:pt x="5627559" y="830176"/>
                  </a:lnTo>
                  <a:lnTo>
                    <a:pt x="5697903" y="831919"/>
                  </a:lnTo>
                  <a:lnTo>
                    <a:pt x="5768248" y="833649"/>
                  </a:lnTo>
                  <a:lnTo>
                    <a:pt x="5838592" y="835366"/>
                  </a:lnTo>
                  <a:lnTo>
                    <a:pt x="5908937" y="837071"/>
                  </a:lnTo>
                  <a:lnTo>
                    <a:pt x="5979281" y="838762"/>
                  </a:lnTo>
                  <a:lnTo>
                    <a:pt x="6049626" y="840441"/>
                  </a:lnTo>
                  <a:lnTo>
                    <a:pt x="6119970" y="842108"/>
                  </a:lnTo>
                  <a:lnTo>
                    <a:pt x="6190315" y="843762"/>
                  </a:lnTo>
                  <a:lnTo>
                    <a:pt x="6260659" y="845403"/>
                  </a:lnTo>
                  <a:lnTo>
                    <a:pt x="6331004" y="847033"/>
                  </a:lnTo>
                  <a:lnTo>
                    <a:pt x="6401348" y="848650"/>
                  </a:lnTo>
                  <a:lnTo>
                    <a:pt x="6471693" y="850255"/>
                  </a:lnTo>
                  <a:lnTo>
                    <a:pt x="6542037" y="851848"/>
                  </a:lnTo>
                  <a:lnTo>
                    <a:pt x="6612382" y="853429"/>
                  </a:lnTo>
                  <a:lnTo>
                    <a:pt x="6682726" y="854999"/>
                  </a:lnTo>
                  <a:lnTo>
                    <a:pt x="6753071" y="856557"/>
                  </a:lnTo>
                  <a:lnTo>
                    <a:pt x="6823415" y="858103"/>
                  </a:lnTo>
                  <a:lnTo>
                    <a:pt x="6893760" y="859637"/>
                  </a:lnTo>
                  <a:lnTo>
                    <a:pt x="6964104" y="8611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2975086"/>
              <a:ext cx="6964104" cy="352261"/>
            </a:xfrm>
            <a:custGeom>
              <a:avLst/>
              <a:pathLst>
                <a:path w="6964104" h="352261">
                  <a:moveTo>
                    <a:pt x="6964104" y="352261"/>
                  </a:moveTo>
                  <a:lnTo>
                    <a:pt x="6893760" y="350259"/>
                  </a:lnTo>
                  <a:lnTo>
                    <a:pt x="6823415" y="348203"/>
                  </a:lnTo>
                  <a:lnTo>
                    <a:pt x="6753071" y="346090"/>
                  </a:lnTo>
                  <a:lnTo>
                    <a:pt x="6682726" y="343919"/>
                  </a:lnTo>
                  <a:lnTo>
                    <a:pt x="6612382" y="341689"/>
                  </a:lnTo>
                  <a:lnTo>
                    <a:pt x="6542037" y="339397"/>
                  </a:lnTo>
                  <a:lnTo>
                    <a:pt x="6471693" y="337043"/>
                  </a:lnTo>
                  <a:lnTo>
                    <a:pt x="6401348" y="334624"/>
                  </a:lnTo>
                  <a:lnTo>
                    <a:pt x="6331004" y="332138"/>
                  </a:lnTo>
                  <a:lnTo>
                    <a:pt x="6260659" y="329585"/>
                  </a:lnTo>
                  <a:lnTo>
                    <a:pt x="6190315" y="326961"/>
                  </a:lnTo>
                  <a:lnTo>
                    <a:pt x="6119970" y="324265"/>
                  </a:lnTo>
                  <a:lnTo>
                    <a:pt x="6049626" y="321496"/>
                  </a:lnTo>
                  <a:lnTo>
                    <a:pt x="5979281" y="318650"/>
                  </a:lnTo>
                  <a:lnTo>
                    <a:pt x="5908937" y="315726"/>
                  </a:lnTo>
                  <a:lnTo>
                    <a:pt x="5838592" y="312723"/>
                  </a:lnTo>
                  <a:lnTo>
                    <a:pt x="5768248" y="309636"/>
                  </a:lnTo>
                  <a:lnTo>
                    <a:pt x="5697903" y="306465"/>
                  </a:lnTo>
                  <a:lnTo>
                    <a:pt x="5627559" y="303207"/>
                  </a:lnTo>
                  <a:lnTo>
                    <a:pt x="5557214" y="299860"/>
                  </a:lnTo>
                  <a:lnTo>
                    <a:pt x="5486870" y="296421"/>
                  </a:lnTo>
                  <a:lnTo>
                    <a:pt x="5416525" y="292887"/>
                  </a:lnTo>
                  <a:lnTo>
                    <a:pt x="5346181" y="289256"/>
                  </a:lnTo>
                  <a:lnTo>
                    <a:pt x="5275836" y="285526"/>
                  </a:lnTo>
                  <a:lnTo>
                    <a:pt x="5205492" y="281694"/>
                  </a:lnTo>
                  <a:lnTo>
                    <a:pt x="5135147" y="277756"/>
                  </a:lnTo>
                  <a:lnTo>
                    <a:pt x="5064803" y="273710"/>
                  </a:lnTo>
                  <a:lnTo>
                    <a:pt x="4994458" y="269553"/>
                  </a:lnTo>
                  <a:lnTo>
                    <a:pt x="4924114" y="265283"/>
                  </a:lnTo>
                  <a:lnTo>
                    <a:pt x="4853769" y="260895"/>
                  </a:lnTo>
                  <a:lnTo>
                    <a:pt x="4783425" y="256386"/>
                  </a:lnTo>
                  <a:lnTo>
                    <a:pt x="4713080" y="251754"/>
                  </a:lnTo>
                  <a:lnTo>
                    <a:pt x="4642736" y="246995"/>
                  </a:lnTo>
                  <a:lnTo>
                    <a:pt x="4572391" y="242105"/>
                  </a:lnTo>
                  <a:lnTo>
                    <a:pt x="4502047" y="237081"/>
                  </a:lnTo>
                  <a:lnTo>
                    <a:pt x="4431702" y="231920"/>
                  </a:lnTo>
                  <a:lnTo>
                    <a:pt x="4361358" y="226616"/>
                  </a:lnTo>
                  <a:lnTo>
                    <a:pt x="4291013" y="221167"/>
                  </a:lnTo>
                  <a:lnTo>
                    <a:pt x="4220669" y="215569"/>
                  </a:lnTo>
                  <a:lnTo>
                    <a:pt x="4150324" y="209817"/>
                  </a:lnTo>
                  <a:lnTo>
                    <a:pt x="4079980" y="203907"/>
                  </a:lnTo>
                  <a:lnTo>
                    <a:pt x="4009635" y="197835"/>
                  </a:lnTo>
                  <a:lnTo>
                    <a:pt x="3939291" y="191597"/>
                  </a:lnTo>
                  <a:lnTo>
                    <a:pt x="3868946" y="185187"/>
                  </a:lnTo>
                  <a:lnTo>
                    <a:pt x="3798602" y="178601"/>
                  </a:lnTo>
                  <a:lnTo>
                    <a:pt x="3728257" y="171835"/>
                  </a:lnTo>
                  <a:lnTo>
                    <a:pt x="3657913" y="164883"/>
                  </a:lnTo>
                  <a:lnTo>
                    <a:pt x="3587569" y="157741"/>
                  </a:lnTo>
                  <a:lnTo>
                    <a:pt x="3517224" y="150402"/>
                  </a:lnTo>
                  <a:lnTo>
                    <a:pt x="3446880" y="142862"/>
                  </a:lnTo>
                  <a:lnTo>
                    <a:pt x="3376535" y="135115"/>
                  </a:lnTo>
                  <a:lnTo>
                    <a:pt x="3306191" y="127155"/>
                  </a:lnTo>
                  <a:lnTo>
                    <a:pt x="3235846" y="123980"/>
                  </a:lnTo>
                  <a:lnTo>
                    <a:pt x="3165502" y="121715"/>
                  </a:lnTo>
                  <a:lnTo>
                    <a:pt x="3095157" y="119432"/>
                  </a:lnTo>
                  <a:lnTo>
                    <a:pt x="3024813" y="117132"/>
                  </a:lnTo>
                  <a:lnTo>
                    <a:pt x="2954468" y="114814"/>
                  </a:lnTo>
                  <a:lnTo>
                    <a:pt x="2884124" y="112480"/>
                  </a:lnTo>
                  <a:lnTo>
                    <a:pt x="2813779" y="110127"/>
                  </a:lnTo>
                  <a:lnTo>
                    <a:pt x="2743435" y="107757"/>
                  </a:lnTo>
                  <a:lnTo>
                    <a:pt x="2673090" y="105369"/>
                  </a:lnTo>
                  <a:lnTo>
                    <a:pt x="2602746" y="102964"/>
                  </a:lnTo>
                  <a:lnTo>
                    <a:pt x="2532401" y="100540"/>
                  </a:lnTo>
                  <a:lnTo>
                    <a:pt x="2462057" y="98098"/>
                  </a:lnTo>
                  <a:lnTo>
                    <a:pt x="2391712" y="95637"/>
                  </a:lnTo>
                  <a:lnTo>
                    <a:pt x="2321368" y="93158"/>
                  </a:lnTo>
                  <a:lnTo>
                    <a:pt x="2251023" y="90660"/>
                  </a:lnTo>
                  <a:lnTo>
                    <a:pt x="2180679" y="88144"/>
                  </a:lnTo>
                  <a:lnTo>
                    <a:pt x="2110334" y="85609"/>
                  </a:lnTo>
                  <a:lnTo>
                    <a:pt x="2039990" y="83054"/>
                  </a:lnTo>
                  <a:lnTo>
                    <a:pt x="1969645" y="80481"/>
                  </a:lnTo>
                  <a:lnTo>
                    <a:pt x="1899301" y="77888"/>
                  </a:lnTo>
                  <a:lnTo>
                    <a:pt x="1828956" y="75275"/>
                  </a:lnTo>
                  <a:lnTo>
                    <a:pt x="1758612" y="72643"/>
                  </a:lnTo>
                  <a:lnTo>
                    <a:pt x="1688267" y="69991"/>
                  </a:lnTo>
                  <a:lnTo>
                    <a:pt x="1617923" y="67319"/>
                  </a:lnTo>
                  <a:lnTo>
                    <a:pt x="1547578" y="64627"/>
                  </a:lnTo>
                  <a:lnTo>
                    <a:pt x="1477234" y="61915"/>
                  </a:lnTo>
                  <a:lnTo>
                    <a:pt x="1406889" y="59182"/>
                  </a:lnTo>
                  <a:lnTo>
                    <a:pt x="1336545" y="56429"/>
                  </a:lnTo>
                  <a:lnTo>
                    <a:pt x="1266200" y="53655"/>
                  </a:lnTo>
                  <a:lnTo>
                    <a:pt x="1195856" y="50860"/>
                  </a:lnTo>
                  <a:lnTo>
                    <a:pt x="1125511" y="48044"/>
                  </a:lnTo>
                  <a:lnTo>
                    <a:pt x="1055167" y="45207"/>
                  </a:lnTo>
                  <a:lnTo>
                    <a:pt x="984822" y="42349"/>
                  </a:lnTo>
                  <a:lnTo>
                    <a:pt x="914478" y="39469"/>
                  </a:lnTo>
                  <a:lnTo>
                    <a:pt x="844133" y="36568"/>
                  </a:lnTo>
                  <a:lnTo>
                    <a:pt x="773789" y="33644"/>
                  </a:lnTo>
                  <a:lnTo>
                    <a:pt x="703444" y="30699"/>
                  </a:lnTo>
                  <a:lnTo>
                    <a:pt x="633100" y="27732"/>
                  </a:lnTo>
                  <a:lnTo>
                    <a:pt x="562755" y="24742"/>
                  </a:lnTo>
                  <a:lnTo>
                    <a:pt x="492411" y="21729"/>
                  </a:lnTo>
                  <a:lnTo>
                    <a:pt x="422066" y="18695"/>
                  </a:lnTo>
                  <a:lnTo>
                    <a:pt x="351722" y="15637"/>
                  </a:lnTo>
                  <a:lnTo>
                    <a:pt x="281377" y="12556"/>
                  </a:lnTo>
                  <a:lnTo>
                    <a:pt x="211033" y="9452"/>
                  </a:lnTo>
                  <a:lnTo>
                    <a:pt x="140688" y="6325"/>
                  </a:lnTo>
                  <a:lnTo>
                    <a:pt x="70344" y="31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727781"/>
              <a:ext cx="6964104" cy="550976"/>
            </a:xfrm>
            <a:custGeom>
              <a:avLst/>
              <a:pathLst>
                <a:path w="6964104" h="550976">
                  <a:moveTo>
                    <a:pt x="0" y="0"/>
                  </a:moveTo>
                  <a:lnTo>
                    <a:pt x="70344" y="11521"/>
                  </a:lnTo>
                  <a:lnTo>
                    <a:pt x="140688" y="22846"/>
                  </a:lnTo>
                  <a:lnTo>
                    <a:pt x="211033" y="33976"/>
                  </a:lnTo>
                  <a:lnTo>
                    <a:pt x="281377" y="44916"/>
                  </a:lnTo>
                  <a:lnTo>
                    <a:pt x="351722" y="55668"/>
                  </a:lnTo>
                  <a:lnTo>
                    <a:pt x="422066" y="66236"/>
                  </a:lnTo>
                  <a:lnTo>
                    <a:pt x="492411" y="76623"/>
                  </a:lnTo>
                  <a:lnTo>
                    <a:pt x="562755" y="86832"/>
                  </a:lnTo>
                  <a:lnTo>
                    <a:pt x="633100" y="96866"/>
                  </a:lnTo>
                  <a:lnTo>
                    <a:pt x="703444" y="106728"/>
                  </a:lnTo>
                  <a:lnTo>
                    <a:pt x="773789" y="116422"/>
                  </a:lnTo>
                  <a:lnTo>
                    <a:pt x="844133" y="125949"/>
                  </a:lnTo>
                  <a:lnTo>
                    <a:pt x="914478" y="135313"/>
                  </a:lnTo>
                  <a:lnTo>
                    <a:pt x="984822" y="144516"/>
                  </a:lnTo>
                  <a:lnTo>
                    <a:pt x="1055167" y="153562"/>
                  </a:lnTo>
                  <a:lnTo>
                    <a:pt x="1125511" y="162453"/>
                  </a:lnTo>
                  <a:lnTo>
                    <a:pt x="1195856" y="171191"/>
                  </a:lnTo>
                  <a:lnTo>
                    <a:pt x="1266200" y="179780"/>
                  </a:lnTo>
                  <a:lnTo>
                    <a:pt x="1336545" y="188222"/>
                  </a:lnTo>
                  <a:lnTo>
                    <a:pt x="1406889" y="196519"/>
                  </a:lnTo>
                  <a:lnTo>
                    <a:pt x="1477234" y="204674"/>
                  </a:lnTo>
                  <a:lnTo>
                    <a:pt x="1547578" y="212689"/>
                  </a:lnTo>
                  <a:lnTo>
                    <a:pt x="1617923" y="220567"/>
                  </a:lnTo>
                  <a:lnTo>
                    <a:pt x="1688267" y="228310"/>
                  </a:lnTo>
                  <a:lnTo>
                    <a:pt x="1758612" y="235920"/>
                  </a:lnTo>
                  <a:lnTo>
                    <a:pt x="1828956" y="243400"/>
                  </a:lnTo>
                  <a:lnTo>
                    <a:pt x="1899301" y="250752"/>
                  </a:lnTo>
                  <a:lnTo>
                    <a:pt x="1969645" y="257978"/>
                  </a:lnTo>
                  <a:lnTo>
                    <a:pt x="2039990" y="265080"/>
                  </a:lnTo>
                  <a:lnTo>
                    <a:pt x="2110334" y="272060"/>
                  </a:lnTo>
                  <a:lnTo>
                    <a:pt x="2180679" y="278921"/>
                  </a:lnTo>
                  <a:lnTo>
                    <a:pt x="2251023" y="285664"/>
                  </a:lnTo>
                  <a:lnTo>
                    <a:pt x="2321368" y="292291"/>
                  </a:lnTo>
                  <a:lnTo>
                    <a:pt x="2391712" y="298806"/>
                  </a:lnTo>
                  <a:lnTo>
                    <a:pt x="2462057" y="305208"/>
                  </a:lnTo>
                  <a:lnTo>
                    <a:pt x="2532401" y="311501"/>
                  </a:lnTo>
                  <a:lnTo>
                    <a:pt x="2602746" y="317686"/>
                  </a:lnTo>
                  <a:lnTo>
                    <a:pt x="2673090" y="323765"/>
                  </a:lnTo>
                  <a:lnTo>
                    <a:pt x="2743435" y="329740"/>
                  </a:lnTo>
                  <a:lnTo>
                    <a:pt x="2813779" y="335612"/>
                  </a:lnTo>
                  <a:lnTo>
                    <a:pt x="2884124" y="341384"/>
                  </a:lnTo>
                  <a:lnTo>
                    <a:pt x="2954468" y="347057"/>
                  </a:lnTo>
                  <a:lnTo>
                    <a:pt x="3024813" y="352633"/>
                  </a:lnTo>
                  <a:lnTo>
                    <a:pt x="3095157" y="358113"/>
                  </a:lnTo>
                  <a:lnTo>
                    <a:pt x="3165502" y="363500"/>
                  </a:lnTo>
                  <a:lnTo>
                    <a:pt x="3235846" y="368794"/>
                  </a:lnTo>
                  <a:lnTo>
                    <a:pt x="3306191" y="373997"/>
                  </a:lnTo>
                  <a:lnTo>
                    <a:pt x="3376535" y="379112"/>
                  </a:lnTo>
                  <a:lnTo>
                    <a:pt x="3446880" y="384138"/>
                  </a:lnTo>
                  <a:lnTo>
                    <a:pt x="3517224" y="389079"/>
                  </a:lnTo>
                  <a:lnTo>
                    <a:pt x="3587569" y="393935"/>
                  </a:lnTo>
                  <a:lnTo>
                    <a:pt x="3657913" y="398707"/>
                  </a:lnTo>
                  <a:lnTo>
                    <a:pt x="3728257" y="403398"/>
                  </a:lnTo>
                  <a:lnTo>
                    <a:pt x="3798602" y="408009"/>
                  </a:lnTo>
                  <a:lnTo>
                    <a:pt x="3868946" y="412541"/>
                  </a:lnTo>
                  <a:lnTo>
                    <a:pt x="3939291" y="416995"/>
                  </a:lnTo>
                  <a:lnTo>
                    <a:pt x="4009635" y="421372"/>
                  </a:lnTo>
                  <a:lnTo>
                    <a:pt x="4079980" y="425675"/>
                  </a:lnTo>
                  <a:lnTo>
                    <a:pt x="4150324" y="429904"/>
                  </a:lnTo>
                  <a:lnTo>
                    <a:pt x="4220669" y="434060"/>
                  </a:lnTo>
                  <a:lnTo>
                    <a:pt x="4291013" y="438145"/>
                  </a:lnTo>
                  <a:lnTo>
                    <a:pt x="4361358" y="442161"/>
                  </a:lnTo>
                  <a:lnTo>
                    <a:pt x="4431702" y="446107"/>
                  </a:lnTo>
                  <a:lnTo>
                    <a:pt x="4502047" y="449986"/>
                  </a:lnTo>
                  <a:lnTo>
                    <a:pt x="4572391" y="453798"/>
                  </a:lnTo>
                  <a:lnTo>
                    <a:pt x="4642736" y="457546"/>
                  </a:lnTo>
                  <a:lnTo>
                    <a:pt x="4713080" y="461228"/>
                  </a:lnTo>
                  <a:lnTo>
                    <a:pt x="4783425" y="464848"/>
                  </a:lnTo>
                  <a:lnTo>
                    <a:pt x="4853769" y="468406"/>
                  </a:lnTo>
                  <a:lnTo>
                    <a:pt x="4924114" y="471903"/>
                  </a:lnTo>
                  <a:lnTo>
                    <a:pt x="4994458" y="475340"/>
                  </a:lnTo>
                  <a:lnTo>
                    <a:pt x="5064803" y="478718"/>
                  </a:lnTo>
                  <a:lnTo>
                    <a:pt x="5135147" y="482038"/>
                  </a:lnTo>
                  <a:lnTo>
                    <a:pt x="5205492" y="485301"/>
                  </a:lnTo>
                  <a:lnTo>
                    <a:pt x="5275836" y="488509"/>
                  </a:lnTo>
                  <a:lnTo>
                    <a:pt x="5346181" y="491661"/>
                  </a:lnTo>
                  <a:lnTo>
                    <a:pt x="5416525" y="494760"/>
                  </a:lnTo>
                  <a:lnTo>
                    <a:pt x="5486870" y="497805"/>
                  </a:lnTo>
                  <a:lnTo>
                    <a:pt x="5557214" y="500798"/>
                  </a:lnTo>
                  <a:lnTo>
                    <a:pt x="5627559" y="503740"/>
                  </a:lnTo>
                  <a:lnTo>
                    <a:pt x="5697903" y="506631"/>
                  </a:lnTo>
                  <a:lnTo>
                    <a:pt x="5768248" y="509473"/>
                  </a:lnTo>
                  <a:lnTo>
                    <a:pt x="5838592" y="512267"/>
                  </a:lnTo>
                  <a:lnTo>
                    <a:pt x="5908937" y="515012"/>
                  </a:lnTo>
                  <a:lnTo>
                    <a:pt x="5979281" y="517710"/>
                  </a:lnTo>
                  <a:lnTo>
                    <a:pt x="6049626" y="520363"/>
                  </a:lnTo>
                  <a:lnTo>
                    <a:pt x="6119970" y="522969"/>
                  </a:lnTo>
                  <a:lnTo>
                    <a:pt x="6190315" y="525531"/>
                  </a:lnTo>
                  <a:lnTo>
                    <a:pt x="6260659" y="528049"/>
                  </a:lnTo>
                  <a:lnTo>
                    <a:pt x="6331004" y="530524"/>
                  </a:lnTo>
                  <a:lnTo>
                    <a:pt x="6401348" y="532957"/>
                  </a:lnTo>
                  <a:lnTo>
                    <a:pt x="6471693" y="535348"/>
                  </a:lnTo>
                  <a:lnTo>
                    <a:pt x="6542037" y="537698"/>
                  </a:lnTo>
                  <a:lnTo>
                    <a:pt x="6612382" y="540008"/>
                  </a:lnTo>
                  <a:lnTo>
                    <a:pt x="6682726" y="542278"/>
                  </a:lnTo>
                  <a:lnTo>
                    <a:pt x="6753071" y="544509"/>
                  </a:lnTo>
                  <a:lnTo>
                    <a:pt x="6823415" y="546702"/>
                  </a:lnTo>
                  <a:lnTo>
                    <a:pt x="6893760" y="548857"/>
                  </a:lnTo>
                  <a:lnTo>
                    <a:pt x="6964104" y="55097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3035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61403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45104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48017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(1.09-1.37), p_Bonf = 0.003 (n = 6)  |  per IQR decline (Δ = 29.9 %): 1.82 (1.30-2.55)  |  IQR: [-15.0, 14.9]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1498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285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4219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3557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1693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498299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7965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101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2379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373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217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3538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9489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762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5761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3897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033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169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305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235312" y="4530034"/>
              <a:ext cx="6964104" cy="990704"/>
            </a:xfrm>
            <a:custGeom>
              <a:avLst/>
              <a:pathLst>
                <a:path w="6964104" h="990704">
                  <a:moveTo>
                    <a:pt x="0" y="0"/>
                  </a:moveTo>
                  <a:lnTo>
                    <a:pt x="70344" y="28404"/>
                  </a:lnTo>
                  <a:lnTo>
                    <a:pt x="140688" y="56050"/>
                  </a:lnTo>
                  <a:lnTo>
                    <a:pt x="211033" y="82958"/>
                  </a:lnTo>
                  <a:lnTo>
                    <a:pt x="281377" y="109148"/>
                  </a:lnTo>
                  <a:lnTo>
                    <a:pt x="351722" y="134638"/>
                  </a:lnTo>
                  <a:lnTo>
                    <a:pt x="422066" y="159447"/>
                  </a:lnTo>
                  <a:lnTo>
                    <a:pt x="492411" y="183594"/>
                  </a:lnTo>
                  <a:lnTo>
                    <a:pt x="562755" y="207095"/>
                  </a:lnTo>
                  <a:lnTo>
                    <a:pt x="633100" y="229970"/>
                  </a:lnTo>
                  <a:lnTo>
                    <a:pt x="703444" y="252233"/>
                  </a:lnTo>
                  <a:lnTo>
                    <a:pt x="773789" y="273902"/>
                  </a:lnTo>
                  <a:lnTo>
                    <a:pt x="844133" y="294992"/>
                  </a:lnTo>
                  <a:lnTo>
                    <a:pt x="914478" y="315519"/>
                  </a:lnTo>
                  <a:lnTo>
                    <a:pt x="984822" y="335498"/>
                  </a:lnTo>
                  <a:lnTo>
                    <a:pt x="1055167" y="354943"/>
                  </a:lnTo>
                  <a:lnTo>
                    <a:pt x="1125511" y="373869"/>
                  </a:lnTo>
                  <a:lnTo>
                    <a:pt x="1195856" y="392290"/>
                  </a:lnTo>
                  <a:lnTo>
                    <a:pt x="1266200" y="410218"/>
                  </a:lnTo>
                  <a:lnTo>
                    <a:pt x="1336545" y="427668"/>
                  </a:lnTo>
                  <a:lnTo>
                    <a:pt x="1406889" y="444652"/>
                  </a:lnTo>
                  <a:lnTo>
                    <a:pt x="1477234" y="461182"/>
                  </a:lnTo>
                  <a:lnTo>
                    <a:pt x="1547578" y="477271"/>
                  </a:lnTo>
                  <a:lnTo>
                    <a:pt x="1617923" y="492931"/>
                  </a:lnTo>
                  <a:lnTo>
                    <a:pt x="1688267" y="508172"/>
                  </a:lnTo>
                  <a:lnTo>
                    <a:pt x="1758612" y="523006"/>
                  </a:lnTo>
                  <a:lnTo>
                    <a:pt x="1828956" y="537444"/>
                  </a:lnTo>
                  <a:lnTo>
                    <a:pt x="1899301" y="551496"/>
                  </a:lnTo>
                  <a:lnTo>
                    <a:pt x="1969645" y="565173"/>
                  </a:lnTo>
                  <a:lnTo>
                    <a:pt x="2039990" y="578485"/>
                  </a:lnTo>
                  <a:lnTo>
                    <a:pt x="2110334" y="591441"/>
                  </a:lnTo>
                  <a:lnTo>
                    <a:pt x="2180679" y="604051"/>
                  </a:lnTo>
                  <a:lnTo>
                    <a:pt x="2251023" y="616325"/>
                  </a:lnTo>
                  <a:lnTo>
                    <a:pt x="2321368" y="628271"/>
                  </a:lnTo>
                  <a:lnTo>
                    <a:pt x="2391712" y="639898"/>
                  </a:lnTo>
                  <a:lnTo>
                    <a:pt x="2462057" y="651214"/>
                  </a:lnTo>
                  <a:lnTo>
                    <a:pt x="2532401" y="662228"/>
                  </a:lnTo>
                  <a:lnTo>
                    <a:pt x="2602746" y="672948"/>
                  </a:lnTo>
                  <a:lnTo>
                    <a:pt x="2673090" y="683382"/>
                  </a:lnTo>
                  <a:lnTo>
                    <a:pt x="2743435" y="693537"/>
                  </a:lnTo>
                  <a:lnTo>
                    <a:pt x="2813779" y="703421"/>
                  </a:lnTo>
                  <a:lnTo>
                    <a:pt x="2884124" y="713041"/>
                  </a:lnTo>
                  <a:lnTo>
                    <a:pt x="2954468" y="722404"/>
                  </a:lnTo>
                  <a:lnTo>
                    <a:pt x="3024813" y="731517"/>
                  </a:lnTo>
                  <a:lnTo>
                    <a:pt x="3095157" y="740386"/>
                  </a:lnTo>
                  <a:lnTo>
                    <a:pt x="3165502" y="749019"/>
                  </a:lnTo>
                  <a:lnTo>
                    <a:pt x="3235846" y="757421"/>
                  </a:lnTo>
                  <a:lnTo>
                    <a:pt x="3306191" y="764673"/>
                  </a:lnTo>
                  <a:lnTo>
                    <a:pt x="3376535" y="766905"/>
                  </a:lnTo>
                  <a:lnTo>
                    <a:pt x="3446880" y="769120"/>
                  </a:lnTo>
                  <a:lnTo>
                    <a:pt x="3517224" y="771319"/>
                  </a:lnTo>
                  <a:lnTo>
                    <a:pt x="3587569" y="773502"/>
                  </a:lnTo>
                  <a:lnTo>
                    <a:pt x="3657913" y="775668"/>
                  </a:lnTo>
                  <a:lnTo>
                    <a:pt x="3728257" y="777818"/>
                  </a:lnTo>
                  <a:lnTo>
                    <a:pt x="3798602" y="779952"/>
                  </a:lnTo>
                  <a:lnTo>
                    <a:pt x="3868946" y="782070"/>
                  </a:lnTo>
                  <a:lnTo>
                    <a:pt x="3939291" y="784172"/>
                  </a:lnTo>
                  <a:lnTo>
                    <a:pt x="4009635" y="786259"/>
                  </a:lnTo>
                  <a:lnTo>
                    <a:pt x="4079980" y="788330"/>
                  </a:lnTo>
                  <a:lnTo>
                    <a:pt x="4150324" y="790385"/>
                  </a:lnTo>
                  <a:lnTo>
                    <a:pt x="4220669" y="792425"/>
                  </a:lnTo>
                  <a:lnTo>
                    <a:pt x="4291013" y="794450"/>
                  </a:lnTo>
                  <a:lnTo>
                    <a:pt x="4361358" y="796460"/>
                  </a:lnTo>
                  <a:lnTo>
                    <a:pt x="4431702" y="798455"/>
                  </a:lnTo>
                  <a:lnTo>
                    <a:pt x="4502047" y="800435"/>
                  </a:lnTo>
                  <a:lnTo>
                    <a:pt x="4572391" y="802400"/>
                  </a:lnTo>
                  <a:lnTo>
                    <a:pt x="4642736" y="804350"/>
                  </a:lnTo>
                  <a:lnTo>
                    <a:pt x="4713080" y="806286"/>
                  </a:lnTo>
                  <a:lnTo>
                    <a:pt x="4783425" y="808208"/>
                  </a:lnTo>
                  <a:lnTo>
                    <a:pt x="4853769" y="810115"/>
                  </a:lnTo>
                  <a:lnTo>
                    <a:pt x="4924114" y="812008"/>
                  </a:lnTo>
                  <a:lnTo>
                    <a:pt x="4994458" y="813886"/>
                  </a:lnTo>
                  <a:lnTo>
                    <a:pt x="5064803" y="815751"/>
                  </a:lnTo>
                  <a:lnTo>
                    <a:pt x="5135147" y="817602"/>
                  </a:lnTo>
                  <a:lnTo>
                    <a:pt x="5205492" y="819439"/>
                  </a:lnTo>
                  <a:lnTo>
                    <a:pt x="5275836" y="821262"/>
                  </a:lnTo>
                  <a:lnTo>
                    <a:pt x="5346181" y="823072"/>
                  </a:lnTo>
                  <a:lnTo>
                    <a:pt x="5416525" y="824868"/>
                  </a:lnTo>
                  <a:lnTo>
                    <a:pt x="5486870" y="826650"/>
                  </a:lnTo>
                  <a:lnTo>
                    <a:pt x="5557214" y="828420"/>
                  </a:lnTo>
                  <a:lnTo>
                    <a:pt x="5627559" y="830176"/>
                  </a:lnTo>
                  <a:lnTo>
                    <a:pt x="5697903" y="831919"/>
                  </a:lnTo>
                  <a:lnTo>
                    <a:pt x="5768248" y="833649"/>
                  </a:lnTo>
                  <a:lnTo>
                    <a:pt x="5838592" y="835366"/>
                  </a:lnTo>
                  <a:lnTo>
                    <a:pt x="5908937" y="837071"/>
                  </a:lnTo>
                  <a:lnTo>
                    <a:pt x="5979281" y="838762"/>
                  </a:lnTo>
                  <a:lnTo>
                    <a:pt x="6049626" y="840441"/>
                  </a:lnTo>
                  <a:lnTo>
                    <a:pt x="6119970" y="842108"/>
                  </a:lnTo>
                  <a:lnTo>
                    <a:pt x="6190315" y="843762"/>
                  </a:lnTo>
                  <a:lnTo>
                    <a:pt x="6260659" y="845403"/>
                  </a:lnTo>
                  <a:lnTo>
                    <a:pt x="6331004" y="847033"/>
                  </a:lnTo>
                  <a:lnTo>
                    <a:pt x="6401348" y="848650"/>
                  </a:lnTo>
                  <a:lnTo>
                    <a:pt x="6471693" y="850255"/>
                  </a:lnTo>
                  <a:lnTo>
                    <a:pt x="6542037" y="851848"/>
                  </a:lnTo>
                  <a:lnTo>
                    <a:pt x="6612382" y="853429"/>
                  </a:lnTo>
                  <a:lnTo>
                    <a:pt x="6682726" y="854999"/>
                  </a:lnTo>
                  <a:lnTo>
                    <a:pt x="6753071" y="856557"/>
                  </a:lnTo>
                  <a:lnTo>
                    <a:pt x="6823415" y="858103"/>
                  </a:lnTo>
                  <a:lnTo>
                    <a:pt x="6893760" y="859637"/>
                  </a:lnTo>
                  <a:lnTo>
                    <a:pt x="6964104" y="861160"/>
                  </a:lnTo>
                  <a:lnTo>
                    <a:pt x="6964104" y="990704"/>
                  </a:lnTo>
                  <a:lnTo>
                    <a:pt x="6893760" y="988703"/>
                  </a:lnTo>
                  <a:lnTo>
                    <a:pt x="6823415" y="986646"/>
                  </a:lnTo>
                  <a:lnTo>
                    <a:pt x="6753071" y="984534"/>
                  </a:lnTo>
                  <a:lnTo>
                    <a:pt x="6682726" y="982363"/>
                  </a:lnTo>
                  <a:lnTo>
                    <a:pt x="6612382" y="980132"/>
                  </a:lnTo>
                  <a:lnTo>
                    <a:pt x="6542037" y="977841"/>
                  </a:lnTo>
                  <a:lnTo>
                    <a:pt x="6471693" y="975486"/>
                  </a:lnTo>
                  <a:lnTo>
                    <a:pt x="6401348" y="973067"/>
                  </a:lnTo>
                  <a:lnTo>
                    <a:pt x="6331004" y="970582"/>
                  </a:lnTo>
                  <a:lnTo>
                    <a:pt x="6260659" y="968028"/>
                  </a:lnTo>
                  <a:lnTo>
                    <a:pt x="6190315" y="965405"/>
                  </a:lnTo>
                  <a:lnTo>
                    <a:pt x="6119970" y="962709"/>
                  </a:lnTo>
                  <a:lnTo>
                    <a:pt x="6049626" y="959939"/>
                  </a:lnTo>
                  <a:lnTo>
                    <a:pt x="5979281" y="957094"/>
                  </a:lnTo>
                  <a:lnTo>
                    <a:pt x="5908937" y="954170"/>
                  </a:lnTo>
                  <a:lnTo>
                    <a:pt x="5838592" y="951166"/>
                  </a:lnTo>
                  <a:lnTo>
                    <a:pt x="5768248" y="948080"/>
                  </a:lnTo>
                  <a:lnTo>
                    <a:pt x="5697903" y="944909"/>
                  </a:lnTo>
                  <a:lnTo>
                    <a:pt x="5627559" y="941651"/>
                  </a:lnTo>
                  <a:lnTo>
                    <a:pt x="5557214" y="938303"/>
                  </a:lnTo>
                  <a:lnTo>
                    <a:pt x="5486870" y="934864"/>
                  </a:lnTo>
                  <a:lnTo>
                    <a:pt x="5416525" y="931331"/>
                  </a:lnTo>
                  <a:lnTo>
                    <a:pt x="5346181" y="927700"/>
                  </a:lnTo>
                  <a:lnTo>
                    <a:pt x="5275836" y="923970"/>
                  </a:lnTo>
                  <a:lnTo>
                    <a:pt x="5205492" y="920137"/>
                  </a:lnTo>
                  <a:lnTo>
                    <a:pt x="5135147" y="916200"/>
                  </a:lnTo>
                  <a:lnTo>
                    <a:pt x="5064803" y="912154"/>
                  </a:lnTo>
                  <a:lnTo>
                    <a:pt x="4994458" y="907997"/>
                  </a:lnTo>
                  <a:lnTo>
                    <a:pt x="4924114" y="903726"/>
                  </a:lnTo>
                  <a:lnTo>
                    <a:pt x="4853769" y="899338"/>
                  </a:lnTo>
                  <a:lnTo>
                    <a:pt x="4783425" y="894830"/>
                  </a:lnTo>
                  <a:lnTo>
                    <a:pt x="4713080" y="890198"/>
                  </a:lnTo>
                  <a:lnTo>
                    <a:pt x="4642736" y="885439"/>
                  </a:lnTo>
                  <a:lnTo>
                    <a:pt x="4572391" y="880549"/>
                  </a:lnTo>
                  <a:lnTo>
                    <a:pt x="4502047" y="875525"/>
                  </a:lnTo>
                  <a:lnTo>
                    <a:pt x="4431702" y="870363"/>
                  </a:lnTo>
                  <a:lnTo>
                    <a:pt x="4361358" y="865060"/>
                  </a:lnTo>
                  <a:lnTo>
                    <a:pt x="4291013" y="859611"/>
                  </a:lnTo>
                  <a:lnTo>
                    <a:pt x="4220669" y="854013"/>
                  </a:lnTo>
                  <a:lnTo>
                    <a:pt x="4150324" y="848261"/>
                  </a:lnTo>
                  <a:lnTo>
                    <a:pt x="4079980" y="842351"/>
                  </a:lnTo>
                  <a:lnTo>
                    <a:pt x="4009635" y="836279"/>
                  </a:lnTo>
                  <a:lnTo>
                    <a:pt x="3939291" y="830040"/>
                  </a:lnTo>
                  <a:lnTo>
                    <a:pt x="3868946" y="823631"/>
                  </a:lnTo>
                  <a:lnTo>
                    <a:pt x="3798602" y="817045"/>
                  </a:lnTo>
                  <a:lnTo>
                    <a:pt x="3728257" y="810279"/>
                  </a:lnTo>
                  <a:lnTo>
                    <a:pt x="3657913" y="803327"/>
                  </a:lnTo>
                  <a:lnTo>
                    <a:pt x="3587569" y="796184"/>
                  </a:lnTo>
                  <a:lnTo>
                    <a:pt x="3517224" y="788846"/>
                  </a:lnTo>
                  <a:lnTo>
                    <a:pt x="3446880" y="781305"/>
                  </a:lnTo>
                  <a:lnTo>
                    <a:pt x="3376535" y="773559"/>
                  </a:lnTo>
                  <a:lnTo>
                    <a:pt x="3306191" y="765599"/>
                  </a:lnTo>
                  <a:lnTo>
                    <a:pt x="3235846" y="762424"/>
                  </a:lnTo>
                  <a:lnTo>
                    <a:pt x="3165502" y="760158"/>
                  </a:lnTo>
                  <a:lnTo>
                    <a:pt x="3095157" y="757875"/>
                  </a:lnTo>
                  <a:lnTo>
                    <a:pt x="3024813" y="755575"/>
                  </a:lnTo>
                  <a:lnTo>
                    <a:pt x="2954468" y="753258"/>
                  </a:lnTo>
                  <a:lnTo>
                    <a:pt x="2884124" y="750923"/>
                  </a:lnTo>
                  <a:lnTo>
                    <a:pt x="2813779" y="748571"/>
                  </a:lnTo>
                  <a:lnTo>
                    <a:pt x="2743435" y="746201"/>
                  </a:lnTo>
                  <a:lnTo>
                    <a:pt x="2673090" y="743813"/>
                  </a:lnTo>
                  <a:lnTo>
                    <a:pt x="2602746" y="741407"/>
                  </a:lnTo>
                  <a:lnTo>
                    <a:pt x="2532401" y="738983"/>
                  </a:lnTo>
                  <a:lnTo>
                    <a:pt x="2462057" y="736541"/>
                  </a:lnTo>
                  <a:lnTo>
                    <a:pt x="2391712" y="734081"/>
                  </a:lnTo>
                  <a:lnTo>
                    <a:pt x="2321368" y="731602"/>
                  </a:lnTo>
                  <a:lnTo>
                    <a:pt x="2251023" y="729104"/>
                  </a:lnTo>
                  <a:lnTo>
                    <a:pt x="2180679" y="726588"/>
                  </a:lnTo>
                  <a:lnTo>
                    <a:pt x="2110334" y="724052"/>
                  </a:lnTo>
                  <a:lnTo>
                    <a:pt x="2039990" y="721498"/>
                  </a:lnTo>
                  <a:lnTo>
                    <a:pt x="1969645" y="718924"/>
                  </a:lnTo>
                  <a:lnTo>
                    <a:pt x="1899301" y="716331"/>
                  </a:lnTo>
                  <a:lnTo>
                    <a:pt x="1828956" y="713719"/>
                  </a:lnTo>
                  <a:lnTo>
                    <a:pt x="1758612" y="711087"/>
                  </a:lnTo>
                  <a:lnTo>
                    <a:pt x="1688267" y="708435"/>
                  </a:lnTo>
                  <a:lnTo>
                    <a:pt x="1617923" y="705763"/>
                  </a:lnTo>
                  <a:lnTo>
                    <a:pt x="1547578" y="703071"/>
                  </a:lnTo>
                  <a:lnTo>
                    <a:pt x="1477234" y="700358"/>
                  </a:lnTo>
                  <a:lnTo>
                    <a:pt x="1406889" y="697626"/>
                  </a:lnTo>
                  <a:lnTo>
                    <a:pt x="1336545" y="694872"/>
                  </a:lnTo>
                  <a:lnTo>
                    <a:pt x="1266200" y="692099"/>
                  </a:lnTo>
                  <a:lnTo>
                    <a:pt x="1195856" y="689304"/>
                  </a:lnTo>
                  <a:lnTo>
                    <a:pt x="1125511" y="686488"/>
                  </a:lnTo>
                  <a:lnTo>
                    <a:pt x="1055167" y="683651"/>
                  </a:lnTo>
                  <a:lnTo>
                    <a:pt x="984822" y="680793"/>
                  </a:lnTo>
                  <a:lnTo>
                    <a:pt x="914478" y="677913"/>
                  </a:lnTo>
                  <a:lnTo>
                    <a:pt x="844133" y="675011"/>
                  </a:lnTo>
                  <a:lnTo>
                    <a:pt x="773789" y="672088"/>
                  </a:lnTo>
                  <a:lnTo>
                    <a:pt x="703444" y="669143"/>
                  </a:lnTo>
                  <a:lnTo>
                    <a:pt x="633100" y="666175"/>
                  </a:lnTo>
                  <a:lnTo>
                    <a:pt x="562755" y="663185"/>
                  </a:lnTo>
                  <a:lnTo>
                    <a:pt x="492411" y="660173"/>
                  </a:lnTo>
                  <a:lnTo>
                    <a:pt x="422066" y="657138"/>
                  </a:lnTo>
                  <a:lnTo>
                    <a:pt x="351722" y="654080"/>
                  </a:lnTo>
                  <a:lnTo>
                    <a:pt x="281377" y="651000"/>
                  </a:lnTo>
                  <a:lnTo>
                    <a:pt x="211033" y="647896"/>
                  </a:lnTo>
                  <a:lnTo>
                    <a:pt x="140688" y="644768"/>
                  </a:lnTo>
                  <a:lnTo>
                    <a:pt x="70344" y="641618"/>
                  </a:lnTo>
                  <a:lnTo>
                    <a:pt x="0" y="6384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235312" y="4530034"/>
              <a:ext cx="6964104" cy="861160"/>
            </a:xfrm>
            <a:custGeom>
              <a:avLst/>
              <a:pathLst>
                <a:path w="6964104" h="861160">
                  <a:moveTo>
                    <a:pt x="0" y="0"/>
                  </a:moveTo>
                  <a:lnTo>
                    <a:pt x="70344" y="28404"/>
                  </a:lnTo>
                  <a:lnTo>
                    <a:pt x="140688" y="56050"/>
                  </a:lnTo>
                  <a:lnTo>
                    <a:pt x="211033" y="82958"/>
                  </a:lnTo>
                  <a:lnTo>
                    <a:pt x="281377" y="109148"/>
                  </a:lnTo>
                  <a:lnTo>
                    <a:pt x="351722" y="134638"/>
                  </a:lnTo>
                  <a:lnTo>
                    <a:pt x="422066" y="159447"/>
                  </a:lnTo>
                  <a:lnTo>
                    <a:pt x="492411" y="183594"/>
                  </a:lnTo>
                  <a:lnTo>
                    <a:pt x="562755" y="207095"/>
                  </a:lnTo>
                  <a:lnTo>
                    <a:pt x="633100" y="229970"/>
                  </a:lnTo>
                  <a:lnTo>
                    <a:pt x="703444" y="252233"/>
                  </a:lnTo>
                  <a:lnTo>
                    <a:pt x="773789" y="273902"/>
                  </a:lnTo>
                  <a:lnTo>
                    <a:pt x="844133" y="294992"/>
                  </a:lnTo>
                  <a:lnTo>
                    <a:pt x="914478" y="315519"/>
                  </a:lnTo>
                  <a:lnTo>
                    <a:pt x="984822" y="335498"/>
                  </a:lnTo>
                  <a:lnTo>
                    <a:pt x="1055167" y="354943"/>
                  </a:lnTo>
                  <a:lnTo>
                    <a:pt x="1125511" y="373869"/>
                  </a:lnTo>
                  <a:lnTo>
                    <a:pt x="1195856" y="392290"/>
                  </a:lnTo>
                  <a:lnTo>
                    <a:pt x="1266200" y="410218"/>
                  </a:lnTo>
                  <a:lnTo>
                    <a:pt x="1336545" y="427668"/>
                  </a:lnTo>
                  <a:lnTo>
                    <a:pt x="1406889" y="444652"/>
                  </a:lnTo>
                  <a:lnTo>
                    <a:pt x="1477234" y="461182"/>
                  </a:lnTo>
                  <a:lnTo>
                    <a:pt x="1547578" y="477271"/>
                  </a:lnTo>
                  <a:lnTo>
                    <a:pt x="1617923" y="492931"/>
                  </a:lnTo>
                  <a:lnTo>
                    <a:pt x="1688267" y="508172"/>
                  </a:lnTo>
                  <a:lnTo>
                    <a:pt x="1758612" y="523006"/>
                  </a:lnTo>
                  <a:lnTo>
                    <a:pt x="1828956" y="537444"/>
                  </a:lnTo>
                  <a:lnTo>
                    <a:pt x="1899301" y="551496"/>
                  </a:lnTo>
                  <a:lnTo>
                    <a:pt x="1969645" y="565173"/>
                  </a:lnTo>
                  <a:lnTo>
                    <a:pt x="2039990" y="578485"/>
                  </a:lnTo>
                  <a:lnTo>
                    <a:pt x="2110334" y="591441"/>
                  </a:lnTo>
                  <a:lnTo>
                    <a:pt x="2180679" y="604051"/>
                  </a:lnTo>
                  <a:lnTo>
                    <a:pt x="2251023" y="616325"/>
                  </a:lnTo>
                  <a:lnTo>
                    <a:pt x="2321368" y="628271"/>
                  </a:lnTo>
                  <a:lnTo>
                    <a:pt x="2391712" y="639898"/>
                  </a:lnTo>
                  <a:lnTo>
                    <a:pt x="2462057" y="651214"/>
                  </a:lnTo>
                  <a:lnTo>
                    <a:pt x="2532401" y="662228"/>
                  </a:lnTo>
                  <a:lnTo>
                    <a:pt x="2602746" y="672948"/>
                  </a:lnTo>
                  <a:lnTo>
                    <a:pt x="2673090" y="683382"/>
                  </a:lnTo>
                  <a:lnTo>
                    <a:pt x="2743435" y="693537"/>
                  </a:lnTo>
                  <a:lnTo>
                    <a:pt x="2813779" y="703421"/>
                  </a:lnTo>
                  <a:lnTo>
                    <a:pt x="2884124" y="713041"/>
                  </a:lnTo>
                  <a:lnTo>
                    <a:pt x="2954468" y="722404"/>
                  </a:lnTo>
                  <a:lnTo>
                    <a:pt x="3024813" y="731517"/>
                  </a:lnTo>
                  <a:lnTo>
                    <a:pt x="3095157" y="740386"/>
                  </a:lnTo>
                  <a:lnTo>
                    <a:pt x="3165502" y="749019"/>
                  </a:lnTo>
                  <a:lnTo>
                    <a:pt x="3235846" y="757421"/>
                  </a:lnTo>
                  <a:lnTo>
                    <a:pt x="3306191" y="764673"/>
                  </a:lnTo>
                  <a:lnTo>
                    <a:pt x="3376535" y="766905"/>
                  </a:lnTo>
                  <a:lnTo>
                    <a:pt x="3446880" y="769120"/>
                  </a:lnTo>
                  <a:lnTo>
                    <a:pt x="3517224" y="771319"/>
                  </a:lnTo>
                  <a:lnTo>
                    <a:pt x="3587569" y="773502"/>
                  </a:lnTo>
                  <a:lnTo>
                    <a:pt x="3657913" y="775668"/>
                  </a:lnTo>
                  <a:lnTo>
                    <a:pt x="3728257" y="777818"/>
                  </a:lnTo>
                  <a:lnTo>
                    <a:pt x="3798602" y="779952"/>
                  </a:lnTo>
                  <a:lnTo>
                    <a:pt x="3868946" y="782070"/>
                  </a:lnTo>
                  <a:lnTo>
                    <a:pt x="3939291" y="784172"/>
                  </a:lnTo>
                  <a:lnTo>
                    <a:pt x="4009635" y="786259"/>
                  </a:lnTo>
                  <a:lnTo>
                    <a:pt x="4079980" y="788330"/>
                  </a:lnTo>
                  <a:lnTo>
                    <a:pt x="4150324" y="790385"/>
                  </a:lnTo>
                  <a:lnTo>
                    <a:pt x="4220669" y="792425"/>
                  </a:lnTo>
                  <a:lnTo>
                    <a:pt x="4291013" y="794450"/>
                  </a:lnTo>
                  <a:lnTo>
                    <a:pt x="4361358" y="796460"/>
                  </a:lnTo>
                  <a:lnTo>
                    <a:pt x="4431702" y="798455"/>
                  </a:lnTo>
                  <a:lnTo>
                    <a:pt x="4502047" y="800435"/>
                  </a:lnTo>
                  <a:lnTo>
                    <a:pt x="4572391" y="802400"/>
                  </a:lnTo>
                  <a:lnTo>
                    <a:pt x="4642736" y="804350"/>
                  </a:lnTo>
                  <a:lnTo>
                    <a:pt x="4713080" y="806286"/>
                  </a:lnTo>
                  <a:lnTo>
                    <a:pt x="4783425" y="808208"/>
                  </a:lnTo>
                  <a:lnTo>
                    <a:pt x="4853769" y="810115"/>
                  </a:lnTo>
                  <a:lnTo>
                    <a:pt x="4924114" y="812008"/>
                  </a:lnTo>
                  <a:lnTo>
                    <a:pt x="4994458" y="813886"/>
                  </a:lnTo>
                  <a:lnTo>
                    <a:pt x="5064803" y="815751"/>
                  </a:lnTo>
                  <a:lnTo>
                    <a:pt x="5135147" y="817602"/>
                  </a:lnTo>
                  <a:lnTo>
                    <a:pt x="5205492" y="819439"/>
                  </a:lnTo>
                  <a:lnTo>
                    <a:pt x="5275836" y="821262"/>
                  </a:lnTo>
                  <a:lnTo>
                    <a:pt x="5346181" y="823072"/>
                  </a:lnTo>
                  <a:lnTo>
                    <a:pt x="5416525" y="824868"/>
                  </a:lnTo>
                  <a:lnTo>
                    <a:pt x="5486870" y="826650"/>
                  </a:lnTo>
                  <a:lnTo>
                    <a:pt x="5557214" y="828420"/>
                  </a:lnTo>
                  <a:lnTo>
                    <a:pt x="5627559" y="830176"/>
                  </a:lnTo>
                  <a:lnTo>
                    <a:pt x="5697903" y="831919"/>
                  </a:lnTo>
                  <a:lnTo>
                    <a:pt x="5768248" y="833649"/>
                  </a:lnTo>
                  <a:lnTo>
                    <a:pt x="5838592" y="835366"/>
                  </a:lnTo>
                  <a:lnTo>
                    <a:pt x="5908937" y="837071"/>
                  </a:lnTo>
                  <a:lnTo>
                    <a:pt x="5979281" y="838762"/>
                  </a:lnTo>
                  <a:lnTo>
                    <a:pt x="6049626" y="840441"/>
                  </a:lnTo>
                  <a:lnTo>
                    <a:pt x="6119970" y="842108"/>
                  </a:lnTo>
                  <a:lnTo>
                    <a:pt x="6190315" y="843762"/>
                  </a:lnTo>
                  <a:lnTo>
                    <a:pt x="6260659" y="845403"/>
                  </a:lnTo>
                  <a:lnTo>
                    <a:pt x="6331004" y="847033"/>
                  </a:lnTo>
                  <a:lnTo>
                    <a:pt x="6401348" y="848650"/>
                  </a:lnTo>
                  <a:lnTo>
                    <a:pt x="6471693" y="850255"/>
                  </a:lnTo>
                  <a:lnTo>
                    <a:pt x="6542037" y="851848"/>
                  </a:lnTo>
                  <a:lnTo>
                    <a:pt x="6612382" y="853429"/>
                  </a:lnTo>
                  <a:lnTo>
                    <a:pt x="6682726" y="854999"/>
                  </a:lnTo>
                  <a:lnTo>
                    <a:pt x="6753071" y="856557"/>
                  </a:lnTo>
                  <a:lnTo>
                    <a:pt x="6823415" y="858103"/>
                  </a:lnTo>
                  <a:lnTo>
                    <a:pt x="6893760" y="859637"/>
                  </a:lnTo>
                  <a:lnTo>
                    <a:pt x="6964104" y="8611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5168478"/>
              <a:ext cx="6964104" cy="352261"/>
            </a:xfrm>
            <a:custGeom>
              <a:avLst/>
              <a:pathLst>
                <a:path w="6964104" h="352261">
                  <a:moveTo>
                    <a:pt x="6964104" y="352261"/>
                  </a:moveTo>
                  <a:lnTo>
                    <a:pt x="6893760" y="350259"/>
                  </a:lnTo>
                  <a:lnTo>
                    <a:pt x="6823415" y="348203"/>
                  </a:lnTo>
                  <a:lnTo>
                    <a:pt x="6753071" y="346090"/>
                  </a:lnTo>
                  <a:lnTo>
                    <a:pt x="6682726" y="343919"/>
                  </a:lnTo>
                  <a:lnTo>
                    <a:pt x="6612382" y="341689"/>
                  </a:lnTo>
                  <a:lnTo>
                    <a:pt x="6542037" y="339397"/>
                  </a:lnTo>
                  <a:lnTo>
                    <a:pt x="6471693" y="337043"/>
                  </a:lnTo>
                  <a:lnTo>
                    <a:pt x="6401348" y="334624"/>
                  </a:lnTo>
                  <a:lnTo>
                    <a:pt x="6331004" y="332138"/>
                  </a:lnTo>
                  <a:lnTo>
                    <a:pt x="6260659" y="329585"/>
                  </a:lnTo>
                  <a:lnTo>
                    <a:pt x="6190315" y="326961"/>
                  </a:lnTo>
                  <a:lnTo>
                    <a:pt x="6119970" y="324265"/>
                  </a:lnTo>
                  <a:lnTo>
                    <a:pt x="6049626" y="321496"/>
                  </a:lnTo>
                  <a:lnTo>
                    <a:pt x="5979281" y="318650"/>
                  </a:lnTo>
                  <a:lnTo>
                    <a:pt x="5908937" y="315726"/>
                  </a:lnTo>
                  <a:lnTo>
                    <a:pt x="5838592" y="312723"/>
                  </a:lnTo>
                  <a:lnTo>
                    <a:pt x="5768248" y="309636"/>
                  </a:lnTo>
                  <a:lnTo>
                    <a:pt x="5697903" y="306465"/>
                  </a:lnTo>
                  <a:lnTo>
                    <a:pt x="5627559" y="303207"/>
                  </a:lnTo>
                  <a:lnTo>
                    <a:pt x="5557214" y="299860"/>
                  </a:lnTo>
                  <a:lnTo>
                    <a:pt x="5486870" y="296421"/>
                  </a:lnTo>
                  <a:lnTo>
                    <a:pt x="5416525" y="292887"/>
                  </a:lnTo>
                  <a:lnTo>
                    <a:pt x="5346181" y="289256"/>
                  </a:lnTo>
                  <a:lnTo>
                    <a:pt x="5275836" y="285526"/>
                  </a:lnTo>
                  <a:lnTo>
                    <a:pt x="5205492" y="281694"/>
                  </a:lnTo>
                  <a:lnTo>
                    <a:pt x="5135147" y="277756"/>
                  </a:lnTo>
                  <a:lnTo>
                    <a:pt x="5064803" y="273710"/>
                  </a:lnTo>
                  <a:lnTo>
                    <a:pt x="4994458" y="269553"/>
                  </a:lnTo>
                  <a:lnTo>
                    <a:pt x="4924114" y="265283"/>
                  </a:lnTo>
                  <a:lnTo>
                    <a:pt x="4853769" y="260895"/>
                  </a:lnTo>
                  <a:lnTo>
                    <a:pt x="4783425" y="256386"/>
                  </a:lnTo>
                  <a:lnTo>
                    <a:pt x="4713080" y="251754"/>
                  </a:lnTo>
                  <a:lnTo>
                    <a:pt x="4642736" y="246995"/>
                  </a:lnTo>
                  <a:lnTo>
                    <a:pt x="4572391" y="242105"/>
                  </a:lnTo>
                  <a:lnTo>
                    <a:pt x="4502047" y="237081"/>
                  </a:lnTo>
                  <a:lnTo>
                    <a:pt x="4431702" y="231920"/>
                  </a:lnTo>
                  <a:lnTo>
                    <a:pt x="4361358" y="226616"/>
                  </a:lnTo>
                  <a:lnTo>
                    <a:pt x="4291013" y="221167"/>
                  </a:lnTo>
                  <a:lnTo>
                    <a:pt x="4220669" y="215569"/>
                  </a:lnTo>
                  <a:lnTo>
                    <a:pt x="4150324" y="209817"/>
                  </a:lnTo>
                  <a:lnTo>
                    <a:pt x="4079980" y="203907"/>
                  </a:lnTo>
                  <a:lnTo>
                    <a:pt x="4009635" y="197835"/>
                  </a:lnTo>
                  <a:lnTo>
                    <a:pt x="3939291" y="191597"/>
                  </a:lnTo>
                  <a:lnTo>
                    <a:pt x="3868946" y="185187"/>
                  </a:lnTo>
                  <a:lnTo>
                    <a:pt x="3798602" y="178601"/>
                  </a:lnTo>
                  <a:lnTo>
                    <a:pt x="3728257" y="171835"/>
                  </a:lnTo>
                  <a:lnTo>
                    <a:pt x="3657913" y="164883"/>
                  </a:lnTo>
                  <a:lnTo>
                    <a:pt x="3587569" y="157741"/>
                  </a:lnTo>
                  <a:lnTo>
                    <a:pt x="3517224" y="150402"/>
                  </a:lnTo>
                  <a:lnTo>
                    <a:pt x="3446880" y="142862"/>
                  </a:lnTo>
                  <a:lnTo>
                    <a:pt x="3376535" y="135115"/>
                  </a:lnTo>
                  <a:lnTo>
                    <a:pt x="3306191" y="127155"/>
                  </a:lnTo>
                  <a:lnTo>
                    <a:pt x="3235846" y="123980"/>
                  </a:lnTo>
                  <a:lnTo>
                    <a:pt x="3165502" y="121715"/>
                  </a:lnTo>
                  <a:lnTo>
                    <a:pt x="3095157" y="119432"/>
                  </a:lnTo>
                  <a:lnTo>
                    <a:pt x="3024813" y="117132"/>
                  </a:lnTo>
                  <a:lnTo>
                    <a:pt x="2954468" y="114814"/>
                  </a:lnTo>
                  <a:lnTo>
                    <a:pt x="2884124" y="112480"/>
                  </a:lnTo>
                  <a:lnTo>
                    <a:pt x="2813779" y="110127"/>
                  </a:lnTo>
                  <a:lnTo>
                    <a:pt x="2743435" y="107757"/>
                  </a:lnTo>
                  <a:lnTo>
                    <a:pt x="2673090" y="105369"/>
                  </a:lnTo>
                  <a:lnTo>
                    <a:pt x="2602746" y="102964"/>
                  </a:lnTo>
                  <a:lnTo>
                    <a:pt x="2532401" y="100540"/>
                  </a:lnTo>
                  <a:lnTo>
                    <a:pt x="2462057" y="98098"/>
                  </a:lnTo>
                  <a:lnTo>
                    <a:pt x="2391712" y="95637"/>
                  </a:lnTo>
                  <a:lnTo>
                    <a:pt x="2321368" y="93158"/>
                  </a:lnTo>
                  <a:lnTo>
                    <a:pt x="2251023" y="90660"/>
                  </a:lnTo>
                  <a:lnTo>
                    <a:pt x="2180679" y="88144"/>
                  </a:lnTo>
                  <a:lnTo>
                    <a:pt x="2110334" y="85609"/>
                  </a:lnTo>
                  <a:lnTo>
                    <a:pt x="2039990" y="83054"/>
                  </a:lnTo>
                  <a:lnTo>
                    <a:pt x="1969645" y="80481"/>
                  </a:lnTo>
                  <a:lnTo>
                    <a:pt x="1899301" y="77888"/>
                  </a:lnTo>
                  <a:lnTo>
                    <a:pt x="1828956" y="75275"/>
                  </a:lnTo>
                  <a:lnTo>
                    <a:pt x="1758612" y="72643"/>
                  </a:lnTo>
                  <a:lnTo>
                    <a:pt x="1688267" y="69991"/>
                  </a:lnTo>
                  <a:lnTo>
                    <a:pt x="1617923" y="67319"/>
                  </a:lnTo>
                  <a:lnTo>
                    <a:pt x="1547578" y="64627"/>
                  </a:lnTo>
                  <a:lnTo>
                    <a:pt x="1477234" y="61915"/>
                  </a:lnTo>
                  <a:lnTo>
                    <a:pt x="1406889" y="59182"/>
                  </a:lnTo>
                  <a:lnTo>
                    <a:pt x="1336545" y="56429"/>
                  </a:lnTo>
                  <a:lnTo>
                    <a:pt x="1266200" y="53655"/>
                  </a:lnTo>
                  <a:lnTo>
                    <a:pt x="1195856" y="50860"/>
                  </a:lnTo>
                  <a:lnTo>
                    <a:pt x="1125511" y="48044"/>
                  </a:lnTo>
                  <a:lnTo>
                    <a:pt x="1055167" y="45207"/>
                  </a:lnTo>
                  <a:lnTo>
                    <a:pt x="984822" y="42349"/>
                  </a:lnTo>
                  <a:lnTo>
                    <a:pt x="914478" y="39469"/>
                  </a:lnTo>
                  <a:lnTo>
                    <a:pt x="844133" y="36568"/>
                  </a:lnTo>
                  <a:lnTo>
                    <a:pt x="773789" y="33644"/>
                  </a:lnTo>
                  <a:lnTo>
                    <a:pt x="703444" y="30699"/>
                  </a:lnTo>
                  <a:lnTo>
                    <a:pt x="633100" y="27732"/>
                  </a:lnTo>
                  <a:lnTo>
                    <a:pt x="562755" y="24742"/>
                  </a:lnTo>
                  <a:lnTo>
                    <a:pt x="492411" y="21729"/>
                  </a:lnTo>
                  <a:lnTo>
                    <a:pt x="422066" y="18695"/>
                  </a:lnTo>
                  <a:lnTo>
                    <a:pt x="351722" y="15637"/>
                  </a:lnTo>
                  <a:lnTo>
                    <a:pt x="281377" y="12556"/>
                  </a:lnTo>
                  <a:lnTo>
                    <a:pt x="211033" y="9452"/>
                  </a:lnTo>
                  <a:lnTo>
                    <a:pt x="140688" y="6325"/>
                  </a:lnTo>
                  <a:lnTo>
                    <a:pt x="70344" y="31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235312" y="4921173"/>
              <a:ext cx="6964104" cy="550976"/>
            </a:xfrm>
            <a:custGeom>
              <a:avLst/>
              <a:pathLst>
                <a:path w="6964104" h="550976">
                  <a:moveTo>
                    <a:pt x="0" y="0"/>
                  </a:moveTo>
                  <a:lnTo>
                    <a:pt x="70344" y="11521"/>
                  </a:lnTo>
                  <a:lnTo>
                    <a:pt x="140688" y="22846"/>
                  </a:lnTo>
                  <a:lnTo>
                    <a:pt x="211033" y="33976"/>
                  </a:lnTo>
                  <a:lnTo>
                    <a:pt x="281377" y="44916"/>
                  </a:lnTo>
                  <a:lnTo>
                    <a:pt x="351722" y="55668"/>
                  </a:lnTo>
                  <a:lnTo>
                    <a:pt x="422066" y="66236"/>
                  </a:lnTo>
                  <a:lnTo>
                    <a:pt x="492411" y="76623"/>
                  </a:lnTo>
                  <a:lnTo>
                    <a:pt x="562755" y="86832"/>
                  </a:lnTo>
                  <a:lnTo>
                    <a:pt x="633100" y="96866"/>
                  </a:lnTo>
                  <a:lnTo>
                    <a:pt x="703444" y="106728"/>
                  </a:lnTo>
                  <a:lnTo>
                    <a:pt x="773789" y="116422"/>
                  </a:lnTo>
                  <a:lnTo>
                    <a:pt x="844133" y="125949"/>
                  </a:lnTo>
                  <a:lnTo>
                    <a:pt x="914478" y="135313"/>
                  </a:lnTo>
                  <a:lnTo>
                    <a:pt x="984822" y="144516"/>
                  </a:lnTo>
                  <a:lnTo>
                    <a:pt x="1055167" y="153562"/>
                  </a:lnTo>
                  <a:lnTo>
                    <a:pt x="1125511" y="162453"/>
                  </a:lnTo>
                  <a:lnTo>
                    <a:pt x="1195856" y="171191"/>
                  </a:lnTo>
                  <a:lnTo>
                    <a:pt x="1266200" y="179780"/>
                  </a:lnTo>
                  <a:lnTo>
                    <a:pt x="1336545" y="188222"/>
                  </a:lnTo>
                  <a:lnTo>
                    <a:pt x="1406889" y="196519"/>
                  </a:lnTo>
                  <a:lnTo>
                    <a:pt x="1477234" y="204674"/>
                  </a:lnTo>
                  <a:lnTo>
                    <a:pt x="1547578" y="212689"/>
                  </a:lnTo>
                  <a:lnTo>
                    <a:pt x="1617923" y="220567"/>
                  </a:lnTo>
                  <a:lnTo>
                    <a:pt x="1688267" y="228310"/>
                  </a:lnTo>
                  <a:lnTo>
                    <a:pt x="1758612" y="235920"/>
                  </a:lnTo>
                  <a:lnTo>
                    <a:pt x="1828956" y="243400"/>
                  </a:lnTo>
                  <a:lnTo>
                    <a:pt x="1899301" y="250752"/>
                  </a:lnTo>
                  <a:lnTo>
                    <a:pt x="1969645" y="257978"/>
                  </a:lnTo>
                  <a:lnTo>
                    <a:pt x="2039990" y="265080"/>
                  </a:lnTo>
                  <a:lnTo>
                    <a:pt x="2110334" y="272060"/>
                  </a:lnTo>
                  <a:lnTo>
                    <a:pt x="2180679" y="278921"/>
                  </a:lnTo>
                  <a:lnTo>
                    <a:pt x="2251023" y="285664"/>
                  </a:lnTo>
                  <a:lnTo>
                    <a:pt x="2321368" y="292291"/>
                  </a:lnTo>
                  <a:lnTo>
                    <a:pt x="2391712" y="298806"/>
                  </a:lnTo>
                  <a:lnTo>
                    <a:pt x="2462057" y="305208"/>
                  </a:lnTo>
                  <a:lnTo>
                    <a:pt x="2532401" y="311501"/>
                  </a:lnTo>
                  <a:lnTo>
                    <a:pt x="2602746" y="317686"/>
                  </a:lnTo>
                  <a:lnTo>
                    <a:pt x="2673090" y="323765"/>
                  </a:lnTo>
                  <a:lnTo>
                    <a:pt x="2743435" y="329740"/>
                  </a:lnTo>
                  <a:lnTo>
                    <a:pt x="2813779" y="335612"/>
                  </a:lnTo>
                  <a:lnTo>
                    <a:pt x="2884124" y="341384"/>
                  </a:lnTo>
                  <a:lnTo>
                    <a:pt x="2954468" y="347057"/>
                  </a:lnTo>
                  <a:lnTo>
                    <a:pt x="3024813" y="352633"/>
                  </a:lnTo>
                  <a:lnTo>
                    <a:pt x="3095157" y="358113"/>
                  </a:lnTo>
                  <a:lnTo>
                    <a:pt x="3165502" y="363500"/>
                  </a:lnTo>
                  <a:lnTo>
                    <a:pt x="3235846" y="368794"/>
                  </a:lnTo>
                  <a:lnTo>
                    <a:pt x="3306191" y="373997"/>
                  </a:lnTo>
                  <a:lnTo>
                    <a:pt x="3376535" y="379112"/>
                  </a:lnTo>
                  <a:lnTo>
                    <a:pt x="3446880" y="384138"/>
                  </a:lnTo>
                  <a:lnTo>
                    <a:pt x="3517224" y="389079"/>
                  </a:lnTo>
                  <a:lnTo>
                    <a:pt x="3587569" y="393935"/>
                  </a:lnTo>
                  <a:lnTo>
                    <a:pt x="3657913" y="398707"/>
                  </a:lnTo>
                  <a:lnTo>
                    <a:pt x="3728257" y="403398"/>
                  </a:lnTo>
                  <a:lnTo>
                    <a:pt x="3798602" y="408009"/>
                  </a:lnTo>
                  <a:lnTo>
                    <a:pt x="3868946" y="412541"/>
                  </a:lnTo>
                  <a:lnTo>
                    <a:pt x="3939291" y="416995"/>
                  </a:lnTo>
                  <a:lnTo>
                    <a:pt x="4009635" y="421372"/>
                  </a:lnTo>
                  <a:lnTo>
                    <a:pt x="4079980" y="425675"/>
                  </a:lnTo>
                  <a:lnTo>
                    <a:pt x="4150324" y="429904"/>
                  </a:lnTo>
                  <a:lnTo>
                    <a:pt x="4220669" y="434060"/>
                  </a:lnTo>
                  <a:lnTo>
                    <a:pt x="4291013" y="438145"/>
                  </a:lnTo>
                  <a:lnTo>
                    <a:pt x="4361358" y="442161"/>
                  </a:lnTo>
                  <a:lnTo>
                    <a:pt x="4431702" y="446107"/>
                  </a:lnTo>
                  <a:lnTo>
                    <a:pt x="4502047" y="449986"/>
                  </a:lnTo>
                  <a:lnTo>
                    <a:pt x="4572391" y="453798"/>
                  </a:lnTo>
                  <a:lnTo>
                    <a:pt x="4642736" y="457546"/>
                  </a:lnTo>
                  <a:lnTo>
                    <a:pt x="4713080" y="461228"/>
                  </a:lnTo>
                  <a:lnTo>
                    <a:pt x="4783425" y="464848"/>
                  </a:lnTo>
                  <a:lnTo>
                    <a:pt x="4853769" y="468406"/>
                  </a:lnTo>
                  <a:lnTo>
                    <a:pt x="4924114" y="471903"/>
                  </a:lnTo>
                  <a:lnTo>
                    <a:pt x="4994458" y="475340"/>
                  </a:lnTo>
                  <a:lnTo>
                    <a:pt x="5064803" y="478718"/>
                  </a:lnTo>
                  <a:lnTo>
                    <a:pt x="5135147" y="482038"/>
                  </a:lnTo>
                  <a:lnTo>
                    <a:pt x="5205492" y="485301"/>
                  </a:lnTo>
                  <a:lnTo>
                    <a:pt x="5275836" y="488509"/>
                  </a:lnTo>
                  <a:lnTo>
                    <a:pt x="5346181" y="491661"/>
                  </a:lnTo>
                  <a:lnTo>
                    <a:pt x="5416525" y="494760"/>
                  </a:lnTo>
                  <a:lnTo>
                    <a:pt x="5486870" y="497805"/>
                  </a:lnTo>
                  <a:lnTo>
                    <a:pt x="5557214" y="500798"/>
                  </a:lnTo>
                  <a:lnTo>
                    <a:pt x="5627559" y="503740"/>
                  </a:lnTo>
                  <a:lnTo>
                    <a:pt x="5697903" y="506631"/>
                  </a:lnTo>
                  <a:lnTo>
                    <a:pt x="5768248" y="509473"/>
                  </a:lnTo>
                  <a:lnTo>
                    <a:pt x="5838592" y="512267"/>
                  </a:lnTo>
                  <a:lnTo>
                    <a:pt x="5908937" y="515012"/>
                  </a:lnTo>
                  <a:lnTo>
                    <a:pt x="5979281" y="517710"/>
                  </a:lnTo>
                  <a:lnTo>
                    <a:pt x="6049626" y="520363"/>
                  </a:lnTo>
                  <a:lnTo>
                    <a:pt x="6119970" y="522969"/>
                  </a:lnTo>
                  <a:lnTo>
                    <a:pt x="6190315" y="525531"/>
                  </a:lnTo>
                  <a:lnTo>
                    <a:pt x="6260659" y="528049"/>
                  </a:lnTo>
                  <a:lnTo>
                    <a:pt x="6331004" y="530524"/>
                  </a:lnTo>
                  <a:lnTo>
                    <a:pt x="6401348" y="532957"/>
                  </a:lnTo>
                  <a:lnTo>
                    <a:pt x="6471693" y="535348"/>
                  </a:lnTo>
                  <a:lnTo>
                    <a:pt x="6542037" y="537698"/>
                  </a:lnTo>
                  <a:lnTo>
                    <a:pt x="6612382" y="540008"/>
                  </a:lnTo>
                  <a:lnTo>
                    <a:pt x="6682726" y="542278"/>
                  </a:lnTo>
                  <a:lnTo>
                    <a:pt x="6753071" y="544509"/>
                  </a:lnTo>
                  <a:lnTo>
                    <a:pt x="6823415" y="546702"/>
                  </a:lnTo>
                  <a:lnTo>
                    <a:pt x="6893760" y="548857"/>
                  </a:lnTo>
                  <a:lnTo>
                    <a:pt x="6964104" y="55097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53035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24100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05460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86820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68180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45104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2761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4121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54818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6841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(1.09-1.37), p_Bonf = 0.003 (n = 6)  |  per IQR decline (Δ = 29.9 %): 1.82 (1.30-2.55)  |  IQR: [-15.0, 14.9]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2026-07-22T07:57:18Z</dcterms:modified>
  <cp:category/>
</cp:coreProperties>
</file>