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793931"/>
              <a:ext cx="7403783" cy="2561180"/>
            </a:xfrm>
            <a:custGeom>
              <a:avLst/>
              <a:pathLst>
                <a:path w="7403783" h="2561180">
                  <a:moveTo>
                    <a:pt x="0" y="0"/>
                  </a:moveTo>
                  <a:lnTo>
                    <a:pt x="47058" y="45787"/>
                  </a:lnTo>
                  <a:lnTo>
                    <a:pt x="123691" y="118358"/>
                  </a:lnTo>
                  <a:lnTo>
                    <a:pt x="200323" y="188992"/>
                  </a:lnTo>
                  <a:lnTo>
                    <a:pt x="276956" y="257739"/>
                  </a:lnTo>
                  <a:lnTo>
                    <a:pt x="353588" y="324650"/>
                  </a:lnTo>
                  <a:lnTo>
                    <a:pt x="430221" y="389775"/>
                  </a:lnTo>
                  <a:lnTo>
                    <a:pt x="506853" y="453160"/>
                  </a:lnTo>
                  <a:lnTo>
                    <a:pt x="583486" y="514852"/>
                  </a:lnTo>
                  <a:lnTo>
                    <a:pt x="660118" y="574898"/>
                  </a:lnTo>
                  <a:lnTo>
                    <a:pt x="736751" y="633339"/>
                  </a:lnTo>
                  <a:lnTo>
                    <a:pt x="813384" y="690220"/>
                  </a:lnTo>
                  <a:lnTo>
                    <a:pt x="890016" y="745582"/>
                  </a:lnTo>
                  <a:lnTo>
                    <a:pt x="966649" y="799465"/>
                  </a:lnTo>
                  <a:lnTo>
                    <a:pt x="1043281" y="851910"/>
                  </a:lnTo>
                  <a:lnTo>
                    <a:pt x="1119914" y="902954"/>
                  </a:lnTo>
                  <a:lnTo>
                    <a:pt x="1196546" y="952635"/>
                  </a:lnTo>
                  <a:lnTo>
                    <a:pt x="1273179" y="1000989"/>
                  </a:lnTo>
                  <a:lnTo>
                    <a:pt x="1349811" y="1048052"/>
                  </a:lnTo>
                  <a:lnTo>
                    <a:pt x="1426444" y="1093858"/>
                  </a:lnTo>
                  <a:lnTo>
                    <a:pt x="1503076" y="1138441"/>
                  </a:lnTo>
                  <a:lnTo>
                    <a:pt x="1579709" y="1181833"/>
                  </a:lnTo>
                  <a:lnTo>
                    <a:pt x="1656342" y="1224066"/>
                  </a:lnTo>
                  <a:lnTo>
                    <a:pt x="1732974" y="1265172"/>
                  </a:lnTo>
                  <a:lnTo>
                    <a:pt x="1809607" y="1305180"/>
                  </a:lnTo>
                  <a:lnTo>
                    <a:pt x="1886239" y="1344119"/>
                  </a:lnTo>
                  <a:lnTo>
                    <a:pt x="1962872" y="1382019"/>
                  </a:lnTo>
                  <a:lnTo>
                    <a:pt x="2039504" y="1418906"/>
                  </a:lnTo>
                  <a:lnTo>
                    <a:pt x="2116137" y="1454809"/>
                  </a:lnTo>
                  <a:lnTo>
                    <a:pt x="2192769" y="1489752"/>
                  </a:lnTo>
                  <a:lnTo>
                    <a:pt x="2269402" y="1523763"/>
                  </a:lnTo>
                  <a:lnTo>
                    <a:pt x="2346034" y="1556865"/>
                  </a:lnTo>
                  <a:lnTo>
                    <a:pt x="2422667" y="1589083"/>
                  </a:lnTo>
                  <a:lnTo>
                    <a:pt x="2499300" y="1620441"/>
                  </a:lnTo>
                  <a:lnTo>
                    <a:pt x="2575932" y="1650961"/>
                  </a:lnTo>
                  <a:lnTo>
                    <a:pt x="2652565" y="1680667"/>
                  </a:lnTo>
                  <a:lnTo>
                    <a:pt x="2729197" y="1709579"/>
                  </a:lnTo>
                  <a:lnTo>
                    <a:pt x="2805830" y="1737719"/>
                  </a:lnTo>
                  <a:lnTo>
                    <a:pt x="2882462" y="1765108"/>
                  </a:lnTo>
                  <a:lnTo>
                    <a:pt x="2959095" y="1791765"/>
                  </a:lnTo>
                  <a:lnTo>
                    <a:pt x="3035727" y="1817710"/>
                  </a:lnTo>
                  <a:lnTo>
                    <a:pt x="3112360" y="1842962"/>
                  </a:lnTo>
                  <a:lnTo>
                    <a:pt x="3188993" y="1867540"/>
                  </a:lnTo>
                  <a:lnTo>
                    <a:pt x="3265625" y="1891462"/>
                  </a:lnTo>
                  <a:lnTo>
                    <a:pt x="3342258" y="1914745"/>
                  </a:lnTo>
                  <a:lnTo>
                    <a:pt x="3418890" y="1934839"/>
                  </a:lnTo>
                  <a:lnTo>
                    <a:pt x="3495523" y="1941025"/>
                  </a:lnTo>
                  <a:lnTo>
                    <a:pt x="3572155" y="1947164"/>
                  </a:lnTo>
                  <a:lnTo>
                    <a:pt x="3648788" y="1953257"/>
                  </a:lnTo>
                  <a:lnTo>
                    <a:pt x="3725420" y="1959305"/>
                  </a:lnTo>
                  <a:lnTo>
                    <a:pt x="3802053" y="1965307"/>
                  </a:lnTo>
                  <a:lnTo>
                    <a:pt x="3878685" y="1971265"/>
                  </a:lnTo>
                  <a:lnTo>
                    <a:pt x="3955318" y="1977178"/>
                  </a:lnTo>
                  <a:lnTo>
                    <a:pt x="4031951" y="1983047"/>
                  </a:lnTo>
                  <a:lnTo>
                    <a:pt x="4108583" y="1988873"/>
                  </a:lnTo>
                  <a:lnTo>
                    <a:pt x="4185216" y="1994655"/>
                  </a:lnTo>
                  <a:lnTo>
                    <a:pt x="4261848" y="2000393"/>
                  </a:lnTo>
                  <a:lnTo>
                    <a:pt x="4338481" y="2006089"/>
                  </a:lnTo>
                  <a:lnTo>
                    <a:pt x="4415113" y="2011742"/>
                  </a:lnTo>
                  <a:lnTo>
                    <a:pt x="4491746" y="2017353"/>
                  </a:lnTo>
                  <a:lnTo>
                    <a:pt x="4568378" y="2022923"/>
                  </a:lnTo>
                  <a:lnTo>
                    <a:pt x="4645011" y="2028450"/>
                  </a:lnTo>
                  <a:lnTo>
                    <a:pt x="4721644" y="2033937"/>
                  </a:lnTo>
                  <a:lnTo>
                    <a:pt x="4798276" y="2039382"/>
                  </a:lnTo>
                  <a:lnTo>
                    <a:pt x="4874909" y="2044787"/>
                  </a:lnTo>
                  <a:lnTo>
                    <a:pt x="4951541" y="2050151"/>
                  </a:lnTo>
                  <a:lnTo>
                    <a:pt x="5028174" y="2055476"/>
                  </a:lnTo>
                  <a:lnTo>
                    <a:pt x="5104806" y="2060760"/>
                  </a:lnTo>
                  <a:lnTo>
                    <a:pt x="5181439" y="2066005"/>
                  </a:lnTo>
                  <a:lnTo>
                    <a:pt x="5258071" y="2071211"/>
                  </a:lnTo>
                  <a:lnTo>
                    <a:pt x="5334704" y="2076378"/>
                  </a:lnTo>
                  <a:lnTo>
                    <a:pt x="5411336" y="2081507"/>
                  </a:lnTo>
                  <a:lnTo>
                    <a:pt x="5487969" y="2086597"/>
                  </a:lnTo>
                  <a:lnTo>
                    <a:pt x="5564602" y="2091649"/>
                  </a:lnTo>
                  <a:lnTo>
                    <a:pt x="5641234" y="2096664"/>
                  </a:lnTo>
                  <a:lnTo>
                    <a:pt x="5717867" y="2101641"/>
                  </a:lnTo>
                  <a:lnTo>
                    <a:pt x="5794499" y="2106581"/>
                  </a:lnTo>
                  <a:lnTo>
                    <a:pt x="5871132" y="2111484"/>
                  </a:lnTo>
                  <a:lnTo>
                    <a:pt x="5947764" y="2116350"/>
                  </a:lnTo>
                  <a:lnTo>
                    <a:pt x="6024397" y="2121181"/>
                  </a:lnTo>
                  <a:lnTo>
                    <a:pt x="6101029" y="2125975"/>
                  </a:lnTo>
                  <a:lnTo>
                    <a:pt x="6177662" y="2130733"/>
                  </a:lnTo>
                  <a:lnTo>
                    <a:pt x="6254294" y="2135456"/>
                  </a:lnTo>
                  <a:lnTo>
                    <a:pt x="6330927" y="2140143"/>
                  </a:lnTo>
                  <a:lnTo>
                    <a:pt x="6407560" y="2144796"/>
                  </a:lnTo>
                  <a:lnTo>
                    <a:pt x="6484192" y="2149413"/>
                  </a:lnTo>
                  <a:lnTo>
                    <a:pt x="6560825" y="2153997"/>
                  </a:lnTo>
                  <a:lnTo>
                    <a:pt x="6637457" y="2158546"/>
                  </a:lnTo>
                  <a:lnTo>
                    <a:pt x="6714090" y="2163061"/>
                  </a:lnTo>
                  <a:lnTo>
                    <a:pt x="6790722" y="2167542"/>
                  </a:lnTo>
                  <a:lnTo>
                    <a:pt x="6867355" y="2171990"/>
                  </a:lnTo>
                  <a:lnTo>
                    <a:pt x="6943987" y="2176405"/>
                  </a:lnTo>
                  <a:lnTo>
                    <a:pt x="7020620" y="2180786"/>
                  </a:lnTo>
                  <a:lnTo>
                    <a:pt x="7097253" y="2185136"/>
                  </a:lnTo>
                  <a:lnTo>
                    <a:pt x="7173885" y="2189452"/>
                  </a:lnTo>
                  <a:lnTo>
                    <a:pt x="7250518" y="2193736"/>
                  </a:lnTo>
                  <a:lnTo>
                    <a:pt x="7327150" y="2197989"/>
                  </a:lnTo>
                  <a:lnTo>
                    <a:pt x="7403783" y="2202209"/>
                  </a:lnTo>
                  <a:lnTo>
                    <a:pt x="7403783" y="2561180"/>
                  </a:lnTo>
                  <a:lnTo>
                    <a:pt x="7327150" y="2555633"/>
                  </a:lnTo>
                  <a:lnTo>
                    <a:pt x="7250518" y="2549935"/>
                  </a:lnTo>
                  <a:lnTo>
                    <a:pt x="7173885" y="2544080"/>
                  </a:lnTo>
                  <a:lnTo>
                    <a:pt x="7097253" y="2538065"/>
                  </a:lnTo>
                  <a:lnTo>
                    <a:pt x="7020620" y="2531884"/>
                  </a:lnTo>
                  <a:lnTo>
                    <a:pt x="6943987" y="2525534"/>
                  </a:lnTo>
                  <a:lnTo>
                    <a:pt x="6867355" y="2519010"/>
                  </a:lnTo>
                  <a:lnTo>
                    <a:pt x="6790722" y="2512307"/>
                  </a:lnTo>
                  <a:lnTo>
                    <a:pt x="6714090" y="2505420"/>
                  </a:lnTo>
                  <a:lnTo>
                    <a:pt x="6637457" y="2498344"/>
                  </a:lnTo>
                  <a:lnTo>
                    <a:pt x="6560825" y="2491073"/>
                  </a:lnTo>
                  <a:lnTo>
                    <a:pt x="6484192" y="2483604"/>
                  </a:lnTo>
                  <a:lnTo>
                    <a:pt x="6407560" y="2475929"/>
                  </a:lnTo>
                  <a:lnTo>
                    <a:pt x="6330927" y="2468044"/>
                  </a:lnTo>
                  <a:lnTo>
                    <a:pt x="6254294" y="2459942"/>
                  </a:lnTo>
                  <a:lnTo>
                    <a:pt x="6177662" y="2451618"/>
                  </a:lnTo>
                  <a:lnTo>
                    <a:pt x="6101029" y="2443066"/>
                  </a:lnTo>
                  <a:lnTo>
                    <a:pt x="6024397" y="2434279"/>
                  </a:lnTo>
                  <a:lnTo>
                    <a:pt x="5947764" y="2425251"/>
                  </a:lnTo>
                  <a:lnTo>
                    <a:pt x="5871132" y="2415975"/>
                  </a:lnTo>
                  <a:lnTo>
                    <a:pt x="5794499" y="2406445"/>
                  </a:lnTo>
                  <a:lnTo>
                    <a:pt x="5717867" y="2396653"/>
                  </a:lnTo>
                  <a:lnTo>
                    <a:pt x="5641234" y="2386593"/>
                  </a:lnTo>
                  <a:lnTo>
                    <a:pt x="5564602" y="2376256"/>
                  </a:lnTo>
                  <a:lnTo>
                    <a:pt x="5487969" y="2365636"/>
                  </a:lnTo>
                  <a:lnTo>
                    <a:pt x="5411336" y="2354725"/>
                  </a:lnTo>
                  <a:lnTo>
                    <a:pt x="5334704" y="2343514"/>
                  </a:lnTo>
                  <a:lnTo>
                    <a:pt x="5258071" y="2331995"/>
                  </a:lnTo>
                  <a:lnTo>
                    <a:pt x="5181439" y="2320161"/>
                  </a:lnTo>
                  <a:lnTo>
                    <a:pt x="5104806" y="2308002"/>
                  </a:lnTo>
                  <a:lnTo>
                    <a:pt x="5028174" y="2295509"/>
                  </a:lnTo>
                  <a:lnTo>
                    <a:pt x="4951541" y="2282673"/>
                  </a:lnTo>
                  <a:lnTo>
                    <a:pt x="4874909" y="2269485"/>
                  </a:lnTo>
                  <a:lnTo>
                    <a:pt x="4798276" y="2255936"/>
                  </a:lnTo>
                  <a:lnTo>
                    <a:pt x="4721644" y="2242014"/>
                  </a:lnTo>
                  <a:lnTo>
                    <a:pt x="4645011" y="2227711"/>
                  </a:lnTo>
                  <a:lnTo>
                    <a:pt x="4568378" y="2213015"/>
                  </a:lnTo>
                  <a:lnTo>
                    <a:pt x="4491746" y="2197916"/>
                  </a:lnTo>
                  <a:lnTo>
                    <a:pt x="4415113" y="2182403"/>
                  </a:lnTo>
                  <a:lnTo>
                    <a:pt x="4338481" y="2166464"/>
                  </a:lnTo>
                  <a:lnTo>
                    <a:pt x="4261848" y="2150088"/>
                  </a:lnTo>
                  <a:lnTo>
                    <a:pt x="4185216" y="2133262"/>
                  </a:lnTo>
                  <a:lnTo>
                    <a:pt x="4108583" y="2115975"/>
                  </a:lnTo>
                  <a:lnTo>
                    <a:pt x="4031951" y="2098213"/>
                  </a:lnTo>
                  <a:lnTo>
                    <a:pt x="3955318" y="2079964"/>
                  </a:lnTo>
                  <a:lnTo>
                    <a:pt x="3878685" y="2061215"/>
                  </a:lnTo>
                  <a:lnTo>
                    <a:pt x="3802053" y="2041951"/>
                  </a:lnTo>
                  <a:lnTo>
                    <a:pt x="3725420" y="2022158"/>
                  </a:lnTo>
                  <a:lnTo>
                    <a:pt x="3648788" y="2001822"/>
                  </a:lnTo>
                  <a:lnTo>
                    <a:pt x="3572155" y="1980929"/>
                  </a:lnTo>
                  <a:lnTo>
                    <a:pt x="3495523" y="1959462"/>
                  </a:lnTo>
                  <a:lnTo>
                    <a:pt x="3418890" y="1937406"/>
                  </a:lnTo>
                  <a:lnTo>
                    <a:pt x="3342258" y="1928608"/>
                  </a:lnTo>
                  <a:lnTo>
                    <a:pt x="3265625" y="1922329"/>
                  </a:lnTo>
                  <a:lnTo>
                    <a:pt x="3188993" y="1916003"/>
                  </a:lnTo>
                  <a:lnTo>
                    <a:pt x="3112360" y="1909630"/>
                  </a:lnTo>
                  <a:lnTo>
                    <a:pt x="3035727" y="1903208"/>
                  </a:lnTo>
                  <a:lnTo>
                    <a:pt x="2959095" y="1896739"/>
                  </a:lnTo>
                  <a:lnTo>
                    <a:pt x="2882462" y="1890220"/>
                  </a:lnTo>
                  <a:lnTo>
                    <a:pt x="2805830" y="1883653"/>
                  </a:lnTo>
                  <a:lnTo>
                    <a:pt x="2729197" y="1877036"/>
                  </a:lnTo>
                  <a:lnTo>
                    <a:pt x="2652565" y="1870370"/>
                  </a:lnTo>
                  <a:lnTo>
                    <a:pt x="2575932" y="1863653"/>
                  </a:lnTo>
                  <a:lnTo>
                    <a:pt x="2499300" y="1856886"/>
                  </a:lnTo>
                  <a:lnTo>
                    <a:pt x="2422667" y="1850068"/>
                  </a:lnTo>
                  <a:lnTo>
                    <a:pt x="2346034" y="1843198"/>
                  </a:lnTo>
                  <a:lnTo>
                    <a:pt x="2269402" y="1836277"/>
                  </a:lnTo>
                  <a:lnTo>
                    <a:pt x="2192769" y="1829304"/>
                  </a:lnTo>
                  <a:lnTo>
                    <a:pt x="2116137" y="1822278"/>
                  </a:lnTo>
                  <a:lnTo>
                    <a:pt x="2039504" y="1815200"/>
                  </a:lnTo>
                  <a:lnTo>
                    <a:pt x="1962872" y="1808068"/>
                  </a:lnTo>
                  <a:lnTo>
                    <a:pt x="1886239" y="1800883"/>
                  </a:lnTo>
                  <a:lnTo>
                    <a:pt x="1809607" y="1793644"/>
                  </a:lnTo>
                  <a:lnTo>
                    <a:pt x="1732974" y="1786350"/>
                  </a:lnTo>
                  <a:lnTo>
                    <a:pt x="1656342" y="1779001"/>
                  </a:lnTo>
                  <a:lnTo>
                    <a:pt x="1579709" y="1771597"/>
                  </a:lnTo>
                  <a:lnTo>
                    <a:pt x="1503076" y="1764138"/>
                  </a:lnTo>
                  <a:lnTo>
                    <a:pt x="1426444" y="1756622"/>
                  </a:lnTo>
                  <a:lnTo>
                    <a:pt x="1349811" y="1749050"/>
                  </a:lnTo>
                  <a:lnTo>
                    <a:pt x="1273179" y="1741420"/>
                  </a:lnTo>
                  <a:lnTo>
                    <a:pt x="1196546" y="1733734"/>
                  </a:lnTo>
                  <a:lnTo>
                    <a:pt x="1119914" y="1725989"/>
                  </a:lnTo>
                  <a:lnTo>
                    <a:pt x="1043281" y="1718186"/>
                  </a:lnTo>
                  <a:lnTo>
                    <a:pt x="966649" y="1710325"/>
                  </a:lnTo>
                  <a:lnTo>
                    <a:pt x="890016" y="1702405"/>
                  </a:lnTo>
                  <a:lnTo>
                    <a:pt x="813384" y="1694424"/>
                  </a:lnTo>
                  <a:lnTo>
                    <a:pt x="736751" y="1686384"/>
                  </a:lnTo>
                  <a:lnTo>
                    <a:pt x="660118" y="1678284"/>
                  </a:lnTo>
                  <a:lnTo>
                    <a:pt x="583486" y="1670122"/>
                  </a:lnTo>
                  <a:lnTo>
                    <a:pt x="506853" y="1661899"/>
                  </a:lnTo>
                  <a:lnTo>
                    <a:pt x="430221" y="1653614"/>
                  </a:lnTo>
                  <a:lnTo>
                    <a:pt x="353588" y="1645267"/>
                  </a:lnTo>
                  <a:lnTo>
                    <a:pt x="276956" y="1636857"/>
                  </a:lnTo>
                  <a:lnTo>
                    <a:pt x="200323" y="1628384"/>
                  </a:lnTo>
                  <a:lnTo>
                    <a:pt x="123691" y="1619847"/>
                  </a:lnTo>
                  <a:lnTo>
                    <a:pt x="47058" y="1611246"/>
                  </a:lnTo>
                  <a:lnTo>
                    <a:pt x="0" y="16059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793931"/>
              <a:ext cx="7403783" cy="2202209"/>
            </a:xfrm>
            <a:custGeom>
              <a:avLst/>
              <a:pathLst>
                <a:path w="7403783" h="2202209">
                  <a:moveTo>
                    <a:pt x="0" y="0"/>
                  </a:moveTo>
                  <a:lnTo>
                    <a:pt x="47058" y="45787"/>
                  </a:lnTo>
                  <a:lnTo>
                    <a:pt x="123691" y="118358"/>
                  </a:lnTo>
                  <a:lnTo>
                    <a:pt x="200323" y="188992"/>
                  </a:lnTo>
                  <a:lnTo>
                    <a:pt x="276956" y="257739"/>
                  </a:lnTo>
                  <a:lnTo>
                    <a:pt x="353588" y="324650"/>
                  </a:lnTo>
                  <a:lnTo>
                    <a:pt x="430221" y="389775"/>
                  </a:lnTo>
                  <a:lnTo>
                    <a:pt x="506853" y="453160"/>
                  </a:lnTo>
                  <a:lnTo>
                    <a:pt x="583486" y="514852"/>
                  </a:lnTo>
                  <a:lnTo>
                    <a:pt x="660118" y="574898"/>
                  </a:lnTo>
                  <a:lnTo>
                    <a:pt x="736751" y="633339"/>
                  </a:lnTo>
                  <a:lnTo>
                    <a:pt x="813384" y="690220"/>
                  </a:lnTo>
                  <a:lnTo>
                    <a:pt x="890016" y="745582"/>
                  </a:lnTo>
                  <a:lnTo>
                    <a:pt x="966649" y="799465"/>
                  </a:lnTo>
                  <a:lnTo>
                    <a:pt x="1043281" y="851910"/>
                  </a:lnTo>
                  <a:lnTo>
                    <a:pt x="1119914" y="902954"/>
                  </a:lnTo>
                  <a:lnTo>
                    <a:pt x="1196546" y="952635"/>
                  </a:lnTo>
                  <a:lnTo>
                    <a:pt x="1273179" y="1000989"/>
                  </a:lnTo>
                  <a:lnTo>
                    <a:pt x="1349811" y="1048052"/>
                  </a:lnTo>
                  <a:lnTo>
                    <a:pt x="1426444" y="1093858"/>
                  </a:lnTo>
                  <a:lnTo>
                    <a:pt x="1503076" y="1138441"/>
                  </a:lnTo>
                  <a:lnTo>
                    <a:pt x="1579709" y="1181833"/>
                  </a:lnTo>
                  <a:lnTo>
                    <a:pt x="1656342" y="1224066"/>
                  </a:lnTo>
                  <a:lnTo>
                    <a:pt x="1732974" y="1265172"/>
                  </a:lnTo>
                  <a:lnTo>
                    <a:pt x="1809607" y="1305180"/>
                  </a:lnTo>
                  <a:lnTo>
                    <a:pt x="1886239" y="1344119"/>
                  </a:lnTo>
                  <a:lnTo>
                    <a:pt x="1962872" y="1382019"/>
                  </a:lnTo>
                  <a:lnTo>
                    <a:pt x="2039504" y="1418906"/>
                  </a:lnTo>
                  <a:lnTo>
                    <a:pt x="2116137" y="1454809"/>
                  </a:lnTo>
                  <a:lnTo>
                    <a:pt x="2192769" y="1489752"/>
                  </a:lnTo>
                  <a:lnTo>
                    <a:pt x="2269402" y="1523763"/>
                  </a:lnTo>
                  <a:lnTo>
                    <a:pt x="2346034" y="1556865"/>
                  </a:lnTo>
                  <a:lnTo>
                    <a:pt x="2422667" y="1589083"/>
                  </a:lnTo>
                  <a:lnTo>
                    <a:pt x="2499300" y="1620441"/>
                  </a:lnTo>
                  <a:lnTo>
                    <a:pt x="2575932" y="1650961"/>
                  </a:lnTo>
                  <a:lnTo>
                    <a:pt x="2652565" y="1680667"/>
                  </a:lnTo>
                  <a:lnTo>
                    <a:pt x="2729197" y="1709579"/>
                  </a:lnTo>
                  <a:lnTo>
                    <a:pt x="2805830" y="1737719"/>
                  </a:lnTo>
                  <a:lnTo>
                    <a:pt x="2882462" y="1765108"/>
                  </a:lnTo>
                  <a:lnTo>
                    <a:pt x="2959095" y="1791765"/>
                  </a:lnTo>
                  <a:lnTo>
                    <a:pt x="3035727" y="1817710"/>
                  </a:lnTo>
                  <a:lnTo>
                    <a:pt x="3112360" y="1842962"/>
                  </a:lnTo>
                  <a:lnTo>
                    <a:pt x="3188993" y="1867540"/>
                  </a:lnTo>
                  <a:lnTo>
                    <a:pt x="3265625" y="1891462"/>
                  </a:lnTo>
                  <a:lnTo>
                    <a:pt x="3342258" y="1914745"/>
                  </a:lnTo>
                  <a:lnTo>
                    <a:pt x="3418890" y="1934839"/>
                  </a:lnTo>
                  <a:lnTo>
                    <a:pt x="3495523" y="1941025"/>
                  </a:lnTo>
                  <a:lnTo>
                    <a:pt x="3572155" y="1947164"/>
                  </a:lnTo>
                  <a:lnTo>
                    <a:pt x="3648788" y="1953257"/>
                  </a:lnTo>
                  <a:lnTo>
                    <a:pt x="3725420" y="1959305"/>
                  </a:lnTo>
                  <a:lnTo>
                    <a:pt x="3802053" y="1965307"/>
                  </a:lnTo>
                  <a:lnTo>
                    <a:pt x="3878685" y="1971265"/>
                  </a:lnTo>
                  <a:lnTo>
                    <a:pt x="3955318" y="1977178"/>
                  </a:lnTo>
                  <a:lnTo>
                    <a:pt x="4031951" y="1983047"/>
                  </a:lnTo>
                  <a:lnTo>
                    <a:pt x="4108583" y="1988873"/>
                  </a:lnTo>
                  <a:lnTo>
                    <a:pt x="4185216" y="1994655"/>
                  </a:lnTo>
                  <a:lnTo>
                    <a:pt x="4261848" y="2000393"/>
                  </a:lnTo>
                  <a:lnTo>
                    <a:pt x="4338481" y="2006089"/>
                  </a:lnTo>
                  <a:lnTo>
                    <a:pt x="4415113" y="2011742"/>
                  </a:lnTo>
                  <a:lnTo>
                    <a:pt x="4491746" y="2017353"/>
                  </a:lnTo>
                  <a:lnTo>
                    <a:pt x="4568378" y="2022923"/>
                  </a:lnTo>
                  <a:lnTo>
                    <a:pt x="4645011" y="2028450"/>
                  </a:lnTo>
                  <a:lnTo>
                    <a:pt x="4721644" y="2033937"/>
                  </a:lnTo>
                  <a:lnTo>
                    <a:pt x="4798276" y="2039382"/>
                  </a:lnTo>
                  <a:lnTo>
                    <a:pt x="4874909" y="2044787"/>
                  </a:lnTo>
                  <a:lnTo>
                    <a:pt x="4951541" y="2050151"/>
                  </a:lnTo>
                  <a:lnTo>
                    <a:pt x="5028174" y="2055476"/>
                  </a:lnTo>
                  <a:lnTo>
                    <a:pt x="5104806" y="2060760"/>
                  </a:lnTo>
                  <a:lnTo>
                    <a:pt x="5181439" y="2066005"/>
                  </a:lnTo>
                  <a:lnTo>
                    <a:pt x="5258071" y="2071211"/>
                  </a:lnTo>
                  <a:lnTo>
                    <a:pt x="5334704" y="2076378"/>
                  </a:lnTo>
                  <a:lnTo>
                    <a:pt x="5411336" y="2081507"/>
                  </a:lnTo>
                  <a:lnTo>
                    <a:pt x="5487969" y="2086597"/>
                  </a:lnTo>
                  <a:lnTo>
                    <a:pt x="5564602" y="2091649"/>
                  </a:lnTo>
                  <a:lnTo>
                    <a:pt x="5641234" y="2096664"/>
                  </a:lnTo>
                  <a:lnTo>
                    <a:pt x="5717867" y="2101641"/>
                  </a:lnTo>
                  <a:lnTo>
                    <a:pt x="5794499" y="2106581"/>
                  </a:lnTo>
                  <a:lnTo>
                    <a:pt x="5871132" y="2111484"/>
                  </a:lnTo>
                  <a:lnTo>
                    <a:pt x="5947764" y="2116350"/>
                  </a:lnTo>
                  <a:lnTo>
                    <a:pt x="6024397" y="2121181"/>
                  </a:lnTo>
                  <a:lnTo>
                    <a:pt x="6101029" y="2125975"/>
                  </a:lnTo>
                  <a:lnTo>
                    <a:pt x="6177662" y="2130733"/>
                  </a:lnTo>
                  <a:lnTo>
                    <a:pt x="6254294" y="2135456"/>
                  </a:lnTo>
                  <a:lnTo>
                    <a:pt x="6330927" y="2140143"/>
                  </a:lnTo>
                  <a:lnTo>
                    <a:pt x="6407560" y="2144796"/>
                  </a:lnTo>
                  <a:lnTo>
                    <a:pt x="6484192" y="2149413"/>
                  </a:lnTo>
                  <a:lnTo>
                    <a:pt x="6560825" y="2153997"/>
                  </a:lnTo>
                  <a:lnTo>
                    <a:pt x="6637457" y="2158546"/>
                  </a:lnTo>
                  <a:lnTo>
                    <a:pt x="6714090" y="2163061"/>
                  </a:lnTo>
                  <a:lnTo>
                    <a:pt x="6790722" y="2167542"/>
                  </a:lnTo>
                  <a:lnTo>
                    <a:pt x="6867355" y="2171990"/>
                  </a:lnTo>
                  <a:lnTo>
                    <a:pt x="6943987" y="2176405"/>
                  </a:lnTo>
                  <a:lnTo>
                    <a:pt x="7020620" y="2180786"/>
                  </a:lnTo>
                  <a:lnTo>
                    <a:pt x="7097253" y="2185136"/>
                  </a:lnTo>
                  <a:lnTo>
                    <a:pt x="7173885" y="2189452"/>
                  </a:lnTo>
                  <a:lnTo>
                    <a:pt x="7250518" y="2193736"/>
                  </a:lnTo>
                  <a:lnTo>
                    <a:pt x="7327150" y="2197989"/>
                  </a:lnTo>
                  <a:lnTo>
                    <a:pt x="7403783" y="22022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99856"/>
              <a:ext cx="7403783" cy="955254"/>
            </a:xfrm>
            <a:custGeom>
              <a:avLst/>
              <a:pathLst>
                <a:path w="7403783" h="955254">
                  <a:moveTo>
                    <a:pt x="7403783" y="955254"/>
                  </a:moveTo>
                  <a:lnTo>
                    <a:pt x="7327150" y="949708"/>
                  </a:lnTo>
                  <a:lnTo>
                    <a:pt x="7250518" y="944010"/>
                  </a:lnTo>
                  <a:lnTo>
                    <a:pt x="7173885" y="938155"/>
                  </a:lnTo>
                  <a:lnTo>
                    <a:pt x="7097253" y="932140"/>
                  </a:lnTo>
                  <a:lnTo>
                    <a:pt x="7020620" y="925959"/>
                  </a:lnTo>
                  <a:lnTo>
                    <a:pt x="6943987" y="919609"/>
                  </a:lnTo>
                  <a:lnTo>
                    <a:pt x="6867355" y="913085"/>
                  </a:lnTo>
                  <a:lnTo>
                    <a:pt x="6790722" y="906382"/>
                  </a:lnTo>
                  <a:lnTo>
                    <a:pt x="6714090" y="899495"/>
                  </a:lnTo>
                  <a:lnTo>
                    <a:pt x="6637457" y="892418"/>
                  </a:lnTo>
                  <a:lnTo>
                    <a:pt x="6560825" y="885148"/>
                  </a:lnTo>
                  <a:lnTo>
                    <a:pt x="6484192" y="877678"/>
                  </a:lnTo>
                  <a:lnTo>
                    <a:pt x="6407560" y="870004"/>
                  </a:lnTo>
                  <a:lnTo>
                    <a:pt x="6330927" y="862118"/>
                  </a:lnTo>
                  <a:lnTo>
                    <a:pt x="6254294" y="854017"/>
                  </a:lnTo>
                  <a:lnTo>
                    <a:pt x="6177662" y="845693"/>
                  </a:lnTo>
                  <a:lnTo>
                    <a:pt x="6101029" y="837141"/>
                  </a:lnTo>
                  <a:lnTo>
                    <a:pt x="6024397" y="828354"/>
                  </a:lnTo>
                  <a:lnTo>
                    <a:pt x="5947764" y="819326"/>
                  </a:lnTo>
                  <a:lnTo>
                    <a:pt x="5871132" y="810050"/>
                  </a:lnTo>
                  <a:lnTo>
                    <a:pt x="5794499" y="800519"/>
                  </a:lnTo>
                  <a:lnTo>
                    <a:pt x="5717867" y="790728"/>
                  </a:lnTo>
                  <a:lnTo>
                    <a:pt x="5641234" y="780667"/>
                  </a:lnTo>
                  <a:lnTo>
                    <a:pt x="5564602" y="770331"/>
                  </a:lnTo>
                  <a:lnTo>
                    <a:pt x="5487969" y="759711"/>
                  </a:lnTo>
                  <a:lnTo>
                    <a:pt x="5411336" y="748799"/>
                  </a:lnTo>
                  <a:lnTo>
                    <a:pt x="5334704" y="737588"/>
                  </a:lnTo>
                  <a:lnTo>
                    <a:pt x="5258071" y="726070"/>
                  </a:lnTo>
                  <a:lnTo>
                    <a:pt x="5181439" y="714235"/>
                  </a:lnTo>
                  <a:lnTo>
                    <a:pt x="5104806" y="702076"/>
                  </a:lnTo>
                  <a:lnTo>
                    <a:pt x="5028174" y="689583"/>
                  </a:lnTo>
                  <a:lnTo>
                    <a:pt x="4951541" y="676748"/>
                  </a:lnTo>
                  <a:lnTo>
                    <a:pt x="4874909" y="663560"/>
                  </a:lnTo>
                  <a:lnTo>
                    <a:pt x="4798276" y="650011"/>
                  </a:lnTo>
                  <a:lnTo>
                    <a:pt x="4721644" y="636089"/>
                  </a:lnTo>
                  <a:lnTo>
                    <a:pt x="4645011" y="621786"/>
                  </a:lnTo>
                  <a:lnTo>
                    <a:pt x="4568378" y="607090"/>
                  </a:lnTo>
                  <a:lnTo>
                    <a:pt x="4491746" y="591991"/>
                  </a:lnTo>
                  <a:lnTo>
                    <a:pt x="4415113" y="576478"/>
                  </a:lnTo>
                  <a:lnTo>
                    <a:pt x="4338481" y="560539"/>
                  </a:lnTo>
                  <a:lnTo>
                    <a:pt x="4261848" y="544162"/>
                  </a:lnTo>
                  <a:lnTo>
                    <a:pt x="4185216" y="527337"/>
                  </a:lnTo>
                  <a:lnTo>
                    <a:pt x="4108583" y="510050"/>
                  </a:lnTo>
                  <a:lnTo>
                    <a:pt x="4031951" y="492288"/>
                  </a:lnTo>
                  <a:lnTo>
                    <a:pt x="3955318" y="474039"/>
                  </a:lnTo>
                  <a:lnTo>
                    <a:pt x="3878685" y="455290"/>
                  </a:lnTo>
                  <a:lnTo>
                    <a:pt x="3802053" y="436025"/>
                  </a:lnTo>
                  <a:lnTo>
                    <a:pt x="3725420" y="416233"/>
                  </a:lnTo>
                  <a:lnTo>
                    <a:pt x="3648788" y="395897"/>
                  </a:lnTo>
                  <a:lnTo>
                    <a:pt x="3572155" y="375004"/>
                  </a:lnTo>
                  <a:lnTo>
                    <a:pt x="3495523" y="353537"/>
                  </a:lnTo>
                  <a:lnTo>
                    <a:pt x="3418890" y="331481"/>
                  </a:lnTo>
                  <a:lnTo>
                    <a:pt x="3342258" y="322682"/>
                  </a:lnTo>
                  <a:lnTo>
                    <a:pt x="3265625" y="316404"/>
                  </a:lnTo>
                  <a:lnTo>
                    <a:pt x="3188993" y="310078"/>
                  </a:lnTo>
                  <a:lnTo>
                    <a:pt x="3112360" y="303705"/>
                  </a:lnTo>
                  <a:lnTo>
                    <a:pt x="3035727" y="297283"/>
                  </a:lnTo>
                  <a:lnTo>
                    <a:pt x="2959095" y="290813"/>
                  </a:lnTo>
                  <a:lnTo>
                    <a:pt x="2882462" y="284295"/>
                  </a:lnTo>
                  <a:lnTo>
                    <a:pt x="2805830" y="277728"/>
                  </a:lnTo>
                  <a:lnTo>
                    <a:pt x="2729197" y="271111"/>
                  </a:lnTo>
                  <a:lnTo>
                    <a:pt x="2652565" y="264444"/>
                  </a:lnTo>
                  <a:lnTo>
                    <a:pt x="2575932" y="257728"/>
                  </a:lnTo>
                  <a:lnTo>
                    <a:pt x="2499300" y="250961"/>
                  </a:lnTo>
                  <a:lnTo>
                    <a:pt x="2422667" y="244142"/>
                  </a:lnTo>
                  <a:lnTo>
                    <a:pt x="2346034" y="237273"/>
                  </a:lnTo>
                  <a:lnTo>
                    <a:pt x="2269402" y="230352"/>
                  </a:lnTo>
                  <a:lnTo>
                    <a:pt x="2192769" y="223379"/>
                  </a:lnTo>
                  <a:lnTo>
                    <a:pt x="2116137" y="216353"/>
                  </a:lnTo>
                  <a:lnTo>
                    <a:pt x="2039504" y="209275"/>
                  </a:lnTo>
                  <a:lnTo>
                    <a:pt x="1962872" y="202143"/>
                  </a:lnTo>
                  <a:lnTo>
                    <a:pt x="1886239" y="194958"/>
                  </a:lnTo>
                  <a:lnTo>
                    <a:pt x="1809607" y="187718"/>
                  </a:lnTo>
                  <a:lnTo>
                    <a:pt x="1732974" y="180425"/>
                  </a:lnTo>
                  <a:lnTo>
                    <a:pt x="1656342" y="173076"/>
                  </a:lnTo>
                  <a:lnTo>
                    <a:pt x="1579709" y="165672"/>
                  </a:lnTo>
                  <a:lnTo>
                    <a:pt x="1503076" y="158212"/>
                  </a:lnTo>
                  <a:lnTo>
                    <a:pt x="1426444" y="150697"/>
                  </a:lnTo>
                  <a:lnTo>
                    <a:pt x="1349811" y="143124"/>
                  </a:lnTo>
                  <a:lnTo>
                    <a:pt x="1273179" y="135495"/>
                  </a:lnTo>
                  <a:lnTo>
                    <a:pt x="1196546" y="127808"/>
                  </a:lnTo>
                  <a:lnTo>
                    <a:pt x="1119914" y="120064"/>
                  </a:lnTo>
                  <a:lnTo>
                    <a:pt x="1043281" y="112261"/>
                  </a:lnTo>
                  <a:lnTo>
                    <a:pt x="966649" y="104400"/>
                  </a:lnTo>
                  <a:lnTo>
                    <a:pt x="890016" y="96479"/>
                  </a:lnTo>
                  <a:lnTo>
                    <a:pt x="813384" y="88499"/>
                  </a:lnTo>
                  <a:lnTo>
                    <a:pt x="736751" y="80459"/>
                  </a:lnTo>
                  <a:lnTo>
                    <a:pt x="660118" y="72358"/>
                  </a:lnTo>
                  <a:lnTo>
                    <a:pt x="583486" y="64197"/>
                  </a:lnTo>
                  <a:lnTo>
                    <a:pt x="506853" y="55974"/>
                  </a:lnTo>
                  <a:lnTo>
                    <a:pt x="430221" y="47689"/>
                  </a:lnTo>
                  <a:lnTo>
                    <a:pt x="353588" y="39342"/>
                  </a:lnTo>
                  <a:lnTo>
                    <a:pt x="276956" y="30932"/>
                  </a:lnTo>
                  <a:lnTo>
                    <a:pt x="200323" y="22459"/>
                  </a:lnTo>
                  <a:lnTo>
                    <a:pt x="123691" y="13922"/>
                  </a:lnTo>
                  <a:lnTo>
                    <a:pt x="47058" y="53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68905"/>
              <a:ext cx="7403783" cy="1451562"/>
            </a:xfrm>
            <a:custGeom>
              <a:avLst/>
              <a:pathLst>
                <a:path w="7403783" h="1451562">
                  <a:moveTo>
                    <a:pt x="0" y="0"/>
                  </a:moveTo>
                  <a:lnTo>
                    <a:pt x="47058" y="18939"/>
                  </a:lnTo>
                  <a:lnTo>
                    <a:pt x="123691" y="49253"/>
                  </a:lnTo>
                  <a:lnTo>
                    <a:pt x="200323" y="79048"/>
                  </a:lnTo>
                  <a:lnTo>
                    <a:pt x="276956" y="108333"/>
                  </a:lnTo>
                  <a:lnTo>
                    <a:pt x="353588" y="137115"/>
                  </a:lnTo>
                  <a:lnTo>
                    <a:pt x="430221" y="165405"/>
                  </a:lnTo>
                  <a:lnTo>
                    <a:pt x="506853" y="193210"/>
                  </a:lnTo>
                  <a:lnTo>
                    <a:pt x="583486" y="220538"/>
                  </a:lnTo>
                  <a:lnTo>
                    <a:pt x="660118" y="247398"/>
                  </a:lnTo>
                  <a:lnTo>
                    <a:pt x="736751" y="273799"/>
                  </a:lnTo>
                  <a:lnTo>
                    <a:pt x="813384" y="299746"/>
                  </a:lnTo>
                  <a:lnTo>
                    <a:pt x="890016" y="325250"/>
                  </a:lnTo>
                  <a:lnTo>
                    <a:pt x="966649" y="350316"/>
                  </a:lnTo>
                  <a:lnTo>
                    <a:pt x="1043281" y="374953"/>
                  </a:lnTo>
                  <a:lnTo>
                    <a:pt x="1119914" y="399168"/>
                  </a:lnTo>
                  <a:lnTo>
                    <a:pt x="1196546" y="422968"/>
                  </a:lnTo>
                  <a:lnTo>
                    <a:pt x="1273179" y="446360"/>
                  </a:lnTo>
                  <a:lnTo>
                    <a:pt x="1349811" y="469351"/>
                  </a:lnTo>
                  <a:lnTo>
                    <a:pt x="1426444" y="491949"/>
                  </a:lnTo>
                  <a:lnTo>
                    <a:pt x="1503076" y="514159"/>
                  </a:lnTo>
                  <a:lnTo>
                    <a:pt x="1579709" y="535989"/>
                  </a:lnTo>
                  <a:lnTo>
                    <a:pt x="1656342" y="557445"/>
                  </a:lnTo>
                  <a:lnTo>
                    <a:pt x="1732974" y="578533"/>
                  </a:lnTo>
                  <a:lnTo>
                    <a:pt x="1809607" y="599260"/>
                  </a:lnTo>
                  <a:lnTo>
                    <a:pt x="1886239" y="619632"/>
                  </a:lnTo>
                  <a:lnTo>
                    <a:pt x="1962872" y="639655"/>
                  </a:lnTo>
                  <a:lnTo>
                    <a:pt x="2039504" y="659335"/>
                  </a:lnTo>
                  <a:lnTo>
                    <a:pt x="2116137" y="678677"/>
                  </a:lnTo>
                  <a:lnTo>
                    <a:pt x="2192769" y="697689"/>
                  </a:lnTo>
                  <a:lnTo>
                    <a:pt x="2269402" y="716374"/>
                  </a:lnTo>
                  <a:lnTo>
                    <a:pt x="2346034" y="734740"/>
                  </a:lnTo>
                  <a:lnTo>
                    <a:pt x="2422667" y="752790"/>
                  </a:lnTo>
                  <a:lnTo>
                    <a:pt x="2499300" y="770532"/>
                  </a:lnTo>
                  <a:lnTo>
                    <a:pt x="2575932" y="787969"/>
                  </a:lnTo>
                  <a:lnTo>
                    <a:pt x="2652565" y="805108"/>
                  </a:lnTo>
                  <a:lnTo>
                    <a:pt x="2729197" y="821953"/>
                  </a:lnTo>
                  <a:lnTo>
                    <a:pt x="2805830" y="838510"/>
                  </a:lnTo>
                  <a:lnTo>
                    <a:pt x="2882462" y="854783"/>
                  </a:lnTo>
                  <a:lnTo>
                    <a:pt x="2959095" y="870777"/>
                  </a:lnTo>
                  <a:lnTo>
                    <a:pt x="3035727" y="886497"/>
                  </a:lnTo>
                  <a:lnTo>
                    <a:pt x="3112360" y="901948"/>
                  </a:lnTo>
                  <a:lnTo>
                    <a:pt x="3188993" y="917134"/>
                  </a:lnTo>
                  <a:lnTo>
                    <a:pt x="3265625" y="932060"/>
                  </a:lnTo>
                  <a:lnTo>
                    <a:pt x="3342258" y="946730"/>
                  </a:lnTo>
                  <a:lnTo>
                    <a:pt x="3418890" y="961149"/>
                  </a:lnTo>
                  <a:lnTo>
                    <a:pt x="3495523" y="975321"/>
                  </a:lnTo>
                  <a:lnTo>
                    <a:pt x="3572155" y="989250"/>
                  </a:lnTo>
                  <a:lnTo>
                    <a:pt x="3648788" y="1002940"/>
                  </a:lnTo>
                  <a:lnTo>
                    <a:pt x="3725420" y="1016396"/>
                  </a:lnTo>
                  <a:lnTo>
                    <a:pt x="3802053" y="1029622"/>
                  </a:lnTo>
                  <a:lnTo>
                    <a:pt x="3878685" y="1042620"/>
                  </a:lnTo>
                  <a:lnTo>
                    <a:pt x="3955318" y="1055396"/>
                  </a:lnTo>
                  <a:lnTo>
                    <a:pt x="4031951" y="1067954"/>
                  </a:lnTo>
                  <a:lnTo>
                    <a:pt x="4108583" y="1080296"/>
                  </a:lnTo>
                  <a:lnTo>
                    <a:pt x="4185216" y="1092426"/>
                  </a:lnTo>
                  <a:lnTo>
                    <a:pt x="4261848" y="1104349"/>
                  </a:lnTo>
                  <a:lnTo>
                    <a:pt x="4338481" y="1116067"/>
                  </a:lnTo>
                  <a:lnTo>
                    <a:pt x="4415113" y="1127585"/>
                  </a:lnTo>
                  <a:lnTo>
                    <a:pt x="4491746" y="1138905"/>
                  </a:lnTo>
                  <a:lnTo>
                    <a:pt x="4568378" y="1150032"/>
                  </a:lnTo>
                  <a:lnTo>
                    <a:pt x="4645011" y="1160968"/>
                  </a:lnTo>
                  <a:lnTo>
                    <a:pt x="4721644" y="1171716"/>
                  </a:lnTo>
                  <a:lnTo>
                    <a:pt x="4798276" y="1182281"/>
                  </a:lnTo>
                  <a:lnTo>
                    <a:pt x="4874909" y="1192664"/>
                  </a:lnTo>
                  <a:lnTo>
                    <a:pt x="4951541" y="1202869"/>
                  </a:lnTo>
                  <a:lnTo>
                    <a:pt x="5028174" y="1212900"/>
                  </a:lnTo>
                  <a:lnTo>
                    <a:pt x="5104806" y="1222759"/>
                  </a:lnTo>
                  <a:lnTo>
                    <a:pt x="5181439" y="1232448"/>
                  </a:lnTo>
                  <a:lnTo>
                    <a:pt x="5258071" y="1241972"/>
                  </a:lnTo>
                  <a:lnTo>
                    <a:pt x="5334704" y="1251333"/>
                  </a:lnTo>
                  <a:lnTo>
                    <a:pt x="5411336" y="1260533"/>
                  </a:lnTo>
                  <a:lnTo>
                    <a:pt x="5487969" y="1269576"/>
                  </a:lnTo>
                  <a:lnTo>
                    <a:pt x="5564602" y="1278464"/>
                  </a:lnTo>
                  <a:lnTo>
                    <a:pt x="5641234" y="1287199"/>
                  </a:lnTo>
                  <a:lnTo>
                    <a:pt x="5717867" y="1295785"/>
                  </a:lnTo>
                  <a:lnTo>
                    <a:pt x="5794499" y="1304224"/>
                  </a:lnTo>
                  <a:lnTo>
                    <a:pt x="5871132" y="1312518"/>
                  </a:lnTo>
                  <a:lnTo>
                    <a:pt x="5947764" y="1320670"/>
                  </a:lnTo>
                  <a:lnTo>
                    <a:pt x="6024397" y="1328682"/>
                  </a:lnTo>
                  <a:lnTo>
                    <a:pt x="6101029" y="1336557"/>
                  </a:lnTo>
                  <a:lnTo>
                    <a:pt x="6177662" y="1344298"/>
                  </a:lnTo>
                  <a:lnTo>
                    <a:pt x="6254294" y="1351905"/>
                  </a:lnTo>
                  <a:lnTo>
                    <a:pt x="6330927" y="1359382"/>
                  </a:lnTo>
                  <a:lnTo>
                    <a:pt x="6407560" y="1366732"/>
                  </a:lnTo>
                  <a:lnTo>
                    <a:pt x="6484192" y="1373955"/>
                  </a:lnTo>
                  <a:lnTo>
                    <a:pt x="6560825" y="1381054"/>
                  </a:lnTo>
                  <a:lnTo>
                    <a:pt x="6637457" y="1388032"/>
                  </a:lnTo>
                  <a:lnTo>
                    <a:pt x="6714090" y="1394890"/>
                  </a:lnTo>
                  <a:lnTo>
                    <a:pt x="6790722" y="1401631"/>
                  </a:lnTo>
                  <a:lnTo>
                    <a:pt x="6867355" y="1408257"/>
                  </a:lnTo>
                  <a:lnTo>
                    <a:pt x="6943987" y="1414768"/>
                  </a:lnTo>
                  <a:lnTo>
                    <a:pt x="7020620" y="1421169"/>
                  </a:lnTo>
                  <a:lnTo>
                    <a:pt x="7097253" y="1427459"/>
                  </a:lnTo>
                  <a:lnTo>
                    <a:pt x="7173885" y="1433642"/>
                  </a:lnTo>
                  <a:lnTo>
                    <a:pt x="7250518" y="1439719"/>
                  </a:lnTo>
                  <a:lnTo>
                    <a:pt x="7327150" y="1445692"/>
                  </a:lnTo>
                  <a:lnTo>
                    <a:pt x="7403783" y="14515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(1.09-1.37), p_Bonf = 0.003 (n = 6)  |  per IQR decline (Δ = 0.30): 1.82 (1.30-2.55)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2026-07-07T08:24:50Z</dcterms:modified>
  <cp:category/>
</cp:coreProperties>
</file>