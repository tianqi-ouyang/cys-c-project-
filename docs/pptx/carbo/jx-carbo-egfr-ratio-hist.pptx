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4987794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4067279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3146765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94649" y="22262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3400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2148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80896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7964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78391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677139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775887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94649" y="4527536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94649" y="3607022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94649" y="268650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4026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32774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31522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30270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529017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627765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726513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25261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1340266" y="5355381"/>
              <a:ext cx="493739" cy="9266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1834005" y="5046484"/>
              <a:ext cx="493739" cy="40156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327744" y="4644917"/>
              <a:ext cx="493739" cy="80313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821484" y="3841784"/>
              <a:ext cx="493739" cy="160626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3315223" y="2297298"/>
              <a:ext cx="493739" cy="315075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3808962" y="2142849"/>
              <a:ext cx="493739" cy="330520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4302701" y="2297298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4796440" y="2698864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5290179" y="4119792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5783918" y="4459579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6277658" y="4922925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6771397" y="5293602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7265136" y="5324492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7758875" y="5417161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1340266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1834005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2327744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2821484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3315223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3808962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4302701" y="2297298"/>
              <a:ext cx="493739" cy="315075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4796440" y="2698864"/>
              <a:ext cx="493739" cy="274918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5290179" y="4119792"/>
              <a:ext cx="493739" cy="132825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5783918" y="4459579"/>
              <a:ext cx="493739" cy="98847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6277658" y="4922925"/>
              <a:ext cx="493739" cy="52512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6771397" y="5293602"/>
              <a:ext cx="493739" cy="15444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65136" y="5324492"/>
              <a:ext cx="493739" cy="12355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758875" y="5417161"/>
              <a:ext cx="493739" cy="3088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430270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835933" y="447655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6929" y="3556045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6929" y="2635530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1241511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2228989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3216468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4203946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5191424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617890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166381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1.6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8153859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1.8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4327216" y="5870717"/>
              <a:ext cx="93844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</a:t>
              </a:r>
            </a:p>
          </p:txBody>
        </p:sp>
        <p:sp>
          <p:nvSpPr>
            <p:cNvPr id="69" name="tx69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994649" y="1688767"/>
              <a:ext cx="3781226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Ratio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2026-07-07T08:22:25Z</dcterms:modified>
  <cp:category/>
</cp:coreProperties>
</file>