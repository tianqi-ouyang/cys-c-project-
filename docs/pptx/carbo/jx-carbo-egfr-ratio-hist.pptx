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94649" y="4987794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94649" y="4067279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94649" y="3146765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94649" y="2226251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834005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2148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808962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96440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783918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771397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7758875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94649" y="5448051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94649" y="4527536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94649" y="3607022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94649" y="2686508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340266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32774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315223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30270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290179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277658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7265136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25261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1340266" y="5355381"/>
              <a:ext cx="493739" cy="92669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1834005" y="5046484"/>
              <a:ext cx="493739" cy="401566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2327744" y="4644917"/>
              <a:ext cx="493739" cy="80313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2821484" y="3841784"/>
              <a:ext cx="493739" cy="1606266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315223" y="2297298"/>
              <a:ext cx="493739" cy="3150752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808962" y="2142849"/>
              <a:ext cx="493739" cy="3305201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4302701" y="2297298"/>
              <a:ext cx="49373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4796440" y="2698864"/>
              <a:ext cx="49373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5290179" y="4119792"/>
              <a:ext cx="49373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5783918" y="4459579"/>
              <a:ext cx="49373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6277658" y="4922925"/>
              <a:ext cx="49373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6771397" y="5293602"/>
              <a:ext cx="49373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7265136" y="5324492"/>
              <a:ext cx="49373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7758875" y="5417161"/>
              <a:ext cx="49373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340266" y="5448051"/>
              <a:ext cx="49373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1834005" y="5448051"/>
              <a:ext cx="49373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2327744" y="5448051"/>
              <a:ext cx="49373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2821484" y="5448051"/>
              <a:ext cx="49373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3315223" y="5448051"/>
              <a:ext cx="49373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3808962" y="5448051"/>
              <a:ext cx="49373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4302701" y="2297298"/>
              <a:ext cx="493739" cy="3150752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4796440" y="2698864"/>
              <a:ext cx="493739" cy="2749186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5290179" y="4119792"/>
              <a:ext cx="493739" cy="1328258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5783918" y="4459579"/>
              <a:ext cx="493739" cy="988471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6277658" y="4922925"/>
              <a:ext cx="493739" cy="525125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6771397" y="5293602"/>
              <a:ext cx="493739" cy="154448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7265136" y="5324492"/>
              <a:ext cx="493739" cy="123558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758875" y="5417161"/>
              <a:ext cx="493739" cy="30889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430270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6" name="tx56"/>
            <p:cNvSpPr/>
            <p:nvPr/>
          </p:nvSpPr>
          <p:spPr>
            <a:xfrm>
              <a:off x="835933" y="5397073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835933" y="4476559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756929" y="3556045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756929" y="2635530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1241511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2228989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3216468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4203946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5191424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6178902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1.4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7166381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1.6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8153859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1.8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4327216" y="5870717"/>
              <a:ext cx="938448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Ratio</a:t>
              </a:r>
            </a:p>
          </p:txBody>
        </p:sp>
        <p:sp>
          <p:nvSpPr>
            <p:cNvPr id="69" name="tx69"/>
            <p:cNvSpPr/>
            <p:nvPr/>
          </p:nvSpPr>
          <p:spPr>
            <a:xfrm rot="-5400000">
              <a:off x="-304395" y="3731670"/>
              <a:ext cx="1827885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Percent of Patients (%)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994649" y="1688767"/>
              <a:ext cx="3781226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Distribution of eGFR Ratio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2026-09-28T16:48:39Z</dcterms:modified>
  <cp:category/>
</cp:coreProperties>
</file>