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8779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672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4676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262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275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0702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68650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55381"/>
              <a:ext cx="493739" cy="9266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46484"/>
              <a:ext cx="493739" cy="40156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44917"/>
              <a:ext cx="493739" cy="80313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841784"/>
              <a:ext cx="493739" cy="160626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297298"/>
              <a:ext cx="493739" cy="315075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297298"/>
              <a:ext cx="493739" cy="315075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98864"/>
              <a:ext cx="493739" cy="274918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4119792"/>
              <a:ext cx="493739" cy="132825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459579"/>
              <a:ext cx="493739" cy="98847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4922925"/>
              <a:ext cx="493739" cy="52512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293602"/>
              <a:ext cx="493739" cy="15444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24492"/>
              <a:ext cx="493739" cy="12355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17161"/>
              <a:ext cx="493739" cy="3088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35933" y="44765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6929" y="355604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6929" y="263553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55" name="tx55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2026-06-08T09:51:55Z</dcterms:modified>
  <cp:category/>
</cp:coreProperties>
</file>