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8779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672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4676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262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2753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07022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68650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55381"/>
              <a:ext cx="493739" cy="9266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46484"/>
              <a:ext cx="493739" cy="4015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44917"/>
              <a:ext cx="493739" cy="803133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841784"/>
              <a:ext cx="493739" cy="160626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297298"/>
              <a:ext cx="493739" cy="3150752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98864"/>
              <a:ext cx="493739" cy="2749186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4119792"/>
              <a:ext cx="493739" cy="13282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459579"/>
              <a:ext cx="493739" cy="988471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4922925"/>
              <a:ext cx="493739" cy="525125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293602"/>
              <a:ext cx="493739" cy="15444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24492"/>
              <a:ext cx="493739" cy="123558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17161"/>
              <a:ext cx="493739" cy="30889"/>
            </a:xfrm>
            <a:prstGeom prst="rect">
              <a:avLst/>
            </a:prstGeom>
            <a:solidFill>
              <a:srgbClr val="4682B4">
                <a:alpha val="69803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35933" y="44765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6929" y="3556045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6929" y="263553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55" name="tx55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2026-07-03T08:00:01Z</dcterms:modified>
  <cp:category/>
</cp:coreProperties>
</file>