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8779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6727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4676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262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2753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0702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68650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55381"/>
              <a:ext cx="493739" cy="9266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5046484"/>
              <a:ext cx="493739" cy="40156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44917"/>
              <a:ext cx="493739" cy="80313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841784"/>
              <a:ext cx="493739" cy="160626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297298"/>
              <a:ext cx="493739" cy="315075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297298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98864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411979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45957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4922925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29360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2449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17161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340266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834005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32774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82148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315223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808962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02701" y="2297298"/>
              <a:ext cx="493739" cy="315075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96440" y="2698864"/>
              <a:ext cx="493739" cy="274918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90179" y="4119792"/>
              <a:ext cx="493739" cy="132825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783918" y="4459579"/>
              <a:ext cx="493739" cy="98847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6277658" y="4922925"/>
              <a:ext cx="493739" cy="52512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6771397" y="5293602"/>
              <a:ext cx="493739" cy="15444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65136" y="5324492"/>
              <a:ext cx="493739" cy="12355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758875" y="5417161"/>
              <a:ext cx="493739" cy="308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35933" y="447655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6929" y="3556045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6929" y="263553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994649" y="1688767"/>
              <a:ext cx="378122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2026-07-04T10:31:17Z</dcterms:modified>
  <cp:category/>
</cp:coreProperties>
</file>