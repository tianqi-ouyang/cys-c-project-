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77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672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467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262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275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070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68650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55381"/>
              <a:ext cx="493739" cy="926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46484"/>
              <a:ext cx="493739" cy="4015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44917"/>
              <a:ext cx="493739" cy="80313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841784"/>
              <a:ext cx="493739" cy="16062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97298"/>
              <a:ext cx="493739" cy="31507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297298"/>
              <a:ext cx="493739" cy="31507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98864"/>
              <a:ext cx="493739" cy="274918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119792"/>
              <a:ext cx="493739" cy="132825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459579"/>
              <a:ext cx="493739" cy="98847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4922925"/>
              <a:ext cx="493739" cy="5251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293602"/>
              <a:ext cx="493739" cy="1544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24492"/>
              <a:ext cx="493739" cy="12355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17161"/>
              <a:ext cx="493739" cy="308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35933" y="44765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3556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263553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2026-05-21T09:01:41Z</dcterms:modified>
  <cp:category/>
</cp:coreProperties>
</file>