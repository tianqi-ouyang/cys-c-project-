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5053" y="5199867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5053" y="4438758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5053" y="3677649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35053" y="2916539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4773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7516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0258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001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35053" y="558042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5053" y="481931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5053" y="4058203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5053" y="3297094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1144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3887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663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79697" y="4117325"/>
              <a:ext cx="6892870" cy="1183732"/>
            </a:xfrm>
            <a:custGeom>
              <a:avLst/>
              <a:pathLst>
                <a:path w="6892870" h="1183732">
                  <a:moveTo>
                    <a:pt x="0" y="1183732"/>
                  </a:moveTo>
                  <a:lnTo>
                    <a:pt x="85097" y="1183732"/>
                  </a:lnTo>
                  <a:lnTo>
                    <a:pt x="85097" y="1143323"/>
                  </a:lnTo>
                  <a:lnTo>
                    <a:pt x="255291" y="1143323"/>
                  </a:lnTo>
                  <a:lnTo>
                    <a:pt x="255291" y="1102963"/>
                  </a:lnTo>
                  <a:lnTo>
                    <a:pt x="340388" y="1102963"/>
                  </a:lnTo>
                  <a:lnTo>
                    <a:pt x="340388" y="1062512"/>
                  </a:lnTo>
                  <a:lnTo>
                    <a:pt x="595680" y="1062512"/>
                  </a:lnTo>
                  <a:lnTo>
                    <a:pt x="595680" y="981206"/>
                  </a:lnTo>
                  <a:lnTo>
                    <a:pt x="936068" y="981206"/>
                  </a:lnTo>
                  <a:lnTo>
                    <a:pt x="936068" y="940466"/>
                  </a:lnTo>
                  <a:lnTo>
                    <a:pt x="1106263" y="940466"/>
                  </a:lnTo>
                  <a:lnTo>
                    <a:pt x="1106263" y="899587"/>
                  </a:lnTo>
                  <a:lnTo>
                    <a:pt x="1191360" y="899587"/>
                  </a:lnTo>
                  <a:lnTo>
                    <a:pt x="1191360" y="817933"/>
                  </a:lnTo>
                  <a:lnTo>
                    <a:pt x="1957234" y="817933"/>
                  </a:lnTo>
                  <a:lnTo>
                    <a:pt x="1957234" y="777118"/>
                  </a:lnTo>
                  <a:lnTo>
                    <a:pt x="2467817" y="777118"/>
                  </a:lnTo>
                  <a:lnTo>
                    <a:pt x="2467817" y="736247"/>
                  </a:lnTo>
                  <a:lnTo>
                    <a:pt x="3063497" y="736247"/>
                  </a:lnTo>
                  <a:lnTo>
                    <a:pt x="3063497" y="695318"/>
                  </a:lnTo>
                  <a:lnTo>
                    <a:pt x="3488983" y="695318"/>
                  </a:lnTo>
                  <a:lnTo>
                    <a:pt x="3488983" y="654337"/>
                  </a:lnTo>
                  <a:lnTo>
                    <a:pt x="3574080" y="654337"/>
                  </a:lnTo>
                  <a:lnTo>
                    <a:pt x="3574080" y="613392"/>
                  </a:lnTo>
                  <a:lnTo>
                    <a:pt x="3659178" y="613392"/>
                  </a:lnTo>
                  <a:lnTo>
                    <a:pt x="3659178" y="572469"/>
                  </a:lnTo>
                  <a:lnTo>
                    <a:pt x="4169761" y="572469"/>
                  </a:lnTo>
                  <a:lnTo>
                    <a:pt x="4169761" y="531566"/>
                  </a:lnTo>
                  <a:lnTo>
                    <a:pt x="4595246" y="531566"/>
                  </a:lnTo>
                  <a:lnTo>
                    <a:pt x="4595246" y="490703"/>
                  </a:lnTo>
                  <a:lnTo>
                    <a:pt x="4680344" y="490703"/>
                  </a:lnTo>
                  <a:lnTo>
                    <a:pt x="4680344" y="449828"/>
                  </a:lnTo>
                  <a:lnTo>
                    <a:pt x="4765441" y="449828"/>
                  </a:lnTo>
                  <a:lnTo>
                    <a:pt x="4765441" y="408983"/>
                  </a:lnTo>
                  <a:lnTo>
                    <a:pt x="5190927" y="408983"/>
                  </a:lnTo>
                  <a:lnTo>
                    <a:pt x="5190927" y="368152"/>
                  </a:lnTo>
                  <a:lnTo>
                    <a:pt x="5361121" y="368152"/>
                  </a:lnTo>
                  <a:lnTo>
                    <a:pt x="5361121" y="327350"/>
                  </a:lnTo>
                  <a:lnTo>
                    <a:pt x="5446218" y="327350"/>
                  </a:lnTo>
                  <a:lnTo>
                    <a:pt x="5446218" y="286580"/>
                  </a:lnTo>
                  <a:lnTo>
                    <a:pt x="5616412" y="286580"/>
                  </a:lnTo>
                  <a:lnTo>
                    <a:pt x="5616412" y="245815"/>
                  </a:lnTo>
                  <a:lnTo>
                    <a:pt x="5956801" y="245815"/>
                  </a:lnTo>
                  <a:lnTo>
                    <a:pt x="5956801" y="164354"/>
                  </a:lnTo>
                  <a:lnTo>
                    <a:pt x="6212092" y="164354"/>
                  </a:lnTo>
                  <a:lnTo>
                    <a:pt x="6212092" y="82637"/>
                  </a:lnTo>
                  <a:lnTo>
                    <a:pt x="6552481" y="82637"/>
                  </a:lnTo>
                  <a:lnTo>
                    <a:pt x="6552481" y="41472"/>
                  </a:lnTo>
                  <a:lnTo>
                    <a:pt x="6892870" y="41472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9697" y="2861938"/>
              <a:ext cx="6892870" cy="2185074"/>
            </a:xfrm>
            <a:custGeom>
              <a:avLst/>
              <a:pathLst>
                <a:path w="6892870" h="2185074">
                  <a:moveTo>
                    <a:pt x="0" y="2185074"/>
                  </a:moveTo>
                  <a:lnTo>
                    <a:pt x="85097" y="2185074"/>
                  </a:lnTo>
                  <a:lnTo>
                    <a:pt x="85097" y="2108496"/>
                  </a:lnTo>
                  <a:lnTo>
                    <a:pt x="255291" y="2108496"/>
                  </a:lnTo>
                  <a:lnTo>
                    <a:pt x="255291" y="2032155"/>
                  </a:lnTo>
                  <a:lnTo>
                    <a:pt x="340388" y="2032155"/>
                  </a:lnTo>
                  <a:lnTo>
                    <a:pt x="340388" y="1955784"/>
                  </a:lnTo>
                  <a:lnTo>
                    <a:pt x="595680" y="1955784"/>
                  </a:lnTo>
                  <a:lnTo>
                    <a:pt x="595680" y="1802717"/>
                  </a:lnTo>
                  <a:lnTo>
                    <a:pt x="936068" y="1802717"/>
                  </a:lnTo>
                  <a:lnTo>
                    <a:pt x="936068" y="1726237"/>
                  </a:lnTo>
                  <a:lnTo>
                    <a:pt x="1106263" y="1726237"/>
                  </a:lnTo>
                  <a:lnTo>
                    <a:pt x="1106263" y="1649639"/>
                  </a:lnTo>
                  <a:lnTo>
                    <a:pt x="1191360" y="1649639"/>
                  </a:lnTo>
                  <a:lnTo>
                    <a:pt x="1191360" y="1497075"/>
                  </a:lnTo>
                  <a:lnTo>
                    <a:pt x="1957234" y="1497075"/>
                  </a:lnTo>
                  <a:lnTo>
                    <a:pt x="1957234" y="1421033"/>
                  </a:lnTo>
                  <a:lnTo>
                    <a:pt x="2467817" y="1421033"/>
                  </a:lnTo>
                  <a:lnTo>
                    <a:pt x="2467817" y="1345028"/>
                  </a:lnTo>
                  <a:lnTo>
                    <a:pt x="3063497" y="1345028"/>
                  </a:lnTo>
                  <a:lnTo>
                    <a:pt x="3063497" y="1269059"/>
                  </a:lnTo>
                  <a:lnTo>
                    <a:pt x="3488983" y="1269059"/>
                  </a:lnTo>
                  <a:lnTo>
                    <a:pt x="3488983" y="1193137"/>
                  </a:lnTo>
                  <a:lnTo>
                    <a:pt x="3574080" y="1193137"/>
                  </a:lnTo>
                  <a:lnTo>
                    <a:pt x="3574080" y="1117425"/>
                  </a:lnTo>
                  <a:lnTo>
                    <a:pt x="3659178" y="1117425"/>
                  </a:lnTo>
                  <a:lnTo>
                    <a:pt x="3659178" y="1041896"/>
                  </a:lnTo>
                  <a:lnTo>
                    <a:pt x="4169761" y="1041896"/>
                  </a:lnTo>
                  <a:lnTo>
                    <a:pt x="4169761" y="966544"/>
                  </a:lnTo>
                  <a:lnTo>
                    <a:pt x="4595246" y="966544"/>
                  </a:lnTo>
                  <a:lnTo>
                    <a:pt x="4595246" y="891410"/>
                  </a:lnTo>
                  <a:lnTo>
                    <a:pt x="4680344" y="891410"/>
                  </a:lnTo>
                  <a:lnTo>
                    <a:pt x="4680344" y="816392"/>
                  </a:lnTo>
                  <a:lnTo>
                    <a:pt x="4765441" y="816392"/>
                  </a:lnTo>
                  <a:lnTo>
                    <a:pt x="4765441" y="741570"/>
                  </a:lnTo>
                  <a:lnTo>
                    <a:pt x="5190927" y="741570"/>
                  </a:lnTo>
                  <a:lnTo>
                    <a:pt x="5190927" y="666912"/>
                  </a:lnTo>
                  <a:lnTo>
                    <a:pt x="5361121" y="666912"/>
                  </a:lnTo>
                  <a:lnTo>
                    <a:pt x="5361121" y="592447"/>
                  </a:lnTo>
                  <a:lnTo>
                    <a:pt x="5446218" y="592447"/>
                  </a:lnTo>
                  <a:lnTo>
                    <a:pt x="5446218" y="518180"/>
                  </a:lnTo>
                  <a:lnTo>
                    <a:pt x="5616412" y="518180"/>
                  </a:lnTo>
                  <a:lnTo>
                    <a:pt x="5616412" y="444057"/>
                  </a:lnTo>
                  <a:lnTo>
                    <a:pt x="5956801" y="444057"/>
                  </a:lnTo>
                  <a:lnTo>
                    <a:pt x="5956801" y="296351"/>
                  </a:lnTo>
                  <a:lnTo>
                    <a:pt x="6212092" y="296351"/>
                  </a:lnTo>
                  <a:lnTo>
                    <a:pt x="6212092" y="148729"/>
                  </a:lnTo>
                  <a:lnTo>
                    <a:pt x="6552481" y="148729"/>
                  </a:lnTo>
                  <a:lnTo>
                    <a:pt x="6552481" y="74571"/>
                  </a:lnTo>
                  <a:lnTo>
                    <a:pt x="6892870" y="74571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77926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018152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257043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0.075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4926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9766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041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228251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9" name="tx29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60965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85022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876754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117327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035053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1.92 (95% CI 0.90-4.08), p = 0.089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35053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2026-09-28T17:00:38Z</dcterms:modified>
  <cp:category/>
</cp:coreProperties>
</file>