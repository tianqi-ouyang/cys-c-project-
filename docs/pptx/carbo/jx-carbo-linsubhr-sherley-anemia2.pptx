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3093426"/>
              <a:ext cx="7403783" cy="2232565"/>
            </a:xfrm>
            <a:custGeom>
              <a:avLst/>
              <a:pathLst>
                <a:path w="7403783" h="2232565">
                  <a:moveTo>
                    <a:pt x="0" y="0"/>
                  </a:moveTo>
                  <a:lnTo>
                    <a:pt x="47058" y="36944"/>
                  </a:lnTo>
                  <a:lnTo>
                    <a:pt x="123691" y="95651"/>
                  </a:lnTo>
                  <a:lnTo>
                    <a:pt x="200323" y="152938"/>
                  </a:lnTo>
                  <a:lnTo>
                    <a:pt x="276956" y="208840"/>
                  </a:lnTo>
                  <a:lnTo>
                    <a:pt x="353588" y="263389"/>
                  </a:lnTo>
                  <a:lnTo>
                    <a:pt x="430221" y="316618"/>
                  </a:lnTo>
                  <a:lnTo>
                    <a:pt x="506853" y="368560"/>
                  </a:lnTo>
                  <a:lnTo>
                    <a:pt x="583486" y="419245"/>
                  </a:lnTo>
                  <a:lnTo>
                    <a:pt x="660118" y="468704"/>
                  </a:lnTo>
                  <a:lnTo>
                    <a:pt x="736751" y="516967"/>
                  </a:lnTo>
                  <a:lnTo>
                    <a:pt x="813384" y="564062"/>
                  </a:lnTo>
                  <a:lnTo>
                    <a:pt x="890016" y="610018"/>
                  </a:lnTo>
                  <a:lnTo>
                    <a:pt x="966649" y="654862"/>
                  </a:lnTo>
                  <a:lnTo>
                    <a:pt x="1043281" y="698622"/>
                  </a:lnTo>
                  <a:lnTo>
                    <a:pt x="1119914" y="741323"/>
                  </a:lnTo>
                  <a:lnTo>
                    <a:pt x="1196546" y="782991"/>
                  </a:lnTo>
                  <a:lnTo>
                    <a:pt x="1273179" y="823651"/>
                  </a:lnTo>
                  <a:lnTo>
                    <a:pt x="1349811" y="863327"/>
                  </a:lnTo>
                  <a:lnTo>
                    <a:pt x="1426444" y="902044"/>
                  </a:lnTo>
                  <a:lnTo>
                    <a:pt x="1503076" y="939824"/>
                  </a:lnTo>
                  <a:lnTo>
                    <a:pt x="1579709" y="976690"/>
                  </a:lnTo>
                  <a:lnTo>
                    <a:pt x="1656342" y="1012664"/>
                  </a:lnTo>
                  <a:lnTo>
                    <a:pt x="1732974" y="1047769"/>
                  </a:lnTo>
                  <a:lnTo>
                    <a:pt x="1809607" y="1082024"/>
                  </a:lnTo>
                  <a:lnTo>
                    <a:pt x="1886239" y="1115450"/>
                  </a:lnTo>
                  <a:lnTo>
                    <a:pt x="1962872" y="1148067"/>
                  </a:lnTo>
                  <a:lnTo>
                    <a:pt x="2039504" y="1179896"/>
                  </a:lnTo>
                  <a:lnTo>
                    <a:pt x="2116137" y="1210955"/>
                  </a:lnTo>
                  <a:lnTo>
                    <a:pt x="2192769" y="1241262"/>
                  </a:lnTo>
                  <a:lnTo>
                    <a:pt x="2269402" y="1270836"/>
                  </a:lnTo>
                  <a:lnTo>
                    <a:pt x="2346034" y="1299695"/>
                  </a:lnTo>
                  <a:lnTo>
                    <a:pt x="2422667" y="1327856"/>
                  </a:lnTo>
                  <a:lnTo>
                    <a:pt x="2499300" y="1355336"/>
                  </a:lnTo>
                  <a:lnTo>
                    <a:pt x="2575932" y="1382150"/>
                  </a:lnTo>
                  <a:lnTo>
                    <a:pt x="2652565" y="1408316"/>
                  </a:lnTo>
                  <a:lnTo>
                    <a:pt x="2729197" y="1433850"/>
                  </a:lnTo>
                  <a:lnTo>
                    <a:pt x="2805830" y="1458765"/>
                  </a:lnTo>
                  <a:lnTo>
                    <a:pt x="2882462" y="1483078"/>
                  </a:lnTo>
                  <a:lnTo>
                    <a:pt x="2959095" y="1506802"/>
                  </a:lnTo>
                  <a:lnTo>
                    <a:pt x="3035727" y="1529953"/>
                  </a:lnTo>
                  <a:lnTo>
                    <a:pt x="3112360" y="1552544"/>
                  </a:lnTo>
                  <a:lnTo>
                    <a:pt x="3188993" y="1574588"/>
                  </a:lnTo>
                  <a:lnTo>
                    <a:pt x="3265625" y="1596099"/>
                  </a:lnTo>
                  <a:lnTo>
                    <a:pt x="3342258" y="1617090"/>
                  </a:lnTo>
                  <a:lnTo>
                    <a:pt x="3418890" y="1635949"/>
                  </a:lnTo>
                  <a:lnTo>
                    <a:pt x="3495523" y="1645909"/>
                  </a:lnTo>
                  <a:lnTo>
                    <a:pt x="3572155" y="1655750"/>
                  </a:lnTo>
                  <a:lnTo>
                    <a:pt x="3648788" y="1665472"/>
                  </a:lnTo>
                  <a:lnTo>
                    <a:pt x="3725420" y="1675077"/>
                  </a:lnTo>
                  <a:lnTo>
                    <a:pt x="3802053" y="1684567"/>
                  </a:lnTo>
                  <a:lnTo>
                    <a:pt x="3878685" y="1693942"/>
                  </a:lnTo>
                  <a:lnTo>
                    <a:pt x="3955318" y="1703205"/>
                  </a:lnTo>
                  <a:lnTo>
                    <a:pt x="4031951" y="1712356"/>
                  </a:lnTo>
                  <a:lnTo>
                    <a:pt x="4108583" y="1721397"/>
                  </a:lnTo>
                  <a:lnTo>
                    <a:pt x="4185216" y="1730330"/>
                  </a:lnTo>
                  <a:lnTo>
                    <a:pt x="4261848" y="1739155"/>
                  </a:lnTo>
                  <a:lnTo>
                    <a:pt x="4338481" y="1747873"/>
                  </a:lnTo>
                  <a:lnTo>
                    <a:pt x="4415113" y="1756487"/>
                  </a:lnTo>
                  <a:lnTo>
                    <a:pt x="4491746" y="1764997"/>
                  </a:lnTo>
                  <a:lnTo>
                    <a:pt x="4568378" y="1773405"/>
                  </a:lnTo>
                  <a:lnTo>
                    <a:pt x="4645011" y="1781712"/>
                  </a:lnTo>
                  <a:lnTo>
                    <a:pt x="4721644" y="1789918"/>
                  </a:lnTo>
                  <a:lnTo>
                    <a:pt x="4798276" y="1798026"/>
                  </a:lnTo>
                  <a:lnTo>
                    <a:pt x="4874909" y="1806037"/>
                  </a:lnTo>
                  <a:lnTo>
                    <a:pt x="4951541" y="1813951"/>
                  </a:lnTo>
                  <a:lnTo>
                    <a:pt x="5028174" y="1821769"/>
                  </a:lnTo>
                  <a:lnTo>
                    <a:pt x="5104806" y="1829494"/>
                  </a:lnTo>
                  <a:lnTo>
                    <a:pt x="5181439" y="1837126"/>
                  </a:lnTo>
                  <a:lnTo>
                    <a:pt x="5258071" y="1844666"/>
                  </a:lnTo>
                  <a:lnTo>
                    <a:pt x="5334704" y="1852115"/>
                  </a:lnTo>
                  <a:lnTo>
                    <a:pt x="5411336" y="1859475"/>
                  </a:lnTo>
                  <a:lnTo>
                    <a:pt x="5487969" y="1866746"/>
                  </a:lnTo>
                  <a:lnTo>
                    <a:pt x="5564602" y="1873929"/>
                  </a:lnTo>
                  <a:lnTo>
                    <a:pt x="5641234" y="1881027"/>
                  </a:lnTo>
                  <a:lnTo>
                    <a:pt x="5717867" y="1888038"/>
                  </a:lnTo>
                  <a:lnTo>
                    <a:pt x="5794499" y="1894966"/>
                  </a:lnTo>
                  <a:lnTo>
                    <a:pt x="5871132" y="1901810"/>
                  </a:lnTo>
                  <a:lnTo>
                    <a:pt x="5947764" y="1908572"/>
                  </a:lnTo>
                  <a:lnTo>
                    <a:pt x="6024397" y="1915252"/>
                  </a:lnTo>
                  <a:lnTo>
                    <a:pt x="6101029" y="1921852"/>
                  </a:lnTo>
                  <a:lnTo>
                    <a:pt x="6177662" y="1928373"/>
                  </a:lnTo>
                  <a:lnTo>
                    <a:pt x="6254294" y="1934815"/>
                  </a:lnTo>
                  <a:lnTo>
                    <a:pt x="6330927" y="1941180"/>
                  </a:lnTo>
                  <a:lnTo>
                    <a:pt x="6407560" y="1947468"/>
                  </a:lnTo>
                  <a:lnTo>
                    <a:pt x="6484192" y="1953680"/>
                  </a:lnTo>
                  <a:lnTo>
                    <a:pt x="6560825" y="1959818"/>
                  </a:lnTo>
                  <a:lnTo>
                    <a:pt x="6637457" y="1965882"/>
                  </a:lnTo>
                  <a:lnTo>
                    <a:pt x="6714090" y="1971872"/>
                  </a:lnTo>
                  <a:lnTo>
                    <a:pt x="6790722" y="1977791"/>
                  </a:lnTo>
                  <a:lnTo>
                    <a:pt x="6867355" y="1983639"/>
                  </a:lnTo>
                  <a:lnTo>
                    <a:pt x="6943987" y="1989416"/>
                  </a:lnTo>
                  <a:lnTo>
                    <a:pt x="7020620" y="1995124"/>
                  </a:lnTo>
                  <a:lnTo>
                    <a:pt x="7097253" y="2000763"/>
                  </a:lnTo>
                  <a:lnTo>
                    <a:pt x="7173885" y="2006334"/>
                  </a:lnTo>
                  <a:lnTo>
                    <a:pt x="7250518" y="2011838"/>
                  </a:lnTo>
                  <a:lnTo>
                    <a:pt x="7327150" y="2017276"/>
                  </a:lnTo>
                  <a:lnTo>
                    <a:pt x="7403783" y="2022649"/>
                  </a:lnTo>
                  <a:lnTo>
                    <a:pt x="7403783" y="2232565"/>
                  </a:lnTo>
                  <a:lnTo>
                    <a:pt x="7327150" y="2226832"/>
                  </a:lnTo>
                  <a:lnTo>
                    <a:pt x="7250518" y="2220957"/>
                  </a:lnTo>
                  <a:lnTo>
                    <a:pt x="7173885" y="2214937"/>
                  </a:lnTo>
                  <a:lnTo>
                    <a:pt x="7097253" y="2208767"/>
                  </a:lnTo>
                  <a:lnTo>
                    <a:pt x="7020620" y="2202444"/>
                  </a:lnTo>
                  <a:lnTo>
                    <a:pt x="6943987" y="2195964"/>
                  </a:lnTo>
                  <a:lnTo>
                    <a:pt x="6867355" y="2189324"/>
                  </a:lnTo>
                  <a:lnTo>
                    <a:pt x="6790722" y="2182519"/>
                  </a:lnTo>
                  <a:lnTo>
                    <a:pt x="6714090" y="2175546"/>
                  </a:lnTo>
                  <a:lnTo>
                    <a:pt x="6637457" y="2168399"/>
                  </a:lnTo>
                  <a:lnTo>
                    <a:pt x="6560825" y="2161076"/>
                  </a:lnTo>
                  <a:lnTo>
                    <a:pt x="6484192" y="2153570"/>
                  </a:lnTo>
                  <a:lnTo>
                    <a:pt x="6407560" y="2145879"/>
                  </a:lnTo>
                  <a:lnTo>
                    <a:pt x="6330927" y="2137997"/>
                  </a:lnTo>
                  <a:lnTo>
                    <a:pt x="6254294" y="2129920"/>
                  </a:lnTo>
                  <a:lnTo>
                    <a:pt x="6177662" y="2121643"/>
                  </a:lnTo>
                  <a:lnTo>
                    <a:pt x="6101029" y="2113160"/>
                  </a:lnTo>
                  <a:lnTo>
                    <a:pt x="6024397" y="2104467"/>
                  </a:lnTo>
                  <a:lnTo>
                    <a:pt x="5947764" y="2095559"/>
                  </a:lnTo>
                  <a:lnTo>
                    <a:pt x="5871132" y="2086429"/>
                  </a:lnTo>
                  <a:lnTo>
                    <a:pt x="5794499" y="2077074"/>
                  </a:lnTo>
                  <a:lnTo>
                    <a:pt x="5717867" y="2067486"/>
                  </a:lnTo>
                  <a:lnTo>
                    <a:pt x="5641234" y="2057661"/>
                  </a:lnTo>
                  <a:lnTo>
                    <a:pt x="5564602" y="2047592"/>
                  </a:lnTo>
                  <a:lnTo>
                    <a:pt x="5487969" y="2037274"/>
                  </a:lnTo>
                  <a:lnTo>
                    <a:pt x="5411336" y="2026700"/>
                  </a:lnTo>
                  <a:lnTo>
                    <a:pt x="5334704" y="2015863"/>
                  </a:lnTo>
                  <a:lnTo>
                    <a:pt x="5258071" y="2004758"/>
                  </a:lnTo>
                  <a:lnTo>
                    <a:pt x="5181439" y="1993378"/>
                  </a:lnTo>
                  <a:lnTo>
                    <a:pt x="5104806" y="1981716"/>
                  </a:lnTo>
                  <a:lnTo>
                    <a:pt x="5028174" y="1969764"/>
                  </a:lnTo>
                  <a:lnTo>
                    <a:pt x="4951541" y="1957516"/>
                  </a:lnTo>
                  <a:lnTo>
                    <a:pt x="4874909" y="1944965"/>
                  </a:lnTo>
                  <a:lnTo>
                    <a:pt x="4798276" y="1932102"/>
                  </a:lnTo>
                  <a:lnTo>
                    <a:pt x="4721644" y="1918921"/>
                  </a:lnTo>
                  <a:lnTo>
                    <a:pt x="4645011" y="1905413"/>
                  </a:lnTo>
                  <a:lnTo>
                    <a:pt x="4568378" y="1891570"/>
                  </a:lnTo>
                  <a:lnTo>
                    <a:pt x="4491746" y="1877384"/>
                  </a:lnTo>
                  <a:lnTo>
                    <a:pt x="4415113" y="1862846"/>
                  </a:lnTo>
                  <a:lnTo>
                    <a:pt x="4338481" y="1847948"/>
                  </a:lnTo>
                  <a:lnTo>
                    <a:pt x="4261848" y="1832680"/>
                  </a:lnTo>
                  <a:lnTo>
                    <a:pt x="4185216" y="1817034"/>
                  </a:lnTo>
                  <a:lnTo>
                    <a:pt x="4108583" y="1801000"/>
                  </a:lnTo>
                  <a:lnTo>
                    <a:pt x="4031951" y="1784569"/>
                  </a:lnTo>
                  <a:lnTo>
                    <a:pt x="3955318" y="1767730"/>
                  </a:lnTo>
                  <a:lnTo>
                    <a:pt x="3878685" y="1750474"/>
                  </a:lnTo>
                  <a:lnTo>
                    <a:pt x="3802053" y="1732790"/>
                  </a:lnTo>
                  <a:lnTo>
                    <a:pt x="3725420" y="1714667"/>
                  </a:lnTo>
                  <a:lnTo>
                    <a:pt x="3648788" y="1696096"/>
                  </a:lnTo>
                  <a:lnTo>
                    <a:pt x="3572155" y="1677063"/>
                  </a:lnTo>
                  <a:lnTo>
                    <a:pt x="3495523" y="1657560"/>
                  </a:lnTo>
                  <a:lnTo>
                    <a:pt x="3418890" y="1637572"/>
                  </a:lnTo>
                  <a:lnTo>
                    <a:pt x="3342258" y="1625867"/>
                  </a:lnTo>
                  <a:lnTo>
                    <a:pt x="3265625" y="1615663"/>
                  </a:lnTo>
                  <a:lnTo>
                    <a:pt x="3188993" y="1605334"/>
                  </a:lnTo>
                  <a:lnTo>
                    <a:pt x="3112360" y="1594880"/>
                  </a:lnTo>
                  <a:lnTo>
                    <a:pt x="3035727" y="1584298"/>
                  </a:lnTo>
                  <a:lnTo>
                    <a:pt x="2959095" y="1573587"/>
                  </a:lnTo>
                  <a:lnTo>
                    <a:pt x="2882462" y="1562746"/>
                  </a:lnTo>
                  <a:lnTo>
                    <a:pt x="2805830" y="1551773"/>
                  </a:lnTo>
                  <a:lnTo>
                    <a:pt x="2729197" y="1540666"/>
                  </a:lnTo>
                  <a:lnTo>
                    <a:pt x="2652565" y="1529424"/>
                  </a:lnTo>
                  <a:lnTo>
                    <a:pt x="2575932" y="1518045"/>
                  </a:lnTo>
                  <a:lnTo>
                    <a:pt x="2499300" y="1506528"/>
                  </a:lnTo>
                  <a:lnTo>
                    <a:pt x="2422667" y="1494870"/>
                  </a:lnTo>
                  <a:lnTo>
                    <a:pt x="2346034" y="1483070"/>
                  </a:lnTo>
                  <a:lnTo>
                    <a:pt x="2269402" y="1471127"/>
                  </a:lnTo>
                  <a:lnTo>
                    <a:pt x="2192769" y="1459038"/>
                  </a:lnTo>
                  <a:lnTo>
                    <a:pt x="2116137" y="1446802"/>
                  </a:lnTo>
                  <a:lnTo>
                    <a:pt x="2039504" y="1434417"/>
                  </a:lnTo>
                  <a:lnTo>
                    <a:pt x="1962872" y="1421881"/>
                  </a:lnTo>
                  <a:lnTo>
                    <a:pt x="1886239" y="1409192"/>
                  </a:lnTo>
                  <a:lnTo>
                    <a:pt x="1809607" y="1396349"/>
                  </a:lnTo>
                  <a:lnTo>
                    <a:pt x="1732974" y="1383350"/>
                  </a:lnTo>
                  <a:lnTo>
                    <a:pt x="1656342" y="1370192"/>
                  </a:lnTo>
                  <a:lnTo>
                    <a:pt x="1579709" y="1356874"/>
                  </a:lnTo>
                  <a:lnTo>
                    <a:pt x="1503076" y="1343393"/>
                  </a:lnTo>
                  <a:lnTo>
                    <a:pt x="1426444" y="1329749"/>
                  </a:lnTo>
                  <a:lnTo>
                    <a:pt x="1349811" y="1315939"/>
                  </a:lnTo>
                  <a:lnTo>
                    <a:pt x="1273179" y="1301960"/>
                  </a:lnTo>
                  <a:lnTo>
                    <a:pt x="1196546" y="1287811"/>
                  </a:lnTo>
                  <a:lnTo>
                    <a:pt x="1119914" y="1273490"/>
                  </a:lnTo>
                  <a:lnTo>
                    <a:pt x="1043281" y="1258994"/>
                  </a:lnTo>
                  <a:lnTo>
                    <a:pt x="966649" y="1244322"/>
                  </a:lnTo>
                  <a:lnTo>
                    <a:pt x="890016" y="1229471"/>
                  </a:lnTo>
                  <a:lnTo>
                    <a:pt x="813384" y="1214439"/>
                  </a:lnTo>
                  <a:lnTo>
                    <a:pt x="736751" y="1199225"/>
                  </a:lnTo>
                  <a:lnTo>
                    <a:pt x="660118" y="1183824"/>
                  </a:lnTo>
                  <a:lnTo>
                    <a:pt x="583486" y="1168237"/>
                  </a:lnTo>
                  <a:lnTo>
                    <a:pt x="506853" y="1152460"/>
                  </a:lnTo>
                  <a:lnTo>
                    <a:pt x="430221" y="1136490"/>
                  </a:lnTo>
                  <a:lnTo>
                    <a:pt x="353588" y="1120326"/>
                  </a:lnTo>
                  <a:lnTo>
                    <a:pt x="276956" y="1103965"/>
                  </a:lnTo>
                  <a:lnTo>
                    <a:pt x="200323" y="1087405"/>
                  </a:lnTo>
                  <a:lnTo>
                    <a:pt x="123691" y="1070643"/>
                  </a:lnTo>
                  <a:lnTo>
                    <a:pt x="47058" y="1053677"/>
                  </a:lnTo>
                  <a:lnTo>
                    <a:pt x="0" y="104313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3093426"/>
              <a:ext cx="7403783" cy="2022649"/>
            </a:xfrm>
            <a:custGeom>
              <a:avLst/>
              <a:pathLst>
                <a:path w="7403783" h="2022649">
                  <a:moveTo>
                    <a:pt x="0" y="0"/>
                  </a:moveTo>
                  <a:lnTo>
                    <a:pt x="47058" y="36944"/>
                  </a:lnTo>
                  <a:lnTo>
                    <a:pt x="123691" y="95651"/>
                  </a:lnTo>
                  <a:lnTo>
                    <a:pt x="200323" y="152938"/>
                  </a:lnTo>
                  <a:lnTo>
                    <a:pt x="276956" y="208840"/>
                  </a:lnTo>
                  <a:lnTo>
                    <a:pt x="353588" y="263389"/>
                  </a:lnTo>
                  <a:lnTo>
                    <a:pt x="430221" y="316618"/>
                  </a:lnTo>
                  <a:lnTo>
                    <a:pt x="506853" y="368560"/>
                  </a:lnTo>
                  <a:lnTo>
                    <a:pt x="583486" y="419245"/>
                  </a:lnTo>
                  <a:lnTo>
                    <a:pt x="660118" y="468704"/>
                  </a:lnTo>
                  <a:lnTo>
                    <a:pt x="736751" y="516967"/>
                  </a:lnTo>
                  <a:lnTo>
                    <a:pt x="813384" y="564062"/>
                  </a:lnTo>
                  <a:lnTo>
                    <a:pt x="890016" y="610018"/>
                  </a:lnTo>
                  <a:lnTo>
                    <a:pt x="966649" y="654862"/>
                  </a:lnTo>
                  <a:lnTo>
                    <a:pt x="1043281" y="698622"/>
                  </a:lnTo>
                  <a:lnTo>
                    <a:pt x="1119914" y="741323"/>
                  </a:lnTo>
                  <a:lnTo>
                    <a:pt x="1196546" y="782991"/>
                  </a:lnTo>
                  <a:lnTo>
                    <a:pt x="1273179" y="823651"/>
                  </a:lnTo>
                  <a:lnTo>
                    <a:pt x="1349811" y="863327"/>
                  </a:lnTo>
                  <a:lnTo>
                    <a:pt x="1426444" y="902044"/>
                  </a:lnTo>
                  <a:lnTo>
                    <a:pt x="1503076" y="939824"/>
                  </a:lnTo>
                  <a:lnTo>
                    <a:pt x="1579709" y="976690"/>
                  </a:lnTo>
                  <a:lnTo>
                    <a:pt x="1656342" y="1012664"/>
                  </a:lnTo>
                  <a:lnTo>
                    <a:pt x="1732974" y="1047769"/>
                  </a:lnTo>
                  <a:lnTo>
                    <a:pt x="1809607" y="1082024"/>
                  </a:lnTo>
                  <a:lnTo>
                    <a:pt x="1886239" y="1115450"/>
                  </a:lnTo>
                  <a:lnTo>
                    <a:pt x="1962872" y="1148067"/>
                  </a:lnTo>
                  <a:lnTo>
                    <a:pt x="2039504" y="1179896"/>
                  </a:lnTo>
                  <a:lnTo>
                    <a:pt x="2116137" y="1210955"/>
                  </a:lnTo>
                  <a:lnTo>
                    <a:pt x="2192769" y="1241262"/>
                  </a:lnTo>
                  <a:lnTo>
                    <a:pt x="2269402" y="1270836"/>
                  </a:lnTo>
                  <a:lnTo>
                    <a:pt x="2346034" y="1299695"/>
                  </a:lnTo>
                  <a:lnTo>
                    <a:pt x="2422667" y="1327856"/>
                  </a:lnTo>
                  <a:lnTo>
                    <a:pt x="2499300" y="1355336"/>
                  </a:lnTo>
                  <a:lnTo>
                    <a:pt x="2575932" y="1382150"/>
                  </a:lnTo>
                  <a:lnTo>
                    <a:pt x="2652565" y="1408316"/>
                  </a:lnTo>
                  <a:lnTo>
                    <a:pt x="2729197" y="1433850"/>
                  </a:lnTo>
                  <a:lnTo>
                    <a:pt x="2805830" y="1458765"/>
                  </a:lnTo>
                  <a:lnTo>
                    <a:pt x="2882462" y="1483078"/>
                  </a:lnTo>
                  <a:lnTo>
                    <a:pt x="2959095" y="1506802"/>
                  </a:lnTo>
                  <a:lnTo>
                    <a:pt x="3035727" y="1529953"/>
                  </a:lnTo>
                  <a:lnTo>
                    <a:pt x="3112360" y="1552544"/>
                  </a:lnTo>
                  <a:lnTo>
                    <a:pt x="3188993" y="1574588"/>
                  </a:lnTo>
                  <a:lnTo>
                    <a:pt x="3265625" y="1596099"/>
                  </a:lnTo>
                  <a:lnTo>
                    <a:pt x="3342258" y="1617090"/>
                  </a:lnTo>
                  <a:lnTo>
                    <a:pt x="3418890" y="1635949"/>
                  </a:lnTo>
                  <a:lnTo>
                    <a:pt x="3495523" y="1645909"/>
                  </a:lnTo>
                  <a:lnTo>
                    <a:pt x="3572155" y="1655750"/>
                  </a:lnTo>
                  <a:lnTo>
                    <a:pt x="3648788" y="1665472"/>
                  </a:lnTo>
                  <a:lnTo>
                    <a:pt x="3725420" y="1675077"/>
                  </a:lnTo>
                  <a:lnTo>
                    <a:pt x="3802053" y="1684567"/>
                  </a:lnTo>
                  <a:lnTo>
                    <a:pt x="3878685" y="1693942"/>
                  </a:lnTo>
                  <a:lnTo>
                    <a:pt x="3955318" y="1703205"/>
                  </a:lnTo>
                  <a:lnTo>
                    <a:pt x="4031951" y="1712356"/>
                  </a:lnTo>
                  <a:lnTo>
                    <a:pt x="4108583" y="1721397"/>
                  </a:lnTo>
                  <a:lnTo>
                    <a:pt x="4185216" y="1730330"/>
                  </a:lnTo>
                  <a:lnTo>
                    <a:pt x="4261848" y="1739155"/>
                  </a:lnTo>
                  <a:lnTo>
                    <a:pt x="4338481" y="1747873"/>
                  </a:lnTo>
                  <a:lnTo>
                    <a:pt x="4415113" y="1756487"/>
                  </a:lnTo>
                  <a:lnTo>
                    <a:pt x="4491746" y="1764997"/>
                  </a:lnTo>
                  <a:lnTo>
                    <a:pt x="4568378" y="1773405"/>
                  </a:lnTo>
                  <a:lnTo>
                    <a:pt x="4645011" y="1781712"/>
                  </a:lnTo>
                  <a:lnTo>
                    <a:pt x="4721644" y="1789918"/>
                  </a:lnTo>
                  <a:lnTo>
                    <a:pt x="4798276" y="1798026"/>
                  </a:lnTo>
                  <a:lnTo>
                    <a:pt x="4874909" y="1806037"/>
                  </a:lnTo>
                  <a:lnTo>
                    <a:pt x="4951541" y="1813951"/>
                  </a:lnTo>
                  <a:lnTo>
                    <a:pt x="5028174" y="1821769"/>
                  </a:lnTo>
                  <a:lnTo>
                    <a:pt x="5104806" y="1829494"/>
                  </a:lnTo>
                  <a:lnTo>
                    <a:pt x="5181439" y="1837126"/>
                  </a:lnTo>
                  <a:lnTo>
                    <a:pt x="5258071" y="1844666"/>
                  </a:lnTo>
                  <a:lnTo>
                    <a:pt x="5334704" y="1852115"/>
                  </a:lnTo>
                  <a:lnTo>
                    <a:pt x="5411336" y="1859475"/>
                  </a:lnTo>
                  <a:lnTo>
                    <a:pt x="5487969" y="1866746"/>
                  </a:lnTo>
                  <a:lnTo>
                    <a:pt x="5564602" y="1873929"/>
                  </a:lnTo>
                  <a:lnTo>
                    <a:pt x="5641234" y="1881027"/>
                  </a:lnTo>
                  <a:lnTo>
                    <a:pt x="5717867" y="1888038"/>
                  </a:lnTo>
                  <a:lnTo>
                    <a:pt x="5794499" y="1894966"/>
                  </a:lnTo>
                  <a:lnTo>
                    <a:pt x="5871132" y="1901810"/>
                  </a:lnTo>
                  <a:lnTo>
                    <a:pt x="5947764" y="1908572"/>
                  </a:lnTo>
                  <a:lnTo>
                    <a:pt x="6024397" y="1915252"/>
                  </a:lnTo>
                  <a:lnTo>
                    <a:pt x="6101029" y="1921852"/>
                  </a:lnTo>
                  <a:lnTo>
                    <a:pt x="6177662" y="1928373"/>
                  </a:lnTo>
                  <a:lnTo>
                    <a:pt x="6254294" y="1934815"/>
                  </a:lnTo>
                  <a:lnTo>
                    <a:pt x="6330927" y="1941180"/>
                  </a:lnTo>
                  <a:lnTo>
                    <a:pt x="6407560" y="1947468"/>
                  </a:lnTo>
                  <a:lnTo>
                    <a:pt x="6484192" y="1953680"/>
                  </a:lnTo>
                  <a:lnTo>
                    <a:pt x="6560825" y="1959818"/>
                  </a:lnTo>
                  <a:lnTo>
                    <a:pt x="6637457" y="1965882"/>
                  </a:lnTo>
                  <a:lnTo>
                    <a:pt x="6714090" y="1971872"/>
                  </a:lnTo>
                  <a:lnTo>
                    <a:pt x="6790722" y="1977791"/>
                  </a:lnTo>
                  <a:lnTo>
                    <a:pt x="6867355" y="1983639"/>
                  </a:lnTo>
                  <a:lnTo>
                    <a:pt x="6943987" y="1989416"/>
                  </a:lnTo>
                  <a:lnTo>
                    <a:pt x="7020620" y="1995124"/>
                  </a:lnTo>
                  <a:lnTo>
                    <a:pt x="7097253" y="2000763"/>
                  </a:lnTo>
                  <a:lnTo>
                    <a:pt x="7173885" y="2006334"/>
                  </a:lnTo>
                  <a:lnTo>
                    <a:pt x="7250518" y="2011838"/>
                  </a:lnTo>
                  <a:lnTo>
                    <a:pt x="7327150" y="2017276"/>
                  </a:lnTo>
                  <a:lnTo>
                    <a:pt x="7403783" y="20226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136559"/>
              <a:ext cx="7403783" cy="1189432"/>
            </a:xfrm>
            <a:custGeom>
              <a:avLst/>
              <a:pathLst>
                <a:path w="7403783" h="1189432">
                  <a:moveTo>
                    <a:pt x="7403783" y="1189432"/>
                  </a:moveTo>
                  <a:lnTo>
                    <a:pt x="7327150" y="1183700"/>
                  </a:lnTo>
                  <a:lnTo>
                    <a:pt x="7250518" y="1177825"/>
                  </a:lnTo>
                  <a:lnTo>
                    <a:pt x="7173885" y="1171804"/>
                  </a:lnTo>
                  <a:lnTo>
                    <a:pt x="7097253" y="1165634"/>
                  </a:lnTo>
                  <a:lnTo>
                    <a:pt x="7020620" y="1159311"/>
                  </a:lnTo>
                  <a:lnTo>
                    <a:pt x="6943987" y="1152832"/>
                  </a:lnTo>
                  <a:lnTo>
                    <a:pt x="6867355" y="1146191"/>
                  </a:lnTo>
                  <a:lnTo>
                    <a:pt x="6790722" y="1139386"/>
                  </a:lnTo>
                  <a:lnTo>
                    <a:pt x="6714090" y="1132413"/>
                  </a:lnTo>
                  <a:lnTo>
                    <a:pt x="6637457" y="1125266"/>
                  </a:lnTo>
                  <a:lnTo>
                    <a:pt x="6560825" y="1117943"/>
                  </a:lnTo>
                  <a:lnTo>
                    <a:pt x="6484192" y="1110438"/>
                  </a:lnTo>
                  <a:lnTo>
                    <a:pt x="6407560" y="1102747"/>
                  </a:lnTo>
                  <a:lnTo>
                    <a:pt x="6330927" y="1094865"/>
                  </a:lnTo>
                  <a:lnTo>
                    <a:pt x="6254294" y="1086787"/>
                  </a:lnTo>
                  <a:lnTo>
                    <a:pt x="6177662" y="1078510"/>
                  </a:lnTo>
                  <a:lnTo>
                    <a:pt x="6101029" y="1070027"/>
                  </a:lnTo>
                  <a:lnTo>
                    <a:pt x="6024397" y="1061334"/>
                  </a:lnTo>
                  <a:lnTo>
                    <a:pt x="5947764" y="1052426"/>
                  </a:lnTo>
                  <a:lnTo>
                    <a:pt x="5871132" y="1043297"/>
                  </a:lnTo>
                  <a:lnTo>
                    <a:pt x="5794499" y="1033941"/>
                  </a:lnTo>
                  <a:lnTo>
                    <a:pt x="5717867" y="1024353"/>
                  </a:lnTo>
                  <a:lnTo>
                    <a:pt x="5641234" y="1014528"/>
                  </a:lnTo>
                  <a:lnTo>
                    <a:pt x="5564602" y="1004459"/>
                  </a:lnTo>
                  <a:lnTo>
                    <a:pt x="5487969" y="994141"/>
                  </a:lnTo>
                  <a:lnTo>
                    <a:pt x="5411336" y="983567"/>
                  </a:lnTo>
                  <a:lnTo>
                    <a:pt x="5334704" y="972731"/>
                  </a:lnTo>
                  <a:lnTo>
                    <a:pt x="5258071" y="961626"/>
                  </a:lnTo>
                  <a:lnTo>
                    <a:pt x="5181439" y="950245"/>
                  </a:lnTo>
                  <a:lnTo>
                    <a:pt x="5104806" y="938583"/>
                  </a:lnTo>
                  <a:lnTo>
                    <a:pt x="5028174" y="926632"/>
                  </a:lnTo>
                  <a:lnTo>
                    <a:pt x="4951541" y="914384"/>
                  </a:lnTo>
                  <a:lnTo>
                    <a:pt x="4874909" y="901832"/>
                  </a:lnTo>
                  <a:lnTo>
                    <a:pt x="4798276" y="888970"/>
                  </a:lnTo>
                  <a:lnTo>
                    <a:pt x="4721644" y="875788"/>
                  </a:lnTo>
                  <a:lnTo>
                    <a:pt x="4645011" y="862280"/>
                  </a:lnTo>
                  <a:lnTo>
                    <a:pt x="4568378" y="848437"/>
                  </a:lnTo>
                  <a:lnTo>
                    <a:pt x="4491746" y="834251"/>
                  </a:lnTo>
                  <a:lnTo>
                    <a:pt x="4415113" y="819713"/>
                  </a:lnTo>
                  <a:lnTo>
                    <a:pt x="4338481" y="804815"/>
                  </a:lnTo>
                  <a:lnTo>
                    <a:pt x="4261848" y="789547"/>
                  </a:lnTo>
                  <a:lnTo>
                    <a:pt x="4185216" y="773901"/>
                  </a:lnTo>
                  <a:lnTo>
                    <a:pt x="4108583" y="757867"/>
                  </a:lnTo>
                  <a:lnTo>
                    <a:pt x="4031951" y="741436"/>
                  </a:lnTo>
                  <a:lnTo>
                    <a:pt x="3955318" y="724597"/>
                  </a:lnTo>
                  <a:lnTo>
                    <a:pt x="3878685" y="707341"/>
                  </a:lnTo>
                  <a:lnTo>
                    <a:pt x="3802053" y="689657"/>
                  </a:lnTo>
                  <a:lnTo>
                    <a:pt x="3725420" y="671535"/>
                  </a:lnTo>
                  <a:lnTo>
                    <a:pt x="3648788" y="652963"/>
                  </a:lnTo>
                  <a:lnTo>
                    <a:pt x="3572155" y="633931"/>
                  </a:lnTo>
                  <a:lnTo>
                    <a:pt x="3495523" y="614427"/>
                  </a:lnTo>
                  <a:lnTo>
                    <a:pt x="3418890" y="594440"/>
                  </a:lnTo>
                  <a:lnTo>
                    <a:pt x="3342258" y="582735"/>
                  </a:lnTo>
                  <a:lnTo>
                    <a:pt x="3265625" y="572530"/>
                  </a:lnTo>
                  <a:lnTo>
                    <a:pt x="3188993" y="562201"/>
                  </a:lnTo>
                  <a:lnTo>
                    <a:pt x="3112360" y="551747"/>
                  </a:lnTo>
                  <a:lnTo>
                    <a:pt x="3035727" y="541165"/>
                  </a:lnTo>
                  <a:lnTo>
                    <a:pt x="2959095" y="530454"/>
                  </a:lnTo>
                  <a:lnTo>
                    <a:pt x="2882462" y="519613"/>
                  </a:lnTo>
                  <a:lnTo>
                    <a:pt x="2805830" y="508640"/>
                  </a:lnTo>
                  <a:lnTo>
                    <a:pt x="2729197" y="497533"/>
                  </a:lnTo>
                  <a:lnTo>
                    <a:pt x="2652565" y="486291"/>
                  </a:lnTo>
                  <a:lnTo>
                    <a:pt x="2575932" y="474912"/>
                  </a:lnTo>
                  <a:lnTo>
                    <a:pt x="2499300" y="463395"/>
                  </a:lnTo>
                  <a:lnTo>
                    <a:pt x="2422667" y="451737"/>
                  </a:lnTo>
                  <a:lnTo>
                    <a:pt x="2346034" y="439937"/>
                  </a:lnTo>
                  <a:lnTo>
                    <a:pt x="2269402" y="427994"/>
                  </a:lnTo>
                  <a:lnTo>
                    <a:pt x="2192769" y="415905"/>
                  </a:lnTo>
                  <a:lnTo>
                    <a:pt x="2116137" y="403669"/>
                  </a:lnTo>
                  <a:lnTo>
                    <a:pt x="2039504" y="391284"/>
                  </a:lnTo>
                  <a:lnTo>
                    <a:pt x="1962872" y="378748"/>
                  </a:lnTo>
                  <a:lnTo>
                    <a:pt x="1886239" y="366059"/>
                  </a:lnTo>
                  <a:lnTo>
                    <a:pt x="1809607" y="353216"/>
                  </a:lnTo>
                  <a:lnTo>
                    <a:pt x="1732974" y="340217"/>
                  </a:lnTo>
                  <a:lnTo>
                    <a:pt x="1656342" y="327059"/>
                  </a:lnTo>
                  <a:lnTo>
                    <a:pt x="1579709" y="313741"/>
                  </a:lnTo>
                  <a:lnTo>
                    <a:pt x="1503076" y="300261"/>
                  </a:lnTo>
                  <a:lnTo>
                    <a:pt x="1426444" y="286616"/>
                  </a:lnTo>
                  <a:lnTo>
                    <a:pt x="1349811" y="272806"/>
                  </a:lnTo>
                  <a:lnTo>
                    <a:pt x="1273179" y="258827"/>
                  </a:lnTo>
                  <a:lnTo>
                    <a:pt x="1196546" y="244678"/>
                  </a:lnTo>
                  <a:lnTo>
                    <a:pt x="1119914" y="230357"/>
                  </a:lnTo>
                  <a:lnTo>
                    <a:pt x="1043281" y="215861"/>
                  </a:lnTo>
                  <a:lnTo>
                    <a:pt x="966649" y="201189"/>
                  </a:lnTo>
                  <a:lnTo>
                    <a:pt x="890016" y="186338"/>
                  </a:lnTo>
                  <a:lnTo>
                    <a:pt x="813384" y="171307"/>
                  </a:lnTo>
                  <a:lnTo>
                    <a:pt x="736751" y="156092"/>
                  </a:lnTo>
                  <a:lnTo>
                    <a:pt x="660118" y="140692"/>
                  </a:lnTo>
                  <a:lnTo>
                    <a:pt x="583486" y="125104"/>
                  </a:lnTo>
                  <a:lnTo>
                    <a:pt x="506853" y="109327"/>
                  </a:lnTo>
                  <a:lnTo>
                    <a:pt x="430221" y="93357"/>
                  </a:lnTo>
                  <a:lnTo>
                    <a:pt x="353588" y="77193"/>
                  </a:lnTo>
                  <a:lnTo>
                    <a:pt x="276956" y="60832"/>
                  </a:lnTo>
                  <a:lnTo>
                    <a:pt x="200323" y="44272"/>
                  </a:lnTo>
                  <a:lnTo>
                    <a:pt x="123691" y="27511"/>
                  </a:lnTo>
                  <a:lnTo>
                    <a:pt x="47058" y="105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686341"/>
              <a:ext cx="7403783" cy="1551495"/>
            </a:xfrm>
            <a:custGeom>
              <a:avLst/>
              <a:pathLst>
                <a:path w="7403783" h="1551495">
                  <a:moveTo>
                    <a:pt x="0" y="0"/>
                  </a:moveTo>
                  <a:lnTo>
                    <a:pt x="47058" y="20975"/>
                  </a:lnTo>
                  <a:lnTo>
                    <a:pt x="123691" y="54514"/>
                  </a:lnTo>
                  <a:lnTo>
                    <a:pt x="200323" y="87445"/>
                  </a:lnTo>
                  <a:lnTo>
                    <a:pt x="276956" y="119778"/>
                  </a:lnTo>
                  <a:lnTo>
                    <a:pt x="353588" y="151526"/>
                  </a:lnTo>
                  <a:lnTo>
                    <a:pt x="430221" y="182697"/>
                  </a:lnTo>
                  <a:lnTo>
                    <a:pt x="506853" y="213304"/>
                  </a:lnTo>
                  <a:lnTo>
                    <a:pt x="583486" y="243356"/>
                  </a:lnTo>
                  <a:lnTo>
                    <a:pt x="660118" y="272863"/>
                  </a:lnTo>
                  <a:lnTo>
                    <a:pt x="736751" y="301835"/>
                  </a:lnTo>
                  <a:lnTo>
                    <a:pt x="813384" y="330282"/>
                  </a:lnTo>
                  <a:lnTo>
                    <a:pt x="890016" y="358213"/>
                  </a:lnTo>
                  <a:lnTo>
                    <a:pt x="966649" y="385637"/>
                  </a:lnTo>
                  <a:lnTo>
                    <a:pt x="1043281" y="412565"/>
                  </a:lnTo>
                  <a:lnTo>
                    <a:pt x="1119914" y="439004"/>
                  </a:lnTo>
                  <a:lnTo>
                    <a:pt x="1196546" y="464964"/>
                  </a:lnTo>
                  <a:lnTo>
                    <a:pt x="1273179" y="490453"/>
                  </a:lnTo>
                  <a:lnTo>
                    <a:pt x="1349811" y="515481"/>
                  </a:lnTo>
                  <a:lnTo>
                    <a:pt x="1426444" y="540054"/>
                  </a:lnTo>
                  <a:lnTo>
                    <a:pt x="1503076" y="564182"/>
                  </a:lnTo>
                  <a:lnTo>
                    <a:pt x="1579709" y="587873"/>
                  </a:lnTo>
                  <a:lnTo>
                    <a:pt x="1656342" y="611134"/>
                  </a:lnTo>
                  <a:lnTo>
                    <a:pt x="1732974" y="633973"/>
                  </a:lnTo>
                  <a:lnTo>
                    <a:pt x="1809607" y="656398"/>
                  </a:lnTo>
                  <a:lnTo>
                    <a:pt x="1886239" y="678417"/>
                  </a:lnTo>
                  <a:lnTo>
                    <a:pt x="1962872" y="700036"/>
                  </a:lnTo>
                  <a:lnTo>
                    <a:pt x="2039504" y="721264"/>
                  </a:lnTo>
                  <a:lnTo>
                    <a:pt x="2116137" y="742106"/>
                  </a:lnTo>
                  <a:lnTo>
                    <a:pt x="2192769" y="762571"/>
                  </a:lnTo>
                  <a:lnTo>
                    <a:pt x="2269402" y="782665"/>
                  </a:lnTo>
                  <a:lnTo>
                    <a:pt x="2346034" y="802395"/>
                  </a:lnTo>
                  <a:lnTo>
                    <a:pt x="2422667" y="821766"/>
                  </a:lnTo>
                  <a:lnTo>
                    <a:pt x="2499300" y="840787"/>
                  </a:lnTo>
                  <a:lnTo>
                    <a:pt x="2575932" y="859463"/>
                  </a:lnTo>
                  <a:lnTo>
                    <a:pt x="2652565" y="877800"/>
                  </a:lnTo>
                  <a:lnTo>
                    <a:pt x="2729197" y="895805"/>
                  </a:lnTo>
                  <a:lnTo>
                    <a:pt x="2805830" y="913483"/>
                  </a:lnTo>
                  <a:lnTo>
                    <a:pt x="2882462" y="930841"/>
                  </a:lnTo>
                  <a:lnTo>
                    <a:pt x="2959095" y="947884"/>
                  </a:lnTo>
                  <a:lnTo>
                    <a:pt x="3035727" y="964618"/>
                  </a:lnTo>
                  <a:lnTo>
                    <a:pt x="3112360" y="981049"/>
                  </a:lnTo>
                  <a:lnTo>
                    <a:pt x="3188993" y="997182"/>
                  </a:lnTo>
                  <a:lnTo>
                    <a:pt x="3265625" y="1013022"/>
                  </a:lnTo>
                  <a:lnTo>
                    <a:pt x="3342258" y="1028575"/>
                  </a:lnTo>
                  <a:lnTo>
                    <a:pt x="3418890" y="1043846"/>
                  </a:lnTo>
                  <a:lnTo>
                    <a:pt x="3495523" y="1058841"/>
                  </a:lnTo>
                  <a:lnTo>
                    <a:pt x="3572155" y="1073563"/>
                  </a:lnTo>
                  <a:lnTo>
                    <a:pt x="3648788" y="1088019"/>
                  </a:lnTo>
                  <a:lnTo>
                    <a:pt x="3725420" y="1102212"/>
                  </a:lnTo>
                  <a:lnTo>
                    <a:pt x="3802053" y="1116149"/>
                  </a:lnTo>
                  <a:lnTo>
                    <a:pt x="3878685" y="1129832"/>
                  </a:lnTo>
                  <a:lnTo>
                    <a:pt x="3955318" y="1143268"/>
                  </a:lnTo>
                  <a:lnTo>
                    <a:pt x="4031951" y="1156459"/>
                  </a:lnTo>
                  <a:lnTo>
                    <a:pt x="4108583" y="1169412"/>
                  </a:lnTo>
                  <a:lnTo>
                    <a:pt x="4185216" y="1182130"/>
                  </a:lnTo>
                  <a:lnTo>
                    <a:pt x="4261848" y="1194617"/>
                  </a:lnTo>
                  <a:lnTo>
                    <a:pt x="4338481" y="1206878"/>
                  </a:lnTo>
                  <a:lnTo>
                    <a:pt x="4415113" y="1218917"/>
                  </a:lnTo>
                  <a:lnTo>
                    <a:pt x="4491746" y="1230737"/>
                  </a:lnTo>
                  <a:lnTo>
                    <a:pt x="4568378" y="1242343"/>
                  </a:lnTo>
                  <a:lnTo>
                    <a:pt x="4645011" y="1253739"/>
                  </a:lnTo>
                  <a:lnTo>
                    <a:pt x="4721644" y="1264928"/>
                  </a:lnTo>
                  <a:lnTo>
                    <a:pt x="4798276" y="1275914"/>
                  </a:lnTo>
                  <a:lnTo>
                    <a:pt x="4874909" y="1286701"/>
                  </a:lnTo>
                  <a:lnTo>
                    <a:pt x="4951541" y="1297293"/>
                  </a:lnTo>
                  <a:lnTo>
                    <a:pt x="5028174" y="1307692"/>
                  </a:lnTo>
                  <a:lnTo>
                    <a:pt x="5104806" y="1317903"/>
                  </a:lnTo>
                  <a:lnTo>
                    <a:pt x="5181439" y="1327929"/>
                  </a:lnTo>
                  <a:lnTo>
                    <a:pt x="5258071" y="1337773"/>
                  </a:lnTo>
                  <a:lnTo>
                    <a:pt x="5334704" y="1347439"/>
                  </a:lnTo>
                  <a:lnTo>
                    <a:pt x="5411336" y="1356929"/>
                  </a:lnTo>
                  <a:lnTo>
                    <a:pt x="5487969" y="1366247"/>
                  </a:lnTo>
                  <a:lnTo>
                    <a:pt x="5564602" y="1375397"/>
                  </a:lnTo>
                  <a:lnTo>
                    <a:pt x="5641234" y="1384380"/>
                  </a:lnTo>
                  <a:lnTo>
                    <a:pt x="5717867" y="1393201"/>
                  </a:lnTo>
                  <a:lnTo>
                    <a:pt x="5794499" y="1401861"/>
                  </a:lnTo>
                  <a:lnTo>
                    <a:pt x="5871132" y="1410365"/>
                  </a:lnTo>
                  <a:lnTo>
                    <a:pt x="5947764" y="1418714"/>
                  </a:lnTo>
                  <a:lnTo>
                    <a:pt x="6024397" y="1426913"/>
                  </a:lnTo>
                  <a:lnTo>
                    <a:pt x="6101029" y="1434962"/>
                  </a:lnTo>
                  <a:lnTo>
                    <a:pt x="6177662" y="1442866"/>
                  </a:lnTo>
                  <a:lnTo>
                    <a:pt x="6254294" y="1450626"/>
                  </a:lnTo>
                  <a:lnTo>
                    <a:pt x="6330927" y="1458245"/>
                  </a:lnTo>
                  <a:lnTo>
                    <a:pt x="6407560" y="1465727"/>
                  </a:lnTo>
                  <a:lnTo>
                    <a:pt x="6484192" y="1473073"/>
                  </a:lnTo>
                  <a:lnTo>
                    <a:pt x="6560825" y="1480285"/>
                  </a:lnTo>
                  <a:lnTo>
                    <a:pt x="6637457" y="1487367"/>
                  </a:lnTo>
                  <a:lnTo>
                    <a:pt x="6714090" y="1494321"/>
                  </a:lnTo>
                  <a:lnTo>
                    <a:pt x="6790722" y="1501148"/>
                  </a:lnTo>
                  <a:lnTo>
                    <a:pt x="6867355" y="1507852"/>
                  </a:lnTo>
                  <a:lnTo>
                    <a:pt x="6943987" y="1514434"/>
                  </a:lnTo>
                  <a:lnTo>
                    <a:pt x="7020620" y="1520897"/>
                  </a:lnTo>
                  <a:lnTo>
                    <a:pt x="7097253" y="1527242"/>
                  </a:lnTo>
                  <a:lnTo>
                    <a:pt x="7173885" y="1533473"/>
                  </a:lnTo>
                  <a:lnTo>
                    <a:pt x="7250518" y="1539590"/>
                  </a:lnTo>
                  <a:lnTo>
                    <a:pt x="7327150" y="1545597"/>
                  </a:lnTo>
                  <a:lnTo>
                    <a:pt x="7403783" y="155149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1.24 (1.15-1.33), p_Bonf = &lt;0.001 (n = 6)  |  per IQR decline (Δ = 29.9 %): 1.88 (1.52-2.33)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723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2026-09-28T16:51:07Z</dcterms:modified>
  <cp:category/>
</cp:coreProperties>
</file>