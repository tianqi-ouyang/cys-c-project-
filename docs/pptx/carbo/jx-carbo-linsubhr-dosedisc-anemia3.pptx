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548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7621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9755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1889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655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8688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90822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413459"/>
            </a:xfrm>
            <a:custGeom>
              <a:avLst/>
              <a:pathLst>
                <a:path w="7090630" h="3413459">
                  <a:moveTo>
                    <a:pt x="0" y="2906828"/>
                  </a:moveTo>
                  <a:lnTo>
                    <a:pt x="71622" y="2904341"/>
                  </a:lnTo>
                  <a:lnTo>
                    <a:pt x="143245" y="2901846"/>
                  </a:lnTo>
                  <a:lnTo>
                    <a:pt x="214867" y="2899343"/>
                  </a:lnTo>
                  <a:lnTo>
                    <a:pt x="286490" y="2896831"/>
                  </a:lnTo>
                  <a:lnTo>
                    <a:pt x="358112" y="2894311"/>
                  </a:lnTo>
                  <a:lnTo>
                    <a:pt x="429735" y="2891782"/>
                  </a:lnTo>
                  <a:lnTo>
                    <a:pt x="501357" y="2889246"/>
                  </a:lnTo>
                  <a:lnTo>
                    <a:pt x="572980" y="2886700"/>
                  </a:lnTo>
                  <a:lnTo>
                    <a:pt x="644602" y="2884146"/>
                  </a:lnTo>
                  <a:lnTo>
                    <a:pt x="716225" y="2881584"/>
                  </a:lnTo>
                  <a:lnTo>
                    <a:pt x="787847" y="2879013"/>
                  </a:lnTo>
                  <a:lnTo>
                    <a:pt x="859470" y="2876433"/>
                  </a:lnTo>
                  <a:lnTo>
                    <a:pt x="931092" y="2873845"/>
                  </a:lnTo>
                  <a:lnTo>
                    <a:pt x="1002715" y="2871249"/>
                  </a:lnTo>
                  <a:lnTo>
                    <a:pt x="1074337" y="2868643"/>
                  </a:lnTo>
                  <a:lnTo>
                    <a:pt x="1145960" y="2866029"/>
                  </a:lnTo>
                  <a:lnTo>
                    <a:pt x="1217582" y="2863406"/>
                  </a:lnTo>
                  <a:lnTo>
                    <a:pt x="1289205" y="2860775"/>
                  </a:lnTo>
                  <a:lnTo>
                    <a:pt x="1360827" y="2858134"/>
                  </a:lnTo>
                  <a:lnTo>
                    <a:pt x="1432450" y="2855485"/>
                  </a:lnTo>
                  <a:lnTo>
                    <a:pt x="1504073" y="2852827"/>
                  </a:lnTo>
                  <a:lnTo>
                    <a:pt x="1575695" y="2850160"/>
                  </a:lnTo>
                  <a:lnTo>
                    <a:pt x="1647318" y="2847485"/>
                  </a:lnTo>
                  <a:lnTo>
                    <a:pt x="1718940" y="2844800"/>
                  </a:lnTo>
                  <a:lnTo>
                    <a:pt x="1790563" y="2842106"/>
                  </a:lnTo>
                  <a:lnTo>
                    <a:pt x="1862185" y="2839404"/>
                  </a:lnTo>
                  <a:lnTo>
                    <a:pt x="1933808" y="2836692"/>
                  </a:lnTo>
                  <a:lnTo>
                    <a:pt x="2005430" y="2833972"/>
                  </a:lnTo>
                  <a:lnTo>
                    <a:pt x="2077053" y="2831242"/>
                  </a:lnTo>
                  <a:lnTo>
                    <a:pt x="2148675" y="2828503"/>
                  </a:lnTo>
                  <a:lnTo>
                    <a:pt x="2220298" y="2825755"/>
                  </a:lnTo>
                  <a:lnTo>
                    <a:pt x="2291920" y="2822998"/>
                  </a:lnTo>
                  <a:lnTo>
                    <a:pt x="2363543" y="2820232"/>
                  </a:lnTo>
                  <a:lnTo>
                    <a:pt x="2435165" y="2817456"/>
                  </a:lnTo>
                  <a:lnTo>
                    <a:pt x="2506788" y="2814671"/>
                  </a:lnTo>
                  <a:lnTo>
                    <a:pt x="2578410" y="2811877"/>
                  </a:lnTo>
                  <a:lnTo>
                    <a:pt x="2650033" y="2809074"/>
                  </a:lnTo>
                  <a:lnTo>
                    <a:pt x="2721655" y="2806261"/>
                  </a:lnTo>
                  <a:lnTo>
                    <a:pt x="2793278" y="2803439"/>
                  </a:lnTo>
                  <a:lnTo>
                    <a:pt x="2864901" y="2800608"/>
                  </a:lnTo>
                  <a:lnTo>
                    <a:pt x="2936523" y="2797767"/>
                  </a:lnTo>
                  <a:lnTo>
                    <a:pt x="3008146" y="2794916"/>
                  </a:lnTo>
                  <a:lnTo>
                    <a:pt x="3079768" y="2792056"/>
                  </a:lnTo>
                  <a:lnTo>
                    <a:pt x="3151391" y="2789187"/>
                  </a:lnTo>
                  <a:lnTo>
                    <a:pt x="3223013" y="2786308"/>
                  </a:lnTo>
                  <a:lnTo>
                    <a:pt x="3294636" y="2783419"/>
                  </a:lnTo>
                  <a:lnTo>
                    <a:pt x="3366258" y="2762207"/>
                  </a:lnTo>
                  <a:lnTo>
                    <a:pt x="3437881" y="2736952"/>
                  </a:lnTo>
                  <a:lnTo>
                    <a:pt x="3509503" y="2710981"/>
                  </a:lnTo>
                  <a:lnTo>
                    <a:pt x="3581126" y="2684273"/>
                  </a:lnTo>
                  <a:lnTo>
                    <a:pt x="3652748" y="2656808"/>
                  </a:lnTo>
                  <a:lnTo>
                    <a:pt x="3724371" y="2628564"/>
                  </a:lnTo>
                  <a:lnTo>
                    <a:pt x="3795993" y="2599518"/>
                  </a:lnTo>
                  <a:lnTo>
                    <a:pt x="3867616" y="2569649"/>
                  </a:lnTo>
                  <a:lnTo>
                    <a:pt x="3939238" y="2538933"/>
                  </a:lnTo>
                  <a:lnTo>
                    <a:pt x="4010861" y="2507346"/>
                  </a:lnTo>
                  <a:lnTo>
                    <a:pt x="4082483" y="2474862"/>
                  </a:lnTo>
                  <a:lnTo>
                    <a:pt x="4154106" y="2441458"/>
                  </a:lnTo>
                  <a:lnTo>
                    <a:pt x="4225729" y="2407106"/>
                  </a:lnTo>
                  <a:lnTo>
                    <a:pt x="4297351" y="2371779"/>
                  </a:lnTo>
                  <a:lnTo>
                    <a:pt x="4368974" y="2335451"/>
                  </a:lnTo>
                  <a:lnTo>
                    <a:pt x="4440596" y="2298092"/>
                  </a:lnTo>
                  <a:lnTo>
                    <a:pt x="4512219" y="2259674"/>
                  </a:lnTo>
                  <a:lnTo>
                    <a:pt x="4583841" y="2220166"/>
                  </a:lnTo>
                  <a:lnTo>
                    <a:pt x="4655464" y="2179538"/>
                  </a:lnTo>
                  <a:lnTo>
                    <a:pt x="4727086" y="2137757"/>
                  </a:lnTo>
                  <a:lnTo>
                    <a:pt x="4798709" y="2094791"/>
                  </a:lnTo>
                  <a:lnTo>
                    <a:pt x="4870331" y="2050607"/>
                  </a:lnTo>
                  <a:lnTo>
                    <a:pt x="4941954" y="2005170"/>
                  </a:lnTo>
                  <a:lnTo>
                    <a:pt x="5013576" y="1958443"/>
                  </a:lnTo>
                  <a:lnTo>
                    <a:pt x="5085199" y="1910392"/>
                  </a:lnTo>
                  <a:lnTo>
                    <a:pt x="5156821" y="1860978"/>
                  </a:lnTo>
                  <a:lnTo>
                    <a:pt x="5228444" y="1810162"/>
                  </a:lnTo>
                  <a:lnTo>
                    <a:pt x="5300066" y="1757905"/>
                  </a:lnTo>
                  <a:lnTo>
                    <a:pt x="5371689" y="1704165"/>
                  </a:lnTo>
                  <a:lnTo>
                    <a:pt x="5443311" y="1648902"/>
                  </a:lnTo>
                  <a:lnTo>
                    <a:pt x="5514934" y="1592071"/>
                  </a:lnTo>
                  <a:lnTo>
                    <a:pt x="5586557" y="1533629"/>
                  </a:lnTo>
                  <a:lnTo>
                    <a:pt x="5658179" y="1473528"/>
                  </a:lnTo>
                  <a:lnTo>
                    <a:pt x="5729802" y="1411723"/>
                  </a:lnTo>
                  <a:lnTo>
                    <a:pt x="5801424" y="1348166"/>
                  </a:lnTo>
                  <a:lnTo>
                    <a:pt x="5873047" y="1282805"/>
                  </a:lnTo>
                  <a:lnTo>
                    <a:pt x="5944669" y="1215591"/>
                  </a:lnTo>
                  <a:lnTo>
                    <a:pt x="6016292" y="1146471"/>
                  </a:lnTo>
                  <a:lnTo>
                    <a:pt x="6087914" y="1075390"/>
                  </a:lnTo>
                  <a:lnTo>
                    <a:pt x="6159537" y="1002293"/>
                  </a:lnTo>
                  <a:lnTo>
                    <a:pt x="6231159" y="927123"/>
                  </a:lnTo>
                  <a:lnTo>
                    <a:pt x="6302782" y="849820"/>
                  </a:lnTo>
                  <a:lnTo>
                    <a:pt x="6374404" y="770326"/>
                  </a:lnTo>
                  <a:lnTo>
                    <a:pt x="6446027" y="688577"/>
                  </a:lnTo>
                  <a:lnTo>
                    <a:pt x="6517649" y="604509"/>
                  </a:lnTo>
                  <a:lnTo>
                    <a:pt x="6589272" y="518056"/>
                  </a:lnTo>
                  <a:lnTo>
                    <a:pt x="6660894" y="429152"/>
                  </a:lnTo>
                  <a:lnTo>
                    <a:pt x="6732517" y="337726"/>
                  </a:lnTo>
                  <a:lnTo>
                    <a:pt x="6804139" y="243708"/>
                  </a:lnTo>
                  <a:lnTo>
                    <a:pt x="6875762" y="147022"/>
                  </a:lnTo>
                  <a:lnTo>
                    <a:pt x="6947385" y="47595"/>
                  </a:lnTo>
                  <a:lnTo>
                    <a:pt x="6980724" y="0"/>
                  </a:lnTo>
                  <a:lnTo>
                    <a:pt x="7090630" y="0"/>
                  </a:lnTo>
                  <a:lnTo>
                    <a:pt x="7090630" y="2615708"/>
                  </a:lnTo>
                  <a:lnTo>
                    <a:pt x="7019007" y="2619153"/>
                  </a:lnTo>
                  <a:lnTo>
                    <a:pt x="6947385" y="2622588"/>
                  </a:lnTo>
                  <a:lnTo>
                    <a:pt x="6875762" y="2626011"/>
                  </a:lnTo>
                  <a:lnTo>
                    <a:pt x="6804139" y="2629423"/>
                  </a:lnTo>
                  <a:lnTo>
                    <a:pt x="6732517" y="2632823"/>
                  </a:lnTo>
                  <a:lnTo>
                    <a:pt x="6660894" y="2636212"/>
                  </a:lnTo>
                  <a:lnTo>
                    <a:pt x="6589272" y="2639590"/>
                  </a:lnTo>
                  <a:lnTo>
                    <a:pt x="6517649" y="2642957"/>
                  </a:lnTo>
                  <a:lnTo>
                    <a:pt x="6446027" y="2646312"/>
                  </a:lnTo>
                  <a:lnTo>
                    <a:pt x="6374404" y="2649656"/>
                  </a:lnTo>
                  <a:lnTo>
                    <a:pt x="6302782" y="2652990"/>
                  </a:lnTo>
                  <a:lnTo>
                    <a:pt x="6231159" y="2656312"/>
                  </a:lnTo>
                  <a:lnTo>
                    <a:pt x="6159537" y="2659623"/>
                  </a:lnTo>
                  <a:lnTo>
                    <a:pt x="6087914" y="2662923"/>
                  </a:lnTo>
                  <a:lnTo>
                    <a:pt x="6016292" y="2666212"/>
                  </a:lnTo>
                  <a:lnTo>
                    <a:pt x="5944669" y="2669490"/>
                  </a:lnTo>
                  <a:lnTo>
                    <a:pt x="5873047" y="2672757"/>
                  </a:lnTo>
                  <a:lnTo>
                    <a:pt x="5801424" y="2676014"/>
                  </a:lnTo>
                  <a:lnTo>
                    <a:pt x="5729802" y="2679259"/>
                  </a:lnTo>
                  <a:lnTo>
                    <a:pt x="5658179" y="2682494"/>
                  </a:lnTo>
                  <a:lnTo>
                    <a:pt x="5586557" y="2685718"/>
                  </a:lnTo>
                  <a:lnTo>
                    <a:pt x="5514934" y="2688931"/>
                  </a:lnTo>
                  <a:lnTo>
                    <a:pt x="5443311" y="2692134"/>
                  </a:lnTo>
                  <a:lnTo>
                    <a:pt x="5371689" y="2695326"/>
                  </a:lnTo>
                  <a:lnTo>
                    <a:pt x="5300066" y="2698507"/>
                  </a:lnTo>
                  <a:lnTo>
                    <a:pt x="5228444" y="2701678"/>
                  </a:lnTo>
                  <a:lnTo>
                    <a:pt x="5156821" y="2704838"/>
                  </a:lnTo>
                  <a:lnTo>
                    <a:pt x="5085199" y="2707988"/>
                  </a:lnTo>
                  <a:lnTo>
                    <a:pt x="5013576" y="2711127"/>
                  </a:lnTo>
                  <a:lnTo>
                    <a:pt x="4941954" y="2714256"/>
                  </a:lnTo>
                  <a:lnTo>
                    <a:pt x="4870331" y="2717375"/>
                  </a:lnTo>
                  <a:lnTo>
                    <a:pt x="4798709" y="2720483"/>
                  </a:lnTo>
                  <a:lnTo>
                    <a:pt x="4727086" y="2723581"/>
                  </a:lnTo>
                  <a:lnTo>
                    <a:pt x="4655464" y="2726668"/>
                  </a:lnTo>
                  <a:lnTo>
                    <a:pt x="4583841" y="2729745"/>
                  </a:lnTo>
                  <a:lnTo>
                    <a:pt x="4512219" y="2732812"/>
                  </a:lnTo>
                  <a:lnTo>
                    <a:pt x="4440596" y="2735869"/>
                  </a:lnTo>
                  <a:lnTo>
                    <a:pt x="4368974" y="2738916"/>
                  </a:lnTo>
                  <a:lnTo>
                    <a:pt x="4297351" y="2741952"/>
                  </a:lnTo>
                  <a:lnTo>
                    <a:pt x="4225729" y="2744979"/>
                  </a:lnTo>
                  <a:lnTo>
                    <a:pt x="4154106" y="2747995"/>
                  </a:lnTo>
                  <a:lnTo>
                    <a:pt x="4082483" y="2751002"/>
                  </a:lnTo>
                  <a:lnTo>
                    <a:pt x="4010861" y="2753998"/>
                  </a:lnTo>
                  <a:lnTo>
                    <a:pt x="3939238" y="2756984"/>
                  </a:lnTo>
                  <a:lnTo>
                    <a:pt x="3867616" y="2759961"/>
                  </a:lnTo>
                  <a:lnTo>
                    <a:pt x="3795993" y="2762927"/>
                  </a:lnTo>
                  <a:lnTo>
                    <a:pt x="3724371" y="2765884"/>
                  </a:lnTo>
                  <a:lnTo>
                    <a:pt x="3652748" y="2768831"/>
                  </a:lnTo>
                  <a:lnTo>
                    <a:pt x="3581126" y="2771768"/>
                  </a:lnTo>
                  <a:lnTo>
                    <a:pt x="3509503" y="2774695"/>
                  </a:lnTo>
                  <a:lnTo>
                    <a:pt x="3437881" y="2777613"/>
                  </a:lnTo>
                  <a:lnTo>
                    <a:pt x="3366258" y="2780521"/>
                  </a:lnTo>
                  <a:lnTo>
                    <a:pt x="3294636" y="2786765"/>
                  </a:lnTo>
                  <a:lnTo>
                    <a:pt x="3223013" y="2810646"/>
                  </a:lnTo>
                  <a:lnTo>
                    <a:pt x="3151391" y="2833869"/>
                  </a:lnTo>
                  <a:lnTo>
                    <a:pt x="3079768" y="2856451"/>
                  </a:lnTo>
                  <a:lnTo>
                    <a:pt x="3008146" y="2878410"/>
                  </a:lnTo>
                  <a:lnTo>
                    <a:pt x="2936523" y="2899763"/>
                  </a:lnTo>
                  <a:lnTo>
                    <a:pt x="2864901" y="2920528"/>
                  </a:lnTo>
                  <a:lnTo>
                    <a:pt x="2793278" y="2940719"/>
                  </a:lnTo>
                  <a:lnTo>
                    <a:pt x="2721655" y="2960354"/>
                  </a:lnTo>
                  <a:lnTo>
                    <a:pt x="2650033" y="2979448"/>
                  </a:lnTo>
                  <a:lnTo>
                    <a:pt x="2578410" y="2998015"/>
                  </a:lnTo>
                  <a:lnTo>
                    <a:pt x="2506788" y="3016069"/>
                  </a:lnTo>
                  <a:lnTo>
                    <a:pt x="2435165" y="3033626"/>
                  </a:lnTo>
                  <a:lnTo>
                    <a:pt x="2363543" y="3050699"/>
                  </a:lnTo>
                  <a:lnTo>
                    <a:pt x="2291920" y="3067300"/>
                  </a:lnTo>
                  <a:lnTo>
                    <a:pt x="2220298" y="3083444"/>
                  </a:lnTo>
                  <a:lnTo>
                    <a:pt x="2148675" y="3099143"/>
                  </a:lnTo>
                  <a:lnTo>
                    <a:pt x="2077053" y="3114408"/>
                  </a:lnTo>
                  <a:lnTo>
                    <a:pt x="2005430" y="3129253"/>
                  </a:lnTo>
                  <a:lnTo>
                    <a:pt x="1933808" y="3143688"/>
                  </a:lnTo>
                  <a:lnTo>
                    <a:pt x="1862185" y="3157725"/>
                  </a:lnTo>
                  <a:lnTo>
                    <a:pt x="1790563" y="3171375"/>
                  </a:lnTo>
                  <a:lnTo>
                    <a:pt x="1718940" y="3184648"/>
                  </a:lnTo>
                  <a:lnTo>
                    <a:pt x="1647318" y="3197556"/>
                  </a:lnTo>
                  <a:lnTo>
                    <a:pt x="1575695" y="3210107"/>
                  </a:lnTo>
                  <a:lnTo>
                    <a:pt x="1504073" y="3222312"/>
                  </a:lnTo>
                  <a:lnTo>
                    <a:pt x="1432450" y="3234181"/>
                  </a:lnTo>
                  <a:lnTo>
                    <a:pt x="1360827" y="3245722"/>
                  </a:lnTo>
                  <a:lnTo>
                    <a:pt x="1289205" y="3256945"/>
                  </a:lnTo>
                  <a:lnTo>
                    <a:pt x="1217582" y="3267859"/>
                  </a:lnTo>
                  <a:lnTo>
                    <a:pt x="1145960" y="3278471"/>
                  </a:lnTo>
                  <a:lnTo>
                    <a:pt x="1074337" y="3288791"/>
                  </a:lnTo>
                  <a:lnTo>
                    <a:pt x="1002715" y="3298826"/>
                  </a:lnTo>
                  <a:lnTo>
                    <a:pt x="931092" y="3308584"/>
                  </a:lnTo>
                  <a:lnTo>
                    <a:pt x="859470" y="3318073"/>
                  </a:lnTo>
                  <a:lnTo>
                    <a:pt x="787847" y="3327301"/>
                  </a:lnTo>
                  <a:lnTo>
                    <a:pt x="716225" y="3336274"/>
                  </a:lnTo>
                  <a:lnTo>
                    <a:pt x="644602" y="3344999"/>
                  </a:lnTo>
                  <a:lnTo>
                    <a:pt x="572980" y="3353484"/>
                  </a:lnTo>
                  <a:lnTo>
                    <a:pt x="501357" y="3361735"/>
                  </a:lnTo>
                  <a:lnTo>
                    <a:pt x="429735" y="3369758"/>
                  </a:lnTo>
                  <a:lnTo>
                    <a:pt x="358112" y="3377560"/>
                  </a:lnTo>
                  <a:lnTo>
                    <a:pt x="286490" y="3385147"/>
                  </a:lnTo>
                  <a:lnTo>
                    <a:pt x="214867" y="3392525"/>
                  </a:lnTo>
                  <a:lnTo>
                    <a:pt x="143245" y="3399699"/>
                  </a:lnTo>
                  <a:lnTo>
                    <a:pt x="71622" y="3406675"/>
                  </a:lnTo>
                  <a:lnTo>
                    <a:pt x="0" y="341345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6980724" cy="2906828"/>
            </a:xfrm>
            <a:custGeom>
              <a:avLst/>
              <a:pathLst>
                <a:path w="6980724" h="2906828">
                  <a:moveTo>
                    <a:pt x="0" y="2906828"/>
                  </a:moveTo>
                  <a:lnTo>
                    <a:pt x="71622" y="2904341"/>
                  </a:lnTo>
                  <a:lnTo>
                    <a:pt x="143245" y="2901846"/>
                  </a:lnTo>
                  <a:lnTo>
                    <a:pt x="214867" y="2899343"/>
                  </a:lnTo>
                  <a:lnTo>
                    <a:pt x="286490" y="2896831"/>
                  </a:lnTo>
                  <a:lnTo>
                    <a:pt x="358112" y="2894311"/>
                  </a:lnTo>
                  <a:lnTo>
                    <a:pt x="429735" y="2891782"/>
                  </a:lnTo>
                  <a:lnTo>
                    <a:pt x="501357" y="2889246"/>
                  </a:lnTo>
                  <a:lnTo>
                    <a:pt x="572980" y="2886700"/>
                  </a:lnTo>
                  <a:lnTo>
                    <a:pt x="644602" y="2884146"/>
                  </a:lnTo>
                  <a:lnTo>
                    <a:pt x="716225" y="2881584"/>
                  </a:lnTo>
                  <a:lnTo>
                    <a:pt x="787847" y="2879013"/>
                  </a:lnTo>
                  <a:lnTo>
                    <a:pt x="859470" y="2876433"/>
                  </a:lnTo>
                  <a:lnTo>
                    <a:pt x="931092" y="2873845"/>
                  </a:lnTo>
                  <a:lnTo>
                    <a:pt x="1002715" y="2871249"/>
                  </a:lnTo>
                  <a:lnTo>
                    <a:pt x="1074337" y="2868643"/>
                  </a:lnTo>
                  <a:lnTo>
                    <a:pt x="1145960" y="2866029"/>
                  </a:lnTo>
                  <a:lnTo>
                    <a:pt x="1217582" y="2863406"/>
                  </a:lnTo>
                  <a:lnTo>
                    <a:pt x="1289205" y="2860775"/>
                  </a:lnTo>
                  <a:lnTo>
                    <a:pt x="1360827" y="2858134"/>
                  </a:lnTo>
                  <a:lnTo>
                    <a:pt x="1432450" y="2855485"/>
                  </a:lnTo>
                  <a:lnTo>
                    <a:pt x="1504073" y="2852827"/>
                  </a:lnTo>
                  <a:lnTo>
                    <a:pt x="1575695" y="2850160"/>
                  </a:lnTo>
                  <a:lnTo>
                    <a:pt x="1647318" y="2847485"/>
                  </a:lnTo>
                  <a:lnTo>
                    <a:pt x="1718940" y="2844800"/>
                  </a:lnTo>
                  <a:lnTo>
                    <a:pt x="1790563" y="2842106"/>
                  </a:lnTo>
                  <a:lnTo>
                    <a:pt x="1862185" y="2839404"/>
                  </a:lnTo>
                  <a:lnTo>
                    <a:pt x="1933808" y="2836692"/>
                  </a:lnTo>
                  <a:lnTo>
                    <a:pt x="2005430" y="2833972"/>
                  </a:lnTo>
                  <a:lnTo>
                    <a:pt x="2077053" y="2831242"/>
                  </a:lnTo>
                  <a:lnTo>
                    <a:pt x="2148675" y="2828503"/>
                  </a:lnTo>
                  <a:lnTo>
                    <a:pt x="2220298" y="2825755"/>
                  </a:lnTo>
                  <a:lnTo>
                    <a:pt x="2291920" y="2822998"/>
                  </a:lnTo>
                  <a:lnTo>
                    <a:pt x="2363543" y="2820232"/>
                  </a:lnTo>
                  <a:lnTo>
                    <a:pt x="2435165" y="2817456"/>
                  </a:lnTo>
                  <a:lnTo>
                    <a:pt x="2506788" y="2814671"/>
                  </a:lnTo>
                  <a:lnTo>
                    <a:pt x="2578410" y="2811877"/>
                  </a:lnTo>
                  <a:lnTo>
                    <a:pt x="2650033" y="2809074"/>
                  </a:lnTo>
                  <a:lnTo>
                    <a:pt x="2721655" y="2806261"/>
                  </a:lnTo>
                  <a:lnTo>
                    <a:pt x="2793278" y="2803439"/>
                  </a:lnTo>
                  <a:lnTo>
                    <a:pt x="2864901" y="2800608"/>
                  </a:lnTo>
                  <a:lnTo>
                    <a:pt x="2936523" y="2797767"/>
                  </a:lnTo>
                  <a:lnTo>
                    <a:pt x="3008146" y="2794916"/>
                  </a:lnTo>
                  <a:lnTo>
                    <a:pt x="3079768" y="2792056"/>
                  </a:lnTo>
                  <a:lnTo>
                    <a:pt x="3151391" y="2789187"/>
                  </a:lnTo>
                  <a:lnTo>
                    <a:pt x="3223013" y="2786308"/>
                  </a:lnTo>
                  <a:lnTo>
                    <a:pt x="3294636" y="2783419"/>
                  </a:lnTo>
                  <a:lnTo>
                    <a:pt x="3366258" y="2762207"/>
                  </a:lnTo>
                  <a:lnTo>
                    <a:pt x="3437881" y="2736952"/>
                  </a:lnTo>
                  <a:lnTo>
                    <a:pt x="3509503" y="2710981"/>
                  </a:lnTo>
                  <a:lnTo>
                    <a:pt x="3581126" y="2684273"/>
                  </a:lnTo>
                  <a:lnTo>
                    <a:pt x="3652748" y="2656808"/>
                  </a:lnTo>
                  <a:lnTo>
                    <a:pt x="3724371" y="2628564"/>
                  </a:lnTo>
                  <a:lnTo>
                    <a:pt x="3795993" y="2599518"/>
                  </a:lnTo>
                  <a:lnTo>
                    <a:pt x="3867616" y="2569649"/>
                  </a:lnTo>
                  <a:lnTo>
                    <a:pt x="3939238" y="2538933"/>
                  </a:lnTo>
                  <a:lnTo>
                    <a:pt x="4010861" y="2507346"/>
                  </a:lnTo>
                  <a:lnTo>
                    <a:pt x="4082483" y="2474862"/>
                  </a:lnTo>
                  <a:lnTo>
                    <a:pt x="4154106" y="2441458"/>
                  </a:lnTo>
                  <a:lnTo>
                    <a:pt x="4225729" y="2407106"/>
                  </a:lnTo>
                  <a:lnTo>
                    <a:pt x="4297351" y="2371779"/>
                  </a:lnTo>
                  <a:lnTo>
                    <a:pt x="4368974" y="2335451"/>
                  </a:lnTo>
                  <a:lnTo>
                    <a:pt x="4440596" y="2298092"/>
                  </a:lnTo>
                  <a:lnTo>
                    <a:pt x="4512219" y="2259674"/>
                  </a:lnTo>
                  <a:lnTo>
                    <a:pt x="4583841" y="2220166"/>
                  </a:lnTo>
                  <a:lnTo>
                    <a:pt x="4655464" y="2179538"/>
                  </a:lnTo>
                  <a:lnTo>
                    <a:pt x="4727086" y="2137757"/>
                  </a:lnTo>
                  <a:lnTo>
                    <a:pt x="4798709" y="2094791"/>
                  </a:lnTo>
                  <a:lnTo>
                    <a:pt x="4870331" y="2050607"/>
                  </a:lnTo>
                  <a:lnTo>
                    <a:pt x="4941954" y="2005170"/>
                  </a:lnTo>
                  <a:lnTo>
                    <a:pt x="5013576" y="1958443"/>
                  </a:lnTo>
                  <a:lnTo>
                    <a:pt x="5085199" y="1910392"/>
                  </a:lnTo>
                  <a:lnTo>
                    <a:pt x="5156821" y="1860978"/>
                  </a:lnTo>
                  <a:lnTo>
                    <a:pt x="5228444" y="1810162"/>
                  </a:lnTo>
                  <a:lnTo>
                    <a:pt x="5300066" y="1757905"/>
                  </a:lnTo>
                  <a:lnTo>
                    <a:pt x="5371689" y="1704165"/>
                  </a:lnTo>
                  <a:lnTo>
                    <a:pt x="5443311" y="1648902"/>
                  </a:lnTo>
                  <a:lnTo>
                    <a:pt x="5514934" y="1592071"/>
                  </a:lnTo>
                  <a:lnTo>
                    <a:pt x="5586557" y="1533629"/>
                  </a:lnTo>
                  <a:lnTo>
                    <a:pt x="5658179" y="1473528"/>
                  </a:lnTo>
                  <a:lnTo>
                    <a:pt x="5729802" y="1411723"/>
                  </a:lnTo>
                  <a:lnTo>
                    <a:pt x="5801424" y="1348166"/>
                  </a:lnTo>
                  <a:lnTo>
                    <a:pt x="5873047" y="1282805"/>
                  </a:lnTo>
                  <a:lnTo>
                    <a:pt x="5944669" y="1215591"/>
                  </a:lnTo>
                  <a:lnTo>
                    <a:pt x="6016292" y="1146471"/>
                  </a:lnTo>
                  <a:lnTo>
                    <a:pt x="6087914" y="1075390"/>
                  </a:lnTo>
                  <a:lnTo>
                    <a:pt x="6159537" y="1002293"/>
                  </a:lnTo>
                  <a:lnTo>
                    <a:pt x="6231159" y="927123"/>
                  </a:lnTo>
                  <a:lnTo>
                    <a:pt x="6302782" y="849820"/>
                  </a:lnTo>
                  <a:lnTo>
                    <a:pt x="6374404" y="770326"/>
                  </a:lnTo>
                  <a:lnTo>
                    <a:pt x="6446027" y="688577"/>
                  </a:lnTo>
                  <a:lnTo>
                    <a:pt x="6517649" y="604509"/>
                  </a:lnTo>
                  <a:lnTo>
                    <a:pt x="6589272" y="518056"/>
                  </a:lnTo>
                  <a:lnTo>
                    <a:pt x="6660894" y="429152"/>
                  </a:lnTo>
                  <a:lnTo>
                    <a:pt x="6732517" y="337726"/>
                  </a:lnTo>
                  <a:lnTo>
                    <a:pt x="6804139" y="243708"/>
                  </a:lnTo>
                  <a:lnTo>
                    <a:pt x="6875762" y="147022"/>
                  </a:lnTo>
                  <a:lnTo>
                    <a:pt x="6947385" y="47595"/>
                  </a:lnTo>
                  <a:lnTo>
                    <a:pt x="698072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512271"/>
              <a:ext cx="7090630" cy="797751"/>
            </a:xfrm>
            <a:custGeom>
              <a:avLst/>
              <a:pathLst>
                <a:path w="7090630" h="797751">
                  <a:moveTo>
                    <a:pt x="7090630" y="0"/>
                  </a:moveTo>
                  <a:lnTo>
                    <a:pt x="7019007" y="3445"/>
                  </a:lnTo>
                  <a:lnTo>
                    <a:pt x="6947385" y="6880"/>
                  </a:lnTo>
                  <a:lnTo>
                    <a:pt x="6875762" y="10303"/>
                  </a:lnTo>
                  <a:lnTo>
                    <a:pt x="6804139" y="13715"/>
                  </a:lnTo>
                  <a:lnTo>
                    <a:pt x="6732517" y="17115"/>
                  </a:lnTo>
                  <a:lnTo>
                    <a:pt x="6660894" y="20504"/>
                  </a:lnTo>
                  <a:lnTo>
                    <a:pt x="6589272" y="23882"/>
                  </a:lnTo>
                  <a:lnTo>
                    <a:pt x="6517649" y="27249"/>
                  </a:lnTo>
                  <a:lnTo>
                    <a:pt x="6446027" y="30604"/>
                  </a:lnTo>
                  <a:lnTo>
                    <a:pt x="6374404" y="33948"/>
                  </a:lnTo>
                  <a:lnTo>
                    <a:pt x="6302782" y="37282"/>
                  </a:lnTo>
                  <a:lnTo>
                    <a:pt x="6231159" y="40604"/>
                  </a:lnTo>
                  <a:lnTo>
                    <a:pt x="6159537" y="43915"/>
                  </a:lnTo>
                  <a:lnTo>
                    <a:pt x="6087914" y="47215"/>
                  </a:lnTo>
                  <a:lnTo>
                    <a:pt x="6016292" y="50504"/>
                  </a:lnTo>
                  <a:lnTo>
                    <a:pt x="5944669" y="53782"/>
                  </a:lnTo>
                  <a:lnTo>
                    <a:pt x="5873047" y="57049"/>
                  </a:lnTo>
                  <a:lnTo>
                    <a:pt x="5801424" y="60306"/>
                  </a:lnTo>
                  <a:lnTo>
                    <a:pt x="5729802" y="63551"/>
                  </a:lnTo>
                  <a:lnTo>
                    <a:pt x="5658179" y="66786"/>
                  </a:lnTo>
                  <a:lnTo>
                    <a:pt x="5586557" y="70010"/>
                  </a:lnTo>
                  <a:lnTo>
                    <a:pt x="5514934" y="73223"/>
                  </a:lnTo>
                  <a:lnTo>
                    <a:pt x="5443311" y="76426"/>
                  </a:lnTo>
                  <a:lnTo>
                    <a:pt x="5371689" y="79618"/>
                  </a:lnTo>
                  <a:lnTo>
                    <a:pt x="5300066" y="82799"/>
                  </a:lnTo>
                  <a:lnTo>
                    <a:pt x="5228444" y="85970"/>
                  </a:lnTo>
                  <a:lnTo>
                    <a:pt x="5156821" y="89130"/>
                  </a:lnTo>
                  <a:lnTo>
                    <a:pt x="5085199" y="92280"/>
                  </a:lnTo>
                  <a:lnTo>
                    <a:pt x="5013576" y="95419"/>
                  </a:lnTo>
                  <a:lnTo>
                    <a:pt x="4941954" y="98548"/>
                  </a:lnTo>
                  <a:lnTo>
                    <a:pt x="4870331" y="101667"/>
                  </a:lnTo>
                  <a:lnTo>
                    <a:pt x="4798709" y="104775"/>
                  </a:lnTo>
                  <a:lnTo>
                    <a:pt x="4727086" y="107873"/>
                  </a:lnTo>
                  <a:lnTo>
                    <a:pt x="4655464" y="110960"/>
                  </a:lnTo>
                  <a:lnTo>
                    <a:pt x="4583841" y="114037"/>
                  </a:lnTo>
                  <a:lnTo>
                    <a:pt x="4512219" y="117104"/>
                  </a:lnTo>
                  <a:lnTo>
                    <a:pt x="4440596" y="120161"/>
                  </a:lnTo>
                  <a:lnTo>
                    <a:pt x="4368974" y="123208"/>
                  </a:lnTo>
                  <a:lnTo>
                    <a:pt x="4297351" y="126244"/>
                  </a:lnTo>
                  <a:lnTo>
                    <a:pt x="4225729" y="129271"/>
                  </a:lnTo>
                  <a:lnTo>
                    <a:pt x="4154106" y="132287"/>
                  </a:lnTo>
                  <a:lnTo>
                    <a:pt x="4082483" y="135294"/>
                  </a:lnTo>
                  <a:lnTo>
                    <a:pt x="4010861" y="138290"/>
                  </a:lnTo>
                  <a:lnTo>
                    <a:pt x="3939238" y="141276"/>
                  </a:lnTo>
                  <a:lnTo>
                    <a:pt x="3867616" y="144253"/>
                  </a:lnTo>
                  <a:lnTo>
                    <a:pt x="3795993" y="147219"/>
                  </a:lnTo>
                  <a:lnTo>
                    <a:pt x="3724371" y="150176"/>
                  </a:lnTo>
                  <a:lnTo>
                    <a:pt x="3652748" y="153123"/>
                  </a:lnTo>
                  <a:lnTo>
                    <a:pt x="3581126" y="156060"/>
                  </a:lnTo>
                  <a:lnTo>
                    <a:pt x="3509503" y="158987"/>
                  </a:lnTo>
                  <a:lnTo>
                    <a:pt x="3437881" y="161905"/>
                  </a:lnTo>
                  <a:lnTo>
                    <a:pt x="3366258" y="164813"/>
                  </a:lnTo>
                  <a:lnTo>
                    <a:pt x="3294636" y="171057"/>
                  </a:lnTo>
                  <a:lnTo>
                    <a:pt x="3223013" y="194938"/>
                  </a:lnTo>
                  <a:lnTo>
                    <a:pt x="3151391" y="218161"/>
                  </a:lnTo>
                  <a:lnTo>
                    <a:pt x="3079768" y="240743"/>
                  </a:lnTo>
                  <a:lnTo>
                    <a:pt x="3008146" y="262702"/>
                  </a:lnTo>
                  <a:lnTo>
                    <a:pt x="2936523" y="284055"/>
                  </a:lnTo>
                  <a:lnTo>
                    <a:pt x="2864901" y="304820"/>
                  </a:lnTo>
                  <a:lnTo>
                    <a:pt x="2793278" y="325011"/>
                  </a:lnTo>
                  <a:lnTo>
                    <a:pt x="2721655" y="344646"/>
                  </a:lnTo>
                  <a:lnTo>
                    <a:pt x="2650033" y="363740"/>
                  </a:lnTo>
                  <a:lnTo>
                    <a:pt x="2578410" y="382307"/>
                  </a:lnTo>
                  <a:lnTo>
                    <a:pt x="2506788" y="400361"/>
                  </a:lnTo>
                  <a:lnTo>
                    <a:pt x="2435165" y="417918"/>
                  </a:lnTo>
                  <a:lnTo>
                    <a:pt x="2363543" y="434991"/>
                  </a:lnTo>
                  <a:lnTo>
                    <a:pt x="2291920" y="451592"/>
                  </a:lnTo>
                  <a:lnTo>
                    <a:pt x="2220298" y="467736"/>
                  </a:lnTo>
                  <a:lnTo>
                    <a:pt x="2148675" y="483435"/>
                  </a:lnTo>
                  <a:lnTo>
                    <a:pt x="2077053" y="498700"/>
                  </a:lnTo>
                  <a:lnTo>
                    <a:pt x="2005430" y="513545"/>
                  </a:lnTo>
                  <a:lnTo>
                    <a:pt x="1933808" y="527980"/>
                  </a:lnTo>
                  <a:lnTo>
                    <a:pt x="1862185" y="542017"/>
                  </a:lnTo>
                  <a:lnTo>
                    <a:pt x="1790563" y="555667"/>
                  </a:lnTo>
                  <a:lnTo>
                    <a:pt x="1718940" y="568940"/>
                  </a:lnTo>
                  <a:lnTo>
                    <a:pt x="1647318" y="581848"/>
                  </a:lnTo>
                  <a:lnTo>
                    <a:pt x="1575695" y="594399"/>
                  </a:lnTo>
                  <a:lnTo>
                    <a:pt x="1504073" y="606604"/>
                  </a:lnTo>
                  <a:lnTo>
                    <a:pt x="1432450" y="618473"/>
                  </a:lnTo>
                  <a:lnTo>
                    <a:pt x="1360827" y="630014"/>
                  </a:lnTo>
                  <a:lnTo>
                    <a:pt x="1289205" y="641237"/>
                  </a:lnTo>
                  <a:lnTo>
                    <a:pt x="1217582" y="652151"/>
                  </a:lnTo>
                  <a:lnTo>
                    <a:pt x="1145960" y="662763"/>
                  </a:lnTo>
                  <a:lnTo>
                    <a:pt x="1074337" y="673083"/>
                  </a:lnTo>
                  <a:lnTo>
                    <a:pt x="1002715" y="683118"/>
                  </a:lnTo>
                  <a:lnTo>
                    <a:pt x="931092" y="692876"/>
                  </a:lnTo>
                  <a:lnTo>
                    <a:pt x="859470" y="702365"/>
                  </a:lnTo>
                  <a:lnTo>
                    <a:pt x="787847" y="711593"/>
                  </a:lnTo>
                  <a:lnTo>
                    <a:pt x="716225" y="720566"/>
                  </a:lnTo>
                  <a:lnTo>
                    <a:pt x="644602" y="729291"/>
                  </a:lnTo>
                  <a:lnTo>
                    <a:pt x="572980" y="737776"/>
                  </a:lnTo>
                  <a:lnTo>
                    <a:pt x="501357" y="746027"/>
                  </a:lnTo>
                  <a:lnTo>
                    <a:pt x="429735" y="754050"/>
                  </a:lnTo>
                  <a:lnTo>
                    <a:pt x="358112" y="761852"/>
                  </a:lnTo>
                  <a:lnTo>
                    <a:pt x="286490" y="769439"/>
                  </a:lnTo>
                  <a:lnTo>
                    <a:pt x="214867" y="776817"/>
                  </a:lnTo>
                  <a:lnTo>
                    <a:pt x="143245" y="783991"/>
                  </a:lnTo>
                  <a:lnTo>
                    <a:pt x="71622" y="790967"/>
                  </a:lnTo>
                  <a:lnTo>
                    <a:pt x="0" y="79775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560926"/>
              <a:ext cx="7090630" cy="1565921"/>
            </a:xfrm>
            <a:custGeom>
              <a:avLst/>
              <a:pathLst>
                <a:path w="7090630" h="1565921">
                  <a:moveTo>
                    <a:pt x="0" y="1565921"/>
                  </a:moveTo>
                  <a:lnTo>
                    <a:pt x="71622" y="1559260"/>
                  </a:lnTo>
                  <a:lnTo>
                    <a:pt x="143245" y="1552493"/>
                  </a:lnTo>
                  <a:lnTo>
                    <a:pt x="214867" y="1545620"/>
                  </a:lnTo>
                  <a:lnTo>
                    <a:pt x="286490" y="1538639"/>
                  </a:lnTo>
                  <a:lnTo>
                    <a:pt x="358112" y="1531548"/>
                  </a:lnTo>
                  <a:lnTo>
                    <a:pt x="429735" y="1524345"/>
                  </a:lnTo>
                  <a:lnTo>
                    <a:pt x="501357" y="1517028"/>
                  </a:lnTo>
                  <a:lnTo>
                    <a:pt x="572980" y="1509595"/>
                  </a:lnTo>
                  <a:lnTo>
                    <a:pt x="644602" y="1502046"/>
                  </a:lnTo>
                  <a:lnTo>
                    <a:pt x="716225" y="1494378"/>
                  </a:lnTo>
                  <a:lnTo>
                    <a:pt x="787847" y="1486588"/>
                  </a:lnTo>
                  <a:lnTo>
                    <a:pt x="859470" y="1478676"/>
                  </a:lnTo>
                  <a:lnTo>
                    <a:pt x="931092" y="1470639"/>
                  </a:lnTo>
                  <a:lnTo>
                    <a:pt x="1002715" y="1462475"/>
                  </a:lnTo>
                  <a:lnTo>
                    <a:pt x="1074337" y="1454182"/>
                  </a:lnTo>
                  <a:lnTo>
                    <a:pt x="1145960" y="1445759"/>
                  </a:lnTo>
                  <a:lnTo>
                    <a:pt x="1217582" y="1437203"/>
                  </a:lnTo>
                  <a:lnTo>
                    <a:pt x="1289205" y="1428511"/>
                  </a:lnTo>
                  <a:lnTo>
                    <a:pt x="1360827" y="1419683"/>
                  </a:lnTo>
                  <a:lnTo>
                    <a:pt x="1432450" y="1410716"/>
                  </a:lnTo>
                  <a:lnTo>
                    <a:pt x="1504073" y="1401607"/>
                  </a:lnTo>
                  <a:lnTo>
                    <a:pt x="1575695" y="1392354"/>
                  </a:lnTo>
                  <a:lnTo>
                    <a:pt x="1647318" y="1382956"/>
                  </a:lnTo>
                  <a:lnTo>
                    <a:pt x="1718940" y="1373409"/>
                  </a:lnTo>
                  <a:lnTo>
                    <a:pt x="1790563" y="1363712"/>
                  </a:lnTo>
                  <a:lnTo>
                    <a:pt x="1862185" y="1353861"/>
                  </a:lnTo>
                  <a:lnTo>
                    <a:pt x="1933808" y="1343856"/>
                  </a:lnTo>
                  <a:lnTo>
                    <a:pt x="2005430" y="1333693"/>
                  </a:lnTo>
                  <a:lnTo>
                    <a:pt x="2077053" y="1323369"/>
                  </a:lnTo>
                  <a:lnTo>
                    <a:pt x="2148675" y="1312882"/>
                  </a:lnTo>
                  <a:lnTo>
                    <a:pt x="2220298" y="1302231"/>
                  </a:lnTo>
                  <a:lnTo>
                    <a:pt x="2291920" y="1291411"/>
                  </a:lnTo>
                  <a:lnTo>
                    <a:pt x="2363543" y="1280420"/>
                  </a:lnTo>
                  <a:lnTo>
                    <a:pt x="2435165" y="1269256"/>
                  </a:lnTo>
                  <a:lnTo>
                    <a:pt x="2506788" y="1257916"/>
                  </a:lnTo>
                  <a:lnTo>
                    <a:pt x="2578410" y="1246398"/>
                  </a:lnTo>
                  <a:lnTo>
                    <a:pt x="2650033" y="1234697"/>
                  </a:lnTo>
                  <a:lnTo>
                    <a:pt x="2721655" y="1222812"/>
                  </a:lnTo>
                  <a:lnTo>
                    <a:pt x="2793278" y="1210740"/>
                  </a:lnTo>
                  <a:lnTo>
                    <a:pt x="2864901" y="1198477"/>
                  </a:lnTo>
                  <a:lnTo>
                    <a:pt x="2936523" y="1186021"/>
                  </a:lnTo>
                  <a:lnTo>
                    <a:pt x="3008146" y="1173368"/>
                  </a:lnTo>
                  <a:lnTo>
                    <a:pt x="3079768" y="1160516"/>
                  </a:lnTo>
                  <a:lnTo>
                    <a:pt x="3151391" y="1147461"/>
                  </a:lnTo>
                  <a:lnTo>
                    <a:pt x="3223013" y="1134201"/>
                  </a:lnTo>
                  <a:lnTo>
                    <a:pt x="3294636" y="1120731"/>
                  </a:lnTo>
                  <a:lnTo>
                    <a:pt x="3366258" y="1107048"/>
                  </a:lnTo>
                  <a:lnTo>
                    <a:pt x="3437881" y="1093150"/>
                  </a:lnTo>
                  <a:lnTo>
                    <a:pt x="3509503" y="1079033"/>
                  </a:lnTo>
                  <a:lnTo>
                    <a:pt x="3581126" y="1064693"/>
                  </a:lnTo>
                  <a:lnTo>
                    <a:pt x="3652748" y="1050127"/>
                  </a:lnTo>
                  <a:lnTo>
                    <a:pt x="3724371" y="1035331"/>
                  </a:lnTo>
                  <a:lnTo>
                    <a:pt x="3795993" y="1020302"/>
                  </a:lnTo>
                  <a:lnTo>
                    <a:pt x="3867616" y="1005036"/>
                  </a:lnTo>
                  <a:lnTo>
                    <a:pt x="3939238" y="989529"/>
                  </a:lnTo>
                  <a:lnTo>
                    <a:pt x="4010861" y="973777"/>
                  </a:lnTo>
                  <a:lnTo>
                    <a:pt x="4082483" y="957777"/>
                  </a:lnTo>
                  <a:lnTo>
                    <a:pt x="4154106" y="941525"/>
                  </a:lnTo>
                  <a:lnTo>
                    <a:pt x="4225729" y="925016"/>
                  </a:lnTo>
                  <a:lnTo>
                    <a:pt x="4297351" y="908247"/>
                  </a:lnTo>
                  <a:lnTo>
                    <a:pt x="4368974" y="891214"/>
                  </a:lnTo>
                  <a:lnTo>
                    <a:pt x="4440596" y="873912"/>
                  </a:lnTo>
                  <a:lnTo>
                    <a:pt x="4512219" y="856337"/>
                  </a:lnTo>
                  <a:lnTo>
                    <a:pt x="4583841" y="838484"/>
                  </a:lnTo>
                  <a:lnTo>
                    <a:pt x="4655464" y="820351"/>
                  </a:lnTo>
                  <a:lnTo>
                    <a:pt x="4727086" y="801931"/>
                  </a:lnTo>
                  <a:lnTo>
                    <a:pt x="4798709" y="783221"/>
                  </a:lnTo>
                  <a:lnTo>
                    <a:pt x="4870331" y="764216"/>
                  </a:lnTo>
                  <a:lnTo>
                    <a:pt x="4941954" y="744910"/>
                  </a:lnTo>
                  <a:lnTo>
                    <a:pt x="5013576" y="725301"/>
                  </a:lnTo>
                  <a:lnTo>
                    <a:pt x="5085199" y="705382"/>
                  </a:lnTo>
                  <a:lnTo>
                    <a:pt x="5156821" y="685149"/>
                  </a:lnTo>
                  <a:lnTo>
                    <a:pt x="5228444" y="664597"/>
                  </a:lnTo>
                  <a:lnTo>
                    <a:pt x="5300066" y="643721"/>
                  </a:lnTo>
                  <a:lnTo>
                    <a:pt x="5371689" y="622516"/>
                  </a:lnTo>
                  <a:lnTo>
                    <a:pt x="5443311" y="600976"/>
                  </a:lnTo>
                  <a:lnTo>
                    <a:pt x="5514934" y="579097"/>
                  </a:lnTo>
                  <a:lnTo>
                    <a:pt x="5586557" y="556872"/>
                  </a:lnTo>
                  <a:lnTo>
                    <a:pt x="5658179" y="534297"/>
                  </a:lnTo>
                  <a:lnTo>
                    <a:pt x="5729802" y="511366"/>
                  </a:lnTo>
                  <a:lnTo>
                    <a:pt x="5801424" y="488073"/>
                  </a:lnTo>
                  <a:lnTo>
                    <a:pt x="5873047" y="464413"/>
                  </a:lnTo>
                  <a:lnTo>
                    <a:pt x="5944669" y="440380"/>
                  </a:lnTo>
                  <a:lnTo>
                    <a:pt x="6016292" y="415967"/>
                  </a:lnTo>
                  <a:lnTo>
                    <a:pt x="6087914" y="391170"/>
                  </a:lnTo>
                  <a:lnTo>
                    <a:pt x="6159537" y="365982"/>
                  </a:lnTo>
                  <a:lnTo>
                    <a:pt x="6231159" y="340396"/>
                  </a:lnTo>
                  <a:lnTo>
                    <a:pt x="6302782" y="314407"/>
                  </a:lnTo>
                  <a:lnTo>
                    <a:pt x="6374404" y="288008"/>
                  </a:lnTo>
                  <a:lnTo>
                    <a:pt x="6446027" y="261192"/>
                  </a:lnTo>
                  <a:lnTo>
                    <a:pt x="6517649" y="233954"/>
                  </a:lnTo>
                  <a:lnTo>
                    <a:pt x="6589272" y="206286"/>
                  </a:lnTo>
                  <a:lnTo>
                    <a:pt x="6660894" y="178182"/>
                  </a:lnTo>
                  <a:lnTo>
                    <a:pt x="6732517" y="149634"/>
                  </a:lnTo>
                  <a:lnTo>
                    <a:pt x="6804139" y="120636"/>
                  </a:lnTo>
                  <a:lnTo>
                    <a:pt x="6875762" y="91181"/>
                  </a:lnTo>
                  <a:lnTo>
                    <a:pt x="6947385" y="61262"/>
                  </a:lnTo>
                  <a:lnTo>
                    <a:pt x="7019007" y="30870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7789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953669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557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1495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223479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2026-09-28T17:00:31Z</dcterms:modified>
  <cp:category/>
</cp:coreProperties>
</file>