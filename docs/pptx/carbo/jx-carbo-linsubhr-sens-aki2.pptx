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(1.02-1.41), p_Bonf = 0.174 (n = 6)  |  per IQR decline (Δ = 0.28): 1.66 (1.05-2.61)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2026-07-07T08:49:21Z</dcterms:modified>
  <cp:category/>
</cp:coreProperties>
</file>