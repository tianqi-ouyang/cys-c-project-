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4267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2780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82882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2984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30866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7729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7831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67933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380356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235312" y="2374002"/>
              <a:ext cx="6964104" cy="964303"/>
            </a:xfrm>
            <a:custGeom>
              <a:avLst/>
              <a:pathLst>
                <a:path w="6964104" h="964303">
                  <a:moveTo>
                    <a:pt x="0" y="0"/>
                  </a:moveTo>
                  <a:lnTo>
                    <a:pt x="70344" y="28687"/>
                  </a:lnTo>
                  <a:lnTo>
                    <a:pt x="140688" y="56574"/>
                  </a:lnTo>
                  <a:lnTo>
                    <a:pt x="211033" y="83680"/>
                  </a:lnTo>
                  <a:lnTo>
                    <a:pt x="281377" y="110029"/>
                  </a:lnTo>
                  <a:lnTo>
                    <a:pt x="351722" y="135641"/>
                  </a:lnTo>
                  <a:lnTo>
                    <a:pt x="422066" y="160538"/>
                  </a:lnTo>
                  <a:lnTo>
                    <a:pt x="492411" y="184738"/>
                  </a:lnTo>
                  <a:lnTo>
                    <a:pt x="562755" y="208262"/>
                  </a:lnTo>
                  <a:lnTo>
                    <a:pt x="633100" y="231128"/>
                  </a:lnTo>
                  <a:lnTo>
                    <a:pt x="703444" y="253356"/>
                  </a:lnTo>
                  <a:lnTo>
                    <a:pt x="773789" y="274961"/>
                  </a:lnTo>
                  <a:lnTo>
                    <a:pt x="844133" y="295963"/>
                  </a:lnTo>
                  <a:lnTo>
                    <a:pt x="914478" y="316378"/>
                  </a:lnTo>
                  <a:lnTo>
                    <a:pt x="984822" y="336223"/>
                  </a:lnTo>
                  <a:lnTo>
                    <a:pt x="1055167" y="355512"/>
                  </a:lnTo>
                  <a:lnTo>
                    <a:pt x="1125511" y="374262"/>
                  </a:lnTo>
                  <a:lnTo>
                    <a:pt x="1195856" y="392489"/>
                  </a:lnTo>
                  <a:lnTo>
                    <a:pt x="1266200" y="410205"/>
                  </a:lnTo>
                  <a:lnTo>
                    <a:pt x="1336545" y="427427"/>
                  </a:lnTo>
                  <a:lnTo>
                    <a:pt x="1406889" y="444167"/>
                  </a:lnTo>
                  <a:lnTo>
                    <a:pt x="1477234" y="460439"/>
                  </a:lnTo>
                  <a:lnTo>
                    <a:pt x="1547578" y="476256"/>
                  </a:lnTo>
                  <a:lnTo>
                    <a:pt x="1617923" y="491631"/>
                  </a:lnTo>
                  <a:lnTo>
                    <a:pt x="1688267" y="506577"/>
                  </a:lnTo>
                  <a:lnTo>
                    <a:pt x="1758612" y="521104"/>
                  </a:lnTo>
                  <a:lnTo>
                    <a:pt x="1828956" y="535226"/>
                  </a:lnTo>
                  <a:lnTo>
                    <a:pt x="1899301" y="548953"/>
                  </a:lnTo>
                  <a:lnTo>
                    <a:pt x="1969645" y="562296"/>
                  </a:lnTo>
                  <a:lnTo>
                    <a:pt x="2039990" y="575266"/>
                  </a:lnTo>
                  <a:lnTo>
                    <a:pt x="2110334" y="587873"/>
                  </a:lnTo>
                  <a:lnTo>
                    <a:pt x="2180679" y="600128"/>
                  </a:lnTo>
                  <a:lnTo>
                    <a:pt x="2251023" y="612041"/>
                  </a:lnTo>
                  <a:lnTo>
                    <a:pt x="2321368" y="623621"/>
                  </a:lnTo>
                  <a:lnTo>
                    <a:pt x="2391712" y="634876"/>
                  </a:lnTo>
                  <a:lnTo>
                    <a:pt x="2462057" y="645818"/>
                  </a:lnTo>
                  <a:lnTo>
                    <a:pt x="2532401" y="656453"/>
                  </a:lnTo>
                  <a:lnTo>
                    <a:pt x="2602746" y="666791"/>
                  </a:lnTo>
                  <a:lnTo>
                    <a:pt x="2673090" y="676840"/>
                  </a:lnTo>
                  <a:lnTo>
                    <a:pt x="2743435" y="686608"/>
                  </a:lnTo>
                  <a:lnTo>
                    <a:pt x="2813779" y="696104"/>
                  </a:lnTo>
                  <a:lnTo>
                    <a:pt x="2884124" y="705333"/>
                  </a:lnTo>
                  <a:lnTo>
                    <a:pt x="2954468" y="714305"/>
                  </a:lnTo>
                  <a:lnTo>
                    <a:pt x="3024813" y="723026"/>
                  </a:lnTo>
                  <a:lnTo>
                    <a:pt x="3095157" y="727205"/>
                  </a:lnTo>
                  <a:lnTo>
                    <a:pt x="3165502" y="727664"/>
                  </a:lnTo>
                  <a:lnTo>
                    <a:pt x="3235846" y="728122"/>
                  </a:lnTo>
                  <a:lnTo>
                    <a:pt x="3306191" y="728579"/>
                  </a:lnTo>
                  <a:lnTo>
                    <a:pt x="3376535" y="729035"/>
                  </a:lnTo>
                  <a:lnTo>
                    <a:pt x="3446880" y="729491"/>
                  </a:lnTo>
                  <a:lnTo>
                    <a:pt x="3517224" y="729946"/>
                  </a:lnTo>
                  <a:lnTo>
                    <a:pt x="3587569" y="730401"/>
                  </a:lnTo>
                  <a:lnTo>
                    <a:pt x="3657913" y="730854"/>
                  </a:lnTo>
                  <a:lnTo>
                    <a:pt x="3728257" y="731307"/>
                  </a:lnTo>
                  <a:lnTo>
                    <a:pt x="3798602" y="731760"/>
                  </a:lnTo>
                  <a:lnTo>
                    <a:pt x="3868946" y="732211"/>
                  </a:lnTo>
                  <a:lnTo>
                    <a:pt x="3939291" y="732662"/>
                  </a:lnTo>
                  <a:lnTo>
                    <a:pt x="4009635" y="733112"/>
                  </a:lnTo>
                  <a:lnTo>
                    <a:pt x="4079980" y="733562"/>
                  </a:lnTo>
                  <a:lnTo>
                    <a:pt x="4150324" y="734011"/>
                  </a:lnTo>
                  <a:lnTo>
                    <a:pt x="4220669" y="734459"/>
                  </a:lnTo>
                  <a:lnTo>
                    <a:pt x="4291013" y="734906"/>
                  </a:lnTo>
                  <a:lnTo>
                    <a:pt x="4361358" y="735353"/>
                  </a:lnTo>
                  <a:lnTo>
                    <a:pt x="4431702" y="735799"/>
                  </a:lnTo>
                  <a:lnTo>
                    <a:pt x="4502047" y="736245"/>
                  </a:lnTo>
                  <a:lnTo>
                    <a:pt x="4572391" y="736689"/>
                  </a:lnTo>
                  <a:lnTo>
                    <a:pt x="4642736" y="737133"/>
                  </a:lnTo>
                  <a:lnTo>
                    <a:pt x="4713080" y="737577"/>
                  </a:lnTo>
                  <a:lnTo>
                    <a:pt x="4783425" y="738019"/>
                  </a:lnTo>
                  <a:lnTo>
                    <a:pt x="4853769" y="738461"/>
                  </a:lnTo>
                  <a:lnTo>
                    <a:pt x="4924114" y="738903"/>
                  </a:lnTo>
                  <a:lnTo>
                    <a:pt x="4994458" y="739343"/>
                  </a:lnTo>
                  <a:lnTo>
                    <a:pt x="5064803" y="739783"/>
                  </a:lnTo>
                  <a:lnTo>
                    <a:pt x="5135147" y="740223"/>
                  </a:lnTo>
                  <a:lnTo>
                    <a:pt x="5205492" y="740661"/>
                  </a:lnTo>
                  <a:lnTo>
                    <a:pt x="5275836" y="741099"/>
                  </a:lnTo>
                  <a:lnTo>
                    <a:pt x="5346181" y="741536"/>
                  </a:lnTo>
                  <a:lnTo>
                    <a:pt x="5416525" y="741973"/>
                  </a:lnTo>
                  <a:lnTo>
                    <a:pt x="5486870" y="742409"/>
                  </a:lnTo>
                  <a:lnTo>
                    <a:pt x="5557214" y="742844"/>
                  </a:lnTo>
                  <a:lnTo>
                    <a:pt x="5627559" y="743279"/>
                  </a:lnTo>
                  <a:lnTo>
                    <a:pt x="5697903" y="743713"/>
                  </a:lnTo>
                  <a:lnTo>
                    <a:pt x="5768248" y="744146"/>
                  </a:lnTo>
                  <a:lnTo>
                    <a:pt x="5838592" y="744579"/>
                  </a:lnTo>
                  <a:lnTo>
                    <a:pt x="5908937" y="745011"/>
                  </a:lnTo>
                  <a:lnTo>
                    <a:pt x="5979281" y="745442"/>
                  </a:lnTo>
                  <a:lnTo>
                    <a:pt x="6049626" y="745872"/>
                  </a:lnTo>
                  <a:lnTo>
                    <a:pt x="6119970" y="746302"/>
                  </a:lnTo>
                  <a:lnTo>
                    <a:pt x="6190315" y="746732"/>
                  </a:lnTo>
                  <a:lnTo>
                    <a:pt x="6260659" y="747160"/>
                  </a:lnTo>
                  <a:lnTo>
                    <a:pt x="6331004" y="747588"/>
                  </a:lnTo>
                  <a:lnTo>
                    <a:pt x="6401348" y="748016"/>
                  </a:lnTo>
                  <a:lnTo>
                    <a:pt x="6471693" y="748442"/>
                  </a:lnTo>
                  <a:lnTo>
                    <a:pt x="6542037" y="748868"/>
                  </a:lnTo>
                  <a:lnTo>
                    <a:pt x="6612382" y="749294"/>
                  </a:lnTo>
                  <a:lnTo>
                    <a:pt x="6682726" y="749718"/>
                  </a:lnTo>
                  <a:lnTo>
                    <a:pt x="6753071" y="750142"/>
                  </a:lnTo>
                  <a:lnTo>
                    <a:pt x="6823415" y="750566"/>
                  </a:lnTo>
                  <a:lnTo>
                    <a:pt x="6893760" y="750989"/>
                  </a:lnTo>
                  <a:lnTo>
                    <a:pt x="6964104" y="751411"/>
                  </a:lnTo>
                  <a:lnTo>
                    <a:pt x="6964104" y="964303"/>
                  </a:lnTo>
                  <a:lnTo>
                    <a:pt x="6893760" y="962521"/>
                  </a:lnTo>
                  <a:lnTo>
                    <a:pt x="6823415" y="960687"/>
                  </a:lnTo>
                  <a:lnTo>
                    <a:pt x="6753071" y="958800"/>
                  </a:lnTo>
                  <a:lnTo>
                    <a:pt x="6682726" y="956859"/>
                  </a:lnTo>
                  <a:lnTo>
                    <a:pt x="6612382" y="954863"/>
                  </a:lnTo>
                  <a:lnTo>
                    <a:pt x="6542037" y="952809"/>
                  </a:lnTo>
                  <a:lnTo>
                    <a:pt x="6471693" y="950696"/>
                  </a:lnTo>
                  <a:lnTo>
                    <a:pt x="6401348" y="948522"/>
                  </a:lnTo>
                  <a:lnTo>
                    <a:pt x="6331004" y="946285"/>
                  </a:lnTo>
                  <a:lnTo>
                    <a:pt x="6260659" y="943984"/>
                  </a:lnTo>
                  <a:lnTo>
                    <a:pt x="6190315" y="941618"/>
                  </a:lnTo>
                  <a:lnTo>
                    <a:pt x="6119970" y="939183"/>
                  </a:lnTo>
                  <a:lnTo>
                    <a:pt x="6049626" y="936678"/>
                  </a:lnTo>
                  <a:lnTo>
                    <a:pt x="5979281" y="934101"/>
                  </a:lnTo>
                  <a:lnTo>
                    <a:pt x="5908937" y="931450"/>
                  </a:lnTo>
                  <a:lnTo>
                    <a:pt x="5838592" y="928722"/>
                  </a:lnTo>
                  <a:lnTo>
                    <a:pt x="5768248" y="925916"/>
                  </a:lnTo>
                  <a:lnTo>
                    <a:pt x="5697903" y="923030"/>
                  </a:lnTo>
                  <a:lnTo>
                    <a:pt x="5627559" y="920060"/>
                  </a:lnTo>
                  <a:lnTo>
                    <a:pt x="5557214" y="917006"/>
                  </a:lnTo>
                  <a:lnTo>
                    <a:pt x="5486870" y="913863"/>
                  </a:lnTo>
                  <a:lnTo>
                    <a:pt x="5416525" y="910630"/>
                  </a:lnTo>
                  <a:lnTo>
                    <a:pt x="5346181" y="907304"/>
                  </a:lnTo>
                  <a:lnTo>
                    <a:pt x="5275836" y="903882"/>
                  </a:lnTo>
                  <a:lnTo>
                    <a:pt x="5205492" y="900362"/>
                  </a:lnTo>
                  <a:lnTo>
                    <a:pt x="5135147" y="896741"/>
                  </a:lnTo>
                  <a:lnTo>
                    <a:pt x="5064803" y="893015"/>
                  </a:lnTo>
                  <a:lnTo>
                    <a:pt x="4994458" y="889182"/>
                  </a:lnTo>
                  <a:lnTo>
                    <a:pt x="4924114" y="885240"/>
                  </a:lnTo>
                  <a:lnTo>
                    <a:pt x="4853769" y="881183"/>
                  </a:lnTo>
                  <a:lnTo>
                    <a:pt x="4783425" y="877011"/>
                  </a:lnTo>
                  <a:lnTo>
                    <a:pt x="4713080" y="872718"/>
                  </a:lnTo>
                  <a:lnTo>
                    <a:pt x="4642736" y="868301"/>
                  </a:lnTo>
                  <a:lnTo>
                    <a:pt x="4572391" y="863758"/>
                  </a:lnTo>
                  <a:lnTo>
                    <a:pt x="4502047" y="859084"/>
                  </a:lnTo>
                  <a:lnTo>
                    <a:pt x="4431702" y="854276"/>
                  </a:lnTo>
                  <a:lnTo>
                    <a:pt x="4361358" y="849329"/>
                  </a:lnTo>
                  <a:lnTo>
                    <a:pt x="4291013" y="844240"/>
                  </a:lnTo>
                  <a:lnTo>
                    <a:pt x="4220669" y="839005"/>
                  </a:lnTo>
                  <a:lnTo>
                    <a:pt x="4150324" y="833619"/>
                  </a:lnTo>
                  <a:lnTo>
                    <a:pt x="4079980" y="828079"/>
                  </a:lnTo>
                  <a:lnTo>
                    <a:pt x="4009635" y="822379"/>
                  </a:lnTo>
                  <a:lnTo>
                    <a:pt x="3939291" y="816515"/>
                  </a:lnTo>
                  <a:lnTo>
                    <a:pt x="3868946" y="810482"/>
                  </a:lnTo>
                  <a:lnTo>
                    <a:pt x="3798602" y="804276"/>
                  </a:lnTo>
                  <a:lnTo>
                    <a:pt x="3728257" y="797892"/>
                  </a:lnTo>
                  <a:lnTo>
                    <a:pt x="3657913" y="791324"/>
                  </a:lnTo>
                  <a:lnTo>
                    <a:pt x="3587569" y="784567"/>
                  </a:lnTo>
                  <a:lnTo>
                    <a:pt x="3517224" y="777616"/>
                  </a:lnTo>
                  <a:lnTo>
                    <a:pt x="3446880" y="770464"/>
                  </a:lnTo>
                  <a:lnTo>
                    <a:pt x="3376535" y="763108"/>
                  </a:lnTo>
                  <a:lnTo>
                    <a:pt x="3306191" y="755539"/>
                  </a:lnTo>
                  <a:lnTo>
                    <a:pt x="3235846" y="747753"/>
                  </a:lnTo>
                  <a:lnTo>
                    <a:pt x="3165502" y="739743"/>
                  </a:lnTo>
                  <a:lnTo>
                    <a:pt x="3095157" y="731503"/>
                  </a:lnTo>
                  <a:lnTo>
                    <a:pt x="3024813" y="726746"/>
                  </a:lnTo>
                  <a:lnTo>
                    <a:pt x="2954468" y="726286"/>
                  </a:lnTo>
                  <a:lnTo>
                    <a:pt x="2884124" y="725825"/>
                  </a:lnTo>
                  <a:lnTo>
                    <a:pt x="2813779" y="725364"/>
                  </a:lnTo>
                  <a:lnTo>
                    <a:pt x="2743435" y="724902"/>
                  </a:lnTo>
                  <a:lnTo>
                    <a:pt x="2673090" y="724439"/>
                  </a:lnTo>
                  <a:lnTo>
                    <a:pt x="2602746" y="723975"/>
                  </a:lnTo>
                  <a:lnTo>
                    <a:pt x="2532401" y="723511"/>
                  </a:lnTo>
                  <a:lnTo>
                    <a:pt x="2462057" y="723046"/>
                  </a:lnTo>
                  <a:lnTo>
                    <a:pt x="2391712" y="722581"/>
                  </a:lnTo>
                  <a:lnTo>
                    <a:pt x="2321368" y="722114"/>
                  </a:lnTo>
                  <a:lnTo>
                    <a:pt x="2251023" y="721647"/>
                  </a:lnTo>
                  <a:lnTo>
                    <a:pt x="2180679" y="721179"/>
                  </a:lnTo>
                  <a:lnTo>
                    <a:pt x="2110334" y="720711"/>
                  </a:lnTo>
                  <a:lnTo>
                    <a:pt x="2039990" y="720242"/>
                  </a:lnTo>
                  <a:lnTo>
                    <a:pt x="1969645" y="719772"/>
                  </a:lnTo>
                  <a:lnTo>
                    <a:pt x="1899301" y="719301"/>
                  </a:lnTo>
                  <a:lnTo>
                    <a:pt x="1828956" y="718829"/>
                  </a:lnTo>
                  <a:lnTo>
                    <a:pt x="1758612" y="718357"/>
                  </a:lnTo>
                  <a:lnTo>
                    <a:pt x="1688267" y="717884"/>
                  </a:lnTo>
                  <a:lnTo>
                    <a:pt x="1617923" y="717411"/>
                  </a:lnTo>
                  <a:lnTo>
                    <a:pt x="1547578" y="716937"/>
                  </a:lnTo>
                  <a:lnTo>
                    <a:pt x="1477234" y="716461"/>
                  </a:lnTo>
                  <a:lnTo>
                    <a:pt x="1406889" y="715986"/>
                  </a:lnTo>
                  <a:lnTo>
                    <a:pt x="1336545" y="715509"/>
                  </a:lnTo>
                  <a:lnTo>
                    <a:pt x="1266200" y="715032"/>
                  </a:lnTo>
                  <a:lnTo>
                    <a:pt x="1195856" y="714554"/>
                  </a:lnTo>
                  <a:lnTo>
                    <a:pt x="1125511" y="714075"/>
                  </a:lnTo>
                  <a:lnTo>
                    <a:pt x="1055167" y="713596"/>
                  </a:lnTo>
                  <a:lnTo>
                    <a:pt x="984822" y="713116"/>
                  </a:lnTo>
                  <a:lnTo>
                    <a:pt x="914478" y="712635"/>
                  </a:lnTo>
                  <a:lnTo>
                    <a:pt x="844133" y="712153"/>
                  </a:lnTo>
                  <a:lnTo>
                    <a:pt x="773789" y="711671"/>
                  </a:lnTo>
                  <a:lnTo>
                    <a:pt x="703444" y="711187"/>
                  </a:lnTo>
                  <a:lnTo>
                    <a:pt x="633100" y="710704"/>
                  </a:lnTo>
                  <a:lnTo>
                    <a:pt x="562755" y="710219"/>
                  </a:lnTo>
                  <a:lnTo>
                    <a:pt x="492411" y="709734"/>
                  </a:lnTo>
                  <a:lnTo>
                    <a:pt x="422066" y="709248"/>
                  </a:lnTo>
                  <a:lnTo>
                    <a:pt x="351722" y="708761"/>
                  </a:lnTo>
                  <a:lnTo>
                    <a:pt x="281377" y="708273"/>
                  </a:lnTo>
                  <a:lnTo>
                    <a:pt x="211033" y="707785"/>
                  </a:lnTo>
                  <a:lnTo>
                    <a:pt x="140688" y="707296"/>
                  </a:lnTo>
                  <a:lnTo>
                    <a:pt x="70344" y="706806"/>
                  </a:lnTo>
                  <a:lnTo>
                    <a:pt x="0" y="70631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35312" y="2374002"/>
              <a:ext cx="6964104" cy="751411"/>
            </a:xfrm>
            <a:custGeom>
              <a:avLst/>
              <a:pathLst>
                <a:path w="6964104" h="751411">
                  <a:moveTo>
                    <a:pt x="0" y="0"/>
                  </a:moveTo>
                  <a:lnTo>
                    <a:pt x="70344" y="28687"/>
                  </a:lnTo>
                  <a:lnTo>
                    <a:pt x="140688" y="56574"/>
                  </a:lnTo>
                  <a:lnTo>
                    <a:pt x="211033" y="83680"/>
                  </a:lnTo>
                  <a:lnTo>
                    <a:pt x="281377" y="110029"/>
                  </a:lnTo>
                  <a:lnTo>
                    <a:pt x="351722" y="135641"/>
                  </a:lnTo>
                  <a:lnTo>
                    <a:pt x="422066" y="160538"/>
                  </a:lnTo>
                  <a:lnTo>
                    <a:pt x="492411" y="184738"/>
                  </a:lnTo>
                  <a:lnTo>
                    <a:pt x="562755" y="208262"/>
                  </a:lnTo>
                  <a:lnTo>
                    <a:pt x="633100" y="231128"/>
                  </a:lnTo>
                  <a:lnTo>
                    <a:pt x="703444" y="253356"/>
                  </a:lnTo>
                  <a:lnTo>
                    <a:pt x="773789" y="274961"/>
                  </a:lnTo>
                  <a:lnTo>
                    <a:pt x="844133" y="295963"/>
                  </a:lnTo>
                  <a:lnTo>
                    <a:pt x="914478" y="316378"/>
                  </a:lnTo>
                  <a:lnTo>
                    <a:pt x="984822" y="336223"/>
                  </a:lnTo>
                  <a:lnTo>
                    <a:pt x="1055167" y="355512"/>
                  </a:lnTo>
                  <a:lnTo>
                    <a:pt x="1125511" y="374262"/>
                  </a:lnTo>
                  <a:lnTo>
                    <a:pt x="1195856" y="392489"/>
                  </a:lnTo>
                  <a:lnTo>
                    <a:pt x="1266200" y="410205"/>
                  </a:lnTo>
                  <a:lnTo>
                    <a:pt x="1336545" y="427427"/>
                  </a:lnTo>
                  <a:lnTo>
                    <a:pt x="1406889" y="444167"/>
                  </a:lnTo>
                  <a:lnTo>
                    <a:pt x="1477234" y="460439"/>
                  </a:lnTo>
                  <a:lnTo>
                    <a:pt x="1547578" y="476256"/>
                  </a:lnTo>
                  <a:lnTo>
                    <a:pt x="1617923" y="491631"/>
                  </a:lnTo>
                  <a:lnTo>
                    <a:pt x="1688267" y="506577"/>
                  </a:lnTo>
                  <a:lnTo>
                    <a:pt x="1758612" y="521104"/>
                  </a:lnTo>
                  <a:lnTo>
                    <a:pt x="1828956" y="535226"/>
                  </a:lnTo>
                  <a:lnTo>
                    <a:pt x="1899301" y="548953"/>
                  </a:lnTo>
                  <a:lnTo>
                    <a:pt x="1969645" y="562296"/>
                  </a:lnTo>
                  <a:lnTo>
                    <a:pt x="2039990" y="575266"/>
                  </a:lnTo>
                  <a:lnTo>
                    <a:pt x="2110334" y="587873"/>
                  </a:lnTo>
                  <a:lnTo>
                    <a:pt x="2180679" y="600128"/>
                  </a:lnTo>
                  <a:lnTo>
                    <a:pt x="2251023" y="612041"/>
                  </a:lnTo>
                  <a:lnTo>
                    <a:pt x="2321368" y="623621"/>
                  </a:lnTo>
                  <a:lnTo>
                    <a:pt x="2391712" y="634876"/>
                  </a:lnTo>
                  <a:lnTo>
                    <a:pt x="2462057" y="645818"/>
                  </a:lnTo>
                  <a:lnTo>
                    <a:pt x="2532401" y="656453"/>
                  </a:lnTo>
                  <a:lnTo>
                    <a:pt x="2602746" y="666791"/>
                  </a:lnTo>
                  <a:lnTo>
                    <a:pt x="2673090" y="676840"/>
                  </a:lnTo>
                  <a:lnTo>
                    <a:pt x="2743435" y="686608"/>
                  </a:lnTo>
                  <a:lnTo>
                    <a:pt x="2813779" y="696104"/>
                  </a:lnTo>
                  <a:lnTo>
                    <a:pt x="2884124" y="705333"/>
                  </a:lnTo>
                  <a:lnTo>
                    <a:pt x="2954468" y="714305"/>
                  </a:lnTo>
                  <a:lnTo>
                    <a:pt x="3024813" y="723026"/>
                  </a:lnTo>
                  <a:lnTo>
                    <a:pt x="3095157" y="727205"/>
                  </a:lnTo>
                  <a:lnTo>
                    <a:pt x="3165502" y="727664"/>
                  </a:lnTo>
                  <a:lnTo>
                    <a:pt x="3235846" y="728122"/>
                  </a:lnTo>
                  <a:lnTo>
                    <a:pt x="3306191" y="728579"/>
                  </a:lnTo>
                  <a:lnTo>
                    <a:pt x="3376535" y="729035"/>
                  </a:lnTo>
                  <a:lnTo>
                    <a:pt x="3446880" y="729491"/>
                  </a:lnTo>
                  <a:lnTo>
                    <a:pt x="3517224" y="729946"/>
                  </a:lnTo>
                  <a:lnTo>
                    <a:pt x="3587569" y="730401"/>
                  </a:lnTo>
                  <a:lnTo>
                    <a:pt x="3657913" y="730854"/>
                  </a:lnTo>
                  <a:lnTo>
                    <a:pt x="3728257" y="731307"/>
                  </a:lnTo>
                  <a:lnTo>
                    <a:pt x="3798602" y="731760"/>
                  </a:lnTo>
                  <a:lnTo>
                    <a:pt x="3868946" y="732211"/>
                  </a:lnTo>
                  <a:lnTo>
                    <a:pt x="3939291" y="732662"/>
                  </a:lnTo>
                  <a:lnTo>
                    <a:pt x="4009635" y="733112"/>
                  </a:lnTo>
                  <a:lnTo>
                    <a:pt x="4079980" y="733562"/>
                  </a:lnTo>
                  <a:lnTo>
                    <a:pt x="4150324" y="734011"/>
                  </a:lnTo>
                  <a:lnTo>
                    <a:pt x="4220669" y="734459"/>
                  </a:lnTo>
                  <a:lnTo>
                    <a:pt x="4291013" y="734906"/>
                  </a:lnTo>
                  <a:lnTo>
                    <a:pt x="4361358" y="735353"/>
                  </a:lnTo>
                  <a:lnTo>
                    <a:pt x="4431702" y="735799"/>
                  </a:lnTo>
                  <a:lnTo>
                    <a:pt x="4502047" y="736245"/>
                  </a:lnTo>
                  <a:lnTo>
                    <a:pt x="4572391" y="736689"/>
                  </a:lnTo>
                  <a:lnTo>
                    <a:pt x="4642736" y="737133"/>
                  </a:lnTo>
                  <a:lnTo>
                    <a:pt x="4713080" y="737577"/>
                  </a:lnTo>
                  <a:lnTo>
                    <a:pt x="4783425" y="738019"/>
                  </a:lnTo>
                  <a:lnTo>
                    <a:pt x="4853769" y="738461"/>
                  </a:lnTo>
                  <a:lnTo>
                    <a:pt x="4924114" y="738903"/>
                  </a:lnTo>
                  <a:lnTo>
                    <a:pt x="4994458" y="739343"/>
                  </a:lnTo>
                  <a:lnTo>
                    <a:pt x="5064803" y="739783"/>
                  </a:lnTo>
                  <a:lnTo>
                    <a:pt x="5135147" y="740223"/>
                  </a:lnTo>
                  <a:lnTo>
                    <a:pt x="5205492" y="740661"/>
                  </a:lnTo>
                  <a:lnTo>
                    <a:pt x="5275836" y="741099"/>
                  </a:lnTo>
                  <a:lnTo>
                    <a:pt x="5346181" y="741536"/>
                  </a:lnTo>
                  <a:lnTo>
                    <a:pt x="5416525" y="741973"/>
                  </a:lnTo>
                  <a:lnTo>
                    <a:pt x="5486870" y="742409"/>
                  </a:lnTo>
                  <a:lnTo>
                    <a:pt x="5557214" y="742844"/>
                  </a:lnTo>
                  <a:lnTo>
                    <a:pt x="5627559" y="743279"/>
                  </a:lnTo>
                  <a:lnTo>
                    <a:pt x="5697903" y="743713"/>
                  </a:lnTo>
                  <a:lnTo>
                    <a:pt x="5768248" y="744146"/>
                  </a:lnTo>
                  <a:lnTo>
                    <a:pt x="5838592" y="744579"/>
                  </a:lnTo>
                  <a:lnTo>
                    <a:pt x="5908937" y="745011"/>
                  </a:lnTo>
                  <a:lnTo>
                    <a:pt x="5979281" y="745442"/>
                  </a:lnTo>
                  <a:lnTo>
                    <a:pt x="6049626" y="745872"/>
                  </a:lnTo>
                  <a:lnTo>
                    <a:pt x="6119970" y="746302"/>
                  </a:lnTo>
                  <a:lnTo>
                    <a:pt x="6190315" y="746732"/>
                  </a:lnTo>
                  <a:lnTo>
                    <a:pt x="6260659" y="747160"/>
                  </a:lnTo>
                  <a:lnTo>
                    <a:pt x="6331004" y="747588"/>
                  </a:lnTo>
                  <a:lnTo>
                    <a:pt x="6401348" y="748016"/>
                  </a:lnTo>
                  <a:lnTo>
                    <a:pt x="6471693" y="748442"/>
                  </a:lnTo>
                  <a:lnTo>
                    <a:pt x="6542037" y="748868"/>
                  </a:lnTo>
                  <a:lnTo>
                    <a:pt x="6612382" y="749294"/>
                  </a:lnTo>
                  <a:lnTo>
                    <a:pt x="6682726" y="749718"/>
                  </a:lnTo>
                  <a:lnTo>
                    <a:pt x="6753071" y="750142"/>
                  </a:lnTo>
                  <a:lnTo>
                    <a:pt x="6823415" y="750566"/>
                  </a:lnTo>
                  <a:lnTo>
                    <a:pt x="6893760" y="750989"/>
                  </a:lnTo>
                  <a:lnTo>
                    <a:pt x="6964104" y="7514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5312" y="3080318"/>
              <a:ext cx="6964104" cy="257988"/>
            </a:xfrm>
            <a:custGeom>
              <a:avLst/>
              <a:pathLst>
                <a:path w="6964104" h="257988">
                  <a:moveTo>
                    <a:pt x="6964104" y="257988"/>
                  </a:moveTo>
                  <a:lnTo>
                    <a:pt x="6893760" y="256205"/>
                  </a:lnTo>
                  <a:lnTo>
                    <a:pt x="6823415" y="254371"/>
                  </a:lnTo>
                  <a:lnTo>
                    <a:pt x="6753071" y="252485"/>
                  </a:lnTo>
                  <a:lnTo>
                    <a:pt x="6682726" y="250544"/>
                  </a:lnTo>
                  <a:lnTo>
                    <a:pt x="6612382" y="248547"/>
                  </a:lnTo>
                  <a:lnTo>
                    <a:pt x="6542037" y="246493"/>
                  </a:lnTo>
                  <a:lnTo>
                    <a:pt x="6471693" y="244380"/>
                  </a:lnTo>
                  <a:lnTo>
                    <a:pt x="6401348" y="242206"/>
                  </a:lnTo>
                  <a:lnTo>
                    <a:pt x="6331004" y="239970"/>
                  </a:lnTo>
                  <a:lnTo>
                    <a:pt x="6260659" y="237669"/>
                  </a:lnTo>
                  <a:lnTo>
                    <a:pt x="6190315" y="235302"/>
                  </a:lnTo>
                  <a:lnTo>
                    <a:pt x="6119970" y="232867"/>
                  </a:lnTo>
                  <a:lnTo>
                    <a:pt x="6049626" y="230362"/>
                  </a:lnTo>
                  <a:lnTo>
                    <a:pt x="5979281" y="227785"/>
                  </a:lnTo>
                  <a:lnTo>
                    <a:pt x="5908937" y="225134"/>
                  </a:lnTo>
                  <a:lnTo>
                    <a:pt x="5838592" y="222407"/>
                  </a:lnTo>
                  <a:lnTo>
                    <a:pt x="5768248" y="219601"/>
                  </a:lnTo>
                  <a:lnTo>
                    <a:pt x="5697903" y="216714"/>
                  </a:lnTo>
                  <a:lnTo>
                    <a:pt x="5627559" y="213745"/>
                  </a:lnTo>
                  <a:lnTo>
                    <a:pt x="5557214" y="210690"/>
                  </a:lnTo>
                  <a:lnTo>
                    <a:pt x="5486870" y="207547"/>
                  </a:lnTo>
                  <a:lnTo>
                    <a:pt x="5416525" y="204314"/>
                  </a:lnTo>
                  <a:lnTo>
                    <a:pt x="5346181" y="200988"/>
                  </a:lnTo>
                  <a:lnTo>
                    <a:pt x="5275836" y="197566"/>
                  </a:lnTo>
                  <a:lnTo>
                    <a:pt x="5205492" y="194046"/>
                  </a:lnTo>
                  <a:lnTo>
                    <a:pt x="5135147" y="190425"/>
                  </a:lnTo>
                  <a:lnTo>
                    <a:pt x="5064803" y="186699"/>
                  </a:lnTo>
                  <a:lnTo>
                    <a:pt x="4994458" y="182867"/>
                  </a:lnTo>
                  <a:lnTo>
                    <a:pt x="4924114" y="178924"/>
                  </a:lnTo>
                  <a:lnTo>
                    <a:pt x="4853769" y="174868"/>
                  </a:lnTo>
                  <a:lnTo>
                    <a:pt x="4783425" y="170695"/>
                  </a:lnTo>
                  <a:lnTo>
                    <a:pt x="4713080" y="166402"/>
                  </a:lnTo>
                  <a:lnTo>
                    <a:pt x="4642736" y="161986"/>
                  </a:lnTo>
                  <a:lnTo>
                    <a:pt x="4572391" y="157443"/>
                  </a:lnTo>
                  <a:lnTo>
                    <a:pt x="4502047" y="152769"/>
                  </a:lnTo>
                  <a:lnTo>
                    <a:pt x="4431702" y="147960"/>
                  </a:lnTo>
                  <a:lnTo>
                    <a:pt x="4361358" y="143014"/>
                  </a:lnTo>
                  <a:lnTo>
                    <a:pt x="4291013" y="137925"/>
                  </a:lnTo>
                  <a:lnTo>
                    <a:pt x="4220669" y="132689"/>
                  </a:lnTo>
                  <a:lnTo>
                    <a:pt x="4150324" y="127304"/>
                  </a:lnTo>
                  <a:lnTo>
                    <a:pt x="4079980" y="121763"/>
                  </a:lnTo>
                  <a:lnTo>
                    <a:pt x="4009635" y="116063"/>
                  </a:lnTo>
                  <a:lnTo>
                    <a:pt x="3939291" y="110199"/>
                  </a:lnTo>
                  <a:lnTo>
                    <a:pt x="3868946" y="104167"/>
                  </a:lnTo>
                  <a:lnTo>
                    <a:pt x="3798602" y="97961"/>
                  </a:lnTo>
                  <a:lnTo>
                    <a:pt x="3728257" y="91576"/>
                  </a:lnTo>
                  <a:lnTo>
                    <a:pt x="3657913" y="85008"/>
                  </a:lnTo>
                  <a:lnTo>
                    <a:pt x="3587569" y="78251"/>
                  </a:lnTo>
                  <a:lnTo>
                    <a:pt x="3517224" y="71300"/>
                  </a:lnTo>
                  <a:lnTo>
                    <a:pt x="3446880" y="64149"/>
                  </a:lnTo>
                  <a:lnTo>
                    <a:pt x="3376535" y="56792"/>
                  </a:lnTo>
                  <a:lnTo>
                    <a:pt x="3306191" y="49224"/>
                  </a:lnTo>
                  <a:lnTo>
                    <a:pt x="3235846" y="41438"/>
                  </a:lnTo>
                  <a:lnTo>
                    <a:pt x="3165502" y="33428"/>
                  </a:lnTo>
                  <a:lnTo>
                    <a:pt x="3095157" y="25188"/>
                  </a:lnTo>
                  <a:lnTo>
                    <a:pt x="3024813" y="20430"/>
                  </a:lnTo>
                  <a:lnTo>
                    <a:pt x="2954468" y="19970"/>
                  </a:lnTo>
                  <a:lnTo>
                    <a:pt x="2884124" y="19510"/>
                  </a:lnTo>
                  <a:lnTo>
                    <a:pt x="2813779" y="19048"/>
                  </a:lnTo>
                  <a:lnTo>
                    <a:pt x="2743435" y="18586"/>
                  </a:lnTo>
                  <a:lnTo>
                    <a:pt x="2673090" y="18123"/>
                  </a:lnTo>
                  <a:lnTo>
                    <a:pt x="2602746" y="17660"/>
                  </a:lnTo>
                  <a:lnTo>
                    <a:pt x="2532401" y="17196"/>
                  </a:lnTo>
                  <a:lnTo>
                    <a:pt x="2462057" y="16731"/>
                  </a:lnTo>
                  <a:lnTo>
                    <a:pt x="2391712" y="16265"/>
                  </a:lnTo>
                  <a:lnTo>
                    <a:pt x="2321368" y="15799"/>
                  </a:lnTo>
                  <a:lnTo>
                    <a:pt x="2251023" y="15332"/>
                  </a:lnTo>
                  <a:lnTo>
                    <a:pt x="2180679" y="14864"/>
                  </a:lnTo>
                  <a:lnTo>
                    <a:pt x="2110334" y="14395"/>
                  </a:lnTo>
                  <a:lnTo>
                    <a:pt x="2039990" y="13926"/>
                  </a:lnTo>
                  <a:lnTo>
                    <a:pt x="1969645" y="13456"/>
                  </a:lnTo>
                  <a:lnTo>
                    <a:pt x="1899301" y="12985"/>
                  </a:lnTo>
                  <a:lnTo>
                    <a:pt x="1828956" y="12514"/>
                  </a:lnTo>
                  <a:lnTo>
                    <a:pt x="1758612" y="12042"/>
                  </a:lnTo>
                  <a:lnTo>
                    <a:pt x="1688267" y="11569"/>
                  </a:lnTo>
                  <a:lnTo>
                    <a:pt x="1617923" y="11095"/>
                  </a:lnTo>
                  <a:lnTo>
                    <a:pt x="1547578" y="10621"/>
                  </a:lnTo>
                  <a:lnTo>
                    <a:pt x="1477234" y="10146"/>
                  </a:lnTo>
                  <a:lnTo>
                    <a:pt x="1406889" y="9670"/>
                  </a:lnTo>
                  <a:lnTo>
                    <a:pt x="1336545" y="9194"/>
                  </a:lnTo>
                  <a:lnTo>
                    <a:pt x="1266200" y="8716"/>
                  </a:lnTo>
                  <a:lnTo>
                    <a:pt x="1195856" y="8238"/>
                  </a:lnTo>
                  <a:lnTo>
                    <a:pt x="1125511" y="7760"/>
                  </a:lnTo>
                  <a:lnTo>
                    <a:pt x="1055167" y="7280"/>
                  </a:lnTo>
                  <a:lnTo>
                    <a:pt x="984822" y="6800"/>
                  </a:lnTo>
                  <a:lnTo>
                    <a:pt x="914478" y="6319"/>
                  </a:lnTo>
                  <a:lnTo>
                    <a:pt x="844133" y="5837"/>
                  </a:lnTo>
                  <a:lnTo>
                    <a:pt x="773789" y="5355"/>
                  </a:lnTo>
                  <a:lnTo>
                    <a:pt x="703444" y="4872"/>
                  </a:lnTo>
                  <a:lnTo>
                    <a:pt x="633100" y="4388"/>
                  </a:lnTo>
                  <a:lnTo>
                    <a:pt x="562755" y="3903"/>
                  </a:lnTo>
                  <a:lnTo>
                    <a:pt x="492411" y="3418"/>
                  </a:lnTo>
                  <a:lnTo>
                    <a:pt x="422066" y="2932"/>
                  </a:lnTo>
                  <a:lnTo>
                    <a:pt x="351722" y="2445"/>
                  </a:lnTo>
                  <a:lnTo>
                    <a:pt x="281377" y="1957"/>
                  </a:lnTo>
                  <a:lnTo>
                    <a:pt x="211033" y="1469"/>
                  </a:lnTo>
                  <a:lnTo>
                    <a:pt x="140688" y="980"/>
                  </a:lnTo>
                  <a:lnTo>
                    <a:pt x="70344" y="4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5312" y="2827241"/>
              <a:ext cx="6964104" cy="442517"/>
            </a:xfrm>
            <a:custGeom>
              <a:avLst/>
              <a:pathLst>
                <a:path w="6964104" h="442517">
                  <a:moveTo>
                    <a:pt x="0" y="0"/>
                  </a:moveTo>
                  <a:lnTo>
                    <a:pt x="70344" y="8499"/>
                  </a:lnTo>
                  <a:lnTo>
                    <a:pt x="140688" y="16872"/>
                  </a:lnTo>
                  <a:lnTo>
                    <a:pt x="211033" y="25121"/>
                  </a:lnTo>
                  <a:lnTo>
                    <a:pt x="281377" y="33248"/>
                  </a:lnTo>
                  <a:lnTo>
                    <a:pt x="351722" y="41254"/>
                  </a:lnTo>
                  <a:lnTo>
                    <a:pt x="422066" y="49142"/>
                  </a:lnTo>
                  <a:lnTo>
                    <a:pt x="492411" y="56912"/>
                  </a:lnTo>
                  <a:lnTo>
                    <a:pt x="562755" y="64567"/>
                  </a:lnTo>
                  <a:lnTo>
                    <a:pt x="633100" y="72109"/>
                  </a:lnTo>
                  <a:lnTo>
                    <a:pt x="703444" y="79539"/>
                  </a:lnTo>
                  <a:lnTo>
                    <a:pt x="773789" y="86859"/>
                  </a:lnTo>
                  <a:lnTo>
                    <a:pt x="844133" y="94070"/>
                  </a:lnTo>
                  <a:lnTo>
                    <a:pt x="914478" y="101174"/>
                  </a:lnTo>
                  <a:lnTo>
                    <a:pt x="984822" y="108173"/>
                  </a:lnTo>
                  <a:lnTo>
                    <a:pt x="1055167" y="115067"/>
                  </a:lnTo>
                  <a:lnTo>
                    <a:pt x="1125511" y="121860"/>
                  </a:lnTo>
                  <a:lnTo>
                    <a:pt x="1195856" y="128552"/>
                  </a:lnTo>
                  <a:lnTo>
                    <a:pt x="1266200" y="135145"/>
                  </a:lnTo>
                  <a:lnTo>
                    <a:pt x="1336545" y="141640"/>
                  </a:lnTo>
                  <a:lnTo>
                    <a:pt x="1406889" y="148038"/>
                  </a:lnTo>
                  <a:lnTo>
                    <a:pt x="1477234" y="154342"/>
                  </a:lnTo>
                  <a:lnTo>
                    <a:pt x="1547578" y="160552"/>
                  </a:lnTo>
                  <a:lnTo>
                    <a:pt x="1617923" y="166670"/>
                  </a:lnTo>
                  <a:lnTo>
                    <a:pt x="1688267" y="172698"/>
                  </a:lnTo>
                  <a:lnTo>
                    <a:pt x="1758612" y="178635"/>
                  </a:lnTo>
                  <a:lnTo>
                    <a:pt x="1828956" y="184485"/>
                  </a:lnTo>
                  <a:lnTo>
                    <a:pt x="1899301" y="190248"/>
                  </a:lnTo>
                  <a:lnTo>
                    <a:pt x="1969645" y="195926"/>
                  </a:lnTo>
                  <a:lnTo>
                    <a:pt x="2039990" y="201520"/>
                  </a:lnTo>
                  <a:lnTo>
                    <a:pt x="2110334" y="207030"/>
                  </a:lnTo>
                  <a:lnTo>
                    <a:pt x="2180679" y="212459"/>
                  </a:lnTo>
                  <a:lnTo>
                    <a:pt x="2251023" y="217807"/>
                  </a:lnTo>
                  <a:lnTo>
                    <a:pt x="2321368" y="223076"/>
                  </a:lnTo>
                  <a:lnTo>
                    <a:pt x="2391712" y="228267"/>
                  </a:lnTo>
                  <a:lnTo>
                    <a:pt x="2462057" y="233380"/>
                  </a:lnTo>
                  <a:lnTo>
                    <a:pt x="2532401" y="238418"/>
                  </a:lnTo>
                  <a:lnTo>
                    <a:pt x="2602746" y="243381"/>
                  </a:lnTo>
                  <a:lnTo>
                    <a:pt x="2673090" y="248271"/>
                  </a:lnTo>
                  <a:lnTo>
                    <a:pt x="2743435" y="253088"/>
                  </a:lnTo>
                  <a:lnTo>
                    <a:pt x="2813779" y="257834"/>
                  </a:lnTo>
                  <a:lnTo>
                    <a:pt x="2884124" y="262509"/>
                  </a:lnTo>
                  <a:lnTo>
                    <a:pt x="2954468" y="267115"/>
                  </a:lnTo>
                  <a:lnTo>
                    <a:pt x="3024813" y="271652"/>
                  </a:lnTo>
                  <a:lnTo>
                    <a:pt x="3095157" y="276123"/>
                  </a:lnTo>
                  <a:lnTo>
                    <a:pt x="3165502" y="280527"/>
                  </a:lnTo>
                  <a:lnTo>
                    <a:pt x="3235846" y="284865"/>
                  </a:lnTo>
                  <a:lnTo>
                    <a:pt x="3306191" y="289140"/>
                  </a:lnTo>
                  <a:lnTo>
                    <a:pt x="3376535" y="293350"/>
                  </a:lnTo>
                  <a:lnTo>
                    <a:pt x="3446880" y="297499"/>
                  </a:lnTo>
                  <a:lnTo>
                    <a:pt x="3517224" y="301586"/>
                  </a:lnTo>
                  <a:lnTo>
                    <a:pt x="3587569" y="305612"/>
                  </a:lnTo>
                  <a:lnTo>
                    <a:pt x="3657913" y="309579"/>
                  </a:lnTo>
                  <a:lnTo>
                    <a:pt x="3728257" y="313486"/>
                  </a:lnTo>
                  <a:lnTo>
                    <a:pt x="3798602" y="317336"/>
                  </a:lnTo>
                  <a:lnTo>
                    <a:pt x="3868946" y="321129"/>
                  </a:lnTo>
                  <a:lnTo>
                    <a:pt x="3939291" y="324865"/>
                  </a:lnTo>
                  <a:lnTo>
                    <a:pt x="4009635" y="328546"/>
                  </a:lnTo>
                  <a:lnTo>
                    <a:pt x="4079980" y="332173"/>
                  </a:lnTo>
                  <a:lnTo>
                    <a:pt x="4150324" y="335746"/>
                  </a:lnTo>
                  <a:lnTo>
                    <a:pt x="4220669" y="339265"/>
                  </a:lnTo>
                  <a:lnTo>
                    <a:pt x="4291013" y="342733"/>
                  </a:lnTo>
                  <a:lnTo>
                    <a:pt x="4361358" y="346149"/>
                  </a:lnTo>
                  <a:lnTo>
                    <a:pt x="4431702" y="349514"/>
                  </a:lnTo>
                  <a:lnTo>
                    <a:pt x="4502047" y="352829"/>
                  </a:lnTo>
                  <a:lnTo>
                    <a:pt x="4572391" y="356096"/>
                  </a:lnTo>
                  <a:lnTo>
                    <a:pt x="4642736" y="359314"/>
                  </a:lnTo>
                  <a:lnTo>
                    <a:pt x="4713080" y="362484"/>
                  </a:lnTo>
                  <a:lnTo>
                    <a:pt x="4783425" y="365607"/>
                  </a:lnTo>
                  <a:lnTo>
                    <a:pt x="4853769" y="368684"/>
                  </a:lnTo>
                  <a:lnTo>
                    <a:pt x="4924114" y="371715"/>
                  </a:lnTo>
                  <a:lnTo>
                    <a:pt x="4994458" y="374701"/>
                  </a:lnTo>
                  <a:lnTo>
                    <a:pt x="5064803" y="377643"/>
                  </a:lnTo>
                  <a:lnTo>
                    <a:pt x="5135147" y="380541"/>
                  </a:lnTo>
                  <a:lnTo>
                    <a:pt x="5205492" y="383396"/>
                  </a:lnTo>
                  <a:lnTo>
                    <a:pt x="5275836" y="386209"/>
                  </a:lnTo>
                  <a:lnTo>
                    <a:pt x="5346181" y="388980"/>
                  </a:lnTo>
                  <a:lnTo>
                    <a:pt x="5416525" y="391710"/>
                  </a:lnTo>
                  <a:lnTo>
                    <a:pt x="5486870" y="394400"/>
                  </a:lnTo>
                  <a:lnTo>
                    <a:pt x="5557214" y="397050"/>
                  </a:lnTo>
                  <a:lnTo>
                    <a:pt x="5627559" y="399660"/>
                  </a:lnTo>
                  <a:lnTo>
                    <a:pt x="5697903" y="402232"/>
                  </a:lnTo>
                  <a:lnTo>
                    <a:pt x="5768248" y="404765"/>
                  </a:lnTo>
                  <a:lnTo>
                    <a:pt x="5838592" y="407261"/>
                  </a:lnTo>
                  <a:lnTo>
                    <a:pt x="5908937" y="409720"/>
                  </a:lnTo>
                  <a:lnTo>
                    <a:pt x="5979281" y="412143"/>
                  </a:lnTo>
                  <a:lnTo>
                    <a:pt x="6049626" y="414529"/>
                  </a:lnTo>
                  <a:lnTo>
                    <a:pt x="6119970" y="416881"/>
                  </a:lnTo>
                  <a:lnTo>
                    <a:pt x="6190315" y="419197"/>
                  </a:lnTo>
                  <a:lnTo>
                    <a:pt x="6260659" y="421479"/>
                  </a:lnTo>
                  <a:lnTo>
                    <a:pt x="6331004" y="423727"/>
                  </a:lnTo>
                  <a:lnTo>
                    <a:pt x="6401348" y="425942"/>
                  </a:lnTo>
                  <a:lnTo>
                    <a:pt x="6471693" y="428124"/>
                  </a:lnTo>
                  <a:lnTo>
                    <a:pt x="6542037" y="430273"/>
                  </a:lnTo>
                  <a:lnTo>
                    <a:pt x="6612382" y="432391"/>
                  </a:lnTo>
                  <a:lnTo>
                    <a:pt x="6682726" y="434477"/>
                  </a:lnTo>
                  <a:lnTo>
                    <a:pt x="6753071" y="436532"/>
                  </a:lnTo>
                  <a:lnTo>
                    <a:pt x="6823415" y="438557"/>
                  </a:lnTo>
                  <a:lnTo>
                    <a:pt x="6893760" y="440552"/>
                  </a:lnTo>
                  <a:lnTo>
                    <a:pt x="6964104" y="44251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9250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12483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50859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196512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897531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648248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318177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561815" y="3662467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87106" y="1966152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1.20 (1.02-1.41), p_Bonf = 0.174 (n = 6)  |  per IQR decline (Δ = 28.0 %): 1.66 (1.05-2.61)  |  IQR: [-30.0, -2.0] 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87106" y="1739378"/>
              <a:ext cx="27839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(Sensitivity, Carboplatin)</a:t>
              </a:r>
            </a:p>
          </p:txBody>
        </p:sp>
        <p:sp>
          <p:nvSpPr>
            <p:cNvPr id="44" name="pl44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100153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185204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270255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355306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440357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525408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610459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695510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80561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142679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22772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312780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397831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482882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567933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652984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738035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823086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1235312" y="4567394"/>
              <a:ext cx="6964104" cy="964303"/>
            </a:xfrm>
            <a:custGeom>
              <a:avLst/>
              <a:pathLst>
                <a:path w="6964104" h="964303">
                  <a:moveTo>
                    <a:pt x="0" y="0"/>
                  </a:moveTo>
                  <a:lnTo>
                    <a:pt x="70344" y="28687"/>
                  </a:lnTo>
                  <a:lnTo>
                    <a:pt x="140688" y="56574"/>
                  </a:lnTo>
                  <a:lnTo>
                    <a:pt x="211033" y="83680"/>
                  </a:lnTo>
                  <a:lnTo>
                    <a:pt x="281377" y="110029"/>
                  </a:lnTo>
                  <a:lnTo>
                    <a:pt x="351722" y="135641"/>
                  </a:lnTo>
                  <a:lnTo>
                    <a:pt x="422066" y="160538"/>
                  </a:lnTo>
                  <a:lnTo>
                    <a:pt x="492411" y="184738"/>
                  </a:lnTo>
                  <a:lnTo>
                    <a:pt x="562755" y="208262"/>
                  </a:lnTo>
                  <a:lnTo>
                    <a:pt x="633100" y="231128"/>
                  </a:lnTo>
                  <a:lnTo>
                    <a:pt x="703444" y="253356"/>
                  </a:lnTo>
                  <a:lnTo>
                    <a:pt x="773789" y="274961"/>
                  </a:lnTo>
                  <a:lnTo>
                    <a:pt x="844133" y="295963"/>
                  </a:lnTo>
                  <a:lnTo>
                    <a:pt x="914478" y="316378"/>
                  </a:lnTo>
                  <a:lnTo>
                    <a:pt x="984822" y="336223"/>
                  </a:lnTo>
                  <a:lnTo>
                    <a:pt x="1055167" y="355512"/>
                  </a:lnTo>
                  <a:lnTo>
                    <a:pt x="1125511" y="374262"/>
                  </a:lnTo>
                  <a:lnTo>
                    <a:pt x="1195856" y="392489"/>
                  </a:lnTo>
                  <a:lnTo>
                    <a:pt x="1266200" y="410205"/>
                  </a:lnTo>
                  <a:lnTo>
                    <a:pt x="1336545" y="427427"/>
                  </a:lnTo>
                  <a:lnTo>
                    <a:pt x="1406889" y="444167"/>
                  </a:lnTo>
                  <a:lnTo>
                    <a:pt x="1477234" y="460439"/>
                  </a:lnTo>
                  <a:lnTo>
                    <a:pt x="1547578" y="476256"/>
                  </a:lnTo>
                  <a:lnTo>
                    <a:pt x="1617923" y="491631"/>
                  </a:lnTo>
                  <a:lnTo>
                    <a:pt x="1688267" y="506577"/>
                  </a:lnTo>
                  <a:lnTo>
                    <a:pt x="1758612" y="521104"/>
                  </a:lnTo>
                  <a:lnTo>
                    <a:pt x="1828956" y="535226"/>
                  </a:lnTo>
                  <a:lnTo>
                    <a:pt x="1899301" y="548953"/>
                  </a:lnTo>
                  <a:lnTo>
                    <a:pt x="1969645" y="562296"/>
                  </a:lnTo>
                  <a:lnTo>
                    <a:pt x="2039990" y="575266"/>
                  </a:lnTo>
                  <a:lnTo>
                    <a:pt x="2110334" y="587873"/>
                  </a:lnTo>
                  <a:lnTo>
                    <a:pt x="2180679" y="600128"/>
                  </a:lnTo>
                  <a:lnTo>
                    <a:pt x="2251023" y="612041"/>
                  </a:lnTo>
                  <a:lnTo>
                    <a:pt x="2321368" y="623621"/>
                  </a:lnTo>
                  <a:lnTo>
                    <a:pt x="2391712" y="634876"/>
                  </a:lnTo>
                  <a:lnTo>
                    <a:pt x="2462057" y="645818"/>
                  </a:lnTo>
                  <a:lnTo>
                    <a:pt x="2532401" y="656453"/>
                  </a:lnTo>
                  <a:lnTo>
                    <a:pt x="2602746" y="666791"/>
                  </a:lnTo>
                  <a:lnTo>
                    <a:pt x="2673090" y="676840"/>
                  </a:lnTo>
                  <a:lnTo>
                    <a:pt x="2743435" y="686608"/>
                  </a:lnTo>
                  <a:lnTo>
                    <a:pt x="2813779" y="696104"/>
                  </a:lnTo>
                  <a:lnTo>
                    <a:pt x="2884124" y="705333"/>
                  </a:lnTo>
                  <a:lnTo>
                    <a:pt x="2954468" y="714305"/>
                  </a:lnTo>
                  <a:lnTo>
                    <a:pt x="3024813" y="723026"/>
                  </a:lnTo>
                  <a:lnTo>
                    <a:pt x="3095157" y="727205"/>
                  </a:lnTo>
                  <a:lnTo>
                    <a:pt x="3165502" y="727664"/>
                  </a:lnTo>
                  <a:lnTo>
                    <a:pt x="3235846" y="728122"/>
                  </a:lnTo>
                  <a:lnTo>
                    <a:pt x="3306191" y="728579"/>
                  </a:lnTo>
                  <a:lnTo>
                    <a:pt x="3376535" y="729035"/>
                  </a:lnTo>
                  <a:lnTo>
                    <a:pt x="3446880" y="729491"/>
                  </a:lnTo>
                  <a:lnTo>
                    <a:pt x="3517224" y="729946"/>
                  </a:lnTo>
                  <a:lnTo>
                    <a:pt x="3587569" y="730401"/>
                  </a:lnTo>
                  <a:lnTo>
                    <a:pt x="3657913" y="730854"/>
                  </a:lnTo>
                  <a:lnTo>
                    <a:pt x="3728257" y="731307"/>
                  </a:lnTo>
                  <a:lnTo>
                    <a:pt x="3798602" y="731760"/>
                  </a:lnTo>
                  <a:lnTo>
                    <a:pt x="3868946" y="732211"/>
                  </a:lnTo>
                  <a:lnTo>
                    <a:pt x="3939291" y="732662"/>
                  </a:lnTo>
                  <a:lnTo>
                    <a:pt x="4009635" y="733112"/>
                  </a:lnTo>
                  <a:lnTo>
                    <a:pt x="4079980" y="733562"/>
                  </a:lnTo>
                  <a:lnTo>
                    <a:pt x="4150324" y="734011"/>
                  </a:lnTo>
                  <a:lnTo>
                    <a:pt x="4220669" y="734459"/>
                  </a:lnTo>
                  <a:lnTo>
                    <a:pt x="4291013" y="734906"/>
                  </a:lnTo>
                  <a:lnTo>
                    <a:pt x="4361358" y="735353"/>
                  </a:lnTo>
                  <a:lnTo>
                    <a:pt x="4431702" y="735799"/>
                  </a:lnTo>
                  <a:lnTo>
                    <a:pt x="4502047" y="736245"/>
                  </a:lnTo>
                  <a:lnTo>
                    <a:pt x="4572391" y="736689"/>
                  </a:lnTo>
                  <a:lnTo>
                    <a:pt x="4642736" y="737133"/>
                  </a:lnTo>
                  <a:lnTo>
                    <a:pt x="4713080" y="737577"/>
                  </a:lnTo>
                  <a:lnTo>
                    <a:pt x="4783425" y="738019"/>
                  </a:lnTo>
                  <a:lnTo>
                    <a:pt x="4853769" y="738461"/>
                  </a:lnTo>
                  <a:lnTo>
                    <a:pt x="4924114" y="738903"/>
                  </a:lnTo>
                  <a:lnTo>
                    <a:pt x="4994458" y="739343"/>
                  </a:lnTo>
                  <a:lnTo>
                    <a:pt x="5064803" y="739783"/>
                  </a:lnTo>
                  <a:lnTo>
                    <a:pt x="5135147" y="740223"/>
                  </a:lnTo>
                  <a:lnTo>
                    <a:pt x="5205492" y="740661"/>
                  </a:lnTo>
                  <a:lnTo>
                    <a:pt x="5275836" y="741099"/>
                  </a:lnTo>
                  <a:lnTo>
                    <a:pt x="5346181" y="741536"/>
                  </a:lnTo>
                  <a:lnTo>
                    <a:pt x="5416525" y="741973"/>
                  </a:lnTo>
                  <a:lnTo>
                    <a:pt x="5486870" y="742409"/>
                  </a:lnTo>
                  <a:lnTo>
                    <a:pt x="5557214" y="742844"/>
                  </a:lnTo>
                  <a:lnTo>
                    <a:pt x="5627559" y="743279"/>
                  </a:lnTo>
                  <a:lnTo>
                    <a:pt x="5697903" y="743713"/>
                  </a:lnTo>
                  <a:lnTo>
                    <a:pt x="5768248" y="744146"/>
                  </a:lnTo>
                  <a:lnTo>
                    <a:pt x="5838592" y="744579"/>
                  </a:lnTo>
                  <a:lnTo>
                    <a:pt x="5908937" y="745011"/>
                  </a:lnTo>
                  <a:lnTo>
                    <a:pt x="5979281" y="745442"/>
                  </a:lnTo>
                  <a:lnTo>
                    <a:pt x="6049626" y="745872"/>
                  </a:lnTo>
                  <a:lnTo>
                    <a:pt x="6119970" y="746302"/>
                  </a:lnTo>
                  <a:lnTo>
                    <a:pt x="6190315" y="746732"/>
                  </a:lnTo>
                  <a:lnTo>
                    <a:pt x="6260659" y="747160"/>
                  </a:lnTo>
                  <a:lnTo>
                    <a:pt x="6331004" y="747588"/>
                  </a:lnTo>
                  <a:lnTo>
                    <a:pt x="6401348" y="748016"/>
                  </a:lnTo>
                  <a:lnTo>
                    <a:pt x="6471693" y="748442"/>
                  </a:lnTo>
                  <a:lnTo>
                    <a:pt x="6542037" y="748868"/>
                  </a:lnTo>
                  <a:lnTo>
                    <a:pt x="6612382" y="749294"/>
                  </a:lnTo>
                  <a:lnTo>
                    <a:pt x="6682726" y="749718"/>
                  </a:lnTo>
                  <a:lnTo>
                    <a:pt x="6753071" y="750142"/>
                  </a:lnTo>
                  <a:lnTo>
                    <a:pt x="6823415" y="750566"/>
                  </a:lnTo>
                  <a:lnTo>
                    <a:pt x="6893760" y="750989"/>
                  </a:lnTo>
                  <a:lnTo>
                    <a:pt x="6964104" y="751411"/>
                  </a:lnTo>
                  <a:lnTo>
                    <a:pt x="6964104" y="964303"/>
                  </a:lnTo>
                  <a:lnTo>
                    <a:pt x="6893760" y="962521"/>
                  </a:lnTo>
                  <a:lnTo>
                    <a:pt x="6823415" y="960687"/>
                  </a:lnTo>
                  <a:lnTo>
                    <a:pt x="6753071" y="958800"/>
                  </a:lnTo>
                  <a:lnTo>
                    <a:pt x="6682726" y="956859"/>
                  </a:lnTo>
                  <a:lnTo>
                    <a:pt x="6612382" y="954863"/>
                  </a:lnTo>
                  <a:lnTo>
                    <a:pt x="6542037" y="952809"/>
                  </a:lnTo>
                  <a:lnTo>
                    <a:pt x="6471693" y="950696"/>
                  </a:lnTo>
                  <a:lnTo>
                    <a:pt x="6401348" y="948522"/>
                  </a:lnTo>
                  <a:lnTo>
                    <a:pt x="6331004" y="946285"/>
                  </a:lnTo>
                  <a:lnTo>
                    <a:pt x="6260659" y="943984"/>
                  </a:lnTo>
                  <a:lnTo>
                    <a:pt x="6190315" y="941618"/>
                  </a:lnTo>
                  <a:lnTo>
                    <a:pt x="6119970" y="939183"/>
                  </a:lnTo>
                  <a:lnTo>
                    <a:pt x="6049626" y="936678"/>
                  </a:lnTo>
                  <a:lnTo>
                    <a:pt x="5979281" y="934101"/>
                  </a:lnTo>
                  <a:lnTo>
                    <a:pt x="5908937" y="931450"/>
                  </a:lnTo>
                  <a:lnTo>
                    <a:pt x="5838592" y="928722"/>
                  </a:lnTo>
                  <a:lnTo>
                    <a:pt x="5768248" y="925916"/>
                  </a:lnTo>
                  <a:lnTo>
                    <a:pt x="5697903" y="923030"/>
                  </a:lnTo>
                  <a:lnTo>
                    <a:pt x="5627559" y="920060"/>
                  </a:lnTo>
                  <a:lnTo>
                    <a:pt x="5557214" y="917006"/>
                  </a:lnTo>
                  <a:lnTo>
                    <a:pt x="5486870" y="913863"/>
                  </a:lnTo>
                  <a:lnTo>
                    <a:pt x="5416525" y="910630"/>
                  </a:lnTo>
                  <a:lnTo>
                    <a:pt x="5346181" y="907304"/>
                  </a:lnTo>
                  <a:lnTo>
                    <a:pt x="5275836" y="903882"/>
                  </a:lnTo>
                  <a:lnTo>
                    <a:pt x="5205492" y="900362"/>
                  </a:lnTo>
                  <a:lnTo>
                    <a:pt x="5135147" y="896741"/>
                  </a:lnTo>
                  <a:lnTo>
                    <a:pt x="5064803" y="893015"/>
                  </a:lnTo>
                  <a:lnTo>
                    <a:pt x="4994458" y="889182"/>
                  </a:lnTo>
                  <a:lnTo>
                    <a:pt x="4924114" y="885240"/>
                  </a:lnTo>
                  <a:lnTo>
                    <a:pt x="4853769" y="881183"/>
                  </a:lnTo>
                  <a:lnTo>
                    <a:pt x="4783425" y="877011"/>
                  </a:lnTo>
                  <a:lnTo>
                    <a:pt x="4713080" y="872718"/>
                  </a:lnTo>
                  <a:lnTo>
                    <a:pt x="4642736" y="868301"/>
                  </a:lnTo>
                  <a:lnTo>
                    <a:pt x="4572391" y="863758"/>
                  </a:lnTo>
                  <a:lnTo>
                    <a:pt x="4502047" y="859084"/>
                  </a:lnTo>
                  <a:lnTo>
                    <a:pt x="4431702" y="854276"/>
                  </a:lnTo>
                  <a:lnTo>
                    <a:pt x="4361358" y="849329"/>
                  </a:lnTo>
                  <a:lnTo>
                    <a:pt x="4291013" y="844240"/>
                  </a:lnTo>
                  <a:lnTo>
                    <a:pt x="4220669" y="839005"/>
                  </a:lnTo>
                  <a:lnTo>
                    <a:pt x="4150324" y="833619"/>
                  </a:lnTo>
                  <a:lnTo>
                    <a:pt x="4079980" y="828079"/>
                  </a:lnTo>
                  <a:lnTo>
                    <a:pt x="4009635" y="822379"/>
                  </a:lnTo>
                  <a:lnTo>
                    <a:pt x="3939291" y="816515"/>
                  </a:lnTo>
                  <a:lnTo>
                    <a:pt x="3868946" y="810482"/>
                  </a:lnTo>
                  <a:lnTo>
                    <a:pt x="3798602" y="804276"/>
                  </a:lnTo>
                  <a:lnTo>
                    <a:pt x="3728257" y="797892"/>
                  </a:lnTo>
                  <a:lnTo>
                    <a:pt x="3657913" y="791324"/>
                  </a:lnTo>
                  <a:lnTo>
                    <a:pt x="3587569" y="784567"/>
                  </a:lnTo>
                  <a:lnTo>
                    <a:pt x="3517224" y="777616"/>
                  </a:lnTo>
                  <a:lnTo>
                    <a:pt x="3446880" y="770464"/>
                  </a:lnTo>
                  <a:lnTo>
                    <a:pt x="3376535" y="763108"/>
                  </a:lnTo>
                  <a:lnTo>
                    <a:pt x="3306191" y="755539"/>
                  </a:lnTo>
                  <a:lnTo>
                    <a:pt x="3235846" y="747753"/>
                  </a:lnTo>
                  <a:lnTo>
                    <a:pt x="3165502" y="739743"/>
                  </a:lnTo>
                  <a:lnTo>
                    <a:pt x="3095157" y="731503"/>
                  </a:lnTo>
                  <a:lnTo>
                    <a:pt x="3024813" y="726746"/>
                  </a:lnTo>
                  <a:lnTo>
                    <a:pt x="2954468" y="726286"/>
                  </a:lnTo>
                  <a:lnTo>
                    <a:pt x="2884124" y="725825"/>
                  </a:lnTo>
                  <a:lnTo>
                    <a:pt x="2813779" y="725364"/>
                  </a:lnTo>
                  <a:lnTo>
                    <a:pt x="2743435" y="724902"/>
                  </a:lnTo>
                  <a:lnTo>
                    <a:pt x="2673090" y="724439"/>
                  </a:lnTo>
                  <a:lnTo>
                    <a:pt x="2602746" y="723975"/>
                  </a:lnTo>
                  <a:lnTo>
                    <a:pt x="2532401" y="723511"/>
                  </a:lnTo>
                  <a:lnTo>
                    <a:pt x="2462057" y="723046"/>
                  </a:lnTo>
                  <a:lnTo>
                    <a:pt x="2391712" y="722581"/>
                  </a:lnTo>
                  <a:lnTo>
                    <a:pt x="2321368" y="722114"/>
                  </a:lnTo>
                  <a:lnTo>
                    <a:pt x="2251023" y="721647"/>
                  </a:lnTo>
                  <a:lnTo>
                    <a:pt x="2180679" y="721179"/>
                  </a:lnTo>
                  <a:lnTo>
                    <a:pt x="2110334" y="720711"/>
                  </a:lnTo>
                  <a:lnTo>
                    <a:pt x="2039990" y="720242"/>
                  </a:lnTo>
                  <a:lnTo>
                    <a:pt x="1969645" y="719772"/>
                  </a:lnTo>
                  <a:lnTo>
                    <a:pt x="1899301" y="719301"/>
                  </a:lnTo>
                  <a:lnTo>
                    <a:pt x="1828956" y="718829"/>
                  </a:lnTo>
                  <a:lnTo>
                    <a:pt x="1758612" y="718357"/>
                  </a:lnTo>
                  <a:lnTo>
                    <a:pt x="1688267" y="717884"/>
                  </a:lnTo>
                  <a:lnTo>
                    <a:pt x="1617923" y="717411"/>
                  </a:lnTo>
                  <a:lnTo>
                    <a:pt x="1547578" y="716937"/>
                  </a:lnTo>
                  <a:lnTo>
                    <a:pt x="1477234" y="716461"/>
                  </a:lnTo>
                  <a:lnTo>
                    <a:pt x="1406889" y="715986"/>
                  </a:lnTo>
                  <a:lnTo>
                    <a:pt x="1336545" y="715509"/>
                  </a:lnTo>
                  <a:lnTo>
                    <a:pt x="1266200" y="715032"/>
                  </a:lnTo>
                  <a:lnTo>
                    <a:pt x="1195856" y="714554"/>
                  </a:lnTo>
                  <a:lnTo>
                    <a:pt x="1125511" y="714075"/>
                  </a:lnTo>
                  <a:lnTo>
                    <a:pt x="1055167" y="713596"/>
                  </a:lnTo>
                  <a:lnTo>
                    <a:pt x="984822" y="713116"/>
                  </a:lnTo>
                  <a:lnTo>
                    <a:pt x="914478" y="712635"/>
                  </a:lnTo>
                  <a:lnTo>
                    <a:pt x="844133" y="712153"/>
                  </a:lnTo>
                  <a:lnTo>
                    <a:pt x="773789" y="711671"/>
                  </a:lnTo>
                  <a:lnTo>
                    <a:pt x="703444" y="711187"/>
                  </a:lnTo>
                  <a:lnTo>
                    <a:pt x="633100" y="710704"/>
                  </a:lnTo>
                  <a:lnTo>
                    <a:pt x="562755" y="710219"/>
                  </a:lnTo>
                  <a:lnTo>
                    <a:pt x="492411" y="709734"/>
                  </a:lnTo>
                  <a:lnTo>
                    <a:pt x="422066" y="709248"/>
                  </a:lnTo>
                  <a:lnTo>
                    <a:pt x="351722" y="708761"/>
                  </a:lnTo>
                  <a:lnTo>
                    <a:pt x="281377" y="708273"/>
                  </a:lnTo>
                  <a:lnTo>
                    <a:pt x="211033" y="707785"/>
                  </a:lnTo>
                  <a:lnTo>
                    <a:pt x="140688" y="707296"/>
                  </a:lnTo>
                  <a:lnTo>
                    <a:pt x="70344" y="706806"/>
                  </a:lnTo>
                  <a:lnTo>
                    <a:pt x="0" y="70631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1235312" y="4567394"/>
              <a:ext cx="6964104" cy="751411"/>
            </a:xfrm>
            <a:custGeom>
              <a:avLst/>
              <a:pathLst>
                <a:path w="6964104" h="751411">
                  <a:moveTo>
                    <a:pt x="0" y="0"/>
                  </a:moveTo>
                  <a:lnTo>
                    <a:pt x="70344" y="28687"/>
                  </a:lnTo>
                  <a:lnTo>
                    <a:pt x="140688" y="56574"/>
                  </a:lnTo>
                  <a:lnTo>
                    <a:pt x="211033" y="83680"/>
                  </a:lnTo>
                  <a:lnTo>
                    <a:pt x="281377" y="110029"/>
                  </a:lnTo>
                  <a:lnTo>
                    <a:pt x="351722" y="135641"/>
                  </a:lnTo>
                  <a:lnTo>
                    <a:pt x="422066" y="160538"/>
                  </a:lnTo>
                  <a:lnTo>
                    <a:pt x="492411" y="184738"/>
                  </a:lnTo>
                  <a:lnTo>
                    <a:pt x="562755" y="208262"/>
                  </a:lnTo>
                  <a:lnTo>
                    <a:pt x="633100" y="231128"/>
                  </a:lnTo>
                  <a:lnTo>
                    <a:pt x="703444" y="253356"/>
                  </a:lnTo>
                  <a:lnTo>
                    <a:pt x="773789" y="274961"/>
                  </a:lnTo>
                  <a:lnTo>
                    <a:pt x="844133" y="295963"/>
                  </a:lnTo>
                  <a:lnTo>
                    <a:pt x="914478" y="316378"/>
                  </a:lnTo>
                  <a:lnTo>
                    <a:pt x="984822" y="336223"/>
                  </a:lnTo>
                  <a:lnTo>
                    <a:pt x="1055167" y="355512"/>
                  </a:lnTo>
                  <a:lnTo>
                    <a:pt x="1125511" y="374262"/>
                  </a:lnTo>
                  <a:lnTo>
                    <a:pt x="1195856" y="392489"/>
                  </a:lnTo>
                  <a:lnTo>
                    <a:pt x="1266200" y="410205"/>
                  </a:lnTo>
                  <a:lnTo>
                    <a:pt x="1336545" y="427427"/>
                  </a:lnTo>
                  <a:lnTo>
                    <a:pt x="1406889" y="444167"/>
                  </a:lnTo>
                  <a:lnTo>
                    <a:pt x="1477234" y="460439"/>
                  </a:lnTo>
                  <a:lnTo>
                    <a:pt x="1547578" y="476256"/>
                  </a:lnTo>
                  <a:lnTo>
                    <a:pt x="1617923" y="491631"/>
                  </a:lnTo>
                  <a:lnTo>
                    <a:pt x="1688267" y="506577"/>
                  </a:lnTo>
                  <a:lnTo>
                    <a:pt x="1758612" y="521104"/>
                  </a:lnTo>
                  <a:lnTo>
                    <a:pt x="1828956" y="535226"/>
                  </a:lnTo>
                  <a:lnTo>
                    <a:pt x="1899301" y="548953"/>
                  </a:lnTo>
                  <a:lnTo>
                    <a:pt x="1969645" y="562296"/>
                  </a:lnTo>
                  <a:lnTo>
                    <a:pt x="2039990" y="575266"/>
                  </a:lnTo>
                  <a:lnTo>
                    <a:pt x="2110334" y="587873"/>
                  </a:lnTo>
                  <a:lnTo>
                    <a:pt x="2180679" y="600128"/>
                  </a:lnTo>
                  <a:lnTo>
                    <a:pt x="2251023" y="612041"/>
                  </a:lnTo>
                  <a:lnTo>
                    <a:pt x="2321368" y="623621"/>
                  </a:lnTo>
                  <a:lnTo>
                    <a:pt x="2391712" y="634876"/>
                  </a:lnTo>
                  <a:lnTo>
                    <a:pt x="2462057" y="645818"/>
                  </a:lnTo>
                  <a:lnTo>
                    <a:pt x="2532401" y="656453"/>
                  </a:lnTo>
                  <a:lnTo>
                    <a:pt x="2602746" y="666791"/>
                  </a:lnTo>
                  <a:lnTo>
                    <a:pt x="2673090" y="676840"/>
                  </a:lnTo>
                  <a:lnTo>
                    <a:pt x="2743435" y="686608"/>
                  </a:lnTo>
                  <a:lnTo>
                    <a:pt x="2813779" y="696104"/>
                  </a:lnTo>
                  <a:lnTo>
                    <a:pt x="2884124" y="705333"/>
                  </a:lnTo>
                  <a:lnTo>
                    <a:pt x="2954468" y="714305"/>
                  </a:lnTo>
                  <a:lnTo>
                    <a:pt x="3024813" y="723026"/>
                  </a:lnTo>
                  <a:lnTo>
                    <a:pt x="3095157" y="727205"/>
                  </a:lnTo>
                  <a:lnTo>
                    <a:pt x="3165502" y="727664"/>
                  </a:lnTo>
                  <a:lnTo>
                    <a:pt x="3235846" y="728122"/>
                  </a:lnTo>
                  <a:lnTo>
                    <a:pt x="3306191" y="728579"/>
                  </a:lnTo>
                  <a:lnTo>
                    <a:pt x="3376535" y="729035"/>
                  </a:lnTo>
                  <a:lnTo>
                    <a:pt x="3446880" y="729491"/>
                  </a:lnTo>
                  <a:lnTo>
                    <a:pt x="3517224" y="729946"/>
                  </a:lnTo>
                  <a:lnTo>
                    <a:pt x="3587569" y="730401"/>
                  </a:lnTo>
                  <a:lnTo>
                    <a:pt x="3657913" y="730854"/>
                  </a:lnTo>
                  <a:lnTo>
                    <a:pt x="3728257" y="731307"/>
                  </a:lnTo>
                  <a:lnTo>
                    <a:pt x="3798602" y="731760"/>
                  </a:lnTo>
                  <a:lnTo>
                    <a:pt x="3868946" y="732211"/>
                  </a:lnTo>
                  <a:lnTo>
                    <a:pt x="3939291" y="732662"/>
                  </a:lnTo>
                  <a:lnTo>
                    <a:pt x="4009635" y="733112"/>
                  </a:lnTo>
                  <a:lnTo>
                    <a:pt x="4079980" y="733562"/>
                  </a:lnTo>
                  <a:lnTo>
                    <a:pt x="4150324" y="734011"/>
                  </a:lnTo>
                  <a:lnTo>
                    <a:pt x="4220669" y="734459"/>
                  </a:lnTo>
                  <a:lnTo>
                    <a:pt x="4291013" y="734906"/>
                  </a:lnTo>
                  <a:lnTo>
                    <a:pt x="4361358" y="735353"/>
                  </a:lnTo>
                  <a:lnTo>
                    <a:pt x="4431702" y="735799"/>
                  </a:lnTo>
                  <a:lnTo>
                    <a:pt x="4502047" y="736245"/>
                  </a:lnTo>
                  <a:lnTo>
                    <a:pt x="4572391" y="736689"/>
                  </a:lnTo>
                  <a:lnTo>
                    <a:pt x="4642736" y="737133"/>
                  </a:lnTo>
                  <a:lnTo>
                    <a:pt x="4713080" y="737577"/>
                  </a:lnTo>
                  <a:lnTo>
                    <a:pt x="4783425" y="738019"/>
                  </a:lnTo>
                  <a:lnTo>
                    <a:pt x="4853769" y="738461"/>
                  </a:lnTo>
                  <a:lnTo>
                    <a:pt x="4924114" y="738903"/>
                  </a:lnTo>
                  <a:lnTo>
                    <a:pt x="4994458" y="739343"/>
                  </a:lnTo>
                  <a:lnTo>
                    <a:pt x="5064803" y="739783"/>
                  </a:lnTo>
                  <a:lnTo>
                    <a:pt x="5135147" y="740223"/>
                  </a:lnTo>
                  <a:lnTo>
                    <a:pt x="5205492" y="740661"/>
                  </a:lnTo>
                  <a:lnTo>
                    <a:pt x="5275836" y="741099"/>
                  </a:lnTo>
                  <a:lnTo>
                    <a:pt x="5346181" y="741536"/>
                  </a:lnTo>
                  <a:lnTo>
                    <a:pt x="5416525" y="741973"/>
                  </a:lnTo>
                  <a:lnTo>
                    <a:pt x="5486870" y="742409"/>
                  </a:lnTo>
                  <a:lnTo>
                    <a:pt x="5557214" y="742844"/>
                  </a:lnTo>
                  <a:lnTo>
                    <a:pt x="5627559" y="743279"/>
                  </a:lnTo>
                  <a:lnTo>
                    <a:pt x="5697903" y="743713"/>
                  </a:lnTo>
                  <a:lnTo>
                    <a:pt x="5768248" y="744146"/>
                  </a:lnTo>
                  <a:lnTo>
                    <a:pt x="5838592" y="744579"/>
                  </a:lnTo>
                  <a:lnTo>
                    <a:pt x="5908937" y="745011"/>
                  </a:lnTo>
                  <a:lnTo>
                    <a:pt x="5979281" y="745442"/>
                  </a:lnTo>
                  <a:lnTo>
                    <a:pt x="6049626" y="745872"/>
                  </a:lnTo>
                  <a:lnTo>
                    <a:pt x="6119970" y="746302"/>
                  </a:lnTo>
                  <a:lnTo>
                    <a:pt x="6190315" y="746732"/>
                  </a:lnTo>
                  <a:lnTo>
                    <a:pt x="6260659" y="747160"/>
                  </a:lnTo>
                  <a:lnTo>
                    <a:pt x="6331004" y="747588"/>
                  </a:lnTo>
                  <a:lnTo>
                    <a:pt x="6401348" y="748016"/>
                  </a:lnTo>
                  <a:lnTo>
                    <a:pt x="6471693" y="748442"/>
                  </a:lnTo>
                  <a:lnTo>
                    <a:pt x="6542037" y="748868"/>
                  </a:lnTo>
                  <a:lnTo>
                    <a:pt x="6612382" y="749294"/>
                  </a:lnTo>
                  <a:lnTo>
                    <a:pt x="6682726" y="749718"/>
                  </a:lnTo>
                  <a:lnTo>
                    <a:pt x="6753071" y="750142"/>
                  </a:lnTo>
                  <a:lnTo>
                    <a:pt x="6823415" y="750566"/>
                  </a:lnTo>
                  <a:lnTo>
                    <a:pt x="6893760" y="750989"/>
                  </a:lnTo>
                  <a:lnTo>
                    <a:pt x="6964104" y="7514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1235312" y="5273710"/>
              <a:ext cx="6964104" cy="257988"/>
            </a:xfrm>
            <a:custGeom>
              <a:avLst/>
              <a:pathLst>
                <a:path w="6964104" h="257988">
                  <a:moveTo>
                    <a:pt x="6964104" y="257988"/>
                  </a:moveTo>
                  <a:lnTo>
                    <a:pt x="6893760" y="256205"/>
                  </a:lnTo>
                  <a:lnTo>
                    <a:pt x="6823415" y="254371"/>
                  </a:lnTo>
                  <a:lnTo>
                    <a:pt x="6753071" y="252485"/>
                  </a:lnTo>
                  <a:lnTo>
                    <a:pt x="6682726" y="250544"/>
                  </a:lnTo>
                  <a:lnTo>
                    <a:pt x="6612382" y="248547"/>
                  </a:lnTo>
                  <a:lnTo>
                    <a:pt x="6542037" y="246493"/>
                  </a:lnTo>
                  <a:lnTo>
                    <a:pt x="6471693" y="244380"/>
                  </a:lnTo>
                  <a:lnTo>
                    <a:pt x="6401348" y="242206"/>
                  </a:lnTo>
                  <a:lnTo>
                    <a:pt x="6331004" y="239970"/>
                  </a:lnTo>
                  <a:lnTo>
                    <a:pt x="6260659" y="237669"/>
                  </a:lnTo>
                  <a:lnTo>
                    <a:pt x="6190315" y="235302"/>
                  </a:lnTo>
                  <a:lnTo>
                    <a:pt x="6119970" y="232867"/>
                  </a:lnTo>
                  <a:lnTo>
                    <a:pt x="6049626" y="230362"/>
                  </a:lnTo>
                  <a:lnTo>
                    <a:pt x="5979281" y="227785"/>
                  </a:lnTo>
                  <a:lnTo>
                    <a:pt x="5908937" y="225134"/>
                  </a:lnTo>
                  <a:lnTo>
                    <a:pt x="5838592" y="222407"/>
                  </a:lnTo>
                  <a:lnTo>
                    <a:pt x="5768248" y="219601"/>
                  </a:lnTo>
                  <a:lnTo>
                    <a:pt x="5697903" y="216714"/>
                  </a:lnTo>
                  <a:lnTo>
                    <a:pt x="5627559" y="213745"/>
                  </a:lnTo>
                  <a:lnTo>
                    <a:pt x="5557214" y="210690"/>
                  </a:lnTo>
                  <a:lnTo>
                    <a:pt x="5486870" y="207547"/>
                  </a:lnTo>
                  <a:lnTo>
                    <a:pt x="5416525" y="204314"/>
                  </a:lnTo>
                  <a:lnTo>
                    <a:pt x="5346181" y="200988"/>
                  </a:lnTo>
                  <a:lnTo>
                    <a:pt x="5275836" y="197566"/>
                  </a:lnTo>
                  <a:lnTo>
                    <a:pt x="5205492" y="194046"/>
                  </a:lnTo>
                  <a:lnTo>
                    <a:pt x="5135147" y="190425"/>
                  </a:lnTo>
                  <a:lnTo>
                    <a:pt x="5064803" y="186699"/>
                  </a:lnTo>
                  <a:lnTo>
                    <a:pt x="4994458" y="182867"/>
                  </a:lnTo>
                  <a:lnTo>
                    <a:pt x="4924114" y="178924"/>
                  </a:lnTo>
                  <a:lnTo>
                    <a:pt x="4853769" y="174868"/>
                  </a:lnTo>
                  <a:lnTo>
                    <a:pt x="4783425" y="170695"/>
                  </a:lnTo>
                  <a:lnTo>
                    <a:pt x="4713080" y="166402"/>
                  </a:lnTo>
                  <a:lnTo>
                    <a:pt x="4642736" y="161986"/>
                  </a:lnTo>
                  <a:lnTo>
                    <a:pt x="4572391" y="157443"/>
                  </a:lnTo>
                  <a:lnTo>
                    <a:pt x="4502047" y="152769"/>
                  </a:lnTo>
                  <a:lnTo>
                    <a:pt x="4431702" y="147960"/>
                  </a:lnTo>
                  <a:lnTo>
                    <a:pt x="4361358" y="143014"/>
                  </a:lnTo>
                  <a:lnTo>
                    <a:pt x="4291013" y="137925"/>
                  </a:lnTo>
                  <a:lnTo>
                    <a:pt x="4220669" y="132689"/>
                  </a:lnTo>
                  <a:lnTo>
                    <a:pt x="4150324" y="127304"/>
                  </a:lnTo>
                  <a:lnTo>
                    <a:pt x="4079980" y="121763"/>
                  </a:lnTo>
                  <a:lnTo>
                    <a:pt x="4009635" y="116063"/>
                  </a:lnTo>
                  <a:lnTo>
                    <a:pt x="3939291" y="110199"/>
                  </a:lnTo>
                  <a:lnTo>
                    <a:pt x="3868946" y="104167"/>
                  </a:lnTo>
                  <a:lnTo>
                    <a:pt x="3798602" y="97961"/>
                  </a:lnTo>
                  <a:lnTo>
                    <a:pt x="3728257" y="91576"/>
                  </a:lnTo>
                  <a:lnTo>
                    <a:pt x="3657913" y="85008"/>
                  </a:lnTo>
                  <a:lnTo>
                    <a:pt x="3587569" y="78251"/>
                  </a:lnTo>
                  <a:lnTo>
                    <a:pt x="3517224" y="71300"/>
                  </a:lnTo>
                  <a:lnTo>
                    <a:pt x="3446880" y="64149"/>
                  </a:lnTo>
                  <a:lnTo>
                    <a:pt x="3376535" y="56792"/>
                  </a:lnTo>
                  <a:lnTo>
                    <a:pt x="3306191" y="49224"/>
                  </a:lnTo>
                  <a:lnTo>
                    <a:pt x="3235846" y="41438"/>
                  </a:lnTo>
                  <a:lnTo>
                    <a:pt x="3165502" y="33428"/>
                  </a:lnTo>
                  <a:lnTo>
                    <a:pt x="3095157" y="25188"/>
                  </a:lnTo>
                  <a:lnTo>
                    <a:pt x="3024813" y="20430"/>
                  </a:lnTo>
                  <a:lnTo>
                    <a:pt x="2954468" y="19970"/>
                  </a:lnTo>
                  <a:lnTo>
                    <a:pt x="2884124" y="19510"/>
                  </a:lnTo>
                  <a:lnTo>
                    <a:pt x="2813779" y="19048"/>
                  </a:lnTo>
                  <a:lnTo>
                    <a:pt x="2743435" y="18586"/>
                  </a:lnTo>
                  <a:lnTo>
                    <a:pt x="2673090" y="18123"/>
                  </a:lnTo>
                  <a:lnTo>
                    <a:pt x="2602746" y="17660"/>
                  </a:lnTo>
                  <a:lnTo>
                    <a:pt x="2532401" y="17196"/>
                  </a:lnTo>
                  <a:lnTo>
                    <a:pt x="2462057" y="16731"/>
                  </a:lnTo>
                  <a:lnTo>
                    <a:pt x="2391712" y="16265"/>
                  </a:lnTo>
                  <a:lnTo>
                    <a:pt x="2321368" y="15799"/>
                  </a:lnTo>
                  <a:lnTo>
                    <a:pt x="2251023" y="15332"/>
                  </a:lnTo>
                  <a:lnTo>
                    <a:pt x="2180679" y="14864"/>
                  </a:lnTo>
                  <a:lnTo>
                    <a:pt x="2110334" y="14395"/>
                  </a:lnTo>
                  <a:lnTo>
                    <a:pt x="2039990" y="13926"/>
                  </a:lnTo>
                  <a:lnTo>
                    <a:pt x="1969645" y="13456"/>
                  </a:lnTo>
                  <a:lnTo>
                    <a:pt x="1899301" y="12985"/>
                  </a:lnTo>
                  <a:lnTo>
                    <a:pt x="1828956" y="12514"/>
                  </a:lnTo>
                  <a:lnTo>
                    <a:pt x="1758612" y="12042"/>
                  </a:lnTo>
                  <a:lnTo>
                    <a:pt x="1688267" y="11569"/>
                  </a:lnTo>
                  <a:lnTo>
                    <a:pt x="1617923" y="11095"/>
                  </a:lnTo>
                  <a:lnTo>
                    <a:pt x="1547578" y="10621"/>
                  </a:lnTo>
                  <a:lnTo>
                    <a:pt x="1477234" y="10146"/>
                  </a:lnTo>
                  <a:lnTo>
                    <a:pt x="1406889" y="9670"/>
                  </a:lnTo>
                  <a:lnTo>
                    <a:pt x="1336545" y="9194"/>
                  </a:lnTo>
                  <a:lnTo>
                    <a:pt x="1266200" y="8716"/>
                  </a:lnTo>
                  <a:lnTo>
                    <a:pt x="1195856" y="8238"/>
                  </a:lnTo>
                  <a:lnTo>
                    <a:pt x="1125511" y="7760"/>
                  </a:lnTo>
                  <a:lnTo>
                    <a:pt x="1055167" y="7280"/>
                  </a:lnTo>
                  <a:lnTo>
                    <a:pt x="984822" y="6800"/>
                  </a:lnTo>
                  <a:lnTo>
                    <a:pt x="914478" y="6319"/>
                  </a:lnTo>
                  <a:lnTo>
                    <a:pt x="844133" y="5837"/>
                  </a:lnTo>
                  <a:lnTo>
                    <a:pt x="773789" y="5355"/>
                  </a:lnTo>
                  <a:lnTo>
                    <a:pt x="703444" y="4872"/>
                  </a:lnTo>
                  <a:lnTo>
                    <a:pt x="633100" y="4388"/>
                  </a:lnTo>
                  <a:lnTo>
                    <a:pt x="562755" y="3903"/>
                  </a:lnTo>
                  <a:lnTo>
                    <a:pt x="492411" y="3418"/>
                  </a:lnTo>
                  <a:lnTo>
                    <a:pt x="422066" y="2932"/>
                  </a:lnTo>
                  <a:lnTo>
                    <a:pt x="351722" y="2445"/>
                  </a:lnTo>
                  <a:lnTo>
                    <a:pt x="281377" y="1957"/>
                  </a:lnTo>
                  <a:lnTo>
                    <a:pt x="211033" y="1469"/>
                  </a:lnTo>
                  <a:lnTo>
                    <a:pt x="140688" y="980"/>
                  </a:lnTo>
                  <a:lnTo>
                    <a:pt x="70344" y="4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1235312" y="5020634"/>
              <a:ext cx="6964104" cy="442517"/>
            </a:xfrm>
            <a:custGeom>
              <a:avLst/>
              <a:pathLst>
                <a:path w="6964104" h="442517">
                  <a:moveTo>
                    <a:pt x="0" y="0"/>
                  </a:moveTo>
                  <a:lnTo>
                    <a:pt x="70344" y="8499"/>
                  </a:lnTo>
                  <a:lnTo>
                    <a:pt x="140688" y="16872"/>
                  </a:lnTo>
                  <a:lnTo>
                    <a:pt x="211033" y="25121"/>
                  </a:lnTo>
                  <a:lnTo>
                    <a:pt x="281377" y="33248"/>
                  </a:lnTo>
                  <a:lnTo>
                    <a:pt x="351722" y="41254"/>
                  </a:lnTo>
                  <a:lnTo>
                    <a:pt x="422066" y="49142"/>
                  </a:lnTo>
                  <a:lnTo>
                    <a:pt x="492411" y="56912"/>
                  </a:lnTo>
                  <a:lnTo>
                    <a:pt x="562755" y="64567"/>
                  </a:lnTo>
                  <a:lnTo>
                    <a:pt x="633100" y="72109"/>
                  </a:lnTo>
                  <a:lnTo>
                    <a:pt x="703444" y="79539"/>
                  </a:lnTo>
                  <a:lnTo>
                    <a:pt x="773789" y="86859"/>
                  </a:lnTo>
                  <a:lnTo>
                    <a:pt x="844133" y="94070"/>
                  </a:lnTo>
                  <a:lnTo>
                    <a:pt x="914478" y="101174"/>
                  </a:lnTo>
                  <a:lnTo>
                    <a:pt x="984822" y="108173"/>
                  </a:lnTo>
                  <a:lnTo>
                    <a:pt x="1055167" y="115067"/>
                  </a:lnTo>
                  <a:lnTo>
                    <a:pt x="1125511" y="121860"/>
                  </a:lnTo>
                  <a:lnTo>
                    <a:pt x="1195856" y="128552"/>
                  </a:lnTo>
                  <a:lnTo>
                    <a:pt x="1266200" y="135145"/>
                  </a:lnTo>
                  <a:lnTo>
                    <a:pt x="1336545" y="141640"/>
                  </a:lnTo>
                  <a:lnTo>
                    <a:pt x="1406889" y="148038"/>
                  </a:lnTo>
                  <a:lnTo>
                    <a:pt x="1477234" y="154342"/>
                  </a:lnTo>
                  <a:lnTo>
                    <a:pt x="1547578" y="160552"/>
                  </a:lnTo>
                  <a:lnTo>
                    <a:pt x="1617923" y="166670"/>
                  </a:lnTo>
                  <a:lnTo>
                    <a:pt x="1688267" y="172698"/>
                  </a:lnTo>
                  <a:lnTo>
                    <a:pt x="1758612" y="178635"/>
                  </a:lnTo>
                  <a:lnTo>
                    <a:pt x="1828956" y="184485"/>
                  </a:lnTo>
                  <a:lnTo>
                    <a:pt x="1899301" y="190248"/>
                  </a:lnTo>
                  <a:lnTo>
                    <a:pt x="1969645" y="195926"/>
                  </a:lnTo>
                  <a:lnTo>
                    <a:pt x="2039990" y="201520"/>
                  </a:lnTo>
                  <a:lnTo>
                    <a:pt x="2110334" y="207030"/>
                  </a:lnTo>
                  <a:lnTo>
                    <a:pt x="2180679" y="212459"/>
                  </a:lnTo>
                  <a:lnTo>
                    <a:pt x="2251023" y="217807"/>
                  </a:lnTo>
                  <a:lnTo>
                    <a:pt x="2321368" y="223076"/>
                  </a:lnTo>
                  <a:lnTo>
                    <a:pt x="2391712" y="228267"/>
                  </a:lnTo>
                  <a:lnTo>
                    <a:pt x="2462057" y="233380"/>
                  </a:lnTo>
                  <a:lnTo>
                    <a:pt x="2532401" y="238418"/>
                  </a:lnTo>
                  <a:lnTo>
                    <a:pt x="2602746" y="243381"/>
                  </a:lnTo>
                  <a:lnTo>
                    <a:pt x="2673090" y="248271"/>
                  </a:lnTo>
                  <a:lnTo>
                    <a:pt x="2743435" y="253088"/>
                  </a:lnTo>
                  <a:lnTo>
                    <a:pt x="2813779" y="257834"/>
                  </a:lnTo>
                  <a:lnTo>
                    <a:pt x="2884124" y="262509"/>
                  </a:lnTo>
                  <a:lnTo>
                    <a:pt x="2954468" y="267115"/>
                  </a:lnTo>
                  <a:lnTo>
                    <a:pt x="3024813" y="271652"/>
                  </a:lnTo>
                  <a:lnTo>
                    <a:pt x="3095157" y="276123"/>
                  </a:lnTo>
                  <a:lnTo>
                    <a:pt x="3165502" y="280527"/>
                  </a:lnTo>
                  <a:lnTo>
                    <a:pt x="3235846" y="284865"/>
                  </a:lnTo>
                  <a:lnTo>
                    <a:pt x="3306191" y="289140"/>
                  </a:lnTo>
                  <a:lnTo>
                    <a:pt x="3376535" y="293350"/>
                  </a:lnTo>
                  <a:lnTo>
                    <a:pt x="3446880" y="297499"/>
                  </a:lnTo>
                  <a:lnTo>
                    <a:pt x="3517224" y="301586"/>
                  </a:lnTo>
                  <a:lnTo>
                    <a:pt x="3587569" y="305612"/>
                  </a:lnTo>
                  <a:lnTo>
                    <a:pt x="3657913" y="309579"/>
                  </a:lnTo>
                  <a:lnTo>
                    <a:pt x="3728257" y="313486"/>
                  </a:lnTo>
                  <a:lnTo>
                    <a:pt x="3798602" y="317336"/>
                  </a:lnTo>
                  <a:lnTo>
                    <a:pt x="3868946" y="321129"/>
                  </a:lnTo>
                  <a:lnTo>
                    <a:pt x="3939291" y="324865"/>
                  </a:lnTo>
                  <a:lnTo>
                    <a:pt x="4009635" y="328546"/>
                  </a:lnTo>
                  <a:lnTo>
                    <a:pt x="4079980" y="332173"/>
                  </a:lnTo>
                  <a:lnTo>
                    <a:pt x="4150324" y="335746"/>
                  </a:lnTo>
                  <a:lnTo>
                    <a:pt x="4220669" y="339265"/>
                  </a:lnTo>
                  <a:lnTo>
                    <a:pt x="4291013" y="342733"/>
                  </a:lnTo>
                  <a:lnTo>
                    <a:pt x="4361358" y="346149"/>
                  </a:lnTo>
                  <a:lnTo>
                    <a:pt x="4431702" y="349514"/>
                  </a:lnTo>
                  <a:lnTo>
                    <a:pt x="4502047" y="352829"/>
                  </a:lnTo>
                  <a:lnTo>
                    <a:pt x="4572391" y="356096"/>
                  </a:lnTo>
                  <a:lnTo>
                    <a:pt x="4642736" y="359314"/>
                  </a:lnTo>
                  <a:lnTo>
                    <a:pt x="4713080" y="362484"/>
                  </a:lnTo>
                  <a:lnTo>
                    <a:pt x="4783425" y="365607"/>
                  </a:lnTo>
                  <a:lnTo>
                    <a:pt x="4853769" y="368684"/>
                  </a:lnTo>
                  <a:lnTo>
                    <a:pt x="4924114" y="371715"/>
                  </a:lnTo>
                  <a:lnTo>
                    <a:pt x="4994458" y="374701"/>
                  </a:lnTo>
                  <a:lnTo>
                    <a:pt x="5064803" y="377643"/>
                  </a:lnTo>
                  <a:lnTo>
                    <a:pt x="5135147" y="380541"/>
                  </a:lnTo>
                  <a:lnTo>
                    <a:pt x="5205492" y="383396"/>
                  </a:lnTo>
                  <a:lnTo>
                    <a:pt x="5275836" y="386209"/>
                  </a:lnTo>
                  <a:lnTo>
                    <a:pt x="5346181" y="388980"/>
                  </a:lnTo>
                  <a:lnTo>
                    <a:pt x="5416525" y="391710"/>
                  </a:lnTo>
                  <a:lnTo>
                    <a:pt x="5486870" y="394400"/>
                  </a:lnTo>
                  <a:lnTo>
                    <a:pt x="5557214" y="397050"/>
                  </a:lnTo>
                  <a:lnTo>
                    <a:pt x="5627559" y="399660"/>
                  </a:lnTo>
                  <a:lnTo>
                    <a:pt x="5697903" y="402232"/>
                  </a:lnTo>
                  <a:lnTo>
                    <a:pt x="5768248" y="404765"/>
                  </a:lnTo>
                  <a:lnTo>
                    <a:pt x="5838592" y="407261"/>
                  </a:lnTo>
                  <a:lnTo>
                    <a:pt x="5908937" y="409720"/>
                  </a:lnTo>
                  <a:lnTo>
                    <a:pt x="5979281" y="412143"/>
                  </a:lnTo>
                  <a:lnTo>
                    <a:pt x="6049626" y="414529"/>
                  </a:lnTo>
                  <a:lnTo>
                    <a:pt x="6119970" y="416881"/>
                  </a:lnTo>
                  <a:lnTo>
                    <a:pt x="6190315" y="419197"/>
                  </a:lnTo>
                  <a:lnTo>
                    <a:pt x="6260659" y="421479"/>
                  </a:lnTo>
                  <a:lnTo>
                    <a:pt x="6331004" y="423727"/>
                  </a:lnTo>
                  <a:lnTo>
                    <a:pt x="6401348" y="425942"/>
                  </a:lnTo>
                  <a:lnTo>
                    <a:pt x="6471693" y="428124"/>
                  </a:lnTo>
                  <a:lnTo>
                    <a:pt x="6542037" y="430273"/>
                  </a:lnTo>
                  <a:lnTo>
                    <a:pt x="6612382" y="432391"/>
                  </a:lnTo>
                  <a:lnTo>
                    <a:pt x="6682726" y="434477"/>
                  </a:lnTo>
                  <a:lnTo>
                    <a:pt x="6753071" y="436532"/>
                  </a:lnTo>
                  <a:lnTo>
                    <a:pt x="6823415" y="438557"/>
                  </a:lnTo>
                  <a:lnTo>
                    <a:pt x="6893760" y="440552"/>
                  </a:lnTo>
                  <a:lnTo>
                    <a:pt x="6964104" y="44251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429250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312483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550859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9" name="tx79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1346003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219651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304702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3897531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4748041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5648248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6467667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7318177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8168686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1561815" y="5855859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94" name="tx94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887106" y="4159544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1.20 (1.02-1.41), p_Bonf = 0.174 (n = 6)  |  per IQR decline (Δ = 28.0 %): 1.66 (1.05-2.61)  |  IQR: [-30.0, -2.0] %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887106" y="3932770"/>
              <a:ext cx="27839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2026-07-22T07:57:31Z</dcterms:modified>
  <cp:category/>
</cp:coreProperties>
</file>