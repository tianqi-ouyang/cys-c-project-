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(0.98-1.24), p_Bonf = 0.554 (n = 6)  |  per IQR decline (Δ = 23.1): 1.25 (0.96-1.63)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2026-07-07T08:49:10Z</dcterms:modified>
  <cp:category/>
</cp:coreProperties>
</file>