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13342"/>
              <a:ext cx="7090630" cy="2086007"/>
            </a:xfrm>
            <a:custGeom>
              <a:avLst/>
              <a:pathLst>
                <a:path w="7090630" h="2086007">
                  <a:moveTo>
                    <a:pt x="0" y="0"/>
                  </a:moveTo>
                  <a:lnTo>
                    <a:pt x="71622" y="43684"/>
                  </a:lnTo>
                  <a:lnTo>
                    <a:pt x="143245" y="86618"/>
                  </a:lnTo>
                  <a:lnTo>
                    <a:pt x="214867" y="128815"/>
                  </a:lnTo>
                  <a:lnTo>
                    <a:pt x="286490" y="170287"/>
                  </a:lnTo>
                  <a:lnTo>
                    <a:pt x="358112" y="211047"/>
                  </a:lnTo>
                  <a:lnTo>
                    <a:pt x="429735" y="251107"/>
                  </a:lnTo>
                  <a:lnTo>
                    <a:pt x="501357" y="290479"/>
                  </a:lnTo>
                  <a:lnTo>
                    <a:pt x="572980" y="329176"/>
                  </a:lnTo>
                  <a:lnTo>
                    <a:pt x="644602" y="367207"/>
                  </a:lnTo>
                  <a:lnTo>
                    <a:pt x="716225" y="404586"/>
                  </a:lnTo>
                  <a:lnTo>
                    <a:pt x="787847" y="441322"/>
                  </a:lnTo>
                  <a:lnTo>
                    <a:pt x="859470" y="477428"/>
                  </a:lnTo>
                  <a:lnTo>
                    <a:pt x="931092" y="512914"/>
                  </a:lnTo>
                  <a:lnTo>
                    <a:pt x="1002715" y="547790"/>
                  </a:lnTo>
                  <a:lnTo>
                    <a:pt x="1074337" y="582068"/>
                  </a:lnTo>
                  <a:lnTo>
                    <a:pt x="1145960" y="615757"/>
                  </a:lnTo>
                  <a:lnTo>
                    <a:pt x="1217582" y="648867"/>
                  </a:lnTo>
                  <a:lnTo>
                    <a:pt x="1289205" y="681409"/>
                  </a:lnTo>
                  <a:lnTo>
                    <a:pt x="1360827" y="713392"/>
                  </a:lnTo>
                  <a:lnTo>
                    <a:pt x="1432450" y="744826"/>
                  </a:lnTo>
                  <a:lnTo>
                    <a:pt x="1504073" y="775720"/>
                  </a:lnTo>
                  <a:lnTo>
                    <a:pt x="1575695" y="806084"/>
                  </a:lnTo>
                  <a:lnTo>
                    <a:pt x="1647318" y="835926"/>
                  </a:lnTo>
                  <a:lnTo>
                    <a:pt x="1718940" y="865255"/>
                  </a:lnTo>
                  <a:lnTo>
                    <a:pt x="1790563" y="894081"/>
                  </a:lnTo>
                  <a:lnTo>
                    <a:pt x="1862185" y="922412"/>
                  </a:lnTo>
                  <a:lnTo>
                    <a:pt x="1933808" y="950257"/>
                  </a:lnTo>
                  <a:lnTo>
                    <a:pt x="2005430" y="977623"/>
                  </a:lnTo>
                  <a:lnTo>
                    <a:pt x="2077053" y="1004520"/>
                  </a:lnTo>
                  <a:lnTo>
                    <a:pt x="2148675" y="1030954"/>
                  </a:lnTo>
                  <a:lnTo>
                    <a:pt x="2220298" y="1056935"/>
                  </a:lnTo>
                  <a:lnTo>
                    <a:pt x="2291920" y="1082469"/>
                  </a:lnTo>
                  <a:lnTo>
                    <a:pt x="2363543" y="1107565"/>
                  </a:lnTo>
                  <a:lnTo>
                    <a:pt x="2435165" y="1132230"/>
                  </a:lnTo>
                  <a:lnTo>
                    <a:pt x="2506788" y="1156472"/>
                  </a:lnTo>
                  <a:lnTo>
                    <a:pt x="2578410" y="1180297"/>
                  </a:lnTo>
                  <a:lnTo>
                    <a:pt x="2650033" y="1203713"/>
                  </a:lnTo>
                  <a:lnTo>
                    <a:pt x="2721655" y="1226727"/>
                  </a:lnTo>
                  <a:lnTo>
                    <a:pt x="2793278" y="1249346"/>
                  </a:lnTo>
                  <a:lnTo>
                    <a:pt x="2864901" y="1271576"/>
                  </a:lnTo>
                  <a:lnTo>
                    <a:pt x="2936523" y="1293425"/>
                  </a:lnTo>
                  <a:lnTo>
                    <a:pt x="3008146" y="1314898"/>
                  </a:lnTo>
                  <a:lnTo>
                    <a:pt x="3079768" y="1336003"/>
                  </a:lnTo>
                  <a:lnTo>
                    <a:pt x="3151391" y="1356745"/>
                  </a:lnTo>
                  <a:lnTo>
                    <a:pt x="3223013" y="1377131"/>
                  </a:lnTo>
                  <a:lnTo>
                    <a:pt x="3294636" y="1397167"/>
                  </a:lnTo>
                  <a:lnTo>
                    <a:pt x="3366258" y="1416859"/>
                  </a:lnTo>
                  <a:lnTo>
                    <a:pt x="3437881" y="1436213"/>
                  </a:lnTo>
                  <a:lnTo>
                    <a:pt x="3509503" y="1455234"/>
                  </a:lnTo>
                  <a:lnTo>
                    <a:pt x="3581126" y="1473929"/>
                  </a:lnTo>
                  <a:lnTo>
                    <a:pt x="3652748" y="1492303"/>
                  </a:lnTo>
                  <a:lnTo>
                    <a:pt x="3724371" y="1510361"/>
                  </a:lnTo>
                  <a:lnTo>
                    <a:pt x="3795993" y="1528109"/>
                  </a:lnTo>
                  <a:lnTo>
                    <a:pt x="3867616" y="1545553"/>
                  </a:lnTo>
                  <a:lnTo>
                    <a:pt x="3939238" y="1562697"/>
                  </a:lnTo>
                  <a:lnTo>
                    <a:pt x="4010861" y="1579546"/>
                  </a:lnTo>
                  <a:lnTo>
                    <a:pt x="4082483" y="1596106"/>
                  </a:lnTo>
                  <a:lnTo>
                    <a:pt x="4154106" y="1612382"/>
                  </a:lnTo>
                  <a:lnTo>
                    <a:pt x="4225729" y="1628378"/>
                  </a:lnTo>
                  <a:lnTo>
                    <a:pt x="4297351" y="1644100"/>
                  </a:lnTo>
                  <a:lnTo>
                    <a:pt x="4368974" y="1659551"/>
                  </a:lnTo>
                  <a:lnTo>
                    <a:pt x="4440596" y="1674738"/>
                  </a:lnTo>
                  <a:lnTo>
                    <a:pt x="4512219" y="1689663"/>
                  </a:lnTo>
                  <a:lnTo>
                    <a:pt x="4583841" y="1704332"/>
                  </a:lnTo>
                  <a:lnTo>
                    <a:pt x="4655464" y="1714115"/>
                  </a:lnTo>
                  <a:lnTo>
                    <a:pt x="4727086" y="1713021"/>
                  </a:lnTo>
                  <a:lnTo>
                    <a:pt x="4798709" y="1711926"/>
                  </a:lnTo>
                  <a:lnTo>
                    <a:pt x="4870331" y="1710829"/>
                  </a:lnTo>
                  <a:lnTo>
                    <a:pt x="4941954" y="1709731"/>
                  </a:lnTo>
                  <a:lnTo>
                    <a:pt x="5013576" y="1708631"/>
                  </a:lnTo>
                  <a:lnTo>
                    <a:pt x="5085199" y="1707530"/>
                  </a:lnTo>
                  <a:lnTo>
                    <a:pt x="5156821" y="1706428"/>
                  </a:lnTo>
                  <a:lnTo>
                    <a:pt x="5228444" y="1705324"/>
                  </a:lnTo>
                  <a:lnTo>
                    <a:pt x="5300066" y="1704218"/>
                  </a:lnTo>
                  <a:lnTo>
                    <a:pt x="5371689" y="1703111"/>
                  </a:lnTo>
                  <a:lnTo>
                    <a:pt x="5443311" y="1702003"/>
                  </a:lnTo>
                  <a:lnTo>
                    <a:pt x="5514934" y="1700893"/>
                  </a:lnTo>
                  <a:lnTo>
                    <a:pt x="5586557" y="1699782"/>
                  </a:lnTo>
                  <a:lnTo>
                    <a:pt x="5658179" y="1698669"/>
                  </a:lnTo>
                  <a:lnTo>
                    <a:pt x="5729802" y="1697555"/>
                  </a:lnTo>
                  <a:lnTo>
                    <a:pt x="5801424" y="1696439"/>
                  </a:lnTo>
                  <a:lnTo>
                    <a:pt x="5873047" y="1695322"/>
                  </a:lnTo>
                  <a:lnTo>
                    <a:pt x="5944669" y="1694203"/>
                  </a:lnTo>
                  <a:lnTo>
                    <a:pt x="6016292" y="1693083"/>
                  </a:lnTo>
                  <a:lnTo>
                    <a:pt x="6087914" y="1691961"/>
                  </a:lnTo>
                  <a:lnTo>
                    <a:pt x="6159537" y="1690838"/>
                  </a:lnTo>
                  <a:lnTo>
                    <a:pt x="6231159" y="1689714"/>
                  </a:lnTo>
                  <a:lnTo>
                    <a:pt x="6302782" y="1688587"/>
                  </a:lnTo>
                  <a:lnTo>
                    <a:pt x="6374404" y="1687460"/>
                  </a:lnTo>
                  <a:lnTo>
                    <a:pt x="6446027" y="1686331"/>
                  </a:lnTo>
                  <a:lnTo>
                    <a:pt x="6517649" y="1685200"/>
                  </a:lnTo>
                  <a:lnTo>
                    <a:pt x="6589272" y="1684068"/>
                  </a:lnTo>
                  <a:lnTo>
                    <a:pt x="6660894" y="1682935"/>
                  </a:lnTo>
                  <a:lnTo>
                    <a:pt x="6732517" y="1681800"/>
                  </a:lnTo>
                  <a:lnTo>
                    <a:pt x="6804139" y="1680663"/>
                  </a:lnTo>
                  <a:lnTo>
                    <a:pt x="6875762" y="1679525"/>
                  </a:lnTo>
                  <a:lnTo>
                    <a:pt x="6947385" y="1678386"/>
                  </a:lnTo>
                  <a:lnTo>
                    <a:pt x="7019007" y="1677245"/>
                  </a:lnTo>
                  <a:lnTo>
                    <a:pt x="7090630" y="1676102"/>
                  </a:lnTo>
                  <a:lnTo>
                    <a:pt x="7090630" y="2086007"/>
                  </a:lnTo>
                  <a:lnTo>
                    <a:pt x="7019007" y="2078006"/>
                  </a:lnTo>
                  <a:lnTo>
                    <a:pt x="6947385" y="2069866"/>
                  </a:lnTo>
                  <a:lnTo>
                    <a:pt x="6875762" y="2061584"/>
                  </a:lnTo>
                  <a:lnTo>
                    <a:pt x="6804139" y="2053156"/>
                  </a:lnTo>
                  <a:lnTo>
                    <a:pt x="6732517" y="2044582"/>
                  </a:lnTo>
                  <a:lnTo>
                    <a:pt x="6660894" y="2035858"/>
                  </a:lnTo>
                  <a:lnTo>
                    <a:pt x="6589272" y="2026981"/>
                  </a:lnTo>
                  <a:lnTo>
                    <a:pt x="6517649" y="2017949"/>
                  </a:lnTo>
                  <a:lnTo>
                    <a:pt x="6446027" y="2008759"/>
                  </a:lnTo>
                  <a:lnTo>
                    <a:pt x="6374404" y="1999409"/>
                  </a:lnTo>
                  <a:lnTo>
                    <a:pt x="6302782" y="1989896"/>
                  </a:lnTo>
                  <a:lnTo>
                    <a:pt x="6231159" y="1980216"/>
                  </a:lnTo>
                  <a:lnTo>
                    <a:pt x="6159537" y="1970367"/>
                  </a:lnTo>
                  <a:lnTo>
                    <a:pt x="6087914" y="1960346"/>
                  </a:lnTo>
                  <a:lnTo>
                    <a:pt x="6016292" y="1950150"/>
                  </a:lnTo>
                  <a:lnTo>
                    <a:pt x="5944669" y="1939776"/>
                  </a:lnTo>
                  <a:lnTo>
                    <a:pt x="5873047" y="1929220"/>
                  </a:lnTo>
                  <a:lnTo>
                    <a:pt x="5801424" y="1918480"/>
                  </a:lnTo>
                  <a:lnTo>
                    <a:pt x="5729802" y="1907553"/>
                  </a:lnTo>
                  <a:lnTo>
                    <a:pt x="5658179" y="1896434"/>
                  </a:lnTo>
                  <a:lnTo>
                    <a:pt x="5586557" y="1885122"/>
                  </a:lnTo>
                  <a:lnTo>
                    <a:pt x="5514934" y="1873611"/>
                  </a:lnTo>
                  <a:lnTo>
                    <a:pt x="5443311" y="1861900"/>
                  </a:lnTo>
                  <a:lnTo>
                    <a:pt x="5371689" y="1849984"/>
                  </a:lnTo>
                  <a:lnTo>
                    <a:pt x="5300066" y="1837859"/>
                  </a:lnTo>
                  <a:lnTo>
                    <a:pt x="5228444" y="1825523"/>
                  </a:lnTo>
                  <a:lnTo>
                    <a:pt x="5156821" y="1812971"/>
                  </a:lnTo>
                  <a:lnTo>
                    <a:pt x="5085199" y="1800200"/>
                  </a:lnTo>
                  <a:lnTo>
                    <a:pt x="5013576" y="1787206"/>
                  </a:lnTo>
                  <a:lnTo>
                    <a:pt x="4941954" y="1773985"/>
                  </a:lnTo>
                  <a:lnTo>
                    <a:pt x="4870331" y="1760533"/>
                  </a:lnTo>
                  <a:lnTo>
                    <a:pt x="4798709" y="1746846"/>
                  </a:lnTo>
                  <a:lnTo>
                    <a:pt x="4727086" y="1732919"/>
                  </a:lnTo>
                  <a:lnTo>
                    <a:pt x="4655464" y="1718750"/>
                  </a:lnTo>
                  <a:lnTo>
                    <a:pt x="4583841" y="1715208"/>
                  </a:lnTo>
                  <a:lnTo>
                    <a:pt x="4512219" y="1716299"/>
                  </a:lnTo>
                  <a:lnTo>
                    <a:pt x="4440596" y="1717388"/>
                  </a:lnTo>
                  <a:lnTo>
                    <a:pt x="4368974" y="1718476"/>
                  </a:lnTo>
                  <a:lnTo>
                    <a:pt x="4297351" y="1719563"/>
                  </a:lnTo>
                  <a:lnTo>
                    <a:pt x="4225729" y="1720648"/>
                  </a:lnTo>
                  <a:lnTo>
                    <a:pt x="4154106" y="1721732"/>
                  </a:lnTo>
                  <a:lnTo>
                    <a:pt x="4082483" y="1722815"/>
                  </a:lnTo>
                  <a:lnTo>
                    <a:pt x="4010861" y="1723896"/>
                  </a:lnTo>
                  <a:lnTo>
                    <a:pt x="3939238" y="1724975"/>
                  </a:lnTo>
                  <a:lnTo>
                    <a:pt x="3867616" y="1726053"/>
                  </a:lnTo>
                  <a:lnTo>
                    <a:pt x="3795993" y="1727130"/>
                  </a:lnTo>
                  <a:lnTo>
                    <a:pt x="3724371" y="1728205"/>
                  </a:lnTo>
                  <a:lnTo>
                    <a:pt x="3652748" y="1729279"/>
                  </a:lnTo>
                  <a:lnTo>
                    <a:pt x="3581126" y="1730352"/>
                  </a:lnTo>
                  <a:lnTo>
                    <a:pt x="3509503" y="1731423"/>
                  </a:lnTo>
                  <a:lnTo>
                    <a:pt x="3437881" y="1732493"/>
                  </a:lnTo>
                  <a:lnTo>
                    <a:pt x="3366258" y="1733561"/>
                  </a:lnTo>
                  <a:lnTo>
                    <a:pt x="3294636" y="1734628"/>
                  </a:lnTo>
                  <a:lnTo>
                    <a:pt x="3223013" y="1735693"/>
                  </a:lnTo>
                  <a:lnTo>
                    <a:pt x="3151391" y="1736757"/>
                  </a:lnTo>
                  <a:lnTo>
                    <a:pt x="3079768" y="1737820"/>
                  </a:lnTo>
                  <a:lnTo>
                    <a:pt x="3008146" y="1738881"/>
                  </a:lnTo>
                  <a:lnTo>
                    <a:pt x="2936523" y="1739941"/>
                  </a:lnTo>
                  <a:lnTo>
                    <a:pt x="2864901" y="1740999"/>
                  </a:lnTo>
                  <a:lnTo>
                    <a:pt x="2793278" y="1742056"/>
                  </a:lnTo>
                  <a:lnTo>
                    <a:pt x="2721655" y="1743112"/>
                  </a:lnTo>
                  <a:lnTo>
                    <a:pt x="2650033" y="1744166"/>
                  </a:lnTo>
                  <a:lnTo>
                    <a:pt x="2578410" y="1745219"/>
                  </a:lnTo>
                  <a:lnTo>
                    <a:pt x="2506788" y="1746271"/>
                  </a:lnTo>
                  <a:lnTo>
                    <a:pt x="2435165" y="1747321"/>
                  </a:lnTo>
                  <a:lnTo>
                    <a:pt x="2363543" y="1748370"/>
                  </a:lnTo>
                  <a:lnTo>
                    <a:pt x="2291920" y="1749417"/>
                  </a:lnTo>
                  <a:lnTo>
                    <a:pt x="2220298" y="1750463"/>
                  </a:lnTo>
                  <a:lnTo>
                    <a:pt x="2148675" y="1751507"/>
                  </a:lnTo>
                  <a:lnTo>
                    <a:pt x="2077053" y="1752551"/>
                  </a:lnTo>
                  <a:lnTo>
                    <a:pt x="2005430" y="1753593"/>
                  </a:lnTo>
                  <a:lnTo>
                    <a:pt x="1933808" y="1754633"/>
                  </a:lnTo>
                  <a:lnTo>
                    <a:pt x="1862185" y="1755672"/>
                  </a:lnTo>
                  <a:lnTo>
                    <a:pt x="1790563" y="1756710"/>
                  </a:lnTo>
                  <a:lnTo>
                    <a:pt x="1718940" y="1757746"/>
                  </a:lnTo>
                  <a:lnTo>
                    <a:pt x="1647318" y="1758781"/>
                  </a:lnTo>
                  <a:lnTo>
                    <a:pt x="1575695" y="1759815"/>
                  </a:lnTo>
                  <a:lnTo>
                    <a:pt x="1504073" y="1760847"/>
                  </a:lnTo>
                  <a:lnTo>
                    <a:pt x="1432450" y="1761878"/>
                  </a:lnTo>
                  <a:lnTo>
                    <a:pt x="1360827" y="1762908"/>
                  </a:lnTo>
                  <a:lnTo>
                    <a:pt x="1289205" y="1763936"/>
                  </a:lnTo>
                  <a:lnTo>
                    <a:pt x="1217582" y="1764963"/>
                  </a:lnTo>
                  <a:lnTo>
                    <a:pt x="1145960" y="1765988"/>
                  </a:lnTo>
                  <a:lnTo>
                    <a:pt x="1074337" y="1767012"/>
                  </a:lnTo>
                  <a:lnTo>
                    <a:pt x="1002715" y="1768035"/>
                  </a:lnTo>
                  <a:lnTo>
                    <a:pt x="931092" y="1769057"/>
                  </a:lnTo>
                  <a:lnTo>
                    <a:pt x="859470" y="1770077"/>
                  </a:lnTo>
                  <a:lnTo>
                    <a:pt x="787847" y="1771096"/>
                  </a:lnTo>
                  <a:lnTo>
                    <a:pt x="716225" y="1772113"/>
                  </a:lnTo>
                  <a:lnTo>
                    <a:pt x="644602" y="1773129"/>
                  </a:lnTo>
                  <a:lnTo>
                    <a:pt x="572980" y="1774144"/>
                  </a:lnTo>
                  <a:lnTo>
                    <a:pt x="501357" y="1775157"/>
                  </a:lnTo>
                  <a:lnTo>
                    <a:pt x="429735" y="1776169"/>
                  </a:lnTo>
                  <a:lnTo>
                    <a:pt x="358112" y="1777180"/>
                  </a:lnTo>
                  <a:lnTo>
                    <a:pt x="286490" y="1778190"/>
                  </a:lnTo>
                  <a:lnTo>
                    <a:pt x="214867" y="1779198"/>
                  </a:lnTo>
                  <a:lnTo>
                    <a:pt x="143245" y="1780204"/>
                  </a:lnTo>
                  <a:lnTo>
                    <a:pt x="71622" y="1781210"/>
                  </a:lnTo>
                  <a:lnTo>
                    <a:pt x="0" y="178221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13342"/>
              <a:ext cx="7090630" cy="1714115"/>
            </a:xfrm>
            <a:custGeom>
              <a:avLst/>
              <a:pathLst>
                <a:path w="7090630" h="1714115">
                  <a:moveTo>
                    <a:pt x="0" y="0"/>
                  </a:moveTo>
                  <a:lnTo>
                    <a:pt x="71622" y="43684"/>
                  </a:lnTo>
                  <a:lnTo>
                    <a:pt x="143245" y="86618"/>
                  </a:lnTo>
                  <a:lnTo>
                    <a:pt x="214867" y="128815"/>
                  </a:lnTo>
                  <a:lnTo>
                    <a:pt x="286490" y="170287"/>
                  </a:lnTo>
                  <a:lnTo>
                    <a:pt x="358112" y="211047"/>
                  </a:lnTo>
                  <a:lnTo>
                    <a:pt x="429735" y="251107"/>
                  </a:lnTo>
                  <a:lnTo>
                    <a:pt x="501357" y="290479"/>
                  </a:lnTo>
                  <a:lnTo>
                    <a:pt x="572980" y="329176"/>
                  </a:lnTo>
                  <a:lnTo>
                    <a:pt x="644602" y="367207"/>
                  </a:lnTo>
                  <a:lnTo>
                    <a:pt x="716225" y="404586"/>
                  </a:lnTo>
                  <a:lnTo>
                    <a:pt x="787847" y="441322"/>
                  </a:lnTo>
                  <a:lnTo>
                    <a:pt x="859470" y="477428"/>
                  </a:lnTo>
                  <a:lnTo>
                    <a:pt x="931092" y="512914"/>
                  </a:lnTo>
                  <a:lnTo>
                    <a:pt x="1002715" y="547790"/>
                  </a:lnTo>
                  <a:lnTo>
                    <a:pt x="1074337" y="582068"/>
                  </a:lnTo>
                  <a:lnTo>
                    <a:pt x="1145960" y="615757"/>
                  </a:lnTo>
                  <a:lnTo>
                    <a:pt x="1217582" y="648867"/>
                  </a:lnTo>
                  <a:lnTo>
                    <a:pt x="1289205" y="681409"/>
                  </a:lnTo>
                  <a:lnTo>
                    <a:pt x="1360827" y="713392"/>
                  </a:lnTo>
                  <a:lnTo>
                    <a:pt x="1432450" y="744826"/>
                  </a:lnTo>
                  <a:lnTo>
                    <a:pt x="1504073" y="775720"/>
                  </a:lnTo>
                  <a:lnTo>
                    <a:pt x="1575695" y="806084"/>
                  </a:lnTo>
                  <a:lnTo>
                    <a:pt x="1647318" y="835926"/>
                  </a:lnTo>
                  <a:lnTo>
                    <a:pt x="1718940" y="865255"/>
                  </a:lnTo>
                  <a:lnTo>
                    <a:pt x="1790563" y="894081"/>
                  </a:lnTo>
                  <a:lnTo>
                    <a:pt x="1862185" y="922412"/>
                  </a:lnTo>
                  <a:lnTo>
                    <a:pt x="1933808" y="950257"/>
                  </a:lnTo>
                  <a:lnTo>
                    <a:pt x="2005430" y="977623"/>
                  </a:lnTo>
                  <a:lnTo>
                    <a:pt x="2077053" y="1004520"/>
                  </a:lnTo>
                  <a:lnTo>
                    <a:pt x="2148675" y="1030954"/>
                  </a:lnTo>
                  <a:lnTo>
                    <a:pt x="2220298" y="1056935"/>
                  </a:lnTo>
                  <a:lnTo>
                    <a:pt x="2291920" y="1082469"/>
                  </a:lnTo>
                  <a:lnTo>
                    <a:pt x="2363543" y="1107565"/>
                  </a:lnTo>
                  <a:lnTo>
                    <a:pt x="2435165" y="1132230"/>
                  </a:lnTo>
                  <a:lnTo>
                    <a:pt x="2506788" y="1156472"/>
                  </a:lnTo>
                  <a:lnTo>
                    <a:pt x="2578410" y="1180297"/>
                  </a:lnTo>
                  <a:lnTo>
                    <a:pt x="2650033" y="1203713"/>
                  </a:lnTo>
                  <a:lnTo>
                    <a:pt x="2721655" y="1226727"/>
                  </a:lnTo>
                  <a:lnTo>
                    <a:pt x="2793278" y="1249346"/>
                  </a:lnTo>
                  <a:lnTo>
                    <a:pt x="2864901" y="1271576"/>
                  </a:lnTo>
                  <a:lnTo>
                    <a:pt x="2936523" y="1293425"/>
                  </a:lnTo>
                  <a:lnTo>
                    <a:pt x="3008146" y="1314898"/>
                  </a:lnTo>
                  <a:lnTo>
                    <a:pt x="3079768" y="1336003"/>
                  </a:lnTo>
                  <a:lnTo>
                    <a:pt x="3151391" y="1356745"/>
                  </a:lnTo>
                  <a:lnTo>
                    <a:pt x="3223013" y="1377131"/>
                  </a:lnTo>
                  <a:lnTo>
                    <a:pt x="3294636" y="1397167"/>
                  </a:lnTo>
                  <a:lnTo>
                    <a:pt x="3366258" y="1416859"/>
                  </a:lnTo>
                  <a:lnTo>
                    <a:pt x="3437881" y="1436213"/>
                  </a:lnTo>
                  <a:lnTo>
                    <a:pt x="3509503" y="1455234"/>
                  </a:lnTo>
                  <a:lnTo>
                    <a:pt x="3581126" y="1473929"/>
                  </a:lnTo>
                  <a:lnTo>
                    <a:pt x="3652748" y="1492303"/>
                  </a:lnTo>
                  <a:lnTo>
                    <a:pt x="3724371" y="1510361"/>
                  </a:lnTo>
                  <a:lnTo>
                    <a:pt x="3795993" y="1528109"/>
                  </a:lnTo>
                  <a:lnTo>
                    <a:pt x="3867616" y="1545553"/>
                  </a:lnTo>
                  <a:lnTo>
                    <a:pt x="3939238" y="1562697"/>
                  </a:lnTo>
                  <a:lnTo>
                    <a:pt x="4010861" y="1579546"/>
                  </a:lnTo>
                  <a:lnTo>
                    <a:pt x="4082483" y="1596106"/>
                  </a:lnTo>
                  <a:lnTo>
                    <a:pt x="4154106" y="1612382"/>
                  </a:lnTo>
                  <a:lnTo>
                    <a:pt x="4225729" y="1628378"/>
                  </a:lnTo>
                  <a:lnTo>
                    <a:pt x="4297351" y="1644100"/>
                  </a:lnTo>
                  <a:lnTo>
                    <a:pt x="4368974" y="1659551"/>
                  </a:lnTo>
                  <a:lnTo>
                    <a:pt x="4440596" y="1674738"/>
                  </a:lnTo>
                  <a:lnTo>
                    <a:pt x="4512219" y="1689663"/>
                  </a:lnTo>
                  <a:lnTo>
                    <a:pt x="4583841" y="1704332"/>
                  </a:lnTo>
                  <a:lnTo>
                    <a:pt x="4655464" y="1714115"/>
                  </a:lnTo>
                  <a:lnTo>
                    <a:pt x="4727086" y="1713021"/>
                  </a:lnTo>
                  <a:lnTo>
                    <a:pt x="4798709" y="1711926"/>
                  </a:lnTo>
                  <a:lnTo>
                    <a:pt x="4870331" y="1710829"/>
                  </a:lnTo>
                  <a:lnTo>
                    <a:pt x="4941954" y="1709731"/>
                  </a:lnTo>
                  <a:lnTo>
                    <a:pt x="5013576" y="1708631"/>
                  </a:lnTo>
                  <a:lnTo>
                    <a:pt x="5085199" y="1707530"/>
                  </a:lnTo>
                  <a:lnTo>
                    <a:pt x="5156821" y="1706428"/>
                  </a:lnTo>
                  <a:lnTo>
                    <a:pt x="5228444" y="1705324"/>
                  </a:lnTo>
                  <a:lnTo>
                    <a:pt x="5300066" y="1704218"/>
                  </a:lnTo>
                  <a:lnTo>
                    <a:pt x="5371689" y="1703111"/>
                  </a:lnTo>
                  <a:lnTo>
                    <a:pt x="5443311" y="1702003"/>
                  </a:lnTo>
                  <a:lnTo>
                    <a:pt x="5514934" y="1700893"/>
                  </a:lnTo>
                  <a:lnTo>
                    <a:pt x="5586557" y="1699782"/>
                  </a:lnTo>
                  <a:lnTo>
                    <a:pt x="5658179" y="1698669"/>
                  </a:lnTo>
                  <a:lnTo>
                    <a:pt x="5729802" y="1697555"/>
                  </a:lnTo>
                  <a:lnTo>
                    <a:pt x="5801424" y="1696439"/>
                  </a:lnTo>
                  <a:lnTo>
                    <a:pt x="5873047" y="1695322"/>
                  </a:lnTo>
                  <a:lnTo>
                    <a:pt x="5944669" y="1694203"/>
                  </a:lnTo>
                  <a:lnTo>
                    <a:pt x="6016292" y="1693083"/>
                  </a:lnTo>
                  <a:lnTo>
                    <a:pt x="6087914" y="1691961"/>
                  </a:lnTo>
                  <a:lnTo>
                    <a:pt x="6159537" y="1690838"/>
                  </a:lnTo>
                  <a:lnTo>
                    <a:pt x="6231159" y="1689714"/>
                  </a:lnTo>
                  <a:lnTo>
                    <a:pt x="6302782" y="1688587"/>
                  </a:lnTo>
                  <a:lnTo>
                    <a:pt x="6374404" y="1687460"/>
                  </a:lnTo>
                  <a:lnTo>
                    <a:pt x="6446027" y="1686331"/>
                  </a:lnTo>
                  <a:lnTo>
                    <a:pt x="6517649" y="1685200"/>
                  </a:lnTo>
                  <a:lnTo>
                    <a:pt x="6589272" y="1684068"/>
                  </a:lnTo>
                  <a:lnTo>
                    <a:pt x="6660894" y="1682935"/>
                  </a:lnTo>
                  <a:lnTo>
                    <a:pt x="6732517" y="1681800"/>
                  </a:lnTo>
                  <a:lnTo>
                    <a:pt x="6804139" y="1680663"/>
                  </a:lnTo>
                  <a:lnTo>
                    <a:pt x="6875762" y="1679525"/>
                  </a:lnTo>
                  <a:lnTo>
                    <a:pt x="6947385" y="1678386"/>
                  </a:lnTo>
                  <a:lnTo>
                    <a:pt x="7019007" y="1677245"/>
                  </a:lnTo>
                  <a:lnTo>
                    <a:pt x="7090630" y="16761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550"/>
              <a:ext cx="7090630" cy="370799"/>
            </a:xfrm>
            <a:custGeom>
              <a:avLst/>
              <a:pathLst>
                <a:path w="7090630" h="370799">
                  <a:moveTo>
                    <a:pt x="7090630" y="370799"/>
                  </a:moveTo>
                  <a:lnTo>
                    <a:pt x="7019007" y="362798"/>
                  </a:lnTo>
                  <a:lnTo>
                    <a:pt x="6947385" y="354658"/>
                  </a:lnTo>
                  <a:lnTo>
                    <a:pt x="6875762" y="346375"/>
                  </a:lnTo>
                  <a:lnTo>
                    <a:pt x="6804139" y="337948"/>
                  </a:lnTo>
                  <a:lnTo>
                    <a:pt x="6732517" y="329374"/>
                  </a:lnTo>
                  <a:lnTo>
                    <a:pt x="6660894" y="320649"/>
                  </a:lnTo>
                  <a:lnTo>
                    <a:pt x="6589272" y="311773"/>
                  </a:lnTo>
                  <a:lnTo>
                    <a:pt x="6517649" y="302741"/>
                  </a:lnTo>
                  <a:lnTo>
                    <a:pt x="6446027" y="293551"/>
                  </a:lnTo>
                  <a:lnTo>
                    <a:pt x="6374404" y="284201"/>
                  </a:lnTo>
                  <a:lnTo>
                    <a:pt x="6302782" y="274688"/>
                  </a:lnTo>
                  <a:lnTo>
                    <a:pt x="6231159" y="265008"/>
                  </a:lnTo>
                  <a:lnTo>
                    <a:pt x="6159537" y="255159"/>
                  </a:lnTo>
                  <a:lnTo>
                    <a:pt x="6087914" y="245138"/>
                  </a:lnTo>
                  <a:lnTo>
                    <a:pt x="6016292" y="234942"/>
                  </a:lnTo>
                  <a:lnTo>
                    <a:pt x="5944669" y="224568"/>
                  </a:lnTo>
                  <a:lnTo>
                    <a:pt x="5873047" y="214012"/>
                  </a:lnTo>
                  <a:lnTo>
                    <a:pt x="5801424" y="203272"/>
                  </a:lnTo>
                  <a:lnTo>
                    <a:pt x="5729802" y="192345"/>
                  </a:lnTo>
                  <a:lnTo>
                    <a:pt x="5658179" y="181226"/>
                  </a:lnTo>
                  <a:lnTo>
                    <a:pt x="5586557" y="169913"/>
                  </a:lnTo>
                  <a:lnTo>
                    <a:pt x="5514934" y="158403"/>
                  </a:lnTo>
                  <a:lnTo>
                    <a:pt x="5443311" y="146692"/>
                  </a:lnTo>
                  <a:lnTo>
                    <a:pt x="5371689" y="134775"/>
                  </a:lnTo>
                  <a:lnTo>
                    <a:pt x="5300066" y="122651"/>
                  </a:lnTo>
                  <a:lnTo>
                    <a:pt x="5228444" y="110315"/>
                  </a:lnTo>
                  <a:lnTo>
                    <a:pt x="5156821" y="97763"/>
                  </a:lnTo>
                  <a:lnTo>
                    <a:pt x="5085199" y="84992"/>
                  </a:lnTo>
                  <a:lnTo>
                    <a:pt x="5013576" y="71998"/>
                  </a:lnTo>
                  <a:lnTo>
                    <a:pt x="4941954" y="58777"/>
                  </a:lnTo>
                  <a:lnTo>
                    <a:pt x="4870331" y="45325"/>
                  </a:lnTo>
                  <a:lnTo>
                    <a:pt x="4798709" y="31637"/>
                  </a:lnTo>
                  <a:lnTo>
                    <a:pt x="4727086" y="17711"/>
                  </a:lnTo>
                  <a:lnTo>
                    <a:pt x="4655464" y="3541"/>
                  </a:lnTo>
                  <a:lnTo>
                    <a:pt x="4583841" y="0"/>
                  </a:lnTo>
                  <a:lnTo>
                    <a:pt x="4512219" y="1091"/>
                  </a:lnTo>
                  <a:lnTo>
                    <a:pt x="4440596" y="2180"/>
                  </a:lnTo>
                  <a:lnTo>
                    <a:pt x="4368974" y="3268"/>
                  </a:lnTo>
                  <a:lnTo>
                    <a:pt x="4297351" y="4355"/>
                  </a:lnTo>
                  <a:lnTo>
                    <a:pt x="4225729" y="5440"/>
                  </a:lnTo>
                  <a:lnTo>
                    <a:pt x="4154106" y="6524"/>
                  </a:lnTo>
                  <a:lnTo>
                    <a:pt x="4082483" y="7606"/>
                  </a:lnTo>
                  <a:lnTo>
                    <a:pt x="4010861" y="8687"/>
                  </a:lnTo>
                  <a:lnTo>
                    <a:pt x="3939238" y="9767"/>
                  </a:lnTo>
                  <a:lnTo>
                    <a:pt x="3867616" y="10845"/>
                  </a:lnTo>
                  <a:lnTo>
                    <a:pt x="3795993" y="11922"/>
                  </a:lnTo>
                  <a:lnTo>
                    <a:pt x="3724371" y="12997"/>
                  </a:lnTo>
                  <a:lnTo>
                    <a:pt x="3652748" y="14071"/>
                  </a:lnTo>
                  <a:lnTo>
                    <a:pt x="3581126" y="15144"/>
                  </a:lnTo>
                  <a:lnTo>
                    <a:pt x="3509503" y="16215"/>
                  </a:lnTo>
                  <a:lnTo>
                    <a:pt x="3437881" y="17284"/>
                  </a:lnTo>
                  <a:lnTo>
                    <a:pt x="3366258" y="18353"/>
                  </a:lnTo>
                  <a:lnTo>
                    <a:pt x="3294636" y="19420"/>
                  </a:lnTo>
                  <a:lnTo>
                    <a:pt x="3223013" y="20485"/>
                  </a:lnTo>
                  <a:lnTo>
                    <a:pt x="3151391" y="21549"/>
                  </a:lnTo>
                  <a:lnTo>
                    <a:pt x="3079768" y="22612"/>
                  </a:lnTo>
                  <a:lnTo>
                    <a:pt x="3008146" y="23673"/>
                  </a:lnTo>
                  <a:lnTo>
                    <a:pt x="2936523" y="24733"/>
                  </a:lnTo>
                  <a:lnTo>
                    <a:pt x="2864901" y="25791"/>
                  </a:lnTo>
                  <a:lnTo>
                    <a:pt x="2793278" y="26848"/>
                  </a:lnTo>
                  <a:lnTo>
                    <a:pt x="2721655" y="27904"/>
                  </a:lnTo>
                  <a:lnTo>
                    <a:pt x="2650033" y="28958"/>
                  </a:lnTo>
                  <a:lnTo>
                    <a:pt x="2578410" y="30011"/>
                  </a:lnTo>
                  <a:lnTo>
                    <a:pt x="2506788" y="31063"/>
                  </a:lnTo>
                  <a:lnTo>
                    <a:pt x="2435165" y="32113"/>
                  </a:lnTo>
                  <a:lnTo>
                    <a:pt x="2363543" y="33161"/>
                  </a:lnTo>
                  <a:lnTo>
                    <a:pt x="2291920" y="34209"/>
                  </a:lnTo>
                  <a:lnTo>
                    <a:pt x="2220298" y="35255"/>
                  </a:lnTo>
                  <a:lnTo>
                    <a:pt x="2148675" y="36299"/>
                  </a:lnTo>
                  <a:lnTo>
                    <a:pt x="2077053" y="37343"/>
                  </a:lnTo>
                  <a:lnTo>
                    <a:pt x="2005430" y="38384"/>
                  </a:lnTo>
                  <a:lnTo>
                    <a:pt x="1933808" y="39425"/>
                  </a:lnTo>
                  <a:lnTo>
                    <a:pt x="1862185" y="40464"/>
                  </a:lnTo>
                  <a:lnTo>
                    <a:pt x="1790563" y="41502"/>
                  </a:lnTo>
                  <a:lnTo>
                    <a:pt x="1718940" y="42538"/>
                  </a:lnTo>
                  <a:lnTo>
                    <a:pt x="1647318" y="43573"/>
                  </a:lnTo>
                  <a:lnTo>
                    <a:pt x="1575695" y="44607"/>
                  </a:lnTo>
                  <a:lnTo>
                    <a:pt x="1504073" y="45639"/>
                  </a:lnTo>
                  <a:lnTo>
                    <a:pt x="1432450" y="46670"/>
                  </a:lnTo>
                  <a:lnTo>
                    <a:pt x="1360827" y="47700"/>
                  </a:lnTo>
                  <a:lnTo>
                    <a:pt x="1289205" y="48728"/>
                  </a:lnTo>
                  <a:lnTo>
                    <a:pt x="1217582" y="49755"/>
                  </a:lnTo>
                  <a:lnTo>
                    <a:pt x="1145960" y="50780"/>
                  </a:lnTo>
                  <a:lnTo>
                    <a:pt x="1074337" y="51804"/>
                  </a:lnTo>
                  <a:lnTo>
                    <a:pt x="1002715" y="52827"/>
                  </a:lnTo>
                  <a:lnTo>
                    <a:pt x="931092" y="53849"/>
                  </a:lnTo>
                  <a:lnTo>
                    <a:pt x="859470" y="54869"/>
                  </a:lnTo>
                  <a:lnTo>
                    <a:pt x="787847" y="55887"/>
                  </a:lnTo>
                  <a:lnTo>
                    <a:pt x="716225" y="56905"/>
                  </a:lnTo>
                  <a:lnTo>
                    <a:pt x="644602" y="57921"/>
                  </a:lnTo>
                  <a:lnTo>
                    <a:pt x="572980" y="58936"/>
                  </a:lnTo>
                  <a:lnTo>
                    <a:pt x="501357" y="59949"/>
                  </a:lnTo>
                  <a:lnTo>
                    <a:pt x="429735" y="60961"/>
                  </a:lnTo>
                  <a:lnTo>
                    <a:pt x="358112" y="61972"/>
                  </a:lnTo>
                  <a:lnTo>
                    <a:pt x="286490" y="62981"/>
                  </a:lnTo>
                  <a:lnTo>
                    <a:pt x="214867" y="63990"/>
                  </a:lnTo>
                  <a:lnTo>
                    <a:pt x="143245" y="64996"/>
                  </a:lnTo>
                  <a:lnTo>
                    <a:pt x="71622" y="66002"/>
                  </a:lnTo>
                  <a:lnTo>
                    <a:pt x="0" y="670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65245"/>
              <a:ext cx="7090630" cy="761633"/>
            </a:xfrm>
            <a:custGeom>
              <a:avLst/>
              <a:pathLst>
                <a:path w="7090630" h="761633">
                  <a:moveTo>
                    <a:pt x="0" y="0"/>
                  </a:moveTo>
                  <a:lnTo>
                    <a:pt x="71622" y="11094"/>
                  </a:lnTo>
                  <a:lnTo>
                    <a:pt x="143245" y="22100"/>
                  </a:lnTo>
                  <a:lnTo>
                    <a:pt x="214867" y="33018"/>
                  </a:lnTo>
                  <a:lnTo>
                    <a:pt x="286490" y="43849"/>
                  </a:lnTo>
                  <a:lnTo>
                    <a:pt x="358112" y="54594"/>
                  </a:lnTo>
                  <a:lnTo>
                    <a:pt x="429735" y="65253"/>
                  </a:lnTo>
                  <a:lnTo>
                    <a:pt x="501357" y="75827"/>
                  </a:lnTo>
                  <a:lnTo>
                    <a:pt x="572980" y="86317"/>
                  </a:lnTo>
                  <a:lnTo>
                    <a:pt x="644602" y="96723"/>
                  </a:lnTo>
                  <a:lnTo>
                    <a:pt x="716225" y="107047"/>
                  </a:lnTo>
                  <a:lnTo>
                    <a:pt x="787847" y="117288"/>
                  </a:lnTo>
                  <a:lnTo>
                    <a:pt x="859470" y="127447"/>
                  </a:lnTo>
                  <a:lnTo>
                    <a:pt x="931092" y="137526"/>
                  </a:lnTo>
                  <a:lnTo>
                    <a:pt x="1002715" y="147524"/>
                  </a:lnTo>
                  <a:lnTo>
                    <a:pt x="1074337" y="157443"/>
                  </a:lnTo>
                  <a:lnTo>
                    <a:pt x="1145960" y="167282"/>
                  </a:lnTo>
                  <a:lnTo>
                    <a:pt x="1217582" y="177043"/>
                  </a:lnTo>
                  <a:lnTo>
                    <a:pt x="1289205" y="186726"/>
                  </a:lnTo>
                  <a:lnTo>
                    <a:pt x="1360827" y="196332"/>
                  </a:lnTo>
                  <a:lnTo>
                    <a:pt x="1432450" y="205862"/>
                  </a:lnTo>
                  <a:lnTo>
                    <a:pt x="1504073" y="215315"/>
                  </a:lnTo>
                  <a:lnTo>
                    <a:pt x="1575695" y="224694"/>
                  </a:lnTo>
                  <a:lnTo>
                    <a:pt x="1647318" y="233997"/>
                  </a:lnTo>
                  <a:lnTo>
                    <a:pt x="1718940" y="243226"/>
                  </a:lnTo>
                  <a:lnTo>
                    <a:pt x="1790563" y="252382"/>
                  </a:lnTo>
                  <a:lnTo>
                    <a:pt x="1862185" y="261465"/>
                  </a:lnTo>
                  <a:lnTo>
                    <a:pt x="1933808" y="270475"/>
                  </a:lnTo>
                  <a:lnTo>
                    <a:pt x="2005430" y="279414"/>
                  </a:lnTo>
                  <a:lnTo>
                    <a:pt x="2077053" y="288281"/>
                  </a:lnTo>
                  <a:lnTo>
                    <a:pt x="2148675" y="297078"/>
                  </a:lnTo>
                  <a:lnTo>
                    <a:pt x="2220298" y="305804"/>
                  </a:lnTo>
                  <a:lnTo>
                    <a:pt x="2291920" y="314461"/>
                  </a:lnTo>
                  <a:lnTo>
                    <a:pt x="2363543" y="323050"/>
                  </a:lnTo>
                  <a:lnTo>
                    <a:pt x="2435165" y="331569"/>
                  </a:lnTo>
                  <a:lnTo>
                    <a:pt x="2506788" y="340021"/>
                  </a:lnTo>
                  <a:lnTo>
                    <a:pt x="2578410" y="348405"/>
                  </a:lnTo>
                  <a:lnTo>
                    <a:pt x="2650033" y="356723"/>
                  </a:lnTo>
                  <a:lnTo>
                    <a:pt x="2721655" y="364974"/>
                  </a:lnTo>
                  <a:lnTo>
                    <a:pt x="2793278" y="373159"/>
                  </a:lnTo>
                  <a:lnTo>
                    <a:pt x="2864901" y="381279"/>
                  </a:lnTo>
                  <a:lnTo>
                    <a:pt x="2936523" y="389335"/>
                  </a:lnTo>
                  <a:lnTo>
                    <a:pt x="3008146" y="397326"/>
                  </a:lnTo>
                  <a:lnTo>
                    <a:pt x="3079768" y="405254"/>
                  </a:lnTo>
                  <a:lnTo>
                    <a:pt x="3151391" y="413118"/>
                  </a:lnTo>
                  <a:lnTo>
                    <a:pt x="3223013" y="420920"/>
                  </a:lnTo>
                  <a:lnTo>
                    <a:pt x="3294636" y="428659"/>
                  </a:lnTo>
                  <a:lnTo>
                    <a:pt x="3366258" y="436337"/>
                  </a:lnTo>
                  <a:lnTo>
                    <a:pt x="3437881" y="443954"/>
                  </a:lnTo>
                  <a:lnTo>
                    <a:pt x="3509503" y="451510"/>
                  </a:lnTo>
                  <a:lnTo>
                    <a:pt x="3581126" y="459006"/>
                  </a:lnTo>
                  <a:lnTo>
                    <a:pt x="3652748" y="466442"/>
                  </a:lnTo>
                  <a:lnTo>
                    <a:pt x="3724371" y="473818"/>
                  </a:lnTo>
                  <a:lnTo>
                    <a:pt x="3795993" y="481136"/>
                  </a:lnTo>
                  <a:lnTo>
                    <a:pt x="3867616" y="488396"/>
                  </a:lnTo>
                  <a:lnTo>
                    <a:pt x="3939238" y="495598"/>
                  </a:lnTo>
                  <a:lnTo>
                    <a:pt x="4010861" y="502742"/>
                  </a:lnTo>
                  <a:lnTo>
                    <a:pt x="4082483" y="509829"/>
                  </a:lnTo>
                  <a:lnTo>
                    <a:pt x="4154106" y="516860"/>
                  </a:lnTo>
                  <a:lnTo>
                    <a:pt x="4225729" y="523835"/>
                  </a:lnTo>
                  <a:lnTo>
                    <a:pt x="4297351" y="530755"/>
                  </a:lnTo>
                  <a:lnTo>
                    <a:pt x="4368974" y="537619"/>
                  </a:lnTo>
                  <a:lnTo>
                    <a:pt x="4440596" y="544428"/>
                  </a:lnTo>
                  <a:lnTo>
                    <a:pt x="4512219" y="551183"/>
                  </a:lnTo>
                  <a:lnTo>
                    <a:pt x="4583841" y="557885"/>
                  </a:lnTo>
                  <a:lnTo>
                    <a:pt x="4655464" y="564533"/>
                  </a:lnTo>
                  <a:lnTo>
                    <a:pt x="4727086" y="571128"/>
                  </a:lnTo>
                  <a:lnTo>
                    <a:pt x="4798709" y="577670"/>
                  </a:lnTo>
                  <a:lnTo>
                    <a:pt x="4870331" y="584160"/>
                  </a:lnTo>
                  <a:lnTo>
                    <a:pt x="4941954" y="590599"/>
                  </a:lnTo>
                  <a:lnTo>
                    <a:pt x="5013576" y="596986"/>
                  </a:lnTo>
                  <a:lnTo>
                    <a:pt x="5085199" y="603322"/>
                  </a:lnTo>
                  <a:lnTo>
                    <a:pt x="5156821" y="609608"/>
                  </a:lnTo>
                  <a:lnTo>
                    <a:pt x="5228444" y="615844"/>
                  </a:lnTo>
                  <a:lnTo>
                    <a:pt x="5300066" y="622030"/>
                  </a:lnTo>
                  <a:lnTo>
                    <a:pt x="5371689" y="628166"/>
                  </a:lnTo>
                  <a:lnTo>
                    <a:pt x="5443311" y="634254"/>
                  </a:lnTo>
                  <a:lnTo>
                    <a:pt x="5514934" y="640293"/>
                  </a:lnTo>
                  <a:lnTo>
                    <a:pt x="5586557" y="646285"/>
                  </a:lnTo>
                  <a:lnTo>
                    <a:pt x="5658179" y="652228"/>
                  </a:lnTo>
                  <a:lnTo>
                    <a:pt x="5729802" y="658124"/>
                  </a:lnTo>
                  <a:lnTo>
                    <a:pt x="5801424" y="663973"/>
                  </a:lnTo>
                  <a:lnTo>
                    <a:pt x="5873047" y="669775"/>
                  </a:lnTo>
                  <a:lnTo>
                    <a:pt x="5944669" y="675532"/>
                  </a:lnTo>
                  <a:lnTo>
                    <a:pt x="6016292" y="681242"/>
                  </a:lnTo>
                  <a:lnTo>
                    <a:pt x="6087914" y="686907"/>
                  </a:lnTo>
                  <a:lnTo>
                    <a:pt x="6159537" y="692526"/>
                  </a:lnTo>
                  <a:lnTo>
                    <a:pt x="6231159" y="698101"/>
                  </a:lnTo>
                  <a:lnTo>
                    <a:pt x="6302782" y="703632"/>
                  </a:lnTo>
                  <a:lnTo>
                    <a:pt x="6374404" y="709118"/>
                  </a:lnTo>
                  <a:lnTo>
                    <a:pt x="6446027" y="714560"/>
                  </a:lnTo>
                  <a:lnTo>
                    <a:pt x="6517649" y="719960"/>
                  </a:lnTo>
                  <a:lnTo>
                    <a:pt x="6589272" y="725316"/>
                  </a:lnTo>
                  <a:lnTo>
                    <a:pt x="6660894" y="730629"/>
                  </a:lnTo>
                  <a:lnTo>
                    <a:pt x="6732517" y="735901"/>
                  </a:lnTo>
                  <a:lnTo>
                    <a:pt x="6804139" y="741130"/>
                  </a:lnTo>
                  <a:lnTo>
                    <a:pt x="6875762" y="746317"/>
                  </a:lnTo>
                  <a:lnTo>
                    <a:pt x="6947385" y="751463"/>
                  </a:lnTo>
                  <a:lnTo>
                    <a:pt x="7019007" y="756568"/>
                  </a:lnTo>
                  <a:lnTo>
                    <a:pt x="7090630" y="7616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1.10 (0.98-1.24), p_Bonf = 0.554 (n = 6)  |  per IQR decline (Δ = 23.1): 1.25 (0.96-1.63)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2026-09-28T16:51:10Z</dcterms:modified>
  <cp:category/>
</cp:coreProperties>
</file>