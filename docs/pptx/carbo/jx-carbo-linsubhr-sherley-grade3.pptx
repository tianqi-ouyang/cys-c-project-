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073503"/>
              <a:ext cx="7403783" cy="3385859"/>
            </a:xfrm>
            <a:custGeom>
              <a:avLst/>
              <a:pathLst>
                <a:path w="7403783" h="3385859">
                  <a:moveTo>
                    <a:pt x="722751" y="0"/>
                  </a:moveTo>
                  <a:lnTo>
                    <a:pt x="736751" y="26414"/>
                  </a:lnTo>
                  <a:lnTo>
                    <a:pt x="813384" y="165200"/>
                  </a:lnTo>
                  <a:lnTo>
                    <a:pt x="890016" y="298415"/>
                  </a:lnTo>
                  <a:lnTo>
                    <a:pt x="966649" y="426282"/>
                  </a:lnTo>
                  <a:lnTo>
                    <a:pt x="1043281" y="549017"/>
                  </a:lnTo>
                  <a:lnTo>
                    <a:pt x="1119914" y="666824"/>
                  </a:lnTo>
                  <a:lnTo>
                    <a:pt x="1196546" y="779903"/>
                  </a:lnTo>
                  <a:lnTo>
                    <a:pt x="1273179" y="888442"/>
                  </a:lnTo>
                  <a:lnTo>
                    <a:pt x="1349811" y="992624"/>
                  </a:lnTo>
                  <a:lnTo>
                    <a:pt x="1426444" y="1092624"/>
                  </a:lnTo>
                  <a:lnTo>
                    <a:pt x="1503076" y="1188610"/>
                  </a:lnTo>
                  <a:lnTo>
                    <a:pt x="1579709" y="1280743"/>
                  </a:lnTo>
                  <a:lnTo>
                    <a:pt x="1656342" y="1369177"/>
                  </a:lnTo>
                  <a:lnTo>
                    <a:pt x="1732974" y="1454061"/>
                  </a:lnTo>
                  <a:lnTo>
                    <a:pt x="1809607" y="1535538"/>
                  </a:lnTo>
                  <a:lnTo>
                    <a:pt x="1886239" y="1613744"/>
                  </a:lnTo>
                  <a:lnTo>
                    <a:pt x="1962872" y="1688811"/>
                  </a:lnTo>
                  <a:lnTo>
                    <a:pt x="2039504" y="1760864"/>
                  </a:lnTo>
                  <a:lnTo>
                    <a:pt x="2116137" y="1830025"/>
                  </a:lnTo>
                  <a:lnTo>
                    <a:pt x="2192769" y="1896409"/>
                  </a:lnTo>
                  <a:lnTo>
                    <a:pt x="2269402" y="1960129"/>
                  </a:lnTo>
                  <a:lnTo>
                    <a:pt x="2346034" y="2021291"/>
                  </a:lnTo>
                  <a:lnTo>
                    <a:pt x="2422667" y="2079998"/>
                  </a:lnTo>
                  <a:lnTo>
                    <a:pt x="2499300" y="2136348"/>
                  </a:lnTo>
                  <a:lnTo>
                    <a:pt x="2575932" y="2190436"/>
                  </a:lnTo>
                  <a:lnTo>
                    <a:pt x="2652565" y="2242353"/>
                  </a:lnTo>
                  <a:lnTo>
                    <a:pt x="2729197" y="2292185"/>
                  </a:lnTo>
                  <a:lnTo>
                    <a:pt x="2805830" y="2340018"/>
                  </a:lnTo>
                  <a:lnTo>
                    <a:pt x="2882462" y="2385930"/>
                  </a:lnTo>
                  <a:lnTo>
                    <a:pt x="2959095" y="2429999"/>
                  </a:lnTo>
                  <a:lnTo>
                    <a:pt x="3035727" y="2472299"/>
                  </a:lnTo>
                  <a:lnTo>
                    <a:pt x="3112360" y="2512901"/>
                  </a:lnTo>
                  <a:lnTo>
                    <a:pt x="3188993" y="2551873"/>
                  </a:lnTo>
                  <a:lnTo>
                    <a:pt x="3265625" y="2589281"/>
                  </a:lnTo>
                  <a:lnTo>
                    <a:pt x="3342258" y="2625187"/>
                  </a:lnTo>
                  <a:lnTo>
                    <a:pt x="3418890" y="2656387"/>
                  </a:lnTo>
                  <a:lnTo>
                    <a:pt x="3495523" y="2669537"/>
                  </a:lnTo>
                  <a:lnTo>
                    <a:pt x="3572155" y="2682479"/>
                  </a:lnTo>
                  <a:lnTo>
                    <a:pt x="3648788" y="2695215"/>
                  </a:lnTo>
                  <a:lnTo>
                    <a:pt x="3725420" y="2707748"/>
                  </a:lnTo>
                  <a:lnTo>
                    <a:pt x="3802053" y="2720083"/>
                  </a:lnTo>
                  <a:lnTo>
                    <a:pt x="3878685" y="2732221"/>
                  </a:lnTo>
                  <a:lnTo>
                    <a:pt x="3955318" y="2744166"/>
                  </a:lnTo>
                  <a:lnTo>
                    <a:pt x="4031951" y="2755922"/>
                  </a:lnTo>
                  <a:lnTo>
                    <a:pt x="4108583" y="2767490"/>
                  </a:lnTo>
                  <a:lnTo>
                    <a:pt x="4185216" y="2778875"/>
                  </a:lnTo>
                  <a:lnTo>
                    <a:pt x="4261848" y="2790079"/>
                  </a:lnTo>
                  <a:lnTo>
                    <a:pt x="4338481" y="2801104"/>
                  </a:lnTo>
                  <a:lnTo>
                    <a:pt x="4415113" y="2811955"/>
                  </a:lnTo>
                  <a:lnTo>
                    <a:pt x="4491746" y="2822633"/>
                  </a:lnTo>
                  <a:lnTo>
                    <a:pt x="4568378" y="2833141"/>
                  </a:lnTo>
                  <a:lnTo>
                    <a:pt x="4645011" y="2843482"/>
                  </a:lnTo>
                  <a:lnTo>
                    <a:pt x="4721644" y="2853659"/>
                  </a:lnTo>
                  <a:lnTo>
                    <a:pt x="4798276" y="2863674"/>
                  </a:lnTo>
                  <a:lnTo>
                    <a:pt x="4874909" y="2873530"/>
                  </a:lnTo>
                  <a:lnTo>
                    <a:pt x="4951541" y="2883229"/>
                  </a:lnTo>
                  <a:lnTo>
                    <a:pt x="5028174" y="2892774"/>
                  </a:lnTo>
                  <a:lnTo>
                    <a:pt x="5104806" y="2902168"/>
                  </a:lnTo>
                  <a:lnTo>
                    <a:pt x="5181439" y="2911412"/>
                  </a:lnTo>
                  <a:lnTo>
                    <a:pt x="5258071" y="2920509"/>
                  </a:lnTo>
                  <a:lnTo>
                    <a:pt x="5334704" y="2929461"/>
                  </a:lnTo>
                  <a:lnTo>
                    <a:pt x="5411336" y="2938271"/>
                  </a:lnTo>
                  <a:lnTo>
                    <a:pt x="5487969" y="2946942"/>
                  </a:lnTo>
                  <a:lnTo>
                    <a:pt x="5564602" y="2955474"/>
                  </a:lnTo>
                  <a:lnTo>
                    <a:pt x="5641234" y="2963871"/>
                  </a:lnTo>
                  <a:lnTo>
                    <a:pt x="5717867" y="2972134"/>
                  </a:lnTo>
                  <a:lnTo>
                    <a:pt x="5794499" y="2980266"/>
                  </a:lnTo>
                  <a:lnTo>
                    <a:pt x="5871132" y="2988269"/>
                  </a:lnTo>
                  <a:lnTo>
                    <a:pt x="5947764" y="2996144"/>
                  </a:lnTo>
                  <a:lnTo>
                    <a:pt x="6024397" y="3003894"/>
                  </a:lnTo>
                  <a:lnTo>
                    <a:pt x="6101029" y="3011521"/>
                  </a:lnTo>
                  <a:lnTo>
                    <a:pt x="6177662" y="3019027"/>
                  </a:lnTo>
                  <a:lnTo>
                    <a:pt x="6254294" y="3026414"/>
                  </a:lnTo>
                  <a:lnTo>
                    <a:pt x="6330927" y="3033683"/>
                  </a:lnTo>
                  <a:lnTo>
                    <a:pt x="6407560" y="3040837"/>
                  </a:lnTo>
                  <a:lnTo>
                    <a:pt x="6484192" y="3047877"/>
                  </a:lnTo>
                  <a:lnTo>
                    <a:pt x="6560825" y="3054805"/>
                  </a:lnTo>
                  <a:lnTo>
                    <a:pt x="6637457" y="3061623"/>
                  </a:lnTo>
                  <a:lnTo>
                    <a:pt x="6714090" y="3068332"/>
                  </a:lnTo>
                  <a:lnTo>
                    <a:pt x="6790722" y="3074935"/>
                  </a:lnTo>
                  <a:lnTo>
                    <a:pt x="6867355" y="3081433"/>
                  </a:lnTo>
                  <a:lnTo>
                    <a:pt x="6943987" y="3087828"/>
                  </a:lnTo>
                  <a:lnTo>
                    <a:pt x="7020620" y="3094121"/>
                  </a:lnTo>
                  <a:lnTo>
                    <a:pt x="7097253" y="3100314"/>
                  </a:lnTo>
                  <a:lnTo>
                    <a:pt x="7173885" y="3106408"/>
                  </a:lnTo>
                  <a:lnTo>
                    <a:pt x="7250518" y="3112406"/>
                  </a:lnTo>
                  <a:lnTo>
                    <a:pt x="7327150" y="3118308"/>
                  </a:lnTo>
                  <a:lnTo>
                    <a:pt x="7403783" y="3124117"/>
                  </a:lnTo>
                  <a:lnTo>
                    <a:pt x="7403783" y="3385859"/>
                  </a:lnTo>
                  <a:lnTo>
                    <a:pt x="7327150" y="3381765"/>
                  </a:lnTo>
                  <a:lnTo>
                    <a:pt x="7250518" y="3377500"/>
                  </a:lnTo>
                  <a:lnTo>
                    <a:pt x="7173885" y="3373057"/>
                  </a:lnTo>
                  <a:lnTo>
                    <a:pt x="7097253" y="3368428"/>
                  </a:lnTo>
                  <a:lnTo>
                    <a:pt x="7020620" y="3363605"/>
                  </a:lnTo>
                  <a:lnTo>
                    <a:pt x="6943987" y="3358580"/>
                  </a:lnTo>
                  <a:lnTo>
                    <a:pt x="6867355" y="3353346"/>
                  </a:lnTo>
                  <a:lnTo>
                    <a:pt x="6790722" y="3347892"/>
                  </a:lnTo>
                  <a:lnTo>
                    <a:pt x="6714090" y="3342210"/>
                  </a:lnTo>
                  <a:lnTo>
                    <a:pt x="6637457" y="3336291"/>
                  </a:lnTo>
                  <a:lnTo>
                    <a:pt x="6560825" y="3330124"/>
                  </a:lnTo>
                  <a:lnTo>
                    <a:pt x="6484192" y="3323700"/>
                  </a:lnTo>
                  <a:lnTo>
                    <a:pt x="6407560" y="3317006"/>
                  </a:lnTo>
                  <a:lnTo>
                    <a:pt x="6330927" y="3310033"/>
                  </a:lnTo>
                  <a:lnTo>
                    <a:pt x="6254294" y="3302768"/>
                  </a:lnTo>
                  <a:lnTo>
                    <a:pt x="6177662" y="3295199"/>
                  </a:lnTo>
                  <a:lnTo>
                    <a:pt x="6101029" y="3287314"/>
                  </a:lnTo>
                  <a:lnTo>
                    <a:pt x="6024397" y="3279099"/>
                  </a:lnTo>
                  <a:lnTo>
                    <a:pt x="5947764" y="3270540"/>
                  </a:lnTo>
                  <a:lnTo>
                    <a:pt x="5871132" y="3261624"/>
                  </a:lnTo>
                  <a:lnTo>
                    <a:pt x="5794499" y="3252334"/>
                  </a:lnTo>
                  <a:lnTo>
                    <a:pt x="5717867" y="3242656"/>
                  </a:lnTo>
                  <a:lnTo>
                    <a:pt x="5641234" y="3232574"/>
                  </a:lnTo>
                  <a:lnTo>
                    <a:pt x="5564602" y="3222069"/>
                  </a:lnTo>
                  <a:lnTo>
                    <a:pt x="5487969" y="3211126"/>
                  </a:lnTo>
                  <a:lnTo>
                    <a:pt x="5411336" y="3199724"/>
                  </a:lnTo>
                  <a:lnTo>
                    <a:pt x="5334704" y="3187846"/>
                  </a:lnTo>
                  <a:lnTo>
                    <a:pt x="5258071" y="3175471"/>
                  </a:lnTo>
                  <a:lnTo>
                    <a:pt x="5181439" y="3162579"/>
                  </a:lnTo>
                  <a:lnTo>
                    <a:pt x="5104806" y="3149147"/>
                  </a:lnTo>
                  <a:lnTo>
                    <a:pt x="5028174" y="3135154"/>
                  </a:lnTo>
                  <a:lnTo>
                    <a:pt x="4951541" y="3120575"/>
                  </a:lnTo>
                  <a:lnTo>
                    <a:pt x="4874909" y="3105387"/>
                  </a:lnTo>
                  <a:lnTo>
                    <a:pt x="4798276" y="3089563"/>
                  </a:lnTo>
                  <a:lnTo>
                    <a:pt x="4721644" y="3073078"/>
                  </a:lnTo>
                  <a:lnTo>
                    <a:pt x="4645011" y="3055903"/>
                  </a:lnTo>
                  <a:lnTo>
                    <a:pt x="4568378" y="3038010"/>
                  </a:lnTo>
                  <a:lnTo>
                    <a:pt x="4491746" y="3019369"/>
                  </a:lnTo>
                  <a:lnTo>
                    <a:pt x="4415113" y="2999948"/>
                  </a:lnTo>
                  <a:lnTo>
                    <a:pt x="4338481" y="2979715"/>
                  </a:lnTo>
                  <a:lnTo>
                    <a:pt x="4261848" y="2958635"/>
                  </a:lnTo>
                  <a:lnTo>
                    <a:pt x="4185216" y="2936675"/>
                  </a:lnTo>
                  <a:lnTo>
                    <a:pt x="4108583" y="2913795"/>
                  </a:lnTo>
                  <a:lnTo>
                    <a:pt x="4031951" y="2889959"/>
                  </a:lnTo>
                  <a:lnTo>
                    <a:pt x="3955318" y="2865126"/>
                  </a:lnTo>
                  <a:lnTo>
                    <a:pt x="3878685" y="2839255"/>
                  </a:lnTo>
                  <a:lnTo>
                    <a:pt x="3802053" y="2812301"/>
                  </a:lnTo>
                  <a:lnTo>
                    <a:pt x="3725420" y="2784220"/>
                  </a:lnTo>
                  <a:lnTo>
                    <a:pt x="3648788" y="2754965"/>
                  </a:lnTo>
                  <a:lnTo>
                    <a:pt x="3572155" y="2724487"/>
                  </a:lnTo>
                  <a:lnTo>
                    <a:pt x="3495523" y="2692733"/>
                  </a:lnTo>
                  <a:lnTo>
                    <a:pt x="3418890" y="2659652"/>
                  </a:lnTo>
                  <a:lnTo>
                    <a:pt x="3342258" y="2643024"/>
                  </a:lnTo>
                  <a:lnTo>
                    <a:pt x="3265625" y="2629445"/>
                  </a:lnTo>
                  <a:lnTo>
                    <a:pt x="3188993" y="2615647"/>
                  </a:lnTo>
                  <a:lnTo>
                    <a:pt x="3112360" y="2601625"/>
                  </a:lnTo>
                  <a:lnTo>
                    <a:pt x="3035727" y="2587378"/>
                  </a:lnTo>
                  <a:lnTo>
                    <a:pt x="2959095" y="2572900"/>
                  </a:lnTo>
                  <a:lnTo>
                    <a:pt x="2882462" y="2558189"/>
                  </a:lnTo>
                  <a:lnTo>
                    <a:pt x="2805830" y="2543240"/>
                  </a:lnTo>
                  <a:lnTo>
                    <a:pt x="2729197" y="2528049"/>
                  </a:lnTo>
                  <a:lnTo>
                    <a:pt x="2652565" y="2512613"/>
                  </a:lnTo>
                  <a:lnTo>
                    <a:pt x="2575932" y="2496928"/>
                  </a:lnTo>
                  <a:lnTo>
                    <a:pt x="2499300" y="2480990"/>
                  </a:lnTo>
                  <a:lnTo>
                    <a:pt x="2422667" y="2464794"/>
                  </a:lnTo>
                  <a:lnTo>
                    <a:pt x="2346034" y="2448336"/>
                  </a:lnTo>
                  <a:lnTo>
                    <a:pt x="2269402" y="2431613"/>
                  </a:lnTo>
                  <a:lnTo>
                    <a:pt x="2192769" y="2414619"/>
                  </a:lnTo>
                  <a:lnTo>
                    <a:pt x="2116137" y="2397351"/>
                  </a:lnTo>
                  <a:lnTo>
                    <a:pt x="2039504" y="2379804"/>
                  </a:lnTo>
                  <a:lnTo>
                    <a:pt x="1962872" y="2361974"/>
                  </a:lnTo>
                  <a:lnTo>
                    <a:pt x="1886239" y="2343856"/>
                  </a:lnTo>
                  <a:lnTo>
                    <a:pt x="1809607" y="2325445"/>
                  </a:lnTo>
                  <a:lnTo>
                    <a:pt x="1732974" y="2306737"/>
                  </a:lnTo>
                  <a:lnTo>
                    <a:pt x="1656342" y="2287726"/>
                  </a:lnTo>
                  <a:lnTo>
                    <a:pt x="1579709" y="2268409"/>
                  </a:lnTo>
                  <a:lnTo>
                    <a:pt x="1503076" y="2248779"/>
                  </a:lnTo>
                  <a:lnTo>
                    <a:pt x="1426444" y="2228833"/>
                  </a:lnTo>
                  <a:lnTo>
                    <a:pt x="1349811" y="2208564"/>
                  </a:lnTo>
                  <a:lnTo>
                    <a:pt x="1273179" y="2187968"/>
                  </a:lnTo>
                  <a:lnTo>
                    <a:pt x="1196546" y="2167039"/>
                  </a:lnTo>
                  <a:lnTo>
                    <a:pt x="1119914" y="2145773"/>
                  </a:lnTo>
                  <a:lnTo>
                    <a:pt x="1043281" y="2124162"/>
                  </a:lnTo>
                  <a:lnTo>
                    <a:pt x="966649" y="2102203"/>
                  </a:lnTo>
                  <a:lnTo>
                    <a:pt x="890016" y="2079889"/>
                  </a:lnTo>
                  <a:lnTo>
                    <a:pt x="813384" y="2057215"/>
                  </a:lnTo>
                  <a:lnTo>
                    <a:pt x="736751" y="2034174"/>
                  </a:lnTo>
                  <a:lnTo>
                    <a:pt x="660118" y="2010762"/>
                  </a:lnTo>
                  <a:lnTo>
                    <a:pt x="583486" y="1986971"/>
                  </a:lnTo>
                  <a:lnTo>
                    <a:pt x="506853" y="1962796"/>
                  </a:lnTo>
                  <a:lnTo>
                    <a:pt x="430221" y="1938230"/>
                  </a:lnTo>
                  <a:lnTo>
                    <a:pt x="353588" y="1913268"/>
                  </a:lnTo>
                  <a:lnTo>
                    <a:pt x="276956" y="1887902"/>
                  </a:lnTo>
                  <a:lnTo>
                    <a:pt x="200323" y="1862127"/>
                  </a:lnTo>
                  <a:lnTo>
                    <a:pt x="123691" y="1835936"/>
                  </a:lnTo>
                  <a:lnTo>
                    <a:pt x="47058" y="1809321"/>
                  </a:lnTo>
                  <a:lnTo>
                    <a:pt x="0" y="179271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540269" y="2073503"/>
              <a:ext cx="6681031" cy="3124117"/>
            </a:xfrm>
            <a:custGeom>
              <a:avLst/>
              <a:pathLst>
                <a:path w="6681031" h="3124117">
                  <a:moveTo>
                    <a:pt x="0" y="0"/>
                  </a:moveTo>
                  <a:lnTo>
                    <a:pt x="13999" y="26414"/>
                  </a:lnTo>
                  <a:lnTo>
                    <a:pt x="90632" y="165200"/>
                  </a:lnTo>
                  <a:lnTo>
                    <a:pt x="167264" y="298415"/>
                  </a:lnTo>
                  <a:lnTo>
                    <a:pt x="243897" y="426282"/>
                  </a:lnTo>
                  <a:lnTo>
                    <a:pt x="320529" y="549017"/>
                  </a:lnTo>
                  <a:lnTo>
                    <a:pt x="397162" y="666824"/>
                  </a:lnTo>
                  <a:lnTo>
                    <a:pt x="473794" y="779903"/>
                  </a:lnTo>
                  <a:lnTo>
                    <a:pt x="550427" y="888442"/>
                  </a:lnTo>
                  <a:lnTo>
                    <a:pt x="627060" y="992624"/>
                  </a:lnTo>
                  <a:lnTo>
                    <a:pt x="703692" y="1092624"/>
                  </a:lnTo>
                  <a:lnTo>
                    <a:pt x="780325" y="1188610"/>
                  </a:lnTo>
                  <a:lnTo>
                    <a:pt x="856957" y="1280743"/>
                  </a:lnTo>
                  <a:lnTo>
                    <a:pt x="933590" y="1369177"/>
                  </a:lnTo>
                  <a:lnTo>
                    <a:pt x="1010222" y="1454061"/>
                  </a:lnTo>
                  <a:lnTo>
                    <a:pt x="1086855" y="1535538"/>
                  </a:lnTo>
                  <a:lnTo>
                    <a:pt x="1163487" y="1613744"/>
                  </a:lnTo>
                  <a:lnTo>
                    <a:pt x="1240120" y="1688811"/>
                  </a:lnTo>
                  <a:lnTo>
                    <a:pt x="1316752" y="1760864"/>
                  </a:lnTo>
                  <a:lnTo>
                    <a:pt x="1393385" y="1830025"/>
                  </a:lnTo>
                  <a:lnTo>
                    <a:pt x="1470018" y="1896409"/>
                  </a:lnTo>
                  <a:lnTo>
                    <a:pt x="1546650" y="1960129"/>
                  </a:lnTo>
                  <a:lnTo>
                    <a:pt x="1623283" y="2021291"/>
                  </a:lnTo>
                  <a:lnTo>
                    <a:pt x="1699915" y="2079998"/>
                  </a:lnTo>
                  <a:lnTo>
                    <a:pt x="1776548" y="2136348"/>
                  </a:lnTo>
                  <a:lnTo>
                    <a:pt x="1853180" y="2190436"/>
                  </a:lnTo>
                  <a:lnTo>
                    <a:pt x="1929813" y="2242353"/>
                  </a:lnTo>
                  <a:lnTo>
                    <a:pt x="2006445" y="2292185"/>
                  </a:lnTo>
                  <a:lnTo>
                    <a:pt x="2083078" y="2340018"/>
                  </a:lnTo>
                  <a:lnTo>
                    <a:pt x="2159711" y="2385930"/>
                  </a:lnTo>
                  <a:lnTo>
                    <a:pt x="2236343" y="2429999"/>
                  </a:lnTo>
                  <a:lnTo>
                    <a:pt x="2312976" y="2472299"/>
                  </a:lnTo>
                  <a:lnTo>
                    <a:pt x="2389608" y="2512901"/>
                  </a:lnTo>
                  <a:lnTo>
                    <a:pt x="2466241" y="2551873"/>
                  </a:lnTo>
                  <a:lnTo>
                    <a:pt x="2542873" y="2589281"/>
                  </a:lnTo>
                  <a:lnTo>
                    <a:pt x="2619506" y="2625187"/>
                  </a:lnTo>
                  <a:lnTo>
                    <a:pt x="2696138" y="2656387"/>
                  </a:lnTo>
                  <a:lnTo>
                    <a:pt x="2772771" y="2669537"/>
                  </a:lnTo>
                  <a:lnTo>
                    <a:pt x="2849403" y="2682479"/>
                  </a:lnTo>
                  <a:lnTo>
                    <a:pt x="2926036" y="2695215"/>
                  </a:lnTo>
                  <a:lnTo>
                    <a:pt x="3002669" y="2707748"/>
                  </a:lnTo>
                  <a:lnTo>
                    <a:pt x="3079301" y="2720083"/>
                  </a:lnTo>
                  <a:lnTo>
                    <a:pt x="3155934" y="2732221"/>
                  </a:lnTo>
                  <a:lnTo>
                    <a:pt x="3232566" y="2744166"/>
                  </a:lnTo>
                  <a:lnTo>
                    <a:pt x="3309199" y="2755922"/>
                  </a:lnTo>
                  <a:lnTo>
                    <a:pt x="3385831" y="2767490"/>
                  </a:lnTo>
                  <a:lnTo>
                    <a:pt x="3462464" y="2778875"/>
                  </a:lnTo>
                  <a:lnTo>
                    <a:pt x="3539096" y="2790079"/>
                  </a:lnTo>
                  <a:lnTo>
                    <a:pt x="3615729" y="2801104"/>
                  </a:lnTo>
                  <a:lnTo>
                    <a:pt x="3692361" y="2811955"/>
                  </a:lnTo>
                  <a:lnTo>
                    <a:pt x="3768994" y="2822633"/>
                  </a:lnTo>
                  <a:lnTo>
                    <a:pt x="3845627" y="2833141"/>
                  </a:lnTo>
                  <a:lnTo>
                    <a:pt x="3922259" y="2843482"/>
                  </a:lnTo>
                  <a:lnTo>
                    <a:pt x="3998892" y="2853659"/>
                  </a:lnTo>
                  <a:lnTo>
                    <a:pt x="4075524" y="2863674"/>
                  </a:lnTo>
                  <a:lnTo>
                    <a:pt x="4152157" y="2873530"/>
                  </a:lnTo>
                  <a:lnTo>
                    <a:pt x="4228789" y="2883229"/>
                  </a:lnTo>
                  <a:lnTo>
                    <a:pt x="4305422" y="2892774"/>
                  </a:lnTo>
                  <a:lnTo>
                    <a:pt x="4382054" y="2902168"/>
                  </a:lnTo>
                  <a:lnTo>
                    <a:pt x="4458687" y="2911412"/>
                  </a:lnTo>
                  <a:lnTo>
                    <a:pt x="4535320" y="2920509"/>
                  </a:lnTo>
                  <a:lnTo>
                    <a:pt x="4611952" y="2929461"/>
                  </a:lnTo>
                  <a:lnTo>
                    <a:pt x="4688585" y="2938271"/>
                  </a:lnTo>
                  <a:lnTo>
                    <a:pt x="4765217" y="2946942"/>
                  </a:lnTo>
                  <a:lnTo>
                    <a:pt x="4841850" y="2955474"/>
                  </a:lnTo>
                  <a:lnTo>
                    <a:pt x="4918482" y="2963871"/>
                  </a:lnTo>
                  <a:lnTo>
                    <a:pt x="4995115" y="2972134"/>
                  </a:lnTo>
                  <a:lnTo>
                    <a:pt x="5071747" y="2980266"/>
                  </a:lnTo>
                  <a:lnTo>
                    <a:pt x="5148380" y="2988269"/>
                  </a:lnTo>
                  <a:lnTo>
                    <a:pt x="5225012" y="2996144"/>
                  </a:lnTo>
                  <a:lnTo>
                    <a:pt x="5301645" y="3003894"/>
                  </a:lnTo>
                  <a:lnTo>
                    <a:pt x="5378278" y="3011521"/>
                  </a:lnTo>
                  <a:lnTo>
                    <a:pt x="5454910" y="3019027"/>
                  </a:lnTo>
                  <a:lnTo>
                    <a:pt x="5531543" y="3026414"/>
                  </a:lnTo>
                  <a:lnTo>
                    <a:pt x="5608175" y="3033683"/>
                  </a:lnTo>
                  <a:lnTo>
                    <a:pt x="5684808" y="3040837"/>
                  </a:lnTo>
                  <a:lnTo>
                    <a:pt x="5761440" y="3047877"/>
                  </a:lnTo>
                  <a:lnTo>
                    <a:pt x="5838073" y="3054805"/>
                  </a:lnTo>
                  <a:lnTo>
                    <a:pt x="5914705" y="3061623"/>
                  </a:lnTo>
                  <a:lnTo>
                    <a:pt x="5991338" y="3068332"/>
                  </a:lnTo>
                  <a:lnTo>
                    <a:pt x="6067971" y="3074935"/>
                  </a:lnTo>
                  <a:lnTo>
                    <a:pt x="6144603" y="3081433"/>
                  </a:lnTo>
                  <a:lnTo>
                    <a:pt x="6221236" y="3087828"/>
                  </a:lnTo>
                  <a:lnTo>
                    <a:pt x="6297868" y="3094121"/>
                  </a:lnTo>
                  <a:lnTo>
                    <a:pt x="6374501" y="3100314"/>
                  </a:lnTo>
                  <a:lnTo>
                    <a:pt x="6451133" y="3106408"/>
                  </a:lnTo>
                  <a:lnTo>
                    <a:pt x="6527766" y="3112406"/>
                  </a:lnTo>
                  <a:lnTo>
                    <a:pt x="6604398" y="3118308"/>
                  </a:lnTo>
                  <a:lnTo>
                    <a:pt x="6681031" y="31241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3866217"/>
              <a:ext cx="7403783" cy="1593145"/>
            </a:xfrm>
            <a:custGeom>
              <a:avLst/>
              <a:pathLst>
                <a:path w="7403783" h="1593145">
                  <a:moveTo>
                    <a:pt x="7403783" y="1593145"/>
                  </a:moveTo>
                  <a:lnTo>
                    <a:pt x="7327150" y="1589051"/>
                  </a:lnTo>
                  <a:lnTo>
                    <a:pt x="7250518" y="1584786"/>
                  </a:lnTo>
                  <a:lnTo>
                    <a:pt x="7173885" y="1580343"/>
                  </a:lnTo>
                  <a:lnTo>
                    <a:pt x="7097253" y="1575713"/>
                  </a:lnTo>
                  <a:lnTo>
                    <a:pt x="7020620" y="1570891"/>
                  </a:lnTo>
                  <a:lnTo>
                    <a:pt x="6943987" y="1565866"/>
                  </a:lnTo>
                  <a:lnTo>
                    <a:pt x="6867355" y="1560631"/>
                  </a:lnTo>
                  <a:lnTo>
                    <a:pt x="6790722" y="1555178"/>
                  </a:lnTo>
                  <a:lnTo>
                    <a:pt x="6714090" y="1549496"/>
                  </a:lnTo>
                  <a:lnTo>
                    <a:pt x="6637457" y="1543577"/>
                  </a:lnTo>
                  <a:lnTo>
                    <a:pt x="6560825" y="1537410"/>
                  </a:lnTo>
                  <a:lnTo>
                    <a:pt x="6484192" y="1530986"/>
                  </a:lnTo>
                  <a:lnTo>
                    <a:pt x="6407560" y="1524292"/>
                  </a:lnTo>
                  <a:lnTo>
                    <a:pt x="6330927" y="1517319"/>
                  </a:lnTo>
                  <a:lnTo>
                    <a:pt x="6254294" y="1510054"/>
                  </a:lnTo>
                  <a:lnTo>
                    <a:pt x="6177662" y="1502485"/>
                  </a:lnTo>
                  <a:lnTo>
                    <a:pt x="6101029" y="1494600"/>
                  </a:lnTo>
                  <a:lnTo>
                    <a:pt x="6024397" y="1486385"/>
                  </a:lnTo>
                  <a:lnTo>
                    <a:pt x="5947764" y="1477826"/>
                  </a:lnTo>
                  <a:lnTo>
                    <a:pt x="5871132" y="1468910"/>
                  </a:lnTo>
                  <a:lnTo>
                    <a:pt x="5794499" y="1459620"/>
                  </a:lnTo>
                  <a:lnTo>
                    <a:pt x="5717867" y="1449942"/>
                  </a:lnTo>
                  <a:lnTo>
                    <a:pt x="5641234" y="1439860"/>
                  </a:lnTo>
                  <a:lnTo>
                    <a:pt x="5564602" y="1429355"/>
                  </a:lnTo>
                  <a:lnTo>
                    <a:pt x="5487969" y="1418412"/>
                  </a:lnTo>
                  <a:lnTo>
                    <a:pt x="5411336" y="1407010"/>
                  </a:lnTo>
                  <a:lnTo>
                    <a:pt x="5334704" y="1395132"/>
                  </a:lnTo>
                  <a:lnTo>
                    <a:pt x="5258071" y="1382757"/>
                  </a:lnTo>
                  <a:lnTo>
                    <a:pt x="5181439" y="1369865"/>
                  </a:lnTo>
                  <a:lnTo>
                    <a:pt x="5104806" y="1356433"/>
                  </a:lnTo>
                  <a:lnTo>
                    <a:pt x="5028174" y="1342439"/>
                  </a:lnTo>
                  <a:lnTo>
                    <a:pt x="4951541" y="1327861"/>
                  </a:lnTo>
                  <a:lnTo>
                    <a:pt x="4874909" y="1312672"/>
                  </a:lnTo>
                  <a:lnTo>
                    <a:pt x="4798276" y="1296849"/>
                  </a:lnTo>
                  <a:lnTo>
                    <a:pt x="4721644" y="1280364"/>
                  </a:lnTo>
                  <a:lnTo>
                    <a:pt x="4645011" y="1263189"/>
                  </a:lnTo>
                  <a:lnTo>
                    <a:pt x="4568378" y="1245296"/>
                  </a:lnTo>
                  <a:lnTo>
                    <a:pt x="4491746" y="1226655"/>
                  </a:lnTo>
                  <a:lnTo>
                    <a:pt x="4415113" y="1207234"/>
                  </a:lnTo>
                  <a:lnTo>
                    <a:pt x="4338481" y="1187001"/>
                  </a:lnTo>
                  <a:lnTo>
                    <a:pt x="4261848" y="1165921"/>
                  </a:lnTo>
                  <a:lnTo>
                    <a:pt x="4185216" y="1143960"/>
                  </a:lnTo>
                  <a:lnTo>
                    <a:pt x="4108583" y="1121081"/>
                  </a:lnTo>
                  <a:lnTo>
                    <a:pt x="4031951" y="1097245"/>
                  </a:lnTo>
                  <a:lnTo>
                    <a:pt x="3955318" y="1072412"/>
                  </a:lnTo>
                  <a:lnTo>
                    <a:pt x="3878685" y="1046540"/>
                  </a:lnTo>
                  <a:lnTo>
                    <a:pt x="3802053" y="1019587"/>
                  </a:lnTo>
                  <a:lnTo>
                    <a:pt x="3725420" y="991506"/>
                  </a:lnTo>
                  <a:lnTo>
                    <a:pt x="3648788" y="962251"/>
                  </a:lnTo>
                  <a:lnTo>
                    <a:pt x="3572155" y="931772"/>
                  </a:lnTo>
                  <a:lnTo>
                    <a:pt x="3495523" y="900019"/>
                  </a:lnTo>
                  <a:lnTo>
                    <a:pt x="3418890" y="866938"/>
                  </a:lnTo>
                  <a:lnTo>
                    <a:pt x="3342258" y="850310"/>
                  </a:lnTo>
                  <a:lnTo>
                    <a:pt x="3265625" y="836731"/>
                  </a:lnTo>
                  <a:lnTo>
                    <a:pt x="3188993" y="822932"/>
                  </a:lnTo>
                  <a:lnTo>
                    <a:pt x="3112360" y="808911"/>
                  </a:lnTo>
                  <a:lnTo>
                    <a:pt x="3035727" y="794664"/>
                  </a:lnTo>
                  <a:lnTo>
                    <a:pt x="2959095" y="780186"/>
                  </a:lnTo>
                  <a:lnTo>
                    <a:pt x="2882462" y="765475"/>
                  </a:lnTo>
                  <a:lnTo>
                    <a:pt x="2805830" y="750526"/>
                  </a:lnTo>
                  <a:lnTo>
                    <a:pt x="2729197" y="735335"/>
                  </a:lnTo>
                  <a:lnTo>
                    <a:pt x="2652565" y="719899"/>
                  </a:lnTo>
                  <a:lnTo>
                    <a:pt x="2575932" y="704214"/>
                  </a:lnTo>
                  <a:lnTo>
                    <a:pt x="2499300" y="688275"/>
                  </a:lnTo>
                  <a:lnTo>
                    <a:pt x="2422667" y="672079"/>
                  </a:lnTo>
                  <a:lnTo>
                    <a:pt x="2346034" y="655622"/>
                  </a:lnTo>
                  <a:lnTo>
                    <a:pt x="2269402" y="638898"/>
                  </a:lnTo>
                  <a:lnTo>
                    <a:pt x="2192769" y="621905"/>
                  </a:lnTo>
                  <a:lnTo>
                    <a:pt x="2116137" y="604637"/>
                  </a:lnTo>
                  <a:lnTo>
                    <a:pt x="2039504" y="587090"/>
                  </a:lnTo>
                  <a:lnTo>
                    <a:pt x="1962872" y="569260"/>
                  </a:lnTo>
                  <a:lnTo>
                    <a:pt x="1886239" y="551142"/>
                  </a:lnTo>
                  <a:lnTo>
                    <a:pt x="1809607" y="532731"/>
                  </a:lnTo>
                  <a:lnTo>
                    <a:pt x="1732974" y="514022"/>
                  </a:lnTo>
                  <a:lnTo>
                    <a:pt x="1656342" y="495012"/>
                  </a:lnTo>
                  <a:lnTo>
                    <a:pt x="1579709" y="475695"/>
                  </a:lnTo>
                  <a:lnTo>
                    <a:pt x="1503076" y="456065"/>
                  </a:lnTo>
                  <a:lnTo>
                    <a:pt x="1426444" y="436119"/>
                  </a:lnTo>
                  <a:lnTo>
                    <a:pt x="1349811" y="415850"/>
                  </a:lnTo>
                  <a:lnTo>
                    <a:pt x="1273179" y="395254"/>
                  </a:lnTo>
                  <a:lnTo>
                    <a:pt x="1196546" y="374325"/>
                  </a:lnTo>
                  <a:lnTo>
                    <a:pt x="1119914" y="353058"/>
                  </a:lnTo>
                  <a:lnTo>
                    <a:pt x="1043281" y="331448"/>
                  </a:lnTo>
                  <a:lnTo>
                    <a:pt x="966649" y="309489"/>
                  </a:lnTo>
                  <a:lnTo>
                    <a:pt x="890016" y="287175"/>
                  </a:lnTo>
                  <a:lnTo>
                    <a:pt x="813384" y="264501"/>
                  </a:lnTo>
                  <a:lnTo>
                    <a:pt x="736751" y="241460"/>
                  </a:lnTo>
                  <a:lnTo>
                    <a:pt x="660118" y="218048"/>
                  </a:lnTo>
                  <a:lnTo>
                    <a:pt x="583486" y="194257"/>
                  </a:lnTo>
                  <a:lnTo>
                    <a:pt x="506853" y="170082"/>
                  </a:lnTo>
                  <a:lnTo>
                    <a:pt x="430221" y="145516"/>
                  </a:lnTo>
                  <a:lnTo>
                    <a:pt x="353588" y="120554"/>
                  </a:lnTo>
                  <a:lnTo>
                    <a:pt x="276956" y="95188"/>
                  </a:lnTo>
                  <a:lnTo>
                    <a:pt x="200323" y="69413"/>
                  </a:lnTo>
                  <a:lnTo>
                    <a:pt x="123691" y="43221"/>
                  </a:lnTo>
                  <a:lnTo>
                    <a:pt x="47058" y="1660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2612729"/>
              <a:ext cx="7403783" cy="2756895"/>
            </a:xfrm>
            <a:custGeom>
              <a:avLst/>
              <a:pathLst>
                <a:path w="7403783" h="2756895">
                  <a:moveTo>
                    <a:pt x="0" y="0"/>
                  </a:moveTo>
                  <a:lnTo>
                    <a:pt x="47058" y="51356"/>
                  </a:lnTo>
                  <a:lnTo>
                    <a:pt x="123691" y="132637"/>
                  </a:lnTo>
                  <a:lnTo>
                    <a:pt x="200323" y="211635"/>
                  </a:lnTo>
                  <a:lnTo>
                    <a:pt x="276956" y="288413"/>
                  </a:lnTo>
                  <a:lnTo>
                    <a:pt x="353588" y="363034"/>
                  </a:lnTo>
                  <a:lnTo>
                    <a:pt x="430221" y="435559"/>
                  </a:lnTo>
                  <a:lnTo>
                    <a:pt x="506853" y="506047"/>
                  </a:lnTo>
                  <a:lnTo>
                    <a:pt x="583486" y="574554"/>
                  </a:lnTo>
                  <a:lnTo>
                    <a:pt x="660118" y="641136"/>
                  </a:lnTo>
                  <a:lnTo>
                    <a:pt x="736751" y="705848"/>
                  </a:lnTo>
                  <a:lnTo>
                    <a:pt x="813384" y="768742"/>
                  </a:lnTo>
                  <a:lnTo>
                    <a:pt x="890016" y="829869"/>
                  </a:lnTo>
                  <a:lnTo>
                    <a:pt x="966649" y="889278"/>
                  </a:lnTo>
                  <a:lnTo>
                    <a:pt x="1043281" y="947019"/>
                  </a:lnTo>
                  <a:lnTo>
                    <a:pt x="1119914" y="1003137"/>
                  </a:lnTo>
                  <a:lnTo>
                    <a:pt x="1196546" y="1057679"/>
                  </a:lnTo>
                  <a:lnTo>
                    <a:pt x="1273179" y="1110688"/>
                  </a:lnTo>
                  <a:lnTo>
                    <a:pt x="1349811" y="1162208"/>
                  </a:lnTo>
                  <a:lnTo>
                    <a:pt x="1426444" y="1212281"/>
                  </a:lnTo>
                  <a:lnTo>
                    <a:pt x="1503076" y="1260947"/>
                  </a:lnTo>
                  <a:lnTo>
                    <a:pt x="1579709" y="1308246"/>
                  </a:lnTo>
                  <a:lnTo>
                    <a:pt x="1656342" y="1354216"/>
                  </a:lnTo>
                  <a:lnTo>
                    <a:pt x="1732974" y="1398894"/>
                  </a:lnTo>
                  <a:lnTo>
                    <a:pt x="1809607" y="1442317"/>
                  </a:lnTo>
                  <a:lnTo>
                    <a:pt x="1886239" y="1484521"/>
                  </a:lnTo>
                  <a:lnTo>
                    <a:pt x="1962872" y="1525538"/>
                  </a:lnTo>
                  <a:lnTo>
                    <a:pt x="2039504" y="1565403"/>
                  </a:lnTo>
                  <a:lnTo>
                    <a:pt x="2116137" y="1604149"/>
                  </a:lnTo>
                  <a:lnTo>
                    <a:pt x="2192769" y="1641805"/>
                  </a:lnTo>
                  <a:lnTo>
                    <a:pt x="2269402" y="1678404"/>
                  </a:lnTo>
                  <a:lnTo>
                    <a:pt x="2346034" y="1713975"/>
                  </a:lnTo>
                  <a:lnTo>
                    <a:pt x="2422667" y="1748546"/>
                  </a:lnTo>
                  <a:lnTo>
                    <a:pt x="2499300" y="1782146"/>
                  </a:lnTo>
                  <a:lnTo>
                    <a:pt x="2575932" y="1814802"/>
                  </a:lnTo>
                  <a:lnTo>
                    <a:pt x="2652565" y="1846541"/>
                  </a:lnTo>
                  <a:lnTo>
                    <a:pt x="2729197" y="1877388"/>
                  </a:lnTo>
                  <a:lnTo>
                    <a:pt x="2805830" y="1907368"/>
                  </a:lnTo>
                  <a:lnTo>
                    <a:pt x="2882462" y="1936506"/>
                  </a:lnTo>
                  <a:lnTo>
                    <a:pt x="2959095" y="1964825"/>
                  </a:lnTo>
                  <a:lnTo>
                    <a:pt x="3035727" y="1992349"/>
                  </a:lnTo>
                  <a:lnTo>
                    <a:pt x="3112360" y="2019100"/>
                  </a:lnTo>
                  <a:lnTo>
                    <a:pt x="3188993" y="2045099"/>
                  </a:lnTo>
                  <a:lnTo>
                    <a:pt x="3265625" y="2070367"/>
                  </a:lnTo>
                  <a:lnTo>
                    <a:pt x="3342258" y="2094926"/>
                  </a:lnTo>
                  <a:lnTo>
                    <a:pt x="3418890" y="2118795"/>
                  </a:lnTo>
                  <a:lnTo>
                    <a:pt x="3495523" y="2141993"/>
                  </a:lnTo>
                  <a:lnTo>
                    <a:pt x="3572155" y="2164539"/>
                  </a:lnTo>
                  <a:lnTo>
                    <a:pt x="3648788" y="2186452"/>
                  </a:lnTo>
                  <a:lnTo>
                    <a:pt x="3725420" y="2207750"/>
                  </a:lnTo>
                  <a:lnTo>
                    <a:pt x="3802053" y="2228449"/>
                  </a:lnTo>
                  <a:lnTo>
                    <a:pt x="3878685" y="2248566"/>
                  </a:lnTo>
                  <a:lnTo>
                    <a:pt x="3955318" y="2268118"/>
                  </a:lnTo>
                  <a:lnTo>
                    <a:pt x="4031951" y="2287121"/>
                  </a:lnTo>
                  <a:lnTo>
                    <a:pt x="4108583" y="2305591"/>
                  </a:lnTo>
                  <a:lnTo>
                    <a:pt x="4185216" y="2323541"/>
                  </a:lnTo>
                  <a:lnTo>
                    <a:pt x="4261848" y="2340987"/>
                  </a:lnTo>
                  <a:lnTo>
                    <a:pt x="4338481" y="2357943"/>
                  </a:lnTo>
                  <a:lnTo>
                    <a:pt x="4415113" y="2374422"/>
                  </a:lnTo>
                  <a:lnTo>
                    <a:pt x="4491746" y="2390439"/>
                  </a:lnTo>
                  <a:lnTo>
                    <a:pt x="4568378" y="2406005"/>
                  </a:lnTo>
                  <a:lnTo>
                    <a:pt x="4645011" y="2421134"/>
                  </a:lnTo>
                  <a:lnTo>
                    <a:pt x="4721644" y="2435838"/>
                  </a:lnTo>
                  <a:lnTo>
                    <a:pt x="4798276" y="2450129"/>
                  </a:lnTo>
                  <a:lnTo>
                    <a:pt x="4874909" y="2464019"/>
                  </a:lnTo>
                  <a:lnTo>
                    <a:pt x="4951541" y="2477518"/>
                  </a:lnTo>
                  <a:lnTo>
                    <a:pt x="5028174" y="2490638"/>
                  </a:lnTo>
                  <a:lnTo>
                    <a:pt x="5104806" y="2503390"/>
                  </a:lnTo>
                  <a:lnTo>
                    <a:pt x="5181439" y="2515783"/>
                  </a:lnTo>
                  <a:lnTo>
                    <a:pt x="5258071" y="2527828"/>
                  </a:lnTo>
                  <a:lnTo>
                    <a:pt x="5334704" y="2539535"/>
                  </a:lnTo>
                  <a:lnTo>
                    <a:pt x="5411336" y="2550912"/>
                  </a:lnTo>
                  <a:lnTo>
                    <a:pt x="5487969" y="2561971"/>
                  </a:lnTo>
                  <a:lnTo>
                    <a:pt x="5564602" y="2572718"/>
                  </a:lnTo>
                  <a:lnTo>
                    <a:pt x="5641234" y="2583164"/>
                  </a:lnTo>
                  <a:lnTo>
                    <a:pt x="5717867" y="2593316"/>
                  </a:lnTo>
                  <a:lnTo>
                    <a:pt x="5794499" y="2603182"/>
                  </a:lnTo>
                  <a:lnTo>
                    <a:pt x="5871132" y="2612772"/>
                  </a:lnTo>
                  <a:lnTo>
                    <a:pt x="5947764" y="2622092"/>
                  </a:lnTo>
                  <a:lnTo>
                    <a:pt x="6024397" y="2631151"/>
                  </a:lnTo>
                  <a:lnTo>
                    <a:pt x="6101029" y="2639955"/>
                  </a:lnTo>
                  <a:lnTo>
                    <a:pt x="6177662" y="2648511"/>
                  </a:lnTo>
                  <a:lnTo>
                    <a:pt x="6254294" y="2656827"/>
                  </a:lnTo>
                  <a:lnTo>
                    <a:pt x="6330927" y="2664910"/>
                  </a:lnTo>
                  <a:lnTo>
                    <a:pt x="6407560" y="2672765"/>
                  </a:lnTo>
                  <a:lnTo>
                    <a:pt x="6484192" y="2680400"/>
                  </a:lnTo>
                  <a:lnTo>
                    <a:pt x="6560825" y="2687820"/>
                  </a:lnTo>
                  <a:lnTo>
                    <a:pt x="6637457" y="2695032"/>
                  </a:lnTo>
                  <a:lnTo>
                    <a:pt x="6714090" y="2702041"/>
                  </a:lnTo>
                  <a:lnTo>
                    <a:pt x="6790722" y="2708853"/>
                  </a:lnTo>
                  <a:lnTo>
                    <a:pt x="6867355" y="2715474"/>
                  </a:lnTo>
                  <a:lnTo>
                    <a:pt x="6943987" y="2721909"/>
                  </a:lnTo>
                  <a:lnTo>
                    <a:pt x="7020620" y="2728163"/>
                  </a:lnTo>
                  <a:lnTo>
                    <a:pt x="7097253" y="2734242"/>
                  </a:lnTo>
                  <a:lnTo>
                    <a:pt x="7173885" y="2740149"/>
                  </a:lnTo>
                  <a:lnTo>
                    <a:pt x="7250518" y="2745891"/>
                  </a:lnTo>
                  <a:lnTo>
                    <a:pt x="7327150" y="2751471"/>
                  </a:lnTo>
                  <a:lnTo>
                    <a:pt x="7403783" y="275689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242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1.39 (1.20-1.61), p_Bonf = &lt;0.001 (n = 6)  |  per IQR decline (Δ = 29.9 %): 2.68 (1.74-4.13)  |  IQR: [-15.0,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25883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2026-09-28T16:51:08Z</dcterms:modified>
  <cp:category/>
</cp:coreProperties>
</file>