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340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999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659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319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7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3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29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9957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617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713362"/>
              <a:ext cx="7090630" cy="2672115"/>
            </a:xfrm>
            <a:custGeom>
              <a:avLst/>
              <a:pathLst>
                <a:path w="7090630" h="2672115">
                  <a:moveTo>
                    <a:pt x="0" y="0"/>
                  </a:moveTo>
                  <a:lnTo>
                    <a:pt x="71622" y="79495"/>
                  </a:lnTo>
                  <a:lnTo>
                    <a:pt x="143245" y="156768"/>
                  </a:lnTo>
                  <a:lnTo>
                    <a:pt x="214867" y="231881"/>
                  </a:lnTo>
                  <a:lnTo>
                    <a:pt x="286490" y="304894"/>
                  </a:lnTo>
                  <a:lnTo>
                    <a:pt x="358112" y="375867"/>
                  </a:lnTo>
                  <a:lnTo>
                    <a:pt x="429735" y="444856"/>
                  </a:lnTo>
                  <a:lnTo>
                    <a:pt x="501357" y="511916"/>
                  </a:lnTo>
                  <a:lnTo>
                    <a:pt x="572980" y="577101"/>
                  </a:lnTo>
                  <a:lnTo>
                    <a:pt x="644602" y="640465"/>
                  </a:lnTo>
                  <a:lnTo>
                    <a:pt x="716225" y="702057"/>
                  </a:lnTo>
                  <a:lnTo>
                    <a:pt x="787847" y="761928"/>
                  </a:lnTo>
                  <a:lnTo>
                    <a:pt x="859470" y="820125"/>
                  </a:lnTo>
                  <a:lnTo>
                    <a:pt x="931092" y="876695"/>
                  </a:lnTo>
                  <a:lnTo>
                    <a:pt x="1002715" y="931684"/>
                  </a:lnTo>
                  <a:lnTo>
                    <a:pt x="1074337" y="985136"/>
                  </a:lnTo>
                  <a:lnTo>
                    <a:pt x="1145960" y="1037094"/>
                  </a:lnTo>
                  <a:lnTo>
                    <a:pt x="1217582" y="1087599"/>
                  </a:lnTo>
                  <a:lnTo>
                    <a:pt x="1289205" y="1136692"/>
                  </a:lnTo>
                  <a:lnTo>
                    <a:pt x="1360827" y="1184414"/>
                  </a:lnTo>
                  <a:lnTo>
                    <a:pt x="1432450" y="1230801"/>
                  </a:lnTo>
                  <a:lnTo>
                    <a:pt x="1504073" y="1275892"/>
                  </a:lnTo>
                  <a:lnTo>
                    <a:pt x="1575695" y="1319722"/>
                  </a:lnTo>
                  <a:lnTo>
                    <a:pt x="1647318" y="1362327"/>
                  </a:lnTo>
                  <a:lnTo>
                    <a:pt x="1718940" y="1403741"/>
                  </a:lnTo>
                  <a:lnTo>
                    <a:pt x="1790563" y="1443997"/>
                  </a:lnTo>
                  <a:lnTo>
                    <a:pt x="1862185" y="1483128"/>
                  </a:lnTo>
                  <a:lnTo>
                    <a:pt x="1933808" y="1521166"/>
                  </a:lnTo>
                  <a:lnTo>
                    <a:pt x="2005430" y="1558140"/>
                  </a:lnTo>
                  <a:lnTo>
                    <a:pt x="2077053" y="1594080"/>
                  </a:lnTo>
                  <a:lnTo>
                    <a:pt x="2148675" y="1629016"/>
                  </a:lnTo>
                  <a:lnTo>
                    <a:pt x="2220298" y="1662976"/>
                  </a:lnTo>
                  <a:lnTo>
                    <a:pt x="2291920" y="1695986"/>
                  </a:lnTo>
                  <a:lnTo>
                    <a:pt x="2363543" y="1728073"/>
                  </a:lnTo>
                  <a:lnTo>
                    <a:pt x="2435165" y="1759263"/>
                  </a:lnTo>
                  <a:lnTo>
                    <a:pt x="2506788" y="1789582"/>
                  </a:lnTo>
                  <a:lnTo>
                    <a:pt x="2578410" y="1819053"/>
                  </a:lnTo>
                  <a:lnTo>
                    <a:pt x="2650033" y="1847700"/>
                  </a:lnTo>
                  <a:lnTo>
                    <a:pt x="2721655" y="1875546"/>
                  </a:lnTo>
                  <a:lnTo>
                    <a:pt x="2793278" y="1902614"/>
                  </a:lnTo>
                  <a:lnTo>
                    <a:pt x="2864901" y="1928926"/>
                  </a:lnTo>
                  <a:lnTo>
                    <a:pt x="2936523" y="1954502"/>
                  </a:lnTo>
                  <a:lnTo>
                    <a:pt x="3008146" y="1979363"/>
                  </a:lnTo>
                  <a:lnTo>
                    <a:pt x="3079768" y="2003529"/>
                  </a:lnTo>
                  <a:lnTo>
                    <a:pt x="3151391" y="2015110"/>
                  </a:lnTo>
                  <a:lnTo>
                    <a:pt x="3223013" y="2016380"/>
                  </a:lnTo>
                  <a:lnTo>
                    <a:pt x="3294636" y="2017649"/>
                  </a:lnTo>
                  <a:lnTo>
                    <a:pt x="3366258" y="2018916"/>
                  </a:lnTo>
                  <a:lnTo>
                    <a:pt x="3437881" y="2020181"/>
                  </a:lnTo>
                  <a:lnTo>
                    <a:pt x="3509503" y="2021444"/>
                  </a:lnTo>
                  <a:lnTo>
                    <a:pt x="3581126" y="2022705"/>
                  </a:lnTo>
                  <a:lnTo>
                    <a:pt x="3652748" y="2023964"/>
                  </a:lnTo>
                  <a:lnTo>
                    <a:pt x="3724371" y="2025221"/>
                  </a:lnTo>
                  <a:lnTo>
                    <a:pt x="3795993" y="2026476"/>
                  </a:lnTo>
                  <a:lnTo>
                    <a:pt x="3867616" y="2027730"/>
                  </a:lnTo>
                  <a:lnTo>
                    <a:pt x="3939238" y="2028981"/>
                  </a:lnTo>
                  <a:lnTo>
                    <a:pt x="4010861" y="2030230"/>
                  </a:lnTo>
                  <a:lnTo>
                    <a:pt x="4082483" y="2031478"/>
                  </a:lnTo>
                  <a:lnTo>
                    <a:pt x="4154106" y="2032724"/>
                  </a:lnTo>
                  <a:lnTo>
                    <a:pt x="4225729" y="2033967"/>
                  </a:lnTo>
                  <a:lnTo>
                    <a:pt x="4297351" y="2035209"/>
                  </a:lnTo>
                  <a:lnTo>
                    <a:pt x="4368974" y="2036449"/>
                  </a:lnTo>
                  <a:lnTo>
                    <a:pt x="4440596" y="2037687"/>
                  </a:lnTo>
                  <a:lnTo>
                    <a:pt x="4512219" y="2038923"/>
                  </a:lnTo>
                  <a:lnTo>
                    <a:pt x="4583841" y="2040158"/>
                  </a:lnTo>
                  <a:lnTo>
                    <a:pt x="4655464" y="2041390"/>
                  </a:lnTo>
                  <a:lnTo>
                    <a:pt x="4727086" y="2042620"/>
                  </a:lnTo>
                  <a:lnTo>
                    <a:pt x="4798709" y="2043849"/>
                  </a:lnTo>
                  <a:lnTo>
                    <a:pt x="4870331" y="2045076"/>
                  </a:lnTo>
                  <a:lnTo>
                    <a:pt x="4941954" y="2046300"/>
                  </a:lnTo>
                  <a:lnTo>
                    <a:pt x="5013576" y="2047523"/>
                  </a:lnTo>
                  <a:lnTo>
                    <a:pt x="5085199" y="2048744"/>
                  </a:lnTo>
                  <a:lnTo>
                    <a:pt x="5156821" y="2049963"/>
                  </a:lnTo>
                  <a:lnTo>
                    <a:pt x="5228444" y="2051181"/>
                  </a:lnTo>
                  <a:lnTo>
                    <a:pt x="5300066" y="2052396"/>
                  </a:lnTo>
                  <a:lnTo>
                    <a:pt x="5371689" y="2053610"/>
                  </a:lnTo>
                  <a:lnTo>
                    <a:pt x="5443311" y="2054821"/>
                  </a:lnTo>
                  <a:lnTo>
                    <a:pt x="5514934" y="2056031"/>
                  </a:lnTo>
                  <a:lnTo>
                    <a:pt x="5586557" y="2057239"/>
                  </a:lnTo>
                  <a:lnTo>
                    <a:pt x="5658179" y="2058445"/>
                  </a:lnTo>
                  <a:lnTo>
                    <a:pt x="5729802" y="2059650"/>
                  </a:lnTo>
                  <a:lnTo>
                    <a:pt x="5801424" y="2060852"/>
                  </a:lnTo>
                  <a:lnTo>
                    <a:pt x="5873047" y="2062053"/>
                  </a:lnTo>
                  <a:lnTo>
                    <a:pt x="5944669" y="2063251"/>
                  </a:lnTo>
                  <a:lnTo>
                    <a:pt x="6016292" y="2064448"/>
                  </a:lnTo>
                  <a:lnTo>
                    <a:pt x="6087914" y="2065643"/>
                  </a:lnTo>
                  <a:lnTo>
                    <a:pt x="6159537" y="2066837"/>
                  </a:lnTo>
                  <a:lnTo>
                    <a:pt x="6231159" y="2068028"/>
                  </a:lnTo>
                  <a:lnTo>
                    <a:pt x="6302782" y="2069218"/>
                  </a:lnTo>
                  <a:lnTo>
                    <a:pt x="6374404" y="2070406"/>
                  </a:lnTo>
                  <a:lnTo>
                    <a:pt x="6446027" y="2071591"/>
                  </a:lnTo>
                  <a:lnTo>
                    <a:pt x="6517649" y="2072776"/>
                  </a:lnTo>
                  <a:lnTo>
                    <a:pt x="6589272" y="2073958"/>
                  </a:lnTo>
                  <a:lnTo>
                    <a:pt x="6660894" y="2075138"/>
                  </a:lnTo>
                  <a:lnTo>
                    <a:pt x="6732517" y="2076317"/>
                  </a:lnTo>
                  <a:lnTo>
                    <a:pt x="6804139" y="2077494"/>
                  </a:lnTo>
                  <a:lnTo>
                    <a:pt x="6875762" y="2078669"/>
                  </a:lnTo>
                  <a:lnTo>
                    <a:pt x="6947385" y="2079842"/>
                  </a:lnTo>
                  <a:lnTo>
                    <a:pt x="7019007" y="2081014"/>
                  </a:lnTo>
                  <a:lnTo>
                    <a:pt x="7090630" y="2082184"/>
                  </a:lnTo>
                  <a:lnTo>
                    <a:pt x="7090630" y="2672115"/>
                  </a:lnTo>
                  <a:lnTo>
                    <a:pt x="7019007" y="2667176"/>
                  </a:lnTo>
                  <a:lnTo>
                    <a:pt x="6947385" y="2662094"/>
                  </a:lnTo>
                  <a:lnTo>
                    <a:pt x="6875762" y="2656866"/>
                  </a:lnTo>
                  <a:lnTo>
                    <a:pt x="6804139" y="2651488"/>
                  </a:lnTo>
                  <a:lnTo>
                    <a:pt x="6732517" y="2645955"/>
                  </a:lnTo>
                  <a:lnTo>
                    <a:pt x="6660894" y="2640263"/>
                  </a:lnTo>
                  <a:lnTo>
                    <a:pt x="6589272" y="2634408"/>
                  </a:lnTo>
                  <a:lnTo>
                    <a:pt x="6517649" y="2628384"/>
                  </a:lnTo>
                  <a:lnTo>
                    <a:pt x="6446027" y="2622187"/>
                  </a:lnTo>
                  <a:lnTo>
                    <a:pt x="6374404" y="2615811"/>
                  </a:lnTo>
                  <a:lnTo>
                    <a:pt x="6302782" y="2609253"/>
                  </a:lnTo>
                  <a:lnTo>
                    <a:pt x="6231159" y="2602505"/>
                  </a:lnTo>
                  <a:lnTo>
                    <a:pt x="6159537" y="2595564"/>
                  </a:lnTo>
                  <a:lnTo>
                    <a:pt x="6087914" y="2588423"/>
                  </a:lnTo>
                  <a:lnTo>
                    <a:pt x="6016292" y="2581077"/>
                  </a:lnTo>
                  <a:lnTo>
                    <a:pt x="5944669" y="2573519"/>
                  </a:lnTo>
                  <a:lnTo>
                    <a:pt x="5873047" y="2565744"/>
                  </a:lnTo>
                  <a:lnTo>
                    <a:pt x="5801424" y="2557746"/>
                  </a:lnTo>
                  <a:lnTo>
                    <a:pt x="5729802" y="2549517"/>
                  </a:lnTo>
                  <a:lnTo>
                    <a:pt x="5658179" y="2541052"/>
                  </a:lnTo>
                  <a:lnTo>
                    <a:pt x="5586557" y="2532343"/>
                  </a:lnTo>
                  <a:lnTo>
                    <a:pt x="5514934" y="2523384"/>
                  </a:lnTo>
                  <a:lnTo>
                    <a:pt x="5443311" y="2514168"/>
                  </a:lnTo>
                  <a:lnTo>
                    <a:pt x="5371689" y="2504686"/>
                  </a:lnTo>
                  <a:lnTo>
                    <a:pt x="5300066" y="2494932"/>
                  </a:lnTo>
                  <a:lnTo>
                    <a:pt x="5228444" y="2484897"/>
                  </a:lnTo>
                  <a:lnTo>
                    <a:pt x="5156821" y="2474574"/>
                  </a:lnTo>
                  <a:lnTo>
                    <a:pt x="5085199" y="2463953"/>
                  </a:lnTo>
                  <a:lnTo>
                    <a:pt x="5013576" y="2453028"/>
                  </a:lnTo>
                  <a:lnTo>
                    <a:pt x="4941954" y="2441788"/>
                  </a:lnTo>
                  <a:lnTo>
                    <a:pt x="4870331" y="2430225"/>
                  </a:lnTo>
                  <a:lnTo>
                    <a:pt x="4798709" y="2418329"/>
                  </a:lnTo>
                  <a:lnTo>
                    <a:pt x="4727086" y="2406091"/>
                  </a:lnTo>
                  <a:lnTo>
                    <a:pt x="4655464" y="2393502"/>
                  </a:lnTo>
                  <a:lnTo>
                    <a:pt x="4583841" y="2380550"/>
                  </a:lnTo>
                  <a:lnTo>
                    <a:pt x="4512219" y="2367226"/>
                  </a:lnTo>
                  <a:lnTo>
                    <a:pt x="4440596" y="2353519"/>
                  </a:lnTo>
                  <a:lnTo>
                    <a:pt x="4368974" y="2339417"/>
                  </a:lnTo>
                  <a:lnTo>
                    <a:pt x="4297351" y="2324910"/>
                  </a:lnTo>
                  <a:lnTo>
                    <a:pt x="4225729" y="2309986"/>
                  </a:lnTo>
                  <a:lnTo>
                    <a:pt x="4154106" y="2294633"/>
                  </a:lnTo>
                  <a:lnTo>
                    <a:pt x="4082483" y="2278838"/>
                  </a:lnTo>
                  <a:lnTo>
                    <a:pt x="4010861" y="2262589"/>
                  </a:lnTo>
                  <a:lnTo>
                    <a:pt x="3939238" y="2245873"/>
                  </a:lnTo>
                  <a:lnTo>
                    <a:pt x="3867616" y="2228676"/>
                  </a:lnTo>
                  <a:lnTo>
                    <a:pt x="3795993" y="2210984"/>
                  </a:lnTo>
                  <a:lnTo>
                    <a:pt x="3724371" y="2192784"/>
                  </a:lnTo>
                  <a:lnTo>
                    <a:pt x="3652748" y="2174060"/>
                  </a:lnTo>
                  <a:lnTo>
                    <a:pt x="3581126" y="2154798"/>
                  </a:lnTo>
                  <a:lnTo>
                    <a:pt x="3509503" y="2134982"/>
                  </a:lnTo>
                  <a:lnTo>
                    <a:pt x="3437881" y="2114596"/>
                  </a:lnTo>
                  <a:lnTo>
                    <a:pt x="3366258" y="2093624"/>
                  </a:lnTo>
                  <a:lnTo>
                    <a:pt x="3294636" y="2072049"/>
                  </a:lnTo>
                  <a:lnTo>
                    <a:pt x="3223013" y="2049853"/>
                  </a:lnTo>
                  <a:lnTo>
                    <a:pt x="3151391" y="2027019"/>
                  </a:lnTo>
                  <a:lnTo>
                    <a:pt x="3079768" y="2013837"/>
                  </a:lnTo>
                  <a:lnTo>
                    <a:pt x="3008146" y="2012562"/>
                  </a:lnTo>
                  <a:lnTo>
                    <a:pt x="2936523" y="2011286"/>
                  </a:lnTo>
                  <a:lnTo>
                    <a:pt x="2864901" y="2010007"/>
                  </a:lnTo>
                  <a:lnTo>
                    <a:pt x="2793278" y="2008727"/>
                  </a:lnTo>
                  <a:lnTo>
                    <a:pt x="2721655" y="2007444"/>
                  </a:lnTo>
                  <a:lnTo>
                    <a:pt x="2650033" y="2006160"/>
                  </a:lnTo>
                  <a:lnTo>
                    <a:pt x="2578410" y="2004873"/>
                  </a:lnTo>
                  <a:lnTo>
                    <a:pt x="2506788" y="2003585"/>
                  </a:lnTo>
                  <a:lnTo>
                    <a:pt x="2435165" y="2002294"/>
                  </a:lnTo>
                  <a:lnTo>
                    <a:pt x="2363543" y="2001002"/>
                  </a:lnTo>
                  <a:lnTo>
                    <a:pt x="2291920" y="1999708"/>
                  </a:lnTo>
                  <a:lnTo>
                    <a:pt x="2220298" y="1998411"/>
                  </a:lnTo>
                  <a:lnTo>
                    <a:pt x="2148675" y="1997113"/>
                  </a:lnTo>
                  <a:lnTo>
                    <a:pt x="2077053" y="1995813"/>
                  </a:lnTo>
                  <a:lnTo>
                    <a:pt x="2005430" y="1994510"/>
                  </a:lnTo>
                  <a:lnTo>
                    <a:pt x="1933808" y="1993206"/>
                  </a:lnTo>
                  <a:lnTo>
                    <a:pt x="1862185" y="1991900"/>
                  </a:lnTo>
                  <a:lnTo>
                    <a:pt x="1790563" y="1990591"/>
                  </a:lnTo>
                  <a:lnTo>
                    <a:pt x="1718940" y="1989281"/>
                  </a:lnTo>
                  <a:lnTo>
                    <a:pt x="1647318" y="1987969"/>
                  </a:lnTo>
                  <a:lnTo>
                    <a:pt x="1575695" y="1986654"/>
                  </a:lnTo>
                  <a:lnTo>
                    <a:pt x="1504073" y="1985338"/>
                  </a:lnTo>
                  <a:lnTo>
                    <a:pt x="1432450" y="1984020"/>
                  </a:lnTo>
                  <a:lnTo>
                    <a:pt x="1360827" y="1982699"/>
                  </a:lnTo>
                  <a:lnTo>
                    <a:pt x="1289205" y="1981377"/>
                  </a:lnTo>
                  <a:lnTo>
                    <a:pt x="1217582" y="1980052"/>
                  </a:lnTo>
                  <a:lnTo>
                    <a:pt x="1145960" y="1978726"/>
                  </a:lnTo>
                  <a:lnTo>
                    <a:pt x="1074337" y="1977397"/>
                  </a:lnTo>
                  <a:lnTo>
                    <a:pt x="1002715" y="1976067"/>
                  </a:lnTo>
                  <a:lnTo>
                    <a:pt x="931092" y="1974734"/>
                  </a:lnTo>
                  <a:lnTo>
                    <a:pt x="859470" y="1973399"/>
                  </a:lnTo>
                  <a:lnTo>
                    <a:pt x="787847" y="1972062"/>
                  </a:lnTo>
                  <a:lnTo>
                    <a:pt x="716225" y="1970724"/>
                  </a:lnTo>
                  <a:lnTo>
                    <a:pt x="644602" y="1969383"/>
                  </a:lnTo>
                  <a:lnTo>
                    <a:pt x="572980" y="1968040"/>
                  </a:lnTo>
                  <a:lnTo>
                    <a:pt x="501357" y="1966695"/>
                  </a:lnTo>
                  <a:lnTo>
                    <a:pt x="429735" y="1965348"/>
                  </a:lnTo>
                  <a:lnTo>
                    <a:pt x="358112" y="1963999"/>
                  </a:lnTo>
                  <a:lnTo>
                    <a:pt x="286490" y="1962648"/>
                  </a:lnTo>
                  <a:lnTo>
                    <a:pt x="214867" y="1961294"/>
                  </a:lnTo>
                  <a:lnTo>
                    <a:pt x="143245" y="1959939"/>
                  </a:lnTo>
                  <a:lnTo>
                    <a:pt x="71622" y="1958582"/>
                  </a:lnTo>
                  <a:lnTo>
                    <a:pt x="0" y="195722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713362"/>
              <a:ext cx="7090630" cy="2082184"/>
            </a:xfrm>
            <a:custGeom>
              <a:avLst/>
              <a:pathLst>
                <a:path w="7090630" h="2082184">
                  <a:moveTo>
                    <a:pt x="0" y="0"/>
                  </a:moveTo>
                  <a:lnTo>
                    <a:pt x="71622" y="79495"/>
                  </a:lnTo>
                  <a:lnTo>
                    <a:pt x="143245" y="156768"/>
                  </a:lnTo>
                  <a:lnTo>
                    <a:pt x="214867" y="231881"/>
                  </a:lnTo>
                  <a:lnTo>
                    <a:pt x="286490" y="304894"/>
                  </a:lnTo>
                  <a:lnTo>
                    <a:pt x="358112" y="375867"/>
                  </a:lnTo>
                  <a:lnTo>
                    <a:pt x="429735" y="444856"/>
                  </a:lnTo>
                  <a:lnTo>
                    <a:pt x="501357" y="511916"/>
                  </a:lnTo>
                  <a:lnTo>
                    <a:pt x="572980" y="577101"/>
                  </a:lnTo>
                  <a:lnTo>
                    <a:pt x="644602" y="640465"/>
                  </a:lnTo>
                  <a:lnTo>
                    <a:pt x="716225" y="702057"/>
                  </a:lnTo>
                  <a:lnTo>
                    <a:pt x="787847" y="761928"/>
                  </a:lnTo>
                  <a:lnTo>
                    <a:pt x="859470" y="820125"/>
                  </a:lnTo>
                  <a:lnTo>
                    <a:pt x="931092" y="876695"/>
                  </a:lnTo>
                  <a:lnTo>
                    <a:pt x="1002715" y="931684"/>
                  </a:lnTo>
                  <a:lnTo>
                    <a:pt x="1074337" y="985136"/>
                  </a:lnTo>
                  <a:lnTo>
                    <a:pt x="1145960" y="1037094"/>
                  </a:lnTo>
                  <a:lnTo>
                    <a:pt x="1217582" y="1087599"/>
                  </a:lnTo>
                  <a:lnTo>
                    <a:pt x="1289205" y="1136692"/>
                  </a:lnTo>
                  <a:lnTo>
                    <a:pt x="1360827" y="1184414"/>
                  </a:lnTo>
                  <a:lnTo>
                    <a:pt x="1432450" y="1230801"/>
                  </a:lnTo>
                  <a:lnTo>
                    <a:pt x="1504073" y="1275892"/>
                  </a:lnTo>
                  <a:lnTo>
                    <a:pt x="1575695" y="1319722"/>
                  </a:lnTo>
                  <a:lnTo>
                    <a:pt x="1647318" y="1362327"/>
                  </a:lnTo>
                  <a:lnTo>
                    <a:pt x="1718940" y="1403741"/>
                  </a:lnTo>
                  <a:lnTo>
                    <a:pt x="1790563" y="1443997"/>
                  </a:lnTo>
                  <a:lnTo>
                    <a:pt x="1862185" y="1483128"/>
                  </a:lnTo>
                  <a:lnTo>
                    <a:pt x="1933808" y="1521166"/>
                  </a:lnTo>
                  <a:lnTo>
                    <a:pt x="2005430" y="1558140"/>
                  </a:lnTo>
                  <a:lnTo>
                    <a:pt x="2077053" y="1594080"/>
                  </a:lnTo>
                  <a:lnTo>
                    <a:pt x="2148675" y="1629016"/>
                  </a:lnTo>
                  <a:lnTo>
                    <a:pt x="2220298" y="1662976"/>
                  </a:lnTo>
                  <a:lnTo>
                    <a:pt x="2291920" y="1695986"/>
                  </a:lnTo>
                  <a:lnTo>
                    <a:pt x="2363543" y="1728073"/>
                  </a:lnTo>
                  <a:lnTo>
                    <a:pt x="2435165" y="1759263"/>
                  </a:lnTo>
                  <a:lnTo>
                    <a:pt x="2506788" y="1789582"/>
                  </a:lnTo>
                  <a:lnTo>
                    <a:pt x="2578410" y="1819053"/>
                  </a:lnTo>
                  <a:lnTo>
                    <a:pt x="2650033" y="1847700"/>
                  </a:lnTo>
                  <a:lnTo>
                    <a:pt x="2721655" y="1875546"/>
                  </a:lnTo>
                  <a:lnTo>
                    <a:pt x="2793278" y="1902614"/>
                  </a:lnTo>
                  <a:lnTo>
                    <a:pt x="2864901" y="1928926"/>
                  </a:lnTo>
                  <a:lnTo>
                    <a:pt x="2936523" y="1954502"/>
                  </a:lnTo>
                  <a:lnTo>
                    <a:pt x="3008146" y="1979363"/>
                  </a:lnTo>
                  <a:lnTo>
                    <a:pt x="3079768" y="2003529"/>
                  </a:lnTo>
                  <a:lnTo>
                    <a:pt x="3151391" y="2015110"/>
                  </a:lnTo>
                  <a:lnTo>
                    <a:pt x="3223013" y="2016380"/>
                  </a:lnTo>
                  <a:lnTo>
                    <a:pt x="3294636" y="2017649"/>
                  </a:lnTo>
                  <a:lnTo>
                    <a:pt x="3366258" y="2018916"/>
                  </a:lnTo>
                  <a:lnTo>
                    <a:pt x="3437881" y="2020181"/>
                  </a:lnTo>
                  <a:lnTo>
                    <a:pt x="3509503" y="2021444"/>
                  </a:lnTo>
                  <a:lnTo>
                    <a:pt x="3581126" y="2022705"/>
                  </a:lnTo>
                  <a:lnTo>
                    <a:pt x="3652748" y="2023964"/>
                  </a:lnTo>
                  <a:lnTo>
                    <a:pt x="3724371" y="2025221"/>
                  </a:lnTo>
                  <a:lnTo>
                    <a:pt x="3795993" y="2026476"/>
                  </a:lnTo>
                  <a:lnTo>
                    <a:pt x="3867616" y="2027730"/>
                  </a:lnTo>
                  <a:lnTo>
                    <a:pt x="3939238" y="2028981"/>
                  </a:lnTo>
                  <a:lnTo>
                    <a:pt x="4010861" y="2030230"/>
                  </a:lnTo>
                  <a:lnTo>
                    <a:pt x="4082483" y="2031478"/>
                  </a:lnTo>
                  <a:lnTo>
                    <a:pt x="4154106" y="2032724"/>
                  </a:lnTo>
                  <a:lnTo>
                    <a:pt x="4225729" y="2033967"/>
                  </a:lnTo>
                  <a:lnTo>
                    <a:pt x="4297351" y="2035209"/>
                  </a:lnTo>
                  <a:lnTo>
                    <a:pt x="4368974" y="2036449"/>
                  </a:lnTo>
                  <a:lnTo>
                    <a:pt x="4440596" y="2037687"/>
                  </a:lnTo>
                  <a:lnTo>
                    <a:pt x="4512219" y="2038923"/>
                  </a:lnTo>
                  <a:lnTo>
                    <a:pt x="4583841" y="2040158"/>
                  </a:lnTo>
                  <a:lnTo>
                    <a:pt x="4655464" y="2041390"/>
                  </a:lnTo>
                  <a:lnTo>
                    <a:pt x="4727086" y="2042620"/>
                  </a:lnTo>
                  <a:lnTo>
                    <a:pt x="4798709" y="2043849"/>
                  </a:lnTo>
                  <a:lnTo>
                    <a:pt x="4870331" y="2045076"/>
                  </a:lnTo>
                  <a:lnTo>
                    <a:pt x="4941954" y="2046300"/>
                  </a:lnTo>
                  <a:lnTo>
                    <a:pt x="5013576" y="2047523"/>
                  </a:lnTo>
                  <a:lnTo>
                    <a:pt x="5085199" y="2048744"/>
                  </a:lnTo>
                  <a:lnTo>
                    <a:pt x="5156821" y="2049963"/>
                  </a:lnTo>
                  <a:lnTo>
                    <a:pt x="5228444" y="2051181"/>
                  </a:lnTo>
                  <a:lnTo>
                    <a:pt x="5300066" y="2052396"/>
                  </a:lnTo>
                  <a:lnTo>
                    <a:pt x="5371689" y="2053610"/>
                  </a:lnTo>
                  <a:lnTo>
                    <a:pt x="5443311" y="2054821"/>
                  </a:lnTo>
                  <a:lnTo>
                    <a:pt x="5514934" y="2056031"/>
                  </a:lnTo>
                  <a:lnTo>
                    <a:pt x="5586557" y="2057239"/>
                  </a:lnTo>
                  <a:lnTo>
                    <a:pt x="5658179" y="2058445"/>
                  </a:lnTo>
                  <a:lnTo>
                    <a:pt x="5729802" y="2059650"/>
                  </a:lnTo>
                  <a:lnTo>
                    <a:pt x="5801424" y="2060852"/>
                  </a:lnTo>
                  <a:lnTo>
                    <a:pt x="5873047" y="2062053"/>
                  </a:lnTo>
                  <a:lnTo>
                    <a:pt x="5944669" y="2063251"/>
                  </a:lnTo>
                  <a:lnTo>
                    <a:pt x="6016292" y="2064448"/>
                  </a:lnTo>
                  <a:lnTo>
                    <a:pt x="6087914" y="2065643"/>
                  </a:lnTo>
                  <a:lnTo>
                    <a:pt x="6159537" y="2066837"/>
                  </a:lnTo>
                  <a:lnTo>
                    <a:pt x="6231159" y="2068028"/>
                  </a:lnTo>
                  <a:lnTo>
                    <a:pt x="6302782" y="2069218"/>
                  </a:lnTo>
                  <a:lnTo>
                    <a:pt x="6374404" y="2070406"/>
                  </a:lnTo>
                  <a:lnTo>
                    <a:pt x="6446027" y="2071591"/>
                  </a:lnTo>
                  <a:lnTo>
                    <a:pt x="6517649" y="2072776"/>
                  </a:lnTo>
                  <a:lnTo>
                    <a:pt x="6589272" y="2073958"/>
                  </a:lnTo>
                  <a:lnTo>
                    <a:pt x="6660894" y="2075138"/>
                  </a:lnTo>
                  <a:lnTo>
                    <a:pt x="6732517" y="2076317"/>
                  </a:lnTo>
                  <a:lnTo>
                    <a:pt x="6804139" y="2077494"/>
                  </a:lnTo>
                  <a:lnTo>
                    <a:pt x="6875762" y="2078669"/>
                  </a:lnTo>
                  <a:lnTo>
                    <a:pt x="6947385" y="2079842"/>
                  </a:lnTo>
                  <a:lnTo>
                    <a:pt x="7019007" y="2081014"/>
                  </a:lnTo>
                  <a:lnTo>
                    <a:pt x="7090630" y="20821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670585"/>
              <a:ext cx="7090630" cy="714893"/>
            </a:xfrm>
            <a:custGeom>
              <a:avLst/>
              <a:pathLst>
                <a:path w="7090630" h="714893">
                  <a:moveTo>
                    <a:pt x="7090630" y="714893"/>
                  </a:moveTo>
                  <a:lnTo>
                    <a:pt x="7019007" y="709953"/>
                  </a:lnTo>
                  <a:lnTo>
                    <a:pt x="6947385" y="704871"/>
                  </a:lnTo>
                  <a:lnTo>
                    <a:pt x="6875762" y="699644"/>
                  </a:lnTo>
                  <a:lnTo>
                    <a:pt x="6804139" y="694265"/>
                  </a:lnTo>
                  <a:lnTo>
                    <a:pt x="6732517" y="688733"/>
                  </a:lnTo>
                  <a:lnTo>
                    <a:pt x="6660894" y="683041"/>
                  </a:lnTo>
                  <a:lnTo>
                    <a:pt x="6589272" y="677185"/>
                  </a:lnTo>
                  <a:lnTo>
                    <a:pt x="6517649" y="671161"/>
                  </a:lnTo>
                  <a:lnTo>
                    <a:pt x="6446027" y="664964"/>
                  </a:lnTo>
                  <a:lnTo>
                    <a:pt x="6374404" y="658589"/>
                  </a:lnTo>
                  <a:lnTo>
                    <a:pt x="6302782" y="652030"/>
                  </a:lnTo>
                  <a:lnTo>
                    <a:pt x="6231159" y="645283"/>
                  </a:lnTo>
                  <a:lnTo>
                    <a:pt x="6159537" y="638341"/>
                  </a:lnTo>
                  <a:lnTo>
                    <a:pt x="6087914" y="631200"/>
                  </a:lnTo>
                  <a:lnTo>
                    <a:pt x="6016292" y="623854"/>
                  </a:lnTo>
                  <a:lnTo>
                    <a:pt x="5944669" y="616296"/>
                  </a:lnTo>
                  <a:lnTo>
                    <a:pt x="5873047" y="608522"/>
                  </a:lnTo>
                  <a:lnTo>
                    <a:pt x="5801424" y="600523"/>
                  </a:lnTo>
                  <a:lnTo>
                    <a:pt x="5729802" y="592295"/>
                  </a:lnTo>
                  <a:lnTo>
                    <a:pt x="5658179" y="583829"/>
                  </a:lnTo>
                  <a:lnTo>
                    <a:pt x="5586557" y="575121"/>
                  </a:lnTo>
                  <a:lnTo>
                    <a:pt x="5514934" y="566162"/>
                  </a:lnTo>
                  <a:lnTo>
                    <a:pt x="5443311" y="556945"/>
                  </a:lnTo>
                  <a:lnTo>
                    <a:pt x="5371689" y="547463"/>
                  </a:lnTo>
                  <a:lnTo>
                    <a:pt x="5300066" y="537709"/>
                  </a:lnTo>
                  <a:lnTo>
                    <a:pt x="5228444" y="527674"/>
                  </a:lnTo>
                  <a:lnTo>
                    <a:pt x="5156821" y="517351"/>
                  </a:lnTo>
                  <a:lnTo>
                    <a:pt x="5085199" y="506731"/>
                  </a:lnTo>
                  <a:lnTo>
                    <a:pt x="5013576" y="495805"/>
                  </a:lnTo>
                  <a:lnTo>
                    <a:pt x="4941954" y="484565"/>
                  </a:lnTo>
                  <a:lnTo>
                    <a:pt x="4870331" y="473002"/>
                  </a:lnTo>
                  <a:lnTo>
                    <a:pt x="4798709" y="461106"/>
                  </a:lnTo>
                  <a:lnTo>
                    <a:pt x="4727086" y="448869"/>
                  </a:lnTo>
                  <a:lnTo>
                    <a:pt x="4655464" y="436279"/>
                  </a:lnTo>
                  <a:lnTo>
                    <a:pt x="4583841" y="423327"/>
                  </a:lnTo>
                  <a:lnTo>
                    <a:pt x="4512219" y="410003"/>
                  </a:lnTo>
                  <a:lnTo>
                    <a:pt x="4440596" y="396296"/>
                  </a:lnTo>
                  <a:lnTo>
                    <a:pt x="4368974" y="382195"/>
                  </a:lnTo>
                  <a:lnTo>
                    <a:pt x="4297351" y="367688"/>
                  </a:lnTo>
                  <a:lnTo>
                    <a:pt x="4225729" y="352763"/>
                  </a:lnTo>
                  <a:lnTo>
                    <a:pt x="4154106" y="337410"/>
                  </a:lnTo>
                  <a:lnTo>
                    <a:pt x="4082483" y="321615"/>
                  </a:lnTo>
                  <a:lnTo>
                    <a:pt x="4010861" y="305366"/>
                  </a:lnTo>
                  <a:lnTo>
                    <a:pt x="3939238" y="288650"/>
                  </a:lnTo>
                  <a:lnTo>
                    <a:pt x="3867616" y="271453"/>
                  </a:lnTo>
                  <a:lnTo>
                    <a:pt x="3795993" y="253761"/>
                  </a:lnTo>
                  <a:lnTo>
                    <a:pt x="3724371" y="235561"/>
                  </a:lnTo>
                  <a:lnTo>
                    <a:pt x="3652748" y="216838"/>
                  </a:lnTo>
                  <a:lnTo>
                    <a:pt x="3581126" y="197575"/>
                  </a:lnTo>
                  <a:lnTo>
                    <a:pt x="3509503" y="177759"/>
                  </a:lnTo>
                  <a:lnTo>
                    <a:pt x="3437881" y="157374"/>
                  </a:lnTo>
                  <a:lnTo>
                    <a:pt x="3366258" y="136401"/>
                  </a:lnTo>
                  <a:lnTo>
                    <a:pt x="3294636" y="114826"/>
                  </a:lnTo>
                  <a:lnTo>
                    <a:pt x="3223013" y="92631"/>
                  </a:lnTo>
                  <a:lnTo>
                    <a:pt x="3151391" y="69797"/>
                  </a:lnTo>
                  <a:lnTo>
                    <a:pt x="3079768" y="56614"/>
                  </a:lnTo>
                  <a:lnTo>
                    <a:pt x="3008146" y="55340"/>
                  </a:lnTo>
                  <a:lnTo>
                    <a:pt x="2936523" y="54063"/>
                  </a:lnTo>
                  <a:lnTo>
                    <a:pt x="2864901" y="52784"/>
                  </a:lnTo>
                  <a:lnTo>
                    <a:pt x="2793278" y="51504"/>
                  </a:lnTo>
                  <a:lnTo>
                    <a:pt x="2721655" y="50221"/>
                  </a:lnTo>
                  <a:lnTo>
                    <a:pt x="2650033" y="48937"/>
                  </a:lnTo>
                  <a:lnTo>
                    <a:pt x="2578410" y="47651"/>
                  </a:lnTo>
                  <a:lnTo>
                    <a:pt x="2506788" y="46362"/>
                  </a:lnTo>
                  <a:lnTo>
                    <a:pt x="2435165" y="45072"/>
                  </a:lnTo>
                  <a:lnTo>
                    <a:pt x="2363543" y="43779"/>
                  </a:lnTo>
                  <a:lnTo>
                    <a:pt x="2291920" y="42485"/>
                  </a:lnTo>
                  <a:lnTo>
                    <a:pt x="2220298" y="41189"/>
                  </a:lnTo>
                  <a:lnTo>
                    <a:pt x="2148675" y="39890"/>
                  </a:lnTo>
                  <a:lnTo>
                    <a:pt x="2077053" y="38590"/>
                  </a:lnTo>
                  <a:lnTo>
                    <a:pt x="2005430" y="37288"/>
                  </a:lnTo>
                  <a:lnTo>
                    <a:pt x="1933808" y="35983"/>
                  </a:lnTo>
                  <a:lnTo>
                    <a:pt x="1862185" y="34677"/>
                  </a:lnTo>
                  <a:lnTo>
                    <a:pt x="1790563" y="33369"/>
                  </a:lnTo>
                  <a:lnTo>
                    <a:pt x="1718940" y="32058"/>
                  </a:lnTo>
                  <a:lnTo>
                    <a:pt x="1647318" y="30746"/>
                  </a:lnTo>
                  <a:lnTo>
                    <a:pt x="1575695" y="29432"/>
                  </a:lnTo>
                  <a:lnTo>
                    <a:pt x="1504073" y="28115"/>
                  </a:lnTo>
                  <a:lnTo>
                    <a:pt x="1432450" y="26797"/>
                  </a:lnTo>
                  <a:lnTo>
                    <a:pt x="1360827" y="25476"/>
                  </a:lnTo>
                  <a:lnTo>
                    <a:pt x="1289205" y="24154"/>
                  </a:lnTo>
                  <a:lnTo>
                    <a:pt x="1217582" y="22830"/>
                  </a:lnTo>
                  <a:lnTo>
                    <a:pt x="1145960" y="21503"/>
                  </a:lnTo>
                  <a:lnTo>
                    <a:pt x="1074337" y="20174"/>
                  </a:lnTo>
                  <a:lnTo>
                    <a:pt x="1002715" y="18844"/>
                  </a:lnTo>
                  <a:lnTo>
                    <a:pt x="931092" y="17511"/>
                  </a:lnTo>
                  <a:lnTo>
                    <a:pt x="859470" y="16177"/>
                  </a:lnTo>
                  <a:lnTo>
                    <a:pt x="787847" y="14840"/>
                  </a:lnTo>
                  <a:lnTo>
                    <a:pt x="716225" y="13501"/>
                  </a:lnTo>
                  <a:lnTo>
                    <a:pt x="644602" y="12160"/>
                  </a:lnTo>
                  <a:lnTo>
                    <a:pt x="572980" y="10817"/>
                  </a:lnTo>
                  <a:lnTo>
                    <a:pt x="501357" y="9472"/>
                  </a:lnTo>
                  <a:lnTo>
                    <a:pt x="429735" y="8125"/>
                  </a:lnTo>
                  <a:lnTo>
                    <a:pt x="358112" y="6776"/>
                  </a:lnTo>
                  <a:lnTo>
                    <a:pt x="286490" y="5425"/>
                  </a:lnTo>
                  <a:lnTo>
                    <a:pt x="214867" y="4072"/>
                  </a:lnTo>
                  <a:lnTo>
                    <a:pt x="143245" y="2716"/>
                  </a:lnTo>
                  <a:lnTo>
                    <a:pt x="71622" y="135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969303"/>
              <a:ext cx="7090630" cy="1226229"/>
            </a:xfrm>
            <a:custGeom>
              <a:avLst/>
              <a:pathLst>
                <a:path w="7090630" h="1226229">
                  <a:moveTo>
                    <a:pt x="0" y="0"/>
                  </a:moveTo>
                  <a:lnTo>
                    <a:pt x="71622" y="23551"/>
                  </a:lnTo>
                  <a:lnTo>
                    <a:pt x="143245" y="46754"/>
                  </a:lnTo>
                  <a:lnTo>
                    <a:pt x="214867" y="69613"/>
                  </a:lnTo>
                  <a:lnTo>
                    <a:pt x="286490" y="92132"/>
                  </a:lnTo>
                  <a:lnTo>
                    <a:pt x="358112" y="114318"/>
                  </a:lnTo>
                  <a:lnTo>
                    <a:pt x="429735" y="136174"/>
                  </a:lnTo>
                  <a:lnTo>
                    <a:pt x="501357" y="157706"/>
                  </a:lnTo>
                  <a:lnTo>
                    <a:pt x="572980" y="178919"/>
                  </a:lnTo>
                  <a:lnTo>
                    <a:pt x="644602" y="199817"/>
                  </a:lnTo>
                  <a:lnTo>
                    <a:pt x="716225" y="220406"/>
                  </a:lnTo>
                  <a:lnTo>
                    <a:pt x="787847" y="240689"/>
                  </a:lnTo>
                  <a:lnTo>
                    <a:pt x="859470" y="260671"/>
                  </a:lnTo>
                  <a:lnTo>
                    <a:pt x="931092" y="280357"/>
                  </a:lnTo>
                  <a:lnTo>
                    <a:pt x="1002715" y="299750"/>
                  </a:lnTo>
                  <a:lnTo>
                    <a:pt x="1074337" y="318856"/>
                  </a:lnTo>
                  <a:lnTo>
                    <a:pt x="1145960" y="337679"/>
                  </a:lnTo>
                  <a:lnTo>
                    <a:pt x="1217582" y="356223"/>
                  </a:lnTo>
                  <a:lnTo>
                    <a:pt x="1289205" y="374491"/>
                  </a:lnTo>
                  <a:lnTo>
                    <a:pt x="1360827" y="392489"/>
                  </a:lnTo>
                  <a:lnTo>
                    <a:pt x="1432450" y="410220"/>
                  </a:lnTo>
                  <a:lnTo>
                    <a:pt x="1504073" y="427687"/>
                  </a:lnTo>
                  <a:lnTo>
                    <a:pt x="1575695" y="444896"/>
                  </a:lnTo>
                  <a:lnTo>
                    <a:pt x="1647318" y="461849"/>
                  </a:lnTo>
                  <a:lnTo>
                    <a:pt x="1718940" y="478551"/>
                  </a:lnTo>
                  <a:lnTo>
                    <a:pt x="1790563" y="495005"/>
                  </a:lnTo>
                  <a:lnTo>
                    <a:pt x="1862185" y="511216"/>
                  </a:lnTo>
                  <a:lnTo>
                    <a:pt x="1933808" y="527185"/>
                  </a:lnTo>
                  <a:lnTo>
                    <a:pt x="2005430" y="542918"/>
                  </a:lnTo>
                  <a:lnTo>
                    <a:pt x="2077053" y="558418"/>
                  </a:lnTo>
                  <a:lnTo>
                    <a:pt x="2148675" y="573687"/>
                  </a:lnTo>
                  <a:lnTo>
                    <a:pt x="2220298" y="588731"/>
                  </a:lnTo>
                  <a:lnTo>
                    <a:pt x="2291920" y="603551"/>
                  </a:lnTo>
                  <a:lnTo>
                    <a:pt x="2363543" y="618151"/>
                  </a:lnTo>
                  <a:lnTo>
                    <a:pt x="2435165" y="632535"/>
                  </a:lnTo>
                  <a:lnTo>
                    <a:pt x="2506788" y="646705"/>
                  </a:lnTo>
                  <a:lnTo>
                    <a:pt x="2578410" y="660665"/>
                  </a:lnTo>
                  <a:lnTo>
                    <a:pt x="2650033" y="674418"/>
                  </a:lnTo>
                  <a:lnTo>
                    <a:pt x="2721655" y="687968"/>
                  </a:lnTo>
                  <a:lnTo>
                    <a:pt x="2793278" y="701316"/>
                  </a:lnTo>
                  <a:lnTo>
                    <a:pt x="2864901" y="714466"/>
                  </a:lnTo>
                  <a:lnTo>
                    <a:pt x="2936523" y="727421"/>
                  </a:lnTo>
                  <a:lnTo>
                    <a:pt x="3008146" y="740184"/>
                  </a:lnTo>
                  <a:lnTo>
                    <a:pt x="3079768" y="752758"/>
                  </a:lnTo>
                  <a:lnTo>
                    <a:pt x="3151391" y="765145"/>
                  </a:lnTo>
                  <a:lnTo>
                    <a:pt x="3223013" y="777349"/>
                  </a:lnTo>
                  <a:lnTo>
                    <a:pt x="3294636" y="789371"/>
                  </a:lnTo>
                  <a:lnTo>
                    <a:pt x="3366258" y="801216"/>
                  </a:lnTo>
                  <a:lnTo>
                    <a:pt x="3437881" y="812884"/>
                  </a:lnTo>
                  <a:lnTo>
                    <a:pt x="3509503" y="824380"/>
                  </a:lnTo>
                  <a:lnTo>
                    <a:pt x="3581126" y="835705"/>
                  </a:lnTo>
                  <a:lnTo>
                    <a:pt x="3652748" y="846862"/>
                  </a:lnTo>
                  <a:lnTo>
                    <a:pt x="3724371" y="857853"/>
                  </a:lnTo>
                  <a:lnTo>
                    <a:pt x="3795993" y="868682"/>
                  </a:lnTo>
                  <a:lnTo>
                    <a:pt x="3867616" y="879350"/>
                  </a:lnTo>
                  <a:lnTo>
                    <a:pt x="3939238" y="889859"/>
                  </a:lnTo>
                  <a:lnTo>
                    <a:pt x="4010861" y="900213"/>
                  </a:lnTo>
                  <a:lnTo>
                    <a:pt x="4082483" y="910413"/>
                  </a:lnTo>
                  <a:lnTo>
                    <a:pt x="4154106" y="920462"/>
                  </a:lnTo>
                  <a:lnTo>
                    <a:pt x="4225729" y="930362"/>
                  </a:lnTo>
                  <a:lnTo>
                    <a:pt x="4297351" y="940115"/>
                  </a:lnTo>
                  <a:lnTo>
                    <a:pt x="4368974" y="949724"/>
                  </a:lnTo>
                  <a:lnTo>
                    <a:pt x="4440596" y="959190"/>
                  </a:lnTo>
                  <a:lnTo>
                    <a:pt x="4512219" y="968515"/>
                  </a:lnTo>
                  <a:lnTo>
                    <a:pt x="4583841" y="977702"/>
                  </a:lnTo>
                  <a:lnTo>
                    <a:pt x="4655464" y="986753"/>
                  </a:lnTo>
                  <a:lnTo>
                    <a:pt x="4727086" y="995670"/>
                  </a:lnTo>
                  <a:lnTo>
                    <a:pt x="4798709" y="1004454"/>
                  </a:lnTo>
                  <a:lnTo>
                    <a:pt x="4870331" y="1013109"/>
                  </a:lnTo>
                  <a:lnTo>
                    <a:pt x="4941954" y="1021634"/>
                  </a:lnTo>
                  <a:lnTo>
                    <a:pt x="5013576" y="1030034"/>
                  </a:lnTo>
                  <a:lnTo>
                    <a:pt x="5085199" y="1038309"/>
                  </a:lnTo>
                  <a:lnTo>
                    <a:pt x="5156821" y="1046461"/>
                  </a:lnTo>
                  <a:lnTo>
                    <a:pt x="5228444" y="1054492"/>
                  </a:lnTo>
                  <a:lnTo>
                    <a:pt x="5300066" y="1062404"/>
                  </a:lnTo>
                  <a:lnTo>
                    <a:pt x="5371689" y="1070199"/>
                  </a:lnTo>
                  <a:lnTo>
                    <a:pt x="5443311" y="1077878"/>
                  </a:lnTo>
                  <a:lnTo>
                    <a:pt x="5514934" y="1085443"/>
                  </a:lnTo>
                  <a:lnTo>
                    <a:pt x="5586557" y="1092896"/>
                  </a:lnTo>
                  <a:lnTo>
                    <a:pt x="5658179" y="1100238"/>
                  </a:lnTo>
                  <a:lnTo>
                    <a:pt x="5729802" y="1107472"/>
                  </a:lnTo>
                  <a:lnTo>
                    <a:pt x="5801424" y="1114598"/>
                  </a:lnTo>
                  <a:lnTo>
                    <a:pt x="5873047" y="1121619"/>
                  </a:lnTo>
                  <a:lnTo>
                    <a:pt x="5944669" y="1128535"/>
                  </a:lnTo>
                  <a:lnTo>
                    <a:pt x="6016292" y="1135349"/>
                  </a:lnTo>
                  <a:lnTo>
                    <a:pt x="6087914" y="1142062"/>
                  </a:lnTo>
                  <a:lnTo>
                    <a:pt x="6159537" y="1148675"/>
                  </a:lnTo>
                  <a:lnTo>
                    <a:pt x="6231159" y="1155190"/>
                  </a:lnTo>
                  <a:lnTo>
                    <a:pt x="6302782" y="1161608"/>
                  </a:lnTo>
                  <a:lnTo>
                    <a:pt x="6374404" y="1167932"/>
                  </a:lnTo>
                  <a:lnTo>
                    <a:pt x="6446027" y="1174161"/>
                  </a:lnTo>
                  <a:lnTo>
                    <a:pt x="6517649" y="1180298"/>
                  </a:lnTo>
                  <a:lnTo>
                    <a:pt x="6589272" y="1186345"/>
                  </a:lnTo>
                  <a:lnTo>
                    <a:pt x="6660894" y="1192301"/>
                  </a:lnTo>
                  <a:lnTo>
                    <a:pt x="6732517" y="1198169"/>
                  </a:lnTo>
                  <a:lnTo>
                    <a:pt x="6804139" y="1203950"/>
                  </a:lnTo>
                  <a:lnTo>
                    <a:pt x="6875762" y="1209645"/>
                  </a:lnTo>
                  <a:lnTo>
                    <a:pt x="6947385" y="1215256"/>
                  </a:lnTo>
                  <a:lnTo>
                    <a:pt x="7019007" y="1220784"/>
                  </a:lnTo>
                  <a:lnTo>
                    <a:pt x="7090630" y="122622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862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181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5006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059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325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1.20 (1.02-1.41), p_Bonf = 0.174 (n = 6)  |  per IQR decline (Δ = 28.0 %): 1.66 (1.05-2.61)  |  IQR: [-30.0, -2.0]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278398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2026-09-28T17:00:42Z</dcterms:modified>
  <cp:category/>
</cp:coreProperties>
</file>