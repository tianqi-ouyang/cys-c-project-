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2073503"/>
              <a:ext cx="7403783" cy="3450404"/>
            </a:xfrm>
            <a:custGeom>
              <a:avLst/>
              <a:pathLst>
                <a:path w="7403783" h="3450404">
                  <a:moveTo>
                    <a:pt x="1622572" y="0"/>
                  </a:moveTo>
                  <a:lnTo>
                    <a:pt x="1656342" y="94913"/>
                  </a:lnTo>
                  <a:lnTo>
                    <a:pt x="1732974" y="297425"/>
                  </a:lnTo>
                  <a:lnTo>
                    <a:pt x="1809607" y="487835"/>
                  </a:lnTo>
                  <a:lnTo>
                    <a:pt x="1886239" y="666867"/>
                  </a:lnTo>
                  <a:lnTo>
                    <a:pt x="1962872" y="835200"/>
                  </a:lnTo>
                  <a:lnTo>
                    <a:pt x="2039504" y="993473"/>
                  </a:lnTo>
                  <a:lnTo>
                    <a:pt x="2116137" y="1142288"/>
                  </a:lnTo>
                  <a:lnTo>
                    <a:pt x="2192769" y="1282211"/>
                  </a:lnTo>
                  <a:lnTo>
                    <a:pt x="2269402" y="1413771"/>
                  </a:lnTo>
                  <a:lnTo>
                    <a:pt x="2346034" y="1537470"/>
                  </a:lnTo>
                  <a:lnTo>
                    <a:pt x="2422667" y="1653777"/>
                  </a:lnTo>
                  <a:lnTo>
                    <a:pt x="2499300" y="1763133"/>
                  </a:lnTo>
                  <a:lnTo>
                    <a:pt x="2575932" y="1865955"/>
                  </a:lnTo>
                  <a:lnTo>
                    <a:pt x="2652565" y="1962632"/>
                  </a:lnTo>
                  <a:lnTo>
                    <a:pt x="2729197" y="2053531"/>
                  </a:lnTo>
                  <a:lnTo>
                    <a:pt x="2805830" y="2138999"/>
                  </a:lnTo>
                  <a:lnTo>
                    <a:pt x="2882462" y="2219359"/>
                  </a:lnTo>
                  <a:lnTo>
                    <a:pt x="2959095" y="2294917"/>
                  </a:lnTo>
                  <a:lnTo>
                    <a:pt x="3035727" y="2365960"/>
                  </a:lnTo>
                  <a:lnTo>
                    <a:pt x="3112360" y="2432758"/>
                  </a:lnTo>
                  <a:lnTo>
                    <a:pt x="3188993" y="2495563"/>
                  </a:lnTo>
                  <a:lnTo>
                    <a:pt x="3265625" y="2554616"/>
                  </a:lnTo>
                  <a:lnTo>
                    <a:pt x="3342258" y="2610139"/>
                  </a:lnTo>
                  <a:lnTo>
                    <a:pt x="3418890" y="2657667"/>
                  </a:lnTo>
                  <a:lnTo>
                    <a:pt x="3495523" y="2678705"/>
                  </a:lnTo>
                  <a:lnTo>
                    <a:pt x="3572155" y="2699206"/>
                  </a:lnTo>
                  <a:lnTo>
                    <a:pt x="3648788" y="2719185"/>
                  </a:lnTo>
                  <a:lnTo>
                    <a:pt x="3725420" y="2738656"/>
                  </a:lnTo>
                  <a:lnTo>
                    <a:pt x="3802053" y="2757631"/>
                  </a:lnTo>
                  <a:lnTo>
                    <a:pt x="3878685" y="2776122"/>
                  </a:lnTo>
                  <a:lnTo>
                    <a:pt x="3955318" y="2794143"/>
                  </a:lnTo>
                  <a:lnTo>
                    <a:pt x="4031951" y="2811704"/>
                  </a:lnTo>
                  <a:lnTo>
                    <a:pt x="4108583" y="2828819"/>
                  </a:lnTo>
                  <a:lnTo>
                    <a:pt x="4185216" y="2845497"/>
                  </a:lnTo>
                  <a:lnTo>
                    <a:pt x="4261848" y="2861751"/>
                  </a:lnTo>
                  <a:lnTo>
                    <a:pt x="4338481" y="2877591"/>
                  </a:lnTo>
                  <a:lnTo>
                    <a:pt x="4415113" y="2893028"/>
                  </a:lnTo>
                  <a:lnTo>
                    <a:pt x="4491746" y="2908071"/>
                  </a:lnTo>
                  <a:lnTo>
                    <a:pt x="4568378" y="2922731"/>
                  </a:lnTo>
                  <a:lnTo>
                    <a:pt x="4645011" y="2937018"/>
                  </a:lnTo>
                  <a:lnTo>
                    <a:pt x="4721644" y="2950941"/>
                  </a:lnTo>
                  <a:lnTo>
                    <a:pt x="4798276" y="2964510"/>
                  </a:lnTo>
                  <a:lnTo>
                    <a:pt x="4874909" y="2977733"/>
                  </a:lnTo>
                  <a:lnTo>
                    <a:pt x="4951541" y="2990619"/>
                  </a:lnTo>
                  <a:lnTo>
                    <a:pt x="5028174" y="3003177"/>
                  </a:lnTo>
                  <a:lnTo>
                    <a:pt x="5104806" y="3015416"/>
                  </a:lnTo>
                  <a:lnTo>
                    <a:pt x="5181439" y="3027342"/>
                  </a:lnTo>
                  <a:lnTo>
                    <a:pt x="5258071" y="3038965"/>
                  </a:lnTo>
                  <a:lnTo>
                    <a:pt x="5334704" y="3050292"/>
                  </a:lnTo>
                  <a:lnTo>
                    <a:pt x="5411336" y="3061331"/>
                  </a:lnTo>
                  <a:lnTo>
                    <a:pt x="5487969" y="3072088"/>
                  </a:lnTo>
                  <a:lnTo>
                    <a:pt x="5564602" y="3082572"/>
                  </a:lnTo>
                  <a:lnTo>
                    <a:pt x="5641234" y="3092788"/>
                  </a:lnTo>
                  <a:lnTo>
                    <a:pt x="5717867" y="3102744"/>
                  </a:lnTo>
                  <a:lnTo>
                    <a:pt x="5794499" y="3112447"/>
                  </a:lnTo>
                  <a:lnTo>
                    <a:pt x="5871132" y="3121903"/>
                  </a:lnTo>
                  <a:lnTo>
                    <a:pt x="5947764" y="3131117"/>
                  </a:lnTo>
                  <a:lnTo>
                    <a:pt x="6024397" y="3140098"/>
                  </a:lnTo>
                  <a:lnTo>
                    <a:pt x="6101029" y="3148849"/>
                  </a:lnTo>
                  <a:lnTo>
                    <a:pt x="6177662" y="3157378"/>
                  </a:lnTo>
                  <a:lnTo>
                    <a:pt x="6254294" y="3165689"/>
                  </a:lnTo>
                  <a:lnTo>
                    <a:pt x="6330927" y="3173789"/>
                  </a:lnTo>
                  <a:lnTo>
                    <a:pt x="6407560" y="3181682"/>
                  </a:lnTo>
                  <a:lnTo>
                    <a:pt x="6484192" y="3189375"/>
                  </a:lnTo>
                  <a:lnTo>
                    <a:pt x="6560825" y="3196871"/>
                  </a:lnTo>
                  <a:lnTo>
                    <a:pt x="6637457" y="3204177"/>
                  </a:lnTo>
                  <a:lnTo>
                    <a:pt x="6714090" y="3211296"/>
                  </a:lnTo>
                  <a:lnTo>
                    <a:pt x="6790722" y="3218235"/>
                  </a:lnTo>
                  <a:lnTo>
                    <a:pt x="6867355" y="3224996"/>
                  </a:lnTo>
                  <a:lnTo>
                    <a:pt x="6943987" y="3231586"/>
                  </a:lnTo>
                  <a:lnTo>
                    <a:pt x="7020620" y="3238007"/>
                  </a:lnTo>
                  <a:lnTo>
                    <a:pt x="7097253" y="3244265"/>
                  </a:lnTo>
                  <a:lnTo>
                    <a:pt x="7173885" y="3250364"/>
                  </a:lnTo>
                  <a:lnTo>
                    <a:pt x="7250518" y="3256308"/>
                  </a:lnTo>
                  <a:lnTo>
                    <a:pt x="7327150" y="3262100"/>
                  </a:lnTo>
                  <a:lnTo>
                    <a:pt x="7403783" y="3267744"/>
                  </a:lnTo>
                  <a:lnTo>
                    <a:pt x="7403783" y="3450404"/>
                  </a:lnTo>
                  <a:lnTo>
                    <a:pt x="7327150" y="3448284"/>
                  </a:lnTo>
                  <a:lnTo>
                    <a:pt x="7250518" y="3446031"/>
                  </a:lnTo>
                  <a:lnTo>
                    <a:pt x="7173885" y="3443633"/>
                  </a:lnTo>
                  <a:lnTo>
                    <a:pt x="7097253" y="3441084"/>
                  </a:lnTo>
                  <a:lnTo>
                    <a:pt x="7020620" y="3438373"/>
                  </a:lnTo>
                  <a:lnTo>
                    <a:pt x="6943987" y="3435489"/>
                  </a:lnTo>
                  <a:lnTo>
                    <a:pt x="6867355" y="3432422"/>
                  </a:lnTo>
                  <a:lnTo>
                    <a:pt x="6790722" y="3429160"/>
                  </a:lnTo>
                  <a:lnTo>
                    <a:pt x="6714090" y="3425690"/>
                  </a:lnTo>
                  <a:lnTo>
                    <a:pt x="6637457" y="3422000"/>
                  </a:lnTo>
                  <a:lnTo>
                    <a:pt x="6560825" y="3418076"/>
                  </a:lnTo>
                  <a:lnTo>
                    <a:pt x="6484192" y="3413902"/>
                  </a:lnTo>
                  <a:lnTo>
                    <a:pt x="6407560" y="3409463"/>
                  </a:lnTo>
                  <a:lnTo>
                    <a:pt x="6330927" y="3404742"/>
                  </a:lnTo>
                  <a:lnTo>
                    <a:pt x="6254294" y="3399721"/>
                  </a:lnTo>
                  <a:lnTo>
                    <a:pt x="6177662" y="3394380"/>
                  </a:lnTo>
                  <a:lnTo>
                    <a:pt x="6101029" y="3388701"/>
                  </a:lnTo>
                  <a:lnTo>
                    <a:pt x="6024397" y="3382660"/>
                  </a:lnTo>
                  <a:lnTo>
                    <a:pt x="5947764" y="3376235"/>
                  </a:lnTo>
                  <a:lnTo>
                    <a:pt x="5871132" y="3369402"/>
                  </a:lnTo>
                  <a:lnTo>
                    <a:pt x="5794499" y="3362135"/>
                  </a:lnTo>
                  <a:lnTo>
                    <a:pt x="5717867" y="3354405"/>
                  </a:lnTo>
                  <a:lnTo>
                    <a:pt x="5641234" y="3346185"/>
                  </a:lnTo>
                  <a:lnTo>
                    <a:pt x="5564602" y="3337442"/>
                  </a:lnTo>
                  <a:lnTo>
                    <a:pt x="5487969" y="3328143"/>
                  </a:lnTo>
                  <a:lnTo>
                    <a:pt x="5411336" y="3318254"/>
                  </a:lnTo>
                  <a:lnTo>
                    <a:pt x="5334704" y="3307735"/>
                  </a:lnTo>
                  <a:lnTo>
                    <a:pt x="5258071" y="3296549"/>
                  </a:lnTo>
                  <a:lnTo>
                    <a:pt x="5181439" y="3284651"/>
                  </a:lnTo>
                  <a:lnTo>
                    <a:pt x="5104806" y="3271997"/>
                  </a:lnTo>
                  <a:lnTo>
                    <a:pt x="5028174" y="3258539"/>
                  </a:lnTo>
                  <a:lnTo>
                    <a:pt x="4951541" y="3244226"/>
                  </a:lnTo>
                  <a:lnTo>
                    <a:pt x="4874909" y="3229003"/>
                  </a:lnTo>
                  <a:lnTo>
                    <a:pt x="4798276" y="3212812"/>
                  </a:lnTo>
                  <a:lnTo>
                    <a:pt x="4721644" y="3195592"/>
                  </a:lnTo>
                  <a:lnTo>
                    <a:pt x="4645011" y="3177278"/>
                  </a:lnTo>
                  <a:lnTo>
                    <a:pt x="4568378" y="3157800"/>
                  </a:lnTo>
                  <a:lnTo>
                    <a:pt x="4491746" y="3137084"/>
                  </a:lnTo>
                  <a:lnTo>
                    <a:pt x="4415113" y="3115051"/>
                  </a:lnTo>
                  <a:lnTo>
                    <a:pt x="4338481" y="3091618"/>
                  </a:lnTo>
                  <a:lnTo>
                    <a:pt x="4261848" y="3066696"/>
                  </a:lnTo>
                  <a:lnTo>
                    <a:pt x="4185216" y="3040190"/>
                  </a:lnTo>
                  <a:lnTo>
                    <a:pt x="4108583" y="3011999"/>
                  </a:lnTo>
                  <a:lnTo>
                    <a:pt x="4031951" y="2982016"/>
                  </a:lnTo>
                  <a:lnTo>
                    <a:pt x="3955318" y="2950128"/>
                  </a:lnTo>
                  <a:lnTo>
                    <a:pt x="3878685" y="2916213"/>
                  </a:lnTo>
                  <a:lnTo>
                    <a:pt x="3802053" y="2880142"/>
                  </a:lnTo>
                  <a:lnTo>
                    <a:pt x="3725420" y="2841779"/>
                  </a:lnTo>
                  <a:lnTo>
                    <a:pt x="3648788" y="2800978"/>
                  </a:lnTo>
                  <a:lnTo>
                    <a:pt x="3572155" y="2757583"/>
                  </a:lnTo>
                  <a:lnTo>
                    <a:pt x="3495523" y="2711431"/>
                  </a:lnTo>
                  <a:lnTo>
                    <a:pt x="3418890" y="2662345"/>
                  </a:lnTo>
                  <a:lnTo>
                    <a:pt x="3342258" y="2636081"/>
                  </a:lnTo>
                  <a:lnTo>
                    <a:pt x="3265625" y="2613930"/>
                  </a:lnTo>
                  <a:lnTo>
                    <a:pt x="3188993" y="2591200"/>
                  </a:lnTo>
                  <a:lnTo>
                    <a:pt x="3112360" y="2567876"/>
                  </a:lnTo>
                  <a:lnTo>
                    <a:pt x="3035727" y="2543943"/>
                  </a:lnTo>
                  <a:lnTo>
                    <a:pt x="2959095" y="2519384"/>
                  </a:lnTo>
                  <a:lnTo>
                    <a:pt x="2882462" y="2494183"/>
                  </a:lnTo>
                  <a:lnTo>
                    <a:pt x="2805830" y="2468324"/>
                  </a:lnTo>
                  <a:lnTo>
                    <a:pt x="2729197" y="2441789"/>
                  </a:lnTo>
                  <a:lnTo>
                    <a:pt x="2652565" y="2414561"/>
                  </a:lnTo>
                  <a:lnTo>
                    <a:pt x="2575932" y="2386622"/>
                  </a:lnTo>
                  <a:lnTo>
                    <a:pt x="2499300" y="2357952"/>
                  </a:lnTo>
                  <a:lnTo>
                    <a:pt x="2422667" y="2328533"/>
                  </a:lnTo>
                  <a:lnTo>
                    <a:pt x="2346034" y="2298345"/>
                  </a:lnTo>
                  <a:lnTo>
                    <a:pt x="2269402" y="2267368"/>
                  </a:lnTo>
                  <a:lnTo>
                    <a:pt x="2192769" y="2235582"/>
                  </a:lnTo>
                  <a:lnTo>
                    <a:pt x="2116137" y="2202965"/>
                  </a:lnTo>
                  <a:lnTo>
                    <a:pt x="2039504" y="2169496"/>
                  </a:lnTo>
                  <a:lnTo>
                    <a:pt x="1962872" y="2135153"/>
                  </a:lnTo>
                  <a:lnTo>
                    <a:pt x="1886239" y="2099912"/>
                  </a:lnTo>
                  <a:lnTo>
                    <a:pt x="1809607" y="2063750"/>
                  </a:lnTo>
                  <a:lnTo>
                    <a:pt x="1732974" y="2026642"/>
                  </a:lnTo>
                  <a:lnTo>
                    <a:pt x="1656342" y="1988566"/>
                  </a:lnTo>
                  <a:lnTo>
                    <a:pt x="1579709" y="1949494"/>
                  </a:lnTo>
                  <a:lnTo>
                    <a:pt x="1503076" y="1909401"/>
                  </a:lnTo>
                  <a:lnTo>
                    <a:pt x="1426444" y="1868261"/>
                  </a:lnTo>
                  <a:lnTo>
                    <a:pt x="1349811" y="1826045"/>
                  </a:lnTo>
                  <a:lnTo>
                    <a:pt x="1273179" y="1782727"/>
                  </a:lnTo>
                  <a:lnTo>
                    <a:pt x="1196546" y="1738276"/>
                  </a:lnTo>
                  <a:lnTo>
                    <a:pt x="1119914" y="1692664"/>
                  </a:lnTo>
                  <a:lnTo>
                    <a:pt x="1043281" y="1645860"/>
                  </a:lnTo>
                  <a:lnTo>
                    <a:pt x="966649" y="1597832"/>
                  </a:lnTo>
                  <a:lnTo>
                    <a:pt x="890016" y="1548550"/>
                  </a:lnTo>
                  <a:lnTo>
                    <a:pt x="813384" y="1497980"/>
                  </a:lnTo>
                  <a:lnTo>
                    <a:pt x="736751" y="1446088"/>
                  </a:lnTo>
                  <a:lnTo>
                    <a:pt x="660118" y="1392841"/>
                  </a:lnTo>
                  <a:lnTo>
                    <a:pt x="583486" y="1338202"/>
                  </a:lnTo>
                  <a:lnTo>
                    <a:pt x="506853" y="1282135"/>
                  </a:lnTo>
                  <a:lnTo>
                    <a:pt x="430221" y="1224603"/>
                  </a:lnTo>
                  <a:lnTo>
                    <a:pt x="353588" y="1165567"/>
                  </a:lnTo>
                  <a:lnTo>
                    <a:pt x="276956" y="1104989"/>
                  </a:lnTo>
                  <a:lnTo>
                    <a:pt x="200323" y="1042828"/>
                  </a:lnTo>
                  <a:lnTo>
                    <a:pt x="123691" y="979043"/>
                  </a:lnTo>
                  <a:lnTo>
                    <a:pt x="47058" y="913590"/>
                  </a:lnTo>
                  <a:lnTo>
                    <a:pt x="0" y="87234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40089" y="2073503"/>
              <a:ext cx="5781211" cy="3267744"/>
            </a:xfrm>
            <a:custGeom>
              <a:avLst/>
              <a:pathLst>
                <a:path w="5781211" h="3267744">
                  <a:moveTo>
                    <a:pt x="0" y="0"/>
                  </a:moveTo>
                  <a:lnTo>
                    <a:pt x="33769" y="94913"/>
                  </a:lnTo>
                  <a:lnTo>
                    <a:pt x="110402" y="297425"/>
                  </a:lnTo>
                  <a:lnTo>
                    <a:pt x="187035" y="487835"/>
                  </a:lnTo>
                  <a:lnTo>
                    <a:pt x="263667" y="666867"/>
                  </a:lnTo>
                  <a:lnTo>
                    <a:pt x="340300" y="835200"/>
                  </a:lnTo>
                  <a:lnTo>
                    <a:pt x="416932" y="993473"/>
                  </a:lnTo>
                  <a:lnTo>
                    <a:pt x="493565" y="1142288"/>
                  </a:lnTo>
                  <a:lnTo>
                    <a:pt x="570197" y="1282211"/>
                  </a:lnTo>
                  <a:lnTo>
                    <a:pt x="646830" y="1413771"/>
                  </a:lnTo>
                  <a:lnTo>
                    <a:pt x="723462" y="1537470"/>
                  </a:lnTo>
                  <a:lnTo>
                    <a:pt x="800095" y="1653777"/>
                  </a:lnTo>
                  <a:lnTo>
                    <a:pt x="876727" y="1763133"/>
                  </a:lnTo>
                  <a:lnTo>
                    <a:pt x="953360" y="1865955"/>
                  </a:lnTo>
                  <a:lnTo>
                    <a:pt x="1029993" y="1962632"/>
                  </a:lnTo>
                  <a:lnTo>
                    <a:pt x="1106625" y="2053531"/>
                  </a:lnTo>
                  <a:lnTo>
                    <a:pt x="1183258" y="2138999"/>
                  </a:lnTo>
                  <a:lnTo>
                    <a:pt x="1259890" y="2219359"/>
                  </a:lnTo>
                  <a:lnTo>
                    <a:pt x="1336523" y="2294917"/>
                  </a:lnTo>
                  <a:lnTo>
                    <a:pt x="1413155" y="2365960"/>
                  </a:lnTo>
                  <a:lnTo>
                    <a:pt x="1489788" y="2432758"/>
                  </a:lnTo>
                  <a:lnTo>
                    <a:pt x="1566420" y="2495563"/>
                  </a:lnTo>
                  <a:lnTo>
                    <a:pt x="1643053" y="2554616"/>
                  </a:lnTo>
                  <a:lnTo>
                    <a:pt x="1719686" y="2610139"/>
                  </a:lnTo>
                  <a:lnTo>
                    <a:pt x="1796318" y="2657667"/>
                  </a:lnTo>
                  <a:lnTo>
                    <a:pt x="1872951" y="2678705"/>
                  </a:lnTo>
                  <a:lnTo>
                    <a:pt x="1949583" y="2699206"/>
                  </a:lnTo>
                  <a:lnTo>
                    <a:pt x="2026216" y="2719185"/>
                  </a:lnTo>
                  <a:lnTo>
                    <a:pt x="2102848" y="2738656"/>
                  </a:lnTo>
                  <a:lnTo>
                    <a:pt x="2179481" y="2757631"/>
                  </a:lnTo>
                  <a:lnTo>
                    <a:pt x="2256113" y="2776122"/>
                  </a:lnTo>
                  <a:lnTo>
                    <a:pt x="2332746" y="2794143"/>
                  </a:lnTo>
                  <a:lnTo>
                    <a:pt x="2409378" y="2811704"/>
                  </a:lnTo>
                  <a:lnTo>
                    <a:pt x="2486011" y="2828819"/>
                  </a:lnTo>
                  <a:lnTo>
                    <a:pt x="2562644" y="2845497"/>
                  </a:lnTo>
                  <a:lnTo>
                    <a:pt x="2639276" y="2861751"/>
                  </a:lnTo>
                  <a:lnTo>
                    <a:pt x="2715909" y="2877591"/>
                  </a:lnTo>
                  <a:lnTo>
                    <a:pt x="2792541" y="2893028"/>
                  </a:lnTo>
                  <a:lnTo>
                    <a:pt x="2869174" y="2908071"/>
                  </a:lnTo>
                  <a:lnTo>
                    <a:pt x="2945806" y="2922731"/>
                  </a:lnTo>
                  <a:lnTo>
                    <a:pt x="3022439" y="2937018"/>
                  </a:lnTo>
                  <a:lnTo>
                    <a:pt x="3099071" y="2950941"/>
                  </a:lnTo>
                  <a:lnTo>
                    <a:pt x="3175704" y="2964510"/>
                  </a:lnTo>
                  <a:lnTo>
                    <a:pt x="3252337" y="2977733"/>
                  </a:lnTo>
                  <a:lnTo>
                    <a:pt x="3328969" y="2990619"/>
                  </a:lnTo>
                  <a:lnTo>
                    <a:pt x="3405602" y="3003177"/>
                  </a:lnTo>
                  <a:lnTo>
                    <a:pt x="3482234" y="3015416"/>
                  </a:lnTo>
                  <a:lnTo>
                    <a:pt x="3558867" y="3027342"/>
                  </a:lnTo>
                  <a:lnTo>
                    <a:pt x="3635499" y="3038965"/>
                  </a:lnTo>
                  <a:lnTo>
                    <a:pt x="3712132" y="3050292"/>
                  </a:lnTo>
                  <a:lnTo>
                    <a:pt x="3788764" y="3061331"/>
                  </a:lnTo>
                  <a:lnTo>
                    <a:pt x="3865397" y="3072088"/>
                  </a:lnTo>
                  <a:lnTo>
                    <a:pt x="3942029" y="3082572"/>
                  </a:lnTo>
                  <a:lnTo>
                    <a:pt x="4018662" y="3092788"/>
                  </a:lnTo>
                  <a:lnTo>
                    <a:pt x="4095295" y="3102744"/>
                  </a:lnTo>
                  <a:lnTo>
                    <a:pt x="4171927" y="3112447"/>
                  </a:lnTo>
                  <a:lnTo>
                    <a:pt x="4248560" y="3121903"/>
                  </a:lnTo>
                  <a:lnTo>
                    <a:pt x="4325192" y="3131117"/>
                  </a:lnTo>
                  <a:lnTo>
                    <a:pt x="4401825" y="3140098"/>
                  </a:lnTo>
                  <a:lnTo>
                    <a:pt x="4478457" y="3148849"/>
                  </a:lnTo>
                  <a:lnTo>
                    <a:pt x="4555090" y="3157378"/>
                  </a:lnTo>
                  <a:lnTo>
                    <a:pt x="4631722" y="3165689"/>
                  </a:lnTo>
                  <a:lnTo>
                    <a:pt x="4708355" y="3173789"/>
                  </a:lnTo>
                  <a:lnTo>
                    <a:pt x="4784987" y="3181682"/>
                  </a:lnTo>
                  <a:lnTo>
                    <a:pt x="4861620" y="3189375"/>
                  </a:lnTo>
                  <a:lnTo>
                    <a:pt x="4938253" y="3196871"/>
                  </a:lnTo>
                  <a:lnTo>
                    <a:pt x="5014885" y="3204177"/>
                  </a:lnTo>
                  <a:lnTo>
                    <a:pt x="5091518" y="3211296"/>
                  </a:lnTo>
                  <a:lnTo>
                    <a:pt x="5168150" y="3218235"/>
                  </a:lnTo>
                  <a:lnTo>
                    <a:pt x="5244783" y="3224996"/>
                  </a:lnTo>
                  <a:lnTo>
                    <a:pt x="5321415" y="3231586"/>
                  </a:lnTo>
                  <a:lnTo>
                    <a:pt x="5398048" y="3238007"/>
                  </a:lnTo>
                  <a:lnTo>
                    <a:pt x="5474680" y="3244265"/>
                  </a:lnTo>
                  <a:lnTo>
                    <a:pt x="5551313" y="3250364"/>
                  </a:lnTo>
                  <a:lnTo>
                    <a:pt x="5627946" y="3256308"/>
                  </a:lnTo>
                  <a:lnTo>
                    <a:pt x="5704578" y="3262100"/>
                  </a:lnTo>
                  <a:lnTo>
                    <a:pt x="5781211" y="32677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2945850"/>
              <a:ext cx="7403783" cy="2578056"/>
            </a:xfrm>
            <a:custGeom>
              <a:avLst/>
              <a:pathLst>
                <a:path w="7403783" h="2578056">
                  <a:moveTo>
                    <a:pt x="7403783" y="2578056"/>
                  </a:moveTo>
                  <a:lnTo>
                    <a:pt x="7327150" y="2575937"/>
                  </a:lnTo>
                  <a:lnTo>
                    <a:pt x="7250518" y="2573683"/>
                  </a:lnTo>
                  <a:lnTo>
                    <a:pt x="7173885" y="2571286"/>
                  </a:lnTo>
                  <a:lnTo>
                    <a:pt x="7097253" y="2568737"/>
                  </a:lnTo>
                  <a:lnTo>
                    <a:pt x="7020620" y="2566025"/>
                  </a:lnTo>
                  <a:lnTo>
                    <a:pt x="6943987" y="2563141"/>
                  </a:lnTo>
                  <a:lnTo>
                    <a:pt x="6867355" y="2560074"/>
                  </a:lnTo>
                  <a:lnTo>
                    <a:pt x="6790722" y="2556812"/>
                  </a:lnTo>
                  <a:lnTo>
                    <a:pt x="6714090" y="2553343"/>
                  </a:lnTo>
                  <a:lnTo>
                    <a:pt x="6637457" y="2549653"/>
                  </a:lnTo>
                  <a:lnTo>
                    <a:pt x="6560825" y="2545729"/>
                  </a:lnTo>
                  <a:lnTo>
                    <a:pt x="6484192" y="2541555"/>
                  </a:lnTo>
                  <a:lnTo>
                    <a:pt x="6407560" y="2537116"/>
                  </a:lnTo>
                  <a:lnTo>
                    <a:pt x="6330927" y="2532395"/>
                  </a:lnTo>
                  <a:lnTo>
                    <a:pt x="6254294" y="2527373"/>
                  </a:lnTo>
                  <a:lnTo>
                    <a:pt x="6177662" y="2522033"/>
                  </a:lnTo>
                  <a:lnTo>
                    <a:pt x="6101029" y="2516353"/>
                  </a:lnTo>
                  <a:lnTo>
                    <a:pt x="6024397" y="2510312"/>
                  </a:lnTo>
                  <a:lnTo>
                    <a:pt x="5947764" y="2503888"/>
                  </a:lnTo>
                  <a:lnTo>
                    <a:pt x="5871132" y="2497054"/>
                  </a:lnTo>
                  <a:lnTo>
                    <a:pt x="5794499" y="2489787"/>
                  </a:lnTo>
                  <a:lnTo>
                    <a:pt x="5717867" y="2482058"/>
                  </a:lnTo>
                  <a:lnTo>
                    <a:pt x="5641234" y="2473837"/>
                  </a:lnTo>
                  <a:lnTo>
                    <a:pt x="5564602" y="2465094"/>
                  </a:lnTo>
                  <a:lnTo>
                    <a:pt x="5487969" y="2455796"/>
                  </a:lnTo>
                  <a:lnTo>
                    <a:pt x="5411336" y="2445906"/>
                  </a:lnTo>
                  <a:lnTo>
                    <a:pt x="5334704" y="2435388"/>
                  </a:lnTo>
                  <a:lnTo>
                    <a:pt x="5258071" y="2424201"/>
                  </a:lnTo>
                  <a:lnTo>
                    <a:pt x="5181439" y="2412304"/>
                  </a:lnTo>
                  <a:lnTo>
                    <a:pt x="5104806" y="2399650"/>
                  </a:lnTo>
                  <a:lnTo>
                    <a:pt x="5028174" y="2386192"/>
                  </a:lnTo>
                  <a:lnTo>
                    <a:pt x="4951541" y="2371878"/>
                  </a:lnTo>
                  <a:lnTo>
                    <a:pt x="4874909" y="2356655"/>
                  </a:lnTo>
                  <a:lnTo>
                    <a:pt x="4798276" y="2340465"/>
                  </a:lnTo>
                  <a:lnTo>
                    <a:pt x="4721644" y="2323245"/>
                  </a:lnTo>
                  <a:lnTo>
                    <a:pt x="4645011" y="2304931"/>
                  </a:lnTo>
                  <a:lnTo>
                    <a:pt x="4568378" y="2285453"/>
                  </a:lnTo>
                  <a:lnTo>
                    <a:pt x="4491746" y="2264737"/>
                  </a:lnTo>
                  <a:lnTo>
                    <a:pt x="4415113" y="2242704"/>
                  </a:lnTo>
                  <a:lnTo>
                    <a:pt x="4338481" y="2219271"/>
                  </a:lnTo>
                  <a:lnTo>
                    <a:pt x="4261848" y="2194349"/>
                  </a:lnTo>
                  <a:lnTo>
                    <a:pt x="4185216" y="2167842"/>
                  </a:lnTo>
                  <a:lnTo>
                    <a:pt x="4108583" y="2139651"/>
                  </a:lnTo>
                  <a:lnTo>
                    <a:pt x="4031951" y="2109668"/>
                  </a:lnTo>
                  <a:lnTo>
                    <a:pt x="3955318" y="2077780"/>
                  </a:lnTo>
                  <a:lnTo>
                    <a:pt x="3878685" y="2043865"/>
                  </a:lnTo>
                  <a:lnTo>
                    <a:pt x="3802053" y="2007795"/>
                  </a:lnTo>
                  <a:lnTo>
                    <a:pt x="3725420" y="1969431"/>
                  </a:lnTo>
                  <a:lnTo>
                    <a:pt x="3648788" y="1928630"/>
                  </a:lnTo>
                  <a:lnTo>
                    <a:pt x="3572155" y="1885236"/>
                  </a:lnTo>
                  <a:lnTo>
                    <a:pt x="3495523" y="1839083"/>
                  </a:lnTo>
                  <a:lnTo>
                    <a:pt x="3418890" y="1789997"/>
                  </a:lnTo>
                  <a:lnTo>
                    <a:pt x="3342258" y="1763733"/>
                  </a:lnTo>
                  <a:lnTo>
                    <a:pt x="3265625" y="1741582"/>
                  </a:lnTo>
                  <a:lnTo>
                    <a:pt x="3188993" y="1718852"/>
                  </a:lnTo>
                  <a:lnTo>
                    <a:pt x="3112360" y="1695528"/>
                  </a:lnTo>
                  <a:lnTo>
                    <a:pt x="3035727" y="1671595"/>
                  </a:lnTo>
                  <a:lnTo>
                    <a:pt x="2959095" y="1647036"/>
                  </a:lnTo>
                  <a:lnTo>
                    <a:pt x="2882462" y="1621836"/>
                  </a:lnTo>
                  <a:lnTo>
                    <a:pt x="2805830" y="1595977"/>
                  </a:lnTo>
                  <a:lnTo>
                    <a:pt x="2729197" y="1569442"/>
                  </a:lnTo>
                  <a:lnTo>
                    <a:pt x="2652565" y="1542214"/>
                  </a:lnTo>
                  <a:lnTo>
                    <a:pt x="2575932" y="1514274"/>
                  </a:lnTo>
                  <a:lnTo>
                    <a:pt x="2499300" y="1485604"/>
                  </a:lnTo>
                  <a:lnTo>
                    <a:pt x="2422667" y="1456185"/>
                  </a:lnTo>
                  <a:lnTo>
                    <a:pt x="2346034" y="1425998"/>
                  </a:lnTo>
                  <a:lnTo>
                    <a:pt x="2269402" y="1395021"/>
                  </a:lnTo>
                  <a:lnTo>
                    <a:pt x="2192769" y="1363235"/>
                  </a:lnTo>
                  <a:lnTo>
                    <a:pt x="2116137" y="1330618"/>
                  </a:lnTo>
                  <a:lnTo>
                    <a:pt x="2039504" y="1297149"/>
                  </a:lnTo>
                  <a:lnTo>
                    <a:pt x="1962872" y="1262805"/>
                  </a:lnTo>
                  <a:lnTo>
                    <a:pt x="1886239" y="1227564"/>
                  </a:lnTo>
                  <a:lnTo>
                    <a:pt x="1809607" y="1191402"/>
                  </a:lnTo>
                  <a:lnTo>
                    <a:pt x="1732974" y="1154295"/>
                  </a:lnTo>
                  <a:lnTo>
                    <a:pt x="1656342" y="1116218"/>
                  </a:lnTo>
                  <a:lnTo>
                    <a:pt x="1579709" y="1077147"/>
                  </a:lnTo>
                  <a:lnTo>
                    <a:pt x="1503076" y="1037054"/>
                  </a:lnTo>
                  <a:lnTo>
                    <a:pt x="1426444" y="995913"/>
                  </a:lnTo>
                  <a:lnTo>
                    <a:pt x="1349811" y="953698"/>
                  </a:lnTo>
                  <a:lnTo>
                    <a:pt x="1273179" y="910379"/>
                  </a:lnTo>
                  <a:lnTo>
                    <a:pt x="1196546" y="865929"/>
                  </a:lnTo>
                  <a:lnTo>
                    <a:pt x="1119914" y="820316"/>
                  </a:lnTo>
                  <a:lnTo>
                    <a:pt x="1043281" y="773512"/>
                  </a:lnTo>
                  <a:lnTo>
                    <a:pt x="966649" y="725485"/>
                  </a:lnTo>
                  <a:lnTo>
                    <a:pt x="890016" y="676203"/>
                  </a:lnTo>
                  <a:lnTo>
                    <a:pt x="813384" y="625633"/>
                  </a:lnTo>
                  <a:lnTo>
                    <a:pt x="736751" y="573741"/>
                  </a:lnTo>
                  <a:lnTo>
                    <a:pt x="660118" y="520493"/>
                  </a:lnTo>
                  <a:lnTo>
                    <a:pt x="583486" y="465854"/>
                  </a:lnTo>
                  <a:lnTo>
                    <a:pt x="506853" y="409787"/>
                  </a:lnTo>
                  <a:lnTo>
                    <a:pt x="430221" y="352255"/>
                  </a:lnTo>
                  <a:lnTo>
                    <a:pt x="353588" y="293220"/>
                  </a:lnTo>
                  <a:lnTo>
                    <a:pt x="276956" y="232642"/>
                  </a:lnTo>
                  <a:lnTo>
                    <a:pt x="200323" y="170481"/>
                  </a:lnTo>
                  <a:lnTo>
                    <a:pt x="123691" y="106695"/>
                  </a:lnTo>
                  <a:lnTo>
                    <a:pt x="47058" y="4124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08129" y="2073503"/>
              <a:ext cx="6513171" cy="3398881"/>
            </a:xfrm>
            <a:custGeom>
              <a:avLst/>
              <a:pathLst>
                <a:path w="6513171" h="3398881">
                  <a:moveTo>
                    <a:pt x="0" y="0"/>
                  </a:moveTo>
                  <a:lnTo>
                    <a:pt x="76037" y="147878"/>
                  </a:lnTo>
                  <a:lnTo>
                    <a:pt x="152670" y="290540"/>
                  </a:lnTo>
                  <a:lnTo>
                    <a:pt x="229302" y="427100"/>
                  </a:lnTo>
                  <a:lnTo>
                    <a:pt x="305935" y="557821"/>
                  </a:lnTo>
                  <a:lnTo>
                    <a:pt x="382567" y="682951"/>
                  </a:lnTo>
                  <a:lnTo>
                    <a:pt x="459200" y="802730"/>
                  </a:lnTo>
                  <a:lnTo>
                    <a:pt x="535833" y="917386"/>
                  </a:lnTo>
                  <a:lnTo>
                    <a:pt x="612465" y="1027139"/>
                  </a:lnTo>
                  <a:lnTo>
                    <a:pt x="689098" y="1132199"/>
                  </a:lnTo>
                  <a:lnTo>
                    <a:pt x="765730" y="1232765"/>
                  </a:lnTo>
                  <a:lnTo>
                    <a:pt x="842363" y="1329030"/>
                  </a:lnTo>
                  <a:lnTo>
                    <a:pt x="918995" y="1421179"/>
                  </a:lnTo>
                  <a:lnTo>
                    <a:pt x="995628" y="1509387"/>
                  </a:lnTo>
                  <a:lnTo>
                    <a:pt x="1072260" y="1593822"/>
                  </a:lnTo>
                  <a:lnTo>
                    <a:pt x="1148893" y="1674647"/>
                  </a:lnTo>
                  <a:lnTo>
                    <a:pt x="1225525" y="1752015"/>
                  </a:lnTo>
                  <a:lnTo>
                    <a:pt x="1302158" y="1826074"/>
                  </a:lnTo>
                  <a:lnTo>
                    <a:pt x="1378791" y="1896966"/>
                  </a:lnTo>
                  <a:lnTo>
                    <a:pt x="1455423" y="1964826"/>
                  </a:lnTo>
                  <a:lnTo>
                    <a:pt x="1532056" y="2029784"/>
                  </a:lnTo>
                  <a:lnTo>
                    <a:pt x="1608688" y="2091964"/>
                  </a:lnTo>
                  <a:lnTo>
                    <a:pt x="1685321" y="2151485"/>
                  </a:lnTo>
                  <a:lnTo>
                    <a:pt x="1761953" y="2208461"/>
                  </a:lnTo>
                  <a:lnTo>
                    <a:pt x="1838586" y="2263000"/>
                  </a:lnTo>
                  <a:lnTo>
                    <a:pt x="1915218" y="2315206"/>
                  </a:lnTo>
                  <a:lnTo>
                    <a:pt x="1991851" y="2365180"/>
                  </a:lnTo>
                  <a:lnTo>
                    <a:pt x="2068483" y="2413017"/>
                  </a:lnTo>
                  <a:lnTo>
                    <a:pt x="2145116" y="2458807"/>
                  </a:lnTo>
                  <a:lnTo>
                    <a:pt x="2221749" y="2502640"/>
                  </a:lnTo>
                  <a:lnTo>
                    <a:pt x="2298381" y="2544598"/>
                  </a:lnTo>
                  <a:lnTo>
                    <a:pt x="2375014" y="2584762"/>
                  </a:lnTo>
                  <a:lnTo>
                    <a:pt x="2451646" y="2623208"/>
                  </a:lnTo>
                  <a:lnTo>
                    <a:pt x="2528279" y="2660009"/>
                  </a:lnTo>
                  <a:lnTo>
                    <a:pt x="2604911" y="2695237"/>
                  </a:lnTo>
                  <a:lnTo>
                    <a:pt x="2681544" y="2728959"/>
                  </a:lnTo>
                  <a:lnTo>
                    <a:pt x="2758176" y="2761238"/>
                  </a:lnTo>
                  <a:lnTo>
                    <a:pt x="2834809" y="2792137"/>
                  </a:lnTo>
                  <a:lnTo>
                    <a:pt x="2911442" y="2821714"/>
                  </a:lnTo>
                  <a:lnTo>
                    <a:pt x="2988074" y="2850027"/>
                  </a:lnTo>
                  <a:lnTo>
                    <a:pt x="3064707" y="2877128"/>
                  </a:lnTo>
                  <a:lnTo>
                    <a:pt x="3141339" y="2903071"/>
                  </a:lnTo>
                  <a:lnTo>
                    <a:pt x="3217972" y="2927904"/>
                  </a:lnTo>
                  <a:lnTo>
                    <a:pt x="3294604" y="2951675"/>
                  </a:lnTo>
                  <a:lnTo>
                    <a:pt x="3371237" y="2974430"/>
                  </a:lnTo>
                  <a:lnTo>
                    <a:pt x="3447869" y="2996211"/>
                  </a:lnTo>
                  <a:lnTo>
                    <a:pt x="3524502" y="3017061"/>
                  </a:lnTo>
                  <a:lnTo>
                    <a:pt x="3601134" y="3037019"/>
                  </a:lnTo>
                  <a:lnTo>
                    <a:pt x="3677767" y="3056124"/>
                  </a:lnTo>
                  <a:lnTo>
                    <a:pt x="3754400" y="3074412"/>
                  </a:lnTo>
                  <a:lnTo>
                    <a:pt x="3831032" y="3091917"/>
                  </a:lnTo>
                  <a:lnTo>
                    <a:pt x="3907665" y="3108674"/>
                  </a:lnTo>
                  <a:lnTo>
                    <a:pt x="3984297" y="3124715"/>
                  </a:lnTo>
                  <a:lnTo>
                    <a:pt x="4060930" y="3140069"/>
                  </a:lnTo>
                  <a:lnTo>
                    <a:pt x="4137562" y="3154767"/>
                  </a:lnTo>
                  <a:lnTo>
                    <a:pt x="4214195" y="3168836"/>
                  </a:lnTo>
                  <a:lnTo>
                    <a:pt x="4290827" y="3182303"/>
                  </a:lnTo>
                  <a:lnTo>
                    <a:pt x="4367460" y="3195195"/>
                  </a:lnTo>
                  <a:lnTo>
                    <a:pt x="4444093" y="3207535"/>
                  </a:lnTo>
                  <a:lnTo>
                    <a:pt x="4520725" y="3219348"/>
                  </a:lnTo>
                  <a:lnTo>
                    <a:pt x="4597358" y="3230655"/>
                  </a:lnTo>
                  <a:lnTo>
                    <a:pt x="4673990" y="3241479"/>
                  </a:lnTo>
                  <a:lnTo>
                    <a:pt x="4750623" y="3251839"/>
                  </a:lnTo>
                  <a:lnTo>
                    <a:pt x="4827255" y="3261757"/>
                  </a:lnTo>
                  <a:lnTo>
                    <a:pt x="4903888" y="3271251"/>
                  </a:lnTo>
                  <a:lnTo>
                    <a:pt x="4980520" y="3280338"/>
                  </a:lnTo>
                  <a:lnTo>
                    <a:pt x="5057153" y="3289037"/>
                  </a:lnTo>
                  <a:lnTo>
                    <a:pt x="5133785" y="3297364"/>
                  </a:lnTo>
                  <a:lnTo>
                    <a:pt x="5210418" y="3305335"/>
                  </a:lnTo>
                  <a:lnTo>
                    <a:pt x="5287051" y="3312965"/>
                  </a:lnTo>
                  <a:lnTo>
                    <a:pt x="5363683" y="3320269"/>
                  </a:lnTo>
                  <a:lnTo>
                    <a:pt x="5440316" y="3327260"/>
                  </a:lnTo>
                  <a:lnTo>
                    <a:pt x="5516948" y="3333952"/>
                  </a:lnTo>
                  <a:lnTo>
                    <a:pt x="5593581" y="3340358"/>
                  </a:lnTo>
                  <a:lnTo>
                    <a:pt x="5670213" y="3346490"/>
                  </a:lnTo>
                  <a:lnTo>
                    <a:pt x="5746846" y="3352360"/>
                  </a:lnTo>
                  <a:lnTo>
                    <a:pt x="5823478" y="3357979"/>
                  </a:lnTo>
                  <a:lnTo>
                    <a:pt x="5900111" y="3363358"/>
                  </a:lnTo>
                  <a:lnTo>
                    <a:pt x="5976743" y="3368506"/>
                  </a:lnTo>
                  <a:lnTo>
                    <a:pt x="6053376" y="3373435"/>
                  </a:lnTo>
                  <a:lnTo>
                    <a:pt x="6130009" y="3378152"/>
                  </a:lnTo>
                  <a:lnTo>
                    <a:pt x="6206641" y="3382668"/>
                  </a:lnTo>
                  <a:lnTo>
                    <a:pt x="6283274" y="3386991"/>
                  </a:lnTo>
                  <a:lnTo>
                    <a:pt x="6359906" y="3391129"/>
                  </a:lnTo>
                  <a:lnTo>
                    <a:pt x="6436539" y="3395090"/>
                  </a:lnTo>
                  <a:lnTo>
                    <a:pt x="6513171" y="33988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242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1.66 (1.35-2.04), p_Bonf = &lt;0.001 (n = 6)  |  per IQR decline (Δ = 29.9 %): 4.54 (2.44-8.43)  |  IQR: [-15.0,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349181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3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2026-09-28T16:51:08Z</dcterms:modified>
  <cp:category/>
</cp:coreProperties>
</file>