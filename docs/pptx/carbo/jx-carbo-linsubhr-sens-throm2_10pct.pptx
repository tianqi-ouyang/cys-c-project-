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064649"/>
              <a:ext cx="7090630" cy="2289306"/>
            </a:xfrm>
            <a:custGeom>
              <a:avLst/>
              <a:pathLst>
                <a:path w="7090630" h="2289306">
                  <a:moveTo>
                    <a:pt x="0" y="0"/>
                  </a:moveTo>
                  <a:lnTo>
                    <a:pt x="71622" y="62314"/>
                  </a:lnTo>
                  <a:lnTo>
                    <a:pt x="143245" y="123070"/>
                  </a:lnTo>
                  <a:lnTo>
                    <a:pt x="214867" y="182307"/>
                  </a:lnTo>
                  <a:lnTo>
                    <a:pt x="286490" y="240064"/>
                  </a:lnTo>
                  <a:lnTo>
                    <a:pt x="358112" y="296377"/>
                  </a:lnTo>
                  <a:lnTo>
                    <a:pt x="429735" y="351281"/>
                  </a:lnTo>
                  <a:lnTo>
                    <a:pt x="501357" y="404814"/>
                  </a:lnTo>
                  <a:lnTo>
                    <a:pt x="572980" y="457008"/>
                  </a:lnTo>
                  <a:lnTo>
                    <a:pt x="644602" y="507897"/>
                  </a:lnTo>
                  <a:lnTo>
                    <a:pt x="716225" y="557514"/>
                  </a:lnTo>
                  <a:lnTo>
                    <a:pt x="787847" y="605890"/>
                  </a:lnTo>
                  <a:lnTo>
                    <a:pt x="859470" y="653057"/>
                  </a:lnTo>
                  <a:lnTo>
                    <a:pt x="931092" y="699045"/>
                  </a:lnTo>
                  <a:lnTo>
                    <a:pt x="1002715" y="743883"/>
                  </a:lnTo>
                  <a:lnTo>
                    <a:pt x="1074337" y="787601"/>
                  </a:lnTo>
                  <a:lnTo>
                    <a:pt x="1145960" y="830225"/>
                  </a:lnTo>
                  <a:lnTo>
                    <a:pt x="1217582" y="871784"/>
                  </a:lnTo>
                  <a:lnTo>
                    <a:pt x="1289205" y="912304"/>
                  </a:lnTo>
                  <a:lnTo>
                    <a:pt x="1360827" y="951811"/>
                  </a:lnTo>
                  <a:lnTo>
                    <a:pt x="1432450" y="990330"/>
                  </a:lnTo>
                  <a:lnTo>
                    <a:pt x="1504073" y="1027886"/>
                  </a:lnTo>
                  <a:lnTo>
                    <a:pt x="1575695" y="1064504"/>
                  </a:lnTo>
                  <a:lnTo>
                    <a:pt x="1647318" y="1100205"/>
                  </a:lnTo>
                  <a:lnTo>
                    <a:pt x="1718940" y="1135015"/>
                  </a:lnTo>
                  <a:lnTo>
                    <a:pt x="1790563" y="1168954"/>
                  </a:lnTo>
                  <a:lnTo>
                    <a:pt x="1862185" y="1202045"/>
                  </a:lnTo>
                  <a:lnTo>
                    <a:pt x="1933808" y="1234308"/>
                  </a:lnTo>
                  <a:lnTo>
                    <a:pt x="2005430" y="1265765"/>
                  </a:lnTo>
                  <a:lnTo>
                    <a:pt x="2077053" y="1296435"/>
                  </a:lnTo>
                  <a:lnTo>
                    <a:pt x="2148675" y="1326339"/>
                  </a:lnTo>
                  <a:lnTo>
                    <a:pt x="2220298" y="1355495"/>
                  </a:lnTo>
                  <a:lnTo>
                    <a:pt x="2291920" y="1383923"/>
                  </a:lnTo>
                  <a:lnTo>
                    <a:pt x="2363543" y="1411639"/>
                  </a:lnTo>
                  <a:lnTo>
                    <a:pt x="2435165" y="1438663"/>
                  </a:lnTo>
                  <a:lnTo>
                    <a:pt x="2506788" y="1465011"/>
                  </a:lnTo>
                  <a:lnTo>
                    <a:pt x="2578410" y="1490700"/>
                  </a:lnTo>
                  <a:lnTo>
                    <a:pt x="2650033" y="1515747"/>
                  </a:lnTo>
                  <a:lnTo>
                    <a:pt x="2721655" y="1540168"/>
                  </a:lnTo>
                  <a:lnTo>
                    <a:pt x="2793278" y="1563979"/>
                  </a:lnTo>
                  <a:lnTo>
                    <a:pt x="2864901" y="1587194"/>
                  </a:lnTo>
                  <a:lnTo>
                    <a:pt x="2936523" y="1609829"/>
                  </a:lnTo>
                  <a:lnTo>
                    <a:pt x="3008146" y="1631898"/>
                  </a:lnTo>
                  <a:lnTo>
                    <a:pt x="3079768" y="1653415"/>
                  </a:lnTo>
                  <a:lnTo>
                    <a:pt x="3151391" y="1663816"/>
                  </a:lnTo>
                  <a:lnTo>
                    <a:pt x="3223013" y="1665074"/>
                  </a:lnTo>
                  <a:lnTo>
                    <a:pt x="3294636" y="1666329"/>
                  </a:lnTo>
                  <a:lnTo>
                    <a:pt x="3366258" y="1667583"/>
                  </a:lnTo>
                  <a:lnTo>
                    <a:pt x="3437881" y="1668835"/>
                  </a:lnTo>
                  <a:lnTo>
                    <a:pt x="3509503" y="1670085"/>
                  </a:lnTo>
                  <a:lnTo>
                    <a:pt x="3581126" y="1671333"/>
                  </a:lnTo>
                  <a:lnTo>
                    <a:pt x="3652748" y="1672579"/>
                  </a:lnTo>
                  <a:lnTo>
                    <a:pt x="3724371" y="1673823"/>
                  </a:lnTo>
                  <a:lnTo>
                    <a:pt x="3795993" y="1675065"/>
                  </a:lnTo>
                  <a:lnTo>
                    <a:pt x="3867616" y="1676306"/>
                  </a:lnTo>
                  <a:lnTo>
                    <a:pt x="3939238" y="1677544"/>
                  </a:lnTo>
                  <a:lnTo>
                    <a:pt x="4010861" y="1678781"/>
                  </a:lnTo>
                  <a:lnTo>
                    <a:pt x="4082483" y="1680016"/>
                  </a:lnTo>
                  <a:lnTo>
                    <a:pt x="4154106" y="1681249"/>
                  </a:lnTo>
                  <a:lnTo>
                    <a:pt x="4225729" y="1682480"/>
                  </a:lnTo>
                  <a:lnTo>
                    <a:pt x="4297351" y="1683709"/>
                  </a:lnTo>
                  <a:lnTo>
                    <a:pt x="4368974" y="1684936"/>
                  </a:lnTo>
                  <a:lnTo>
                    <a:pt x="4440596" y="1686161"/>
                  </a:lnTo>
                  <a:lnTo>
                    <a:pt x="4512219" y="1687385"/>
                  </a:lnTo>
                  <a:lnTo>
                    <a:pt x="4583841" y="1688607"/>
                  </a:lnTo>
                  <a:lnTo>
                    <a:pt x="4655464" y="1689827"/>
                  </a:lnTo>
                  <a:lnTo>
                    <a:pt x="4727086" y="1691045"/>
                  </a:lnTo>
                  <a:lnTo>
                    <a:pt x="4798709" y="1692261"/>
                  </a:lnTo>
                  <a:lnTo>
                    <a:pt x="4870331" y="1693475"/>
                  </a:lnTo>
                  <a:lnTo>
                    <a:pt x="4941954" y="1694688"/>
                  </a:lnTo>
                  <a:lnTo>
                    <a:pt x="5013576" y="1695898"/>
                  </a:lnTo>
                  <a:lnTo>
                    <a:pt x="5085199" y="1697107"/>
                  </a:lnTo>
                  <a:lnTo>
                    <a:pt x="5156821" y="1698314"/>
                  </a:lnTo>
                  <a:lnTo>
                    <a:pt x="5228444" y="1699519"/>
                  </a:lnTo>
                  <a:lnTo>
                    <a:pt x="5300066" y="1700723"/>
                  </a:lnTo>
                  <a:lnTo>
                    <a:pt x="5371689" y="1701924"/>
                  </a:lnTo>
                  <a:lnTo>
                    <a:pt x="5443311" y="1703124"/>
                  </a:lnTo>
                  <a:lnTo>
                    <a:pt x="5514934" y="1704322"/>
                  </a:lnTo>
                  <a:lnTo>
                    <a:pt x="5586557" y="1705518"/>
                  </a:lnTo>
                  <a:lnTo>
                    <a:pt x="5658179" y="1706712"/>
                  </a:lnTo>
                  <a:lnTo>
                    <a:pt x="5729802" y="1707904"/>
                  </a:lnTo>
                  <a:lnTo>
                    <a:pt x="5801424" y="1709095"/>
                  </a:lnTo>
                  <a:lnTo>
                    <a:pt x="5873047" y="1710284"/>
                  </a:lnTo>
                  <a:lnTo>
                    <a:pt x="5944669" y="1711471"/>
                  </a:lnTo>
                  <a:lnTo>
                    <a:pt x="6016292" y="1712656"/>
                  </a:lnTo>
                  <a:lnTo>
                    <a:pt x="6087914" y="1713839"/>
                  </a:lnTo>
                  <a:lnTo>
                    <a:pt x="6159537" y="1715021"/>
                  </a:lnTo>
                  <a:lnTo>
                    <a:pt x="6231159" y="1716200"/>
                  </a:lnTo>
                  <a:lnTo>
                    <a:pt x="6302782" y="1717379"/>
                  </a:lnTo>
                  <a:lnTo>
                    <a:pt x="6374404" y="1718555"/>
                  </a:lnTo>
                  <a:lnTo>
                    <a:pt x="6446027" y="1719729"/>
                  </a:lnTo>
                  <a:lnTo>
                    <a:pt x="6517649" y="1720902"/>
                  </a:lnTo>
                  <a:lnTo>
                    <a:pt x="6589272" y="1722073"/>
                  </a:lnTo>
                  <a:lnTo>
                    <a:pt x="6660894" y="1723242"/>
                  </a:lnTo>
                  <a:lnTo>
                    <a:pt x="6732517" y="1724409"/>
                  </a:lnTo>
                  <a:lnTo>
                    <a:pt x="6804139" y="1725575"/>
                  </a:lnTo>
                  <a:lnTo>
                    <a:pt x="6875762" y="1726738"/>
                  </a:lnTo>
                  <a:lnTo>
                    <a:pt x="6947385" y="1727900"/>
                  </a:lnTo>
                  <a:lnTo>
                    <a:pt x="7019007" y="1729061"/>
                  </a:lnTo>
                  <a:lnTo>
                    <a:pt x="7090630" y="1730219"/>
                  </a:lnTo>
                  <a:lnTo>
                    <a:pt x="7090630" y="2289306"/>
                  </a:lnTo>
                  <a:lnTo>
                    <a:pt x="7019007" y="2284094"/>
                  </a:lnTo>
                  <a:lnTo>
                    <a:pt x="6947385" y="2278747"/>
                  </a:lnTo>
                  <a:lnTo>
                    <a:pt x="6875762" y="2273264"/>
                  </a:lnTo>
                  <a:lnTo>
                    <a:pt x="6804139" y="2267640"/>
                  </a:lnTo>
                  <a:lnTo>
                    <a:pt x="6732517" y="2261872"/>
                  </a:lnTo>
                  <a:lnTo>
                    <a:pt x="6660894" y="2255956"/>
                  </a:lnTo>
                  <a:lnTo>
                    <a:pt x="6589272" y="2249888"/>
                  </a:lnTo>
                  <a:lnTo>
                    <a:pt x="6517649" y="2243665"/>
                  </a:lnTo>
                  <a:lnTo>
                    <a:pt x="6446027" y="2237282"/>
                  </a:lnTo>
                  <a:lnTo>
                    <a:pt x="6374404" y="2230736"/>
                  </a:lnTo>
                  <a:lnTo>
                    <a:pt x="6302782" y="2224021"/>
                  </a:lnTo>
                  <a:lnTo>
                    <a:pt x="6231159" y="2217135"/>
                  </a:lnTo>
                  <a:lnTo>
                    <a:pt x="6159537" y="2210071"/>
                  </a:lnTo>
                  <a:lnTo>
                    <a:pt x="6087914" y="2202827"/>
                  </a:lnTo>
                  <a:lnTo>
                    <a:pt x="6016292" y="2195397"/>
                  </a:lnTo>
                  <a:lnTo>
                    <a:pt x="5944669" y="2187777"/>
                  </a:lnTo>
                  <a:lnTo>
                    <a:pt x="5873047" y="2179961"/>
                  </a:lnTo>
                  <a:lnTo>
                    <a:pt x="5801424" y="2171945"/>
                  </a:lnTo>
                  <a:lnTo>
                    <a:pt x="5729802" y="2163723"/>
                  </a:lnTo>
                  <a:lnTo>
                    <a:pt x="5658179" y="2155290"/>
                  </a:lnTo>
                  <a:lnTo>
                    <a:pt x="5586557" y="2146641"/>
                  </a:lnTo>
                  <a:lnTo>
                    <a:pt x="5514934" y="2137771"/>
                  </a:lnTo>
                  <a:lnTo>
                    <a:pt x="5443311" y="2128673"/>
                  </a:lnTo>
                  <a:lnTo>
                    <a:pt x="5371689" y="2119341"/>
                  </a:lnTo>
                  <a:lnTo>
                    <a:pt x="5300066" y="2109771"/>
                  </a:lnTo>
                  <a:lnTo>
                    <a:pt x="5228444" y="2099955"/>
                  </a:lnTo>
                  <a:lnTo>
                    <a:pt x="5156821" y="2089887"/>
                  </a:lnTo>
                  <a:lnTo>
                    <a:pt x="5085199" y="2079561"/>
                  </a:lnTo>
                  <a:lnTo>
                    <a:pt x="5013576" y="2068970"/>
                  </a:lnTo>
                  <a:lnTo>
                    <a:pt x="4941954" y="2058108"/>
                  </a:lnTo>
                  <a:lnTo>
                    <a:pt x="4870331" y="2046968"/>
                  </a:lnTo>
                  <a:lnTo>
                    <a:pt x="4798709" y="2035541"/>
                  </a:lnTo>
                  <a:lnTo>
                    <a:pt x="4727086" y="2023822"/>
                  </a:lnTo>
                  <a:lnTo>
                    <a:pt x="4655464" y="2011802"/>
                  </a:lnTo>
                  <a:lnTo>
                    <a:pt x="4583841" y="1999474"/>
                  </a:lnTo>
                  <a:lnTo>
                    <a:pt x="4512219" y="1986830"/>
                  </a:lnTo>
                  <a:lnTo>
                    <a:pt x="4440596" y="1973862"/>
                  </a:lnTo>
                  <a:lnTo>
                    <a:pt x="4368974" y="1960561"/>
                  </a:lnTo>
                  <a:lnTo>
                    <a:pt x="4297351" y="1946919"/>
                  </a:lnTo>
                  <a:lnTo>
                    <a:pt x="4225729" y="1932928"/>
                  </a:lnTo>
                  <a:lnTo>
                    <a:pt x="4154106" y="1918577"/>
                  </a:lnTo>
                  <a:lnTo>
                    <a:pt x="4082483" y="1903859"/>
                  </a:lnTo>
                  <a:lnTo>
                    <a:pt x="4010861" y="1888763"/>
                  </a:lnTo>
                  <a:lnTo>
                    <a:pt x="3939238" y="1873280"/>
                  </a:lnTo>
                  <a:lnTo>
                    <a:pt x="3867616" y="1857401"/>
                  </a:lnTo>
                  <a:lnTo>
                    <a:pt x="3795993" y="1841114"/>
                  </a:lnTo>
                  <a:lnTo>
                    <a:pt x="3724371" y="1824409"/>
                  </a:lnTo>
                  <a:lnTo>
                    <a:pt x="3652748" y="1807276"/>
                  </a:lnTo>
                  <a:lnTo>
                    <a:pt x="3581126" y="1789704"/>
                  </a:lnTo>
                  <a:lnTo>
                    <a:pt x="3509503" y="1771681"/>
                  </a:lnTo>
                  <a:lnTo>
                    <a:pt x="3437881" y="1753197"/>
                  </a:lnTo>
                  <a:lnTo>
                    <a:pt x="3366258" y="1734238"/>
                  </a:lnTo>
                  <a:lnTo>
                    <a:pt x="3294636" y="1714793"/>
                  </a:lnTo>
                  <a:lnTo>
                    <a:pt x="3223013" y="1694849"/>
                  </a:lnTo>
                  <a:lnTo>
                    <a:pt x="3151391" y="1674395"/>
                  </a:lnTo>
                  <a:lnTo>
                    <a:pt x="3079768" y="1662557"/>
                  </a:lnTo>
                  <a:lnTo>
                    <a:pt x="3008146" y="1661296"/>
                  </a:lnTo>
                  <a:lnTo>
                    <a:pt x="2936523" y="1660032"/>
                  </a:lnTo>
                  <a:lnTo>
                    <a:pt x="2864901" y="1658767"/>
                  </a:lnTo>
                  <a:lnTo>
                    <a:pt x="2793278" y="1657500"/>
                  </a:lnTo>
                  <a:lnTo>
                    <a:pt x="2721655" y="1656231"/>
                  </a:lnTo>
                  <a:lnTo>
                    <a:pt x="2650033" y="1654960"/>
                  </a:lnTo>
                  <a:lnTo>
                    <a:pt x="2578410" y="1653687"/>
                  </a:lnTo>
                  <a:lnTo>
                    <a:pt x="2506788" y="1652413"/>
                  </a:lnTo>
                  <a:lnTo>
                    <a:pt x="2435165" y="1651136"/>
                  </a:lnTo>
                  <a:lnTo>
                    <a:pt x="2363543" y="1649857"/>
                  </a:lnTo>
                  <a:lnTo>
                    <a:pt x="2291920" y="1648577"/>
                  </a:lnTo>
                  <a:lnTo>
                    <a:pt x="2220298" y="1647294"/>
                  </a:lnTo>
                  <a:lnTo>
                    <a:pt x="2148675" y="1646010"/>
                  </a:lnTo>
                  <a:lnTo>
                    <a:pt x="2077053" y="1644723"/>
                  </a:lnTo>
                  <a:lnTo>
                    <a:pt x="2005430" y="1643435"/>
                  </a:lnTo>
                  <a:lnTo>
                    <a:pt x="1933808" y="1642144"/>
                  </a:lnTo>
                  <a:lnTo>
                    <a:pt x="1862185" y="1640852"/>
                  </a:lnTo>
                  <a:lnTo>
                    <a:pt x="1790563" y="1639558"/>
                  </a:lnTo>
                  <a:lnTo>
                    <a:pt x="1718940" y="1638261"/>
                  </a:lnTo>
                  <a:lnTo>
                    <a:pt x="1647318" y="1636963"/>
                  </a:lnTo>
                  <a:lnTo>
                    <a:pt x="1575695" y="1635663"/>
                  </a:lnTo>
                  <a:lnTo>
                    <a:pt x="1504073" y="1634361"/>
                  </a:lnTo>
                  <a:lnTo>
                    <a:pt x="1432450" y="1633057"/>
                  </a:lnTo>
                  <a:lnTo>
                    <a:pt x="1360827" y="1631751"/>
                  </a:lnTo>
                  <a:lnTo>
                    <a:pt x="1289205" y="1630442"/>
                  </a:lnTo>
                  <a:lnTo>
                    <a:pt x="1217582" y="1629132"/>
                  </a:lnTo>
                  <a:lnTo>
                    <a:pt x="1145960" y="1627820"/>
                  </a:lnTo>
                  <a:lnTo>
                    <a:pt x="1074337" y="1626506"/>
                  </a:lnTo>
                  <a:lnTo>
                    <a:pt x="1002715" y="1625190"/>
                  </a:lnTo>
                  <a:lnTo>
                    <a:pt x="931092" y="1623872"/>
                  </a:lnTo>
                  <a:lnTo>
                    <a:pt x="859470" y="1622552"/>
                  </a:lnTo>
                  <a:lnTo>
                    <a:pt x="787847" y="1621230"/>
                  </a:lnTo>
                  <a:lnTo>
                    <a:pt x="716225" y="1619906"/>
                  </a:lnTo>
                  <a:lnTo>
                    <a:pt x="644602" y="1618579"/>
                  </a:lnTo>
                  <a:lnTo>
                    <a:pt x="572980" y="1617251"/>
                  </a:lnTo>
                  <a:lnTo>
                    <a:pt x="501357" y="1615921"/>
                  </a:lnTo>
                  <a:lnTo>
                    <a:pt x="429735" y="1614589"/>
                  </a:lnTo>
                  <a:lnTo>
                    <a:pt x="358112" y="1613255"/>
                  </a:lnTo>
                  <a:lnTo>
                    <a:pt x="286490" y="1611919"/>
                  </a:lnTo>
                  <a:lnTo>
                    <a:pt x="214867" y="1610580"/>
                  </a:lnTo>
                  <a:lnTo>
                    <a:pt x="143245" y="1609240"/>
                  </a:lnTo>
                  <a:lnTo>
                    <a:pt x="71622" y="1607898"/>
                  </a:lnTo>
                  <a:lnTo>
                    <a:pt x="0" y="160655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064649"/>
              <a:ext cx="7090630" cy="1730219"/>
            </a:xfrm>
            <a:custGeom>
              <a:avLst/>
              <a:pathLst>
                <a:path w="7090630" h="1730219">
                  <a:moveTo>
                    <a:pt x="0" y="0"/>
                  </a:moveTo>
                  <a:lnTo>
                    <a:pt x="71622" y="62314"/>
                  </a:lnTo>
                  <a:lnTo>
                    <a:pt x="143245" y="123070"/>
                  </a:lnTo>
                  <a:lnTo>
                    <a:pt x="214867" y="182307"/>
                  </a:lnTo>
                  <a:lnTo>
                    <a:pt x="286490" y="240064"/>
                  </a:lnTo>
                  <a:lnTo>
                    <a:pt x="358112" y="296377"/>
                  </a:lnTo>
                  <a:lnTo>
                    <a:pt x="429735" y="351281"/>
                  </a:lnTo>
                  <a:lnTo>
                    <a:pt x="501357" y="404814"/>
                  </a:lnTo>
                  <a:lnTo>
                    <a:pt x="572980" y="457008"/>
                  </a:lnTo>
                  <a:lnTo>
                    <a:pt x="644602" y="507897"/>
                  </a:lnTo>
                  <a:lnTo>
                    <a:pt x="716225" y="557514"/>
                  </a:lnTo>
                  <a:lnTo>
                    <a:pt x="787847" y="605890"/>
                  </a:lnTo>
                  <a:lnTo>
                    <a:pt x="859470" y="653057"/>
                  </a:lnTo>
                  <a:lnTo>
                    <a:pt x="931092" y="699045"/>
                  </a:lnTo>
                  <a:lnTo>
                    <a:pt x="1002715" y="743883"/>
                  </a:lnTo>
                  <a:lnTo>
                    <a:pt x="1074337" y="787601"/>
                  </a:lnTo>
                  <a:lnTo>
                    <a:pt x="1145960" y="830225"/>
                  </a:lnTo>
                  <a:lnTo>
                    <a:pt x="1217582" y="871784"/>
                  </a:lnTo>
                  <a:lnTo>
                    <a:pt x="1289205" y="912304"/>
                  </a:lnTo>
                  <a:lnTo>
                    <a:pt x="1360827" y="951811"/>
                  </a:lnTo>
                  <a:lnTo>
                    <a:pt x="1432450" y="990330"/>
                  </a:lnTo>
                  <a:lnTo>
                    <a:pt x="1504073" y="1027886"/>
                  </a:lnTo>
                  <a:lnTo>
                    <a:pt x="1575695" y="1064504"/>
                  </a:lnTo>
                  <a:lnTo>
                    <a:pt x="1647318" y="1100205"/>
                  </a:lnTo>
                  <a:lnTo>
                    <a:pt x="1718940" y="1135015"/>
                  </a:lnTo>
                  <a:lnTo>
                    <a:pt x="1790563" y="1168954"/>
                  </a:lnTo>
                  <a:lnTo>
                    <a:pt x="1862185" y="1202045"/>
                  </a:lnTo>
                  <a:lnTo>
                    <a:pt x="1933808" y="1234308"/>
                  </a:lnTo>
                  <a:lnTo>
                    <a:pt x="2005430" y="1265765"/>
                  </a:lnTo>
                  <a:lnTo>
                    <a:pt x="2077053" y="1296435"/>
                  </a:lnTo>
                  <a:lnTo>
                    <a:pt x="2148675" y="1326339"/>
                  </a:lnTo>
                  <a:lnTo>
                    <a:pt x="2220298" y="1355495"/>
                  </a:lnTo>
                  <a:lnTo>
                    <a:pt x="2291920" y="1383923"/>
                  </a:lnTo>
                  <a:lnTo>
                    <a:pt x="2363543" y="1411639"/>
                  </a:lnTo>
                  <a:lnTo>
                    <a:pt x="2435165" y="1438663"/>
                  </a:lnTo>
                  <a:lnTo>
                    <a:pt x="2506788" y="1465011"/>
                  </a:lnTo>
                  <a:lnTo>
                    <a:pt x="2578410" y="1490700"/>
                  </a:lnTo>
                  <a:lnTo>
                    <a:pt x="2650033" y="1515747"/>
                  </a:lnTo>
                  <a:lnTo>
                    <a:pt x="2721655" y="1540168"/>
                  </a:lnTo>
                  <a:lnTo>
                    <a:pt x="2793278" y="1563979"/>
                  </a:lnTo>
                  <a:lnTo>
                    <a:pt x="2864901" y="1587194"/>
                  </a:lnTo>
                  <a:lnTo>
                    <a:pt x="2936523" y="1609829"/>
                  </a:lnTo>
                  <a:lnTo>
                    <a:pt x="3008146" y="1631898"/>
                  </a:lnTo>
                  <a:lnTo>
                    <a:pt x="3079768" y="1653415"/>
                  </a:lnTo>
                  <a:lnTo>
                    <a:pt x="3151391" y="1663816"/>
                  </a:lnTo>
                  <a:lnTo>
                    <a:pt x="3223013" y="1665074"/>
                  </a:lnTo>
                  <a:lnTo>
                    <a:pt x="3294636" y="1666329"/>
                  </a:lnTo>
                  <a:lnTo>
                    <a:pt x="3366258" y="1667583"/>
                  </a:lnTo>
                  <a:lnTo>
                    <a:pt x="3437881" y="1668835"/>
                  </a:lnTo>
                  <a:lnTo>
                    <a:pt x="3509503" y="1670085"/>
                  </a:lnTo>
                  <a:lnTo>
                    <a:pt x="3581126" y="1671333"/>
                  </a:lnTo>
                  <a:lnTo>
                    <a:pt x="3652748" y="1672579"/>
                  </a:lnTo>
                  <a:lnTo>
                    <a:pt x="3724371" y="1673823"/>
                  </a:lnTo>
                  <a:lnTo>
                    <a:pt x="3795993" y="1675065"/>
                  </a:lnTo>
                  <a:lnTo>
                    <a:pt x="3867616" y="1676306"/>
                  </a:lnTo>
                  <a:lnTo>
                    <a:pt x="3939238" y="1677544"/>
                  </a:lnTo>
                  <a:lnTo>
                    <a:pt x="4010861" y="1678781"/>
                  </a:lnTo>
                  <a:lnTo>
                    <a:pt x="4082483" y="1680016"/>
                  </a:lnTo>
                  <a:lnTo>
                    <a:pt x="4154106" y="1681249"/>
                  </a:lnTo>
                  <a:lnTo>
                    <a:pt x="4225729" y="1682480"/>
                  </a:lnTo>
                  <a:lnTo>
                    <a:pt x="4297351" y="1683709"/>
                  </a:lnTo>
                  <a:lnTo>
                    <a:pt x="4368974" y="1684936"/>
                  </a:lnTo>
                  <a:lnTo>
                    <a:pt x="4440596" y="1686161"/>
                  </a:lnTo>
                  <a:lnTo>
                    <a:pt x="4512219" y="1687385"/>
                  </a:lnTo>
                  <a:lnTo>
                    <a:pt x="4583841" y="1688607"/>
                  </a:lnTo>
                  <a:lnTo>
                    <a:pt x="4655464" y="1689827"/>
                  </a:lnTo>
                  <a:lnTo>
                    <a:pt x="4727086" y="1691045"/>
                  </a:lnTo>
                  <a:lnTo>
                    <a:pt x="4798709" y="1692261"/>
                  </a:lnTo>
                  <a:lnTo>
                    <a:pt x="4870331" y="1693475"/>
                  </a:lnTo>
                  <a:lnTo>
                    <a:pt x="4941954" y="1694688"/>
                  </a:lnTo>
                  <a:lnTo>
                    <a:pt x="5013576" y="1695898"/>
                  </a:lnTo>
                  <a:lnTo>
                    <a:pt x="5085199" y="1697107"/>
                  </a:lnTo>
                  <a:lnTo>
                    <a:pt x="5156821" y="1698314"/>
                  </a:lnTo>
                  <a:lnTo>
                    <a:pt x="5228444" y="1699519"/>
                  </a:lnTo>
                  <a:lnTo>
                    <a:pt x="5300066" y="1700723"/>
                  </a:lnTo>
                  <a:lnTo>
                    <a:pt x="5371689" y="1701924"/>
                  </a:lnTo>
                  <a:lnTo>
                    <a:pt x="5443311" y="1703124"/>
                  </a:lnTo>
                  <a:lnTo>
                    <a:pt x="5514934" y="1704322"/>
                  </a:lnTo>
                  <a:lnTo>
                    <a:pt x="5586557" y="1705518"/>
                  </a:lnTo>
                  <a:lnTo>
                    <a:pt x="5658179" y="1706712"/>
                  </a:lnTo>
                  <a:lnTo>
                    <a:pt x="5729802" y="1707904"/>
                  </a:lnTo>
                  <a:lnTo>
                    <a:pt x="5801424" y="1709095"/>
                  </a:lnTo>
                  <a:lnTo>
                    <a:pt x="5873047" y="1710284"/>
                  </a:lnTo>
                  <a:lnTo>
                    <a:pt x="5944669" y="1711471"/>
                  </a:lnTo>
                  <a:lnTo>
                    <a:pt x="6016292" y="1712656"/>
                  </a:lnTo>
                  <a:lnTo>
                    <a:pt x="6087914" y="1713839"/>
                  </a:lnTo>
                  <a:lnTo>
                    <a:pt x="6159537" y="1715021"/>
                  </a:lnTo>
                  <a:lnTo>
                    <a:pt x="6231159" y="1716200"/>
                  </a:lnTo>
                  <a:lnTo>
                    <a:pt x="6302782" y="1717379"/>
                  </a:lnTo>
                  <a:lnTo>
                    <a:pt x="6374404" y="1718555"/>
                  </a:lnTo>
                  <a:lnTo>
                    <a:pt x="6446027" y="1719729"/>
                  </a:lnTo>
                  <a:lnTo>
                    <a:pt x="6517649" y="1720902"/>
                  </a:lnTo>
                  <a:lnTo>
                    <a:pt x="6589272" y="1722073"/>
                  </a:lnTo>
                  <a:lnTo>
                    <a:pt x="6660894" y="1723242"/>
                  </a:lnTo>
                  <a:lnTo>
                    <a:pt x="6732517" y="1724409"/>
                  </a:lnTo>
                  <a:lnTo>
                    <a:pt x="6804139" y="1725575"/>
                  </a:lnTo>
                  <a:lnTo>
                    <a:pt x="6875762" y="1726738"/>
                  </a:lnTo>
                  <a:lnTo>
                    <a:pt x="6947385" y="1727900"/>
                  </a:lnTo>
                  <a:lnTo>
                    <a:pt x="7019007" y="1729061"/>
                  </a:lnTo>
                  <a:lnTo>
                    <a:pt x="7090630" y="17302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71202"/>
              <a:ext cx="7090630" cy="682752"/>
            </a:xfrm>
            <a:custGeom>
              <a:avLst/>
              <a:pathLst>
                <a:path w="7090630" h="682752">
                  <a:moveTo>
                    <a:pt x="7090630" y="682752"/>
                  </a:moveTo>
                  <a:lnTo>
                    <a:pt x="7019007" y="677540"/>
                  </a:lnTo>
                  <a:lnTo>
                    <a:pt x="6947385" y="672193"/>
                  </a:lnTo>
                  <a:lnTo>
                    <a:pt x="6875762" y="666710"/>
                  </a:lnTo>
                  <a:lnTo>
                    <a:pt x="6804139" y="661086"/>
                  </a:lnTo>
                  <a:lnTo>
                    <a:pt x="6732517" y="655318"/>
                  </a:lnTo>
                  <a:lnTo>
                    <a:pt x="6660894" y="649402"/>
                  </a:lnTo>
                  <a:lnTo>
                    <a:pt x="6589272" y="643334"/>
                  </a:lnTo>
                  <a:lnTo>
                    <a:pt x="6517649" y="637111"/>
                  </a:lnTo>
                  <a:lnTo>
                    <a:pt x="6446027" y="630728"/>
                  </a:lnTo>
                  <a:lnTo>
                    <a:pt x="6374404" y="624182"/>
                  </a:lnTo>
                  <a:lnTo>
                    <a:pt x="6302782" y="617467"/>
                  </a:lnTo>
                  <a:lnTo>
                    <a:pt x="6231159" y="610581"/>
                  </a:lnTo>
                  <a:lnTo>
                    <a:pt x="6159537" y="603518"/>
                  </a:lnTo>
                  <a:lnTo>
                    <a:pt x="6087914" y="596273"/>
                  </a:lnTo>
                  <a:lnTo>
                    <a:pt x="6016292" y="588843"/>
                  </a:lnTo>
                  <a:lnTo>
                    <a:pt x="5944669" y="581223"/>
                  </a:lnTo>
                  <a:lnTo>
                    <a:pt x="5873047" y="573407"/>
                  </a:lnTo>
                  <a:lnTo>
                    <a:pt x="5801424" y="565391"/>
                  </a:lnTo>
                  <a:lnTo>
                    <a:pt x="5729802" y="557169"/>
                  </a:lnTo>
                  <a:lnTo>
                    <a:pt x="5658179" y="548736"/>
                  </a:lnTo>
                  <a:lnTo>
                    <a:pt x="5586557" y="540087"/>
                  </a:lnTo>
                  <a:lnTo>
                    <a:pt x="5514934" y="531217"/>
                  </a:lnTo>
                  <a:lnTo>
                    <a:pt x="5443311" y="522119"/>
                  </a:lnTo>
                  <a:lnTo>
                    <a:pt x="5371689" y="512787"/>
                  </a:lnTo>
                  <a:lnTo>
                    <a:pt x="5300066" y="503217"/>
                  </a:lnTo>
                  <a:lnTo>
                    <a:pt x="5228444" y="493401"/>
                  </a:lnTo>
                  <a:lnTo>
                    <a:pt x="5156821" y="483333"/>
                  </a:lnTo>
                  <a:lnTo>
                    <a:pt x="5085199" y="473007"/>
                  </a:lnTo>
                  <a:lnTo>
                    <a:pt x="5013576" y="462417"/>
                  </a:lnTo>
                  <a:lnTo>
                    <a:pt x="4941954" y="451554"/>
                  </a:lnTo>
                  <a:lnTo>
                    <a:pt x="4870331" y="440414"/>
                  </a:lnTo>
                  <a:lnTo>
                    <a:pt x="4798709" y="428987"/>
                  </a:lnTo>
                  <a:lnTo>
                    <a:pt x="4727086" y="417268"/>
                  </a:lnTo>
                  <a:lnTo>
                    <a:pt x="4655464" y="405248"/>
                  </a:lnTo>
                  <a:lnTo>
                    <a:pt x="4583841" y="392920"/>
                  </a:lnTo>
                  <a:lnTo>
                    <a:pt x="4512219" y="380276"/>
                  </a:lnTo>
                  <a:lnTo>
                    <a:pt x="4440596" y="367308"/>
                  </a:lnTo>
                  <a:lnTo>
                    <a:pt x="4368974" y="354007"/>
                  </a:lnTo>
                  <a:lnTo>
                    <a:pt x="4297351" y="340365"/>
                  </a:lnTo>
                  <a:lnTo>
                    <a:pt x="4225729" y="326374"/>
                  </a:lnTo>
                  <a:lnTo>
                    <a:pt x="4154106" y="312023"/>
                  </a:lnTo>
                  <a:lnTo>
                    <a:pt x="4082483" y="297305"/>
                  </a:lnTo>
                  <a:lnTo>
                    <a:pt x="4010861" y="282209"/>
                  </a:lnTo>
                  <a:lnTo>
                    <a:pt x="3939238" y="266727"/>
                  </a:lnTo>
                  <a:lnTo>
                    <a:pt x="3867616" y="250847"/>
                  </a:lnTo>
                  <a:lnTo>
                    <a:pt x="3795993" y="234560"/>
                  </a:lnTo>
                  <a:lnTo>
                    <a:pt x="3724371" y="217855"/>
                  </a:lnTo>
                  <a:lnTo>
                    <a:pt x="3652748" y="200722"/>
                  </a:lnTo>
                  <a:lnTo>
                    <a:pt x="3581126" y="183150"/>
                  </a:lnTo>
                  <a:lnTo>
                    <a:pt x="3509503" y="165128"/>
                  </a:lnTo>
                  <a:lnTo>
                    <a:pt x="3437881" y="146643"/>
                  </a:lnTo>
                  <a:lnTo>
                    <a:pt x="3366258" y="127684"/>
                  </a:lnTo>
                  <a:lnTo>
                    <a:pt x="3294636" y="108239"/>
                  </a:lnTo>
                  <a:lnTo>
                    <a:pt x="3223013" y="88296"/>
                  </a:lnTo>
                  <a:lnTo>
                    <a:pt x="3151391" y="67841"/>
                  </a:lnTo>
                  <a:lnTo>
                    <a:pt x="3079768" y="56003"/>
                  </a:lnTo>
                  <a:lnTo>
                    <a:pt x="3008146" y="54742"/>
                  </a:lnTo>
                  <a:lnTo>
                    <a:pt x="2936523" y="53479"/>
                  </a:lnTo>
                  <a:lnTo>
                    <a:pt x="2864901" y="52213"/>
                  </a:lnTo>
                  <a:lnTo>
                    <a:pt x="2793278" y="50946"/>
                  </a:lnTo>
                  <a:lnTo>
                    <a:pt x="2721655" y="49677"/>
                  </a:lnTo>
                  <a:lnTo>
                    <a:pt x="2650033" y="48406"/>
                  </a:lnTo>
                  <a:lnTo>
                    <a:pt x="2578410" y="47134"/>
                  </a:lnTo>
                  <a:lnTo>
                    <a:pt x="2506788" y="45859"/>
                  </a:lnTo>
                  <a:lnTo>
                    <a:pt x="2435165" y="44582"/>
                  </a:lnTo>
                  <a:lnTo>
                    <a:pt x="2363543" y="43303"/>
                  </a:lnTo>
                  <a:lnTo>
                    <a:pt x="2291920" y="42023"/>
                  </a:lnTo>
                  <a:lnTo>
                    <a:pt x="2220298" y="40740"/>
                  </a:lnTo>
                  <a:lnTo>
                    <a:pt x="2148675" y="39456"/>
                  </a:lnTo>
                  <a:lnTo>
                    <a:pt x="2077053" y="38169"/>
                  </a:lnTo>
                  <a:lnTo>
                    <a:pt x="2005430" y="36881"/>
                  </a:lnTo>
                  <a:lnTo>
                    <a:pt x="1933808" y="35590"/>
                  </a:lnTo>
                  <a:lnTo>
                    <a:pt x="1862185" y="34298"/>
                  </a:lnTo>
                  <a:lnTo>
                    <a:pt x="1790563" y="33004"/>
                  </a:lnTo>
                  <a:lnTo>
                    <a:pt x="1718940" y="31708"/>
                  </a:lnTo>
                  <a:lnTo>
                    <a:pt x="1647318" y="30409"/>
                  </a:lnTo>
                  <a:lnTo>
                    <a:pt x="1575695" y="29109"/>
                  </a:lnTo>
                  <a:lnTo>
                    <a:pt x="1504073" y="27807"/>
                  </a:lnTo>
                  <a:lnTo>
                    <a:pt x="1432450" y="26503"/>
                  </a:lnTo>
                  <a:lnTo>
                    <a:pt x="1360827" y="25197"/>
                  </a:lnTo>
                  <a:lnTo>
                    <a:pt x="1289205" y="23889"/>
                  </a:lnTo>
                  <a:lnTo>
                    <a:pt x="1217582" y="22578"/>
                  </a:lnTo>
                  <a:lnTo>
                    <a:pt x="1145960" y="21266"/>
                  </a:lnTo>
                  <a:lnTo>
                    <a:pt x="1074337" y="19952"/>
                  </a:lnTo>
                  <a:lnTo>
                    <a:pt x="1002715" y="18636"/>
                  </a:lnTo>
                  <a:lnTo>
                    <a:pt x="931092" y="17318"/>
                  </a:lnTo>
                  <a:lnTo>
                    <a:pt x="859470" y="15998"/>
                  </a:lnTo>
                  <a:lnTo>
                    <a:pt x="787847" y="14676"/>
                  </a:lnTo>
                  <a:lnTo>
                    <a:pt x="716225" y="13352"/>
                  </a:lnTo>
                  <a:lnTo>
                    <a:pt x="644602" y="12026"/>
                  </a:lnTo>
                  <a:lnTo>
                    <a:pt x="572980" y="10698"/>
                  </a:lnTo>
                  <a:lnTo>
                    <a:pt x="501357" y="9367"/>
                  </a:lnTo>
                  <a:lnTo>
                    <a:pt x="429735" y="8035"/>
                  </a:lnTo>
                  <a:lnTo>
                    <a:pt x="358112" y="6701"/>
                  </a:lnTo>
                  <a:lnTo>
                    <a:pt x="286490" y="5365"/>
                  </a:lnTo>
                  <a:lnTo>
                    <a:pt x="214867" y="4026"/>
                  </a:lnTo>
                  <a:lnTo>
                    <a:pt x="143245" y="2686"/>
                  </a:lnTo>
                  <a:lnTo>
                    <a:pt x="71622" y="134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071127"/>
              <a:ext cx="7090630" cy="1092438"/>
            </a:xfrm>
            <a:custGeom>
              <a:avLst/>
              <a:pathLst>
                <a:path w="7090630" h="1092438">
                  <a:moveTo>
                    <a:pt x="0" y="0"/>
                  </a:moveTo>
                  <a:lnTo>
                    <a:pt x="71622" y="19807"/>
                  </a:lnTo>
                  <a:lnTo>
                    <a:pt x="143245" y="39351"/>
                  </a:lnTo>
                  <a:lnTo>
                    <a:pt x="214867" y="58634"/>
                  </a:lnTo>
                  <a:lnTo>
                    <a:pt x="286490" y="77660"/>
                  </a:lnTo>
                  <a:lnTo>
                    <a:pt x="358112" y="96432"/>
                  </a:lnTo>
                  <a:lnTo>
                    <a:pt x="429735" y="114954"/>
                  </a:lnTo>
                  <a:lnTo>
                    <a:pt x="501357" y="133230"/>
                  </a:lnTo>
                  <a:lnTo>
                    <a:pt x="572980" y="151261"/>
                  </a:lnTo>
                  <a:lnTo>
                    <a:pt x="644602" y="169053"/>
                  </a:lnTo>
                  <a:lnTo>
                    <a:pt x="716225" y="186607"/>
                  </a:lnTo>
                  <a:lnTo>
                    <a:pt x="787847" y="203928"/>
                  </a:lnTo>
                  <a:lnTo>
                    <a:pt x="859470" y="221017"/>
                  </a:lnTo>
                  <a:lnTo>
                    <a:pt x="931092" y="237879"/>
                  </a:lnTo>
                  <a:lnTo>
                    <a:pt x="1002715" y="254516"/>
                  </a:lnTo>
                  <a:lnTo>
                    <a:pt x="1074337" y="270931"/>
                  </a:lnTo>
                  <a:lnTo>
                    <a:pt x="1145960" y="287127"/>
                  </a:lnTo>
                  <a:lnTo>
                    <a:pt x="1217582" y="303108"/>
                  </a:lnTo>
                  <a:lnTo>
                    <a:pt x="1289205" y="318876"/>
                  </a:lnTo>
                  <a:lnTo>
                    <a:pt x="1360827" y="334433"/>
                  </a:lnTo>
                  <a:lnTo>
                    <a:pt x="1432450" y="349783"/>
                  </a:lnTo>
                  <a:lnTo>
                    <a:pt x="1504073" y="364929"/>
                  </a:lnTo>
                  <a:lnTo>
                    <a:pt x="1575695" y="379872"/>
                  </a:lnTo>
                  <a:lnTo>
                    <a:pt x="1647318" y="394617"/>
                  </a:lnTo>
                  <a:lnTo>
                    <a:pt x="1718940" y="409165"/>
                  </a:lnTo>
                  <a:lnTo>
                    <a:pt x="1790563" y="423519"/>
                  </a:lnTo>
                  <a:lnTo>
                    <a:pt x="1862185" y="437681"/>
                  </a:lnTo>
                  <a:lnTo>
                    <a:pt x="1933808" y="451655"/>
                  </a:lnTo>
                  <a:lnTo>
                    <a:pt x="2005430" y="465443"/>
                  </a:lnTo>
                  <a:lnTo>
                    <a:pt x="2077053" y="479047"/>
                  </a:lnTo>
                  <a:lnTo>
                    <a:pt x="2148675" y="492470"/>
                  </a:lnTo>
                  <a:lnTo>
                    <a:pt x="2220298" y="505713"/>
                  </a:lnTo>
                  <a:lnTo>
                    <a:pt x="2291920" y="518781"/>
                  </a:lnTo>
                  <a:lnTo>
                    <a:pt x="2363543" y="531674"/>
                  </a:lnTo>
                  <a:lnTo>
                    <a:pt x="2435165" y="544395"/>
                  </a:lnTo>
                  <a:lnTo>
                    <a:pt x="2506788" y="556946"/>
                  </a:lnTo>
                  <a:lnTo>
                    <a:pt x="2578410" y="569331"/>
                  </a:lnTo>
                  <a:lnTo>
                    <a:pt x="2650033" y="581550"/>
                  </a:lnTo>
                  <a:lnTo>
                    <a:pt x="2721655" y="593607"/>
                  </a:lnTo>
                  <a:lnTo>
                    <a:pt x="2793278" y="605502"/>
                  </a:lnTo>
                  <a:lnTo>
                    <a:pt x="2864901" y="617239"/>
                  </a:lnTo>
                  <a:lnTo>
                    <a:pt x="2936523" y="628820"/>
                  </a:lnTo>
                  <a:lnTo>
                    <a:pt x="3008146" y="640247"/>
                  </a:lnTo>
                  <a:lnTo>
                    <a:pt x="3079768" y="651521"/>
                  </a:lnTo>
                  <a:lnTo>
                    <a:pt x="3151391" y="662645"/>
                  </a:lnTo>
                  <a:lnTo>
                    <a:pt x="3223013" y="673620"/>
                  </a:lnTo>
                  <a:lnTo>
                    <a:pt x="3294636" y="684449"/>
                  </a:lnTo>
                  <a:lnTo>
                    <a:pt x="3366258" y="695134"/>
                  </a:lnTo>
                  <a:lnTo>
                    <a:pt x="3437881" y="705677"/>
                  </a:lnTo>
                  <a:lnTo>
                    <a:pt x="3509503" y="716079"/>
                  </a:lnTo>
                  <a:lnTo>
                    <a:pt x="3581126" y="726342"/>
                  </a:lnTo>
                  <a:lnTo>
                    <a:pt x="3652748" y="736469"/>
                  </a:lnTo>
                  <a:lnTo>
                    <a:pt x="3724371" y="746460"/>
                  </a:lnTo>
                  <a:lnTo>
                    <a:pt x="3795993" y="756319"/>
                  </a:lnTo>
                  <a:lnTo>
                    <a:pt x="3867616" y="766046"/>
                  </a:lnTo>
                  <a:lnTo>
                    <a:pt x="3939238" y="775643"/>
                  </a:lnTo>
                  <a:lnTo>
                    <a:pt x="4010861" y="785113"/>
                  </a:lnTo>
                  <a:lnTo>
                    <a:pt x="4082483" y="794456"/>
                  </a:lnTo>
                  <a:lnTo>
                    <a:pt x="4154106" y="803675"/>
                  </a:lnTo>
                  <a:lnTo>
                    <a:pt x="4225729" y="812771"/>
                  </a:lnTo>
                  <a:lnTo>
                    <a:pt x="4297351" y="821745"/>
                  </a:lnTo>
                  <a:lnTo>
                    <a:pt x="4368974" y="830600"/>
                  </a:lnTo>
                  <a:lnTo>
                    <a:pt x="4440596" y="839337"/>
                  </a:lnTo>
                  <a:lnTo>
                    <a:pt x="4512219" y="847958"/>
                  </a:lnTo>
                  <a:lnTo>
                    <a:pt x="4583841" y="856464"/>
                  </a:lnTo>
                  <a:lnTo>
                    <a:pt x="4655464" y="864856"/>
                  </a:lnTo>
                  <a:lnTo>
                    <a:pt x="4727086" y="873136"/>
                  </a:lnTo>
                  <a:lnTo>
                    <a:pt x="4798709" y="881306"/>
                  </a:lnTo>
                  <a:lnTo>
                    <a:pt x="4870331" y="889368"/>
                  </a:lnTo>
                  <a:lnTo>
                    <a:pt x="4941954" y="897321"/>
                  </a:lnTo>
                  <a:lnTo>
                    <a:pt x="5013576" y="905169"/>
                  </a:lnTo>
                  <a:lnTo>
                    <a:pt x="5085199" y="912912"/>
                  </a:lnTo>
                  <a:lnTo>
                    <a:pt x="5156821" y="920552"/>
                  </a:lnTo>
                  <a:lnTo>
                    <a:pt x="5228444" y="928090"/>
                  </a:lnTo>
                  <a:lnTo>
                    <a:pt x="5300066" y="935528"/>
                  </a:lnTo>
                  <a:lnTo>
                    <a:pt x="5371689" y="942866"/>
                  </a:lnTo>
                  <a:lnTo>
                    <a:pt x="5443311" y="950107"/>
                  </a:lnTo>
                  <a:lnTo>
                    <a:pt x="5514934" y="957251"/>
                  </a:lnTo>
                  <a:lnTo>
                    <a:pt x="5586557" y="964300"/>
                  </a:lnTo>
                  <a:lnTo>
                    <a:pt x="5658179" y="971255"/>
                  </a:lnTo>
                  <a:lnTo>
                    <a:pt x="5729802" y="978118"/>
                  </a:lnTo>
                  <a:lnTo>
                    <a:pt x="5801424" y="984888"/>
                  </a:lnTo>
                  <a:lnTo>
                    <a:pt x="5873047" y="991569"/>
                  </a:lnTo>
                  <a:lnTo>
                    <a:pt x="5944669" y="998161"/>
                  </a:lnTo>
                  <a:lnTo>
                    <a:pt x="6016292" y="1004664"/>
                  </a:lnTo>
                  <a:lnTo>
                    <a:pt x="6087914" y="1011081"/>
                  </a:lnTo>
                  <a:lnTo>
                    <a:pt x="6159537" y="1017413"/>
                  </a:lnTo>
                  <a:lnTo>
                    <a:pt x="6231159" y="1023660"/>
                  </a:lnTo>
                  <a:lnTo>
                    <a:pt x="6302782" y="1029824"/>
                  </a:lnTo>
                  <a:lnTo>
                    <a:pt x="6374404" y="1035905"/>
                  </a:lnTo>
                  <a:lnTo>
                    <a:pt x="6446027" y="1041906"/>
                  </a:lnTo>
                  <a:lnTo>
                    <a:pt x="6517649" y="1047827"/>
                  </a:lnTo>
                  <a:lnTo>
                    <a:pt x="6589272" y="1053669"/>
                  </a:lnTo>
                  <a:lnTo>
                    <a:pt x="6660894" y="1059432"/>
                  </a:lnTo>
                  <a:lnTo>
                    <a:pt x="6732517" y="1065119"/>
                  </a:lnTo>
                  <a:lnTo>
                    <a:pt x="6804139" y="1070731"/>
                  </a:lnTo>
                  <a:lnTo>
                    <a:pt x="6875762" y="1076267"/>
                  </a:lnTo>
                  <a:lnTo>
                    <a:pt x="6947385" y="1081730"/>
                  </a:lnTo>
                  <a:lnTo>
                    <a:pt x="7019007" y="1087120"/>
                  </a:lnTo>
                  <a:lnTo>
                    <a:pt x="7090630" y="109243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(1.02-1.36), p_Bonf = 0.163 (n = 6)  |  per IQR decline (Δ = 28.0 %): 1.58 (1.05-2.36)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90147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2026-09-28T16:51:22Z</dcterms:modified>
  <cp:category/>
</cp:coreProperties>
</file>