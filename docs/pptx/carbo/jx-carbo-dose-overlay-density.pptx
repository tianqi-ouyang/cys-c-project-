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271163" y="5022798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271163" y="4172294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71163" y="3321790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71163" y="2471285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9334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2541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5748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78955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271163" y="5448051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71163" y="4597546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271163" y="3747042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271163" y="2896537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71163" y="2046033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5938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144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2351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492668" y="2422549"/>
              <a:ext cx="4430088" cy="3025501"/>
            </a:xfrm>
            <a:custGeom>
              <a:avLst/>
              <a:pathLst>
                <a:path w="4430088" h="3025501">
                  <a:moveTo>
                    <a:pt x="0" y="2312185"/>
                  </a:moveTo>
                  <a:lnTo>
                    <a:pt x="8669" y="2287574"/>
                  </a:lnTo>
                  <a:lnTo>
                    <a:pt x="17338" y="2262639"/>
                  </a:lnTo>
                  <a:lnTo>
                    <a:pt x="26008" y="2237456"/>
                  </a:lnTo>
                  <a:lnTo>
                    <a:pt x="34677" y="2211841"/>
                  </a:lnTo>
                  <a:lnTo>
                    <a:pt x="43347" y="2185971"/>
                  </a:lnTo>
                  <a:lnTo>
                    <a:pt x="52016" y="2159895"/>
                  </a:lnTo>
                  <a:lnTo>
                    <a:pt x="60686" y="2133460"/>
                  </a:lnTo>
                  <a:lnTo>
                    <a:pt x="69355" y="2106841"/>
                  </a:lnTo>
                  <a:lnTo>
                    <a:pt x="78025" y="2080062"/>
                  </a:lnTo>
                  <a:lnTo>
                    <a:pt x="86694" y="2053013"/>
                  </a:lnTo>
                  <a:lnTo>
                    <a:pt x="95363" y="2025849"/>
                  </a:lnTo>
                  <a:lnTo>
                    <a:pt x="104033" y="1998577"/>
                  </a:lnTo>
                  <a:lnTo>
                    <a:pt x="112702" y="1971141"/>
                  </a:lnTo>
                  <a:lnTo>
                    <a:pt x="121372" y="1943654"/>
                  </a:lnTo>
                  <a:lnTo>
                    <a:pt x="130041" y="1916114"/>
                  </a:lnTo>
                  <a:lnTo>
                    <a:pt x="138711" y="1888533"/>
                  </a:lnTo>
                  <a:lnTo>
                    <a:pt x="147380" y="1860959"/>
                  </a:lnTo>
                  <a:lnTo>
                    <a:pt x="156050" y="1833396"/>
                  </a:lnTo>
                  <a:lnTo>
                    <a:pt x="164719" y="1805912"/>
                  </a:lnTo>
                  <a:lnTo>
                    <a:pt x="173388" y="1778494"/>
                  </a:lnTo>
                  <a:lnTo>
                    <a:pt x="182058" y="1751163"/>
                  </a:lnTo>
                  <a:lnTo>
                    <a:pt x="190727" y="1724021"/>
                  </a:lnTo>
                  <a:lnTo>
                    <a:pt x="199397" y="1697006"/>
                  </a:lnTo>
                  <a:lnTo>
                    <a:pt x="208066" y="1670161"/>
                  </a:lnTo>
                  <a:lnTo>
                    <a:pt x="216736" y="1643608"/>
                  </a:lnTo>
                  <a:lnTo>
                    <a:pt x="225405" y="1617239"/>
                  </a:lnTo>
                  <a:lnTo>
                    <a:pt x="234075" y="1591133"/>
                  </a:lnTo>
                  <a:lnTo>
                    <a:pt x="242744" y="1565407"/>
                  </a:lnTo>
                  <a:lnTo>
                    <a:pt x="251414" y="1539923"/>
                  </a:lnTo>
                  <a:lnTo>
                    <a:pt x="260083" y="1514796"/>
                  </a:lnTo>
                  <a:lnTo>
                    <a:pt x="268752" y="1490127"/>
                  </a:lnTo>
                  <a:lnTo>
                    <a:pt x="277422" y="1465752"/>
                  </a:lnTo>
                  <a:lnTo>
                    <a:pt x="286091" y="1441833"/>
                  </a:lnTo>
                  <a:lnTo>
                    <a:pt x="294761" y="1418434"/>
                  </a:lnTo>
                  <a:lnTo>
                    <a:pt x="303430" y="1395377"/>
                  </a:lnTo>
                  <a:lnTo>
                    <a:pt x="312100" y="1372875"/>
                  </a:lnTo>
                  <a:lnTo>
                    <a:pt x="320769" y="1350938"/>
                  </a:lnTo>
                  <a:lnTo>
                    <a:pt x="329439" y="1329387"/>
                  </a:lnTo>
                  <a:lnTo>
                    <a:pt x="338108" y="1308488"/>
                  </a:lnTo>
                  <a:lnTo>
                    <a:pt x="346777" y="1288184"/>
                  </a:lnTo>
                  <a:lnTo>
                    <a:pt x="355447" y="1268304"/>
                  </a:lnTo>
                  <a:lnTo>
                    <a:pt x="364116" y="1249166"/>
                  </a:lnTo>
                  <a:lnTo>
                    <a:pt x="372786" y="1230639"/>
                  </a:lnTo>
                  <a:lnTo>
                    <a:pt x="381455" y="1212566"/>
                  </a:lnTo>
                  <a:lnTo>
                    <a:pt x="390125" y="1195318"/>
                  </a:lnTo>
                  <a:lnTo>
                    <a:pt x="398794" y="1178683"/>
                  </a:lnTo>
                  <a:lnTo>
                    <a:pt x="407464" y="1162526"/>
                  </a:lnTo>
                  <a:lnTo>
                    <a:pt x="416133" y="1147267"/>
                  </a:lnTo>
                  <a:lnTo>
                    <a:pt x="424803" y="1132609"/>
                  </a:lnTo>
                  <a:lnTo>
                    <a:pt x="433472" y="1118445"/>
                  </a:lnTo>
                  <a:lnTo>
                    <a:pt x="442141" y="1105241"/>
                  </a:lnTo>
                  <a:lnTo>
                    <a:pt x="450811" y="1092613"/>
                  </a:lnTo>
                  <a:lnTo>
                    <a:pt x="459480" y="1080488"/>
                  </a:lnTo>
                  <a:lnTo>
                    <a:pt x="468150" y="1069370"/>
                  </a:lnTo>
                  <a:lnTo>
                    <a:pt x="476819" y="1058795"/>
                  </a:lnTo>
                  <a:lnTo>
                    <a:pt x="485489" y="1048724"/>
                  </a:lnTo>
                  <a:lnTo>
                    <a:pt x="494158" y="1039691"/>
                  </a:lnTo>
                  <a:lnTo>
                    <a:pt x="502828" y="1031159"/>
                  </a:lnTo>
                  <a:lnTo>
                    <a:pt x="511497" y="1023158"/>
                  </a:lnTo>
                  <a:lnTo>
                    <a:pt x="520166" y="1016145"/>
                  </a:lnTo>
                  <a:lnTo>
                    <a:pt x="528836" y="1009616"/>
                  </a:lnTo>
                  <a:lnTo>
                    <a:pt x="537505" y="1003638"/>
                  </a:lnTo>
                  <a:lnTo>
                    <a:pt x="546175" y="998579"/>
                  </a:lnTo>
                  <a:lnTo>
                    <a:pt x="554844" y="993985"/>
                  </a:lnTo>
                  <a:lnTo>
                    <a:pt x="563514" y="989950"/>
                  </a:lnTo>
                  <a:lnTo>
                    <a:pt x="572183" y="986756"/>
                  </a:lnTo>
                  <a:lnTo>
                    <a:pt x="580853" y="984000"/>
                  </a:lnTo>
                  <a:lnTo>
                    <a:pt x="589522" y="981802"/>
                  </a:lnTo>
                  <a:lnTo>
                    <a:pt x="598192" y="980356"/>
                  </a:lnTo>
                  <a:lnTo>
                    <a:pt x="606861" y="979318"/>
                  </a:lnTo>
                  <a:lnTo>
                    <a:pt x="615530" y="978823"/>
                  </a:lnTo>
                  <a:lnTo>
                    <a:pt x="624200" y="978988"/>
                  </a:lnTo>
                  <a:lnTo>
                    <a:pt x="632869" y="979524"/>
                  </a:lnTo>
                  <a:lnTo>
                    <a:pt x="641539" y="980576"/>
                  </a:lnTo>
                  <a:lnTo>
                    <a:pt x="650208" y="982193"/>
                  </a:lnTo>
                  <a:lnTo>
                    <a:pt x="658878" y="984141"/>
                  </a:lnTo>
                  <a:lnTo>
                    <a:pt x="667547" y="986566"/>
                  </a:lnTo>
                  <a:lnTo>
                    <a:pt x="676217" y="989461"/>
                  </a:lnTo>
                  <a:lnTo>
                    <a:pt x="684886" y="992641"/>
                  </a:lnTo>
                  <a:lnTo>
                    <a:pt x="693555" y="996249"/>
                  </a:lnTo>
                  <a:lnTo>
                    <a:pt x="702225" y="1000233"/>
                  </a:lnTo>
                  <a:lnTo>
                    <a:pt x="710894" y="1004456"/>
                  </a:lnTo>
                  <a:lnTo>
                    <a:pt x="719564" y="1009045"/>
                  </a:lnTo>
                  <a:lnTo>
                    <a:pt x="728233" y="1013921"/>
                  </a:lnTo>
                  <a:lnTo>
                    <a:pt x="736903" y="1018987"/>
                  </a:lnTo>
                  <a:lnTo>
                    <a:pt x="745572" y="1024350"/>
                  </a:lnTo>
                  <a:lnTo>
                    <a:pt x="754242" y="1029916"/>
                  </a:lnTo>
                  <a:lnTo>
                    <a:pt x="762911" y="1035622"/>
                  </a:lnTo>
                  <a:lnTo>
                    <a:pt x="771581" y="1041547"/>
                  </a:lnTo>
                  <a:lnTo>
                    <a:pt x="780250" y="1047599"/>
                  </a:lnTo>
                  <a:lnTo>
                    <a:pt x="788919" y="1053743"/>
                  </a:lnTo>
                  <a:lnTo>
                    <a:pt x="797589" y="1060022"/>
                  </a:lnTo>
                  <a:lnTo>
                    <a:pt x="806258" y="1066359"/>
                  </a:lnTo>
                  <a:lnTo>
                    <a:pt x="814928" y="1072742"/>
                  </a:lnTo>
                  <a:lnTo>
                    <a:pt x="823597" y="1079171"/>
                  </a:lnTo>
                  <a:lnTo>
                    <a:pt x="832267" y="1085601"/>
                  </a:lnTo>
                  <a:lnTo>
                    <a:pt x="840936" y="1092031"/>
                  </a:lnTo>
                  <a:lnTo>
                    <a:pt x="849606" y="1098419"/>
                  </a:lnTo>
                  <a:lnTo>
                    <a:pt x="858275" y="1104760"/>
                  </a:lnTo>
                  <a:lnTo>
                    <a:pt x="866944" y="1111058"/>
                  </a:lnTo>
                  <a:lnTo>
                    <a:pt x="875614" y="1117227"/>
                  </a:lnTo>
                  <a:lnTo>
                    <a:pt x="884283" y="1123312"/>
                  </a:lnTo>
                  <a:lnTo>
                    <a:pt x="892953" y="1129309"/>
                  </a:lnTo>
                  <a:lnTo>
                    <a:pt x="901622" y="1135104"/>
                  </a:lnTo>
                  <a:lnTo>
                    <a:pt x="910292" y="1140783"/>
                  </a:lnTo>
                  <a:lnTo>
                    <a:pt x="918961" y="1146328"/>
                  </a:lnTo>
                  <a:lnTo>
                    <a:pt x="927631" y="1151615"/>
                  </a:lnTo>
                  <a:lnTo>
                    <a:pt x="936300" y="1156757"/>
                  </a:lnTo>
                  <a:lnTo>
                    <a:pt x="944970" y="1161722"/>
                  </a:lnTo>
                  <a:lnTo>
                    <a:pt x="953639" y="1166387"/>
                  </a:lnTo>
                  <a:lnTo>
                    <a:pt x="962308" y="1170883"/>
                  </a:lnTo>
                  <a:lnTo>
                    <a:pt x="970978" y="1175161"/>
                  </a:lnTo>
                  <a:lnTo>
                    <a:pt x="979647" y="1179112"/>
                  </a:lnTo>
                  <a:lnTo>
                    <a:pt x="988317" y="1182876"/>
                  </a:lnTo>
                  <a:lnTo>
                    <a:pt x="996986" y="1186384"/>
                  </a:lnTo>
                  <a:lnTo>
                    <a:pt x="1005656" y="1189551"/>
                  </a:lnTo>
                  <a:lnTo>
                    <a:pt x="1014325" y="1192517"/>
                  </a:lnTo>
                  <a:lnTo>
                    <a:pt x="1022995" y="1195195"/>
                  </a:lnTo>
                  <a:lnTo>
                    <a:pt x="1031664" y="1197530"/>
                  </a:lnTo>
                  <a:lnTo>
                    <a:pt x="1040333" y="1199654"/>
                  </a:lnTo>
                  <a:lnTo>
                    <a:pt x="1049003" y="1201465"/>
                  </a:lnTo>
                  <a:lnTo>
                    <a:pt x="1057672" y="1202938"/>
                  </a:lnTo>
                  <a:lnTo>
                    <a:pt x="1066342" y="1204196"/>
                  </a:lnTo>
                  <a:lnTo>
                    <a:pt x="1075011" y="1205120"/>
                  </a:lnTo>
                  <a:lnTo>
                    <a:pt x="1083681" y="1205720"/>
                  </a:lnTo>
                  <a:lnTo>
                    <a:pt x="1092350" y="1206104"/>
                  </a:lnTo>
                  <a:lnTo>
                    <a:pt x="1101020" y="1206140"/>
                  </a:lnTo>
                  <a:lnTo>
                    <a:pt x="1109689" y="1205869"/>
                  </a:lnTo>
                  <a:lnTo>
                    <a:pt x="1118359" y="1205386"/>
                  </a:lnTo>
                  <a:lnTo>
                    <a:pt x="1127028" y="1204545"/>
                  </a:lnTo>
                  <a:lnTo>
                    <a:pt x="1135697" y="1203419"/>
                  </a:lnTo>
                  <a:lnTo>
                    <a:pt x="1144367" y="1202085"/>
                  </a:lnTo>
                  <a:lnTo>
                    <a:pt x="1153036" y="1200389"/>
                  </a:lnTo>
                  <a:lnTo>
                    <a:pt x="1161706" y="1198430"/>
                  </a:lnTo>
                  <a:lnTo>
                    <a:pt x="1170375" y="1196270"/>
                  </a:lnTo>
                  <a:lnTo>
                    <a:pt x="1179045" y="1193745"/>
                  </a:lnTo>
                  <a:lnTo>
                    <a:pt x="1187714" y="1190981"/>
                  </a:lnTo>
                  <a:lnTo>
                    <a:pt x="1196384" y="1188023"/>
                  </a:lnTo>
                  <a:lnTo>
                    <a:pt x="1205053" y="1184700"/>
                  </a:lnTo>
                  <a:lnTo>
                    <a:pt x="1213722" y="1181160"/>
                  </a:lnTo>
                  <a:lnTo>
                    <a:pt x="1222392" y="1177434"/>
                  </a:lnTo>
                  <a:lnTo>
                    <a:pt x="1231061" y="1173343"/>
                  </a:lnTo>
                  <a:lnTo>
                    <a:pt x="1239731" y="1169055"/>
                  </a:lnTo>
                  <a:lnTo>
                    <a:pt x="1248400" y="1164587"/>
                  </a:lnTo>
                  <a:lnTo>
                    <a:pt x="1257070" y="1159755"/>
                  </a:lnTo>
                  <a:lnTo>
                    <a:pt x="1265739" y="1154745"/>
                  </a:lnTo>
                  <a:lnTo>
                    <a:pt x="1274409" y="1149551"/>
                  </a:lnTo>
                  <a:lnTo>
                    <a:pt x="1283078" y="1144009"/>
                  </a:lnTo>
                  <a:lnTo>
                    <a:pt x="1291747" y="1138296"/>
                  </a:lnTo>
                  <a:lnTo>
                    <a:pt x="1300417" y="1132391"/>
                  </a:lnTo>
                  <a:lnTo>
                    <a:pt x="1309086" y="1126158"/>
                  </a:lnTo>
                  <a:lnTo>
                    <a:pt x="1317756" y="1119758"/>
                  </a:lnTo>
                  <a:lnTo>
                    <a:pt x="1326425" y="1113157"/>
                  </a:lnTo>
                  <a:lnTo>
                    <a:pt x="1335095" y="1106243"/>
                  </a:lnTo>
                  <a:lnTo>
                    <a:pt x="1343764" y="1099164"/>
                  </a:lnTo>
                  <a:lnTo>
                    <a:pt x="1352434" y="1091875"/>
                  </a:lnTo>
                  <a:lnTo>
                    <a:pt x="1361103" y="1084286"/>
                  </a:lnTo>
                  <a:lnTo>
                    <a:pt x="1369773" y="1076533"/>
                  </a:lnTo>
                  <a:lnTo>
                    <a:pt x="1378442" y="1068559"/>
                  </a:lnTo>
                  <a:lnTo>
                    <a:pt x="1387111" y="1060297"/>
                  </a:lnTo>
                  <a:lnTo>
                    <a:pt x="1395781" y="1051871"/>
                  </a:lnTo>
                  <a:lnTo>
                    <a:pt x="1404450" y="1043212"/>
                  </a:lnTo>
                  <a:lnTo>
                    <a:pt x="1413120" y="1034278"/>
                  </a:lnTo>
                  <a:lnTo>
                    <a:pt x="1421789" y="1025179"/>
                  </a:lnTo>
                  <a:lnTo>
                    <a:pt x="1430459" y="1015836"/>
                  </a:lnTo>
                  <a:lnTo>
                    <a:pt x="1439128" y="1006230"/>
                  </a:lnTo>
                  <a:lnTo>
                    <a:pt x="1447798" y="996459"/>
                  </a:lnTo>
                  <a:lnTo>
                    <a:pt x="1456467" y="986433"/>
                  </a:lnTo>
                  <a:lnTo>
                    <a:pt x="1465136" y="976158"/>
                  </a:lnTo>
                  <a:lnTo>
                    <a:pt x="1473806" y="965720"/>
                  </a:lnTo>
                  <a:lnTo>
                    <a:pt x="1482475" y="955019"/>
                  </a:lnTo>
                  <a:lnTo>
                    <a:pt x="1491145" y="944084"/>
                  </a:lnTo>
                  <a:lnTo>
                    <a:pt x="1499814" y="932989"/>
                  </a:lnTo>
                  <a:lnTo>
                    <a:pt x="1508484" y="921626"/>
                  </a:lnTo>
                  <a:lnTo>
                    <a:pt x="1517153" y="910047"/>
                  </a:lnTo>
                  <a:lnTo>
                    <a:pt x="1525823" y="898314"/>
                  </a:lnTo>
                  <a:lnTo>
                    <a:pt x="1534492" y="886313"/>
                  </a:lnTo>
                  <a:lnTo>
                    <a:pt x="1543162" y="874118"/>
                  </a:lnTo>
                  <a:lnTo>
                    <a:pt x="1551831" y="861776"/>
                  </a:lnTo>
                  <a:lnTo>
                    <a:pt x="1560500" y="849172"/>
                  </a:lnTo>
                  <a:lnTo>
                    <a:pt x="1569170" y="836399"/>
                  </a:lnTo>
                  <a:lnTo>
                    <a:pt x="1577839" y="823489"/>
                  </a:lnTo>
                  <a:lnTo>
                    <a:pt x="1586509" y="810332"/>
                  </a:lnTo>
                  <a:lnTo>
                    <a:pt x="1595178" y="797030"/>
                  </a:lnTo>
                  <a:lnTo>
                    <a:pt x="1603848" y="783607"/>
                  </a:lnTo>
                  <a:lnTo>
                    <a:pt x="1612517" y="769958"/>
                  </a:lnTo>
                  <a:lnTo>
                    <a:pt x="1621187" y="756193"/>
                  </a:lnTo>
                  <a:lnTo>
                    <a:pt x="1629856" y="742323"/>
                  </a:lnTo>
                  <a:lnTo>
                    <a:pt x="1638525" y="728258"/>
                  </a:lnTo>
                  <a:lnTo>
                    <a:pt x="1647195" y="714106"/>
                  </a:lnTo>
                  <a:lnTo>
                    <a:pt x="1655864" y="699865"/>
                  </a:lnTo>
                  <a:lnTo>
                    <a:pt x="1664534" y="685477"/>
                  </a:lnTo>
                  <a:lnTo>
                    <a:pt x="1673203" y="671027"/>
                  </a:lnTo>
                  <a:lnTo>
                    <a:pt x="1681873" y="656509"/>
                  </a:lnTo>
                  <a:lnTo>
                    <a:pt x="1690542" y="641897"/>
                  </a:lnTo>
                  <a:lnTo>
                    <a:pt x="1699212" y="627248"/>
                  </a:lnTo>
                  <a:lnTo>
                    <a:pt x="1707881" y="612558"/>
                  </a:lnTo>
                  <a:lnTo>
                    <a:pt x="1716551" y="597827"/>
                  </a:lnTo>
                  <a:lnTo>
                    <a:pt x="1725220" y="583087"/>
                  </a:lnTo>
                  <a:lnTo>
                    <a:pt x="1733889" y="568337"/>
                  </a:lnTo>
                  <a:lnTo>
                    <a:pt x="1742559" y="553600"/>
                  </a:lnTo>
                  <a:lnTo>
                    <a:pt x="1751228" y="538881"/>
                  </a:lnTo>
                  <a:lnTo>
                    <a:pt x="1759898" y="524189"/>
                  </a:lnTo>
                  <a:lnTo>
                    <a:pt x="1768567" y="509561"/>
                  </a:lnTo>
                  <a:lnTo>
                    <a:pt x="1777237" y="494978"/>
                  </a:lnTo>
                  <a:lnTo>
                    <a:pt x="1785906" y="480465"/>
                  </a:lnTo>
                  <a:lnTo>
                    <a:pt x="1794576" y="466059"/>
                  </a:lnTo>
                  <a:lnTo>
                    <a:pt x="1803245" y="451727"/>
                  </a:lnTo>
                  <a:lnTo>
                    <a:pt x="1811914" y="437510"/>
                  </a:lnTo>
                  <a:lnTo>
                    <a:pt x="1820584" y="423439"/>
                  </a:lnTo>
                  <a:lnTo>
                    <a:pt x="1829253" y="409468"/>
                  </a:lnTo>
                  <a:lnTo>
                    <a:pt x="1837923" y="395659"/>
                  </a:lnTo>
                  <a:lnTo>
                    <a:pt x="1846592" y="382029"/>
                  </a:lnTo>
                  <a:lnTo>
                    <a:pt x="1855262" y="368522"/>
                  </a:lnTo>
                  <a:lnTo>
                    <a:pt x="1863931" y="355224"/>
                  </a:lnTo>
                  <a:lnTo>
                    <a:pt x="1872601" y="342130"/>
                  </a:lnTo>
                  <a:lnTo>
                    <a:pt x="1881270" y="329182"/>
                  </a:lnTo>
                  <a:lnTo>
                    <a:pt x="1889940" y="316487"/>
                  </a:lnTo>
                  <a:lnTo>
                    <a:pt x="1898609" y="304014"/>
                  </a:lnTo>
                  <a:lnTo>
                    <a:pt x="1907278" y="291704"/>
                  </a:lnTo>
                  <a:lnTo>
                    <a:pt x="1915948" y="279691"/>
                  </a:lnTo>
                  <a:lnTo>
                    <a:pt x="1924617" y="267909"/>
                  </a:lnTo>
                  <a:lnTo>
                    <a:pt x="1933287" y="256305"/>
                  </a:lnTo>
                  <a:lnTo>
                    <a:pt x="1941956" y="245036"/>
                  </a:lnTo>
                  <a:lnTo>
                    <a:pt x="1950626" y="234001"/>
                  </a:lnTo>
                  <a:lnTo>
                    <a:pt x="1959295" y="223155"/>
                  </a:lnTo>
                  <a:lnTo>
                    <a:pt x="1967965" y="212676"/>
                  </a:lnTo>
                  <a:lnTo>
                    <a:pt x="1976634" y="202428"/>
                  </a:lnTo>
                  <a:lnTo>
                    <a:pt x="1985303" y="192376"/>
                  </a:lnTo>
                  <a:lnTo>
                    <a:pt x="1993973" y="182717"/>
                  </a:lnTo>
                  <a:lnTo>
                    <a:pt x="2002642" y="173279"/>
                  </a:lnTo>
                  <a:lnTo>
                    <a:pt x="2011312" y="164043"/>
                  </a:lnTo>
                  <a:lnTo>
                    <a:pt x="2019981" y="155217"/>
                  </a:lnTo>
                  <a:lnTo>
                    <a:pt x="2028651" y="146600"/>
                  </a:lnTo>
                  <a:lnTo>
                    <a:pt x="2037320" y="138192"/>
                  </a:lnTo>
                  <a:lnTo>
                    <a:pt x="2045990" y="130193"/>
                  </a:lnTo>
                  <a:lnTo>
                    <a:pt x="2054659" y="122392"/>
                  </a:lnTo>
                  <a:lnTo>
                    <a:pt x="2063329" y="114813"/>
                  </a:lnTo>
                  <a:lnTo>
                    <a:pt x="2071998" y="107620"/>
                  </a:lnTo>
                  <a:lnTo>
                    <a:pt x="2080667" y="100622"/>
                  </a:lnTo>
                  <a:lnTo>
                    <a:pt x="2089337" y="93853"/>
                  </a:lnTo>
                  <a:lnTo>
                    <a:pt x="2098006" y="87445"/>
                  </a:lnTo>
                  <a:lnTo>
                    <a:pt x="2106676" y="81226"/>
                  </a:lnTo>
                  <a:lnTo>
                    <a:pt x="2115345" y="75241"/>
                  </a:lnTo>
                  <a:lnTo>
                    <a:pt x="2124015" y="69591"/>
                  </a:lnTo>
                  <a:lnTo>
                    <a:pt x="2132684" y="64121"/>
                  </a:lnTo>
                  <a:lnTo>
                    <a:pt x="2141354" y="58889"/>
                  </a:lnTo>
                  <a:lnTo>
                    <a:pt x="2150023" y="53965"/>
                  </a:lnTo>
                  <a:lnTo>
                    <a:pt x="2158692" y="49213"/>
                  </a:lnTo>
                  <a:lnTo>
                    <a:pt x="2167362" y="44700"/>
                  </a:lnTo>
                  <a:lnTo>
                    <a:pt x="2176031" y="40469"/>
                  </a:lnTo>
                  <a:lnTo>
                    <a:pt x="2184701" y="36404"/>
                  </a:lnTo>
                  <a:lnTo>
                    <a:pt x="2193370" y="32579"/>
                  </a:lnTo>
                  <a:lnTo>
                    <a:pt x="2202040" y="29013"/>
                  </a:lnTo>
                  <a:lnTo>
                    <a:pt x="2210709" y="25605"/>
                  </a:lnTo>
                  <a:lnTo>
                    <a:pt x="2219379" y="22440"/>
                  </a:lnTo>
                  <a:lnTo>
                    <a:pt x="2228048" y="19513"/>
                  </a:lnTo>
                  <a:lnTo>
                    <a:pt x="2236718" y="16741"/>
                  </a:lnTo>
                  <a:lnTo>
                    <a:pt x="2245387" y="14215"/>
                  </a:lnTo>
                  <a:lnTo>
                    <a:pt x="2254056" y="11911"/>
                  </a:lnTo>
                  <a:lnTo>
                    <a:pt x="2262726" y="9758"/>
                  </a:lnTo>
                  <a:lnTo>
                    <a:pt x="2271395" y="7859"/>
                  </a:lnTo>
                  <a:lnTo>
                    <a:pt x="2280065" y="6170"/>
                  </a:lnTo>
                  <a:lnTo>
                    <a:pt x="2288734" y="4631"/>
                  </a:lnTo>
                  <a:lnTo>
                    <a:pt x="2297404" y="3358"/>
                  </a:lnTo>
                  <a:lnTo>
                    <a:pt x="2306073" y="2285"/>
                  </a:lnTo>
                  <a:lnTo>
                    <a:pt x="2314743" y="1366"/>
                  </a:lnTo>
                  <a:lnTo>
                    <a:pt x="2323412" y="727"/>
                  </a:lnTo>
                  <a:lnTo>
                    <a:pt x="2332081" y="285"/>
                  </a:lnTo>
                  <a:lnTo>
                    <a:pt x="2340751" y="0"/>
                  </a:lnTo>
                  <a:lnTo>
                    <a:pt x="2349420" y="17"/>
                  </a:lnTo>
                  <a:lnTo>
                    <a:pt x="2358090" y="228"/>
                  </a:lnTo>
                  <a:lnTo>
                    <a:pt x="2366759" y="603"/>
                  </a:lnTo>
                  <a:lnTo>
                    <a:pt x="2375429" y="1308"/>
                  </a:lnTo>
                  <a:lnTo>
                    <a:pt x="2384098" y="2205"/>
                  </a:lnTo>
                  <a:lnTo>
                    <a:pt x="2392768" y="3276"/>
                  </a:lnTo>
                  <a:lnTo>
                    <a:pt x="2401437" y="4711"/>
                  </a:lnTo>
                  <a:lnTo>
                    <a:pt x="2410107" y="6338"/>
                  </a:lnTo>
                  <a:lnTo>
                    <a:pt x="2418776" y="8155"/>
                  </a:lnTo>
                  <a:lnTo>
                    <a:pt x="2427445" y="10362"/>
                  </a:lnTo>
                  <a:lnTo>
                    <a:pt x="2436115" y="12767"/>
                  </a:lnTo>
                  <a:lnTo>
                    <a:pt x="2444784" y="15390"/>
                  </a:lnTo>
                  <a:lnTo>
                    <a:pt x="2453454" y="18417"/>
                  </a:lnTo>
                  <a:lnTo>
                    <a:pt x="2462123" y="21655"/>
                  </a:lnTo>
                  <a:lnTo>
                    <a:pt x="2470793" y="25141"/>
                  </a:lnTo>
                  <a:lnTo>
                    <a:pt x="2479462" y="29043"/>
                  </a:lnTo>
                  <a:lnTo>
                    <a:pt x="2488132" y="33170"/>
                  </a:lnTo>
                  <a:lnTo>
                    <a:pt x="2496801" y="37579"/>
                  </a:lnTo>
                  <a:lnTo>
                    <a:pt x="2505470" y="42414"/>
                  </a:lnTo>
                  <a:lnTo>
                    <a:pt x="2514140" y="47488"/>
                  </a:lnTo>
                  <a:lnTo>
                    <a:pt x="2522809" y="52878"/>
                  </a:lnTo>
                  <a:lnTo>
                    <a:pt x="2531479" y="58701"/>
                  </a:lnTo>
                  <a:lnTo>
                    <a:pt x="2540148" y="64775"/>
                  </a:lnTo>
                  <a:lnTo>
                    <a:pt x="2548818" y="71200"/>
                  </a:lnTo>
                  <a:lnTo>
                    <a:pt x="2557487" y="78060"/>
                  </a:lnTo>
                  <a:lnTo>
                    <a:pt x="2566157" y="85183"/>
                  </a:lnTo>
                  <a:lnTo>
                    <a:pt x="2574826" y="92691"/>
                  </a:lnTo>
                  <a:lnTo>
                    <a:pt x="2583495" y="100633"/>
                  </a:lnTo>
                  <a:lnTo>
                    <a:pt x="2592165" y="108845"/>
                  </a:lnTo>
                  <a:lnTo>
                    <a:pt x="2600834" y="117474"/>
                  </a:lnTo>
                  <a:lnTo>
                    <a:pt x="2609504" y="126529"/>
                  </a:lnTo>
                  <a:lnTo>
                    <a:pt x="2618173" y="135860"/>
                  </a:lnTo>
                  <a:lnTo>
                    <a:pt x="2626843" y="145636"/>
                  </a:lnTo>
                  <a:lnTo>
                    <a:pt x="2635512" y="155823"/>
                  </a:lnTo>
                  <a:lnTo>
                    <a:pt x="2644182" y="166290"/>
                  </a:lnTo>
                  <a:lnTo>
                    <a:pt x="2652851" y="177224"/>
                  </a:lnTo>
                  <a:lnTo>
                    <a:pt x="2661521" y="188548"/>
                  </a:lnTo>
                  <a:lnTo>
                    <a:pt x="2670190" y="200152"/>
                  </a:lnTo>
                  <a:lnTo>
                    <a:pt x="2678859" y="212238"/>
                  </a:lnTo>
                  <a:lnTo>
                    <a:pt x="2687529" y="224688"/>
                  </a:lnTo>
                  <a:lnTo>
                    <a:pt x="2696198" y="237412"/>
                  </a:lnTo>
                  <a:lnTo>
                    <a:pt x="2704868" y="250626"/>
                  </a:lnTo>
                  <a:lnTo>
                    <a:pt x="2713537" y="264173"/>
                  </a:lnTo>
                  <a:lnTo>
                    <a:pt x="2722207" y="277983"/>
                  </a:lnTo>
                  <a:lnTo>
                    <a:pt x="2730876" y="292279"/>
                  </a:lnTo>
                  <a:lnTo>
                    <a:pt x="2739546" y="306872"/>
                  </a:lnTo>
                  <a:lnTo>
                    <a:pt x="2748215" y="321715"/>
                  </a:lnTo>
                  <a:lnTo>
                    <a:pt x="2756884" y="337028"/>
                  </a:lnTo>
                  <a:lnTo>
                    <a:pt x="2765554" y="352598"/>
                  </a:lnTo>
                  <a:lnTo>
                    <a:pt x="2774223" y="368399"/>
                  </a:lnTo>
                  <a:lnTo>
                    <a:pt x="2782893" y="384641"/>
                  </a:lnTo>
                  <a:lnTo>
                    <a:pt x="2791562" y="401098"/>
                  </a:lnTo>
                  <a:lnTo>
                    <a:pt x="2800232" y="417766"/>
                  </a:lnTo>
                  <a:lnTo>
                    <a:pt x="2808901" y="434825"/>
                  </a:lnTo>
                  <a:lnTo>
                    <a:pt x="2817571" y="452058"/>
                  </a:lnTo>
                  <a:lnTo>
                    <a:pt x="2826240" y="469484"/>
                  </a:lnTo>
                  <a:lnTo>
                    <a:pt x="2834910" y="487223"/>
                  </a:lnTo>
                  <a:lnTo>
                    <a:pt x="2843579" y="505104"/>
                  </a:lnTo>
                  <a:lnTo>
                    <a:pt x="2852248" y="523148"/>
                  </a:lnTo>
                  <a:lnTo>
                    <a:pt x="2860918" y="541423"/>
                  </a:lnTo>
                  <a:lnTo>
                    <a:pt x="2869587" y="559803"/>
                  </a:lnTo>
                  <a:lnTo>
                    <a:pt x="2878257" y="578308"/>
                  </a:lnTo>
                  <a:lnTo>
                    <a:pt x="2886926" y="596959"/>
                  </a:lnTo>
                  <a:lnTo>
                    <a:pt x="2895596" y="615673"/>
                  </a:lnTo>
                  <a:lnTo>
                    <a:pt x="2904265" y="634464"/>
                  </a:lnTo>
                  <a:lnTo>
                    <a:pt x="2912935" y="653317"/>
                  </a:lnTo>
                  <a:lnTo>
                    <a:pt x="2921604" y="672189"/>
                  </a:lnTo>
                  <a:lnTo>
                    <a:pt x="2930273" y="691078"/>
                  </a:lnTo>
                  <a:lnTo>
                    <a:pt x="2938943" y="709947"/>
                  </a:lnTo>
                  <a:lnTo>
                    <a:pt x="2947612" y="728790"/>
                  </a:lnTo>
                  <a:lnTo>
                    <a:pt x="2956282" y="747581"/>
                  </a:lnTo>
                  <a:lnTo>
                    <a:pt x="2964951" y="766275"/>
                  </a:lnTo>
                  <a:lnTo>
                    <a:pt x="2973621" y="784895"/>
                  </a:lnTo>
                  <a:lnTo>
                    <a:pt x="2982290" y="803386"/>
                  </a:lnTo>
                  <a:lnTo>
                    <a:pt x="2990960" y="821709"/>
                  </a:lnTo>
                  <a:lnTo>
                    <a:pt x="2999629" y="839912"/>
                  </a:lnTo>
                  <a:lnTo>
                    <a:pt x="3008299" y="857904"/>
                  </a:lnTo>
                  <a:lnTo>
                    <a:pt x="3016968" y="875664"/>
                  </a:lnTo>
                  <a:lnTo>
                    <a:pt x="3025637" y="893259"/>
                  </a:lnTo>
                  <a:lnTo>
                    <a:pt x="3034307" y="910556"/>
                  </a:lnTo>
                  <a:lnTo>
                    <a:pt x="3042976" y="927570"/>
                  </a:lnTo>
                  <a:lnTo>
                    <a:pt x="3051646" y="944375"/>
                  </a:lnTo>
                  <a:lnTo>
                    <a:pt x="3060315" y="960795"/>
                  </a:lnTo>
                  <a:lnTo>
                    <a:pt x="3068985" y="976891"/>
                  </a:lnTo>
                  <a:lnTo>
                    <a:pt x="3077654" y="992741"/>
                  </a:lnTo>
                  <a:lnTo>
                    <a:pt x="3086324" y="1008120"/>
                  </a:lnTo>
                  <a:lnTo>
                    <a:pt x="3094993" y="1023147"/>
                  </a:lnTo>
                  <a:lnTo>
                    <a:pt x="3103662" y="1037895"/>
                  </a:lnTo>
                  <a:lnTo>
                    <a:pt x="3112332" y="1052093"/>
                  </a:lnTo>
                  <a:lnTo>
                    <a:pt x="3121001" y="1065926"/>
                  </a:lnTo>
                  <a:lnTo>
                    <a:pt x="3129671" y="1079451"/>
                  </a:lnTo>
                  <a:lnTo>
                    <a:pt x="3138340" y="1092359"/>
                  </a:lnTo>
                  <a:lnTo>
                    <a:pt x="3147010" y="1104901"/>
                  </a:lnTo>
                  <a:lnTo>
                    <a:pt x="3155679" y="1117116"/>
                  </a:lnTo>
                  <a:lnTo>
                    <a:pt x="3164349" y="1128660"/>
                  </a:lnTo>
                  <a:lnTo>
                    <a:pt x="3173018" y="1139850"/>
                  </a:lnTo>
                  <a:lnTo>
                    <a:pt x="3181688" y="1150696"/>
                  </a:lnTo>
                  <a:lnTo>
                    <a:pt x="3190357" y="1160847"/>
                  </a:lnTo>
                  <a:lnTo>
                    <a:pt x="3199026" y="1170661"/>
                  </a:lnTo>
                  <a:lnTo>
                    <a:pt x="3207696" y="1180107"/>
                  </a:lnTo>
                  <a:lnTo>
                    <a:pt x="3216365" y="1188891"/>
                  </a:lnTo>
                  <a:lnTo>
                    <a:pt x="3225035" y="1197348"/>
                  </a:lnTo>
                  <a:lnTo>
                    <a:pt x="3233704" y="1205424"/>
                  </a:lnTo>
                  <a:lnTo>
                    <a:pt x="3242374" y="1212891"/>
                  </a:lnTo>
                  <a:lnTo>
                    <a:pt x="3251043" y="1220050"/>
                  </a:lnTo>
                  <a:lnTo>
                    <a:pt x="3259713" y="1226831"/>
                  </a:lnTo>
                  <a:lnTo>
                    <a:pt x="3268382" y="1233073"/>
                  </a:lnTo>
                  <a:lnTo>
                    <a:pt x="3277051" y="1239036"/>
                  </a:lnTo>
                  <a:lnTo>
                    <a:pt x="3285721" y="1244640"/>
                  </a:lnTo>
                  <a:lnTo>
                    <a:pt x="3294390" y="1249790"/>
                  </a:lnTo>
                  <a:lnTo>
                    <a:pt x="3303060" y="1254699"/>
                  </a:lnTo>
                  <a:lnTo>
                    <a:pt x="3311729" y="1259285"/>
                  </a:lnTo>
                  <a:lnTo>
                    <a:pt x="3320399" y="1263512"/>
                  </a:lnTo>
                  <a:lnTo>
                    <a:pt x="3329068" y="1267545"/>
                  </a:lnTo>
                  <a:lnTo>
                    <a:pt x="3337738" y="1271309"/>
                  </a:lnTo>
                  <a:lnTo>
                    <a:pt x="3346407" y="1274815"/>
                  </a:lnTo>
                  <a:lnTo>
                    <a:pt x="3355077" y="1278179"/>
                  </a:lnTo>
                  <a:lnTo>
                    <a:pt x="3363746" y="1281347"/>
                  </a:lnTo>
                  <a:lnTo>
                    <a:pt x="3372415" y="1284360"/>
                  </a:lnTo>
                  <a:lnTo>
                    <a:pt x="3381085" y="1287288"/>
                  </a:lnTo>
                  <a:lnTo>
                    <a:pt x="3389754" y="1290108"/>
                  </a:lnTo>
                  <a:lnTo>
                    <a:pt x="3398424" y="1292873"/>
                  </a:lnTo>
                  <a:lnTo>
                    <a:pt x="3407093" y="1295615"/>
                  </a:lnTo>
                  <a:lnTo>
                    <a:pt x="3415763" y="1298349"/>
                  </a:lnTo>
                  <a:lnTo>
                    <a:pt x="3424432" y="1301121"/>
                  </a:lnTo>
                  <a:lnTo>
                    <a:pt x="3433102" y="1303931"/>
                  </a:lnTo>
                  <a:lnTo>
                    <a:pt x="3441771" y="1306844"/>
                  </a:lnTo>
                  <a:lnTo>
                    <a:pt x="3450440" y="1309878"/>
                  </a:lnTo>
                  <a:lnTo>
                    <a:pt x="3459110" y="1313011"/>
                  </a:lnTo>
                  <a:lnTo>
                    <a:pt x="3467779" y="1316361"/>
                  </a:lnTo>
                  <a:lnTo>
                    <a:pt x="3476449" y="1319901"/>
                  </a:lnTo>
                  <a:lnTo>
                    <a:pt x="3485118" y="1323597"/>
                  </a:lnTo>
                  <a:lnTo>
                    <a:pt x="3493788" y="1327625"/>
                  </a:lnTo>
                  <a:lnTo>
                    <a:pt x="3502457" y="1331896"/>
                  </a:lnTo>
                  <a:lnTo>
                    <a:pt x="3511127" y="1336374"/>
                  </a:lnTo>
                  <a:lnTo>
                    <a:pt x="3519796" y="1341293"/>
                  </a:lnTo>
                  <a:lnTo>
                    <a:pt x="3528466" y="1346492"/>
                  </a:lnTo>
                  <a:lnTo>
                    <a:pt x="3537135" y="1351941"/>
                  </a:lnTo>
                  <a:lnTo>
                    <a:pt x="3545804" y="1357927"/>
                  </a:lnTo>
                  <a:lnTo>
                    <a:pt x="3554474" y="1364214"/>
                  </a:lnTo>
                  <a:lnTo>
                    <a:pt x="3563143" y="1370787"/>
                  </a:lnTo>
                  <a:lnTo>
                    <a:pt x="3571813" y="1377971"/>
                  </a:lnTo>
                  <a:lnTo>
                    <a:pt x="3580482" y="1385462"/>
                  </a:lnTo>
                  <a:lnTo>
                    <a:pt x="3589152" y="1393285"/>
                  </a:lnTo>
                  <a:lnTo>
                    <a:pt x="3597821" y="1401731"/>
                  </a:lnTo>
                  <a:lnTo>
                    <a:pt x="3606491" y="1410494"/>
                  </a:lnTo>
                  <a:lnTo>
                    <a:pt x="3615160" y="1419624"/>
                  </a:lnTo>
                  <a:lnTo>
                    <a:pt x="3623829" y="1429363"/>
                  </a:lnTo>
                  <a:lnTo>
                    <a:pt x="3632499" y="1439417"/>
                  </a:lnTo>
                  <a:lnTo>
                    <a:pt x="3641168" y="1449858"/>
                  </a:lnTo>
                  <a:lnTo>
                    <a:pt x="3649838" y="1460868"/>
                  </a:lnTo>
                  <a:lnTo>
                    <a:pt x="3658507" y="1472181"/>
                  </a:lnTo>
                  <a:lnTo>
                    <a:pt x="3667177" y="1483882"/>
                  </a:lnTo>
                  <a:lnTo>
                    <a:pt x="3675846" y="1496093"/>
                  </a:lnTo>
                  <a:lnTo>
                    <a:pt x="3684516" y="1508581"/>
                  </a:lnTo>
                  <a:lnTo>
                    <a:pt x="3693185" y="1521441"/>
                  </a:lnTo>
                  <a:lnTo>
                    <a:pt x="3701855" y="1534734"/>
                  </a:lnTo>
                  <a:lnTo>
                    <a:pt x="3710524" y="1548269"/>
                  </a:lnTo>
                  <a:lnTo>
                    <a:pt x="3719193" y="1562139"/>
                  </a:lnTo>
                  <a:lnTo>
                    <a:pt x="3727863" y="1576354"/>
                  </a:lnTo>
                  <a:lnTo>
                    <a:pt x="3736532" y="1590766"/>
                  </a:lnTo>
                  <a:lnTo>
                    <a:pt x="3745202" y="1605459"/>
                  </a:lnTo>
                  <a:lnTo>
                    <a:pt x="3753871" y="1620400"/>
                  </a:lnTo>
                  <a:lnTo>
                    <a:pt x="3762541" y="1635487"/>
                  </a:lnTo>
                  <a:lnTo>
                    <a:pt x="3771210" y="1650781"/>
                  </a:lnTo>
                  <a:lnTo>
                    <a:pt x="3779880" y="1666226"/>
                  </a:lnTo>
                  <a:lnTo>
                    <a:pt x="3788549" y="1681760"/>
                  </a:lnTo>
                  <a:lnTo>
                    <a:pt x="3797218" y="1697412"/>
                  </a:lnTo>
                  <a:lnTo>
                    <a:pt x="3805888" y="1713121"/>
                  </a:lnTo>
                  <a:lnTo>
                    <a:pt x="3814557" y="1728859"/>
                  </a:lnTo>
                  <a:lnTo>
                    <a:pt x="3823227" y="1744613"/>
                  </a:lnTo>
                  <a:lnTo>
                    <a:pt x="3831896" y="1760337"/>
                  </a:lnTo>
                  <a:lnTo>
                    <a:pt x="3840566" y="1776031"/>
                  </a:lnTo>
                  <a:lnTo>
                    <a:pt x="3849235" y="1791630"/>
                  </a:lnTo>
                  <a:lnTo>
                    <a:pt x="3857905" y="1807123"/>
                  </a:lnTo>
                  <a:lnTo>
                    <a:pt x="3866574" y="1822527"/>
                  </a:lnTo>
                  <a:lnTo>
                    <a:pt x="3875243" y="1837722"/>
                  </a:lnTo>
                  <a:lnTo>
                    <a:pt x="3883913" y="1852749"/>
                  </a:lnTo>
                  <a:lnTo>
                    <a:pt x="3892582" y="1867633"/>
                  </a:lnTo>
                  <a:lnTo>
                    <a:pt x="3901252" y="1882196"/>
                  </a:lnTo>
                  <a:lnTo>
                    <a:pt x="3909921" y="1896542"/>
                  </a:lnTo>
                  <a:lnTo>
                    <a:pt x="3918591" y="1910696"/>
                  </a:lnTo>
                  <a:lnTo>
                    <a:pt x="3927260" y="1924423"/>
                  </a:lnTo>
                  <a:lnTo>
                    <a:pt x="3935930" y="1937902"/>
                  </a:lnTo>
                  <a:lnTo>
                    <a:pt x="3944599" y="1951147"/>
                  </a:lnTo>
                  <a:lnTo>
                    <a:pt x="3953269" y="1963873"/>
                  </a:lnTo>
                  <a:lnTo>
                    <a:pt x="3961938" y="1976334"/>
                  </a:lnTo>
                  <a:lnTo>
                    <a:pt x="3970607" y="1988508"/>
                  </a:lnTo>
                  <a:lnTo>
                    <a:pt x="3979277" y="2000126"/>
                  </a:lnTo>
                  <a:lnTo>
                    <a:pt x="3987946" y="2011456"/>
                  </a:lnTo>
                  <a:lnTo>
                    <a:pt x="3996616" y="2022455"/>
                  </a:lnTo>
                  <a:lnTo>
                    <a:pt x="4005285" y="2032886"/>
                  </a:lnTo>
                  <a:lnTo>
                    <a:pt x="4013955" y="2043018"/>
                  </a:lnTo>
                  <a:lnTo>
                    <a:pt x="4022624" y="2052785"/>
                  </a:lnTo>
                  <a:lnTo>
                    <a:pt x="4031294" y="2061996"/>
                  </a:lnTo>
                  <a:lnTo>
                    <a:pt x="4039963" y="2070907"/>
                  </a:lnTo>
                  <a:lnTo>
                    <a:pt x="4048632" y="2079432"/>
                  </a:lnTo>
                  <a:lnTo>
                    <a:pt x="4057302" y="2087433"/>
                  </a:lnTo>
                  <a:lnTo>
                    <a:pt x="4065971" y="2095145"/>
                  </a:lnTo>
                  <a:lnTo>
                    <a:pt x="4074641" y="2102467"/>
                  </a:lnTo>
                  <a:lnTo>
                    <a:pt x="4083310" y="2109315"/>
                  </a:lnTo>
                  <a:lnTo>
                    <a:pt x="4091980" y="2115894"/>
                  </a:lnTo>
                  <a:lnTo>
                    <a:pt x="4100649" y="2122094"/>
                  </a:lnTo>
                  <a:lnTo>
                    <a:pt x="4109319" y="2127884"/>
                  </a:lnTo>
                  <a:lnTo>
                    <a:pt x="4117988" y="2133435"/>
                  </a:lnTo>
                  <a:lnTo>
                    <a:pt x="4126658" y="2138636"/>
                  </a:lnTo>
                  <a:lnTo>
                    <a:pt x="4135327" y="2143503"/>
                  </a:lnTo>
                  <a:lnTo>
                    <a:pt x="4143996" y="2148166"/>
                  </a:lnTo>
                  <a:lnTo>
                    <a:pt x="4152666" y="2152527"/>
                  </a:lnTo>
                  <a:lnTo>
                    <a:pt x="4161335" y="2156632"/>
                  </a:lnTo>
                  <a:lnTo>
                    <a:pt x="4170005" y="2160578"/>
                  </a:lnTo>
                  <a:lnTo>
                    <a:pt x="4178674" y="2164283"/>
                  </a:lnTo>
                  <a:lnTo>
                    <a:pt x="4187344" y="2167815"/>
                  </a:lnTo>
                  <a:lnTo>
                    <a:pt x="4196013" y="2171235"/>
                  </a:lnTo>
                  <a:lnTo>
                    <a:pt x="4204683" y="2174491"/>
                  </a:lnTo>
                  <a:lnTo>
                    <a:pt x="4213352" y="2177653"/>
                  </a:lnTo>
                  <a:lnTo>
                    <a:pt x="4222021" y="2180754"/>
                  </a:lnTo>
                  <a:lnTo>
                    <a:pt x="4230691" y="2183778"/>
                  </a:lnTo>
                  <a:lnTo>
                    <a:pt x="4239360" y="2186781"/>
                  </a:lnTo>
                  <a:lnTo>
                    <a:pt x="4248030" y="2189775"/>
                  </a:lnTo>
                  <a:lnTo>
                    <a:pt x="4256699" y="2192787"/>
                  </a:lnTo>
                  <a:lnTo>
                    <a:pt x="4265369" y="2195844"/>
                  </a:lnTo>
                  <a:lnTo>
                    <a:pt x="4274038" y="2198941"/>
                  </a:lnTo>
                  <a:lnTo>
                    <a:pt x="4282708" y="2202156"/>
                  </a:lnTo>
                  <a:lnTo>
                    <a:pt x="4291377" y="2205470"/>
                  </a:lnTo>
                  <a:lnTo>
                    <a:pt x="4300047" y="2208871"/>
                  </a:lnTo>
                  <a:lnTo>
                    <a:pt x="4308716" y="2212489"/>
                  </a:lnTo>
                  <a:lnTo>
                    <a:pt x="4317385" y="2216248"/>
                  </a:lnTo>
                  <a:lnTo>
                    <a:pt x="4326055" y="2220136"/>
                  </a:lnTo>
                  <a:lnTo>
                    <a:pt x="4334724" y="2224336"/>
                  </a:lnTo>
                  <a:lnTo>
                    <a:pt x="4343394" y="2228704"/>
                  </a:lnTo>
                  <a:lnTo>
                    <a:pt x="4352063" y="2233252"/>
                  </a:lnTo>
                  <a:lnTo>
                    <a:pt x="4360733" y="2238170"/>
                  </a:lnTo>
                  <a:lnTo>
                    <a:pt x="4369402" y="2243286"/>
                  </a:lnTo>
                  <a:lnTo>
                    <a:pt x="4378072" y="2248628"/>
                  </a:lnTo>
                  <a:lnTo>
                    <a:pt x="4386741" y="2254377"/>
                  </a:lnTo>
                  <a:lnTo>
                    <a:pt x="4395410" y="2260345"/>
                  </a:lnTo>
                  <a:lnTo>
                    <a:pt x="4404080" y="2266579"/>
                  </a:lnTo>
                  <a:lnTo>
                    <a:pt x="4412749" y="2273237"/>
                  </a:lnTo>
                  <a:lnTo>
                    <a:pt x="4421419" y="2280125"/>
                  </a:lnTo>
                  <a:lnTo>
                    <a:pt x="4430088" y="2287312"/>
                  </a:lnTo>
                  <a:lnTo>
                    <a:pt x="4430088" y="3025501"/>
                  </a:lnTo>
                  <a:lnTo>
                    <a:pt x="4421419" y="3025501"/>
                  </a:lnTo>
                  <a:lnTo>
                    <a:pt x="4412749" y="3025501"/>
                  </a:lnTo>
                  <a:lnTo>
                    <a:pt x="4404080" y="3025501"/>
                  </a:lnTo>
                  <a:lnTo>
                    <a:pt x="4395410" y="3025501"/>
                  </a:lnTo>
                  <a:lnTo>
                    <a:pt x="4386741" y="3025501"/>
                  </a:lnTo>
                  <a:lnTo>
                    <a:pt x="4378072" y="3025501"/>
                  </a:lnTo>
                  <a:lnTo>
                    <a:pt x="4369402" y="3025501"/>
                  </a:lnTo>
                  <a:lnTo>
                    <a:pt x="4360733" y="3025501"/>
                  </a:lnTo>
                  <a:lnTo>
                    <a:pt x="4352063" y="3025501"/>
                  </a:lnTo>
                  <a:lnTo>
                    <a:pt x="4343394" y="3025501"/>
                  </a:lnTo>
                  <a:lnTo>
                    <a:pt x="4334724" y="3025501"/>
                  </a:lnTo>
                  <a:lnTo>
                    <a:pt x="4326055" y="3025501"/>
                  </a:lnTo>
                  <a:lnTo>
                    <a:pt x="4317385" y="3025501"/>
                  </a:lnTo>
                  <a:lnTo>
                    <a:pt x="4308716" y="3025501"/>
                  </a:lnTo>
                  <a:lnTo>
                    <a:pt x="4300047" y="3025501"/>
                  </a:lnTo>
                  <a:lnTo>
                    <a:pt x="4291377" y="3025501"/>
                  </a:lnTo>
                  <a:lnTo>
                    <a:pt x="4282708" y="3025501"/>
                  </a:lnTo>
                  <a:lnTo>
                    <a:pt x="4274038" y="3025501"/>
                  </a:lnTo>
                  <a:lnTo>
                    <a:pt x="4265369" y="3025501"/>
                  </a:lnTo>
                  <a:lnTo>
                    <a:pt x="4256699" y="3025501"/>
                  </a:lnTo>
                  <a:lnTo>
                    <a:pt x="4248030" y="3025501"/>
                  </a:lnTo>
                  <a:lnTo>
                    <a:pt x="4239360" y="3025501"/>
                  </a:lnTo>
                  <a:lnTo>
                    <a:pt x="4230691" y="3025501"/>
                  </a:lnTo>
                  <a:lnTo>
                    <a:pt x="4222021" y="3025501"/>
                  </a:lnTo>
                  <a:lnTo>
                    <a:pt x="4213352" y="3025501"/>
                  </a:lnTo>
                  <a:lnTo>
                    <a:pt x="4204683" y="3025501"/>
                  </a:lnTo>
                  <a:lnTo>
                    <a:pt x="4196013" y="3025501"/>
                  </a:lnTo>
                  <a:lnTo>
                    <a:pt x="4187344" y="3025501"/>
                  </a:lnTo>
                  <a:lnTo>
                    <a:pt x="4178674" y="3025501"/>
                  </a:lnTo>
                  <a:lnTo>
                    <a:pt x="4170005" y="3025501"/>
                  </a:lnTo>
                  <a:lnTo>
                    <a:pt x="4161335" y="3025501"/>
                  </a:lnTo>
                  <a:lnTo>
                    <a:pt x="4152666" y="3025501"/>
                  </a:lnTo>
                  <a:lnTo>
                    <a:pt x="4143996" y="3025501"/>
                  </a:lnTo>
                  <a:lnTo>
                    <a:pt x="4135327" y="3025501"/>
                  </a:lnTo>
                  <a:lnTo>
                    <a:pt x="4126658" y="3025501"/>
                  </a:lnTo>
                  <a:lnTo>
                    <a:pt x="4117988" y="3025501"/>
                  </a:lnTo>
                  <a:lnTo>
                    <a:pt x="4109319" y="3025501"/>
                  </a:lnTo>
                  <a:lnTo>
                    <a:pt x="4100649" y="3025501"/>
                  </a:lnTo>
                  <a:lnTo>
                    <a:pt x="4091980" y="3025501"/>
                  </a:lnTo>
                  <a:lnTo>
                    <a:pt x="4083310" y="3025501"/>
                  </a:lnTo>
                  <a:lnTo>
                    <a:pt x="4074641" y="3025501"/>
                  </a:lnTo>
                  <a:lnTo>
                    <a:pt x="4065971" y="3025501"/>
                  </a:lnTo>
                  <a:lnTo>
                    <a:pt x="4057302" y="3025501"/>
                  </a:lnTo>
                  <a:lnTo>
                    <a:pt x="4048632" y="3025501"/>
                  </a:lnTo>
                  <a:lnTo>
                    <a:pt x="4039963" y="3025501"/>
                  </a:lnTo>
                  <a:lnTo>
                    <a:pt x="4031294" y="3025501"/>
                  </a:lnTo>
                  <a:lnTo>
                    <a:pt x="4022624" y="3025501"/>
                  </a:lnTo>
                  <a:lnTo>
                    <a:pt x="4013955" y="3025501"/>
                  </a:lnTo>
                  <a:lnTo>
                    <a:pt x="4005285" y="3025501"/>
                  </a:lnTo>
                  <a:lnTo>
                    <a:pt x="3996616" y="3025501"/>
                  </a:lnTo>
                  <a:lnTo>
                    <a:pt x="3987946" y="3025501"/>
                  </a:lnTo>
                  <a:lnTo>
                    <a:pt x="3979277" y="3025501"/>
                  </a:lnTo>
                  <a:lnTo>
                    <a:pt x="3970607" y="3025501"/>
                  </a:lnTo>
                  <a:lnTo>
                    <a:pt x="3961938" y="3025501"/>
                  </a:lnTo>
                  <a:lnTo>
                    <a:pt x="3953269" y="3025501"/>
                  </a:lnTo>
                  <a:lnTo>
                    <a:pt x="3944599" y="3025501"/>
                  </a:lnTo>
                  <a:lnTo>
                    <a:pt x="3935930" y="3025501"/>
                  </a:lnTo>
                  <a:lnTo>
                    <a:pt x="3927260" y="3025501"/>
                  </a:lnTo>
                  <a:lnTo>
                    <a:pt x="3918591" y="3025501"/>
                  </a:lnTo>
                  <a:lnTo>
                    <a:pt x="3909921" y="3025501"/>
                  </a:lnTo>
                  <a:lnTo>
                    <a:pt x="3901252" y="3025501"/>
                  </a:lnTo>
                  <a:lnTo>
                    <a:pt x="3892582" y="3025501"/>
                  </a:lnTo>
                  <a:lnTo>
                    <a:pt x="3883913" y="3025501"/>
                  </a:lnTo>
                  <a:lnTo>
                    <a:pt x="3875243" y="3025501"/>
                  </a:lnTo>
                  <a:lnTo>
                    <a:pt x="3866574" y="3025501"/>
                  </a:lnTo>
                  <a:lnTo>
                    <a:pt x="3857905" y="3025501"/>
                  </a:lnTo>
                  <a:lnTo>
                    <a:pt x="3849235" y="3025501"/>
                  </a:lnTo>
                  <a:lnTo>
                    <a:pt x="3840566" y="3025501"/>
                  </a:lnTo>
                  <a:lnTo>
                    <a:pt x="3831896" y="3025501"/>
                  </a:lnTo>
                  <a:lnTo>
                    <a:pt x="3823227" y="3025501"/>
                  </a:lnTo>
                  <a:lnTo>
                    <a:pt x="3814557" y="3025501"/>
                  </a:lnTo>
                  <a:lnTo>
                    <a:pt x="3805888" y="3025501"/>
                  </a:lnTo>
                  <a:lnTo>
                    <a:pt x="3797218" y="3025501"/>
                  </a:lnTo>
                  <a:lnTo>
                    <a:pt x="3788549" y="3025501"/>
                  </a:lnTo>
                  <a:lnTo>
                    <a:pt x="3779880" y="3025501"/>
                  </a:lnTo>
                  <a:lnTo>
                    <a:pt x="3771210" y="3025501"/>
                  </a:lnTo>
                  <a:lnTo>
                    <a:pt x="3762541" y="3025501"/>
                  </a:lnTo>
                  <a:lnTo>
                    <a:pt x="3753871" y="3025501"/>
                  </a:lnTo>
                  <a:lnTo>
                    <a:pt x="3745202" y="3025501"/>
                  </a:lnTo>
                  <a:lnTo>
                    <a:pt x="3736532" y="3025501"/>
                  </a:lnTo>
                  <a:lnTo>
                    <a:pt x="3727863" y="3025501"/>
                  </a:lnTo>
                  <a:lnTo>
                    <a:pt x="3719193" y="3025501"/>
                  </a:lnTo>
                  <a:lnTo>
                    <a:pt x="3710524" y="3025501"/>
                  </a:lnTo>
                  <a:lnTo>
                    <a:pt x="3701855" y="3025501"/>
                  </a:lnTo>
                  <a:lnTo>
                    <a:pt x="3693185" y="3025501"/>
                  </a:lnTo>
                  <a:lnTo>
                    <a:pt x="3684516" y="3025501"/>
                  </a:lnTo>
                  <a:lnTo>
                    <a:pt x="3675846" y="3025501"/>
                  </a:lnTo>
                  <a:lnTo>
                    <a:pt x="3667177" y="3025501"/>
                  </a:lnTo>
                  <a:lnTo>
                    <a:pt x="3658507" y="3025501"/>
                  </a:lnTo>
                  <a:lnTo>
                    <a:pt x="3649838" y="3025501"/>
                  </a:lnTo>
                  <a:lnTo>
                    <a:pt x="3641168" y="3025501"/>
                  </a:lnTo>
                  <a:lnTo>
                    <a:pt x="3632499" y="3025501"/>
                  </a:lnTo>
                  <a:lnTo>
                    <a:pt x="3623829" y="3025501"/>
                  </a:lnTo>
                  <a:lnTo>
                    <a:pt x="3615160" y="3025501"/>
                  </a:lnTo>
                  <a:lnTo>
                    <a:pt x="3606491" y="3025501"/>
                  </a:lnTo>
                  <a:lnTo>
                    <a:pt x="3597821" y="3025501"/>
                  </a:lnTo>
                  <a:lnTo>
                    <a:pt x="3589152" y="3025501"/>
                  </a:lnTo>
                  <a:lnTo>
                    <a:pt x="3580482" y="3025501"/>
                  </a:lnTo>
                  <a:lnTo>
                    <a:pt x="3571813" y="3025501"/>
                  </a:lnTo>
                  <a:lnTo>
                    <a:pt x="3563143" y="3025501"/>
                  </a:lnTo>
                  <a:lnTo>
                    <a:pt x="3554474" y="3025501"/>
                  </a:lnTo>
                  <a:lnTo>
                    <a:pt x="3545804" y="3025501"/>
                  </a:lnTo>
                  <a:lnTo>
                    <a:pt x="3537135" y="3025501"/>
                  </a:lnTo>
                  <a:lnTo>
                    <a:pt x="3528466" y="3025501"/>
                  </a:lnTo>
                  <a:lnTo>
                    <a:pt x="3519796" y="3025501"/>
                  </a:lnTo>
                  <a:lnTo>
                    <a:pt x="3511127" y="3025501"/>
                  </a:lnTo>
                  <a:lnTo>
                    <a:pt x="3502457" y="3025501"/>
                  </a:lnTo>
                  <a:lnTo>
                    <a:pt x="3493788" y="3025501"/>
                  </a:lnTo>
                  <a:lnTo>
                    <a:pt x="3485118" y="3025501"/>
                  </a:lnTo>
                  <a:lnTo>
                    <a:pt x="3476449" y="3025501"/>
                  </a:lnTo>
                  <a:lnTo>
                    <a:pt x="3467779" y="3025501"/>
                  </a:lnTo>
                  <a:lnTo>
                    <a:pt x="3459110" y="3025501"/>
                  </a:lnTo>
                  <a:lnTo>
                    <a:pt x="3450440" y="3025501"/>
                  </a:lnTo>
                  <a:lnTo>
                    <a:pt x="3441771" y="3025501"/>
                  </a:lnTo>
                  <a:lnTo>
                    <a:pt x="3433102" y="3025501"/>
                  </a:lnTo>
                  <a:lnTo>
                    <a:pt x="3424432" y="3025501"/>
                  </a:lnTo>
                  <a:lnTo>
                    <a:pt x="3415763" y="3025501"/>
                  </a:lnTo>
                  <a:lnTo>
                    <a:pt x="3407093" y="3025501"/>
                  </a:lnTo>
                  <a:lnTo>
                    <a:pt x="3398424" y="3025501"/>
                  </a:lnTo>
                  <a:lnTo>
                    <a:pt x="3389754" y="3025501"/>
                  </a:lnTo>
                  <a:lnTo>
                    <a:pt x="3381085" y="3025501"/>
                  </a:lnTo>
                  <a:lnTo>
                    <a:pt x="3372415" y="3025501"/>
                  </a:lnTo>
                  <a:lnTo>
                    <a:pt x="3363746" y="3025501"/>
                  </a:lnTo>
                  <a:lnTo>
                    <a:pt x="3355077" y="3025501"/>
                  </a:lnTo>
                  <a:lnTo>
                    <a:pt x="3346407" y="3025501"/>
                  </a:lnTo>
                  <a:lnTo>
                    <a:pt x="3337738" y="3025501"/>
                  </a:lnTo>
                  <a:lnTo>
                    <a:pt x="3329068" y="3025501"/>
                  </a:lnTo>
                  <a:lnTo>
                    <a:pt x="3320399" y="3025501"/>
                  </a:lnTo>
                  <a:lnTo>
                    <a:pt x="3311729" y="3025501"/>
                  </a:lnTo>
                  <a:lnTo>
                    <a:pt x="3303060" y="3025501"/>
                  </a:lnTo>
                  <a:lnTo>
                    <a:pt x="3294390" y="3025501"/>
                  </a:lnTo>
                  <a:lnTo>
                    <a:pt x="3285721" y="3025501"/>
                  </a:lnTo>
                  <a:lnTo>
                    <a:pt x="3277051" y="3025501"/>
                  </a:lnTo>
                  <a:lnTo>
                    <a:pt x="3268382" y="3025501"/>
                  </a:lnTo>
                  <a:lnTo>
                    <a:pt x="3259713" y="3025501"/>
                  </a:lnTo>
                  <a:lnTo>
                    <a:pt x="3251043" y="3025501"/>
                  </a:lnTo>
                  <a:lnTo>
                    <a:pt x="3242374" y="3025501"/>
                  </a:lnTo>
                  <a:lnTo>
                    <a:pt x="3233704" y="3025501"/>
                  </a:lnTo>
                  <a:lnTo>
                    <a:pt x="3225035" y="3025501"/>
                  </a:lnTo>
                  <a:lnTo>
                    <a:pt x="3216365" y="3025501"/>
                  </a:lnTo>
                  <a:lnTo>
                    <a:pt x="3207696" y="3025501"/>
                  </a:lnTo>
                  <a:lnTo>
                    <a:pt x="3199026" y="3025501"/>
                  </a:lnTo>
                  <a:lnTo>
                    <a:pt x="3190357" y="3025501"/>
                  </a:lnTo>
                  <a:lnTo>
                    <a:pt x="3181688" y="3025501"/>
                  </a:lnTo>
                  <a:lnTo>
                    <a:pt x="3173018" y="3025501"/>
                  </a:lnTo>
                  <a:lnTo>
                    <a:pt x="3164349" y="3025501"/>
                  </a:lnTo>
                  <a:lnTo>
                    <a:pt x="3155679" y="3025501"/>
                  </a:lnTo>
                  <a:lnTo>
                    <a:pt x="3147010" y="3025501"/>
                  </a:lnTo>
                  <a:lnTo>
                    <a:pt x="3138340" y="3025501"/>
                  </a:lnTo>
                  <a:lnTo>
                    <a:pt x="3129671" y="3025501"/>
                  </a:lnTo>
                  <a:lnTo>
                    <a:pt x="3121001" y="3025501"/>
                  </a:lnTo>
                  <a:lnTo>
                    <a:pt x="3112332" y="3025501"/>
                  </a:lnTo>
                  <a:lnTo>
                    <a:pt x="3103662" y="3025501"/>
                  </a:lnTo>
                  <a:lnTo>
                    <a:pt x="3094993" y="3025501"/>
                  </a:lnTo>
                  <a:lnTo>
                    <a:pt x="3086324" y="3025501"/>
                  </a:lnTo>
                  <a:lnTo>
                    <a:pt x="3077654" y="3025501"/>
                  </a:lnTo>
                  <a:lnTo>
                    <a:pt x="3068985" y="3025501"/>
                  </a:lnTo>
                  <a:lnTo>
                    <a:pt x="3060315" y="3025501"/>
                  </a:lnTo>
                  <a:lnTo>
                    <a:pt x="3051646" y="3025501"/>
                  </a:lnTo>
                  <a:lnTo>
                    <a:pt x="3042976" y="3025501"/>
                  </a:lnTo>
                  <a:lnTo>
                    <a:pt x="3034307" y="3025501"/>
                  </a:lnTo>
                  <a:lnTo>
                    <a:pt x="3025637" y="3025501"/>
                  </a:lnTo>
                  <a:lnTo>
                    <a:pt x="3016968" y="3025501"/>
                  </a:lnTo>
                  <a:lnTo>
                    <a:pt x="3008299" y="3025501"/>
                  </a:lnTo>
                  <a:lnTo>
                    <a:pt x="2999629" y="3025501"/>
                  </a:lnTo>
                  <a:lnTo>
                    <a:pt x="2990960" y="3025501"/>
                  </a:lnTo>
                  <a:lnTo>
                    <a:pt x="2982290" y="3025501"/>
                  </a:lnTo>
                  <a:lnTo>
                    <a:pt x="2973621" y="3025501"/>
                  </a:lnTo>
                  <a:lnTo>
                    <a:pt x="2964951" y="3025501"/>
                  </a:lnTo>
                  <a:lnTo>
                    <a:pt x="2956282" y="3025501"/>
                  </a:lnTo>
                  <a:lnTo>
                    <a:pt x="2947612" y="3025501"/>
                  </a:lnTo>
                  <a:lnTo>
                    <a:pt x="2938943" y="3025501"/>
                  </a:lnTo>
                  <a:lnTo>
                    <a:pt x="2930273" y="3025501"/>
                  </a:lnTo>
                  <a:lnTo>
                    <a:pt x="2921604" y="3025501"/>
                  </a:lnTo>
                  <a:lnTo>
                    <a:pt x="2912935" y="3025501"/>
                  </a:lnTo>
                  <a:lnTo>
                    <a:pt x="2904265" y="3025501"/>
                  </a:lnTo>
                  <a:lnTo>
                    <a:pt x="2895596" y="3025501"/>
                  </a:lnTo>
                  <a:lnTo>
                    <a:pt x="2886926" y="3025501"/>
                  </a:lnTo>
                  <a:lnTo>
                    <a:pt x="2878257" y="3025501"/>
                  </a:lnTo>
                  <a:lnTo>
                    <a:pt x="2869587" y="3025501"/>
                  </a:lnTo>
                  <a:lnTo>
                    <a:pt x="2860918" y="3025501"/>
                  </a:lnTo>
                  <a:lnTo>
                    <a:pt x="2852248" y="3025501"/>
                  </a:lnTo>
                  <a:lnTo>
                    <a:pt x="2843579" y="3025501"/>
                  </a:lnTo>
                  <a:lnTo>
                    <a:pt x="2834910" y="3025501"/>
                  </a:lnTo>
                  <a:lnTo>
                    <a:pt x="2826240" y="3025501"/>
                  </a:lnTo>
                  <a:lnTo>
                    <a:pt x="2817571" y="3025501"/>
                  </a:lnTo>
                  <a:lnTo>
                    <a:pt x="2808901" y="3025501"/>
                  </a:lnTo>
                  <a:lnTo>
                    <a:pt x="2800232" y="3025501"/>
                  </a:lnTo>
                  <a:lnTo>
                    <a:pt x="2791562" y="3025501"/>
                  </a:lnTo>
                  <a:lnTo>
                    <a:pt x="2782893" y="3025501"/>
                  </a:lnTo>
                  <a:lnTo>
                    <a:pt x="2774223" y="3025501"/>
                  </a:lnTo>
                  <a:lnTo>
                    <a:pt x="2765554" y="3025501"/>
                  </a:lnTo>
                  <a:lnTo>
                    <a:pt x="2756884" y="3025501"/>
                  </a:lnTo>
                  <a:lnTo>
                    <a:pt x="2748215" y="3025501"/>
                  </a:lnTo>
                  <a:lnTo>
                    <a:pt x="2739546" y="3025501"/>
                  </a:lnTo>
                  <a:lnTo>
                    <a:pt x="2730876" y="3025501"/>
                  </a:lnTo>
                  <a:lnTo>
                    <a:pt x="2722207" y="3025501"/>
                  </a:lnTo>
                  <a:lnTo>
                    <a:pt x="2713537" y="3025501"/>
                  </a:lnTo>
                  <a:lnTo>
                    <a:pt x="2704868" y="3025501"/>
                  </a:lnTo>
                  <a:lnTo>
                    <a:pt x="2696198" y="3025501"/>
                  </a:lnTo>
                  <a:lnTo>
                    <a:pt x="2687529" y="3025501"/>
                  </a:lnTo>
                  <a:lnTo>
                    <a:pt x="2678859" y="3025501"/>
                  </a:lnTo>
                  <a:lnTo>
                    <a:pt x="2670190" y="3025501"/>
                  </a:lnTo>
                  <a:lnTo>
                    <a:pt x="2661521" y="3025501"/>
                  </a:lnTo>
                  <a:lnTo>
                    <a:pt x="2652851" y="3025501"/>
                  </a:lnTo>
                  <a:lnTo>
                    <a:pt x="2644182" y="3025501"/>
                  </a:lnTo>
                  <a:lnTo>
                    <a:pt x="2635512" y="3025501"/>
                  </a:lnTo>
                  <a:lnTo>
                    <a:pt x="2626843" y="3025501"/>
                  </a:lnTo>
                  <a:lnTo>
                    <a:pt x="2618173" y="3025501"/>
                  </a:lnTo>
                  <a:lnTo>
                    <a:pt x="2609504" y="3025501"/>
                  </a:lnTo>
                  <a:lnTo>
                    <a:pt x="2600834" y="3025501"/>
                  </a:lnTo>
                  <a:lnTo>
                    <a:pt x="2592165" y="3025501"/>
                  </a:lnTo>
                  <a:lnTo>
                    <a:pt x="2583495" y="3025501"/>
                  </a:lnTo>
                  <a:lnTo>
                    <a:pt x="2574826" y="3025501"/>
                  </a:lnTo>
                  <a:lnTo>
                    <a:pt x="2566157" y="3025501"/>
                  </a:lnTo>
                  <a:lnTo>
                    <a:pt x="2557487" y="3025501"/>
                  </a:lnTo>
                  <a:lnTo>
                    <a:pt x="2548818" y="3025501"/>
                  </a:lnTo>
                  <a:lnTo>
                    <a:pt x="2540148" y="3025501"/>
                  </a:lnTo>
                  <a:lnTo>
                    <a:pt x="2531479" y="3025501"/>
                  </a:lnTo>
                  <a:lnTo>
                    <a:pt x="2522809" y="3025501"/>
                  </a:lnTo>
                  <a:lnTo>
                    <a:pt x="2514140" y="3025501"/>
                  </a:lnTo>
                  <a:lnTo>
                    <a:pt x="2505470" y="3025501"/>
                  </a:lnTo>
                  <a:lnTo>
                    <a:pt x="2496801" y="3025501"/>
                  </a:lnTo>
                  <a:lnTo>
                    <a:pt x="2488132" y="3025501"/>
                  </a:lnTo>
                  <a:lnTo>
                    <a:pt x="2479462" y="3025501"/>
                  </a:lnTo>
                  <a:lnTo>
                    <a:pt x="2470793" y="3025501"/>
                  </a:lnTo>
                  <a:lnTo>
                    <a:pt x="2462123" y="3025501"/>
                  </a:lnTo>
                  <a:lnTo>
                    <a:pt x="2453454" y="3025501"/>
                  </a:lnTo>
                  <a:lnTo>
                    <a:pt x="2444784" y="3025501"/>
                  </a:lnTo>
                  <a:lnTo>
                    <a:pt x="2436115" y="3025501"/>
                  </a:lnTo>
                  <a:lnTo>
                    <a:pt x="2427445" y="3025501"/>
                  </a:lnTo>
                  <a:lnTo>
                    <a:pt x="2418776" y="3025501"/>
                  </a:lnTo>
                  <a:lnTo>
                    <a:pt x="2410107" y="3025501"/>
                  </a:lnTo>
                  <a:lnTo>
                    <a:pt x="2401437" y="3025501"/>
                  </a:lnTo>
                  <a:lnTo>
                    <a:pt x="2392768" y="3025501"/>
                  </a:lnTo>
                  <a:lnTo>
                    <a:pt x="2384098" y="3025501"/>
                  </a:lnTo>
                  <a:lnTo>
                    <a:pt x="2375429" y="3025501"/>
                  </a:lnTo>
                  <a:lnTo>
                    <a:pt x="2366759" y="3025501"/>
                  </a:lnTo>
                  <a:lnTo>
                    <a:pt x="2358090" y="3025501"/>
                  </a:lnTo>
                  <a:lnTo>
                    <a:pt x="2349420" y="3025501"/>
                  </a:lnTo>
                  <a:lnTo>
                    <a:pt x="2340751" y="3025501"/>
                  </a:lnTo>
                  <a:lnTo>
                    <a:pt x="2332081" y="3025501"/>
                  </a:lnTo>
                  <a:lnTo>
                    <a:pt x="2323412" y="3025501"/>
                  </a:lnTo>
                  <a:lnTo>
                    <a:pt x="2314743" y="3025501"/>
                  </a:lnTo>
                  <a:lnTo>
                    <a:pt x="2306073" y="3025501"/>
                  </a:lnTo>
                  <a:lnTo>
                    <a:pt x="2297404" y="3025501"/>
                  </a:lnTo>
                  <a:lnTo>
                    <a:pt x="2288734" y="3025501"/>
                  </a:lnTo>
                  <a:lnTo>
                    <a:pt x="2280065" y="3025501"/>
                  </a:lnTo>
                  <a:lnTo>
                    <a:pt x="2271395" y="3025501"/>
                  </a:lnTo>
                  <a:lnTo>
                    <a:pt x="2262726" y="3025501"/>
                  </a:lnTo>
                  <a:lnTo>
                    <a:pt x="2254056" y="3025501"/>
                  </a:lnTo>
                  <a:lnTo>
                    <a:pt x="2245387" y="3025501"/>
                  </a:lnTo>
                  <a:lnTo>
                    <a:pt x="2236718" y="3025501"/>
                  </a:lnTo>
                  <a:lnTo>
                    <a:pt x="2228048" y="3025501"/>
                  </a:lnTo>
                  <a:lnTo>
                    <a:pt x="2219379" y="3025501"/>
                  </a:lnTo>
                  <a:lnTo>
                    <a:pt x="2210709" y="3025501"/>
                  </a:lnTo>
                  <a:lnTo>
                    <a:pt x="2202040" y="3025501"/>
                  </a:lnTo>
                  <a:lnTo>
                    <a:pt x="2193370" y="3025501"/>
                  </a:lnTo>
                  <a:lnTo>
                    <a:pt x="2184701" y="3025501"/>
                  </a:lnTo>
                  <a:lnTo>
                    <a:pt x="2176031" y="3025501"/>
                  </a:lnTo>
                  <a:lnTo>
                    <a:pt x="2167362" y="3025501"/>
                  </a:lnTo>
                  <a:lnTo>
                    <a:pt x="2158692" y="3025501"/>
                  </a:lnTo>
                  <a:lnTo>
                    <a:pt x="2150023" y="3025501"/>
                  </a:lnTo>
                  <a:lnTo>
                    <a:pt x="2141354" y="3025501"/>
                  </a:lnTo>
                  <a:lnTo>
                    <a:pt x="2132684" y="3025501"/>
                  </a:lnTo>
                  <a:lnTo>
                    <a:pt x="2124015" y="3025501"/>
                  </a:lnTo>
                  <a:lnTo>
                    <a:pt x="2115345" y="3025501"/>
                  </a:lnTo>
                  <a:lnTo>
                    <a:pt x="2106676" y="3025501"/>
                  </a:lnTo>
                  <a:lnTo>
                    <a:pt x="2098006" y="3025501"/>
                  </a:lnTo>
                  <a:lnTo>
                    <a:pt x="2089337" y="3025501"/>
                  </a:lnTo>
                  <a:lnTo>
                    <a:pt x="2080667" y="3025501"/>
                  </a:lnTo>
                  <a:lnTo>
                    <a:pt x="2071998" y="3025501"/>
                  </a:lnTo>
                  <a:lnTo>
                    <a:pt x="2063329" y="3025501"/>
                  </a:lnTo>
                  <a:lnTo>
                    <a:pt x="2054659" y="3025501"/>
                  </a:lnTo>
                  <a:lnTo>
                    <a:pt x="2045990" y="3025501"/>
                  </a:lnTo>
                  <a:lnTo>
                    <a:pt x="2037320" y="3025501"/>
                  </a:lnTo>
                  <a:lnTo>
                    <a:pt x="2028651" y="3025501"/>
                  </a:lnTo>
                  <a:lnTo>
                    <a:pt x="2019981" y="3025501"/>
                  </a:lnTo>
                  <a:lnTo>
                    <a:pt x="2011312" y="3025501"/>
                  </a:lnTo>
                  <a:lnTo>
                    <a:pt x="2002642" y="3025501"/>
                  </a:lnTo>
                  <a:lnTo>
                    <a:pt x="1993973" y="3025501"/>
                  </a:lnTo>
                  <a:lnTo>
                    <a:pt x="1985303" y="3025501"/>
                  </a:lnTo>
                  <a:lnTo>
                    <a:pt x="1976634" y="3025501"/>
                  </a:lnTo>
                  <a:lnTo>
                    <a:pt x="1967965" y="3025501"/>
                  </a:lnTo>
                  <a:lnTo>
                    <a:pt x="1959295" y="3025501"/>
                  </a:lnTo>
                  <a:lnTo>
                    <a:pt x="1950626" y="3025501"/>
                  </a:lnTo>
                  <a:lnTo>
                    <a:pt x="1941956" y="3025501"/>
                  </a:lnTo>
                  <a:lnTo>
                    <a:pt x="1933287" y="3025501"/>
                  </a:lnTo>
                  <a:lnTo>
                    <a:pt x="1924617" y="3025501"/>
                  </a:lnTo>
                  <a:lnTo>
                    <a:pt x="1915948" y="3025501"/>
                  </a:lnTo>
                  <a:lnTo>
                    <a:pt x="1907278" y="3025501"/>
                  </a:lnTo>
                  <a:lnTo>
                    <a:pt x="1898609" y="3025501"/>
                  </a:lnTo>
                  <a:lnTo>
                    <a:pt x="1889940" y="3025501"/>
                  </a:lnTo>
                  <a:lnTo>
                    <a:pt x="1881270" y="3025501"/>
                  </a:lnTo>
                  <a:lnTo>
                    <a:pt x="1872601" y="3025501"/>
                  </a:lnTo>
                  <a:lnTo>
                    <a:pt x="1863931" y="3025501"/>
                  </a:lnTo>
                  <a:lnTo>
                    <a:pt x="1855262" y="3025501"/>
                  </a:lnTo>
                  <a:lnTo>
                    <a:pt x="1846592" y="3025501"/>
                  </a:lnTo>
                  <a:lnTo>
                    <a:pt x="1837923" y="3025501"/>
                  </a:lnTo>
                  <a:lnTo>
                    <a:pt x="1829253" y="3025501"/>
                  </a:lnTo>
                  <a:lnTo>
                    <a:pt x="1820584" y="3025501"/>
                  </a:lnTo>
                  <a:lnTo>
                    <a:pt x="1811914" y="3025501"/>
                  </a:lnTo>
                  <a:lnTo>
                    <a:pt x="1803245" y="3025501"/>
                  </a:lnTo>
                  <a:lnTo>
                    <a:pt x="1794576" y="3025501"/>
                  </a:lnTo>
                  <a:lnTo>
                    <a:pt x="1785906" y="3025501"/>
                  </a:lnTo>
                  <a:lnTo>
                    <a:pt x="1777237" y="3025501"/>
                  </a:lnTo>
                  <a:lnTo>
                    <a:pt x="1768567" y="3025501"/>
                  </a:lnTo>
                  <a:lnTo>
                    <a:pt x="1759898" y="3025501"/>
                  </a:lnTo>
                  <a:lnTo>
                    <a:pt x="1751228" y="3025501"/>
                  </a:lnTo>
                  <a:lnTo>
                    <a:pt x="1742559" y="3025501"/>
                  </a:lnTo>
                  <a:lnTo>
                    <a:pt x="1733889" y="3025501"/>
                  </a:lnTo>
                  <a:lnTo>
                    <a:pt x="1725220" y="3025501"/>
                  </a:lnTo>
                  <a:lnTo>
                    <a:pt x="1716551" y="3025501"/>
                  </a:lnTo>
                  <a:lnTo>
                    <a:pt x="1707881" y="3025501"/>
                  </a:lnTo>
                  <a:lnTo>
                    <a:pt x="1699212" y="3025501"/>
                  </a:lnTo>
                  <a:lnTo>
                    <a:pt x="1690542" y="3025501"/>
                  </a:lnTo>
                  <a:lnTo>
                    <a:pt x="1681873" y="3025501"/>
                  </a:lnTo>
                  <a:lnTo>
                    <a:pt x="1673203" y="3025501"/>
                  </a:lnTo>
                  <a:lnTo>
                    <a:pt x="1664534" y="3025501"/>
                  </a:lnTo>
                  <a:lnTo>
                    <a:pt x="1655864" y="3025501"/>
                  </a:lnTo>
                  <a:lnTo>
                    <a:pt x="1647195" y="3025501"/>
                  </a:lnTo>
                  <a:lnTo>
                    <a:pt x="1638525" y="3025501"/>
                  </a:lnTo>
                  <a:lnTo>
                    <a:pt x="1629856" y="3025501"/>
                  </a:lnTo>
                  <a:lnTo>
                    <a:pt x="1621187" y="3025501"/>
                  </a:lnTo>
                  <a:lnTo>
                    <a:pt x="1612517" y="3025501"/>
                  </a:lnTo>
                  <a:lnTo>
                    <a:pt x="1603848" y="3025501"/>
                  </a:lnTo>
                  <a:lnTo>
                    <a:pt x="1595178" y="3025501"/>
                  </a:lnTo>
                  <a:lnTo>
                    <a:pt x="1586509" y="3025501"/>
                  </a:lnTo>
                  <a:lnTo>
                    <a:pt x="1577839" y="3025501"/>
                  </a:lnTo>
                  <a:lnTo>
                    <a:pt x="1569170" y="3025501"/>
                  </a:lnTo>
                  <a:lnTo>
                    <a:pt x="1560500" y="3025501"/>
                  </a:lnTo>
                  <a:lnTo>
                    <a:pt x="1551831" y="3025501"/>
                  </a:lnTo>
                  <a:lnTo>
                    <a:pt x="1543162" y="3025501"/>
                  </a:lnTo>
                  <a:lnTo>
                    <a:pt x="1534492" y="3025501"/>
                  </a:lnTo>
                  <a:lnTo>
                    <a:pt x="1525823" y="3025501"/>
                  </a:lnTo>
                  <a:lnTo>
                    <a:pt x="1517153" y="3025501"/>
                  </a:lnTo>
                  <a:lnTo>
                    <a:pt x="1508484" y="3025501"/>
                  </a:lnTo>
                  <a:lnTo>
                    <a:pt x="1499814" y="3025501"/>
                  </a:lnTo>
                  <a:lnTo>
                    <a:pt x="1491145" y="3025501"/>
                  </a:lnTo>
                  <a:lnTo>
                    <a:pt x="1482475" y="3025501"/>
                  </a:lnTo>
                  <a:lnTo>
                    <a:pt x="1473806" y="3025501"/>
                  </a:lnTo>
                  <a:lnTo>
                    <a:pt x="1465136" y="3025501"/>
                  </a:lnTo>
                  <a:lnTo>
                    <a:pt x="1456467" y="3025501"/>
                  </a:lnTo>
                  <a:lnTo>
                    <a:pt x="1447798" y="3025501"/>
                  </a:lnTo>
                  <a:lnTo>
                    <a:pt x="1439128" y="3025501"/>
                  </a:lnTo>
                  <a:lnTo>
                    <a:pt x="1430459" y="3025501"/>
                  </a:lnTo>
                  <a:lnTo>
                    <a:pt x="1421789" y="3025501"/>
                  </a:lnTo>
                  <a:lnTo>
                    <a:pt x="1413120" y="3025501"/>
                  </a:lnTo>
                  <a:lnTo>
                    <a:pt x="1404450" y="3025501"/>
                  </a:lnTo>
                  <a:lnTo>
                    <a:pt x="1395781" y="3025501"/>
                  </a:lnTo>
                  <a:lnTo>
                    <a:pt x="1387111" y="3025501"/>
                  </a:lnTo>
                  <a:lnTo>
                    <a:pt x="1378442" y="3025501"/>
                  </a:lnTo>
                  <a:lnTo>
                    <a:pt x="1369773" y="3025501"/>
                  </a:lnTo>
                  <a:lnTo>
                    <a:pt x="1361103" y="3025501"/>
                  </a:lnTo>
                  <a:lnTo>
                    <a:pt x="1352434" y="3025501"/>
                  </a:lnTo>
                  <a:lnTo>
                    <a:pt x="1343764" y="3025501"/>
                  </a:lnTo>
                  <a:lnTo>
                    <a:pt x="1335095" y="3025501"/>
                  </a:lnTo>
                  <a:lnTo>
                    <a:pt x="1326425" y="3025501"/>
                  </a:lnTo>
                  <a:lnTo>
                    <a:pt x="1317756" y="3025501"/>
                  </a:lnTo>
                  <a:lnTo>
                    <a:pt x="1309086" y="3025501"/>
                  </a:lnTo>
                  <a:lnTo>
                    <a:pt x="1300417" y="3025501"/>
                  </a:lnTo>
                  <a:lnTo>
                    <a:pt x="1291747" y="3025501"/>
                  </a:lnTo>
                  <a:lnTo>
                    <a:pt x="1283078" y="3025501"/>
                  </a:lnTo>
                  <a:lnTo>
                    <a:pt x="1274409" y="3025501"/>
                  </a:lnTo>
                  <a:lnTo>
                    <a:pt x="1265739" y="3025501"/>
                  </a:lnTo>
                  <a:lnTo>
                    <a:pt x="1257070" y="3025501"/>
                  </a:lnTo>
                  <a:lnTo>
                    <a:pt x="1248400" y="3025501"/>
                  </a:lnTo>
                  <a:lnTo>
                    <a:pt x="1239731" y="3025501"/>
                  </a:lnTo>
                  <a:lnTo>
                    <a:pt x="1231061" y="3025501"/>
                  </a:lnTo>
                  <a:lnTo>
                    <a:pt x="1222392" y="3025501"/>
                  </a:lnTo>
                  <a:lnTo>
                    <a:pt x="1213722" y="3025501"/>
                  </a:lnTo>
                  <a:lnTo>
                    <a:pt x="1205053" y="3025501"/>
                  </a:lnTo>
                  <a:lnTo>
                    <a:pt x="1196384" y="3025501"/>
                  </a:lnTo>
                  <a:lnTo>
                    <a:pt x="1187714" y="3025501"/>
                  </a:lnTo>
                  <a:lnTo>
                    <a:pt x="1179045" y="3025501"/>
                  </a:lnTo>
                  <a:lnTo>
                    <a:pt x="1170375" y="3025501"/>
                  </a:lnTo>
                  <a:lnTo>
                    <a:pt x="1161706" y="3025501"/>
                  </a:lnTo>
                  <a:lnTo>
                    <a:pt x="1153036" y="3025501"/>
                  </a:lnTo>
                  <a:lnTo>
                    <a:pt x="1144367" y="3025501"/>
                  </a:lnTo>
                  <a:lnTo>
                    <a:pt x="1135697" y="3025501"/>
                  </a:lnTo>
                  <a:lnTo>
                    <a:pt x="1127028" y="3025501"/>
                  </a:lnTo>
                  <a:lnTo>
                    <a:pt x="1118359" y="3025501"/>
                  </a:lnTo>
                  <a:lnTo>
                    <a:pt x="1109689" y="3025501"/>
                  </a:lnTo>
                  <a:lnTo>
                    <a:pt x="1101020" y="3025501"/>
                  </a:lnTo>
                  <a:lnTo>
                    <a:pt x="1092350" y="3025501"/>
                  </a:lnTo>
                  <a:lnTo>
                    <a:pt x="1083681" y="3025501"/>
                  </a:lnTo>
                  <a:lnTo>
                    <a:pt x="1075011" y="3025501"/>
                  </a:lnTo>
                  <a:lnTo>
                    <a:pt x="1066342" y="3025501"/>
                  </a:lnTo>
                  <a:lnTo>
                    <a:pt x="1057672" y="3025501"/>
                  </a:lnTo>
                  <a:lnTo>
                    <a:pt x="1049003" y="3025501"/>
                  </a:lnTo>
                  <a:lnTo>
                    <a:pt x="1040333" y="3025501"/>
                  </a:lnTo>
                  <a:lnTo>
                    <a:pt x="1031664" y="3025501"/>
                  </a:lnTo>
                  <a:lnTo>
                    <a:pt x="1022995" y="3025501"/>
                  </a:lnTo>
                  <a:lnTo>
                    <a:pt x="1014325" y="3025501"/>
                  </a:lnTo>
                  <a:lnTo>
                    <a:pt x="1005656" y="3025501"/>
                  </a:lnTo>
                  <a:lnTo>
                    <a:pt x="996986" y="3025501"/>
                  </a:lnTo>
                  <a:lnTo>
                    <a:pt x="988317" y="3025501"/>
                  </a:lnTo>
                  <a:lnTo>
                    <a:pt x="979647" y="3025501"/>
                  </a:lnTo>
                  <a:lnTo>
                    <a:pt x="970978" y="3025501"/>
                  </a:lnTo>
                  <a:lnTo>
                    <a:pt x="962308" y="3025501"/>
                  </a:lnTo>
                  <a:lnTo>
                    <a:pt x="953639" y="3025501"/>
                  </a:lnTo>
                  <a:lnTo>
                    <a:pt x="944970" y="3025501"/>
                  </a:lnTo>
                  <a:lnTo>
                    <a:pt x="936300" y="3025501"/>
                  </a:lnTo>
                  <a:lnTo>
                    <a:pt x="927631" y="3025501"/>
                  </a:lnTo>
                  <a:lnTo>
                    <a:pt x="918961" y="3025501"/>
                  </a:lnTo>
                  <a:lnTo>
                    <a:pt x="910292" y="3025501"/>
                  </a:lnTo>
                  <a:lnTo>
                    <a:pt x="901622" y="3025501"/>
                  </a:lnTo>
                  <a:lnTo>
                    <a:pt x="892953" y="3025501"/>
                  </a:lnTo>
                  <a:lnTo>
                    <a:pt x="884283" y="3025501"/>
                  </a:lnTo>
                  <a:lnTo>
                    <a:pt x="875614" y="3025501"/>
                  </a:lnTo>
                  <a:lnTo>
                    <a:pt x="866944" y="3025501"/>
                  </a:lnTo>
                  <a:lnTo>
                    <a:pt x="858275" y="3025501"/>
                  </a:lnTo>
                  <a:lnTo>
                    <a:pt x="849606" y="3025501"/>
                  </a:lnTo>
                  <a:lnTo>
                    <a:pt x="840936" y="3025501"/>
                  </a:lnTo>
                  <a:lnTo>
                    <a:pt x="832267" y="3025501"/>
                  </a:lnTo>
                  <a:lnTo>
                    <a:pt x="823597" y="3025501"/>
                  </a:lnTo>
                  <a:lnTo>
                    <a:pt x="814928" y="3025501"/>
                  </a:lnTo>
                  <a:lnTo>
                    <a:pt x="806258" y="3025501"/>
                  </a:lnTo>
                  <a:lnTo>
                    <a:pt x="797589" y="3025501"/>
                  </a:lnTo>
                  <a:lnTo>
                    <a:pt x="788919" y="3025501"/>
                  </a:lnTo>
                  <a:lnTo>
                    <a:pt x="780250" y="3025501"/>
                  </a:lnTo>
                  <a:lnTo>
                    <a:pt x="771581" y="3025501"/>
                  </a:lnTo>
                  <a:lnTo>
                    <a:pt x="762911" y="3025501"/>
                  </a:lnTo>
                  <a:lnTo>
                    <a:pt x="754242" y="3025501"/>
                  </a:lnTo>
                  <a:lnTo>
                    <a:pt x="745572" y="3025501"/>
                  </a:lnTo>
                  <a:lnTo>
                    <a:pt x="736903" y="3025501"/>
                  </a:lnTo>
                  <a:lnTo>
                    <a:pt x="728233" y="3025501"/>
                  </a:lnTo>
                  <a:lnTo>
                    <a:pt x="719564" y="3025501"/>
                  </a:lnTo>
                  <a:lnTo>
                    <a:pt x="710894" y="3025501"/>
                  </a:lnTo>
                  <a:lnTo>
                    <a:pt x="702225" y="3025501"/>
                  </a:lnTo>
                  <a:lnTo>
                    <a:pt x="693555" y="3025501"/>
                  </a:lnTo>
                  <a:lnTo>
                    <a:pt x="684886" y="3025501"/>
                  </a:lnTo>
                  <a:lnTo>
                    <a:pt x="676217" y="3025501"/>
                  </a:lnTo>
                  <a:lnTo>
                    <a:pt x="667547" y="3025501"/>
                  </a:lnTo>
                  <a:lnTo>
                    <a:pt x="658878" y="3025501"/>
                  </a:lnTo>
                  <a:lnTo>
                    <a:pt x="650208" y="3025501"/>
                  </a:lnTo>
                  <a:lnTo>
                    <a:pt x="641539" y="3025501"/>
                  </a:lnTo>
                  <a:lnTo>
                    <a:pt x="632869" y="3025501"/>
                  </a:lnTo>
                  <a:lnTo>
                    <a:pt x="624200" y="3025501"/>
                  </a:lnTo>
                  <a:lnTo>
                    <a:pt x="615530" y="3025501"/>
                  </a:lnTo>
                  <a:lnTo>
                    <a:pt x="606861" y="3025501"/>
                  </a:lnTo>
                  <a:lnTo>
                    <a:pt x="598192" y="3025501"/>
                  </a:lnTo>
                  <a:lnTo>
                    <a:pt x="589522" y="3025501"/>
                  </a:lnTo>
                  <a:lnTo>
                    <a:pt x="580853" y="3025501"/>
                  </a:lnTo>
                  <a:lnTo>
                    <a:pt x="572183" y="3025501"/>
                  </a:lnTo>
                  <a:lnTo>
                    <a:pt x="563514" y="3025501"/>
                  </a:lnTo>
                  <a:lnTo>
                    <a:pt x="554844" y="3025501"/>
                  </a:lnTo>
                  <a:lnTo>
                    <a:pt x="546175" y="3025501"/>
                  </a:lnTo>
                  <a:lnTo>
                    <a:pt x="537505" y="3025501"/>
                  </a:lnTo>
                  <a:lnTo>
                    <a:pt x="528836" y="3025501"/>
                  </a:lnTo>
                  <a:lnTo>
                    <a:pt x="520166" y="3025501"/>
                  </a:lnTo>
                  <a:lnTo>
                    <a:pt x="511497" y="3025501"/>
                  </a:lnTo>
                  <a:lnTo>
                    <a:pt x="502828" y="3025501"/>
                  </a:lnTo>
                  <a:lnTo>
                    <a:pt x="494158" y="3025501"/>
                  </a:lnTo>
                  <a:lnTo>
                    <a:pt x="485489" y="3025501"/>
                  </a:lnTo>
                  <a:lnTo>
                    <a:pt x="476819" y="3025501"/>
                  </a:lnTo>
                  <a:lnTo>
                    <a:pt x="468150" y="3025501"/>
                  </a:lnTo>
                  <a:lnTo>
                    <a:pt x="459480" y="3025501"/>
                  </a:lnTo>
                  <a:lnTo>
                    <a:pt x="450811" y="3025501"/>
                  </a:lnTo>
                  <a:lnTo>
                    <a:pt x="442141" y="3025501"/>
                  </a:lnTo>
                  <a:lnTo>
                    <a:pt x="433472" y="3025501"/>
                  </a:lnTo>
                  <a:lnTo>
                    <a:pt x="424803" y="3025501"/>
                  </a:lnTo>
                  <a:lnTo>
                    <a:pt x="416133" y="3025501"/>
                  </a:lnTo>
                  <a:lnTo>
                    <a:pt x="407464" y="3025501"/>
                  </a:lnTo>
                  <a:lnTo>
                    <a:pt x="398794" y="3025501"/>
                  </a:lnTo>
                  <a:lnTo>
                    <a:pt x="390125" y="3025501"/>
                  </a:lnTo>
                  <a:lnTo>
                    <a:pt x="381455" y="3025501"/>
                  </a:lnTo>
                  <a:lnTo>
                    <a:pt x="372786" y="3025501"/>
                  </a:lnTo>
                  <a:lnTo>
                    <a:pt x="364116" y="3025501"/>
                  </a:lnTo>
                  <a:lnTo>
                    <a:pt x="355447" y="3025501"/>
                  </a:lnTo>
                  <a:lnTo>
                    <a:pt x="346777" y="3025501"/>
                  </a:lnTo>
                  <a:lnTo>
                    <a:pt x="338108" y="3025501"/>
                  </a:lnTo>
                  <a:lnTo>
                    <a:pt x="329439" y="3025501"/>
                  </a:lnTo>
                  <a:lnTo>
                    <a:pt x="320769" y="3025501"/>
                  </a:lnTo>
                  <a:lnTo>
                    <a:pt x="312100" y="3025501"/>
                  </a:lnTo>
                  <a:lnTo>
                    <a:pt x="303430" y="3025501"/>
                  </a:lnTo>
                  <a:lnTo>
                    <a:pt x="294761" y="3025501"/>
                  </a:lnTo>
                  <a:lnTo>
                    <a:pt x="286091" y="3025501"/>
                  </a:lnTo>
                  <a:lnTo>
                    <a:pt x="277422" y="3025501"/>
                  </a:lnTo>
                  <a:lnTo>
                    <a:pt x="268752" y="3025501"/>
                  </a:lnTo>
                  <a:lnTo>
                    <a:pt x="260083" y="3025501"/>
                  </a:lnTo>
                  <a:lnTo>
                    <a:pt x="251414" y="3025501"/>
                  </a:lnTo>
                  <a:lnTo>
                    <a:pt x="242744" y="3025501"/>
                  </a:lnTo>
                  <a:lnTo>
                    <a:pt x="234075" y="3025501"/>
                  </a:lnTo>
                  <a:lnTo>
                    <a:pt x="225405" y="3025501"/>
                  </a:lnTo>
                  <a:lnTo>
                    <a:pt x="216736" y="3025501"/>
                  </a:lnTo>
                  <a:lnTo>
                    <a:pt x="208066" y="3025501"/>
                  </a:lnTo>
                  <a:lnTo>
                    <a:pt x="199397" y="3025501"/>
                  </a:lnTo>
                  <a:lnTo>
                    <a:pt x="190727" y="3025501"/>
                  </a:lnTo>
                  <a:lnTo>
                    <a:pt x="182058" y="3025501"/>
                  </a:lnTo>
                  <a:lnTo>
                    <a:pt x="173388" y="3025501"/>
                  </a:lnTo>
                  <a:lnTo>
                    <a:pt x="164719" y="3025501"/>
                  </a:lnTo>
                  <a:lnTo>
                    <a:pt x="156050" y="3025501"/>
                  </a:lnTo>
                  <a:lnTo>
                    <a:pt x="147380" y="3025501"/>
                  </a:lnTo>
                  <a:lnTo>
                    <a:pt x="138711" y="3025501"/>
                  </a:lnTo>
                  <a:lnTo>
                    <a:pt x="130041" y="3025501"/>
                  </a:lnTo>
                  <a:lnTo>
                    <a:pt x="121372" y="3025501"/>
                  </a:lnTo>
                  <a:lnTo>
                    <a:pt x="112702" y="3025501"/>
                  </a:lnTo>
                  <a:lnTo>
                    <a:pt x="104033" y="3025501"/>
                  </a:lnTo>
                  <a:lnTo>
                    <a:pt x="95363" y="3025501"/>
                  </a:lnTo>
                  <a:lnTo>
                    <a:pt x="86694" y="3025501"/>
                  </a:lnTo>
                  <a:lnTo>
                    <a:pt x="78025" y="3025501"/>
                  </a:lnTo>
                  <a:lnTo>
                    <a:pt x="69355" y="3025501"/>
                  </a:lnTo>
                  <a:lnTo>
                    <a:pt x="60686" y="3025501"/>
                  </a:lnTo>
                  <a:lnTo>
                    <a:pt x="52016" y="3025501"/>
                  </a:lnTo>
                  <a:lnTo>
                    <a:pt x="43347" y="3025501"/>
                  </a:lnTo>
                  <a:lnTo>
                    <a:pt x="34677" y="3025501"/>
                  </a:lnTo>
                  <a:lnTo>
                    <a:pt x="26008" y="3025501"/>
                  </a:lnTo>
                  <a:lnTo>
                    <a:pt x="17338" y="3025501"/>
                  </a:lnTo>
                  <a:lnTo>
                    <a:pt x="8669" y="3025501"/>
                  </a:lnTo>
                  <a:lnTo>
                    <a:pt x="0" y="3025501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492668" y="2422549"/>
              <a:ext cx="4430088" cy="2312185"/>
            </a:xfrm>
            <a:custGeom>
              <a:avLst/>
              <a:pathLst>
                <a:path w="4430088" h="2312185">
                  <a:moveTo>
                    <a:pt x="0" y="2312185"/>
                  </a:moveTo>
                  <a:lnTo>
                    <a:pt x="8669" y="2287574"/>
                  </a:lnTo>
                  <a:lnTo>
                    <a:pt x="17338" y="2262639"/>
                  </a:lnTo>
                  <a:lnTo>
                    <a:pt x="26008" y="2237456"/>
                  </a:lnTo>
                  <a:lnTo>
                    <a:pt x="34677" y="2211841"/>
                  </a:lnTo>
                  <a:lnTo>
                    <a:pt x="43347" y="2185971"/>
                  </a:lnTo>
                  <a:lnTo>
                    <a:pt x="52016" y="2159895"/>
                  </a:lnTo>
                  <a:lnTo>
                    <a:pt x="60686" y="2133460"/>
                  </a:lnTo>
                  <a:lnTo>
                    <a:pt x="69355" y="2106841"/>
                  </a:lnTo>
                  <a:lnTo>
                    <a:pt x="78025" y="2080062"/>
                  </a:lnTo>
                  <a:lnTo>
                    <a:pt x="86694" y="2053013"/>
                  </a:lnTo>
                  <a:lnTo>
                    <a:pt x="95363" y="2025849"/>
                  </a:lnTo>
                  <a:lnTo>
                    <a:pt x="104033" y="1998577"/>
                  </a:lnTo>
                  <a:lnTo>
                    <a:pt x="112702" y="1971141"/>
                  </a:lnTo>
                  <a:lnTo>
                    <a:pt x="121372" y="1943654"/>
                  </a:lnTo>
                  <a:lnTo>
                    <a:pt x="130041" y="1916114"/>
                  </a:lnTo>
                  <a:lnTo>
                    <a:pt x="138711" y="1888533"/>
                  </a:lnTo>
                  <a:lnTo>
                    <a:pt x="147380" y="1860959"/>
                  </a:lnTo>
                  <a:lnTo>
                    <a:pt x="156050" y="1833396"/>
                  </a:lnTo>
                  <a:lnTo>
                    <a:pt x="164719" y="1805912"/>
                  </a:lnTo>
                  <a:lnTo>
                    <a:pt x="173388" y="1778494"/>
                  </a:lnTo>
                  <a:lnTo>
                    <a:pt x="182058" y="1751163"/>
                  </a:lnTo>
                  <a:lnTo>
                    <a:pt x="190727" y="1724021"/>
                  </a:lnTo>
                  <a:lnTo>
                    <a:pt x="199397" y="1697006"/>
                  </a:lnTo>
                  <a:lnTo>
                    <a:pt x="208066" y="1670161"/>
                  </a:lnTo>
                  <a:lnTo>
                    <a:pt x="216736" y="1643608"/>
                  </a:lnTo>
                  <a:lnTo>
                    <a:pt x="225405" y="1617239"/>
                  </a:lnTo>
                  <a:lnTo>
                    <a:pt x="234075" y="1591133"/>
                  </a:lnTo>
                  <a:lnTo>
                    <a:pt x="242744" y="1565407"/>
                  </a:lnTo>
                  <a:lnTo>
                    <a:pt x="251414" y="1539923"/>
                  </a:lnTo>
                  <a:lnTo>
                    <a:pt x="260083" y="1514796"/>
                  </a:lnTo>
                  <a:lnTo>
                    <a:pt x="268752" y="1490127"/>
                  </a:lnTo>
                  <a:lnTo>
                    <a:pt x="277422" y="1465752"/>
                  </a:lnTo>
                  <a:lnTo>
                    <a:pt x="286091" y="1441833"/>
                  </a:lnTo>
                  <a:lnTo>
                    <a:pt x="294761" y="1418434"/>
                  </a:lnTo>
                  <a:lnTo>
                    <a:pt x="303430" y="1395377"/>
                  </a:lnTo>
                  <a:lnTo>
                    <a:pt x="312100" y="1372875"/>
                  </a:lnTo>
                  <a:lnTo>
                    <a:pt x="320769" y="1350938"/>
                  </a:lnTo>
                  <a:lnTo>
                    <a:pt x="329439" y="1329387"/>
                  </a:lnTo>
                  <a:lnTo>
                    <a:pt x="338108" y="1308488"/>
                  </a:lnTo>
                  <a:lnTo>
                    <a:pt x="346777" y="1288184"/>
                  </a:lnTo>
                  <a:lnTo>
                    <a:pt x="355447" y="1268304"/>
                  </a:lnTo>
                  <a:lnTo>
                    <a:pt x="364116" y="1249166"/>
                  </a:lnTo>
                  <a:lnTo>
                    <a:pt x="372786" y="1230639"/>
                  </a:lnTo>
                  <a:lnTo>
                    <a:pt x="381455" y="1212566"/>
                  </a:lnTo>
                  <a:lnTo>
                    <a:pt x="390125" y="1195318"/>
                  </a:lnTo>
                  <a:lnTo>
                    <a:pt x="398794" y="1178683"/>
                  </a:lnTo>
                  <a:lnTo>
                    <a:pt x="407464" y="1162526"/>
                  </a:lnTo>
                  <a:lnTo>
                    <a:pt x="416133" y="1147267"/>
                  </a:lnTo>
                  <a:lnTo>
                    <a:pt x="424803" y="1132609"/>
                  </a:lnTo>
                  <a:lnTo>
                    <a:pt x="433472" y="1118445"/>
                  </a:lnTo>
                  <a:lnTo>
                    <a:pt x="442141" y="1105241"/>
                  </a:lnTo>
                  <a:lnTo>
                    <a:pt x="450811" y="1092613"/>
                  </a:lnTo>
                  <a:lnTo>
                    <a:pt x="459480" y="1080488"/>
                  </a:lnTo>
                  <a:lnTo>
                    <a:pt x="468150" y="1069370"/>
                  </a:lnTo>
                  <a:lnTo>
                    <a:pt x="476819" y="1058795"/>
                  </a:lnTo>
                  <a:lnTo>
                    <a:pt x="485489" y="1048724"/>
                  </a:lnTo>
                  <a:lnTo>
                    <a:pt x="494158" y="1039691"/>
                  </a:lnTo>
                  <a:lnTo>
                    <a:pt x="502828" y="1031159"/>
                  </a:lnTo>
                  <a:lnTo>
                    <a:pt x="511497" y="1023158"/>
                  </a:lnTo>
                  <a:lnTo>
                    <a:pt x="520166" y="1016145"/>
                  </a:lnTo>
                  <a:lnTo>
                    <a:pt x="528836" y="1009616"/>
                  </a:lnTo>
                  <a:lnTo>
                    <a:pt x="537505" y="1003638"/>
                  </a:lnTo>
                  <a:lnTo>
                    <a:pt x="546175" y="998579"/>
                  </a:lnTo>
                  <a:lnTo>
                    <a:pt x="554844" y="993985"/>
                  </a:lnTo>
                  <a:lnTo>
                    <a:pt x="563514" y="989950"/>
                  </a:lnTo>
                  <a:lnTo>
                    <a:pt x="572183" y="986756"/>
                  </a:lnTo>
                  <a:lnTo>
                    <a:pt x="580853" y="984000"/>
                  </a:lnTo>
                  <a:lnTo>
                    <a:pt x="589522" y="981802"/>
                  </a:lnTo>
                  <a:lnTo>
                    <a:pt x="598192" y="980356"/>
                  </a:lnTo>
                  <a:lnTo>
                    <a:pt x="606861" y="979318"/>
                  </a:lnTo>
                  <a:lnTo>
                    <a:pt x="615530" y="978823"/>
                  </a:lnTo>
                  <a:lnTo>
                    <a:pt x="624200" y="978988"/>
                  </a:lnTo>
                  <a:lnTo>
                    <a:pt x="632869" y="979524"/>
                  </a:lnTo>
                  <a:lnTo>
                    <a:pt x="641539" y="980576"/>
                  </a:lnTo>
                  <a:lnTo>
                    <a:pt x="650208" y="982193"/>
                  </a:lnTo>
                  <a:lnTo>
                    <a:pt x="658878" y="984141"/>
                  </a:lnTo>
                  <a:lnTo>
                    <a:pt x="667547" y="986566"/>
                  </a:lnTo>
                  <a:lnTo>
                    <a:pt x="676217" y="989461"/>
                  </a:lnTo>
                  <a:lnTo>
                    <a:pt x="684886" y="992641"/>
                  </a:lnTo>
                  <a:lnTo>
                    <a:pt x="693555" y="996249"/>
                  </a:lnTo>
                  <a:lnTo>
                    <a:pt x="702225" y="1000233"/>
                  </a:lnTo>
                  <a:lnTo>
                    <a:pt x="710894" y="1004456"/>
                  </a:lnTo>
                  <a:lnTo>
                    <a:pt x="719564" y="1009045"/>
                  </a:lnTo>
                  <a:lnTo>
                    <a:pt x="728233" y="1013921"/>
                  </a:lnTo>
                  <a:lnTo>
                    <a:pt x="736903" y="1018987"/>
                  </a:lnTo>
                  <a:lnTo>
                    <a:pt x="745572" y="1024350"/>
                  </a:lnTo>
                  <a:lnTo>
                    <a:pt x="754242" y="1029916"/>
                  </a:lnTo>
                  <a:lnTo>
                    <a:pt x="762911" y="1035622"/>
                  </a:lnTo>
                  <a:lnTo>
                    <a:pt x="771581" y="1041547"/>
                  </a:lnTo>
                  <a:lnTo>
                    <a:pt x="780250" y="1047599"/>
                  </a:lnTo>
                  <a:lnTo>
                    <a:pt x="788919" y="1053743"/>
                  </a:lnTo>
                  <a:lnTo>
                    <a:pt x="797589" y="1060022"/>
                  </a:lnTo>
                  <a:lnTo>
                    <a:pt x="806258" y="1066359"/>
                  </a:lnTo>
                  <a:lnTo>
                    <a:pt x="814928" y="1072742"/>
                  </a:lnTo>
                  <a:lnTo>
                    <a:pt x="823597" y="1079171"/>
                  </a:lnTo>
                  <a:lnTo>
                    <a:pt x="832267" y="1085601"/>
                  </a:lnTo>
                  <a:lnTo>
                    <a:pt x="840936" y="1092031"/>
                  </a:lnTo>
                  <a:lnTo>
                    <a:pt x="849606" y="1098419"/>
                  </a:lnTo>
                  <a:lnTo>
                    <a:pt x="858275" y="1104760"/>
                  </a:lnTo>
                  <a:lnTo>
                    <a:pt x="866944" y="1111058"/>
                  </a:lnTo>
                  <a:lnTo>
                    <a:pt x="875614" y="1117227"/>
                  </a:lnTo>
                  <a:lnTo>
                    <a:pt x="884283" y="1123312"/>
                  </a:lnTo>
                  <a:lnTo>
                    <a:pt x="892953" y="1129309"/>
                  </a:lnTo>
                  <a:lnTo>
                    <a:pt x="901622" y="1135104"/>
                  </a:lnTo>
                  <a:lnTo>
                    <a:pt x="910292" y="1140783"/>
                  </a:lnTo>
                  <a:lnTo>
                    <a:pt x="918961" y="1146328"/>
                  </a:lnTo>
                  <a:lnTo>
                    <a:pt x="927631" y="1151615"/>
                  </a:lnTo>
                  <a:lnTo>
                    <a:pt x="936300" y="1156757"/>
                  </a:lnTo>
                  <a:lnTo>
                    <a:pt x="944970" y="1161722"/>
                  </a:lnTo>
                  <a:lnTo>
                    <a:pt x="953639" y="1166387"/>
                  </a:lnTo>
                  <a:lnTo>
                    <a:pt x="962308" y="1170883"/>
                  </a:lnTo>
                  <a:lnTo>
                    <a:pt x="970978" y="1175161"/>
                  </a:lnTo>
                  <a:lnTo>
                    <a:pt x="979647" y="1179112"/>
                  </a:lnTo>
                  <a:lnTo>
                    <a:pt x="988317" y="1182876"/>
                  </a:lnTo>
                  <a:lnTo>
                    <a:pt x="996986" y="1186384"/>
                  </a:lnTo>
                  <a:lnTo>
                    <a:pt x="1005656" y="1189551"/>
                  </a:lnTo>
                  <a:lnTo>
                    <a:pt x="1014325" y="1192517"/>
                  </a:lnTo>
                  <a:lnTo>
                    <a:pt x="1022995" y="1195195"/>
                  </a:lnTo>
                  <a:lnTo>
                    <a:pt x="1031664" y="1197530"/>
                  </a:lnTo>
                  <a:lnTo>
                    <a:pt x="1040333" y="1199654"/>
                  </a:lnTo>
                  <a:lnTo>
                    <a:pt x="1049003" y="1201465"/>
                  </a:lnTo>
                  <a:lnTo>
                    <a:pt x="1057672" y="1202938"/>
                  </a:lnTo>
                  <a:lnTo>
                    <a:pt x="1066342" y="1204196"/>
                  </a:lnTo>
                  <a:lnTo>
                    <a:pt x="1075011" y="1205120"/>
                  </a:lnTo>
                  <a:lnTo>
                    <a:pt x="1083681" y="1205720"/>
                  </a:lnTo>
                  <a:lnTo>
                    <a:pt x="1092350" y="1206104"/>
                  </a:lnTo>
                  <a:lnTo>
                    <a:pt x="1101020" y="1206140"/>
                  </a:lnTo>
                  <a:lnTo>
                    <a:pt x="1109689" y="1205869"/>
                  </a:lnTo>
                  <a:lnTo>
                    <a:pt x="1118359" y="1205386"/>
                  </a:lnTo>
                  <a:lnTo>
                    <a:pt x="1127028" y="1204545"/>
                  </a:lnTo>
                  <a:lnTo>
                    <a:pt x="1135697" y="1203419"/>
                  </a:lnTo>
                  <a:lnTo>
                    <a:pt x="1144367" y="1202085"/>
                  </a:lnTo>
                  <a:lnTo>
                    <a:pt x="1153036" y="1200389"/>
                  </a:lnTo>
                  <a:lnTo>
                    <a:pt x="1161706" y="1198430"/>
                  </a:lnTo>
                  <a:lnTo>
                    <a:pt x="1170375" y="1196270"/>
                  </a:lnTo>
                  <a:lnTo>
                    <a:pt x="1179045" y="1193745"/>
                  </a:lnTo>
                  <a:lnTo>
                    <a:pt x="1187714" y="1190981"/>
                  </a:lnTo>
                  <a:lnTo>
                    <a:pt x="1196384" y="1188023"/>
                  </a:lnTo>
                  <a:lnTo>
                    <a:pt x="1205053" y="1184700"/>
                  </a:lnTo>
                  <a:lnTo>
                    <a:pt x="1213722" y="1181160"/>
                  </a:lnTo>
                  <a:lnTo>
                    <a:pt x="1222392" y="1177434"/>
                  </a:lnTo>
                  <a:lnTo>
                    <a:pt x="1231061" y="1173343"/>
                  </a:lnTo>
                  <a:lnTo>
                    <a:pt x="1239731" y="1169055"/>
                  </a:lnTo>
                  <a:lnTo>
                    <a:pt x="1248400" y="1164587"/>
                  </a:lnTo>
                  <a:lnTo>
                    <a:pt x="1257070" y="1159755"/>
                  </a:lnTo>
                  <a:lnTo>
                    <a:pt x="1265739" y="1154745"/>
                  </a:lnTo>
                  <a:lnTo>
                    <a:pt x="1274409" y="1149551"/>
                  </a:lnTo>
                  <a:lnTo>
                    <a:pt x="1283078" y="1144009"/>
                  </a:lnTo>
                  <a:lnTo>
                    <a:pt x="1291747" y="1138296"/>
                  </a:lnTo>
                  <a:lnTo>
                    <a:pt x="1300417" y="1132391"/>
                  </a:lnTo>
                  <a:lnTo>
                    <a:pt x="1309086" y="1126158"/>
                  </a:lnTo>
                  <a:lnTo>
                    <a:pt x="1317756" y="1119758"/>
                  </a:lnTo>
                  <a:lnTo>
                    <a:pt x="1326425" y="1113157"/>
                  </a:lnTo>
                  <a:lnTo>
                    <a:pt x="1335095" y="1106243"/>
                  </a:lnTo>
                  <a:lnTo>
                    <a:pt x="1343764" y="1099164"/>
                  </a:lnTo>
                  <a:lnTo>
                    <a:pt x="1352434" y="1091875"/>
                  </a:lnTo>
                  <a:lnTo>
                    <a:pt x="1361103" y="1084286"/>
                  </a:lnTo>
                  <a:lnTo>
                    <a:pt x="1369773" y="1076533"/>
                  </a:lnTo>
                  <a:lnTo>
                    <a:pt x="1378442" y="1068559"/>
                  </a:lnTo>
                  <a:lnTo>
                    <a:pt x="1387111" y="1060297"/>
                  </a:lnTo>
                  <a:lnTo>
                    <a:pt x="1395781" y="1051871"/>
                  </a:lnTo>
                  <a:lnTo>
                    <a:pt x="1404450" y="1043212"/>
                  </a:lnTo>
                  <a:lnTo>
                    <a:pt x="1413120" y="1034278"/>
                  </a:lnTo>
                  <a:lnTo>
                    <a:pt x="1421789" y="1025179"/>
                  </a:lnTo>
                  <a:lnTo>
                    <a:pt x="1430459" y="1015836"/>
                  </a:lnTo>
                  <a:lnTo>
                    <a:pt x="1439128" y="1006230"/>
                  </a:lnTo>
                  <a:lnTo>
                    <a:pt x="1447798" y="996459"/>
                  </a:lnTo>
                  <a:lnTo>
                    <a:pt x="1456467" y="986433"/>
                  </a:lnTo>
                  <a:lnTo>
                    <a:pt x="1465136" y="976158"/>
                  </a:lnTo>
                  <a:lnTo>
                    <a:pt x="1473806" y="965720"/>
                  </a:lnTo>
                  <a:lnTo>
                    <a:pt x="1482475" y="955019"/>
                  </a:lnTo>
                  <a:lnTo>
                    <a:pt x="1491145" y="944084"/>
                  </a:lnTo>
                  <a:lnTo>
                    <a:pt x="1499814" y="932989"/>
                  </a:lnTo>
                  <a:lnTo>
                    <a:pt x="1508484" y="921626"/>
                  </a:lnTo>
                  <a:lnTo>
                    <a:pt x="1517153" y="910047"/>
                  </a:lnTo>
                  <a:lnTo>
                    <a:pt x="1525823" y="898314"/>
                  </a:lnTo>
                  <a:lnTo>
                    <a:pt x="1534492" y="886313"/>
                  </a:lnTo>
                  <a:lnTo>
                    <a:pt x="1543162" y="874118"/>
                  </a:lnTo>
                  <a:lnTo>
                    <a:pt x="1551831" y="861776"/>
                  </a:lnTo>
                  <a:lnTo>
                    <a:pt x="1560500" y="849172"/>
                  </a:lnTo>
                  <a:lnTo>
                    <a:pt x="1569170" y="836399"/>
                  </a:lnTo>
                  <a:lnTo>
                    <a:pt x="1577839" y="823489"/>
                  </a:lnTo>
                  <a:lnTo>
                    <a:pt x="1586509" y="810332"/>
                  </a:lnTo>
                  <a:lnTo>
                    <a:pt x="1595178" y="797030"/>
                  </a:lnTo>
                  <a:lnTo>
                    <a:pt x="1603848" y="783607"/>
                  </a:lnTo>
                  <a:lnTo>
                    <a:pt x="1612517" y="769958"/>
                  </a:lnTo>
                  <a:lnTo>
                    <a:pt x="1621187" y="756193"/>
                  </a:lnTo>
                  <a:lnTo>
                    <a:pt x="1629856" y="742323"/>
                  </a:lnTo>
                  <a:lnTo>
                    <a:pt x="1638525" y="728258"/>
                  </a:lnTo>
                  <a:lnTo>
                    <a:pt x="1647195" y="714106"/>
                  </a:lnTo>
                  <a:lnTo>
                    <a:pt x="1655864" y="699865"/>
                  </a:lnTo>
                  <a:lnTo>
                    <a:pt x="1664534" y="685477"/>
                  </a:lnTo>
                  <a:lnTo>
                    <a:pt x="1673203" y="671027"/>
                  </a:lnTo>
                  <a:lnTo>
                    <a:pt x="1681873" y="656509"/>
                  </a:lnTo>
                  <a:lnTo>
                    <a:pt x="1690542" y="641897"/>
                  </a:lnTo>
                  <a:lnTo>
                    <a:pt x="1699212" y="627248"/>
                  </a:lnTo>
                  <a:lnTo>
                    <a:pt x="1707881" y="612558"/>
                  </a:lnTo>
                  <a:lnTo>
                    <a:pt x="1716551" y="597827"/>
                  </a:lnTo>
                  <a:lnTo>
                    <a:pt x="1725220" y="583087"/>
                  </a:lnTo>
                  <a:lnTo>
                    <a:pt x="1733889" y="568337"/>
                  </a:lnTo>
                  <a:lnTo>
                    <a:pt x="1742559" y="553600"/>
                  </a:lnTo>
                  <a:lnTo>
                    <a:pt x="1751228" y="538881"/>
                  </a:lnTo>
                  <a:lnTo>
                    <a:pt x="1759898" y="524189"/>
                  </a:lnTo>
                  <a:lnTo>
                    <a:pt x="1768567" y="509561"/>
                  </a:lnTo>
                  <a:lnTo>
                    <a:pt x="1777237" y="494978"/>
                  </a:lnTo>
                  <a:lnTo>
                    <a:pt x="1785906" y="480465"/>
                  </a:lnTo>
                  <a:lnTo>
                    <a:pt x="1794576" y="466059"/>
                  </a:lnTo>
                  <a:lnTo>
                    <a:pt x="1803245" y="451727"/>
                  </a:lnTo>
                  <a:lnTo>
                    <a:pt x="1811914" y="437510"/>
                  </a:lnTo>
                  <a:lnTo>
                    <a:pt x="1820584" y="423439"/>
                  </a:lnTo>
                  <a:lnTo>
                    <a:pt x="1829253" y="409468"/>
                  </a:lnTo>
                  <a:lnTo>
                    <a:pt x="1837923" y="395659"/>
                  </a:lnTo>
                  <a:lnTo>
                    <a:pt x="1846592" y="382029"/>
                  </a:lnTo>
                  <a:lnTo>
                    <a:pt x="1855262" y="368522"/>
                  </a:lnTo>
                  <a:lnTo>
                    <a:pt x="1863931" y="355224"/>
                  </a:lnTo>
                  <a:lnTo>
                    <a:pt x="1872601" y="342130"/>
                  </a:lnTo>
                  <a:lnTo>
                    <a:pt x="1881270" y="329182"/>
                  </a:lnTo>
                  <a:lnTo>
                    <a:pt x="1889940" y="316487"/>
                  </a:lnTo>
                  <a:lnTo>
                    <a:pt x="1898609" y="304014"/>
                  </a:lnTo>
                  <a:lnTo>
                    <a:pt x="1907278" y="291704"/>
                  </a:lnTo>
                  <a:lnTo>
                    <a:pt x="1915948" y="279691"/>
                  </a:lnTo>
                  <a:lnTo>
                    <a:pt x="1924617" y="267909"/>
                  </a:lnTo>
                  <a:lnTo>
                    <a:pt x="1933287" y="256305"/>
                  </a:lnTo>
                  <a:lnTo>
                    <a:pt x="1941956" y="245036"/>
                  </a:lnTo>
                  <a:lnTo>
                    <a:pt x="1950626" y="234001"/>
                  </a:lnTo>
                  <a:lnTo>
                    <a:pt x="1959295" y="223155"/>
                  </a:lnTo>
                  <a:lnTo>
                    <a:pt x="1967965" y="212676"/>
                  </a:lnTo>
                  <a:lnTo>
                    <a:pt x="1976634" y="202428"/>
                  </a:lnTo>
                  <a:lnTo>
                    <a:pt x="1985303" y="192376"/>
                  </a:lnTo>
                  <a:lnTo>
                    <a:pt x="1993973" y="182717"/>
                  </a:lnTo>
                  <a:lnTo>
                    <a:pt x="2002642" y="173279"/>
                  </a:lnTo>
                  <a:lnTo>
                    <a:pt x="2011312" y="164043"/>
                  </a:lnTo>
                  <a:lnTo>
                    <a:pt x="2019981" y="155217"/>
                  </a:lnTo>
                  <a:lnTo>
                    <a:pt x="2028651" y="146600"/>
                  </a:lnTo>
                  <a:lnTo>
                    <a:pt x="2037320" y="138192"/>
                  </a:lnTo>
                  <a:lnTo>
                    <a:pt x="2045990" y="130193"/>
                  </a:lnTo>
                  <a:lnTo>
                    <a:pt x="2054659" y="122392"/>
                  </a:lnTo>
                  <a:lnTo>
                    <a:pt x="2063329" y="114813"/>
                  </a:lnTo>
                  <a:lnTo>
                    <a:pt x="2071998" y="107620"/>
                  </a:lnTo>
                  <a:lnTo>
                    <a:pt x="2080667" y="100622"/>
                  </a:lnTo>
                  <a:lnTo>
                    <a:pt x="2089337" y="93853"/>
                  </a:lnTo>
                  <a:lnTo>
                    <a:pt x="2098006" y="87445"/>
                  </a:lnTo>
                  <a:lnTo>
                    <a:pt x="2106676" y="81226"/>
                  </a:lnTo>
                  <a:lnTo>
                    <a:pt x="2115345" y="75241"/>
                  </a:lnTo>
                  <a:lnTo>
                    <a:pt x="2124015" y="69591"/>
                  </a:lnTo>
                  <a:lnTo>
                    <a:pt x="2132684" y="64121"/>
                  </a:lnTo>
                  <a:lnTo>
                    <a:pt x="2141354" y="58889"/>
                  </a:lnTo>
                  <a:lnTo>
                    <a:pt x="2150023" y="53965"/>
                  </a:lnTo>
                  <a:lnTo>
                    <a:pt x="2158692" y="49213"/>
                  </a:lnTo>
                  <a:lnTo>
                    <a:pt x="2167362" y="44700"/>
                  </a:lnTo>
                  <a:lnTo>
                    <a:pt x="2176031" y="40469"/>
                  </a:lnTo>
                  <a:lnTo>
                    <a:pt x="2184701" y="36404"/>
                  </a:lnTo>
                  <a:lnTo>
                    <a:pt x="2193370" y="32579"/>
                  </a:lnTo>
                  <a:lnTo>
                    <a:pt x="2202040" y="29013"/>
                  </a:lnTo>
                  <a:lnTo>
                    <a:pt x="2210709" y="25605"/>
                  </a:lnTo>
                  <a:lnTo>
                    <a:pt x="2219379" y="22440"/>
                  </a:lnTo>
                  <a:lnTo>
                    <a:pt x="2228048" y="19513"/>
                  </a:lnTo>
                  <a:lnTo>
                    <a:pt x="2236718" y="16741"/>
                  </a:lnTo>
                  <a:lnTo>
                    <a:pt x="2245387" y="14215"/>
                  </a:lnTo>
                  <a:lnTo>
                    <a:pt x="2254056" y="11911"/>
                  </a:lnTo>
                  <a:lnTo>
                    <a:pt x="2262726" y="9758"/>
                  </a:lnTo>
                  <a:lnTo>
                    <a:pt x="2271395" y="7859"/>
                  </a:lnTo>
                  <a:lnTo>
                    <a:pt x="2280065" y="6170"/>
                  </a:lnTo>
                  <a:lnTo>
                    <a:pt x="2288734" y="4631"/>
                  </a:lnTo>
                  <a:lnTo>
                    <a:pt x="2297404" y="3358"/>
                  </a:lnTo>
                  <a:lnTo>
                    <a:pt x="2306073" y="2285"/>
                  </a:lnTo>
                  <a:lnTo>
                    <a:pt x="2314743" y="1366"/>
                  </a:lnTo>
                  <a:lnTo>
                    <a:pt x="2323412" y="727"/>
                  </a:lnTo>
                  <a:lnTo>
                    <a:pt x="2332081" y="285"/>
                  </a:lnTo>
                  <a:lnTo>
                    <a:pt x="2340751" y="0"/>
                  </a:lnTo>
                  <a:lnTo>
                    <a:pt x="2349420" y="17"/>
                  </a:lnTo>
                  <a:lnTo>
                    <a:pt x="2358090" y="228"/>
                  </a:lnTo>
                  <a:lnTo>
                    <a:pt x="2366759" y="603"/>
                  </a:lnTo>
                  <a:lnTo>
                    <a:pt x="2375429" y="1308"/>
                  </a:lnTo>
                  <a:lnTo>
                    <a:pt x="2384098" y="2205"/>
                  </a:lnTo>
                  <a:lnTo>
                    <a:pt x="2392768" y="3276"/>
                  </a:lnTo>
                  <a:lnTo>
                    <a:pt x="2401437" y="4711"/>
                  </a:lnTo>
                  <a:lnTo>
                    <a:pt x="2410107" y="6338"/>
                  </a:lnTo>
                  <a:lnTo>
                    <a:pt x="2418776" y="8155"/>
                  </a:lnTo>
                  <a:lnTo>
                    <a:pt x="2427445" y="10362"/>
                  </a:lnTo>
                  <a:lnTo>
                    <a:pt x="2436115" y="12767"/>
                  </a:lnTo>
                  <a:lnTo>
                    <a:pt x="2444784" y="15390"/>
                  </a:lnTo>
                  <a:lnTo>
                    <a:pt x="2453454" y="18417"/>
                  </a:lnTo>
                  <a:lnTo>
                    <a:pt x="2462123" y="21655"/>
                  </a:lnTo>
                  <a:lnTo>
                    <a:pt x="2470793" y="25141"/>
                  </a:lnTo>
                  <a:lnTo>
                    <a:pt x="2479462" y="29043"/>
                  </a:lnTo>
                  <a:lnTo>
                    <a:pt x="2488132" y="33170"/>
                  </a:lnTo>
                  <a:lnTo>
                    <a:pt x="2496801" y="37579"/>
                  </a:lnTo>
                  <a:lnTo>
                    <a:pt x="2505470" y="42414"/>
                  </a:lnTo>
                  <a:lnTo>
                    <a:pt x="2514140" y="47488"/>
                  </a:lnTo>
                  <a:lnTo>
                    <a:pt x="2522809" y="52878"/>
                  </a:lnTo>
                  <a:lnTo>
                    <a:pt x="2531479" y="58701"/>
                  </a:lnTo>
                  <a:lnTo>
                    <a:pt x="2540148" y="64775"/>
                  </a:lnTo>
                  <a:lnTo>
                    <a:pt x="2548818" y="71200"/>
                  </a:lnTo>
                  <a:lnTo>
                    <a:pt x="2557487" y="78060"/>
                  </a:lnTo>
                  <a:lnTo>
                    <a:pt x="2566157" y="85183"/>
                  </a:lnTo>
                  <a:lnTo>
                    <a:pt x="2574826" y="92691"/>
                  </a:lnTo>
                  <a:lnTo>
                    <a:pt x="2583495" y="100633"/>
                  </a:lnTo>
                  <a:lnTo>
                    <a:pt x="2592165" y="108845"/>
                  </a:lnTo>
                  <a:lnTo>
                    <a:pt x="2600834" y="117474"/>
                  </a:lnTo>
                  <a:lnTo>
                    <a:pt x="2609504" y="126529"/>
                  </a:lnTo>
                  <a:lnTo>
                    <a:pt x="2618173" y="135860"/>
                  </a:lnTo>
                  <a:lnTo>
                    <a:pt x="2626843" y="145636"/>
                  </a:lnTo>
                  <a:lnTo>
                    <a:pt x="2635512" y="155823"/>
                  </a:lnTo>
                  <a:lnTo>
                    <a:pt x="2644182" y="166290"/>
                  </a:lnTo>
                  <a:lnTo>
                    <a:pt x="2652851" y="177224"/>
                  </a:lnTo>
                  <a:lnTo>
                    <a:pt x="2661521" y="188548"/>
                  </a:lnTo>
                  <a:lnTo>
                    <a:pt x="2670190" y="200152"/>
                  </a:lnTo>
                  <a:lnTo>
                    <a:pt x="2678859" y="212238"/>
                  </a:lnTo>
                  <a:lnTo>
                    <a:pt x="2687529" y="224688"/>
                  </a:lnTo>
                  <a:lnTo>
                    <a:pt x="2696198" y="237412"/>
                  </a:lnTo>
                  <a:lnTo>
                    <a:pt x="2704868" y="250626"/>
                  </a:lnTo>
                  <a:lnTo>
                    <a:pt x="2713537" y="264173"/>
                  </a:lnTo>
                  <a:lnTo>
                    <a:pt x="2722207" y="277983"/>
                  </a:lnTo>
                  <a:lnTo>
                    <a:pt x="2730876" y="292279"/>
                  </a:lnTo>
                  <a:lnTo>
                    <a:pt x="2739546" y="306872"/>
                  </a:lnTo>
                  <a:lnTo>
                    <a:pt x="2748215" y="321715"/>
                  </a:lnTo>
                  <a:lnTo>
                    <a:pt x="2756884" y="337028"/>
                  </a:lnTo>
                  <a:lnTo>
                    <a:pt x="2765554" y="352598"/>
                  </a:lnTo>
                  <a:lnTo>
                    <a:pt x="2774223" y="368399"/>
                  </a:lnTo>
                  <a:lnTo>
                    <a:pt x="2782893" y="384641"/>
                  </a:lnTo>
                  <a:lnTo>
                    <a:pt x="2791562" y="401098"/>
                  </a:lnTo>
                  <a:lnTo>
                    <a:pt x="2800232" y="417766"/>
                  </a:lnTo>
                  <a:lnTo>
                    <a:pt x="2808901" y="434825"/>
                  </a:lnTo>
                  <a:lnTo>
                    <a:pt x="2817571" y="452058"/>
                  </a:lnTo>
                  <a:lnTo>
                    <a:pt x="2826240" y="469484"/>
                  </a:lnTo>
                  <a:lnTo>
                    <a:pt x="2834910" y="487223"/>
                  </a:lnTo>
                  <a:lnTo>
                    <a:pt x="2843579" y="505104"/>
                  </a:lnTo>
                  <a:lnTo>
                    <a:pt x="2852248" y="523148"/>
                  </a:lnTo>
                  <a:lnTo>
                    <a:pt x="2860918" y="541423"/>
                  </a:lnTo>
                  <a:lnTo>
                    <a:pt x="2869587" y="559803"/>
                  </a:lnTo>
                  <a:lnTo>
                    <a:pt x="2878257" y="578308"/>
                  </a:lnTo>
                  <a:lnTo>
                    <a:pt x="2886926" y="596959"/>
                  </a:lnTo>
                  <a:lnTo>
                    <a:pt x="2895596" y="615673"/>
                  </a:lnTo>
                  <a:lnTo>
                    <a:pt x="2904265" y="634464"/>
                  </a:lnTo>
                  <a:lnTo>
                    <a:pt x="2912935" y="653317"/>
                  </a:lnTo>
                  <a:lnTo>
                    <a:pt x="2921604" y="672189"/>
                  </a:lnTo>
                  <a:lnTo>
                    <a:pt x="2930273" y="691078"/>
                  </a:lnTo>
                  <a:lnTo>
                    <a:pt x="2938943" y="709947"/>
                  </a:lnTo>
                  <a:lnTo>
                    <a:pt x="2947612" y="728790"/>
                  </a:lnTo>
                  <a:lnTo>
                    <a:pt x="2956282" y="747581"/>
                  </a:lnTo>
                  <a:lnTo>
                    <a:pt x="2964951" y="766275"/>
                  </a:lnTo>
                  <a:lnTo>
                    <a:pt x="2973621" y="784895"/>
                  </a:lnTo>
                  <a:lnTo>
                    <a:pt x="2982290" y="803386"/>
                  </a:lnTo>
                  <a:lnTo>
                    <a:pt x="2990960" y="821709"/>
                  </a:lnTo>
                  <a:lnTo>
                    <a:pt x="2999629" y="839912"/>
                  </a:lnTo>
                  <a:lnTo>
                    <a:pt x="3008299" y="857904"/>
                  </a:lnTo>
                  <a:lnTo>
                    <a:pt x="3016968" y="875664"/>
                  </a:lnTo>
                  <a:lnTo>
                    <a:pt x="3025637" y="893259"/>
                  </a:lnTo>
                  <a:lnTo>
                    <a:pt x="3034307" y="910556"/>
                  </a:lnTo>
                  <a:lnTo>
                    <a:pt x="3042976" y="927570"/>
                  </a:lnTo>
                  <a:lnTo>
                    <a:pt x="3051646" y="944375"/>
                  </a:lnTo>
                  <a:lnTo>
                    <a:pt x="3060315" y="960795"/>
                  </a:lnTo>
                  <a:lnTo>
                    <a:pt x="3068985" y="976891"/>
                  </a:lnTo>
                  <a:lnTo>
                    <a:pt x="3077654" y="992741"/>
                  </a:lnTo>
                  <a:lnTo>
                    <a:pt x="3086324" y="1008120"/>
                  </a:lnTo>
                  <a:lnTo>
                    <a:pt x="3094993" y="1023147"/>
                  </a:lnTo>
                  <a:lnTo>
                    <a:pt x="3103662" y="1037895"/>
                  </a:lnTo>
                  <a:lnTo>
                    <a:pt x="3112332" y="1052093"/>
                  </a:lnTo>
                  <a:lnTo>
                    <a:pt x="3121001" y="1065926"/>
                  </a:lnTo>
                  <a:lnTo>
                    <a:pt x="3129671" y="1079451"/>
                  </a:lnTo>
                  <a:lnTo>
                    <a:pt x="3138340" y="1092359"/>
                  </a:lnTo>
                  <a:lnTo>
                    <a:pt x="3147010" y="1104901"/>
                  </a:lnTo>
                  <a:lnTo>
                    <a:pt x="3155679" y="1117116"/>
                  </a:lnTo>
                  <a:lnTo>
                    <a:pt x="3164349" y="1128660"/>
                  </a:lnTo>
                  <a:lnTo>
                    <a:pt x="3173018" y="1139850"/>
                  </a:lnTo>
                  <a:lnTo>
                    <a:pt x="3181688" y="1150696"/>
                  </a:lnTo>
                  <a:lnTo>
                    <a:pt x="3190357" y="1160847"/>
                  </a:lnTo>
                  <a:lnTo>
                    <a:pt x="3199026" y="1170661"/>
                  </a:lnTo>
                  <a:lnTo>
                    <a:pt x="3207696" y="1180107"/>
                  </a:lnTo>
                  <a:lnTo>
                    <a:pt x="3216365" y="1188891"/>
                  </a:lnTo>
                  <a:lnTo>
                    <a:pt x="3225035" y="1197348"/>
                  </a:lnTo>
                  <a:lnTo>
                    <a:pt x="3233704" y="1205424"/>
                  </a:lnTo>
                  <a:lnTo>
                    <a:pt x="3242374" y="1212891"/>
                  </a:lnTo>
                  <a:lnTo>
                    <a:pt x="3251043" y="1220050"/>
                  </a:lnTo>
                  <a:lnTo>
                    <a:pt x="3259713" y="1226831"/>
                  </a:lnTo>
                  <a:lnTo>
                    <a:pt x="3268382" y="1233073"/>
                  </a:lnTo>
                  <a:lnTo>
                    <a:pt x="3277051" y="1239036"/>
                  </a:lnTo>
                  <a:lnTo>
                    <a:pt x="3285721" y="1244640"/>
                  </a:lnTo>
                  <a:lnTo>
                    <a:pt x="3294390" y="1249790"/>
                  </a:lnTo>
                  <a:lnTo>
                    <a:pt x="3303060" y="1254699"/>
                  </a:lnTo>
                  <a:lnTo>
                    <a:pt x="3311729" y="1259285"/>
                  </a:lnTo>
                  <a:lnTo>
                    <a:pt x="3320399" y="1263512"/>
                  </a:lnTo>
                  <a:lnTo>
                    <a:pt x="3329068" y="1267545"/>
                  </a:lnTo>
                  <a:lnTo>
                    <a:pt x="3337738" y="1271309"/>
                  </a:lnTo>
                  <a:lnTo>
                    <a:pt x="3346407" y="1274815"/>
                  </a:lnTo>
                  <a:lnTo>
                    <a:pt x="3355077" y="1278179"/>
                  </a:lnTo>
                  <a:lnTo>
                    <a:pt x="3363746" y="1281347"/>
                  </a:lnTo>
                  <a:lnTo>
                    <a:pt x="3372415" y="1284360"/>
                  </a:lnTo>
                  <a:lnTo>
                    <a:pt x="3381085" y="1287288"/>
                  </a:lnTo>
                  <a:lnTo>
                    <a:pt x="3389754" y="1290108"/>
                  </a:lnTo>
                  <a:lnTo>
                    <a:pt x="3398424" y="1292873"/>
                  </a:lnTo>
                  <a:lnTo>
                    <a:pt x="3407093" y="1295615"/>
                  </a:lnTo>
                  <a:lnTo>
                    <a:pt x="3415763" y="1298349"/>
                  </a:lnTo>
                  <a:lnTo>
                    <a:pt x="3424432" y="1301121"/>
                  </a:lnTo>
                  <a:lnTo>
                    <a:pt x="3433102" y="1303931"/>
                  </a:lnTo>
                  <a:lnTo>
                    <a:pt x="3441771" y="1306844"/>
                  </a:lnTo>
                  <a:lnTo>
                    <a:pt x="3450440" y="1309878"/>
                  </a:lnTo>
                  <a:lnTo>
                    <a:pt x="3459110" y="1313011"/>
                  </a:lnTo>
                  <a:lnTo>
                    <a:pt x="3467779" y="1316361"/>
                  </a:lnTo>
                  <a:lnTo>
                    <a:pt x="3476449" y="1319901"/>
                  </a:lnTo>
                  <a:lnTo>
                    <a:pt x="3485118" y="1323597"/>
                  </a:lnTo>
                  <a:lnTo>
                    <a:pt x="3493788" y="1327625"/>
                  </a:lnTo>
                  <a:lnTo>
                    <a:pt x="3502457" y="1331896"/>
                  </a:lnTo>
                  <a:lnTo>
                    <a:pt x="3511127" y="1336374"/>
                  </a:lnTo>
                  <a:lnTo>
                    <a:pt x="3519796" y="1341293"/>
                  </a:lnTo>
                  <a:lnTo>
                    <a:pt x="3528466" y="1346492"/>
                  </a:lnTo>
                  <a:lnTo>
                    <a:pt x="3537135" y="1351941"/>
                  </a:lnTo>
                  <a:lnTo>
                    <a:pt x="3545804" y="1357927"/>
                  </a:lnTo>
                  <a:lnTo>
                    <a:pt x="3554474" y="1364214"/>
                  </a:lnTo>
                  <a:lnTo>
                    <a:pt x="3563143" y="1370787"/>
                  </a:lnTo>
                  <a:lnTo>
                    <a:pt x="3571813" y="1377971"/>
                  </a:lnTo>
                  <a:lnTo>
                    <a:pt x="3580482" y="1385462"/>
                  </a:lnTo>
                  <a:lnTo>
                    <a:pt x="3589152" y="1393285"/>
                  </a:lnTo>
                  <a:lnTo>
                    <a:pt x="3597821" y="1401731"/>
                  </a:lnTo>
                  <a:lnTo>
                    <a:pt x="3606491" y="1410494"/>
                  </a:lnTo>
                  <a:lnTo>
                    <a:pt x="3615160" y="1419624"/>
                  </a:lnTo>
                  <a:lnTo>
                    <a:pt x="3623829" y="1429363"/>
                  </a:lnTo>
                  <a:lnTo>
                    <a:pt x="3632499" y="1439417"/>
                  </a:lnTo>
                  <a:lnTo>
                    <a:pt x="3641168" y="1449858"/>
                  </a:lnTo>
                  <a:lnTo>
                    <a:pt x="3649838" y="1460868"/>
                  </a:lnTo>
                  <a:lnTo>
                    <a:pt x="3658507" y="1472181"/>
                  </a:lnTo>
                  <a:lnTo>
                    <a:pt x="3667177" y="1483882"/>
                  </a:lnTo>
                  <a:lnTo>
                    <a:pt x="3675846" y="1496093"/>
                  </a:lnTo>
                  <a:lnTo>
                    <a:pt x="3684516" y="1508581"/>
                  </a:lnTo>
                  <a:lnTo>
                    <a:pt x="3693185" y="1521441"/>
                  </a:lnTo>
                  <a:lnTo>
                    <a:pt x="3701855" y="1534734"/>
                  </a:lnTo>
                  <a:lnTo>
                    <a:pt x="3710524" y="1548269"/>
                  </a:lnTo>
                  <a:lnTo>
                    <a:pt x="3719193" y="1562139"/>
                  </a:lnTo>
                  <a:lnTo>
                    <a:pt x="3727863" y="1576354"/>
                  </a:lnTo>
                  <a:lnTo>
                    <a:pt x="3736532" y="1590766"/>
                  </a:lnTo>
                  <a:lnTo>
                    <a:pt x="3745202" y="1605459"/>
                  </a:lnTo>
                  <a:lnTo>
                    <a:pt x="3753871" y="1620400"/>
                  </a:lnTo>
                  <a:lnTo>
                    <a:pt x="3762541" y="1635487"/>
                  </a:lnTo>
                  <a:lnTo>
                    <a:pt x="3771210" y="1650781"/>
                  </a:lnTo>
                  <a:lnTo>
                    <a:pt x="3779880" y="1666226"/>
                  </a:lnTo>
                  <a:lnTo>
                    <a:pt x="3788549" y="1681760"/>
                  </a:lnTo>
                  <a:lnTo>
                    <a:pt x="3797218" y="1697412"/>
                  </a:lnTo>
                  <a:lnTo>
                    <a:pt x="3805888" y="1713121"/>
                  </a:lnTo>
                  <a:lnTo>
                    <a:pt x="3814557" y="1728859"/>
                  </a:lnTo>
                  <a:lnTo>
                    <a:pt x="3823227" y="1744613"/>
                  </a:lnTo>
                  <a:lnTo>
                    <a:pt x="3831896" y="1760337"/>
                  </a:lnTo>
                  <a:lnTo>
                    <a:pt x="3840566" y="1776031"/>
                  </a:lnTo>
                  <a:lnTo>
                    <a:pt x="3849235" y="1791630"/>
                  </a:lnTo>
                  <a:lnTo>
                    <a:pt x="3857905" y="1807123"/>
                  </a:lnTo>
                  <a:lnTo>
                    <a:pt x="3866574" y="1822527"/>
                  </a:lnTo>
                  <a:lnTo>
                    <a:pt x="3875243" y="1837722"/>
                  </a:lnTo>
                  <a:lnTo>
                    <a:pt x="3883913" y="1852749"/>
                  </a:lnTo>
                  <a:lnTo>
                    <a:pt x="3892582" y="1867633"/>
                  </a:lnTo>
                  <a:lnTo>
                    <a:pt x="3901252" y="1882196"/>
                  </a:lnTo>
                  <a:lnTo>
                    <a:pt x="3909921" y="1896542"/>
                  </a:lnTo>
                  <a:lnTo>
                    <a:pt x="3918591" y="1910696"/>
                  </a:lnTo>
                  <a:lnTo>
                    <a:pt x="3927260" y="1924423"/>
                  </a:lnTo>
                  <a:lnTo>
                    <a:pt x="3935930" y="1937902"/>
                  </a:lnTo>
                  <a:lnTo>
                    <a:pt x="3944599" y="1951147"/>
                  </a:lnTo>
                  <a:lnTo>
                    <a:pt x="3953269" y="1963873"/>
                  </a:lnTo>
                  <a:lnTo>
                    <a:pt x="3961938" y="1976334"/>
                  </a:lnTo>
                  <a:lnTo>
                    <a:pt x="3970607" y="1988508"/>
                  </a:lnTo>
                  <a:lnTo>
                    <a:pt x="3979277" y="2000126"/>
                  </a:lnTo>
                  <a:lnTo>
                    <a:pt x="3987946" y="2011456"/>
                  </a:lnTo>
                  <a:lnTo>
                    <a:pt x="3996616" y="2022455"/>
                  </a:lnTo>
                  <a:lnTo>
                    <a:pt x="4005285" y="2032886"/>
                  </a:lnTo>
                  <a:lnTo>
                    <a:pt x="4013955" y="2043018"/>
                  </a:lnTo>
                  <a:lnTo>
                    <a:pt x="4022624" y="2052785"/>
                  </a:lnTo>
                  <a:lnTo>
                    <a:pt x="4031294" y="2061996"/>
                  </a:lnTo>
                  <a:lnTo>
                    <a:pt x="4039963" y="2070907"/>
                  </a:lnTo>
                  <a:lnTo>
                    <a:pt x="4048632" y="2079432"/>
                  </a:lnTo>
                  <a:lnTo>
                    <a:pt x="4057302" y="2087433"/>
                  </a:lnTo>
                  <a:lnTo>
                    <a:pt x="4065971" y="2095145"/>
                  </a:lnTo>
                  <a:lnTo>
                    <a:pt x="4074641" y="2102467"/>
                  </a:lnTo>
                  <a:lnTo>
                    <a:pt x="4083310" y="2109315"/>
                  </a:lnTo>
                  <a:lnTo>
                    <a:pt x="4091980" y="2115894"/>
                  </a:lnTo>
                  <a:lnTo>
                    <a:pt x="4100649" y="2122094"/>
                  </a:lnTo>
                  <a:lnTo>
                    <a:pt x="4109319" y="2127884"/>
                  </a:lnTo>
                  <a:lnTo>
                    <a:pt x="4117988" y="2133435"/>
                  </a:lnTo>
                  <a:lnTo>
                    <a:pt x="4126658" y="2138636"/>
                  </a:lnTo>
                  <a:lnTo>
                    <a:pt x="4135327" y="2143503"/>
                  </a:lnTo>
                  <a:lnTo>
                    <a:pt x="4143996" y="2148166"/>
                  </a:lnTo>
                  <a:lnTo>
                    <a:pt x="4152666" y="2152527"/>
                  </a:lnTo>
                  <a:lnTo>
                    <a:pt x="4161335" y="2156632"/>
                  </a:lnTo>
                  <a:lnTo>
                    <a:pt x="4170005" y="2160578"/>
                  </a:lnTo>
                  <a:lnTo>
                    <a:pt x="4178674" y="2164283"/>
                  </a:lnTo>
                  <a:lnTo>
                    <a:pt x="4187344" y="2167815"/>
                  </a:lnTo>
                  <a:lnTo>
                    <a:pt x="4196013" y="2171235"/>
                  </a:lnTo>
                  <a:lnTo>
                    <a:pt x="4204683" y="2174491"/>
                  </a:lnTo>
                  <a:lnTo>
                    <a:pt x="4213352" y="2177653"/>
                  </a:lnTo>
                  <a:lnTo>
                    <a:pt x="4222021" y="2180754"/>
                  </a:lnTo>
                  <a:lnTo>
                    <a:pt x="4230691" y="2183778"/>
                  </a:lnTo>
                  <a:lnTo>
                    <a:pt x="4239360" y="2186781"/>
                  </a:lnTo>
                  <a:lnTo>
                    <a:pt x="4248030" y="2189775"/>
                  </a:lnTo>
                  <a:lnTo>
                    <a:pt x="4256699" y="2192787"/>
                  </a:lnTo>
                  <a:lnTo>
                    <a:pt x="4265369" y="2195844"/>
                  </a:lnTo>
                  <a:lnTo>
                    <a:pt x="4274038" y="2198941"/>
                  </a:lnTo>
                  <a:lnTo>
                    <a:pt x="4282708" y="2202156"/>
                  </a:lnTo>
                  <a:lnTo>
                    <a:pt x="4291377" y="2205470"/>
                  </a:lnTo>
                  <a:lnTo>
                    <a:pt x="4300047" y="2208871"/>
                  </a:lnTo>
                  <a:lnTo>
                    <a:pt x="4308716" y="2212489"/>
                  </a:lnTo>
                  <a:lnTo>
                    <a:pt x="4317385" y="2216248"/>
                  </a:lnTo>
                  <a:lnTo>
                    <a:pt x="4326055" y="2220136"/>
                  </a:lnTo>
                  <a:lnTo>
                    <a:pt x="4334724" y="2224336"/>
                  </a:lnTo>
                  <a:lnTo>
                    <a:pt x="4343394" y="2228704"/>
                  </a:lnTo>
                  <a:lnTo>
                    <a:pt x="4352063" y="2233252"/>
                  </a:lnTo>
                  <a:lnTo>
                    <a:pt x="4360733" y="2238170"/>
                  </a:lnTo>
                  <a:lnTo>
                    <a:pt x="4369402" y="2243286"/>
                  </a:lnTo>
                  <a:lnTo>
                    <a:pt x="4378072" y="2248628"/>
                  </a:lnTo>
                  <a:lnTo>
                    <a:pt x="4386741" y="2254377"/>
                  </a:lnTo>
                  <a:lnTo>
                    <a:pt x="4395410" y="2260345"/>
                  </a:lnTo>
                  <a:lnTo>
                    <a:pt x="4404080" y="2266579"/>
                  </a:lnTo>
                  <a:lnTo>
                    <a:pt x="4412749" y="2273237"/>
                  </a:lnTo>
                  <a:lnTo>
                    <a:pt x="4421419" y="2280125"/>
                  </a:lnTo>
                  <a:lnTo>
                    <a:pt x="4430088" y="2287312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492668" y="2142849"/>
              <a:ext cx="4430088" cy="3305201"/>
            </a:xfrm>
            <a:custGeom>
              <a:avLst/>
              <a:pathLst>
                <a:path w="4430088" h="3305201">
                  <a:moveTo>
                    <a:pt x="0" y="2678851"/>
                  </a:moveTo>
                  <a:lnTo>
                    <a:pt x="8669" y="2657880"/>
                  </a:lnTo>
                  <a:lnTo>
                    <a:pt x="17338" y="2636675"/>
                  </a:lnTo>
                  <a:lnTo>
                    <a:pt x="26008" y="2615061"/>
                  </a:lnTo>
                  <a:lnTo>
                    <a:pt x="34677" y="2593202"/>
                  </a:lnTo>
                  <a:lnTo>
                    <a:pt x="43347" y="2571135"/>
                  </a:lnTo>
                  <a:lnTo>
                    <a:pt x="52016" y="2548710"/>
                  </a:lnTo>
                  <a:lnTo>
                    <a:pt x="60686" y="2526070"/>
                  </a:lnTo>
                  <a:lnTo>
                    <a:pt x="69355" y="2503250"/>
                  </a:lnTo>
                  <a:lnTo>
                    <a:pt x="78025" y="2480126"/>
                  </a:lnTo>
                  <a:lnTo>
                    <a:pt x="86694" y="2456819"/>
                  </a:lnTo>
                  <a:lnTo>
                    <a:pt x="95363" y="2433361"/>
                  </a:lnTo>
                  <a:lnTo>
                    <a:pt x="104033" y="2409657"/>
                  </a:lnTo>
                  <a:lnTo>
                    <a:pt x="112702" y="2385806"/>
                  </a:lnTo>
                  <a:lnTo>
                    <a:pt x="121372" y="2361835"/>
                  </a:lnTo>
                  <a:lnTo>
                    <a:pt x="130041" y="2337676"/>
                  </a:lnTo>
                  <a:lnTo>
                    <a:pt x="138711" y="2313406"/>
                  </a:lnTo>
                  <a:lnTo>
                    <a:pt x="147380" y="2289050"/>
                  </a:lnTo>
                  <a:lnTo>
                    <a:pt x="156050" y="2264564"/>
                  </a:lnTo>
                  <a:lnTo>
                    <a:pt x="164719" y="2240006"/>
                  </a:lnTo>
                  <a:lnTo>
                    <a:pt x="173388" y="2215395"/>
                  </a:lnTo>
                  <a:lnTo>
                    <a:pt x="182058" y="2190713"/>
                  </a:lnTo>
                  <a:lnTo>
                    <a:pt x="190727" y="2165999"/>
                  </a:lnTo>
                  <a:lnTo>
                    <a:pt x="199397" y="2141266"/>
                  </a:lnTo>
                  <a:lnTo>
                    <a:pt x="208066" y="2116518"/>
                  </a:lnTo>
                  <a:lnTo>
                    <a:pt x="216736" y="2091782"/>
                  </a:lnTo>
                  <a:lnTo>
                    <a:pt x="225405" y="2067059"/>
                  </a:lnTo>
                  <a:lnTo>
                    <a:pt x="234075" y="2042379"/>
                  </a:lnTo>
                  <a:lnTo>
                    <a:pt x="242744" y="2017752"/>
                  </a:lnTo>
                  <a:lnTo>
                    <a:pt x="251414" y="1993173"/>
                  </a:lnTo>
                  <a:lnTo>
                    <a:pt x="260083" y="1968692"/>
                  </a:lnTo>
                  <a:lnTo>
                    <a:pt x="268752" y="1944309"/>
                  </a:lnTo>
                  <a:lnTo>
                    <a:pt x="277422" y="1920007"/>
                  </a:lnTo>
                  <a:lnTo>
                    <a:pt x="286091" y="1895858"/>
                  </a:lnTo>
                  <a:lnTo>
                    <a:pt x="294761" y="1871851"/>
                  </a:lnTo>
                  <a:lnTo>
                    <a:pt x="303430" y="1847959"/>
                  </a:lnTo>
                  <a:lnTo>
                    <a:pt x="312100" y="1824275"/>
                  </a:lnTo>
                  <a:lnTo>
                    <a:pt x="320769" y="1800779"/>
                  </a:lnTo>
                  <a:lnTo>
                    <a:pt x="329439" y="1777432"/>
                  </a:lnTo>
                  <a:lnTo>
                    <a:pt x="338108" y="1754345"/>
                  </a:lnTo>
                  <a:lnTo>
                    <a:pt x="346777" y="1731495"/>
                  </a:lnTo>
                  <a:lnTo>
                    <a:pt x="355447" y="1708827"/>
                  </a:lnTo>
                  <a:lnTo>
                    <a:pt x="364116" y="1686472"/>
                  </a:lnTo>
                  <a:lnTo>
                    <a:pt x="372786" y="1664402"/>
                  </a:lnTo>
                  <a:lnTo>
                    <a:pt x="381455" y="1642549"/>
                  </a:lnTo>
                  <a:lnTo>
                    <a:pt x="390125" y="1621061"/>
                  </a:lnTo>
                  <a:lnTo>
                    <a:pt x="398794" y="1599908"/>
                  </a:lnTo>
                  <a:lnTo>
                    <a:pt x="407464" y="1579006"/>
                  </a:lnTo>
                  <a:lnTo>
                    <a:pt x="416133" y="1558519"/>
                  </a:lnTo>
                  <a:lnTo>
                    <a:pt x="424803" y="1538418"/>
                  </a:lnTo>
                  <a:lnTo>
                    <a:pt x="433472" y="1518603"/>
                  </a:lnTo>
                  <a:lnTo>
                    <a:pt x="442141" y="1499251"/>
                  </a:lnTo>
                  <a:lnTo>
                    <a:pt x="450811" y="1480338"/>
                  </a:lnTo>
                  <a:lnTo>
                    <a:pt x="459480" y="1461742"/>
                  </a:lnTo>
                  <a:lnTo>
                    <a:pt x="468150" y="1443657"/>
                  </a:lnTo>
                  <a:lnTo>
                    <a:pt x="476819" y="1426062"/>
                  </a:lnTo>
                  <a:lnTo>
                    <a:pt x="485489" y="1408816"/>
                  </a:lnTo>
                  <a:lnTo>
                    <a:pt x="494158" y="1392124"/>
                  </a:lnTo>
                  <a:lnTo>
                    <a:pt x="502828" y="1375971"/>
                  </a:lnTo>
                  <a:lnTo>
                    <a:pt x="511497" y="1360197"/>
                  </a:lnTo>
                  <a:lnTo>
                    <a:pt x="520166" y="1345017"/>
                  </a:lnTo>
                  <a:lnTo>
                    <a:pt x="528836" y="1330422"/>
                  </a:lnTo>
                  <a:lnTo>
                    <a:pt x="537505" y="1316233"/>
                  </a:lnTo>
                  <a:lnTo>
                    <a:pt x="546175" y="1302672"/>
                  </a:lnTo>
                  <a:lnTo>
                    <a:pt x="554844" y="1289737"/>
                  </a:lnTo>
                  <a:lnTo>
                    <a:pt x="563514" y="1277233"/>
                  </a:lnTo>
                  <a:lnTo>
                    <a:pt x="572183" y="1265382"/>
                  </a:lnTo>
                  <a:lnTo>
                    <a:pt x="580853" y="1254194"/>
                  </a:lnTo>
                  <a:lnTo>
                    <a:pt x="589522" y="1243456"/>
                  </a:lnTo>
                  <a:lnTo>
                    <a:pt x="598192" y="1233389"/>
                  </a:lnTo>
                  <a:lnTo>
                    <a:pt x="606861" y="1224014"/>
                  </a:lnTo>
                  <a:lnTo>
                    <a:pt x="615530" y="1215101"/>
                  </a:lnTo>
                  <a:lnTo>
                    <a:pt x="624200" y="1206870"/>
                  </a:lnTo>
                  <a:lnTo>
                    <a:pt x="632869" y="1199349"/>
                  </a:lnTo>
                  <a:lnTo>
                    <a:pt x="641539" y="1192297"/>
                  </a:lnTo>
                  <a:lnTo>
                    <a:pt x="650208" y="1185926"/>
                  </a:lnTo>
                  <a:lnTo>
                    <a:pt x="658878" y="1180275"/>
                  </a:lnTo>
                  <a:lnTo>
                    <a:pt x="667547" y="1175092"/>
                  </a:lnTo>
                  <a:lnTo>
                    <a:pt x="676217" y="1170579"/>
                  </a:lnTo>
                  <a:lnTo>
                    <a:pt x="684886" y="1166784"/>
                  </a:lnTo>
                  <a:lnTo>
                    <a:pt x="693555" y="1163448"/>
                  </a:lnTo>
                  <a:lnTo>
                    <a:pt x="702225" y="1160761"/>
                  </a:lnTo>
                  <a:lnTo>
                    <a:pt x="710894" y="1158777"/>
                  </a:lnTo>
                  <a:lnTo>
                    <a:pt x="719564" y="1157237"/>
                  </a:lnTo>
                  <a:lnTo>
                    <a:pt x="728233" y="1156313"/>
                  </a:lnTo>
                  <a:lnTo>
                    <a:pt x="736903" y="1156065"/>
                  </a:lnTo>
                  <a:lnTo>
                    <a:pt x="745572" y="1156237"/>
                  </a:lnTo>
                  <a:lnTo>
                    <a:pt x="754242" y="1156984"/>
                  </a:lnTo>
                  <a:lnTo>
                    <a:pt x="762911" y="1158368"/>
                  </a:lnTo>
                  <a:lnTo>
                    <a:pt x="771581" y="1160141"/>
                  </a:lnTo>
                  <a:lnTo>
                    <a:pt x="780250" y="1162439"/>
                  </a:lnTo>
                  <a:lnTo>
                    <a:pt x="788919" y="1165323"/>
                  </a:lnTo>
                  <a:lnTo>
                    <a:pt x="797589" y="1168559"/>
                  </a:lnTo>
                  <a:lnTo>
                    <a:pt x="806258" y="1172261"/>
                  </a:lnTo>
                  <a:lnTo>
                    <a:pt x="814928" y="1176489"/>
                  </a:lnTo>
                  <a:lnTo>
                    <a:pt x="823597" y="1181026"/>
                  </a:lnTo>
                  <a:lnTo>
                    <a:pt x="832267" y="1185966"/>
                  </a:lnTo>
                  <a:lnTo>
                    <a:pt x="840936" y="1191362"/>
                  </a:lnTo>
                  <a:lnTo>
                    <a:pt x="849606" y="1197019"/>
                  </a:lnTo>
                  <a:lnTo>
                    <a:pt x="858275" y="1203013"/>
                  </a:lnTo>
                  <a:lnTo>
                    <a:pt x="866944" y="1209385"/>
                  </a:lnTo>
                  <a:lnTo>
                    <a:pt x="875614" y="1215970"/>
                  </a:lnTo>
                  <a:lnTo>
                    <a:pt x="884283" y="1222820"/>
                  </a:lnTo>
                  <a:lnTo>
                    <a:pt x="892953" y="1229969"/>
                  </a:lnTo>
                  <a:lnTo>
                    <a:pt x="901622" y="1237277"/>
                  </a:lnTo>
                  <a:lnTo>
                    <a:pt x="910292" y="1244782"/>
                  </a:lnTo>
                  <a:lnTo>
                    <a:pt x="918961" y="1252501"/>
                  </a:lnTo>
                  <a:lnTo>
                    <a:pt x="927631" y="1260328"/>
                  </a:lnTo>
                  <a:lnTo>
                    <a:pt x="936300" y="1268284"/>
                  </a:lnTo>
                  <a:lnTo>
                    <a:pt x="944970" y="1276369"/>
                  </a:lnTo>
                  <a:lnTo>
                    <a:pt x="953639" y="1284512"/>
                  </a:lnTo>
                  <a:lnTo>
                    <a:pt x="962308" y="1292720"/>
                  </a:lnTo>
                  <a:lnTo>
                    <a:pt x="970978" y="1300974"/>
                  </a:lnTo>
                  <a:lnTo>
                    <a:pt x="979647" y="1309238"/>
                  </a:lnTo>
                  <a:lnTo>
                    <a:pt x="988317" y="1317507"/>
                  </a:lnTo>
                  <a:lnTo>
                    <a:pt x="996986" y="1325743"/>
                  </a:lnTo>
                  <a:lnTo>
                    <a:pt x="1005656" y="1333945"/>
                  </a:lnTo>
                  <a:lnTo>
                    <a:pt x="1014325" y="1342098"/>
                  </a:lnTo>
                  <a:lnTo>
                    <a:pt x="1022995" y="1350146"/>
                  </a:lnTo>
                  <a:lnTo>
                    <a:pt x="1031664" y="1358118"/>
                  </a:lnTo>
                  <a:lnTo>
                    <a:pt x="1040333" y="1365995"/>
                  </a:lnTo>
                  <a:lnTo>
                    <a:pt x="1049003" y="1373700"/>
                  </a:lnTo>
                  <a:lnTo>
                    <a:pt x="1057672" y="1381295"/>
                  </a:lnTo>
                  <a:lnTo>
                    <a:pt x="1066342" y="1388754"/>
                  </a:lnTo>
                  <a:lnTo>
                    <a:pt x="1075011" y="1395983"/>
                  </a:lnTo>
                  <a:lnTo>
                    <a:pt x="1083681" y="1403073"/>
                  </a:lnTo>
                  <a:lnTo>
                    <a:pt x="1092350" y="1409995"/>
                  </a:lnTo>
                  <a:lnTo>
                    <a:pt x="1101020" y="1416637"/>
                  </a:lnTo>
                  <a:lnTo>
                    <a:pt x="1109689" y="1423116"/>
                  </a:lnTo>
                  <a:lnTo>
                    <a:pt x="1118359" y="1429402"/>
                  </a:lnTo>
                  <a:lnTo>
                    <a:pt x="1127028" y="1435368"/>
                  </a:lnTo>
                  <a:lnTo>
                    <a:pt x="1135697" y="1441152"/>
                  </a:lnTo>
                  <a:lnTo>
                    <a:pt x="1144367" y="1446725"/>
                  </a:lnTo>
                  <a:lnTo>
                    <a:pt x="1153036" y="1451947"/>
                  </a:lnTo>
                  <a:lnTo>
                    <a:pt x="1161706" y="1456974"/>
                  </a:lnTo>
                  <a:lnTo>
                    <a:pt x="1170375" y="1461778"/>
                  </a:lnTo>
                  <a:lnTo>
                    <a:pt x="1179045" y="1466210"/>
                  </a:lnTo>
                  <a:lnTo>
                    <a:pt x="1187714" y="1470438"/>
                  </a:lnTo>
                  <a:lnTo>
                    <a:pt x="1196384" y="1474437"/>
                  </a:lnTo>
                  <a:lnTo>
                    <a:pt x="1205053" y="1478050"/>
                  </a:lnTo>
                  <a:lnTo>
                    <a:pt x="1213722" y="1481455"/>
                  </a:lnTo>
                  <a:lnTo>
                    <a:pt x="1222392" y="1484629"/>
                  </a:lnTo>
                  <a:lnTo>
                    <a:pt x="1231061" y="1487412"/>
                  </a:lnTo>
                  <a:lnTo>
                    <a:pt x="1239731" y="1489986"/>
                  </a:lnTo>
                  <a:lnTo>
                    <a:pt x="1248400" y="1492334"/>
                  </a:lnTo>
                  <a:lnTo>
                    <a:pt x="1257070" y="1494288"/>
                  </a:lnTo>
                  <a:lnTo>
                    <a:pt x="1265739" y="1496038"/>
                  </a:lnTo>
                  <a:lnTo>
                    <a:pt x="1274409" y="1497567"/>
                  </a:lnTo>
                  <a:lnTo>
                    <a:pt x="1283078" y="1498708"/>
                  </a:lnTo>
                  <a:lnTo>
                    <a:pt x="1291747" y="1499649"/>
                  </a:lnTo>
                  <a:lnTo>
                    <a:pt x="1300417" y="1500379"/>
                  </a:lnTo>
                  <a:lnTo>
                    <a:pt x="1309086" y="1500729"/>
                  </a:lnTo>
                  <a:lnTo>
                    <a:pt x="1317756" y="1500886"/>
                  </a:lnTo>
                  <a:lnTo>
                    <a:pt x="1326425" y="1500841"/>
                  </a:lnTo>
                  <a:lnTo>
                    <a:pt x="1335095" y="1500429"/>
                  </a:lnTo>
                  <a:lnTo>
                    <a:pt x="1343764" y="1499830"/>
                  </a:lnTo>
                  <a:lnTo>
                    <a:pt x="1352434" y="1499041"/>
                  </a:lnTo>
                  <a:lnTo>
                    <a:pt x="1361103" y="1497897"/>
                  </a:lnTo>
                  <a:lnTo>
                    <a:pt x="1369773" y="1496574"/>
                  </a:lnTo>
                  <a:lnTo>
                    <a:pt x="1378442" y="1495071"/>
                  </a:lnTo>
                  <a:lnTo>
                    <a:pt x="1387111" y="1493225"/>
                  </a:lnTo>
                  <a:lnTo>
                    <a:pt x="1395781" y="1491208"/>
                  </a:lnTo>
                  <a:lnTo>
                    <a:pt x="1404450" y="1489020"/>
                  </a:lnTo>
                  <a:lnTo>
                    <a:pt x="1413120" y="1486500"/>
                  </a:lnTo>
                  <a:lnTo>
                    <a:pt x="1421789" y="1483815"/>
                  </a:lnTo>
                  <a:lnTo>
                    <a:pt x="1430459" y="1480965"/>
                  </a:lnTo>
                  <a:lnTo>
                    <a:pt x="1439128" y="1477797"/>
                  </a:lnTo>
                  <a:lnTo>
                    <a:pt x="1447798" y="1474464"/>
                  </a:lnTo>
                  <a:lnTo>
                    <a:pt x="1456467" y="1470971"/>
                  </a:lnTo>
                  <a:lnTo>
                    <a:pt x="1465136" y="1467169"/>
                  </a:lnTo>
                  <a:lnTo>
                    <a:pt x="1473806" y="1463202"/>
                  </a:lnTo>
                  <a:lnTo>
                    <a:pt x="1482475" y="1459077"/>
                  </a:lnTo>
                  <a:lnTo>
                    <a:pt x="1491145" y="1454646"/>
                  </a:lnTo>
                  <a:lnTo>
                    <a:pt x="1499814" y="1450049"/>
                  </a:lnTo>
                  <a:lnTo>
                    <a:pt x="1508484" y="1445293"/>
                  </a:lnTo>
                  <a:lnTo>
                    <a:pt x="1517153" y="1440231"/>
                  </a:lnTo>
                  <a:lnTo>
                    <a:pt x="1525823" y="1434996"/>
                  </a:lnTo>
                  <a:lnTo>
                    <a:pt x="1534492" y="1429600"/>
                  </a:lnTo>
                  <a:lnTo>
                    <a:pt x="1543162" y="1423892"/>
                  </a:lnTo>
                  <a:lnTo>
                    <a:pt x="1551831" y="1418003"/>
                  </a:lnTo>
                  <a:lnTo>
                    <a:pt x="1560500" y="1411947"/>
                  </a:lnTo>
                  <a:lnTo>
                    <a:pt x="1569170" y="1405568"/>
                  </a:lnTo>
                  <a:lnTo>
                    <a:pt x="1577839" y="1398997"/>
                  </a:lnTo>
                  <a:lnTo>
                    <a:pt x="1586509" y="1392249"/>
                  </a:lnTo>
                  <a:lnTo>
                    <a:pt x="1595178" y="1385165"/>
                  </a:lnTo>
                  <a:lnTo>
                    <a:pt x="1603848" y="1377874"/>
                  </a:lnTo>
                  <a:lnTo>
                    <a:pt x="1612517" y="1370396"/>
                  </a:lnTo>
                  <a:lnTo>
                    <a:pt x="1621187" y="1362563"/>
                  </a:lnTo>
                  <a:lnTo>
                    <a:pt x="1629856" y="1354506"/>
                  </a:lnTo>
                  <a:lnTo>
                    <a:pt x="1638525" y="1346251"/>
                  </a:lnTo>
                  <a:lnTo>
                    <a:pt x="1647195" y="1337619"/>
                  </a:lnTo>
                  <a:lnTo>
                    <a:pt x="1655864" y="1328745"/>
                  </a:lnTo>
                  <a:lnTo>
                    <a:pt x="1664534" y="1319659"/>
                  </a:lnTo>
                  <a:lnTo>
                    <a:pt x="1673203" y="1310175"/>
                  </a:lnTo>
                  <a:lnTo>
                    <a:pt x="1681873" y="1300429"/>
                  </a:lnTo>
                  <a:lnTo>
                    <a:pt x="1690542" y="1290458"/>
                  </a:lnTo>
                  <a:lnTo>
                    <a:pt x="1699212" y="1280067"/>
                  </a:lnTo>
                  <a:lnTo>
                    <a:pt x="1707881" y="1269396"/>
                  </a:lnTo>
                  <a:lnTo>
                    <a:pt x="1716551" y="1258485"/>
                  </a:lnTo>
                  <a:lnTo>
                    <a:pt x="1725220" y="1247137"/>
                  </a:lnTo>
                  <a:lnTo>
                    <a:pt x="1733889" y="1235491"/>
                  </a:lnTo>
                  <a:lnTo>
                    <a:pt x="1742559" y="1223593"/>
                  </a:lnTo>
                  <a:lnTo>
                    <a:pt x="1751228" y="1211243"/>
                  </a:lnTo>
                  <a:lnTo>
                    <a:pt x="1759898" y="1198580"/>
                  </a:lnTo>
                  <a:lnTo>
                    <a:pt x="1768567" y="1185658"/>
                  </a:lnTo>
                  <a:lnTo>
                    <a:pt x="1777237" y="1172273"/>
                  </a:lnTo>
                  <a:lnTo>
                    <a:pt x="1785906" y="1158565"/>
                  </a:lnTo>
                  <a:lnTo>
                    <a:pt x="1794576" y="1144592"/>
                  </a:lnTo>
                  <a:lnTo>
                    <a:pt x="1803245" y="1130156"/>
                  </a:lnTo>
                  <a:lnTo>
                    <a:pt x="1811914" y="1115391"/>
                  </a:lnTo>
                  <a:lnTo>
                    <a:pt x="1820584" y="1100360"/>
                  </a:lnTo>
                  <a:lnTo>
                    <a:pt x="1829253" y="1084874"/>
                  </a:lnTo>
                  <a:lnTo>
                    <a:pt x="1837923" y="1069059"/>
                  </a:lnTo>
                  <a:lnTo>
                    <a:pt x="1846592" y="1052985"/>
                  </a:lnTo>
                  <a:lnTo>
                    <a:pt x="1855262" y="1036472"/>
                  </a:lnTo>
                  <a:lnTo>
                    <a:pt x="1863931" y="1019641"/>
                  </a:lnTo>
                  <a:lnTo>
                    <a:pt x="1872601" y="1002561"/>
                  </a:lnTo>
                  <a:lnTo>
                    <a:pt x="1881270" y="985069"/>
                  </a:lnTo>
                  <a:lnTo>
                    <a:pt x="1889940" y="967277"/>
                  </a:lnTo>
                  <a:lnTo>
                    <a:pt x="1898609" y="949255"/>
                  </a:lnTo>
                  <a:lnTo>
                    <a:pt x="1907278" y="930860"/>
                  </a:lnTo>
                  <a:lnTo>
                    <a:pt x="1915948" y="912191"/>
                  </a:lnTo>
                  <a:lnTo>
                    <a:pt x="1924617" y="893318"/>
                  </a:lnTo>
                  <a:lnTo>
                    <a:pt x="1933287" y="874119"/>
                  </a:lnTo>
                  <a:lnTo>
                    <a:pt x="1941956" y="854685"/>
                  </a:lnTo>
                  <a:lnTo>
                    <a:pt x="1950626" y="835077"/>
                  </a:lnTo>
                  <a:lnTo>
                    <a:pt x="1959295" y="815203"/>
                  </a:lnTo>
                  <a:lnTo>
                    <a:pt x="1967965" y="795140"/>
                  </a:lnTo>
                  <a:lnTo>
                    <a:pt x="1976634" y="774941"/>
                  </a:lnTo>
                  <a:lnTo>
                    <a:pt x="1985303" y="754543"/>
                  </a:lnTo>
                  <a:lnTo>
                    <a:pt x="1993973" y="734010"/>
                  </a:lnTo>
                  <a:lnTo>
                    <a:pt x="2002642" y="713386"/>
                  </a:lnTo>
                  <a:lnTo>
                    <a:pt x="2011312" y="692638"/>
                  </a:lnTo>
                  <a:lnTo>
                    <a:pt x="2019981" y="671818"/>
                  </a:lnTo>
                  <a:lnTo>
                    <a:pt x="2028651" y="650955"/>
                  </a:lnTo>
                  <a:lnTo>
                    <a:pt x="2037320" y="630047"/>
                  </a:lnTo>
                  <a:lnTo>
                    <a:pt x="2045990" y="609137"/>
                  </a:lnTo>
                  <a:lnTo>
                    <a:pt x="2054659" y="588236"/>
                  </a:lnTo>
                  <a:lnTo>
                    <a:pt x="2063329" y="567374"/>
                  </a:lnTo>
                  <a:lnTo>
                    <a:pt x="2071998" y="546585"/>
                  </a:lnTo>
                  <a:lnTo>
                    <a:pt x="2080667" y="525858"/>
                  </a:lnTo>
                  <a:lnTo>
                    <a:pt x="2089337" y="505255"/>
                  </a:lnTo>
                  <a:lnTo>
                    <a:pt x="2098006" y="484802"/>
                  </a:lnTo>
                  <a:lnTo>
                    <a:pt x="2106676" y="464467"/>
                  </a:lnTo>
                  <a:lnTo>
                    <a:pt x="2115345" y="444339"/>
                  </a:lnTo>
                  <a:lnTo>
                    <a:pt x="2124015" y="424441"/>
                  </a:lnTo>
                  <a:lnTo>
                    <a:pt x="2132684" y="404715"/>
                  </a:lnTo>
                  <a:lnTo>
                    <a:pt x="2141354" y="385277"/>
                  </a:lnTo>
                  <a:lnTo>
                    <a:pt x="2150023" y="366146"/>
                  </a:lnTo>
                  <a:lnTo>
                    <a:pt x="2158692" y="347241"/>
                  </a:lnTo>
                  <a:lnTo>
                    <a:pt x="2167362" y="328698"/>
                  </a:lnTo>
                  <a:lnTo>
                    <a:pt x="2176031" y="310540"/>
                  </a:lnTo>
                  <a:lnTo>
                    <a:pt x="2184701" y="292656"/>
                  </a:lnTo>
                  <a:lnTo>
                    <a:pt x="2193370" y="275204"/>
                  </a:lnTo>
                  <a:lnTo>
                    <a:pt x="2202040" y="258207"/>
                  </a:lnTo>
                  <a:lnTo>
                    <a:pt x="2210709" y="241531"/>
                  </a:lnTo>
                  <a:lnTo>
                    <a:pt x="2219379" y="225347"/>
                  </a:lnTo>
                  <a:lnTo>
                    <a:pt x="2228048" y="209685"/>
                  </a:lnTo>
                  <a:lnTo>
                    <a:pt x="2236718" y="194383"/>
                  </a:lnTo>
                  <a:lnTo>
                    <a:pt x="2245387" y="179625"/>
                  </a:lnTo>
                  <a:lnTo>
                    <a:pt x="2254056" y="165449"/>
                  </a:lnTo>
                  <a:lnTo>
                    <a:pt x="2262726" y="151667"/>
                  </a:lnTo>
                  <a:lnTo>
                    <a:pt x="2271395" y="138472"/>
                  </a:lnTo>
                  <a:lnTo>
                    <a:pt x="2280065" y="125910"/>
                  </a:lnTo>
                  <a:lnTo>
                    <a:pt x="2288734" y="113771"/>
                  </a:lnTo>
                  <a:lnTo>
                    <a:pt x="2297404" y="102251"/>
                  </a:lnTo>
                  <a:lnTo>
                    <a:pt x="2306073" y="91408"/>
                  </a:lnTo>
                  <a:lnTo>
                    <a:pt x="2314743" y="81010"/>
                  </a:lnTo>
                  <a:lnTo>
                    <a:pt x="2323412" y="71255"/>
                  </a:lnTo>
                  <a:lnTo>
                    <a:pt x="2332081" y="62211"/>
                  </a:lnTo>
                  <a:lnTo>
                    <a:pt x="2340751" y="53628"/>
                  </a:lnTo>
                  <a:lnTo>
                    <a:pt x="2349420" y="45702"/>
                  </a:lnTo>
                  <a:lnTo>
                    <a:pt x="2358090" y="38514"/>
                  </a:lnTo>
                  <a:lnTo>
                    <a:pt x="2366759" y="31798"/>
                  </a:lnTo>
                  <a:lnTo>
                    <a:pt x="2375429" y="25745"/>
                  </a:lnTo>
                  <a:lnTo>
                    <a:pt x="2384098" y="20447"/>
                  </a:lnTo>
                  <a:lnTo>
                    <a:pt x="2392768" y="15627"/>
                  </a:lnTo>
                  <a:lnTo>
                    <a:pt x="2401437" y="11467"/>
                  </a:lnTo>
                  <a:lnTo>
                    <a:pt x="2410107" y="8074"/>
                  </a:lnTo>
                  <a:lnTo>
                    <a:pt x="2418776" y="5158"/>
                  </a:lnTo>
                  <a:lnTo>
                    <a:pt x="2427445" y="2895"/>
                  </a:lnTo>
                  <a:lnTo>
                    <a:pt x="2436115" y="1401"/>
                  </a:lnTo>
                  <a:lnTo>
                    <a:pt x="2444784" y="381"/>
                  </a:lnTo>
                  <a:lnTo>
                    <a:pt x="2453454" y="0"/>
                  </a:lnTo>
                  <a:lnTo>
                    <a:pt x="2462123" y="384"/>
                  </a:lnTo>
                  <a:lnTo>
                    <a:pt x="2470793" y="1233"/>
                  </a:lnTo>
                  <a:lnTo>
                    <a:pt x="2479462" y="2702"/>
                  </a:lnTo>
                  <a:lnTo>
                    <a:pt x="2488132" y="4928"/>
                  </a:lnTo>
                  <a:lnTo>
                    <a:pt x="2496801" y="7607"/>
                  </a:lnTo>
                  <a:lnTo>
                    <a:pt x="2505470" y="10882"/>
                  </a:lnTo>
                  <a:lnTo>
                    <a:pt x="2514140" y="14897"/>
                  </a:lnTo>
                  <a:lnTo>
                    <a:pt x="2522809" y="19351"/>
                  </a:lnTo>
                  <a:lnTo>
                    <a:pt x="2531479" y="24375"/>
                  </a:lnTo>
                  <a:lnTo>
                    <a:pt x="2540148" y="30117"/>
                  </a:lnTo>
                  <a:lnTo>
                    <a:pt x="2548818" y="36280"/>
                  </a:lnTo>
                  <a:lnTo>
                    <a:pt x="2557487" y="42981"/>
                  </a:lnTo>
                  <a:lnTo>
                    <a:pt x="2566157" y="50373"/>
                  </a:lnTo>
                  <a:lnTo>
                    <a:pt x="2574826" y="58166"/>
                  </a:lnTo>
                  <a:lnTo>
                    <a:pt x="2583495" y="66462"/>
                  </a:lnTo>
                  <a:lnTo>
                    <a:pt x="2592165" y="75417"/>
                  </a:lnTo>
                  <a:lnTo>
                    <a:pt x="2600834" y="84747"/>
                  </a:lnTo>
                  <a:lnTo>
                    <a:pt x="2609504" y="94545"/>
                  </a:lnTo>
                  <a:lnTo>
                    <a:pt x="2618173" y="104961"/>
                  </a:lnTo>
                  <a:lnTo>
                    <a:pt x="2626843" y="115725"/>
                  </a:lnTo>
                  <a:lnTo>
                    <a:pt x="2635512" y="126916"/>
                  </a:lnTo>
                  <a:lnTo>
                    <a:pt x="2644182" y="138681"/>
                  </a:lnTo>
                  <a:lnTo>
                    <a:pt x="2652851" y="150762"/>
                  </a:lnTo>
                  <a:lnTo>
                    <a:pt x="2661521" y="163226"/>
                  </a:lnTo>
                  <a:lnTo>
                    <a:pt x="2670190" y="176212"/>
                  </a:lnTo>
                  <a:lnTo>
                    <a:pt x="2678859" y="189480"/>
                  </a:lnTo>
                  <a:lnTo>
                    <a:pt x="2687529" y="203085"/>
                  </a:lnTo>
                  <a:lnTo>
                    <a:pt x="2696198" y="217151"/>
                  </a:lnTo>
                  <a:lnTo>
                    <a:pt x="2704868" y="231463"/>
                  </a:lnTo>
                  <a:lnTo>
                    <a:pt x="2713537" y="246062"/>
                  </a:lnTo>
                  <a:lnTo>
                    <a:pt x="2722207" y="261058"/>
                  </a:lnTo>
                  <a:lnTo>
                    <a:pt x="2730876" y="276257"/>
                  </a:lnTo>
                  <a:lnTo>
                    <a:pt x="2739546" y="291693"/>
                  </a:lnTo>
                  <a:lnTo>
                    <a:pt x="2748215" y="307452"/>
                  </a:lnTo>
                  <a:lnTo>
                    <a:pt x="2756884" y="323372"/>
                  </a:lnTo>
                  <a:lnTo>
                    <a:pt x="2765554" y="339475"/>
                  </a:lnTo>
                  <a:lnTo>
                    <a:pt x="2774223" y="355824"/>
                  </a:lnTo>
                  <a:lnTo>
                    <a:pt x="2782893" y="372288"/>
                  </a:lnTo>
                  <a:lnTo>
                    <a:pt x="2791562" y="388881"/>
                  </a:lnTo>
                  <a:lnTo>
                    <a:pt x="2800232" y="405637"/>
                  </a:lnTo>
                  <a:lnTo>
                    <a:pt x="2808901" y="422461"/>
                  </a:lnTo>
                  <a:lnTo>
                    <a:pt x="2817571" y="439360"/>
                  </a:lnTo>
                  <a:lnTo>
                    <a:pt x="2826240" y="456337"/>
                  </a:lnTo>
                  <a:lnTo>
                    <a:pt x="2834910" y="473336"/>
                  </a:lnTo>
                  <a:lnTo>
                    <a:pt x="2843579" y="490356"/>
                  </a:lnTo>
                  <a:lnTo>
                    <a:pt x="2852248" y="507368"/>
                  </a:lnTo>
                  <a:lnTo>
                    <a:pt x="2860918" y="524354"/>
                  </a:lnTo>
                  <a:lnTo>
                    <a:pt x="2869587" y="541312"/>
                  </a:lnTo>
                  <a:lnTo>
                    <a:pt x="2878257" y="558175"/>
                  </a:lnTo>
                  <a:lnTo>
                    <a:pt x="2886926" y="574970"/>
                  </a:lnTo>
                  <a:lnTo>
                    <a:pt x="2895596" y="591688"/>
                  </a:lnTo>
                  <a:lnTo>
                    <a:pt x="2904265" y="608230"/>
                  </a:lnTo>
                  <a:lnTo>
                    <a:pt x="2912935" y="624663"/>
                  </a:lnTo>
                  <a:lnTo>
                    <a:pt x="2921604" y="640976"/>
                  </a:lnTo>
                  <a:lnTo>
                    <a:pt x="2930273" y="657038"/>
                  </a:lnTo>
                  <a:lnTo>
                    <a:pt x="2938943" y="672954"/>
                  </a:lnTo>
                  <a:lnTo>
                    <a:pt x="2947612" y="688713"/>
                  </a:lnTo>
                  <a:lnTo>
                    <a:pt x="2956282" y="704155"/>
                  </a:lnTo>
                  <a:lnTo>
                    <a:pt x="2964951" y="719419"/>
                  </a:lnTo>
                  <a:lnTo>
                    <a:pt x="2973621" y="734497"/>
                  </a:lnTo>
                  <a:lnTo>
                    <a:pt x="2982290" y="749201"/>
                  </a:lnTo>
                  <a:lnTo>
                    <a:pt x="2990960" y="763702"/>
                  </a:lnTo>
                  <a:lnTo>
                    <a:pt x="2999629" y="777996"/>
                  </a:lnTo>
                  <a:lnTo>
                    <a:pt x="3008299" y="791871"/>
                  </a:lnTo>
                  <a:lnTo>
                    <a:pt x="3016968" y="805526"/>
                  </a:lnTo>
                  <a:lnTo>
                    <a:pt x="3025637" y="818960"/>
                  </a:lnTo>
                  <a:lnTo>
                    <a:pt x="3034307" y="831946"/>
                  </a:lnTo>
                  <a:lnTo>
                    <a:pt x="3042976" y="844701"/>
                  </a:lnTo>
                  <a:lnTo>
                    <a:pt x="3051646" y="857227"/>
                  </a:lnTo>
                  <a:lnTo>
                    <a:pt x="3060315" y="869296"/>
                  </a:lnTo>
                  <a:lnTo>
                    <a:pt x="3068985" y="881131"/>
                  </a:lnTo>
                  <a:lnTo>
                    <a:pt x="3077654" y="892734"/>
                  </a:lnTo>
                  <a:lnTo>
                    <a:pt x="3086324" y="903888"/>
                  </a:lnTo>
                  <a:lnTo>
                    <a:pt x="3094993" y="914812"/>
                  </a:lnTo>
                  <a:lnTo>
                    <a:pt x="3103662" y="925511"/>
                  </a:lnTo>
                  <a:lnTo>
                    <a:pt x="3112332" y="935785"/>
                  </a:lnTo>
                  <a:lnTo>
                    <a:pt x="3121001" y="945839"/>
                  </a:lnTo>
                  <a:lnTo>
                    <a:pt x="3129671" y="955682"/>
                  </a:lnTo>
                  <a:lnTo>
                    <a:pt x="3138340" y="965138"/>
                  </a:lnTo>
                  <a:lnTo>
                    <a:pt x="3147010" y="974394"/>
                  </a:lnTo>
                  <a:lnTo>
                    <a:pt x="3155679" y="983460"/>
                  </a:lnTo>
                  <a:lnTo>
                    <a:pt x="3164349" y="992189"/>
                  </a:lnTo>
                  <a:lnTo>
                    <a:pt x="3173018" y="1000744"/>
                  </a:lnTo>
                  <a:lnTo>
                    <a:pt x="3181688" y="1009138"/>
                  </a:lnTo>
                  <a:lnTo>
                    <a:pt x="3190357" y="1017255"/>
                  </a:lnTo>
                  <a:lnTo>
                    <a:pt x="3199026" y="1025231"/>
                  </a:lnTo>
                  <a:lnTo>
                    <a:pt x="3207696" y="1033080"/>
                  </a:lnTo>
                  <a:lnTo>
                    <a:pt x="3216365" y="1040721"/>
                  </a:lnTo>
                  <a:lnTo>
                    <a:pt x="3225035" y="1048260"/>
                  </a:lnTo>
                  <a:lnTo>
                    <a:pt x="3233704" y="1055710"/>
                  </a:lnTo>
                  <a:lnTo>
                    <a:pt x="3242374" y="1063027"/>
                  </a:lnTo>
                  <a:lnTo>
                    <a:pt x="3251043" y="1070287"/>
                  </a:lnTo>
                  <a:lnTo>
                    <a:pt x="3259713" y="1077499"/>
                  </a:lnTo>
                  <a:lnTo>
                    <a:pt x="3268382" y="1084656"/>
                  </a:lnTo>
                  <a:lnTo>
                    <a:pt x="3277051" y="1091805"/>
                  </a:lnTo>
                  <a:lnTo>
                    <a:pt x="3285721" y="1098949"/>
                  </a:lnTo>
                  <a:lnTo>
                    <a:pt x="3294390" y="1106119"/>
                  </a:lnTo>
                  <a:lnTo>
                    <a:pt x="3303060" y="1113330"/>
                  </a:lnTo>
                  <a:lnTo>
                    <a:pt x="3311729" y="1120581"/>
                  </a:lnTo>
                  <a:lnTo>
                    <a:pt x="3320399" y="1127937"/>
                  </a:lnTo>
                  <a:lnTo>
                    <a:pt x="3329068" y="1135386"/>
                  </a:lnTo>
                  <a:lnTo>
                    <a:pt x="3337738" y="1142919"/>
                  </a:lnTo>
                  <a:lnTo>
                    <a:pt x="3346407" y="1150634"/>
                  </a:lnTo>
                  <a:lnTo>
                    <a:pt x="3355077" y="1158492"/>
                  </a:lnTo>
                  <a:lnTo>
                    <a:pt x="3363746" y="1166477"/>
                  </a:lnTo>
                  <a:lnTo>
                    <a:pt x="3372415" y="1174715"/>
                  </a:lnTo>
                  <a:lnTo>
                    <a:pt x="3381085" y="1183146"/>
                  </a:lnTo>
                  <a:lnTo>
                    <a:pt x="3389754" y="1191743"/>
                  </a:lnTo>
                  <a:lnTo>
                    <a:pt x="3398424" y="1200658"/>
                  </a:lnTo>
                  <a:lnTo>
                    <a:pt x="3407093" y="1209812"/>
                  </a:lnTo>
                  <a:lnTo>
                    <a:pt x="3415763" y="1219167"/>
                  </a:lnTo>
                  <a:lnTo>
                    <a:pt x="3424432" y="1228896"/>
                  </a:lnTo>
                  <a:lnTo>
                    <a:pt x="3433102" y="1238906"/>
                  </a:lnTo>
                  <a:lnTo>
                    <a:pt x="3441771" y="1249147"/>
                  </a:lnTo>
                  <a:lnTo>
                    <a:pt x="3450440" y="1259808"/>
                  </a:lnTo>
                  <a:lnTo>
                    <a:pt x="3459110" y="1270786"/>
                  </a:lnTo>
                  <a:lnTo>
                    <a:pt x="3467779" y="1282020"/>
                  </a:lnTo>
                  <a:lnTo>
                    <a:pt x="3476449" y="1293709"/>
                  </a:lnTo>
                  <a:lnTo>
                    <a:pt x="3485118" y="1305741"/>
                  </a:lnTo>
                  <a:lnTo>
                    <a:pt x="3493788" y="1318049"/>
                  </a:lnTo>
                  <a:lnTo>
                    <a:pt x="3502457" y="1330833"/>
                  </a:lnTo>
                  <a:lnTo>
                    <a:pt x="3511127" y="1343981"/>
                  </a:lnTo>
                  <a:lnTo>
                    <a:pt x="3519796" y="1357415"/>
                  </a:lnTo>
                  <a:lnTo>
                    <a:pt x="3528466" y="1371336"/>
                  </a:lnTo>
                  <a:lnTo>
                    <a:pt x="3537135" y="1385630"/>
                  </a:lnTo>
                  <a:lnTo>
                    <a:pt x="3545804" y="1400213"/>
                  </a:lnTo>
                  <a:lnTo>
                    <a:pt x="3554474" y="1415279"/>
                  </a:lnTo>
                  <a:lnTo>
                    <a:pt x="3563143" y="1430720"/>
                  </a:lnTo>
                  <a:lnTo>
                    <a:pt x="3571813" y="1446444"/>
                  </a:lnTo>
                  <a:lnTo>
                    <a:pt x="3580482" y="1462635"/>
                  </a:lnTo>
                  <a:lnTo>
                    <a:pt x="3589152" y="1479190"/>
                  </a:lnTo>
                  <a:lnTo>
                    <a:pt x="3597821" y="1496016"/>
                  </a:lnTo>
                  <a:lnTo>
                    <a:pt x="3606491" y="1513279"/>
                  </a:lnTo>
                  <a:lnTo>
                    <a:pt x="3615160" y="1530885"/>
                  </a:lnTo>
                  <a:lnTo>
                    <a:pt x="3623829" y="1548743"/>
                  </a:lnTo>
                  <a:lnTo>
                    <a:pt x="3632499" y="1566996"/>
                  </a:lnTo>
                  <a:lnTo>
                    <a:pt x="3641168" y="1585561"/>
                  </a:lnTo>
                  <a:lnTo>
                    <a:pt x="3649838" y="1604349"/>
                  </a:lnTo>
                  <a:lnTo>
                    <a:pt x="3658507" y="1623483"/>
                  </a:lnTo>
                  <a:lnTo>
                    <a:pt x="3667177" y="1642886"/>
                  </a:lnTo>
                  <a:lnTo>
                    <a:pt x="3675846" y="1662479"/>
                  </a:lnTo>
                  <a:lnTo>
                    <a:pt x="3684516" y="1682356"/>
                  </a:lnTo>
                  <a:lnTo>
                    <a:pt x="3693185" y="1702454"/>
                  </a:lnTo>
                  <a:lnTo>
                    <a:pt x="3701855" y="1722701"/>
                  </a:lnTo>
                  <a:lnTo>
                    <a:pt x="3710524" y="1743166"/>
                  </a:lnTo>
                  <a:lnTo>
                    <a:pt x="3719193" y="1763792"/>
                  </a:lnTo>
                  <a:lnTo>
                    <a:pt x="3727863" y="1784525"/>
                  </a:lnTo>
                  <a:lnTo>
                    <a:pt x="3736532" y="1805403"/>
                  </a:lnTo>
                  <a:lnTo>
                    <a:pt x="3745202" y="1826380"/>
                  </a:lnTo>
                  <a:lnTo>
                    <a:pt x="3753871" y="1847415"/>
                  </a:lnTo>
                  <a:lnTo>
                    <a:pt x="3762541" y="1868521"/>
                  </a:lnTo>
                  <a:lnTo>
                    <a:pt x="3771210" y="1889657"/>
                  </a:lnTo>
                  <a:lnTo>
                    <a:pt x="3779880" y="1910804"/>
                  </a:lnTo>
                  <a:lnTo>
                    <a:pt x="3788549" y="1931946"/>
                  </a:lnTo>
                  <a:lnTo>
                    <a:pt x="3797218" y="1953049"/>
                  </a:lnTo>
                  <a:lnTo>
                    <a:pt x="3805888" y="1974114"/>
                  </a:lnTo>
                  <a:lnTo>
                    <a:pt x="3814557" y="1995101"/>
                  </a:lnTo>
                  <a:lnTo>
                    <a:pt x="3823227" y="2015978"/>
                  </a:lnTo>
                  <a:lnTo>
                    <a:pt x="3831896" y="2036771"/>
                  </a:lnTo>
                  <a:lnTo>
                    <a:pt x="3840566" y="2057417"/>
                  </a:lnTo>
                  <a:lnTo>
                    <a:pt x="3849235" y="2077886"/>
                  </a:lnTo>
                  <a:lnTo>
                    <a:pt x="3857905" y="2098225"/>
                  </a:lnTo>
                  <a:lnTo>
                    <a:pt x="3866574" y="2118356"/>
                  </a:lnTo>
                  <a:lnTo>
                    <a:pt x="3875243" y="2138246"/>
                  </a:lnTo>
                  <a:lnTo>
                    <a:pt x="3883913" y="2157967"/>
                  </a:lnTo>
                  <a:lnTo>
                    <a:pt x="3892582" y="2177424"/>
                  </a:lnTo>
                  <a:lnTo>
                    <a:pt x="3901252" y="2196584"/>
                  </a:lnTo>
                  <a:lnTo>
                    <a:pt x="3909921" y="2215539"/>
                  </a:lnTo>
                  <a:lnTo>
                    <a:pt x="3918591" y="2234186"/>
                  </a:lnTo>
                  <a:lnTo>
                    <a:pt x="3927260" y="2252487"/>
                  </a:lnTo>
                  <a:lnTo>
                    <a:pt x="3935930" y="2270555"/>
                  </a:lnTo>
                  <a:lnTo>
                    <a:pt x="3944599" y="2288279"/>
                  </a:lnTo>
                  <a:lnTo>
                    <a:pt x="3953269" y="2305619"/>
                  </a:lnTo>
                  <a:lnTo>
                    <a:pt x="3961938" y="2322704"/>
                  </a:lnTo>
                  <a:lnTo>
                    <a:pt x="3970607" y="2339421"/>
                  </a:lnTo>
                  <a:lnTo>
                    <a:pt x="3979277" y="2355725"/>
                  </a:lnTo>
                  <a:lnTo>
                    <a:pt x="3987946" y="2371760"/>
                  </a:lnTo>
                  <a:lnTo>
                    <a:pt x="3996616" y="2387415"/>
                  </a:lnTo>
                  <a:lnTo>
                    <a:pt x="4005285" y="2402639"/>
                  </a:lnTo>
                  <a:lnTo>
                    <a:pt x="4013955" y="2417589"/>
                  </a:lnTo>
                  <a:lnTo>
                    <a:pt x="4022624" y="2432157"/>
                  </a:lnTo>
                  <a:lnTo>
                    <a:pt x="4031294" y="2446288"/>
                  </a:lnTo>
                  <a:lnTo>
                    <a:pt x="4039963" y="2460146"/>
                  </a:lnTo>
                  <a:lnTo>
                    <a:pt x="4048632" y="2473630"/>
                  </a:lnTo>
                  <a:lnTo>
                    <a:pt x="4057302" y="2486684"/>
                  </a:lnTo>
                  <a:lnTo>
                    <a:pt x="4065971" y="2499473"/>
                  </a:lnTo>
                  <a:lnTo>
                    <a:pt x="4074641" y="2511906"/>
                  </a:lnTo>
                  <a:lnTo>
                    <a:pt x="4083310" y="2523925"/>
                  </a:lnTo>
                  <a:lnTo>
                    <a:pt x="4091980" y="2535695"/>
                  </a:lnTo>
                  <a:lnTo>
                    <a:pt x="4100649" y="2547134"/>
                  </a:lnTo>
                  <a:lnTo>
                    <a:pt x="4109319" y="2558187"/>
                  </a:lnTo>
                  <a:lnTo>
                    <a:pt x="4117988" y="2569012"/>
                  </a:lnTo>
                  <a:lnTo>
                    <a:pt x="4126658" y="2579538"/>
                  </a:lnTo>
                  <a:lnTo>
                    <a:pt x="4135327" y="2589713"/>
                  </a:lnTo>
                  <a:lnTo>
                    <a:pt x="4143996" y="2599685"/>
                  </a:lnTo>
                  <a:lnTo>
                    <a:pt x="4152666" y="2609397"/>
                  </a:lnTo>
                  <a:lnTo>
                    <a:pt x="4161335" y="2618800"/>
                  </a:lnTo>
                  <a:lnTo>
                    <a:pt x="4170005" y="2628029"/>
                  </a:lnTo>
                  <a:lnTo>
                    <a:pt x="4178674" y="2637039"/>
                  </a:lnTo>
                  <a:lnTo>
                    <a:pt x="4187344" y="2645788"/>
                  </a:lnTo>
                  <a:lnTo>
                    <a:pt x="4196013" y="2654394"/>
                  </a:lnTo>
                  <a:lnTo>
                    <a:pt x="4204683" y="2662823"/>
                  </a:lnTo>
                  <a:lnTo>
                    <a:pt x="4213352" y="2671043"/>
                  </a:lnTo>
                  <a:lnTo>
                    <a:pt x="4222021" y="2679152"/>
                  </a:lnTo>
                  <a:lnTo>
                    <a:pt x="4230691" y="2687125"/>
                  </a:lnTo>
                  <a:lnTo>
                    <a:pt x="4239360" y="2694942"/>
                  </a:lnTo>
                  <a:lnTo>
                    <a:pt x="4248030" y="2702680"/>
                  </a:lnTo>
                  <a:lnTo>
                    <a:pt x="4256699" y="2710323"/>
                  </a:lnTo>
                  <a:lnTo>
                    <a:pt x="4265369" y="2717861"/>
                  </a:lnTo>
                  <a:lnTo>
                    <a:pt x="4274038" y="2725349"/>
                  </a:lnTo>
                  <a:lnTo>
                    <a:pt x="4282708" y="2732779"/>
                  </a:lnTo>
                  <a:lnTo>
                    <a:pt x="4291377" y="2740154"/>
                  </a:lnTo>
                  <a:lnTo>
                    <a:pt x="4300047" y="2747505"/>
                  </a:lnTo>
                  <a:lnTo>
                    <a:pt x="4308716" y="2754833"/>
                  </a:lnTo>
                  <a:lnTo>
                    <a:pt x="4317385" y="2762147"/>
                  </a:lnTo>
                  <a:lnTo>
                    <a:pt x="4326055" y="2769462"/>
                  </a:lnTo>
                  <a:lnTo>
                    <a:pt x="4334724" y="2776782"/>
                  </a:lnTo>
                  <a:lnTo>
                    <a:pt x="4343394" y="2784125"/>
                  </a:lnTo>
                  <a:lnTo>
                    <a:pt x="4352063" y="2791487"/>
                  </a:lnTo>
                  <a:lnTo>
                    <a:pt x="4360733" y="2798876"/>
                  </a:lnTo>
                  <a:lnTo>
                    <a:pt x="4369402" y="2806318"/>
                  </a:lnTo>
                  <a:lnTo>
                    <a:pt x="4378072" y="2813794"/>
                  </a:lnTo>
                  <a:lnTo>
                    <a:pt x="4386741" y="2821311"/>
                  </a:lnTo>
                  <a:lnTo>
                    <a:pt x="4395410" y="2828902"/>
                  </a:lnTo>
                  <a:lnTo>
                    <a:pt x="4404080" y="2836536"/>
                  </a:lnTo>
                  <a:lnTo>
                    <a:pt x="4412749" y="2844221"/>
                  </a:lnTo>
                  <a:lnTo>
                    <a:pt x="4421419" y="2851991"/>
                  </a:lnTo>
                  <a:lnTo>
                    <a:pt x="4430088" y="2859807"/>
                  </a:lnTo>
                  <a:lnTo>
                    <a:pt x="4430088" y="3305201"/>
                  </a:lnTo>
                  <a:lnTo>
                    <a:pt x="4421419" y="3305201"/>
                  </a:lnTo>
                  <a:lnTo>
                    <a:pt x="4412749" y="3305201"/>
                  </a:lnTo>
                  <a:lnTo>
                    <a:pt x="4404080" y="3305201"/>
                  </a:lnTo>
                  <a:lnTo>
                    <a:pt x="4395410" y="3305201"/>
                  </a:lnTo>
                  <a:lnTo>
                    <a:pt x="4386741" y="3305201"/>
                  </a:lnTo>
                  <a:lnTo>
                    <a:pt x="4378072" y="3305201"/>
                  </a:lnTo>
                  <a:lnTo>
                    <a:pt x="4369402" y="3305201"/>
                  </a:lnTo>
                  <a:lnTo>
                    <a:pt x="4360733" y="3305201"/>
                  </a:lnTo>
                  <a:lnTo>
                    <a:pt x="4352063" y="3305201"/>
                  </a:lnTo>
                  <a:lnTo>
                    <a:pt x="4343394" y="3305201"/>
                  </a:lnTo>
                  <a:lnTo>
                    <a:pt x="4334724" y="3305201"/>
                  </a:lnTo>
                  <a:lnTo>
                    <a:pt x="4326055" y="3305201"/>
                  </a:lnTo>
                  <a:lnTo>
                    <a:pt x="4317385" y="3305201"/>
                  </a:lnTo>
                  <a:lnTo>
                    <a:pt x="4308716" y="3305201"/>
                  </a:lnTo>
                  <a:lnTo>
                    <a:pt x="4300047" y="3305201"/>
                  </a:lnTo>
                  <a:lnTo>
                    <a:pt x="4291377" y="3305201"/>
                  </a:lnTo>
                  <a:lnTo>
                    <a:pt x="4282708" y="3305201"/>
                  </a:lnTo>
                  <a:lnTo>
                    <a:pt x="4274038" y="3305201"/>
                  </a:lnTo>
                  <a:lnTo>
                    <a:pt x="4265369" y="3305201"/>
                  </a:lnTo>
                  <a:lnTo>
                    <a:pt x="4256699" y="3305201"/>
                  </a:lnTo>
                  <a:lnTo>
                    <a:pt x="4248030" y="3305201"/>
                  </a:lnTo>
                  <a:lnTo>
                    <a:pt x="4239360" y="3305201"/>
                  </a:lnTo>
                  <a:lnTo>
                    <a:pt x="4230691" y="3305201"/>
                  </a:lnTo>
                  <a:lnTo>
                    <a:pt x="4222021" y="3305201"/>
                  </a:lnTo>
                  <a:lnTo>
                    <a:pt x="4213352" y="3305201"/>
                  </a:lnTo>
                  <a:lnTo>
                    <a:pt x="4204683" y="3305201"/>
                  </a:lnTo>
                  <a:lnTo>
                    <a:pt x="4196013" y="3305201"/>
                  </a:lnTo>
                  <a:lnTo>
                    <a:pt x="4187344" y="3305201"/>
                  </a:lnTo>
                  <a:lnTo>
                    <a:pt x="4178674" y="3305201"/>
                  </a:lnTo>
                  <a:lnTo>
                    <a:pt x="4170005" y="3305201"/>
                  </a:lnTo>
                  <a:lnTo>
                    <a:pt x="4161335" y="3305201"/>
                  </a:lnTo>
                  <a:lnTo>
                    <a:pt x="4152666" y="3305201"/>
                  </a:lnTo>
                  <a:lnTo>
                    <a:pt x="4143996" y="3305201"/>
                  </a:lnTo>
                  <a:lnTo>
                    <a:pt x="4135327" y="3305201"/>
                  </a:lnTo>
                  <a:lnTo>
                    <a:pt x="4126658" y="3305201"/>
                  </a:lnTo>
                  <a:lnTo>
                    <a:pt x="4117988" y="3305201"/>
                  </a:lnTo>
                  <a:lnTo>
                    <a:pt x="4109319" y="3305201"/>
                  </a:lnTo>
                  <a:lnTo>
                    <a:pt x="4100649" y="3305201"/>
                  </a:lnTo>
                  <a:lnTo>
                    <a:pt x="4091980" y="3305201"/>
                  </a:lnTo>
                  <a:lnTo>
                    <a:pt x="4083310" y="3305201"/>
                  </a:lnTo>
                  <a:lnTo>
                    <a:pt x="4074641" y="3305201"/>
                  </a:lnTo>
                  <a:lnTo>
                    <a:pt x="4065971" y="3305201"/>
                  </a:lnTo>
                  <a:lnTo>
                    <a:pt x="4057302" y="3305201"/>
                  </a:lnTo>
                  <a:lnTo>
                    <a:pt x="4048632" y="3305201"/>
                  </a:lnTo>
                  <a:lnTo>
                    <a:pt x="4039963" y="3305201"/>
                  </a:lnTo>
                  <a:lnTo>
                    <a:pt x="4031294" y="3305201"/>
                  </a:lnTo>
                  <a:lnTo>
                    <a:pt x="4022624" y="3305201"/>
                  </a:lnTo>
                  <a:lnTo>
                    <a:pt x="4013955" y="3305201"/>
                  </a:lnTo>
                  <a:lnTo>
                    <a:pt x="4005285" y="3305201"/>
                  </a:lnTo>
                  <a:lnTo>
                    <a:pt x="3996616" y="3305201"/>
                  </a:lnTo>
                  <a:lnTo>
                    <a:pt x="3987946" y="3305201"/>
                  </a:lnTo>
                  <a:lnTo>
                    <a:pt x="3979277" y="3305201"/>
                  </a:lnTo>
                  <a:lnTo>
                    <a:pt x="3970607" y="3305201"/>
                  </a:lnTo>
                  <a:lnTo>
                    <a:pt x="3961938" y="3305201"/>
                  </a:lnTo>
                  <a:lnTo>
                    <a:pt x="3953269" y="3305201"/>
                  </a:lnTo>
                  <a:lnTo>
                    <a:pt x="3944599" y="3305201"/>
                  </a:lnTo>
                  <a:lnTo>
                    <a:pt x="3935930" y="3305201"/>
                  </a:lnTo>
                  <a:lnTo>
                    <a:pt x="3927260" y="3305201"/>
                  </a:lnTo>
                  <a:lnTo>
                    <a:pt x="3918591" y="3305201"/>
                  </a:lnTo>
                  <a:lnTo>
                    <a:pt x="3909921" y="3305201"/>
                  </a:lnTo>
                  <a:lnTo>
                    <a:pt x="3901252" y="3305201"/>
                  </a:lnTo>
                  <a:lnTo>
                    <a:pt x="3892582" y="3305201"/>
                  </a:lnTo>
                  <a:lnTo>
                    <a:pt x="3883913" y="3305201"/>
                  </a:lnTo>
                  <a:lnTo>
                    <a:pt x="3875243" y="3305201"/>
                  </a:lnTo>
                  <a:lnTo>
                    <a:pt x="3866574" y="3305201"/>
                  </a:lnTo>
                  <a:lnTo>
                    <a:pt x="3857905" y="3305201"/>
                  </a:lnTo>
                  <a:lnTo>
                    <a:pt x="3849235" y="3305201"/>
                  </a:lnTo>
                  <a:lnTo>
                    <a:pt x="3840566" y="3305201"/>
                  </a:lnTo>
                  <a:lnTo>
                    <a:pt x="3831896" y="3305201"/>
                  </a:lnTo>
                  <a:lnTo>
                    <a:pt x="3823227" y="3305201"/>
                  </a:lnTo>
                  <a:lnTo>
                    <a:pt x="3814557" y="3305201"/>
                  </a:lnTo>
                  <a:lnTo>
                    <a:pt x="3805888" y="3305201"/>
                  </a:lnTo>
                  <a:lnTo>
                    <a:pt x="3797218" y="3305201"/>
                  </a:lnTo>
                  <a:lnTo>
                    <a:pt x="3788549" y="3305201"/>
                  </a:lnTo>
                  <a:lnTo>
                    <a:pt x="3779880" y="3305201"/>
                  </a:lnTo>
                  <a:lnTo>
                    <a:pt x="3771210" y="3305201"/>
                  </a:lnTo>
                  <a:lnTo>
                    <a:pt x="3762541" y="3305201"/>
                  </a:lnTo>
                  <a:lnTo>
                    <a:pt x="3753871" y="3305201"/>
                  </a:lnTo>
                  <a:lnTo>
                    <a:pt x="3745202" y="3305201"/>
                  </a:lnTo>
                  <a:lnTo>
                    <a:pt x="3736532" y="3305201"/>
                  </a:lnTo>
                  <a:lnTo>
                    <a:pt x="3727863" y="3305201"/>
                  </a:lnTo>
                  <a:lnTo>
                    <a:pt x="3719193" y="3305201"/>
                  </a:lnTo>
                  <a:lnTo>
                    <a:pt x="3710524" y="3305201"/>
                  </a:lnTo>
                  <a:lnTo>
                    <a:pt x="3701855" y="3305201"/>
                  </a:lnTo>
                  <a:lnTo>
                    <a:pt x="3693185" y="3305201"/>
                  </a:lnTo>
                  <a:lnTo>
                    <a:pt x="3684516" y="3305201"/>
                  </a:lnTo>
                  <a:lnTo>
                    <a:pt x="3675846" y="3305201"/>
                  </a:lnTo>
                  <a:lnTo>
                    <a:pt x="3667177" y="3305201"/>
                  </a:lnTo>
                  <a:lnTo>
                    <a:pt x="3658507" y="3305201"/>
                  </a:lnTo>
                  <a:lnTo>
                    <a:pt x="3649838" y="3305201"/>
                  </a:lnTo>
                  <a:lnTo>
                    <a:pt x="3641168" y="3305201"/>
                  </a:lnTo>
                  <a:lnTo>
                    <a:pt x="3632499" y="3305201"/>
                  </a:lnTo>
                  <a:lnTo>
                    <a:pt x="3623829" y="3305201"/>
                  </a:lnTo>
                  <a:lnTo>
                    <a:pt x="3615160" y="3305201"/>
                  </a:lnTo>
                  <a:lnTo>
                    <a:pt x="3606491" y="3305201"/>
                  </a:lnTo>
                  <a:lnTo>
                    <a:pt x="3597821" y="3305201"/>
                  </a:lnTo>
                  <a:lnTo>
                    <a:pt x="3589152" y="3305201"/>
                  </a:lnTo>
                  <a:lnTo>
                    <a:pt x="3580482" y="3305201"/>
                  </a:lnTo>
                  <a:lnTo>
                    <a:pt x="3571813" y="3305201"/>
                  </a:lnTo>
                  <a:lnTo>
                    <a:pt x="3563143" y="3305201"/>
                  </a:lnTo>
                  <a:lnTo>
                    <a:pt x="3554474" y="3305201"/>
                  </a:lnTo>
                  <a:lnTo>
                    <a:pt x="3545804" y="3305201"/>
                  </a:lnTo>
                  <a:lnTo>
                    <a:pt x="3537135" y="3305201"/>
                  </a:lnTo>
                  <a:lnTo>
                    <a:pt x="3528466" y="3305201"/>
                  </a:lnTo>
                  <a:lnTo>
                    <a:pt x="3519796" y="3305201"/>
                  </a:lnTo>
                  <a:lnTo>
                    <a:pt x="3511127" y="3305201"/>
                  </a:lnTo>
                  <a:lnTo>
                    <a:pt x="3502457" y="3305201"/>
                  </a:lnTo>
                  <a:lnTo>
                    <a:pt x="3493788" y="3305201"/>
                  </a:lnTo>
                  <a:lnTo>
                    <a:pt x="3485118" y="3305201"/>
                  </a:lnTo>
                  <a:lnTo>
                    <a:pt x="3476449" y="3305201"/>
                  </a:lnTo>
                  <a:lnTo>
                    <a:pt x="3467779" y="3305201"/>
                  </a:lnTo>
                  <a:lnTo>
                    <a:pt x="3459110" y="3305201"/>
                  </a:lnTo>
                  <a:lnTo>
                    <a:pt x="3450440" y="3305201"/>
                  </a:lnTo>
                  <a:lnTo>
                    <a:pt x="3441771" y="3305201"/>
                  </a:lnTo>
                  <a:lnTo>
                    <a:pt x="3433102" y="3305201"/>
                  </a:lnTo>
                  <a:lnTo>
                    <a:pt x="3424432" y="3305201"/>
                  </a:lnTo>
                  <a:lnTo>
                    <a:pt x="3415763" y="3305201"/>
                  </a:lnTo>
                  <a:lnTo>
                    <a:pt x="3407093" y="3305201"/>
                  </a:lnTo>
                  <a:lnTo>
                    <a:pt x="3398424" y="3305201"/>
                  </a:lnTo>
                  <a:lnTo>
                    <a:pt x="3389754" y="3305201"/>
                  </a:lnTo>
                  <a:lnTo>
                    <a:pt x="3381085" y="3305201"/>
                  </a:lnTo>
                  <a:lnTo>
                    <a:pt x="3372415" y="3305201"/>
                  </a:lnTo>
                  <a:lnTo>
                    <a:pt x="3363746" y="3305201"/>
                  </a:lnTo>
                  <a:lnTo>
                    <a:pt x="3355077" y="3305201"/>
                  </a:lnTo>
                  <a:lnTo>
                    <a:pt x="3346407" y="3305201"/>
                  </a:lnTo>
                  <a:lnTo>
                    <a:pt x="3337738" y="3305201"/>
                  </a:lnTo>
                  <a:lnTo>
                    <a:pt x="3329068" y="3305201"/>
                  </a:lnTo>
                  <a:lnTo>
                    <a:pt x="3320399" y="3305201"/>
                  </a:lnTo>
                  <a:lnTo>
                    <a:pt x="3311729" y="3305201"/>
                  </a:lnTo>
                  <a:lnTo>
                    <a:pt x="3303060" y="3305201"/>
                  </a:lnTo>
                  <a:lnTo>
                    <a:pt x="3294390" y="3305201"/>
                  </a:lnTo>
                  <a:lnTo>
                    <a:pt x="3285721" y="3305201"/>
                  </a:lnTo>
                  <a:lnTo>
                    <a:pt x="3277051" y="3305201"/>
                  </a:lnTo>
                  <a:lnTo>
                    <a:pt x="3268382" y="3305201"/>
                  </a:lnTo>
                  <a:lnTo>
                    <a:pt x="3259713" y="3305201"/>
                  </a:lnTo>
                  <a:lnTo>
                    <a:pt x="3251043" y="3305201"/>
                  </a:lnTo>
                  <a:lnTo>
                    <a:pt x="3242374" y="3305201"/>
                  </a:lnTo>
                  <a:lnTo>
                    <a:pt x="3233704" y="3305201"/>
                  </a:lnTo>
                  <a:lnTo>
                    <a:pt x="3225035" y="3305201"/>
                  </a:lnTo>
                  <a:lnTo>
                    <a:pt x="3216365" y="3305201"/>
                  </a:lnTo>
                  <a:lnTo>
                    <a:pt x="3207696" y="3305201"/>
                  </a:lnTo>
                  <a:lnTo>
                    <a:pt x="3199026" y="3305201"/>
                  </a:lnTo>
                  <a:lnTo>
                    <a:pt x="3190357" y="3305201"/>
                  </a:lnTo>
                  <a:lnTo>
                    <a:pt x="3181688" y="3305201"/>
                  </a:lnTo>
                  <a:lnTo>
                    <a:pt x="3173018" y="3305201"/>
                  </a:lnTo>
                  <a:lnTo>
                    <a:pt x="3164349" y="3305201"/>
                  </a:lnTo>
                  <a:lnTo>
                    <a:pt x="3155679" y="3305201"/>
                  </a:lnTo>
                  <a:lnTo>
                    <a:pt x="3147010" y="3305201"/>
                  </a:lnTo>
                  <a:lnTo>
                    <a:pt x="3138340" y="3305201"/>
                  </a:lnTo>
                  <a:lnTo>
                    <a:pt x="3129671" y="3305201"/>
                  </a:lnTo>
                  <a:lnTo>
                    <a:pt x="3121001" y="3305201"/>
                  </a:lnTo>
                  <a:lnTo>
                    <a:pt x="3112332" y="3305201"/>
                  </a:lnTo>
                  <a:lnTo>
                    <a:pt x="3103662" y="3305201"/>
                  </a:lnTo>
                  <a:lnTo>
                    <a:pt x="3094993" y="3305201"/>
                  </a:lnTo>
                  <a:lnTo>
                    <a:pt x="3086324" y="3305201"/>
                  </a:lnTo>
                  <a:lnTo>
                    <a:pt x="3077654" y="3305201"/>
                  </a:lnTo>
                  <a:lnTo>
                    <a:pt x="3068985" y="3305201"/>
                  </a:lnTo>
                  <a:lnTo>
                    <a:pt x="3060315" y="3305201"/>
                  </a:lnTo>
                  <a:lnTo>
                    <a:pt x="3051646" y="3305201"/>
                  </a:lnTo>
                  <a:lnTo>
                    <a:pt x="3042976" y="3305201"/>
                  </a:lnTo>
                  <a:lnTo>
                    <a:pt x="3034307" y="3305201"/>
                  </a:lnTo>
                  <a:lnTo>
                    <a:pt x="3025637" y="3305201"/>
                  </a:lnTo>
                  <a:lnTo>
                    <a:pt x="3016968" y="3305201"/>
                  </a:lnTo>
                  <a:lnTo>
                    <a:pt x="3008299" y="3305201"/>
                  </a:lnTo>
                  <a:lnTo>
                    <a:pt x="2999629" y="3305201"/>
                  </a:lnTo>
                  <a:lnTo>
                    <a:pt x="2990960" y="3305201"/>
                  </a:lnTo>
                  <a:lnTo>
                    <a:pt x="2982290" y="3305201"/>
                  </a:lnTo>
                  <a:lnTo>
                    <a:pt x="2973621" y="3305201"/>
                  </a:lnTo>
                  <a:lnTo>
                    <a:pt x="2964951" y="3305201"/>
                  </a:lnTo>
                  <a:lnTo>
                    <a:pt x="2956282" y="3305201"/>
                  </a:lnTo>
                  <a:lnTo>
                    <a:pt x="2947612" y="3305201"/>
                  </a:lnTo>
                  <a:lnTo>
                    <a:pt x="2938943" y="3305201"/>
                  </a:lnTo>
                  <a:lnTo>
                    <a:pt x="2930273" y="3305201"/>
                  </a:lnTo>
                  <a:lnTo>
                    <a:pt x="2921604" y="3305201"/>
                  </a:lnTo>
                  <a:lnTo>
                    <a:pt x="2912935" y="3305201"/>
                  </a:lnTo>
                  <a:lnTo>
                    <a:pt x="2904265" y="3305201"/>
                  </a:lnTo>
                  <a:lnTo>
                    <a:pt x="2895596" y="3305201"/>
                  </a:lnTo>
                  <a:lnTo>
                    <a:pt x="2886926" y="3305201"/>
                  </a:lnTo>
                  <a:lnTo>
                    <a:pt x="2878257" y="3305201"/>
                  </a:lnTo>
                  <a:lnTo>
                    <a:pt x="2869587" y="3305201"/>
                  </a:lnTo>
                  <a:lnTo>
                    <a:pt x="2860918" y="3305201"/>
                  </a:lnTo>
                  <a:lnTo>
                    <a:pt x="2852248" y="3305201"/>
                  </a:lnTo>
                  <a:lnTo>
                    <a:pt x="2843579" y="3305201"/>
                  </a:lnTo>
                  <a:lnTo>
                    <a:pt x="2834910" y="3305201"/>
                  </a:lnTo>
                  <a:lnTo>
                    <a:pt x="2826240" y="3305201"/>
                  </a:lnTo>
                  <a:lnTo>
                    <a:pt x="2817571" y="3305201"/>
                  </a:lnTo>
                  <a:lnTo>
                    <a:pt x="2808901" y="3305201"/>
                  </a:lnTo>
                  <a:lnTo>
                    <a:pt x="2800232" y="3305201"/>
                  </a:lnTo>
                  <a:lnTo>
                    <a:pt x="2791562" y="3305201"/>
                  </a:lnTo>
                  <a:lnTo>
                    <a:pt x="2782893" y="3305201"/>
                  </a:lnTo>
                  <a:lnTo>
                    <a:pt x="2774223" y="3305201"/>
                  </a:lnTo>
                  <a:lnTo>
                    <a:pt x="2765554" y="3305201"/>
                  </a:lnTo>
                  <a:lnTo>
                    <a:pt x="2756884" y="3305201"/>
                  </a:lnTo>
                  <a:lnTo>
                    <a:pt x="2748215" y="3305201"/>
                  </a:lnTo>
                  <a:lnTo>
                    <a:pt x="2739546" y="3305201"/>
                  </a:lnTo>
                  <a:lnTo>
                    <a:pt x="2730876" y="3305201"/>
                  </a:lnTo>
                  <a:lnTo>
                    <a:pt x="2722207" y="3305201"/>
                  </a:lnTo>
                  <a:lnTo>
                    <a:pt x="2713537" y="3305201"/>
                  </a:lnTo>
                  <a:lnTo>
                    <a:pt x="2704868" y="3305201"/>
                  </a:lnTo>
                  <a:lnTo>
                    <a:pt x="2696198" y="3305201"/>
                  </a:lnTo>
                  <a:lnTo>
                    <a:pt x="2687529" y="3305201"/>
                  </a:lnTo>
                  <a:lnTo>
                    <a:pt x="2678859" y="3305201"/>
                  </a:lnTo>
                  <a:lnTo>
                    <a:pt x="2670190" y="3305201"/>
                  </a:lnTo>
                  <a:lnTo>
                    <a:pt x="2661521" y="3305201"/>
                  </a:lnTo>
                  <a:lnTo>
                    <a:pt x="2652851" y="3305201"/>
                  </a:lnTo>
                  <a:lnTo>
                    <a:pt x="2644182" y="3305201"/>
                  </a:lnTo>
                  <a:lnTo>
                    <a:pt x="2635512" y="3305201"/>
                  </a:lnTo>
                  <a:lnTo>
                    <a:pt x="2626843" y="3305201"/>
                  </a:lnTo>
                  <a:lnTo>
                    <a:pt x="2618173" y="3305201"/>
                  </a:lnTo>
                  <a:lnTo>
                    <a:pt x="2609504" y="3305201"/>
                  </a:lnTo>
                  <a:lnTo>
                    <a:pt x="2600834" y="3305201"/>
                  </a:lnTo>
                  <a:lnTo>
                    <a:pt x="2592165" y="3305201"/>
                  </a:lnTo>
                  <a:lnTo>
                    <a:pt x="2583495" y="3305201"/>
                  </a:lnTo>
                  <a:lnTo>
                    <a:pt x="2574826" y="3305201"/>
                  </a:lnTo>
                  <a:lnTo>
                    <a:pt x="2566157" y="3305201"/>
                  </a:lnTo>
                  <a:lnTo>
                    <a:pt x="2557487" y="3305201"/>
                  </a:lnTo>
                  <a:lnTo>
                    <a:pt x="2548818" y="3305201"/>
                  </a:lnTo>
                  <a:lnTo>
                    <a:pt x="2540148" y="3305201"/>
                  </a:lnTo>
                  <a:lnTo>
                    <a:pt x="2531479" y="3305201"/>
                  </a:lnTo>
                  <a:lnTo>
                    <a:pt x="2522809" y="3305201"/>
                  </a:lnTo>
                  <a:lnTo>
                    <a:pt x="2514140" y="3305201"/>
                  </a:lnTo>
                  <a:lnTo>
                    <a:pt x="2505470" y="3305201"/>
                  </a:lnTo>
                  <a:lnTo>
                    <a:pt x="2496801" y="3305201"/>
                  </a:lnTo>
                  <a:lnTo>
                    <a:pt x="2488132" y="3305201"/>
                  </a:lnTo>
                  <a:lnTo>
                    <a:pt x="2479462" y="3305201"/>
                  </a:lnTo>
                  <a:lnTo>
                    <a:pt x="2470793" y="3305201"/>
                  </a:lnTo>
                  <a:lnTo>
                    <a:pt x="2462123" y="3305201"/>
                  </a:lnTo>
                  <a:lnTo>
                    <a:pt x="2453454" y="3305201"/>
                  </a:lnTo>
                  <a:lnTo>
                    <a:pt x="2444784" y="3305201"/>
                  </a:lnTo>
                  <a:lnTo>
                    <a:pt x="2436115" y="3305201"/>
                  </a:lnTo>
                  <a:lnTo>
                    <a:pt x="2427445" y="3305201"/>
                  </a:lnTo>
                  <a:lnTo>
                    <a:pt x="2418776" y="3305201"/>
                  </a:lnTo>
                  <a:lnTo>
                    <a:pt x="2410107" y="3305201"/>
                  </a:lnTo>
                  <a:lnTo>
                    <a:pt x="2401437" y="3305201"/>
                  </a:lnTo>
                  <a:lnTo>
                    <a:pt x="2392768" y="3305201"/>
                  </a:lnTo>
                  <a:lnTo>
                    <a:pt x="2384098" y="3305201"/>
                  </a:lnTo>
                  <a:lnTo>
                    <a:pt x="2375429" y="3305201"/>
                  </a:lnTo>
                  <a:lnTo>
                    <a:pt x="2366759" y="3305201"/>
                  </a:lnTo>
                  <a:lnTo>
                    <a:pt x="2358090" y="3305201"/>
                  </a:lnTo>
                  <a:lnTo>
                    <a:pt x="2349420" y="3305201"/>
                  </a:lnTo>
                  <a:lnTo>
                    <a:pt x="2340751" y="3305201"/>
                  </a:lnTo>
                  <a:lnTo>
                    <a:pt x="2332081" y="3305201"/>
                  </a:lnTo>
                  <a:lnTo>
                    <a:pt x="2323412" y="3305201"/>
                  </a:lnTo>
                  <a:lnTo>
                    <a:pt x="2314743" y="3305201"/>
                  </a:lnTo>
                  <a:lnTo>
                    <a:pt x="2306073" y="3305201"/>
                  </a:lnTo>
                  <a:lnTo>
                    <a:pt x="2297404" y="3305201"/>
                  </a:lnTo>
                  <a:lnTo>
                    <a:pt x="2288734" y="3305201"/>
                  </a:lnTo>
                  <a:lnTo>
                    <a:pt x="2280065" y="3305201"/>
                  </a:lnTo>
                  <a:lnTo>
                    <a:pt x="2271395" y="3305201"/>
                  </a:lnTo>
                  <a:lnTo>
                    <a:pt x="2262726" y="3305201"/>
                  </a:lnTo>
                  <a:lnTo>
                    <a:pt x="2254056" y="3305201"/>
                  </a:lnTo>
                  <a:lnTo>
                    <a:pt x="2245387" y="3305201"/>
                  </a:lnTo>
                  <a:lnTo>
                    <a:pt x="2236718" y="3305201"/>
                  </a:lnTo>
                  <a:lnTo>
                    <a:pt x="2228048" y="3305201"/>
                  </a:lnTo>
                  <a:lnTo>
                    <a:pt x="2219379" y="3305201"/>
                  </a:lnTo>
                  <a:lnTo>
                    <a:pt x="2210709" y="3305201"/>
                  </a:lnTo>
                  <a:lnTo>
                    <a:pt x="2202040" y="3305201"/>
                  </a:lnTo>
                  <a:lnTo>
                    <a:pt x="2193370" y="3305201"/>
                  </a:lnTo>
                  <a:lnTo>
                    <a:pt x="2184701" y="3305201"/>
                  </a:lnTo>
                  <a:lnTo>
                    <a:pt x="2176031" y="3305201"/>
                  </a:lnTo>
                  <a:lnTo>
                    <a:pt x="2167362" y="3305201"/>
                  </a:lnTo>
                  <a:lnTo>
                    <a:pt x="2158692" y="3305201"/>
                  </a:lnTo>
                  <a:lnTo>
                    <a:pt x="2150023" y="3305201"/>
                  </a:lnTo>
                  <a:lnTo>
                    <a:pt x="2141354" y="3305201"/>
                  </a:lnTo>
                  <a:lnTo>
                    <a:pt x="2132684" y="3305201"/>
                  </a:lnTo>
                  <a:lnTo>
                    <a:pt x="2124015" y="3305201"/>
                  </a:lnTo>
                  <a:lnTo>
                    <a:pt x="2115345" y="3305201"/>
                  </a:lnTo>
                  <a:lnTo>
                    <a:pt x="2106676" y="3305201"/>
                  </a:lnTo>
                  <a:lnTo>
                    <a:pt x="2098006" y="3305201"/>
                  </a:lnTo>
                  <a:lnTo>
                    <a:pt x="2089337" y="3305201"/>
                  </a:lnTo>
                  <a:lnTo>
                    <a:pt x="2080667" y="3305201"/>
                  </a:lnTo>
                  <a:lnTo>
                    <a:pt x="2071998" y="3305201"/>
                  </a:lnTo>
                  <a:lnTo>
                    <a:pt x="2063329" y="3305201"/>
                  </a:lnTo>
                  <a:lnTo>
                    <a:pt x="2054659" y="3305201"/>
                  </a:lnTo>
                  <a:lnTo>
                    <a:pt x="2045990" y="3305201"/>
                  </a:lnTo>
                  <a:lnTo>
                    <a:pt x="2037320" y="3305201"/>
                  </a:lnTo>
                  <a:lnTo>
                    <a:pt x="2028651" y="3305201"/>
                  </a:lnTo>
                  <a:lnTo>
                    <a:pt x="2019981" y="3305201"/>
                  </a:lnTo>
                  <a:lnTo>
                    <a:pt x="2011312" y="3305201"/>
                  </a:lnTo>
                  <a:lnTo>
                    <a:pt x="2002642" y="3305201"/>
                  </a:lnTo>
                  <a:lnTo>
                    <a:pt x="1993973" y="3305201"/>
                  </a:lnTo>
                  <a:lnTo>
                    <a:pt x="1985303" y="3305201"/>
                  </a:lnTo>
                  <a:lnTo>
                    <a:pt x="1976634" y="3305201"/>
                  </a:lnTo>
                  <a:lnTo>
                    <a:pt x="1967965" y="3305201"/>
                  </a:lnTo>
                  <a:lnTo>
                    <a:pt x="1959295" y="3305201"/>
                  </a:lnTo>
                  <a:lnTo>
                    <a:pt x="1950626" y="3305201"/>
                  </a:lnTo>
                  <a:lnTo>
                    <a:pt x="1941956" y="3305201"/>
                  </a:lnTo>
                  <a:lnTo>
                    <a:pt x="1933287" y="3305201"/>
                  </a:lnTo>
                  <a:lnTo>
                    <a:pt x="1924617" y="3305201"/>
                  </a:lnTo>
                  <a:lnTo>
                    <a:pt x="1915948" y="3305201"/>
                  </a:lnTo>
                  <a:lnTo>
                    <a:pt x="1907278" y="3305201"/>
                  </a:lnTo>
                  <a:lnTo>
                    <a:pt x="1898609" y="3305201"/>
                  </a:lnTo>
                  <a:lnTo>
                    <a:pt x="1889940" y="3305201"/>
                  </a:lnTo>
                  <a:lnTo>
                    <a:pt x="1881270" y="3305201"/>
                  </a:lnTo>
                  <a:lnTo>
                    <a:pt x="1872601" y="3305201"/>
                  </a:lnTo>
                  <a:lnTo>
                    <a:pt x="1863931" y="3305201"/>
                  </a:lnTo>
                  <a:lnTo>
                    <a:pt x="1855262" y="3305201"/>
                  </a:lnTo>
                  <a:lnTo>
                    <a:pt x="1846592" y="3305201"/>
                  </a:lnTo>
                  <a:lnTo>
                    <a:pt x="1837923" y="3305201"/>
                  </a:lnTo>
                  <a:lnTo>
                    <a:pt x="1829253" y="3305201"/>
                  </a:lnTo>
                  <a:lnTo>
                    <a:pt x="1820584" y="3305201"/>
                  </a:lnTo>
                  <a:lnTo>
                    <a:pt x="1811914" y="3305201"/>
                  </a:lnTo>
                  <a:lnTo>
                    <a:pt x="1803245" y="3305201"/>
                  </a:lnTo>
                  <a:lnTo>
                    <a:pt x="1794576" y="3305201"/>
                  </a:lnTo>
                  <a:lnTo>
                    <a:pt x="1785906" y="3305201"/>
                  </a:lnTo>
                  <a:lnTo>
                    <a:pt x="1777237" y="3305201"/>
                  </a:lnTo>
                  <a:lnTo>
                    <a:pt x="1768567" y="3305201"/>
                  </a:lnTo>
                  <a:lnTo>
                    <a:pt x="1759898" y="3305201"/>
                  </a:lnTo>
                  <a:lnTo>
                    <a:pt x="1751228" y="3305201"/>
                  </a:lnTo>
                  <a:lnTo>
                    <a:pt x="1742559" y="3305201"/>
                  </a:lnTo>
                  <a:lnTo>
                    <a:pt x="1733889" y="3305201"/>
                  </a:lnTo>
                  <a:lnTo>
                    <a:pt x="1725220" y="3305201"/>
                  </a:lnTo>
                  <a:lnTo>
                    <a:pt x="1716551" y="3305201"/>
                  </a:lnTo>
                  <a:lnTo>
                    <a:pt x="1707881" y="3305201"/>
                  </a:lnTo>
                  <a:lnTo>
                    <a:pt x="1699212" y="3305201"/>
                  </a:lnTo>
                  <a:lnTo>
                    <a:pt x="1690542" y="3305201"/>
                  </a:lnTo>
                  <a:lnTo>
                    <a:pt x="1681873" y="3305201"/>
                  </a:lnTo>
                  <a:lnTo>
                    <a:pt x="1673203" y="3305201"/>
                  </a:lnTo>
                  <a:lnTo>
                    <a:pt x="1664534" y="3305201"/>
                  </a:lnTo>
                  <a:lnTo>
                    <a:pt x="1655864" y="3305201"/>
                  </a:lnTo>
                  <a:lnTo>
                    <a:pt x="1647195" y="3305201"/>
                  </a:lnTo>
                  <a:lnTo>
                    <a:pt x="1638525" y="3305201"/>
                  </a:lnTo>
                  <a:lnTo>
                    <a:pt x="1629856" y="3305201"/>
                  </a:lnTo>
                  <a:lnTo>
                    <a:pt x="1621187" y="3305201"/>
                  </a:lnTo>
                  <a:lnTo>
                    <a:pt x="1612517" y="3305201"/>
                  </a:lnTo>
                  <a:lnTo>
                    <a:pt x="1603848" y="3305201"/>
                  </a:lnTo>
                  <a:lnTo>
                    <a:pt x="1595178" y="3305201"/>
                  </a:lnTo>
                  <a:lnTo>
                    <a:pt x="1586509" y="3305201"/>
                  </a:lnTo>
                  <a:lnTo>
                    <a:pt x="1577839" y="3305201"/>
                  </a:lnTo>
                  <a:lnTo>
                    <a:pt x="1569170" y="3305201"/>
                  </a:lnTo>
                  <a:lnTo>
                    <a:pt x="1560500" y="3305201"/>
                  </a:lnTo>
                  <a:lnTo>
                    <a:pt x="1551831" y="3305201"/>
                  </a:lnTo>
                  <a:lnTo>
                    <a:pt x="1543162" y="3305201"/>
                  </a:lnTo>
                  <a:lnTo>
                    <a:pt x="1534492" y="3305201"/>
                  </a:lnTo>
                  <a:lnTo>
                    <a:pt x="1525823" y="3305201"/>
                  </a:lnTo>
                  <a:lnTo>
                    <a:pt x="1517153" y="3305201"/>
                  </a:lnTo>
                  <a:lnTo>
                    <a:pt x="1508484" y="3305201"/>
                  </a:lnTo>
                  <a:lnTo>
                    <a:pt x="1499814" y="3305201"/>
                  </a:lnTo>
                  <a:lnTo>
                    <a:pt x="1491145" y="3305201"/>
                  </a:lnTo>
                  <a:lnTo>
                    <a:pt x="1482475" y="3305201"/>
                  </a:lnTo>
                  <a:lnTo>
                    <a:pt x="1473806" y="3305201"/>
                  </a:lnTo>
                  <a:lnTo>
                    <a:pt x="1465136" y="3305201"/>
                  </a:lnTo>
                  <a:lnTo>
                    <a:pt x="1456467" y="3305201"/>
                  </a:lnTo>
                  <a:lnTo>
                    <a:pt x="1447798" y="3305201"/>
                  </a:lnTo>
                  <a:lnTo>
                    <a:pt x="1439128" y="3305201"/>
                  </a:lnTo>
                  <a:lnTo>
                    <a:pt x="1430459" y="3305201"/>
                  </a:lnTo>
                  <a:lnTo>
                    <a:pt x="1421789" y="3305201"/>
                  </a:lnTo>
                  <a:lnTo>
                    <a:pt x="1413120" y="3305201"/>
                  </a:lnTo>
                  <a:lnTo>
                    <a:pt x="1404450" y="3305201"/>
                  </a:lnTo>
                  <a:lnTo>
                    <a:pt x="1395781" y="3305201"/>
                  </a:lnTo>
                  <a:lnTo>
                    <a:pt x="1387111" y="3305201"/>
                  </a:lnTo>
                  <a:lnTo>
                    <a:pt x="1378442" y="3305201"/>
                  </a:lnTo>
                  <a:lnTo>
                    <a:pt x="1369773" y="3305201"/>
                  </a:lnTo>
                  <a:lnTo>
                    <a:pt x="1361103" y="3305201"/>
                  </a:lnTo>
                  <a:lnTo>
                    <a:pt x="1352434" y="3305201"/>
                  </a:lnTo>
                  <a:lnTo>
                    <a:pt x="1343764" y="3305201"/>
                  </a:lnTo>
                  <a:lnTo>
                    <a:pt x="1335095" y="3305201"/>
                  </a:lnTo>
                  <a:lnTo>
                    <a:pt x="1326425" y="3305201"/>
                  </a:lnTo>
                  <a:lnTo>
                    <a:pt x="1317756" y="3305201"/>
                  </a:lnTo>
                  <a:lnTo>
                    <a:pt x="1309086" y="3305201"/>
                  </a:lnTo>
                  <a:lnTo>
                    <a:pt x="1300417" y="3305201"/>
                  </a:lnTo>
                  <a:lnTo>
                    <a:pt x="1291747" y="3305201"/>
                  </a:lnTo>
                  <a:lnTo>
                    <a:pt x="1283078" y="3305201"/>
                  </a:lnTo>
                  <a:lnTo>
                    <a:pt x="1274409" y="3305201"/>
                  </a:lnTo>
                  <a:lnTo>
                    <a:pt x="1265739" y="3305201"/>
                  </a:lnTo>
                  <a:lnTo>
                    <a:pt x="1257070" y="3305201"/>
                  </a:lnTo>
                  <a:lnTo>
                    <a:pt x="1248400" y="3305201"/>
                  </a:lnTo>
                  <a:lnTo>
                    <a:pt x="1239731" y="3305201"/>
                  </a:lnTo>
                  <a:lnTo>
                    <a:pt x="1231061" y="3305201"/>
                  </a:lnTo>
                  <a:lnTo>
                    <a:pt x="1222392" y="3305201"/>
                  </a:lnTo>
                  <a:lnTo>
                    <a:pt x="1213722" y="3305201"/>
                  </a:lnTo>
                  <a:lnTo>
                    <a:pt x="1205053" y="3305201"/>
                  </a:lnTo>
                  <a:lnTo>
                    <a:pt x="1196384" y="3305201"/>
                  </a:lnTo>
                  <a:lnTo>
                    <a:pt x="1187714" y="3305201"/>
                  </a:lnTo>
                  <a:lnTo>
                    <a:pt x="1179045" y="3305201"/>
                  </a:lnTo>
                  <a:lnTo>
                    <a:pt x="1170375" y="3305201"/>
                  </a:lnTo>
                  <a:lnTo>
                    <a:pt x="1161706" y="3305201"/>
                  </a:lnTo>
                  <a:lnTo>
                    <a:pt x="1153036" y="3305201"/>
                  </a:lnTo>
                  <a:lnTo>
                    <a:pt x="1144367" y="3305201"/>
                  </a:lnTo>
                  <a:lnTo>
                    <a:pt x="1135697" y="3305201"/>
                  </a:lnTo>
                  <a:lnTo>
                    <a:pt x="1127028" y="3305201"/>
                  </a:lnTo>
                  <a:lnTo>
                    <a:pt x="1118359" y="3305201"/>
                  </a:lnTo>
                  <a:lnTo>
                    <a:pt x="1109689" y="3305201"/>
                  </a:lnTo>
                  <a:lnTo>
                    <a:pt x="1101020" y="3305201"/>
                  </a:lnTo>
                  <a:lnTo>
                    <a:pt x="1092350" y="3305201"/>
                  </a:lnTo>
                  <a:lnTo>
                    <a:pt x="1083681" y="3305201"/>
                  </a:lnTo>
                  <a:lnTo>
                    <a:pt x="1075011" y="3305201"/>
                  </a:lnTo>
                  <a:lnTo>
                    <a:pt x="1066342" y="3305201"/>
                  </a:lnTo>
                  <a:lnTo>
                    <a:pt x="1057672" y="3305201"/>
                  </a:lnTo>
                  <a:lnTo>
                    <a:pt x="1049003" y="3305201"/>
                  </a:lnTo>
                  <a:lnTo>
                    <a:pt x="1040333" y="3305201"/>
                  </a:lnTo>
                  <a:lnTo>
                    <a:pt x="1031664" y="3305201"/>
                  </a:lnTo>
                  <a:lnTo>
                    <a:pt x="1022995" y="3305201"/>
                  </a:lnTo>
                  <a:lnTo>
                    <a:pt x="1014325" y="3305201"/>
                  </a:lnTo>
                  <a:lnTo>
                    <a:pt x="1005656" y="3305201"/>
                  </a:lnTo>
                  <a:lnTo>
                    <a:pt x="996986" y="3305201"/>
                  </a:lnTo>
                  <a:lnTo>
                    <a:pt x="988317" y="3305201"/>
                  </a:lnTo>
                  <a:lnTo>
                    <a:pt x="979647" y="3305201"/>
                  </a:lnTo>
                  <a:lnTo>
                    <a:pt x="970978" y="3305201"/>
                  </a:lnTo>
                  <a:lnTo>
                    <a:pt x="962308" y="3305201"/>
                  </a:lnTo>
                  <a:lnTo>
                    <a:pt x="953639" y="3305201"/>
                  </a:lnTo>
                  <a:lnTo>
                    <a:pt x="944970" y="3305201"/>
                  </a:lnTo>
                  <a:lnTo>
                    <a:pt x="936300" y="3305201"/>
                  </a:lnTo>
                  <a:lnTo>
                    <a:pt x="927631" y="3305201"/>
                  </a:lnTo>
                  <a:lnTo>
                    <a:pt x="918961" y="3305201"/>
                  </a:lnTo>
                  <a:lnTo>
                    <a:pt x="910292" y="3305201"/>
                  </a:lnTo>
                  <a:lnTo>
                    <a:pt x="901622" y="3305201"/>
                  </a:lnTo>
                  <a:lnTo>
                    <a:pt x="892953" y="3305201"/>
                  </a:lnTo>
                  <a:lnTo>
                    <a:pt x="884283" y="3305201"/>
                  </a:lnTo>
                  <a:lnTo>
                    <a:pt x="875614" y="3305201"/>
                  </a:lnTo>
                  <a:lnTo>
                    <a:pt x="866944" y="3305201"/>
                  </a:lnTo>
                  <a:lnTo>
                    <a:pt x="858275" y="3305201"/>
                  </a:lnTo>
                  <a:lnTo>
                    <a:pt x="849606" y="3305201"/>
                  </a:lnTo>
                  <a:lnTo>
                    <a:pt x="840936" y="3305201"/>
                  </a:lnTo>
                  <a:lnTo>
                    <a:pt x="832267" y="3305201"/>
                  </a:lnTo>
                  <a:lnTo>
                    <a:pt x="823597" y="3305201"/>
                  </a:lnTo>
                  <a:lnTo>
                    <a:pt x="814928" y="3305201"/>
                  </a:lnTo>
                  <a:lnTo>
                    <a:pt x="806258" y="3305201"/>
                  </a:lnTo>
                  <a:lnTo>
                    <a:pt x="797589" y="3305201"/>
                  </a:lnTo>
                  <a:lnTo>
                    <a:pt x="788919" y="3305201"/>
                  </a:lnTo>
                  <a:lnTo>
                    <a:pt x="780250" y="3305201"/>
                  </a:lnTo>
                  <a:lnTo>
                    <a:pt x="771581" y="3305201"/>
                  </a:lnTo>
                  <a:lnTo>
                    <a:pt x="762911" y="3305201"/>
                  </a:lnTo>
                  <a:lnTo>
                    <a:pt x="754242" y="3305201"/>
                  </a:lnTo>
                  <a:lnTo>
                    <a:pt x="745572" y="3305201"/>
                  </a:lnTo>
                  <a:lnTo>
                    <a:pt x="736903" y="3305201"/>
                  </a:lnTo>
                  <a:lnTo>
                    <a:pt x="728233" y="3305201"/>
                  </a:lnTo>
                  <a:lnTo>
                    <a:pt x="719564" y="3305201"/>
                  </a:lnTo>
                  <a:lnTo>
                    <a:pt x="710894" y="3305201"/>
                  </a:lnTo>
                  <a:lnTo>
                    <a:pt x="702225" y="3305201"/>
                  </a:lnTo>
                  <a:lnTo>
                    <a:pt x="693555" y="3305201"/>
                  </a:lnTo>
                  <a:lnTo>
                    <a:pt x="684886" y="3305201"/>
                  </a:lnTo>
                  <a:lnTo>
                    <a:pt x="676217" y="3305201"/>
                  </a:lnTo>
                  <a:lnTo>
                    <a:pt x="667547" y="3305201"/>
                  </a:lnTo>
                  <a:lnTo>
                    <a:pt x="658878" y="3305201"/>
                  </a:lnTo>
                  <a:lnTo>
                    <a:pt x="650208" y="3305201"/>
                  </a:lnTo>
                  <a:lnTo>
                    <a:pt x="641539" y="3305201"/>
                  </a:lnTo>
                  <a:lnTo>
                    <a:pt x="632869" y="3305201"/>
                  </a:lnTo>
                  <a:lnTo>
                    <a:pt x="624200" y="3305201"/>
                  </a:lnTo>
                  <a:lnTo>
                    <a:pt x="615530" y="3305201"/>
                  </a:lnTo>
                  <a:lnTo>
                    <a:pt x="606861" y="3305201"/>
                  </a:lnTo>
                  <a:lnTo>
                    <a:pt x="598192" y="3305201"/>
                  </a:lnTo>
                  <a:lnTo>
                    <a:pt x="589522" y="3305201"/>
                  </a:lnTo>
                  <a:lnTo>
                    <a:pt x="580853" y="3305201"/>
                  </a:lnTo>
                  <a:lnTo>
                    <a:pt x="572183" y="3305201"/>
                  </a:lnTo>
                  <a:lnTo>
                    <a:pt x="563514" y="3305201"/>
                  </a:lnTo>
                  <a:lnTo>
                    <a:pt x="554844" y="3305201"/>
                  </a:lnTo>
                  <a:lnTo>
                    <a:pt x="546175" y="3305201"/>
                  </a:lnTo>
                  <a:lnTo>
                    <a:pt x="537505" y="3305201"/>
                  </a:lnTo>
                  <a:lnTo>
                    <a:pt x="528836" y="3305201"/>
                  </a:lnTo>
                  <a:lnTo>
                    <a:pt x="520166" y="3305201"/>
                  </a:lnTo>
                  <a:lnTo>
                    <a:pt x="511497" y="3305201"/>
                  </a:lnTo>
                  <a:lnTo>
                    <a:pt x="502828" y="3305201"/>
                  </a:lnTo>
                  <a:lnTo>
                    <a:pt x="494158" y="3305201"/>
                  </a:lnTo>
                  <a:lnTo>
                    <a:pt x="485489" y="3305201"/>
                  </a:lnTo>
                  <a:lnTo>
                    <a:pt x="476819" y="3305201"/>
                  </a:lnTo>
                  <a:lnTo>
                    <a:pt x="468150" y="3305201"/>
                  </a:lnTo>
                  <a:lnTo>
                    <a:pt x="459480" y="3305201"/>
                  </a:lnTo>
                  <a:lnTo>
                    <a:pt x="450811" y="3305201"/>
                  </a:lnTo>
                  <a:lnTo>
                    <a:pt x="442141" y="3305201"/>
                  </a:lnTo>
                  <a:lnTo>
                    <a:pt x="433472" y="3305201"/>
                  </a:lnTo>
                  <a:lnTo>
                    <a:pt x="424803" y="3305201"/>
                  </a:lnTo>
                  <a:lnTo>
                    <a:pt x="416133" y="3305201"/>
                  </a:lnTo>
                  <a:lnTo>
                    <a:pt x="407464" y="3305201"/>
                  </a:lnTo>
                  <a:lnTo>
                    <a:pt x="398794" y="3305201"/>
                  </a:lnTo>
                  <a:lnTo>
                    <a:pt x="390125" y="3305201"/>
                  </a:lnTo>
                  <a:lnTo>
                    <a:pt x="381455" y="3305201"/>
                  </a:lnTo>
                  <a:lnTo>
                    <a:pt x="372786" y="3305201"/>
                  </a:lnTo>
                  <a:lnTo>
                    <a:pt x="364116" y="3305201"/>
                  </a:lnTo>
                  <a:lnTo>
                    <a:pt x="355447" y="3305201"/>
                  </a:lnTo>
                  <a:lnTo>
                    <a:pt x="346777" y="3305201"/>
                  </a:lnTo>
                  <a:lnTo>
                    <a:pt x="338108" y="3305201"/>
                  </a:lnTo>
                  <a:lnTo>
                    <a:pt x="329439" y="3305201"/>
                  </a:lnTo>
                  <a:lnTo>
                    <a:pt x="320769" y="3305201"/>
                  </a:lnTo>
                  <a:lnTo>
                    <a:pt x="312100" y="3305201"/>
                  </a:lnTo>
                  <a:lnTo>
                    <a:pt x="303430" y="3305201"/>
                  </a:lnTo>
                  <a:lnTo>
                    <a:pt x="294761" y="3305201"/>
                  </a:lnTo>
                  <a:lnTo>
                    <a:pt x="286091" y="3305201"/>
                  </a:lnTo>
                  <a:lnTo>
                    <a:pt x="277422" y="3305201"/>
                  </a:lnTo>
                  <a:lnTo>
                    <a:pt x="268752" y="3305201"/>
                  </a:lnTo>
                  <a:lnTo>
                    <a:pt x="260083" y="3305201"/>
                  </a:lnTo>
                  <a:lnTo>
                    <a:pt x="251414" y="3305201"/>
                  </a:lnTo>
                  <a:lnTo>
                    <a:pt x="242744" y="3305201"/>
                  </a:lnTo>
                  <a:lnTo>
                    <a:pt x="234075" y="3305201"/>
                  </a:lnTo>
                  <a:lnTo>
                    <a:pt x="225405" y="3305201"/>
                  </a:lnTo>
                  <a:lnTo>
                    <a:pt x="216736" y="3305201"/>
                  </a:lnTo>
                  <a:lnTo>
                    <a:pt x="208066" y="3305201"/>
                  </a:lnTo>
                  <a:lnTo>
                    <a:pt x="199397" y="3305201"/>
                  </a:lnTo>
                  <a:lnTo>
                    <a:pt x="190727" y="3305201"/>
                  </a:lnTo>
                  <a:lnTo>
                    <a:pt x="182058" y="3305201"/>
                  </a:lnTo>
                  <a:lnTo>
                    <a:pt x="173388" y="3305201"/>
                  </a:lnTo>
                  <a:lnTo>
                    <a:pt x="164719" y="3305201"/>
                  </a:lnTo>
                  <a:lnTo>
                    <a:pt x="156050" y="3305201"/>
                  </a:lnTo>
                  <a:lnTo>
                    <a:pt x="147380" y="3305201"/>
                  </a:lnTo>
                  <a:lnTo>
                    <a:pt x="138711" y="3305201"/>
                  </a:lnTo>
                  <a:lnTo>
                    <a:pt x="130041" y="3305201"/>
                  </a:lnTo>
                  <a:lnTo>
                    <a:pt x="121372" y="3305201"/>
                  </a:lnTo>
                  <a:lnTo>
                    <a:pt x="112702" y="3305201"/>
                  </a:lnTo>
                  <a:lnTo>
                    <a:pt x="104033" y="3305201"/>
                  </a:lnTo>
                  <a:lnTo>
                    <a:pt x="95363" y="3305201"/>
                  </a:lnTo>
                  <a:lnTo>
                    <a:pt x="86694" y="3305201"/>
                  </a:lnTo>
                  <a:lnTo>
                    <a:pt x="78025" y="3305201"/>
                  </a:lnTo>
                  <a:lnTo>
                    <a:pt x="69355" y="3305201"/>
                  </a:lnTo>
                  <a:lnTo>
                    <a:pt x="60686" y="3305201"/>
                  </a:lnTo>
                  <a:lnTo>
                    <a:pt x="52016" y="3305201"/>
                  </a:lnTo>
                  <a:lnTo>
                    <a:pt x="43347" y="3305201"/>
                  </a:lnTo>
                  <a:lnTo>
                    <a:pt x="34677" y="3305201"/>
                  </a:lnTo>
                  <a:lnTo>
                    <a:pt x="26008" y="3305201"/>
                  </a:lnTo>
                  <a:lnTo>
                    <a:pt x="17338" y="3305201"/>
                  </a:lnTo>
                  <a:lnTo>
                    <a:pt x="8669" y="3305201"/>
                  </a:lnTo>
                  <a:lnTo>
                    <a:pt x="0" y="3305201"/>
                  </a:lnTo>
                  <a:close/>
                </a:path>
              </a:pathLst>
            </a:custGeom>
            <a:solidFill>
              <a:srgbClr val="1F78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492668" y="2142849"/>
              <a:ext cx="4430088" cy="2859807"/>
            </a:xfrm>
            <a:custGeom>
              <a:avLst/>
              <a:pathLst>
                <a:path w="4430088" h="2859807">
                  <a:moveTo>
                    <a:pt x="0" y="2678851"/>
                  </a:moveTo>
                  <a:lnTo>
                    <a:pt x="8669" y="2657880"/>
                  </a:lnTo>
                  <a:lnTo>
                    <a:pt x="17338" y="2636675"/>
                  </a:lnTo>
                  <a:lnTo>
                    <a:pt x="26008" y="2615061"/>
                  </a:lnTo>
                  <a:lnTo>
                    <a:pt x="34677" y="2593202"/>
                  </a:lnTo>
                  <a:lnTo>
                    <a:pt x="43347" y="2571135"/>
                  </a:lnTo>
                  <a:lnTo>
                    <a:pt x="52016" y="2548710"/>
                  </a:lnTo>
                  <a:lnTo>
                    <a:pt x="60686" y="2526070"/>
                  </a:lnTo>
                  <a:lnTo>
                    <a:pt x="69355" y="2503250"/>
                  </a:lnTo>
                  <a:lnTo>
                    <a:pt x="78025" y="2480126"/>
                  </a:lnTo>
                  <a:lnTo>
                    <a:pt x="86694" y="2456819"/>
                  </a:lnTo>
                  <a:lnTo>
                    <a:pt x="95363" y="2433361"/>
                  </a:lnTo>
                  <a:lnTo>
                    <a:pt x="104033" y="2409657"/>
                  </a:lnTo>
                  <a:lnTo>
                    <a:pt x="112702" y="2385806"/>
                  </a:lnTo>
                  <a:lnTo>
                    <a:pt x="121372" y="2361835"/>
                  </a:lnTo>
                  <a:lnTo>
                    <a:pt x="130041" y="2337676"/>
                  </a:lnTo>
                  <a:lnTo>
                    <a:pt x="138711" y="2313406"/>
                  </a:lnTo>
                  <a:lnTo>
                    <a:pt x="147380" y="2289050"/>
                  </a:lnTo>
                  <a:lnTo>
                    <a:pt x="156050" y="2264564"/>
                  </a:lnTo>
                  <a:lnTo>
                    <a:pt x="164719" y="2240006"/>
                  </a:lnTo>
                  <a:lnTo>
                    <a:pt x="173388" y="2215395"/>
                  </a:lnTo>
                  <a:lnTo>
                    <a:pt x="182058" y="2190713"/>
                  </a:lnTo>
                  <a:lnTo>
                    <a:pt x="190727" y="2165999"/>
                  </a:lnTo>
                  <a:lnTo>
                    <a:pt x="199397" y="2141266"/>
                  </a:lnTo>
                  <a:lnTo>
                    <a:pt x="208066" y="2116518"/>
                  </a:lnTo>
                  <a:lnTo>
                    <a:pt x="216736" y="2091782"/>
                  </a:lnTo>
                  <a:lnTo>
                    <a:pt x="225405" y="2067059"/>
                  </a:lnTo>
                  <a:lnTo>
                    <a:pt x="234075" y="2042379"/>
                  </a:lnTo>
                  <a:lnTo>
                    <a:pt x="242744" y="2017752"/>
                  </a:lnTo>
                  <a:lnTo>
                    <a:pt x="251414" y="1993173"/>
                  </a:lnTo>
                  <a:lnTo>
                    <a:pt x="260083" y="1968692"/>
                  </a:lnTo>
                  <a:lnTo>
                    <a:pt x="268752" y="1944309"/>
                  </a:lnTo>
                  <a:lnTo>
                    <a:pt x="277422" y="1920007"/>
                  </a:lnTo>
                  <a:lnTo>
                    <a:pt x="286091" y="1895858"/>
                  </a:lnTo>
                  <a:lnTo>
                    <a:pt x="294761" y="1871851"/>
                  </a:lnTo>
                  <a:lnTo>
                    <a:pt x="303430" y="1847959"/>
                  </a:lnTo>
                  <a:lnTo>
                    <a:pt x="312100" y="1824275"/>
                  </a:lnTo>
                  <a:lnTo>
                    <a:pt x="320769" y="1800779"/>
                  </a:lnTo>
                  <a:lnTo>
                    <a:pt x="329439" y="1777432"/>
                  </a:lnTo>
                  <a:lnTo>
                    <a:pt x="338108" y="1754345"/>
                  </a:lnTo>
                  <a:lnTo>
                    <a:pt x="346777" y="1731495"/>
                  </a:lnTo>
                  <a:lnTo>
                    <a:pt x="355447" y="1708827"/>
                  </a:lnTo>
                  <a:lnTo>
                    <a:pt x="364116" y="1686472"/>
                  </a:lnTo>
                  <a:lnTo>
                    <a:pt x="372786" y="1664402"/>
                  </a:lnTo>
                  <a:lnTo>
                    <a:pt x="381455" y="1642549"/>
                  </a:lnTo>
                  <a:lnTo>
                    <a:pt x="390125" y="1621061"/>
                  </a:lnTo>
                  <a:lnTo>
                    <a:pt x="398794" y="1599908"/>
                  </a:lnTo>
                  <a:lnTo>
                    <a:pt x="407464" y="1579006"/>
                  </a:lnTo>
                  <a:lnTo>
                    <a:pt x="416133" y="1558519"/>
                  </a:lnTo>
                  <a:lnTo>
                    <a:pt x="424803" y="1538418"/>
                  </a:lnTo>
                  <a:lnTo>
                    <a:pt x="433472" y="1518603"/>
                  </a:lnTo>
                  <a:lnTo>
                    <a:pt x="442141" y="1499251"/>
                  </a:lnTo>
                  <a:lnTo>
                    <a:pt x="450811" y="1480338"/>
                  </a:lnTo>
                  <a:lnTo>
                    <a:pt x="459480" y="1461742"/>
                  </a:lnTo>
                  <a:lnTo>
                    <a:pt x="468150" y="1443657"/>
                  </a:lnTo>
                  <a:lnTo>
                    <a:pt x="476819" y="1426062"/>
                  </a:lnTo>
                  <a:lnTo>
                    <a:pt x="485489" y="1408816"/>
                  </a:lnTo>
                  <a:lnTo>
                    <a:pt x="494158" y="1392124"/>
                  </a:lnTo>
                  <a:lnTo>
                    <a:pt x="502828" y="1375971"/>
                  </a:lnTo>
                  <a:lnTo>
                    <a:pt x="511497" y="1360197"/>
                  </a:lnTo>
                  <a:lnTo>
                    <a:pt x="520166" y="1345017"/>
                  </a:lnTo>
                  <a:lnTo>
                    <a:pt x="528836" y="1330422"/>
                  </a:lnTo>
                  <a:lnTo>
                    <a:pt x="537505" y="1316233"/>
                  </a:lnTo>
                  <a:lnTo>
                    <a:pt x="546175" y="1302672"/>
                  </a:lnTo>
                  <a:lnTo>
                    <a:pt x="554844" y="1289737"/>
                  </a:lnTo>
                  <a:lnTo>
                    <a:pt x="563514" y="1277233"/>
                  </a:lnTo>
                  <a:lnTo>
                    <a:pt x="572183" y="1265382"/>
                  </a:lnTo>
                  <a:lnTo>
                    <a:pt x="580853" y="1254194"/>
                  </a:lnTo>
                  <a:lnTo>
                    <a:pt x="589522" y="1243456"/>
                  </a:lnTo>
                  <a:lnTo>
                    <a:pt x="598192" y="1233389"/>
                  </a:lnTo>
                  <a:lnTo>
                    <a:pt x="606861" y="1224014"/>
                  </a:lnTo>
                  <a:lnTo>
                    <a:pt x="615530" y="1215101"/>
                  </a:lnTo>
                  <a:lnTo>
                    <a:pt x="624200" y="1206870"/>
                  </a:lnTo>
                  <a:lnTo>
                    <a:pt x="632869" y="1199349"/>
                  </a:lnTo>
                  <a:lnTo>
                    <a:pt x="641539" y="1192297"/>
                  </a:lnTo>
                  <a:lnTo>
                    <a:pt x="650208" y="1185926"/>
                  </a:lnTo>
                  <a:lnTo>
                    <a:pt x="658878" y="1180275"/>
                  </a:lnTo>
                  <a:lnTo>
                    <a:pt x="667547" y="1175092"/>
                  </a:lnTo>
                  <a:lnTo>
                    <a:pt x="676217" y="1170579"/>
                  </a:lnTo>
                  <a:lnTo>
                    <a:pt x="684886" y="1166784"/>
                  </a:lnTo>
                  <a:lnTo>
                    <a:pt x="693555" y="1163448"/>
                  </a:lnTo>
                  <a:lnTo>
                    <a:pt x="702225" y="1160761"/>
                  </a:lnTo>
                  <a:lnTo>
                    <a:pt x="710894" y="1158777"/>
                  </a:lnTo>
                  <a:lnTo>
                    <a:pt x="719564" y="1157237"/>
                  </a:lnTo>
                  <a:lnTo>
                    <a:pt x="728233" y="1156313"/>
                  </a:lnTo>
                  <a:lnTo>
                    <a:pt x="736903" y="1156065"/>
                  </a:lnTo>
                  <a:lnTo>
                    <a:pt x="745572" y="1156237"/>
                  </a:lnTo>
                  <a:lnTo>
                    <a:pt x="754242" y="1156984"/>
                  </a:lnTo>
                  <a:lnTo>
                    <a:pt x="762911" y="1158368"/>
                  </a:lnTo>
                  <a:lnTo>
                    <a:pt x="771581" y="1160141"/>
                  </a:lnTo>
                  <a:lnTo>
                    <a:pt x="780250" y="1162439"/>
                  </a:lnTo>
                  <a:lnTo>
                    <a:pt x="788919" y="1165323"/>
                  </a:lnTo>
                  <a:lnTo>
                    <a:pt x="797589" y="1168559"/>
                  </a:lnTo>
                  <a:lnTo>
                    <a:pt x="806258" y="1172261"/>
                  </a:lnTo>
                  <a:lnTo>
                    <a:pt x="814928" y="1176489"/>
                  </a:lnTo>
                  <a:lnTo>
                    <a:pt x="823597" y="1181026"/>
                  </a:lnTo>
                  <a:lnTo>
                    <a:pt x="832267" y="1185966"/>
                  </a:lnTo>
                  <a:lnTo>
                    <a:pt x="840936" y="1191362"/>
                  </a:lnTo>
                  <a:lnTo>
                    <a:pt x="849606" y="1197019"/>
                  </a:lnTo>
                  <a:lnTo>
                    <a:pt x="858275" y="1203013"/>
                  </a:lnTo>
                  <a:lnTo>
                    <a:pt x="866944" y="1209385"/>
                  </a:lnTo>
                  <a:lnTo>
                    <a:pt x="875614" y="1215970"/>
                  </a:lnTo>
                  <a:lnTo>
                    <a:pt x="884283" y="1222820"/>
                  </a:lnTo>
                  <a:lnTo>
                    <a:pt x="892953" y="1229969"/>
                  </a:lnTo>
                  <a:lnTo>
                    <a:pt x="901622" y="1237277"/>
                  </a:lnTo>
                  <a:lnTo>
                    <a:pt x="910292" y="1244782"/>
                  </a:lnTo>
                  <a:lnTo>
                    <a:pt x="918961" y="1252501"/>
                  </a:lnTo>
                  <a:lnTo>
                    <a:pt x="927631" y="1260328"/>
                  </a:lnTo>
                  <a:lnTo>
                    <a:pt x="936300" y="1268284"/>
                  </a:lnTo>
                  <a:lnTo>
                    <a:pt x="944970" y="1276369"/>
                  </a:lnTo>
                  <a:lnTo>
                    <a:pt x="953639" y="1284512"/>
                  </a:lnTo>
                  <a:lnTo>
                    <a:pt x="962308" y="1292720"/>
                  </a:lnTo>
                  <a:lnTo>
                    <a:pt x="970978" y="1300974"/>
                  </a:lnTo>
                  <a:lnTo>
                    <a:pt x="979647" y="1309238"/>
                  </a:lnTo>
                  <a:lnTo>
                    <a:pt x="988317" y="1317507"/>
                  </a:lnTo>
                  <a:lnTo>
                    <a:pt x="996986" y="1325743"/>
                  </a:lnTo>
                  <a:lnTo>
                    <a:pt x="1005656" y="1333945"/>
                  </a:lnTo>
                  <a:lnTo>
                    <a:pt x="1014325" y="1342098"/>
                  </a:lnTo>
                  <a:lnTo>
                    <a:pt x="1022995" y="1350146"/>
                  </a:lnTo>
                  <a:lnTo>
                    <a:pt x="1031664" y="1358118"/>
                  </a:lnTo>
                  <a:lnTo>
                    <a:pt x="1040333" y="1365995"/>
                  </a:lnTo>
                  <a:lnTo>
                    <a:pt x="1049003" y="1373700"/>
                  </a:lnTo>
                  <a:lnTo>
                    <a:pt x="1057672" y="1381295"/>
                  </a:lnTo>
                  <a:lnTo>
                    <a:pt x="1066342" y="1388754"/>
                  </a:lnTo>
                  <a:lnTo>
                    <a:pt x="1075011" y="1395983"/>
                  </a:lnTo>
                  <a:lnTo>
                    <a:pt x="1083681" y="1403073"/>
                  </a:lnTo>
                  <a:lnTo>
                    <a:pt x="1092350" y="1409995"/>
                  </a:lnTo>
                  <a:lnTo>
                    <a:pt x="1101020" y="1416637"/>
                  </a:lnTo>
                  <a:lnTo>
                    <a:pt x="1109689" y="1423116"/>
                  </a:lnTo>
                  <a:lnTo>
                    <a:pt x="1118359" y="1429402"/>
                  </a:lnTo>
                  <a:lnTo>
                    <a:pt x="1127028" y="1435368"/>
                  </a:lnTo>
                  <a:lnTo>
                    <a:pt x="1135697" y="1441152"/>
                  </a:lnTo>
                  <a:lnTo>
                    <a:pt x="1144367" y="1446725"/>
                  </a:lnTo>
                  <a:lnTo>
                    <a:pt x="1153036" y="1451947"/>
                  </a:lnTo>
                  <a:lnTo>
                    <a:pt x="1161706" y="1456974"/>
                  </a:lnTo>
                  <a:lnTo>
                    <a:pt x="1170375" y="1461778"/>
                  </a:lnTo>
                  <a:lnTo>
                    <a:pt x="1179045" y="1466210"/>
                  </a:lnTo>
                  <a:lnTo>
                    <a:pt x="1187714" y="1470438"/>
                  </a:lnTo>
                  <a:lnTo>
                    <a:pt x="1196384" y="1474437"/>
                  </a:lnTo>
                  <a:lnTo>
                    <a:pt x="1205053" y="1478050"/>
                  </a:lnTo>
                  <a:lnTo>
                    <a:pt x="1213722" y="1481455"/>
                  </a:lnTo>
                  <a:lnTo>
                    <a:pt x="1222392" y="1484629"/>
                  </a:lnTo>
                  <a:lnTo>
                    <a:pt x="1231061" y="1487412"/>
                  </a:lnTo>
                  <a:lnTo>
                    <a:pt x="1239731" y="1489986"/>
                  </a:lnTo>
                  <a:lnTo>
                    <a:pt x="1248400" y="1492334"/>
                  </a:lnTo>
                  <a:lnTo>
                    <a:pt x="1257070" y="1494288"/>
                  </a:lnTo>
                  <a:lnTo>
                    <a:pt x="1265739" y="1496038"/>
                  </a:lnTo>
                  <a:lnTo>
                    <a:pt x="1274409" y="1497567"/>
                  </a:lnTo>
                  <a:lnTo>
                    <a:pt x="1283078" y="1498708"/>
                  </a:lnTo>
                  <a:lnTo>
                    <a:pt x="1291747" y="1499649"/>
                  </a:lnTo>
                  <a:lnTo>
                    <a:pt x="1300417" y="1500379"/>
                  </a:lnTo>
                  <a:lnTo>
                    <a:pt x="1309086" y="1500729"/>
                  </a:lnTo>
                  <a:lnTo>
                    <a:pt x="1317756" y="1500886"/>
                  </a:lnTo>
                  <a:lnTo>
                    <a:pt x="1326425" y="1500841"/>
                  </a:lnTo>
                  <a:lnTo>
                    <a:pt x="1335095" y="1500429"/>
                  </a:lnTo>
                  <a:lnTo>
                    <a:pt x="1343764" y="1499830"/>
                  </a:lnTo>
                  <a:lnTo>
                    <a:pt x="1352434" y="1499041"/>
                  </a:lnTo>
                  <a:lnTo>
                    <a:pt x="1361103" y="1497897"/>
                  </a:lnTo>
                  <a:lnTo>
                    <a:pt x="1369773" y="1496574"/>
                  </a:lnTo>
                  <a:lnTo>
                    <a:pt x="1378442" y="1495071"/>
                  </a:lnTo>
                  <a:lnTo>
                    <a:pt x="1387111" y="1493225"/>
                  </a:lnTo>
                  <a:lnTo>
                    <a:pt x="1395781" y="1491208"/>
                  </a:lnTo>
                  <a:lnTo>
                    <a:pt x="1404450" y="1489020"/>
                  </a:lnTo>
                  <a:lnTo>
                    <a:pt x="1413120" y="1486500"/>
                  </a:lnTo>
                  <a:lnTo>
                    <a:pt x="1421789" y="1483815"/>
                  </a:lnTo>
                  <a:lnTo>
                    <a:pt x="1430459" y="1480965"/>
                  </a:lnTo>
                  <a:lnTo>
                    <a:pt x="1439128" y="1477797"/>
                  </a:lnTo>
                  <a:lnTo>
                    <a:pt x="1447798" y="1474464"/>
                  </a:lnTo>
                  <a:lnTo>
                    <a:pt x="1456467" y="1470971"/>
                  </a:lnTo>
                  <a:lnTo>
                    <a:pt x="1465136" y="1467169"/>
                  </a:lnTo>
                  <a:lnTo>
                    <a:pt x="1473806" y="1463202"/>
                  </a:lnTo>
                  <a:lnTo>
                    <a:pt x="1482475" y="1459077"/>
                  </a:lnTo>
                  <a:lnTo>
                    <a:pt x="1491145" y="1454646"/>
                  </a:lnTo>
                  <a:lnTo>
                    <a:pt x="1499814" y="1450049"/>
                  </a:lnTo>
                  <a:lnTo>
                    <a:pt x="1508484" y="1445293"/>
                  </a:lnTo>
                  <a:lnTo>
                    <a:pt x="1517153" y="1440231"/>
                  </a:lnTo>
                  <a:lnTo>
                    <a:pt x="1525823" y="1434996"/>
                  </a:lnTo>
                  <a:lnTo>
                    <a:pt x="1534492" y="1429600"/>
                  </a:lnTo>
                  <a:lnTo>
                    <a:pt x="1543162" y="1423892"/>
                  </a:lnTo>
                  <a:lnTo>
                    <a:pt x="1551831" y="1418003"/>
                  </a:lnTo>
                  <a:lnTo>
                    <a:pt x="1560500" y="1411947"/>
                  </a:lnTo>
                  <a:lnTo>
                    <a:pt x="1569170" y="1405568"/>
                  </a:lnTo>
                  <a:lnTo>
                    <a:pt x="1577839" y="1398997"/>
                  </a:lnTo>
                  <a:lnTo>
                    <a:pt x="1586509" y="1392249"/>
                  </a:lnTo>
                  <a:lnTo>
                    <a:pt x="1595178" y="1385165"/>
                  </a:lnTo>
                  <a:lnTo>
                    <a:pt x="1603848" y="1377874"/>
                  </a:lnTo>
                  <a:lnTo>
                    <a:pt x="1612517" y="1370396"/>
                  </a:lnTo>
                  <a:lnTo>
                    <a:pt x="1621187" y="1362563"/>
                  </a:lnTo>
                  <a:lnTo>
                    <a:pt x="1629856" y="1354506"/>
                  </a:lnTo>
                  <a:lnTo>
                    <a:pt x="1638525" y="1346251"/>
                  </a:lnTo>
                  <a:lnTo>
                    <a:pt x="1647195" y="1337619"/>
                  </a:lnTo>
                  <a:lnTo>
                    <a:pt x="1655864" y="1328745"/>
                  </a:lnTo>
                  <a:lnTo>
                    <a:pt x="1664534" y="1319659"/>
                  </a:lnTo>
                  <a:lnTo>
                    <a:pt x="1673203" y="1310175"/>
                  </a:lnTo>
                  <a:lnTo>
                    <a:pt x="1681873" y="1300429"/>
                  </a:lnTo>
                  <a:lnTo>
                    <a:pt x="1690542" y="1290458"/>
                  </a:lnTo>
                  <a:lnTo>
                    <a:pt x="1699212" y="1280067"/>
                  </a:lnTo>
                  <a:lnTo>
                    <a:pt x="1707881" y="1269396"/>
                  </a:lnTo>
                  <a:lnTo>
                    <a:pt x="1716551" y="1258485"/>
                  </a:lnTo>
                  <a:lnTo>
                    <a:pt x="1725220" y="1247137"/>
                  </a:lnTo>
                  <a:lnTo>
                    <a:pt x="1733889" y="1235491"/>
                  </a:lnTo>
                  <a:lnTo>
                    <a:pt x="1742559" y="1223593"/>
                  </a:lnTo>
                  <a:lnTo>
                    <a:pt x="1751228" y="1211243"/>
                  </a:lnTo>
                  <a:lnTo>
                    <a:pt x="1759898" y="1198580"/>
                  </a:lnTo>
                  <a:lnTo>
                    <a:pt x="1768567" y="1185658"/>
                  </a:lnTo>
                  <a:lnTo>
                    <a:pt x="1777237" y="1172273"/>
                  </a:lnTo>
                  <a:lnTo>
                    <a:pt x="1785906" y="1158565"/>
                  </a:lnTo>
                  <a:lnTo>
                    <a:pt x="1794576" y="1144592"/>
                  </a:lnTo>
                  <a:lnTo>
                    <a:pt x="1803245" y="1130156"/>
                  </a:lnTo>
                  <a:lnTo>
                    <a:pt x="1811914" y="1115391"/>
                  </a:lnTo>
                  <a:lnTo>
                    <a:pt x="1820584" y="1100360"/>
                  </a:lnTo>
                  <a:lnTo>
                    <a:pt x="1829253" y="1084874"/>
                  </a:lnTo>
                  <a:lnTo>
                    <a:pt x="1837923" y="1069059"/>
                  </a:lnTo>
                  <a:lnTo>
                    <a:pt x="1846592" y="1052985"/>
                  </a:lnTo>
                  <a:lnTo>
                    <a:pt x="1855262" y="1036472"/>
                  </a:lnTo>
                  <a:lnTo>
                    <a:pt x="1863931" y="1019641"/>
                  </a:lnTo>
                  <a:lnTo>
                    <a:pt x="1872601" y="1002561"/>
                  </a:lnTo>
                  <a:lnTo>
                    <a:pt x="1881270" y="985069"/>
                  </a:lnTo>
                  <a:lnTo>
                    <a:pt x="1889940" y="967277"/>
                  </a:lnTo>
                  <a:lnTo>
                    <a:pt x="1898609" y="949255"/>
                  </a:lnTo>
                  <a:lnTo>
                    <a:pt x="1907278" y="930860"/>
                  </a:lnTo>
                  <a:lnTo>
                    <a:pt x="1915948" y="912191"/>
                  </a:lnTo>
                  <a:lnTo>
                    <a:pt x="1924617" y="893318"/>
                  </a:lnTo>
                  <a:lnTo>
                    <a:pt x="1933287" y="874119"/>
                  </a:lnTo>
                  <a:lnTo>
                    <a:pt x="1941956" y="854685"/>
                  </a:lnTo>
                  <a:lnTo>
                    <a:pt x="1950626" y="835077"/>
                  </a:lnTo>
                  <a:lnTo>
                    <a:pt x="1959295" y="815203"/>
                  </a:lnTo>
                  <a:lnTo>
                    <a:pt x="1967965" y="795140"/>
                  </a:lnTo>
                  <a:lnTo>
                    <a:pt x="1976634" y="774941"/>
                  </a:lnTo>
                  <a:lnTo>
                    <a:pt x="1985303" y="754543"/>
                  </a:lnTo>
                  <a:lnTo>
                    <a:pt x="1993973" y="734010"/>
                  </a:lnTo>
                  <a:lnTo>
                    <a:pt x="2002642" y="713386"/>
                  </a:lnTo>
                  <a:lnTo>
                    <a:pt x="2011312" y="692638"/>
                  </a:lnTo>
                  <a:lnTo>
                    <a:pt x="2019981" y="671818"/>
                  </a:lnTo>
                  <a:lnTo>
                    <a:pt x="2028651" y="650955"/>
                  </a:lnTo>
                  <a:lnTo>
                    <a:pt x="2037320" y="630047"/>
                  </a:lnTo>
                  <a:lnTo>
                    <a:pt x="2045990" y="609137"/>
                  </a:lnTo>
                  <a:lnTo>
                    <a:pt x="2054659" y="588236"/>
                  </a:lnTo>
                  <a:lnTo>
                    <a:pt x="2063329" y="567374"/>
                  </a:lnTo>
                  <a:lnTo>
                    <a:pt x="2071998" y="546585"/>
                  </a:lnTo>
                  <a:lnTo>
                    <a:pt x="2080667" y="525858"/>
                  </a:lnTo>
                  <a:lnTo>
                    <a:pt x="2089337" y="505255"/>
                  </a:lnTo>
                  <a:lnTo>
                    <a:pt x="2098006" y="484802"/>
                  </a:lnTo>
                  <a:lnTo>
                    <a:pt x="2106676" y="464467"/>
                  </a:lnTo>
                  <a:lnTo>
                    <a:pt x="2115345" y="444339"/>
                  </a:lnTo>
                  <a:lnTo>
                    <a:pt x="2124015" y="424441"/>
                  </a:lnTo>
                  <a:lnTo>
                    <a:pt x="2132684" y="404715"/>
                  </a:lnTo>
                  <a:lnTo>
                    <a:pt x="2141354" y="385277"/>
                  </a:lnTo>
                  <a:lnTo>
                    <a:pt x="2150023" y="366146"/>
                  </a:lnTo>
                  <a:lnTo>
                    <a:pt x="2158692" y="347241"/>
                  </a:lnTo>
                  <a:lnTo>
                    <a:pt x="2167362" y="328698"/>
                  </a:lnTo>
                  <a:lnTo>
                    <a:pt x="2176031" y="310540"/>
                  </a:lnTo>
                  <a:lnTo>
                    <a:pt x="2184701" y="292656"/>
                  </a:lnTo>
                  <a:lnTo>
                    <a:pt x="2193370" y="275204"/>
                  </a:lnTo>
                  <a:lnTo>
                    <a:pt x="2202040" y="258207"/>
                  </a:lnTo>
                  <a:lnTo>
                    <a:pt x="2210709" y="241531"/>
                  </a:lnTo>
                  <a:lnTo>
                    <a:pt x="2219379" y="225347"/>
                  </a:lnTo>
                  <a:lnTo>
                    <a:pt x="2228048" y="209685"/>
                  </a:lnTo>
                  <a:lnTo>
                    <a:pt x="2236718" y="194383"/>
                  </a:lnTo>
                  <a:lnTo>
                    <a:pt x="2245387" y="179625"/>
                  </a:lnTo>
                  <a:lnTo>
                    <a:pt x="2254056" y="165449"/>
                  </a:lnTo>
                  <a:lnTo>
                    <a:pt x="2262726" y="151667"/>
                  </a:lnTo>
                  <a:lnTo>
                    <a:pt x="2271395" y="138472"/>
                  </a:lnTo>
                  <a:lnTo>
                    <a:pt x="2280065" y="125910"/>
                  </a:lnTo>
                  <a:lnTo>
                    <a:pt x="2288734" y="113771"/>
                  </a:lnTo>
                  <a:lnTo>
                    <a:pt x="2297404" y="102251"/>
                  </a:lnTo>
                  <a:lnTo>
                    <a:pt x="2306073" y="91408"/>
                  </a:lnTo>
                  <a:lnTo>
                    <a:pt x="2314743" y="81010"/>
                  </a:lnTo>
                  <a:lnTo>
                    <a:pt x="2323412" y="71255"/>
                  </a:lnTo>
                  <a:lnTo>
                    <a:pt x="2332081" y="62211"/>
                  </a:lnTo>
                  <a:lnTo>
                    <a:pt x="2340751" y="53628"/>
                  </a:lnTo>
                  <a:lnTo>
                    <a:pt x="2349420" y="45702"/>
                  </a:lnTo>
                  <a:lnTo>
                    <a:pt x="2358090" y="38514"/>
                  </a:lnTo>
                  <a:lnTo>
                    <a:pt x="2366759" y="31798"/>
                  </a:lnTo>
                  <a:lnTo>
                    <a:pt x="2375429" y="25745"/>
                  </a:lnTo>
                  <a:lnTo>
                    <a:pt x="2384098" y="20447"/>
                  </a:lnTo>
                  <a:lnTo>
                    <a:pt x="2392768" y="15627"/>
                  </a:lnTo>
                  <a:lnTo>
                    <a:pt x="2401437" y="11467"/>
                  </a:lnTo>
                  <a:lnTo>
                    <a:pt x="2410107" y="8074"/>
                  </a:lnTo>
                  <a:lnTo>
                    <a:pt x="2418776" y="5158"/>
                  </a:lnTo>
                  <a:lnTo>
                    <a:pt x="2427445" y="2895"/>
                  </a:lnTo>
                  <a:lnTo>
                    <a:pt x="2436115" y="1401"/>
                  </a:lnTo>
                  <a:lnTo>
                    <a:pt x="2444784" y="381"/>
                  </a:lnTo>
                  <a:lnTo>
                    <a:pt x="2453454" y="0"/>
                  </a:lnTo>
                  <a:lnTo>
                    <a:pt x="2462123" y="384"/>
                  </a:lnTo>
                  <a:lnTo>
                    <a:pt x="2470793" y="1233"/>
                  </a:lnTo>
                  <a:lnTo>
                    <a:pt x="2479462" y="2702"/>
                  </a:lnTo>
                  <a:lnTo>
                    <a:pt x="2488132" y="4928"/>
                  </a:lnTo>
                  <a:lnTo>
                    <a:pt x="2496801" y="7607"/>
                  </a:lnTo>
                  <a:lnTo>
                    <a:pt x="2505470" y="10882"/>
                  </a:lnTo>
                  <a:lnTo>
                    <a:pt x="2514140" y="14897"/>
                  </a:lnTo>
                  <a:lnTo>
                    <a:pt x="2522809" y="19351"/>
                  </a:lnTo>
                  <a:lnTo>
                    <a:pt x="2531479" y="24375"/>
                  </a:lnTo>
                  <a:lnTo>
                    <a:pt x="2540148" y="30117"/>
                  </a:lnTo>
                  <a:lnTo>
                    <a:pt x="2548818" y="36280"/>
                  </a:lnTo>
                  <a:lnTo>
                    <a:pt x="2557487" y="42981"/>
                  </a:lnTo>
                  <a:lnTo>
                    <a:pt x="2566157" y="50373"/>
                  </a:lnTo>
                  <a:lnTo>
                    <a:pt x="2574826" y="58166"/>
                  </a:lnTo>
                  <a:lnTo>
                    <a:pt x="2583495" y="66462"/>
                  </a:lnTo>
                  <a:lnTo>
                    <a:pt x="2592165" y="75417"/>
                  </a:lnTo>
                  <a:lnTo>
                    <a:pt x="2600834" y="84747"/>
                  </a:lnTo>
                  <a:lnTo>
                    <a:pt x="2609504" y="94545"/>
                  </a:lnTo>
                  <a:lnTo>
                    <a:pt x="2618173" y="104961"/>
                  </a:lnTo>
                  <a:lnTo>
                    <a:pt x="2626843" y="115725"/>
                  </a:lnTo>
                  <a:lnTo>
                    <a:pt x="2635512" y="126916"/>
                  </a:lnTo>
                  <a:lnTo>
                    <a:pt x="2644182" y="138681"/>
                  </a:lnTo>
                  <a:lnTo>
                    <a:pt x="2652851" y="150762"/>
                  </a:lnTo>
                  <a:lnTo>
                    <a:pt x="2661521" y="163226"/>
                  </a:lnTo>
                  <a:lnTo>
                    <a:pt x="2670190" y="176212"/>
                  </a:lnTo>
                  <a:lnTo>
                    <a:pt x="2678859" y="189480"/>
                  </a:lnTo>
                  <a:lnTo>
                    <a:pt x="2687529" y="203085"/>
                  </a:lnTo>
                  <a:lnTo>
                    <a:pt x="2696198" y="217151"/>
                  </a:lnTo>
                  <a:lnTo>
                    <a:pt x="2704868" y="231463"/>
                  </a:lnTo>
                  <a:lnTo>
                    <a:pt x="2713537" y="246062"/>
                  </a:lnTo>
                  <a:lnTo>
                    <a:pt x="2722207" y="261058"/>
                  </a:lnTo>
                  <a:lnTo>
                    <a:pt x="2730876" y="276257"/>
                  </a:lnTo>
                  <a:lnTo>
                    <a:pt x="2739546" y="291693"/>
                  </a:lnTo>
                  <a:lnTo>
                    <a:pt x="2748215" y="307452"/>
                  </a:lnTo>
                  <a:lnTo>
                    <a:pt x="2756884" y="323372"/>
                  </a:lnTo>
                  <a:lnTo>
                    <a:pt x="2765554" y="339475"/>
                  </a:lnTo>
                  <a:lnTo>
                    <a:pt x="2774223" y="355824"/>
                  </a:lnTo>
                  <a:lnTo>
                    <a:pt x="2782893" y="372288"/>
                  </a:lnTo>
                  <a:lnTo>
                    <a:pt x="2791562" y="388881"/>
                  </a:lnTo>
                  <a:lnTo>
                    <a:pt x="2800232" y="405637"/>
                  </a:lnTo>
                  <a:lnTo>
                    <a:pt x="2808901" y="422461"/>
                  </a:lnTo>
                  <a:lnTo>
                    <a:pt x="2817571" y="439360"/>
                  </a:lnTo>
                  <a:lnTo>
                    <a:pt x="2826240" y="456337"/>
                  </a:lnTo>
                  <a:lnTo>
                    <a:pt x="2834910" y="473336"/>
                  </a:lnTo>
                  <a:lnTo>
                    <a:pt x="2843579" y="490356"/>
                  </a:lnTo>
                  <a:lnTo>
                    <a:pt x="2852248" y="507368"/>
                  </a:lnTo>
                  <a:lnTo>
                    <a:pt x="2860918" y="524354"/>
                  </a:lnTo>
                  <a:lnTo>
                    <a:pt x="2869587" y="541312"/>
                  </a:lnTo>
                  <a:lnTo>
                    <a:pt x="2878257" y="558175"/>
                  </a:lnTo>
                  <a:lnTo>
                    <a:pt x="2886926" y="574970"/>
                  </a:lnTo>
                  <a:lnTo>
                    <a:pt x="2895596" y="591688"/>
                  </a:lnTo>
                  <a:lnTo>
                    <a:pt x="2904265" y="608230"/>
                  </a:lnTo>
                  <a:lnTo>
                    <a:pt x="2912935" y="624663"/>
                  </a:lnTo>
                  <a:lnTo>
                    <a:pt x="2921604" y="640976"/>
                  </a:lnTo>
                  <a:lnTo>
                    <a:pt x="2930273" y="657038"/>
                  </a:lnTo>
                  <a:lnTo>
                    <a:pt x="2938943" y="672954"/>
                  </a:lnTo>
                  <a:lnTo>
                    <a:pt x="2947612" y="688713"/>
                  </a:lnTo>
                  <a:lnTo>
                    <a:pt x="2956282" y="704155"/>
                  </a:lnTo>
                  <a:lnTo>
                    <a:pt x="2964951" y="719419"/>
                  </a:lnTo>
                  <a:lnTo>
                    <a:pt x="2973621" y="734497"/>
                  </a:lnTo>
                  <a:lnTo>
                    <a:pt x="2982290" y="749201"/>
                  </a:lnTo>
                  <a:lnTo>
                    <a:pt x="2990960" y="763702"/>
                  </a:lnTo>
                  <a:lnTo>
                    <a:pt x="2999629" y="777996"/>
                  </a:lnTo>
                  <a:lnTo>
                    <a:pt x="3008299" y="791871"/>
                  </a:lnTo>
                  <a:lnTo>
                    <a:pt x="3016968" y="805526"/>
                  </a:lnTo>
                  <a:lnTo>
                    <a:pt x="3025637" y="818960"/>
                  </a:lnTo>
                  <a:lnTo>
                    <a:pt x="3034307" y="831946"/>
                  </a:lnTo>
                  <a:lnTo>
                    <a:pt x="3042976" y="844701"/>
                  </a:lnTo>
                  <a:lnTo>
                    <a:pt x="3051646" y="857227"/>
                  </a:lnTo>
                  <a:lnTo>
                    <a:pt x="3060315" y="869296"/>
                  </a:lnTo>
                  <a:lnTo>
                    <a:pt x="3068985" y="881131"/>
                  </a:lnTo>
                  <a:lnTo>
                    <a:pt x="3077654" y="892734"/>
                  </a:lnTo>
                  <a:lnTo>
                    <a:pt x="3086324" y="903888"/>
                  </a:lnTo>
                  <a:lnTo>
                    <a:pt x="3094993" y="914812"/>
                  </a:lnTo>
                  <a:lnTo>
                    <a:pt x="3103662" y="925511"/>
                  </a:lnTo>
                  <a:lnTo>
                    <a:pt x="3112332" y="935785"/>
                  </a:lnTo>
                  <a:lnTo>
                    <a:pt x="3121001" y="945839"/>
                  </a:lnTo>
                  <a:lnTo>
                    <a:pt x="3129671" y="955682"/>
                  </a:lnTo>
                  <a:lnTo>
                    <a:pt x="3138340" y="965138"/>
                  </a:lnTo>
                  <a:lnTo>
                    <a:pt x="3147010" y="974394"/>
                  </a:lnTo>
                  <a:lnTo>
                    <a:pt x="3155679" y="983460"/>
                  </a:lnTo>
                  <a:lnTo>
                    <a:pt x="3164349" y="992189"/>
                  </a:lnTo>
                  <a:lnTo>
                    <a:pt x="3173018" y="1000744"/>
                  </a:lnTo>
                  <a:lnTo>
                    <a:pt x="3181688" y="1009138"/>
                  </a:lnTo>
                  <a:lnTo>
                    <a:pt x="3190357" y="1017255"/>
                  </a:lnTo>
                  <a:lnTo>
                    <a:pt x="3199026" y="1025231"/>
                  </a:lnTo>
                  <a:lnTo>
                    <a:pt x="3207696" y="1033080"/>
                  </a:lnTo>
                  <a:lnTo>
                    <a:pt x="3216365" y="1040721"/>
                  </a:lnTo>
                  <a:lnTo>
                    <a:pt x="3225035" y="1048260"/>
                  </a:lnTo>
                  <a:lnTo>
                    <a:pt x="3233704" y="1055710"/>
                  </a:lnTo>
                  <a:lnTo>
                    <a:pt x="3242374" y="1063027"/>
                  </a:lnTo>
                  <a:lnTo>
                    <a:pt x="3251043" y="1070287"/>
                  </a:lnTo>
                  <a:lnTo>
                    <a:pt x="3259713" y="1077499"/>
                  </a:lnTo>
                  <a:lnTo>
                    <a:pt x="3268382" y="1084656"/>
                  </a:lnTo>
                  <a:lnTo>
                    <a:pt x="3277051" y="1091805"/>
                  </a:lnTo>
                  <a:lnTo>
                    <a:pt x="3285721" y="1098949"/>
                  </a:lnTo>
                  <a:lnTo>
                    <a:pt x="3294390" y="1106119"/>
                  </a:lnTo>
                  <a:lnTo>
                    <a:pt x="3303060" y="1113330"/>
                  </a:lnTo>
                  <a:lnTo>
                    <a:pt x="3311729" y="1120581"/>
                  </a:lnTo>
                  <a:lnTo>
                    <a:pt x="3320399" y="1127937"/>
                  </a:lnTo>
                  <a:lnTo>
                    <a:pt x="3329068" y="1135386"/>
                  </a:lnTo>
                  <a:lnTo>
                    <a:pt x="3337738" y="1142919"/>
                  </a:lnTo>
                  <a:lnTo>
                    <a:pt x="3346407" y="1150634"/>
                  </a:lnTo>
                  <a:lnTo>
                    <a:pt x="3355077" y="1158492"/>
                  </a:lnTo>
                  <a:lnTo>
                    <a:pt x="3363746" y="1166477"/>
                  </a:lnTo>
                  <a:lnTo>
                    <a:pt x="3372415" y="1174715"/>
                  </a:lnTo>
                  <a:lnTo>
                    <a:pt x="3381085" y="1183146"/>
                  </a:lnTo>
                  <a:lnTo>
                    <a:pt x="3389754" y="1191743"/>
                  </a:lnTo>
                  <a:lnTo>
                    <a:pt x="3398424" y="1200658"/>
                  </a:lnTo>
                  <a:lnTo>
                    <a:pt x="3407093" y="1209812"/>
                  </a:lnTo>
                  <a:lnTo>
                    <a:pt x="3415763" y="1219167"/>
                  </a:lnTo>
                  <a:lnTo>
                    <a:pt x="3424432" y="1228896"/>
                  </a:lnTo>
                  <a:lnTo>
                    <a:pt x="3433102" y="1238906"/>
                  </a:lnTo>
                  <a:lnTo>
                    <a:pt x="3441771" y="1249147"/>
                  </a:lnTo>
                  <a:lnTo>
                    <a:pt x="3450440" y="1259808"/>
                  </a:lnTo>
                  <a:lnTo>
                    <a:pt x="3459110" y="1270786"/>
                  </a:lnTo>
                  <a:lnTo>
                    <a:pt x="3467779" y="1282020"/>
                  </a:lnTo>
                  <a:lnTo>
                    <a:pt x="3476449" y="1293709"/>
                  </a:lnTo>
                  <a:lnTo>
                    <a:pt x="3485118" y="1305741"/>
                  </a:lnTo>
                  <a:lnTo>
                    <a:pt x="3493788" y="1318049"/>
                  </a:lnTo>
                  <a:lnTo>
                    <a:pt x="3502457" y="1330833"/>
                  </a:lnTo>
                  <a:lnTo>
                    <a:pt x="3511127" y="1343981"/>
                  </a:lnTo>
                  <a:lnTo>
                    <a:pt x="3519796" y="1357415"/>
                  </a:lnTo>
                  <a:lnTo>
                    <a:pt x="3528466" y="1371336"/>
                  </a:lnTo>
                  <a:lnTo>
                    <a:pt x="3537135" y="1385630"/>
                  </a:lnTo>
                  <a:lnTo>
                    <a:pt x="3545804" y="1400213"/>
                  </a:lnTo>
                  <a:lnTo>
                    <a:pt x="3554474" y="1415279"/>
                  </a:lnTo>
                  <a:lnTo>
                    <a:pt x="3563143" y="1430720"/>
                  </a:lnTo>
                  <a:lnTo>
                    <a:pt x="3571813" y="1446444"/>
                  </a:lnTo>
                  <a:lnTo>
                    <a:pt x="3580482" y="1462635"/>
                  </a:lnTo>
                  <a:lnTo>
                    <a:pt x="3589152" y="1479190"/>
                  </a:lnTo>
                  <a:lnTo>
                    <a:pt x="3597821" y="1496016"/>
                  </a:lnTo>
                  <a:lnTo>
                    <a:pt x="3606491" y="1513279"/>
                  </a:lnTo>
                  <a:lnTo>
                    <a:pt x="3615160" y="1530885"/>
                  </a:lnTo>
                  <a:lnTo>
                    <a:pt x="3623829" y="1548743"/>
                  </a:lnTo>
                  <a:lnTo>
                    <a:pt x="3632499" y="1566996"/>
                  </a:lnTo>
                  <a:lnTo>
                    <a:pt x="3641168" y="1585561"/>
                  </a:lnTo>
                  <a:lnTo>
                    <a:pt x="3649838" y="1604349"/>
                  </a:lnTo>
                  <a:lnTo>
                    <a:pt x="3658507" y="1623483"/>
                  </a:lnTo>
                  <a:lnTo>
                    <a:pt x="3667177" y="1642886"/>
                  </a:lnTo>
                  <a:lnTo>
                    <a:pt x="3675846" y="1662479"/>
                  </a:lnTo>
                  <a:lnTo>
                    <a:pt x="3684516" y="1682356"/>
                  </a:lnTo>
                  <a:lnTo>
                    <a:pt x="3693185" y="1702454"/>
                  </a:lnTo>
                  <a:lnTo>
                    <a:pt x="3701855" y="1722701"/>
                  </a:lnTo>
                  <a:lnTo>
                    <a:pt x="3710524" y="1743166"/>
                  </a:lnTo>
                  <a:lnTo>
                    <a:pt x="3719193" y="1763792"/>
                  </a:lnTo>
                  <a:lnTo>
                    <a:pt x="3727863" y="1784525"/>
                  </a:lnTo>
                  <a:lnTo>
                    <a:pt x="3736532" y="1805403"/>
                  </a:lnTo>
                  <a:lnTo>
                    <a:pt x="3745202" y="1826380"/>
                  </a:lnTo>
                  <a:lnTo>
                    <a:pt x="3753871" y="1847415"/>
                  </a:lnTo>
                  <a:lnTo>
                    <a:pt x="3762541" y="1868521"/>
                  </a:lnTo>
                  <a:lnTo>
                    <a:pt x="3771210" y="1889657"/>
                  </a:lnTo>
                  <a:lnTo>
                    <a:pt x="3779880" y="1910804"/>
                  </a:lnTo>
                  <a:lnTo>
                    <a:pt x="3788549" y="1931946"/>
                  </a:lnTo>
                  <a:lnTo>
                    <a:pt x="3797218" y="1953049"/>
                  </a:lnTo>
                  <a:lnTo>
                    <a:pt x="3805888" y="1974114"/>
                  </a:lnTo>
                  <a:lnTo>
                    <a:pt x="3814557" y="1995101"/>
                  </a:lnTo>
                  <a:lnTo>
                    <a:pt x="3823227" y="2015978"/>
                  </a:lnTo>
                  <a:lnTo>
                    <a:pt x="3831896" y="2036771"/>
                  </a:lnTo>
                  <a:lnTo>
                    <a:pt x="3840566" y="2057417"/>
                  </a:lnTo>
                  <a:lnTo>
                    <a:pt x="3849235" y="2077886"/>
                  </a:lnTo>
                  <a:lnTo>
                    <a:pt x="3857905" y="2098225"/>
                  </a:lnTo>
                  <a:lnTo>
                    <a:pt x="3866574" y="2118356"/>
                  </a:lnTo>
                  <a:lnTo>
                    <a:pt x="3875243" y="2138246"/>
                  </a:lnTo>
                  <a:lnTo>
                    <a:pt x="3883913" y="2157967"/>
                  </a:lnTo>
                  <a:lnTo>
                    <a:pt x="3892582" y="2177424"/>
                  </a:lnTo>
                  <a:lnTo>
                    <a:pt x="3901252" y="2196584"/>
                  </a:lnTo>
                  <a:lnTo>
                    <a:pt x="3909921" y="2215539"/>
                  </a:lnTo>
                  <a:lnTo>
                    <a:pt x="3918591" y="2234186"/>
                  </a:lnTo>
                  <a:lnTo>
                    <a:pt x="3927260" y="2252487"/>
                  </a:lnTo>
                  <a:lnTo>
                    <a:pt x="3935930" y="2270555"/>
                  </a:lnTo>
                  <a:lnTo>
                    <a:pt x="3944599" y="2288279"/>
                  </a:lnTo>
                  <a:lnTo>
                    <a:pt x="3953269" y="2305619"/>
                  </a:lnTo>
                  <a:lnTo>
                    <a:pt x="3961938" y="2322704"/>
                  </a:lnTo>
                  <a:lnTo>
                    <a:pt x="3970607" y="2339421"/>
                  </a:lnTo>
                  <a:lnTo>
                    <a:pt x="3979277" y="2355725"/>
                  </a:lnTo>
                  <a:lnTo>
                    <a:pt x="3987946" y="2371760"/>
                  </a:lnTo>
                  <a:lnTo>
                    <a:pt x="3996616" y="2387415"/>
                  </a:lnTo>
                  <a:lnTo>
                    <a:pt x="4005285" y="2402639"/>
                  </a:lnTo>
                  <a:lnTo>
                    <a:pt x="4013955" y="2417589"/>
                  </a:lnTo>
                  <a:lnTo>
                    <a:pt x="4022624" y="2432157"/>
                  </a:lnTo>
                  <a:lnTo>
                    <a:pt x="4031294" y="2446288"/>
                  </a:lnTo>
                  <a:lnTo>
                    <a:pt x="4039963" y="2460146"/>
                  </a:lnTo>
                  <a:lnTo>
                    <a:pt x="4048632" y="2473630"/>
                  </a:lnTo>
                  <a:lnTo>
                    <a:pt x="4057302" y="2486684"/>
                  </a:lnTo>
                  <a:lnTo>
                    <a:pt x="4065971" y="2499473"/>
                  </a:lnTo>
                  <a:lnTo>
                    <a:pt x="4074641" y="2511906"/>
                  </a:lnTo>
                  <a:lnTo>
                    <a:pt x="4083310" y="2523925"/>
                  </a:lnTo>
                  <a:lnTo>
                    <a:pt x="4091980" y="2535695"/>
                  </a:lnTo>
                  <a:lnTo>
                    <a:pt x="4100649" y="2547134"/>
                  </a:lnTo>
                  <a:lnTo>
                    <a:pt x="4109319" y="2558187"/>
                  </a:lnTo>
                  <a:lnTo>
                    <a:pt x="4117988" y="2569012"/>
                  </a:lnTo>
                  <a:lnTo>
                    <a:pt x="4126658" y="2579538"/>
                  </a:lnTo>
                  <a:lnTo>
                    <a:pt x="4135327" y="2589713"/>
                  </a:lnTo>
                  <a:lnTo>
                    <a:pt x="4143996" y="2599685"/>
                  </a:lnTo>
                  <a:lnTo>
                    <a:pt x="4152666" y="2609397"/>
                  </a:lnTo>
                  <a:lnTo>
                    <a:pt x="4161335" y="2618800"/>
                  </a:lnTo>
                  <a:lnTo>
                    <a:pt x="4170005" y="2628029"/>
                  </a:lnTo>
                  <a:lnTo>
                    <a:pt x="4178674" y="2637039"/>
                  </a:lnTo>
                  <a:lnTo>
                    <a:pt x="4187344" y="2645788"/>
                  </a:lnTo>
                  <a:lnTo>
                    <a:pt x="4196013" y="2654394"/>
                  </a:lnTo>
                  <a:lnTo>
                    <a:pt x="4204683" y="2662823"/>
                  </a:lnTo>
                  <a:lnTo>
                    <a:pt x="4213352" y="2671043"/>
                  </a:lnTo>
                  <a:lnTo>
                    <a:pt x="4222021" y="2679152"/>
                  </a:lnTo>
                  <a:lnTo>
                    <a:pt x="4230691" y="2687125"/>
                  </a:lnTo>
                  <a:lnTo>
                    <a:pt x="4239360" y="2694942"/>
                  </a:lnTo>
                  <a:lnTo>
                    <a:pt x="4248030" y="2702680"/>
                  </a:lnTo>
                  <a:lnTo>
                    <a:pt x="4256699" y="2710323"/>
                  </a:lnTo>
                  <a:lnTo>
                    <a:pt x="4265369" y="2717861"/>
                  </a:lnTo>
                  <a:lnTo>
                    <a:pt x="4274038" y="2725349"/>
                  </a:lnTo>
                  <a:lnTo>
                    <a:pt x="4282708" y="2732779"/>
                  </a:lnTo>
                  <a:lnTo>
                    <a:pt x="4291377" y="2740154"/>
                  </a:lnTo>
                  <a:lnTo>
                    <a:pt x="4300047" y="2747505"/>
                  </a:lnTo>
                  <a:lnTo>
                    <a:pt x="4308716" y="2754833"/>
                  </a:lnTo>
                  <a:lnTo>
                    <a:pt x="4317385" y="2762147"/>
                  </a:lnTo>
                  <a:lnTo>
                    <a:pt x="4326055" y="2769462"/>
                  </a:lnTo>
                  <a:lnTo>
                    <a:pt x="4334724" y="2776782"/>
                  </a:lnTo>
                  <a:lnTo>
                    <a:pt x="4343394" y="2784125"/>
                  </a:lnTo>
                  <a:lnTo>
                    <a:pt x="4352063" y="2791487"/>
                  </a:lnTo>
                  <a:lnTo>
                    <a:pt x="4360733" y="2798876"/>
                  </a:lnTo>
                  <a:lnTo>
                    <a:pt x="4369402" y="2806318"/>
                  </a:lnTo>
                  <a:lnTo>
                    <a:pt x="4378072" y="2813794"/>
                  </a:lnTo>
                  <a:lnTo>
                    <a:pt x="4386741" y="2821311"/>
                  </a:lnTo>
                  <a:lnTo>
                    <a:pt x="4395410" y="2828902"/>
                  </a:lnTo>
                  <a:lnTo>
                    <a:pt x="4404080" y="2836536"/>
                  </a:lnTo>
                  <a:lnTo>
                    <a:pt x="4412749" y="2844221"/>
                  </a:lnTo>
                  <a:lnTo>
                    <a:pt x="4421419" y="2851991"/>
                  </a:lnTo>
                  <a:lnTo>
                    <a:pt x="4430088" y="2859807"/>
                  </a:lnTo>
                </a:path>
              </a:pathLst>
            </a:custGeom>
            <a:ln w="2439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756929" y="5397073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56929" y="4546568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56929" y="3696064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0.0010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56929" y="2845560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0.0015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56929" y="1995055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0.0020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340875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672942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5005010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292803" y="5870717"/>
              <a:ext cx="82981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(mg)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313190" y="3731670"/>
              <a:ext cx="592714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409965" y="3467930"/>
              <a:ext cx="8595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Type</a:t>
              </a:r>
            </a:p>
          </p:txBody>
        </p:sp>
        <p:sp>
          <p:nvSpPr>
            <p:cNvPr id="35" name="rc35"/>
            <p:cNvSpPr/>
            <p:nvPr/>
          </p:nvSpPr>
          <p:spPr>
            <a:xfrm>
              <a:off x="6426165" y="3719917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26165" y="3939373"/>
              <a:ext cx="187055" cy="187055"/>
            </a:xfrm>
            <a:prstGeom prst="rect">
              <a:avLst/>
            </a:prstGeom>
            <a:solidFill>
              <a:srgbClr val="1F78B4">
                <a:alpha val="34901"/>
              </a:srgbClr>
            </a:solidFill>
            <a:ln w="24391" cap="flat">
              <a:solidFill>
                <a:srgbClr val="1F78B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717988" y="3762467"/>
              <a:ext cx="108941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Actual (REDCap)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717988" y="3981923"/>
              <a:ext cx="1791675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(CKD-EPI Cr-Cys)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271163" y="1688767"/>
              <a:ext cx="3781318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Dose Distribution — density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2026-09-28T16:58:02Z</dcterms:modified>
  <cp:category/>
</cp:coreProperties>
</file>