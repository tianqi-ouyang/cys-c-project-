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4491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27391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40290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765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668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1571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4749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70941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83841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96740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8137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716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20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5233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3457808"/>
              <a:ext cx="7005923" cy="2109351"/>
            </a:xfrm>
            <a:custGeom>
              <a:avLst/>
              <a:pathLst>
                <a:path w="7005923" h="2109351">
                  <a:moveTo>
                    <a:pt x="0" y="2109351"/>
                  </a:moveTo>
                  <a:lnTo>
                    <a:pt x="79612" y="2109351"/>
                  </a:lnTo>
                  <a:lnTo>
                    <a:pt x="79612" y="2096075"/>
                  </a:lnTo>
                  <a:lnTo>
                    <a:pt x="159225" y="2096075"/>
                  </a:lnTo>
                  <a:lnTo>
                    <a:pt x="159225" y="2069571"/>
                  </a:lnTo>
                  <a:lnTo>
                    <a:pt x="238838" y="2069571"/>
                  </a:lnTo>
                  <a:lnTo>
                    <a:pt x="238838" y="2043036"/>
                  </a:lnTo>
                  <a:lnTo>
                    <a:pt x="318451" y="2043036"/>
                  </a:lnTo>
                  <a:lnTo>
                    <a:pt x="318451" y="2029756"/>
                  </a:lnTo>
                  <a:lnTo>
                    <a:pt x="398063" y="2029756"/>
                  </a:lnTo>
                  <a:lnTo>
                    <a:pt x="398063" y="1950332"/>
                  </a:lnTo>
                  <a:lnTo>
                    <a:pt x="477676" y="1950332"/>
                  </a:lnTo>
                  <a:lnTo>
                    <a:pt x="477676" y="1884138"/>
                  </a:lnTo>
                  <a:lnTo>
                    <a:pt x="557289" y="1884138"/>
                  </a:lnTo>
                  <a:lnTo>
                    <a:pt x="557289" y="1857468"/>
                  </a:lnTo>
                  <a:lnTo>
                    <a:pt x="636902" y="1857468"/>
                  </a:lnTo>
                  <a:lnTo>
                    <a:pt x="636902" y="1790943"/>
                  </a:lnTo>
                  <a:lnTo>
                    <a:pt x="716514" y="1790943"/>
                  </a:lnTo>
                  <a:lnTo>
                    <a:pt x="716514" y="1750856"/>
                  </a:lnTo>
                  <a:lnTo>
                    <a:pt x="796127" y="1750856"/>
                  </a:lnTo>
                  <a:lnTo>
                    <a:pt x="796127" y="1724100"/>
                  </a:lnTo>
                  <a:lnTo>
                    <a:pt x="875740" y="1724100"/>
                  </a:lnTo>
                  <a:lnTo>
                    <a:pt x="875740" y="1710691"/>
                  </a:lnTo>
                  <a:lnTo>
                    <a:pt x="955353" y="1710691"/>
                  </a:lnTo>
                  <a:lnTo>
                    <a:pt x="955353" y="1670406"/>
                  </a:lnTo>
                  <a:lnTo>
                    <a:pt x="1034965" y="1670406"/>
                  </a:lnTo>
                  <a:lnTo>
                    <a:pt x="1034965" y="1630068"/>
                  </a:lnTo>
                  <a:lnTo>
                    <a:pt x="1114578" y="1630068"/>
                  </a:lnTo>
                  <a:lnTo>
                    <a:pt x="1114578" y="1576392"/>
                  </a:lnTo>
                  <a:lnTo>
                    <a:pt x="1194191" y="1576392"/>
                  </a:lnTo>
                  <a:lnTo>
                    <a:pt x="1194191" y="1549438"/>
                  </a:lnTo>
                  <a:lnTo>
                    <a:pt x="1273804" y="1549438"/>
                  </a:lnTo>
                  <a:lnTo>
                    <a:pt x="1273804" y="1522491"/>
                  </a:lnTo>
                  <a:lnTo>
                    <a:pt x="1353417" y="1522491"/>
                  </a:lnTo>
                  <a:lnTo>
                    <a:pt x="1353417" y="1481975"/>
                  </a:lnTo>
                  <a:lnTo>
                    <a:pt x="1433029" y="1481975"/>
                  </a:lnTo>
                  <a:lnTo>
                    <a:pt x="1433029" y="1454937"/>
                  </a:lnTo>
                  <a:lnTo>
                    <a:pt x="1512642" y="1454937"/>
                  </a:lnTo>
                  <a:lnTo>
                    <a:pt x="1512642" y="1441392"/>
                  </a:lnTo>
                  <a:lnTo>
                    <a:pt x="1592255" y="1441392"/>
                  </a:lnTo>
                  <a:lnTo>
                    <a:pt x="1592255" y="1414329"/>
                  </a:lnTo>
                  <a:lnTo>
                    <a:pt x="1671868" y="1414329"/>
                  </a:lnTo>
                  <a:lnTo>
                    <a:pt x="1671868" y="1400753"/>
                  </a:lnTo>
                  <a:lnTo>
                    <a:pt x="1751480" y="1400753"/>
                  </a:lnTo>
                  <a:lnTo>
                    <a:pt x="1751480" y="1360132"/>
                  </a:lnTo>
                  <a:lnTo>
                    <a:pt x="1831093" y="1360132"/>
                  </a:lnTo>
                  <a:lnTo>
                    <a:pt x="1831093" y="1319526"/>
                  </a:lnTo>
                  <a:lnTo>
                    <a:pt x="1910706" y="1319526"/>
                  </a:lnTo>
                  <a:lnTo>
                    <a:pt x="1910706" y="1305944"/>
                  </a:lnTo>
                  <a:lnTo>
                    <a:pt x="1990319" y="1305944"/>
                  </a:lnTo>
                  <a:lnTo>
                    <a:pt x="1990319" y="1278828"/>
                  </a:lnTo>
                  <a:lnTo>
                    <a:pt x="2069931" y="1278828"/>
                  </a:lnTo>
                  <a:lnTo>
                    <a:pt x="2069931" y="1251701"/>
                  </a:lnTo>
                  <a:lnTo>
                    <a:pt x="2149544" y="1251701"/>
                  </a:lnTo>
                  <a:lnTo>
                    <a:pt x="2149544" y="1210948"/>
                  </a:lnTo>
                  <a:lnTo>
                    <a:pt x="2229157" y="1210948"/>
                  </a:lnTo>
                  <a:lnTo>
                    <a:pt x="2229157" y="1183786"/>
                  </a:lnTo>
                  <a:lnTo>
                    <a:pt x="2308770" y="1183786"/>
                  </a:lnTo>
                  <a:lnTo>
                    <a:pt x="2308770" y="1156633"/>
                  </a:lnTo>
                  <a:lnTo>
                    <a:pt x="2388382" y="1156633"/>
                  </a:lnTo>
                  <a:lnTo>
                    <a:pt x="2388382" y="1129517"/>
                  </a:lnTo>
                  <a:lnTo>
                    <a:pt x="2547608" y="1129517"/>
                  </a:lnTo>
                  <a:lnTo>
                    <a:pt x="2547608" y="1115947"/>
                  </a:lnTo>
                  <a:lnTo>
                    <a:pt x="2627221" y="1115947"/>
                  </a:lnTo>
                  <a:lnTo>
                    <a:pt x="2627221" y="1088858"/>
                  </a:lnTo>
                  <a:lnTo>
                    <a:pt x="2866059" y="1088858"/>
                  </a:lnTo>
                  <a:lnTo>
                    <a:pt x="2866059" y="1075315"/>
                  </a:lnTo>
                  <a:lnTo>
                    <a:pt x="2945672" y="1075315"/>
                  </a:lnTo>
                  <a:lnTo>
                    <a:pt x="2945672" y="1061747"/>
                  </a:lnTo>
                  <a:lnTo>
                    <a:pt x="3104897" y="1061747"/>
                  </a:lnTo>
                  <a:lnTo>
                    <a:pt x="3104897" y="1048193"/>
                  </a:lnTo>
                  <a:lnTo>
                    <a:pt x="3184510" y="1048193"/>
                  </a:lnTo>
                  <a:lnTo>
                    <a:pt x="3184510" y="1021129"/>
                  </a:lnTo>
                  <a:lnTo>
                    <a:pt x="3264123" y="1021129"/>
                  </a:lnTo>
                  <a:lnTo>
                    <a:pt x="3264123" y="1007599"/>
                  </a:lnTo>
                  <a:lnTo>
                    <a:pt x="3343736" y="1007599"/>
                  </a:lnTo>
                  <a:lnTo>
                    <a:pt x="3343736" y="994069"/>
                  </a:lnTo>
                  <a:lnTo>
                    <a:pt x="3502961" y="994069"/>
                  </a:lnTo>
                  <a:lnTo>
                    <a:pt x="3502961" y="980557"/>
                  </a:lnTo>
                  <a:lnTo>
                    <a:pt x="3582574" y="980557"/>
                  </a:lnTo>
                  <a:lnTo>
                    <a:pt x="3582574" y="940118"/>
                  </a:lnTo>
                  <a:lnTo>
                    <a:pt x="3821412" y="940118"/>
                  </a:lnTo>
                  <a:lnTo>
                    <a:pt x="3821412" y="926600"/>
                  </a:lnTo>
                  <a:lnTo>
                    <a:pt x="3901025" y="926600"/>
                  </a:lnTo>
                  <a:lnTo>
                    <a:pt x="3901025" y="913087"/>
                  </a:lnTo>
                  <a:lnTo>
                    <a:pt x="3980638" y="913087"/>
                  </a:lnTo>
                  <a:lnTo>
                    <a:pt x="3980638" y="899589"/>
                  </a:lnTo>
                  <a:lnTo>
                    <a:pt x="4060251" y="899589"/>
                  </a:lnTo>
                  <a:lnTo>
                    <a:pt x="4060251" y="832332"/>
                  </a:lnTo>
                  <a:lnTo>
                    <a:pt x="4299089" y="832332"/>
                  </a:lnTo>
                  <a:lnTo>
                    <a:pt x="4299089" y="791825"/>
                  </a:lnTo>
                  <a:lnTo>
                    <a:pt x="4378702" y="791825"/>
                  </a:lnTo>
                  <a:lnTo>
                    <a:pt x="4378702" y="778310"/>
                  </a:lnTo>
                  <a:lnTo>
                    <a:pt x="4458314" y="778310"/>
                  </a:lnTo>
                  <a:lnTo>
                    <a:pt x="4458314" y="764795"/>
                  </a:lnTo>
                  <a:lnTo>
                    <a:pt x="4537927" y="764795"/>
                  </a:lnTo>
                  <a:lnTo>
                    <a:pt x="4537927" y="751282"/>
                  </a:lnTo>
                  <a:lnTo>
                    <a:pt x="4617540" y="751282"/>
                  </a:lnTo>
                  <a:lnTo>
                    <a:pt x="4617540" y="737763"/>
                  </a:lnTo>
                  <a:lnTo>
                    <a:pt x="4935991" y="737763"/>
                  </a:lnTo>
                  <a:lnTo>
                    <a:pt x="4935991" y="724255"/>
                  </a:lnTo>
                  <a:lnTo>
                    <a:pt x="5015604" y="724255"/>
                  </a:lnTo>
                  <a:lnTo>
                    <a:pt x="5015604" y="683713"/>
                  </a:lnTo>
                  <a:lnTo>
                    <a:pt x="5254442" y="683713"/>
                  </a:lnTo>
                  <a:lnTo>
                    <a:pt x="5254442" y="670141"/>
                  </a:lnTo>
                  <a:lnTo>
                    <a:pt x="5334055" y="670141"/>
                  </a:lnTo>
                  <a:lnTo>
                    <a:pt x="5334055" y="629560"/>
                  </a:lnTo>
                  <a:lnTo>
                    <a:pt x="5413668" y="629560"/>
                  </a:lnTo>
                  <a:lnTo>
                    <a:pt x="5413668" y="616016"/>
                  </a:lnTo>
                  <a:lnTo>
                    <a:pt x="5493280" y="616016"/>
                  </a:lnTo>
                  <a:lnTo>
                    <a:pt x="5493280" y="561944"/>
                  </a:lnTo>
                  <a:lnTo>
                    <a:pt x="5572893" y="561944"/>
                  </a:lnTo>
                  <a:lnTo>
                    <a:pt x="5572893" y="521305"/>
                  </a:lnTo>
                  <a:lnTo>
                    <a:pt x="5652506" y="521305"/>
                  </a:lnTo>
                  <a:lnTo>
                    <a:pt x="5652506" y="507690"/>
                  </a:lnTo>
                  <a:lnTo>
                    <a:pt x="5732119" y="507690"/>
                  </a:lnTo>
                  <a:lnTo>
                    <a:pt x="5732119" y="466991"/>
                  </a:lnTo>
                  <a:lnTo>
                    <a:pt x="5811731" y="466991"/>
                  </a:lnTo>
                  <a:lnTo>
                    <a:pt x="5811731" y="453366"/>
                  </a:lnTo>
                  <a:lnTo>
                    <a:pt x="5891344" y="453366"/>
                  </a:lnTo>
                  <a:lnTo>
                    <a:pt x="5891344" y="412596"/>
                  </a:lnTo>
                  <a:lnTo>
                    <a:pt x="5970957" y="412596"/>
                  </a:lnTo>
                  <a:lnTo>
                    <a:pt x="5970957" y="344738"/>
                  </a:lnTo>
                  <a:lnTo>
                    <a:pt x="6050570" y="344738"/>
                  </a:lnTo>
                  <a:lnTo>
                    <a:pt x="6050570" y="290052"/>
                  </a:lnTo>
                  <a:lnTo>
                    <a:pt x="6130182" y="290052"/>
                  </a:lnTo>
                  <a:lnTo>
                    <a:pt x="6130182" y="248716"/>
                  </a:lnTo>
                  <a:lnTo>
                    <a:pt x="6209795" y="248716"/>
                  </a:lnTo>
                  <a:lnTo>
                    <a:pt x="6209795" y="234862"/>
                  </a:lnTo>
                  <a:lnTo>
                    <a:pt x="6289408" y="234862"/>
                  </a:lnTo>
                  <a:lnTo>
                    <a:pt x="6289408" y="207186"/>
                  </a:lnTo>
                  <a:lnTo>
                    <a:pt x="6369021" y="207186"/>
                  </a:lnTo>
                  <a:lnTo>
                    <a:pt x="6369021" y="152049"/>
                  </a:lnTo>
                  <a:lnTo>
                    <a:pt x="6448634" y="152049"/>
                  </a:lnTo>
                  <a:lnTo>
                    <a:pt x="6448634" y="138216"/>
                  </a:lnTo>
                  <a:lnTo>
                    <a:pt x="6528246" y="138216"/>
                  </a:lnTo>
                  <a:lnTo>
                    <a:pt x="6528246" y="96834"/>
                  </a:lnTo>
                  <a:lnTo>
                    <a:pt x="6607859" y="96834"/>
                  </a:lnTo>
                  <a:lnTo>
                    <a:pt x="6607859" y="69235"/>
                  </a:lnTo>
                  <a:lnTo>
                    <a:pt x="6687472" y="69235"/>
                  </a:lnTo>
                  <a:lnTo>
                    <a:pt x="6687472" y="55381"/>
                  </a:lnTo>
                  <a:lnTo>
                    <a:pt x="6767085" y="55381"/>
                  </a:lnTo>
                  <a:lnTo>
                    <a:pt x="6767085" y="41517"/>
                  </a:lnTo>
                  <a:lnTo>
                    <a:pt x="6846697" y="41517"/>
                  </a:lnTo>
                  <a:lnTo>
                    <a:pt x="6846697" y="27674"/>
                  </a:lnTo>
                  <a:lnTo>
                    <a:pt x="6926310" y="27674"/>
                  </a:lnTo>
                  <a:lnTo>
                    <a:pt x="6926310" y="13846"/>
                  </a:lnTo>
                  <a:lnTo>
                    <a:pt x="7005923" y="13846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60991" y="2861938"/>
              <a:ext cx="7005923" cy="2700565"/>
            </a:xfrm>
            <a:custGeom>
              <a:avLst/>
              <a:pathLst>
                <a:path w="7005923" h="2700565">
                  <a:moveTo>
                    <a:pt x="0" y="2700565"/>
                  </a:moveTo>
                  <a:lnTo>
                    <a:pt x="79612" y="2700565"/>
                  </a:lnTo>
                  <a:lnTo>
                    <a:pt x="79612" y="2682640"/>
                  </a:lnTo>
                  <a:lnTo>
                    <a:pt x="159225" y="2682640"/>
                  </a:lnTo>
                  <a:lnTo>
                    <a:pt x="159225" y="2646888"/>
                  </a:lnTo>
                  <a:lnTo>
                    <a:pt x="238838" y="2646888"/>
                  </a:lnTo>
                  <a:lnTo>
                    <a:pt x="238838" y="2611141"/>
                  </a:lnTo>
                  <a:lnTo>
                    <a:pt x="318451" y="2611141"/>
                  </a:lnTo>
                  <a:lnTo>
                    <a:pt x="318451" y="2593268"/>
                  </a:lnTo>
                  <a:lnTo>
                    <a:pt x="398063" y="2593268"/>
                  </a:lnTo>
                  <a:lnTo>
                    <a:pt x="398063" y="2486614"/>
                  </a:lnTo>
                  <a:lnTo>
                    <a:pt x="477676" y="2486614"/>
                  </a:lnTo>
                  <a:lnTo>
                    <a:pt x="477676" y="2398043"/>
                  </a:lnTo>
                  <a:lnTo>
                    <a:pt x="557289" y="2398043"/>
                  </a:lnTo>
                  <a:lnTo>
                    <a:pt x="557289" y="2362439"/>
                  </a:lnTo>
                  <a:lnTo>
                    <a:pt x="636902" y="2362439"/>
                  </a:lnTo>
                  <a:lnTo>
                    <a:pt x="636902" y="2273832"/>
                  </a:lnTo>
                  <a:lnTo>
                    <a:pt x="716514" y="2273832"/>
                  </a:lnTo>
                  <a:lnTo>
                    <a:pt x="716514" y="2220580"/>
                  </a:lnTo>
                  <a:lnTo>
                    <a:pt x="796127" y="2220580"/>
                  </a:lnTo>
                  <a:lnTo>
                    <a:pt x="796127" y="2185096"/>
                  </a:lnTo>
                  <a:lnTo>
                    <a:pt x="875740" y="2185096"/>
                  </a:lnTo>
                  <a:lnTo>
                    <a:pt x="875740" y="2167330"/>
                  </a:lnTo>
                  <a:lnTo>
                    <a:pt x="955353" y="2167330"/>
                  </a:lnTo>
                  <a:lnTo>
                    <a:pt x="955353" y="2114028"/>
                  </a:lnTo>
                  <a:lnTo>
                    <a:pt x="1034965" y="2114028"/>
                  </a:lnTo>
                  <a:lnTo>
                    <a:pt x="1034965" y="2060764"/>
                  </a:lnTo>
                  <a:lnTo>
                    <a:pt x="1114578" y="2060764"/>
                  </a:lnTo>
                  <a:lnTo>
                    <a:pt x="1114578" y="1990053"/>
                  </a:lnTo>
                  <a:lnTo>
                    <a:pt x="1194191" y="1990053"/>
                  </a:lnTo>
                  <a:lnTo>
                    <a:pt x="1194191" y="1954618"/>
                  </a:lnTo>
                  <a:lnTo>
                    <a:pt x="1273804" y="1954618"/>
                  </a:lnTo>
                  <a:lnTo>
                    <a:pt x="1273804" y="1919239"/>
                  </a:lnTo>
                  <a:lnTo>
                    <a:pt x="1353417" y="1919239"/>
                  </a:lnTo>
                  <a:lnTo>
                    <a:pt x="1353417" y="1866137"/>
                  </a:lnTo>
                  <a:lnTo>
                    <a:pt x="1433029" y="1866137"/>
                  </a:lnTo>
                  <a:lnTo>
                    <a:pt x="1433029" y="1830761"/>
                  </a:lnTo>
                  <a:lnTo>
                    <a:pt x="1512642" y="1830761"/>
                  </a:lnTo>
                  <a:lnTo>
                    <a:pt x="1512642" y="1813057"/>
                  </a:lnTo>
                  <a:lnTo>
                    <a:pt x="1592255" y="1813057"/>
                  </a:lnTo>
                  <a:lnTo>
                    <a:pt x="1592255" y="1777721"/>
                  </a:lnTo>
                  <a:lnTo>
                    <a:pt x="1671868" y="1777721"/>
                  </a:lnTo>
                  <a:lnTo>
                    <a:pt x="1671868" y="1760013"/>
                  </a:lnTo>
                  <a:lnTo>
                    <a:pt x="1751480" y="1760013"/>
                  </a:lnTo>
                  <a:lnTo>
                    <a:pt x="1751480" y="1707103"/>
                  </a:lnTo>
                  <a:lnTo>
                    <a:pt x="1831093" y="1707103"/>
                  </a:lnTo>
                  <a:lnTo>
                    <a:pt x="1831093" y="1654322"/>
                  </a:lnTo>
                  <a:lnTo>
                    <a:pt x="1910706" y="1654322"/>
                  </a:lnTo>
                  <a:lnTo>
                    <a:pt x="1910706" y="1636691"/>
                  </a:lnTo>
                  <a:lnTo>
                    <a:pt x="1990319" y="1636691"/>
                  </a:lnTo>
                  <a:lnTo>
                    <a:pt x="1990319" y="1601531"/>
                  </a:lnTo>
                  <a:lnTo>
                    <a:pt x="2069931" y="1601531"/>
                  </a:lnTo>
                  <a:lnTo>
                    <a:pt x="2069931" y="1566406"/>
                  </a:lnTo>
                  <a:lnTo>
                    <a:pt x="2149544" y="1566406"/>
                  </a:lnTo>
                  <a:lnTo>
                    <a:pt x="2149544" y="1513730"/>
                  </a:lnTo>
                  <a:lnTo>
                    <a:pt x="2229157" y="1513730"/>
                  </a:lnTo>
                  <a:lnTo>
                    <a:pt x="2229157" y="1478683"/>
                  </a:lnTo>
                  <a:lnTo>
                    <a:pt x="2308770" y="1478683"/>
                  </a:lnTo>
                  <a:lnTo>
                    <a:pt x="2308770" y="1443697"/>
                  </a:lnTo>
                  <a:lnTo>
                    <a:pt x="2388382" y="1443697"/>
                  </a:lnTo>
                  <a:lnTo>
                    <a:pt x="2388382" y="1408807"/>
                  </a:lnTo>
                  <a:lnTo>
                    <a:pt x="2547608" y="1408807"/>
                  </a:lnTo>
                  <a:lnTo>
                    <a:pt x="2547608" y="1391366"/>
                  </a:lnTo>
                  <a:lnTo>
                    <a:pt x="2627221" y="1391366"/>
                  </a:lnTo>
                  <a:lnTo>
                    <a:pt x="2627221" y="1356585"/>
                  </a:lnTo>
                  <a:lnTo>
                    <a:pt x="2866059" y="1356585"/>
                  </a:lnTo>
                  <a:lnTo>
                    <a:pt x="2866059" y="1339215"/>
                  </a:lnTo>
                  <a:lnTo>
                    <a:pt x="2945672" y="1339215"/>
                  </a:lnTo>
                  <a:lnTo>
                    <a:pt x="2945672" y="1321826"/>
                  </a:lnTo>
                  <a:lnTo>
                    <a:pt x="3104897" y="1321826"/>
                  </a:lnTo>
                  <a:lnTo>
                    <a:pt x="3104897" y="1304468"/>
                  </a:lnTo>
                  <a:lnTo>
                    <a:pt x="3184510" y="1304468"/>
                  </a:lnTo>
                  <a:lnTo>
                    <a:pt x="3184510" y="1269842"/>
                  </a:lnTo>
                  <a:lnTo>
                    <a:pt x="3264123" y="1269842"/>
                  </a:lnTo>
                  <a:lnTo>
                    <a:pt x="3264123" y="1252552"/>
                  </a:lnTo>
                  <a:lnTo>
                    <a:pt x="3343736" y="1252552"/>
                  </a:lnTo>
                  <a:lnTo>
                    <a:pt x="3343736" y="1235272"/>
                  </a:lnTo>
                  <a:lnTo>
                    <a:pt x="3502961" y="1235272"/>
                  </a:lnTo>
                  <a:lnTo>
                    <a:pt x="3502961" y="1218028"/>
                  </a:lnTo>
                  <a:lnTo>
                    <a:pt x="3582574" y="1218028"/>
                  </a:lnTo>
                  <a:lnTo>
                    <a:pt x="3582574" y="1166495"/>
                  </a:lnTo>
                  <a:lnTo>
                    <a:pt x="3821412" y="1166495"/>
                  </a:lnTo>
                  <a:lnTo>
                    <a:pt x="3821412" y="1149294"/>
                  </a:lnTo>
                  <a:lnTo>
                    <a:pt x="3901025" y="1149294"/>
                  </a:lnTo>
                  <a:lnTo>
                    <a:pt x="3901025" y="1132110"/>
                  </a:lnTo>
                  <a:lnTo>
                    <a:pt x="3980638" y="1132110"/>
                  </a:lnTo>
                  <a:lnTo>
                    <a:pt x="3980638" y="1114957"/>
                  </a:lnTo>
                  <a:lnTo>
                    <a:pt x="4060251" y="1114957"/>
                  </a:lnTo>
                  <a:lnTo>
                    <a:pt x="4060251" y="1029679"/>
                  </a:lnTo>
                  <a:lnTo>
                    <a:pt x="4299089" y="1029679"/>
                  </a:lnTo>
                  <a:lnTo>
                    <a:pt x="4299089" y="978466"/>
                  </a:lnTo>
                  <a:lnTo>
                    <a:pt x="4378702" y="978466"/>
                  </a:lnTo>
                  <a:lnTo>
                    <a:pt x="4378702" y="961403"/>
                  </a:lnTo>
                  <a:lnTo>
                    <a:pt x="4458314" y="961403"/>
                  </a:lnTo>
                  <a:lnTo>
                    <a:pt x="4458314" y="944353"/>
                  </a:lnTo>
                  <a:lnTo>
                    <a:pt x="4537927" y="944353"/>
                  </a:lnTo>
                  <a:lnTo>
                    <a:pt x="4537927" y="927319"/>
                  </a:lnTo>
                  <a:lnTo>
                    <a:pt x="4617540" y="927319"/>
                  </a:lnTo>
                  <a:lnTo>
                    <a:pt x="4617540" y="910289"/>
                  </a:lnTo>
                  <a:lnTo>
                    <a:pt x="4935991" y="910289"/>
                  </a:lnTo>
                  <a:lnTo>
                    <a:pt x="4935991" y="893285"/>
                  </a:lnTo>
                  <a:lnTo>
                    <a:pt x="5015604" y="893285"/>
                  </a:lnTo>
                  <a:lnTo>
                    <a:pt x="5015604" y="842326"/>
                  </a:lnTo>
                  <a:lnTo>
                    <a:pt x="5254442" y="842326"/>
                  </a:lnTo>
                  <a:lnTo>
                    <a:pt x="5254442" y="825292"/>
                  </a:lnTo>
                  <a:lnTo>
                    <a:pt x="5334055" y="825292"/>
                  </a:lnTo>
                  <a:lnTo>
                    <a:pt x="5334055" y="774434"/>
                  </a:lnTo>
                  <a:lnTo>
                    <a:pt x="5413668" y="774434"/>
                  </a:lnTo>
                  <a:lnTo>
                    <a:pt x="5413668" y="757485"/>
                  </a:lnTo>
                  <a:lnTo>
                    <a:pt x="5493280" y="757485"/>
                  </a:lnTo>
                  <a:lnTo>
                    <a:pt x="5493280" y="689946"/>
                  </a:lnTo>
                  <a:lnTo>
                    <a:pt x="5572893" y="689946"/>
                  </a:lnTo>
                  <a:lnTo>
                    <a:pt x="5572893" y="639316"/>
                  </a:lnTo>
                  <a:lnTo>
                    <a:pt x="5652506" y="639316"/>
                  </a:lnTo>
                  <a:lnTo>
                    <a:pt x="5652506" y="622380"/>
                  </a:lnTo>
                  <a:lnTo>
                    <a:pt x="5732119" y="622380"/>
                  </a:lnTo>
                  <a:lnTo>
                    <a:pt x="5732119" y="571827"/>
                  </a:lnTo>
                  <a:lnTo>
                    <a:pt x="5811731" y="571827"/>
                  </a:lnTo>
                  <a:lnTo>
                    <a:pt x="5811731" y="554930"/>
                  </a:lnTo>
                  <a:lnTo>
                    <a:pt x="5891344" y="554930"/>
                  </a:lnTo>
                  <a:lnTo>
                    <a:pt x="5891344" y="504442"/>
                  </a:lnTo>
                  <a:lnTo>
                    <a:pt x="5970957" y="504442"/>
                  </a:lnTo>
                  <a:lnTo>
                    <a:pt x="5970957" y="420665"/>
                  </a:lnTo>
                  <a:lnTo>
                    <a:pt x="6050570" y="420665"/>
                  </a:lnTo>
                  <a:lnTo>
                    <a:pt x="6050570" y="353381"/>
                  </a:lnTo>
                  <a:lnTo>
                    <a:pt x="6130182" y="353381"/>
                  </a:lnTo>
                  <a:lnTo>
                    <a:pt x="6130182" y="302661"/>
                  </a:lnTo>
                  <a:lnTo>
                    <a:pt x="6209795" y="302661"/>
                  </a:lnTo>
                  <a:lnTo>
                    <a:pt x="6209795" y="285690"/>
                  </a:lnTo>
                  <a:lnTo>
                    <a:pt x="6289408" y="285690"/>
                  </a:lnTo>
                  <a:lnTo>
                    <a:pt x="6289408" y="251823"/>
                  </a:lnTo>
                  <a:lnTo>
                    <a:pt x="6369021" y="251823"/>
                  </a:lnTo>
                  <a:lnTo>
                    <a:pt x="6369021" y="184514"/>
                  </a:lnTo>
                  <a:lnTo>
                    <a:pt x="6448634" y="184514"/>
                  </a:lnTo>
                  <a:lnTo>
                    <a:pt x="6448634" y="167660"/>
                  </a:lnTo>
                  <a:lnTo>
                    <a:pt x="6528246" y="167660"/>
                  </a:lnTo>
                  <a:lnTo>
                    <a:pt x="6528246" y="117322"/>
                  </a:lnTo>
                  <a:lnTo>
                    <a:pt x="6607859" y="117322"/>
                  </a:lnTo>
                  <a:lnTo>
                    <a:pt x="6607859" y="83816"/>
                  </a:lnTo>
                  <a:lnTo>
                    <a:pt x="6687472" y="83816"/>
                  </a:lnTo>
                  <a:lnTo>
                    <a:pt x="6687472" y="67017"/>
                  </a:lnTo>
                  <a:lnTo>
                    <a:pt x="6767085" y="67017"/>
                  </a:lnTo>
                  <a:lnTo>
                    <a:pt x="6767085" y="50220"/>
                  </a:lnTo>
                  <a:lnTo>
                    <a:pt x="6846697" y="50220"/>
                  </a:lnTo>
                  <a:lnTo>
                    <a:pt x="6846697" y="33463"/>
                  </a:lnTo>
                  <a:lnTo>
                    <a:pt x="6926310" y="33463"/>
                  </a:lnTo>
                  <a:lnTo>
                    <a:pt x="6926310" y="16735"/>
                  </a:lnTo>
                  <a:lnTo>
                    <a:pt x="7005923" y="16735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6936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9836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92735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15028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095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0998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090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1.35 (95% CI 0.89-2.05), p = 0.155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10695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2026-09-28T16:51:19Z</dcterms:modified>
  <cp:category/>
</cp:coreProperties>
</file>