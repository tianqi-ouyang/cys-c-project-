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36967"/>
            </a:xfrm>
            <a:custGeom>
              <a:avLst/>
              <a:pathLst>
                <a:path w="6964104" h="1236967">
                  <a:moveTo>
                    <a:pt x="976303" y="0"/>
                  </a:moveTo>
                  <a:lnTo>
                    <a:pt x="984822" y="7522"/>
                  </a:lnTo>
                  <a:lnTo>
                    <a:pt x="1055167" y="66696"/>
                  </a:lnTo>
                  <a:lnTo>
                    <a:pt x="1125511" y="123068"/>
                  </a:lnTo>
                  <a:lnTo>
                    <a:pt x="1195856" y="176770"/>
                  </a:lnTo>
                  <a:lnTo>
                    <a:pt x="1266200" y="227930"/>
                  </a:lnTo>
                  <a:lnTo>
                    <a:pt x="1336545" y="276667"/>
                  </a:lnTo>
                  <a:lnTo>
                    <a:pt x="1406889" y="323096"/>
                  </a:lnTo>
                  <a:lnTo>
                    <a:pt x="1477234" y="367327"/>
                  </a:lnTo>
                  <a:lnTo>
                    <a:pt x="1547578" y="409464"/>
                  </a:lnTo>
                  <a:lnTo>
                    <a:pt x="1617923" y="449605"/>
                  </a:lnTo>
                  <a:lnTo>
                    <a:pt x="1688267" y="487846"/>
                  </a:lnTo>
                  <a:lnTo>
                    <a:pt x="1758612" y="524276"/>
                  </a:lnTo>
                  <a:lnTo>
                    <a:pt x="1828956" y="558980"/>
                  </a:lnTo>
                  <a:lnTo>
                    <a:pt x="1899301" y="592042"/>
                  </a:lnTo>
                  <a:lnTo>
                    <a:pt x="1969645" y="623538"/>
                  </a:lnTo>
                  <a:lnTo>
                    <a:pt x="2039990" y="653543"/>
                  </a:lnTo>
                  <a:lnTo>
                    <a:pt x="2110334" y="682127"/>
                  </a:lnTo>
                  <a:lnTo>
                    <a:pt x="2180679" y="709357"/>
                  </a:lnTo>
                  <a:lnTo>
                    <a:pt x="2251023" y="735298"/>
                  </a:lnTo>
                  <a:lnTo>
                    <a:pt x="2321368" y="760011"/>
                  </a:lnTo>
                  <a:lnTo>
                    <a:pt x="2391712" y="783553"/>
                  </a:lnTo>
                  <a:lnTo>
                    <a:pt x="2462057" y="805981"/>
                  </a:lnTo>
                  <a:lnTo>
                    <a:pt x="2532401" y="827347"/>
                  </a:lnTo>
                  <a:lnTo>
                    <a:pt x="2602746" y="847701"/>
                  </a:lnTo>
                  <a:lnTo>
                    <a:pt x="2673090" y="867091"/>
                  </a:lnTo>
                  <a:lnTo>
                    <a:pt x="2743435" y="885564"/>
                  </a:lnTo>
                  <a:lnTo>
                    <a:pt x="2813779" y="903161"/>
                  </a:lnTo>
                  <a:lnTo>
                    <a:pt x="2884124" y="919925"/>
                  </a:lnTo>
                  <a:lnTo>
                    <a:pt x="2954468" y="935896"/>
                  </a:lnTo>
                  <a:lnTo>
                    <a:pt x="3024813" y="951110"/>
                  </a:lnTo>
                  <a:lnTo>
                    <a:pt x="3095157" y="959673"/>
                  </a:lnTo>
                  <a:lnTo>
                    <a:pt x="3165502" y="962988"/>
                  </a:lnTo>
                  <a:lnTo>
                    <a:pt x="3235846" y="966265"/>
                  </a:lnTo>
                  <a:lnTo>
                    <a:pt x="3306191" y="969507"/>
                  </a:lnTo>
                  <a:lnTo>
                    <a:pt x="3376535" y="972712"/>
                  </a:lnTo>
                  <a:lnTo>
                    <a:pt x="3446880" y="975882"/>
                  </a:lnTo>
                  <a:lnTo>
                    <a:pt x="3517224" y="979016"/>
                  </a:lnTo>
                  <a:lnTo>
                    <a:pt x="3587569" y="982115"/>
                  </a:lnTo>
                  <a:lnTo>
                    <a:pt x="3657913" y="985180"/>
                  </a:lnTo>
                  <a:lnTo>
                    <a:pt x="3728257" y="988211"/>
                  </a:lnTo>
                  <a:lnTo>
                    <a:pt x="3798602" y="991208"/>
                  </a:lnTo>
                  <a:lnTo>
                    <a:pt x="3868946" y="994171"/>
                  </a:lnTo>
                  <a:lnTo>
                    <a:pt x="3939291" y="997102"/>
                  </a:lnTo>
                  <a:lnTo>
                    <a:pt x="4009635" y="1000000"/>
                  </a:lnTo>
                  <a:lnTo>
                    <a:pt x="4079980" y="1002865"/>
                  </a:lnTo>
                  <a:lnTo>
                    <a:pt x="4150324" y="1005699"/>
                  </a:lnTo>
                  <a:lnTo>
                    <a:pt x="4220669" y="1008501"/>
                  </a:lnTo>
                  <a:lnTo>
                    <a:pt x="4291013" y="1011272"/>
                  </a:lnTo>
                  <a:lnTo>
                    <a:pt x="4361358" y="1014012"/>
                  </a:lnTo>
                  <a:lnTo>
                    <a:pt x="4431702" y="1016721"/>
                  </a:lnTo>
                  <a:lnTo>
                    <a:pt x="4502047" y="1019401"/>
                  </a:lnTo>
                  <a:lnTo>
                    <a:pt x="4572391" y="1022050"/>
                  </a:lnTo>
                  <a:lnTo>
                    <a:pt x="4642736" y="1024670"/>
                  </a:lnTo>
                  <a:lnTo>
                    <a:pt x="4713080" y="1027261"/>
                  </a:lnTo>
                  <a:lnTo>
                    <a:pt x="4783425" y="1029823"/>
                  </a:lnTo>
                  <a:lnTo>
                    <a:pt x="4853769" y="1032356"/>
                  </a:lnTo>
                  <a:lnTo>
                    <a:pt x="4924114" y="1034861"/>
                  </a:lnTo>
                  <a:lnTo>
                    <a:pt x="4994458" y="1037338"/>
                  </a:lnTo>
                  <a:lnTo>
                    <a:pt x="5064803" y="1039788"/>
                  </a:lnTo>
                  <a:lnTo>
                    <a:pt x="5135147" y="1042210"/>
                  </a:lnTo>
                  <a:lnTo>
                    <a:pt x="5205492" y="1044605"/>
                  </a:lnTo>
                  <a:lnTo>
                    <a:pt x="5275836" y="1046974"/>
                  </a:lnTo>
                  <a:lnTo>
                    <a:pt x="5346181" y="1049316"/>
                  </a:lnTo>
                  <a:lnTo>
                    <a:pt x="5416525" y="1051632"/>
                  </a:lnTo>
                  <a:lnTo>
                    <a:pt x="5486870" y="1053923"/>
                  </a:lnTo>
                  <a:lnTo>
                    <a:pt x="5557214" y="1056187"/>
                  </a:lnTo>
                  <a:lnTo>
                    <a:pt x="5627559" y="1058427"/>
                  </a:lnTo>
                  <a:lnTo>
                    <a:pt x="5697903" y="1060642"/>
                  </a:lnTo>
                  <a:lnTo>
                    <a:pt x="5768248" y="1062832"/>
                  </a:lnTo>
                  <a:lnTo>
                    <a:pt x="5838592" y="1064997"/>
                  </a:lnTo>
                  <a:lnTo>
                    <a:pt x="5908937" y="1067139"/>
                  </a:lnTo>
                  <a:lnTo>
                    <a:pt x="5979281" y="1069256"/>
                  </a:lnTo>
                  <a:lnTo>
                    <a:pt x="6049626" y="1071350"/>
                  </a:lnTo>
                  <a:lnTo>
                    <a:pt x="6119970" y="1073421"/>
                  </a:lnTo>
                  <a:lnTo>
                    <a:pt x="6190315" y="1075468"/>
                  </a:lnTo>
                  <a:lnTo>
                    <a:pt x="6260659" y="1077493"/>
                  </a:lnTo>
                  <a:lnTo>
                    <a:pt x="6331004" y="1079495"/>
                  </a:lnTo>
                  <a:lnTo>
                    <a:pt x="6401348" y="1081475"/>
                  </a:lnTo>
                  <a:lnTo>
                    <a:pt x="6471693" y="1083433"/>
                  </a:lnTo>
                  <a:lnTo>
                    <a:pt x="6542037" y="1085369"/>
                  </a:lnTo>
                  <a:lnTo>
                    <a:pt x="6612382" y="1087283"/>
                  </a:lnTo>
                  <a:lnTo>
                    <a:pt x="6682726" y="1089177"/>
                  </a:lnTo>
                  <a:lnTo>
                    <a:pt x="6753071" y="1091049"/>
                  </a:lnTo>
                  <a:lnTo>
                    <a:pt x="6823415" y="1092900"/>
                  </a:lnTo>
                  <a:lnTo>
                    <a:pt x="6893760" y="1094730"/>
                  </a:lnTo>
                  <a:lnTo>
                    <a:pt x="6964104" y="1096540"/>
                  </a:lnTo>
                  <a:lnTo>
                    <a:pt x="6964104" y="1236967"/>
                  </a:lnTo>
                  <a:lnTo>
                    <a:pt x="6893760" y="1235962"/>
                  </a:lnTo>
                  <a:lnTo>
                    <a:pt x="6823415" y="1234906"/>
                  </a:lnTo>
                  <a:lnTo>
                    <a:pt x="6753071" y="1233798"/>
                  </a:lnTo>
                  <a:lnTo>
                    <a:pt x="6682726" y="1232634"/>
                  </a:lnTo>
                  <a:lnTo>
                    <a:pt x="6612382" y="1231413"/>
                  </a:lnTo>
                  <a:lnTo>
                    <a:pt x="6542037" y="1230131"/>
                  </a:lnTo>
                  <a:lnTo>
                    <a:pt x="6471693" y="1228786"/>
                  </a:lnTo>
                  <a:lnTo>
                    <a:pt x="6401348" y="1227373"/>
                  </a:lnTo>
                  <a:lnTo>
                    <a:pt x="6331004" y="1225891"/>
                  </a:lnTo>
                  <a:lnTo>
                    <a:pt x="6260659" y="1224335"/>
                  </a:lnTo>
                  <a:lnTo>
                    <a:pt x="6190315" y="1222701"/>
                  </a:lnTo>
                  <a:lnTo>
                    <a:pt x="6119970" y="1220986"/>
                  </a:lnTo>
                  <a:lnTo>
                    <a:pt x="6049626" y="1219186"/>
                  </a:lnTo>
                  <a:lnTo>
                    <a:pt x="5979281" y="1217296"/>
                  </a:lnTo>
                  <a:lnTo>
                    <a:pt x="5908937" y="1215313"/>
                  </a:lnTo>
                  <a:lnTo>
                    <a:pt x="5838592" y="1213231"/>
                  </a:lnTo>
                  <a:lnTo>
                    <a:pt x="5768248" y="1211045"/>
                  </a:lnTo>
                  <a:lnTo>
                    <a:pt x="5697903" y="1208751"/>
                  </a:lnTo>
                  <a:lnTo>
                    <a:pt x="5627559" y="1206343"/>
                  </a:lnTo>
                  <a:lnTo>
                    <a:pt x="5557214" y="1203815"/>
                  </a:lnTo>
                  <a:lnTo>
                    <a:pt x="5486870" y="1201161"/>
                  </a:lnTo>
                  <a:lnTo>
                    <a:pt x="5416525" y="1198376"/>
                  </a:lnTo>
                  <a:lnTo>
                    <a:pt x="5346181" y="1195452"/>
                  </a:lnTo>
                  <a:lnTo>
                    <a:pt x="5275836" y="1192383"/>
                  </a:lnTo>
                  <a:lnTo>
                    <a:pt x="5205492" y="1189161"/>
                  </a:lnTo>
                  <a:lnTo>
                    <a:pt x="5135147" y="1185779"/>
                  </a:lnTo>
                  <a:lnTo>
                    <a:pt x="5064803" y="1182229"/>
                  </a:lnTo>
                  <a:lnTo>
                    <a:pt x="4994458" y="1178502"/>
                  </a:lnTo>
                  <a:lnTo>
                    <a:pt x="4924114" y="1174591"/>
                  </a:lnTo>
                  <a:lnTo>
                    <a:pt x="4853769" y="1170484"/>
                  </a:lnTo>
                  <a:lnTo>
                    <a:pt x="4783425" y="1166174"/>
                  </a:lnTo>
                  <a:lnTo>
                    <a:pt x="4713080" y="1161650"/>
                  </a:lnTo>
                  <a:lnTo>
                    <a:pt x="4642736" y="1156900"/>
                  </a:lnTo>
                  <a:lnTo>
                    <a:pt x="4572391" y="1151915"/>
                  </a:lnTo>
                  <a:lnTo>
                    <a:pt x="4502047" y="1146681"/>
                  </a:lnTo>
                  <a:lnTo>
                    <a:pt x="4431702" y="1141188"/>
                  </a:lnTo>
                  <a:lnTo>
                    <a:pt x="4361358" y="1135422"/>
                  </a:lnTo>
                  <a:lnTo>
                    <a:pt x="4291013" y="1129369"/>
                  </a:lnTo>
                  <a:lnTo>
                    <a:pt x="4220669" y="1123015"/>
                  </a:lnTo>
                  <a:lnTo>
                    <a:pt x="4150324" y="1116345"/>
                  </a:lnTo>
                  <a:lnTo>
                    <a:pt x="4079980" y="1109344"/>
                  </a:lnTo>
                  <a:lnTo>
                    <a:pt x="4009635" y="1101995"/>
                  </a:lnTo>
                  <a:lnTo>
                    <a:pt x="3939291" y="1094280"/>
                  </a:lnTo>
                  <a:lnTo>
                    <a:pt x="3868946" y="1086182"/>
                  </a:lnTo>
                  <a:lnTo>
                    <a:pt x="3798602" y="1077682"/>
                  </a:lnTo>
                  <a:lnTo>
                    <a:pt x="3728257" y="1068759"/>
                  </a:lnTo>
                  <a:lnTo>
                    <a:pt x="3657913" y="1059392"/>
                  </a:lnTo>
                  <a:lnTo>
                    <a:pt x="3587569" y="1049560"/>
                  </a:lnTo>
                  <a:lnTo>
                    <a:pt x="3517224" y="1039239"/>
                  </a:lnTo>
                  <a:lnTo>
                    <a:pt x="3446880" y="1028405"/>
                  </a:lnTo>
                  <a:lnTo>
                    <a:pt x="3376535" y="1017033"/>
                  </a:lnTo>
                  <a:lnTo>
                    <a:pt x="3306191" y="1005096"/>
                  </a:lnTo>
                  <a:lnTo>
                    <a:pt x="3235846" y="992565"/>
                  </a:lnTo>
                  <a:lnTo>
                    <a:pt x="3165502" y="979411"/>
                  </a:lnTo>
                  <a:lnTo>
                    <a:pt x="3095157" y="965604"/>
                  </a:lnTo>
                  <a:lnTo>
                    <a:pt x="3024813" y="956320"/>
                  </a:lnTo>
                  <a:lnTo>
                    <a:pt x="2954468" y="952930"/>
                  </a:lnTo>
                  <a:lnTo>
                    <a:pt x="2884124" y="949502"/>
                  </a:lnTo>
                  <a:lnTo>
                    <a:pt x="2813779" y="946035"/>
                  </a:lnTo>
                  <a:lnTo>
                    <a:pt x="2743435" y="942530"/>
                  </a:lnTo>
                  <a:lnTo>
                    <a:pt x="2673090" y="938984"/>
                  </a:lnTo>
                  <a:lnTo>
                    <a:pt x="2602746" y="935399"/>
                  </a:lnTo>
                  <a:lnTo>
                    <a:pt x="2532401" y="931773"/>
                  </a:lnTo>
                  <a:lnTo>
                    <a:pt x="2462057" y="928107"/>
                  </a:lnTo>
                  <a:lnTo>
                    <a:pt x="2391712" y="924399"/>
                  </a:lnTo>
                  <a:lnTo>
                    <a:pt x="2321368" y="920649"/>
                  </a:lnTo>
                  <a:lnTo>
                    <a:pt x="2251023" y="916857"/>
                  </a:lnTo>
                  <a:lnTo>
                    <a:pt x="2180679" y="913022"/>
                  </a:lnTo>
                  <a:lnTo>
                    <a:pt x="2110334" y="909145"/>
                  </a:lnTo>
                  <a:lnTo>
                    <a:pt x="2039990" y="905223"/>
                  </a:lnTo>
                  <a:lnTo>
                    <a:pt x="1969645" y="901257"/>
                  </a:lnTo>
                  <a:lnTo>
                    <a:pt x="1899301" y="897247"/>
                  </a:lnTo>
                  <a:lnTo>
                    <a:pt x="1828956" y="893191"/>
                  </a:lnTo>
                  <a:lnTo>
                    <a:pt x="1758612" y="889090"/>
                  </a:lnTo>
                  <a:lnTo>
                    <a:pt x="1688267" y="884943"/>
                  </a:lnTo>
                  <a:lnTo>
                    <a:pt x="1617923" y="880749"/>
                  </a:lnTo>
                  <a:lnTo>
                    <a:pt x="1547578" y="876507"/>
                  </a:lnTo>
                  <a:lnTo>
                    <a:pt x="1477234" y="872218"/>
                  </a:lnTo>
                  <a:lnTo>
                    <a:pt x="1406889" y="867880"/>
                  </a:lnTo>
                  <a:lnTo>
                    <a:pt x="1336545" y="863494"/>
                  </a:lnTo>
                  <a:lnTo>
                    <a:pt x="1266200" y="859058"/>
                  </a:lnTo>
                  <a:lnTo>
                    <a:pt x="1195856" y="854572"/>
                  </a:lnTo>
                  <a:lnTo>
                    <a:pt x="1125511" y="850036"/>
                  </a:lnTo>
                  <a:lnTo>
                    <a:pt x="1055167" y="845448"/>
                  </a:lnTo>
                  <a:lnTo>
                    <a:pt x="984822" y="840809"/>
                  </a:lnTo>
                  <a:lnTo>
                    <a:pt x="914478" y="836118"/>
                  </a:lnTo>
                  <a:lnTo>
                    <a:pt x="844133" y="831373"/>
                  </a:lnTo>
                  <a:lnTo>
                    <a:pt x="773789" y="826576"/>
                  </a:lnTo>
                  <a:lnTo>
                    <a:pt x="703444" y="821724"/>
                  </a:lnTo>
                  <a:lnTo>
                    <a:pt x="633100" y="816817"/>
                  </a:lnTo>
                  <a:lnTo>
                    <a:pt x="562755" y="811856"/>
                  </a:lnTo>
                  <a:lnTo>
                    <a:pt x="492411" y="806838"/>
                  </a:lnTo>
                  <a:lnTo>
                    <a:pt x="422066" y="801764"/>
                  </a:lnTo>
                  <a:lnTo>
                    <a:pt x="351722" y="796632"/>
                  </a:lnTo>
                  <a:lnTo>
                    <a:pt x="281377" y="791443"/>
                  </a:lnTo>
                  <a:lnTo>
                    <a:pt x="211033" y="786195"/>
                  </a:lnTo>
                  <a:lnTo>
                    <a:pt x="140688" y="780889"/>
                  </a:lnTo>
                  <a:lnTo>
                    <a:pt x="70344" y="775522"/>
                  </a:lnTo>
                  <a:lnTo>
                    <a:pt x="0" y="770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11615" y="2143092"/>
              <a:ext cx="5987800" cy="1096540"/>
            </a:xfrm>
            <a:custGeom>
              <a:avLst/>
              <a:pathLst>
                <a:path w="5987800" h="1096540">
                  <a:moveTo>
                    <a:pt x="0" y="0"/>
                  </a:moveTo>
                  <a:lnTo>
                    <a:pt x="8519" y="7522"/>
                  </a:lnTo>
                  <a:lnTo>
                    <a:pt x="78863" y="66696"/>
                  </a:lnTo>
                  <a:lnTo>
                    <a:pt x="149208" y="123068"/>
                  </a:lnTo>
                  <a:lnTo>
                    <a:pt x="219552" y="176770"/>
                  </a:lnTo>
                  <a:lnTo>
                    <a:pt x="289897" y="227930"/>
                  </a:lnTo>
                  <a:lnTo>
                    <a:pt x="360241" y="276667"/>
                  </a:lnTo>
                  <a:lnTo>
                    <a:pt x="430586" y="323096"/>
                  </a:lnTo>
                  <a:lnTo>
                    <a:pt x="500930" y="367327"/>
                  </a:lnTo>
                  <a:lnTo>
                    <a:pt x="571275" y="409464"/>
                  </a:lnTo>
                  <a:lnTo>
                    <a:pt x="641619" y="449605"/>
                  </a:lnTo>
                  <a:lnTo>
                    <a:pt x="711964" y="487846"/>
                  </a:lnTo>
                  <a:lnTo>
                    <a:pt x="782308" y="524276"/>
                  </a:lnTo>
                  <a:lnTo>
                    <a:pt x="852653" y="558980"/>
                  </a:lnTo>
                  <a:lnTo>
                    <a:pt x="922997" y="592042"/>
                  </a:lnTo>
                  <a:lnTo>
                    <a:pt x="993342" y="623538"/>
                  </a:lnTo>
                  <a:lnTo>
                    <a:pt x="1063686" y="653543"/>
                  </a:lnTo>
                  <a:lnTo>
                    <a:pt x="1134031" y="682127"/>
                  </a:lnTo>
                  <a:lnTo>
                    <a:pt x="1204375" y="709357"/>
                  </a:lnTo>
                  <a:lnTo>
                    <a:pt x="1274720" y="735298"/>
                  </a:lnTo>
                  <a:lnTo>
                    <a:pt x="1345064" y="760011"/>
                  </a:lnTo>
                  <a:lnTo>
                    <a:pt x="1415409" y="783553"/>
                  </a:lnTo>
                  <a:lnTo>
                    <a:pt x="1485753" y="805981"/>
                  </a:lnTo>
                  <a:lnTo>
                    <a:pt x="1556098" y="827347"/>
                  </a:lnTo>
                  <a:lnTo>
                    <a:pt x="1626442" y="847701"/>
                  </a:lnTo>
                  <a:lnTo>
                    <a:pt x="1696787" y="867091"/>
                  </a:lnTo>
                  <a:lnTo>
                    <a:pt x="1767131" y="885564"/>
                  </a:lnTo>
                  <a:lnTo>
                    <a:pt x="1837476" y="903161"/>
                  </a:lnTo>
                  <a:lnTo>
                    <a:pt x="1907820" y="919925"/>
                  </a:lnTo>
                  <a:lnTo>
                    <a:pt x="1978165" y="935896"/>
                  </a:lnTo>
                  <a:lnTo>
                    <a:pt x="2048509" y="951110"/>
                  </a:lnTo>
                  <a:lnTo>
                    <a:pt x="2118854" y="959673"/>
                  </a:lnTo>
                  <a:lnTo>
                    <a:pt x="2189198" y="962988"/>
                  </a:lnTo>
                  <a:lnTo>
                    <a:pt x="2259542" y="966265"/>
                  </a:lnTo>
                  <a:lnTo>
                    <a:pt x="2329887" y="969507"/>
                  </a:lnTo>
                  <a:lnTo>
                    <a:pt x="2400231" y="972712"/>
                  </a:lnTo>
                  <a:lnTo>
                    <a:pt x="2470576" y="975882"/>
                  </a:lnTo>
                  <a:lnTo>
                    <a:pt x="2540920" y="979016"/>
                  </a:lnTo>
                  <a:lnTo>
                    <a:pt x="2611265" y="982115"/>
                  </a:lnTo>
                  <a:lnTo>
                    <a:pt x="2681609" y="985180"/>
                  </a:lnTo>
                  <a:lnTo>
                    <a:pt x="2751954" y="988211"/>
                  </a:lnTo>
                  <a:lnTo>
                    <a:pt x="2822298" y="991208"/>
                  </a:lnTo>
                  <a:lnTo>
                    <a:pt x="2892643" y="994171"/>
                  </a:lnTo>
                  <a:lnTo>
                    <a:pt x="2962987" y="997102"/>
                  </a:lnTo>
                  <a:lnTo>
                    <a:pt x="3033332" y="1000000"/>
                  </a:lnTo>
                  <a:lnTo>
                    <a:pt x="3103676" y="1002865"/>
                  </a:lnTo>
                  <a:lnTo>
                    <a:pt x="3174021" y="1005699"/>
                  </a:lnTo>
                  <a:lnTo>
                    <a:pt x="3244365" y="1008501"/>
                  </a:lnTo>
                  <a:lnTo>
                    <a:pt x="3314710" y="1011272"/>
                  </a:lnTo>
                  <a:lnTo>
                    <a:pt x="3385054" y="1014012"/>
                  </a:lnTo>
                  <a:lnTo>
                    <a:pt x="3455399" y="1016721"/>
                  </a:lnTo>
                  <a:lnTo>
                    <a:pt x="3525743" y="1019401"/>
                  </a:lnTo>
                  <a:lnTo>
                    <a:pt x="3596088" y="1022050"/>
                  </a:lnTo>
                  <a:lnTo>
                    <a:pt x="3666432" y="1024670"/>
                  </a:lnTo>
                  <a:lnTo>
                    <a:pt x="3736777" y="1027261"/>
                  </a:lnTo>
                  <a:lnTo>
                    <a:pt x="3807121" y="1029823"/>
                  </a:lnTo>
                  <a:lnTo>
                    <a:pt x="3877466" y="1032356"/>
                  </a:lnTo>
                  <a:lnTo>
                    <a:pt x="3947810" y="1034861"/>
                  </a:lnTo>
                  <a:lnTo>
                    <a:pt x="4018155" y="1037338"/>
                  </a:lnTo>
                  <a:lnTo>
                    <a:pt x="4088499" y="1039788"/>
                  </a:lnTo>
                  <a:lnTo>
                    <a:pt x="4158844" y="1042210"/>
                  </a:lnTo>
                  <a:lnTo>
                    <a:pt x="4229188" y="1044605"/>
                  </a:lnTo>
                  <a:lnTo>
                    <a:pt x="4299533" y="1046974"/>
                  </a:lnTo>
                  <a:lnTo>
                    <a:pt x="4369877" y="1049316"/>
                  </a:lnTo>
                  <a:lnTo>
                    <a:pt x="4440222" y="1051632"/>
                  </a:lnTo>
                  <a:lnTo>
                    <a:pt x="4510566" y="1053923"/>
                  </a:lnTo>
                  <a:lnTo>
                    <a:pt x="4580911" y="1056187"/>
                  </a:lnTo>
                  <a:lnTo>
                    <a:pt x="4651255" y="1058427"/>
                  </a:lnTo>
                  <a:lnTo>
                    <a:pt x="4721600" y="1060642"/>
                  </a:lnTo>
                  <a:lnTo>
                    <a:pt x="4791944" y="1062832"/>
                  </a:lnTo>
                  <a:lnTo>
                    <a:pt x="4862289" y="1064997"/>
                  </a:lnTo>
                  <a:lnTo>
                    <a:pt x="4932633" y="1067139"/>
                  </a:lnTo>
                  <a:lnTo>
                    <a:pt x="5002978" y="1069256"/>
                  </a:lnTo>
                  <a:lnTo>
                    <a:pt x="5073322" y="1071350"/>
                  </a:lnTo>
                  <a:lnTo>
                    <a:pt x="5143667" y="1073421"/>
                  </a:lnTo>
                  <a:lnTo>
                    <a:pt x="5214011" y="1075468"/>
                  </a:lnTo>
                  <a:lnTo>
                    <a:pt x="5284356" y="1077493"/>
                  </a:lnTo>
                  <a:lnTo>
                    <a:pt x="5354700" y="1079495"/>
                  </a:lnTo>
                  <a:lnTo>
                    <a:pt x="5425045" y="1081475"/>
                  </a:lnTo>
                  <a:lnTo>
                    <a:pt x="5495389" y="1083433"/>
                  </a:lnTo>
                  <a:lnTo>
                    <a:pt x="5565734" y="1085369"/>
                  </a:lnTo>
                  <a:lnTo>
                    <a:pt x="5636078" y="1087283"/>
                  </a:lnTo>
                  <a:lnTo>
                    <a:pt x="5706423" y="1089177"/>
                  </a:lnTo>
                  <a:lnTo>
                    <a:pt x="5776767" y="1091049"/>
                  </a:lnTo>
                  <a:lnTo>
                    <a:pt x="5847112" y="1092900"/>
                  </a:lnTo>
                  <a:lnTo>
                    <a:pt x="5917456" y="1094730"/>
                  </a:lnTo>
                  <a:lnTo>
                    <a:pt x="5987800" y="1096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913187"/>
              <a:ext cx="6964104" cy="466872"/>
            </a:xfrm>
            <a:custGeom>
              <a:avLst/>
              <a:pathLst>
                <a:path w="6964104" h="466872">
                  <a:moveTo>
                    <a:pt x="6964104" y="466872"/>
                  </a:moveTo>
                  <a:lnTo>
                    <a:pt x="6893760" y="465866"/>
                  </a:lnTo>
                  <a:lnTo>
                    <a:pt x="6823415" y="464810"/>
                  </a:lnTo>
                  <a:lnTo>
                    <a:pt x="6753071" y="463702"/>
                  </a:lnTo>
                  <a:lnTo>
                    <a:pt x="6682726" y="462539"/>
                  </a:lnTo>
                  <a:lnTo>
                    <a:pt x="6612382" y="461318"/>
                  </a:lnTo>
                  <a:lnTo>
                    <a:pt x="6542037" y="460036"/>
                  </a:lnTo>
                  <a:lnTo>
                    <a:pt x="6471693" y="458690"/>
                  </a:lnTo>
                  <a:lnTo>
                    <a:pt x="6401348" y="457278"/>
                  </a:lnTo>
                  <a:lnTo>
                    <a:pt x="6331004" y="455795"/>
                  </a:lnTo>
                  <a:lnTo>
                    <a:pt x="6260659" y="454239"/>
                  </a:lnTo>
                  <a:lnTo>
                    <a:pt x="6190315" y="452605"/>
                  </a:lnTo>
                  <a:lnTo>
                    <a:pt x="6119970" y="450890"/>
                  </a:lnTo>
                  <a:lnTo>
                    <a:pt x="6049626" y="449090"/>
                  </a:lnTo>
                  <a:lnTo>
                    <a:pt x="5979281" y="447201"/>
                  </a:lnTo>
                  <a:lnTo>
                    <a:pt x="5908937" y="445217"/>
                  </a:lnTo>
                  <a:lnTo>
                    <a:pt x="5838592" y="443135"/>
                  </a:lnTo>
                  <a:lnTo>
                    <a:pt x="5768248" y="440950"/>
                  </a:lnTo>
                  <a:lnTo>
                    <a:pt x="5697903" y="438655"/>
                  </a:lnTo>
                  <a:lnTo>
                    <a:pt x="5627559" y="436247"/>
                  </a:lnTo>
                  <a:lnTo>
                    <a:pt x="5557214" y="433719"/>
                  </a:lnTo>
                  <a:lnTo>
                    <a:pt x="5486870" y="431066"/>
                  </a:lnTo>
                  <a:lnTo>
                    <a:pt x="5416525" y="428280"/>
                  </a:lnTo>
                  <a:lnTo>
                    <a:pt x="5346181" y="425356"/>
                  </a:lnTo>
                  <a:lnTo>
                    <a:pt x="5275836" y="422287"/>
                  </a:lnTo>
                  <a:lnTo>
                    <a:pt x="5205492" y="419065"/>
                  </a:lnTo>
                  <a:lnTo>
                    <a:pt x="5135147" y="415683"/>
                  </a:lnTo>
                  <a:lnTo>
                    <a:pt x="5064803" y="412133"/>
                  </a:lnTo>
                  <a:lnTo>
                    <a:pt x="4994458" y="408407"/>
                  </a:lnTo>
                  <a:lnTo>
                    <a:pt x="4924114" y="404495"/>
                  </a:lnTo>
                  <a:lnTo>
                    <a:pt x="4853769" y="400389"/>
                  </a:lnTo>
                  <a:lnTo>
                    <a:pt x="4783425" y="396078"/>
                  </a:lnTo>
                  <a:lnTo>
                    <a:pt x="4713080" y="391554"/>
                  </a:lnTo>
                  <a:lnTo>
                    <a:pt x="4642736" y="386805"/>
                  </a:lnTo>
                  <a:lnTo>
                    <a:pt x="4572391" y="381819"/>
                  </a:lnTo>
                  <a:lnTo>
                    <a:pt x="4502047" y="376586"/>
                  </a:lnTo>
                  <a:lnTo>
                    <a:pt x="4431702" y="371093"/>
                  </a:lnTo>
                  <a:lnTo>
                    <a:pt x="4361358" y="365326"/>
                  </a:lnTo>
                  <a:lnTo>
                    <a:pt x="4291013" y="359273"/>
                  </a:lnTo>
                  <a:lnTo>
                    <a:pt x="4220669" y="352919"/>
                  </a:lnTo>
                  <a:lnTo>
                    <a:pt x="4150324" y="346249"/>
                  </a:lnTo>
                  <a:lnTo>
                    <a:pt x="4079980" y="339248"/>
                  </a:lnTo>
                  <a:lnTo>
                    <a:pt x="4009635" y="331899"/>
                  </a:lnTo>
                  <a:lnTo>
                    <a:pt x="3939291" y="324184"/>
                  </a:lnTo>
                  <a:lnTo>
                    <a:pt x="3868946" y="316086"/>
                  </a:lnTo>
                  <a:lnTo>
                    <a:pt x="3798602" y="307586"/>
                  </a:lnTo>
                  <a:lnTo>
                    <a:pt x="3728257" y="298663"/>
                  </a:lnTo>
                  <a:lnTo>
                    <a:pt x="3657913" y="289296"/>
                  </a:lnTo>
                  <a:lnTo>
                    <a:pt x="3587569" y="279464"/>
                  </a:lnTo>
                  <a:lnTo>
                    <a:pt x="3517224" y="269144"/>
                  </a:lnTo>
                  <a:lnTo>
                    <a:pt x="3446880" y="258310"/>
                  </a:lnTo>
                  <a:lnTo>
                    <a:pt x="3376535" y="246938"/>
                  </a:lnTo>
                  <a:lnTo>
                    <a:pt x="3306191" y="235000"/>
                  </a:lnTo>
                  <a:lnTo>
                    <a:pt x="3235846" y="222469"/>
                  </a:lnTo>
                  <a:lnTo>
                    <a:pt x="3165502" y="209316"/>
                  </a:lnTo>
                  <a:lnTo>
                    <a:pt x="3095157" y="195508"/>
                  </a:lnTo>
                  <a:lnTo>
                    <a:pt x="3024813" y="186225"/>
                  </a:lnTo>
                  <a:lnTo>
                    <a:pt x="2954468" y="182835"/>
                  </a:lnTo>
                  <a:lnTo>
                    <a:pt x="2884124" y="179407"/>
                  </a:lnTo>
                  <a:lnTo>
                    <a:pt x="2813779" y="175940"/>
                  </a:lnTo>
                  <a:lnTo>
                    <a:pt x="2743435" y="172434"/>
                  </a:lnTo>
                  <a:lnTo>
                    <a:pt x="2673090" y="168889"/>
                  </a:lnTo>
                  <a:lnTo>
                    <a:pt x="2602746" y="165303"/>
                  </a:lnTo>
                  <a:lnTo>
                    <a:pt x="2532401" y="161678"/>
                  </a:lnTo>
                  <a:lnTo>
                    <a:pt x="2462057" y="158011"/>
                  </a:lnTo>
                  <a:lnTo>
                    <a:pt x="2391712" y="154303"/>
                  </a:lnTo>
                  <a:lnTo>
                    <a:pt x="2321368" y="150553"/>
                  </a:lnTo>
                  <a:lnTo>
                    <a:pt x="2251023" y="146762"/>
                  </a:lnTo>
                  <a:lnTo>
                    <a:pt x="2180679" y="142927"/>
                  </a:lnTo>
                  <a:lnTo>
                    <a:pt x="2110334" y="139049"/>
                  </a:lnTo>
                  <a:lnTo>
                    <a:pt x="2039990" y="135128"/>
                  </a:lnTo>
                  <a:lnTo>
                    <a:pt x="1969645" y="131162"/>
                  </a:lnTo>
                  <a:lnTo>
                    <a:pt x="1899301" y="127151"/>
                  </a:lnTo>
                  <a:lnTo>
                    <a:pt x="1828956" y="123096"/>
                  </a:lnTo>
                  <a:lnTo>
                    <a:pt x="1758612" y="118995"/>
                  </a:lnTo>
                  <a:lnTo>
                    <a:pt x="1688267" y="114847"/>
                  </a:lnTo>
                  <a:lnTo>
                    <a:pt x="1617923" y="110653"/>
                  </a:lnTo>
                  <a:lnTo>
                    <a:pt x="1547578" y="106412"/>
                  </a:lnTo>
                  <a:lnTo>
                    <a:pt x="1477234" y="102122"/>
                  </a:lnTo>
                  <a:lnTo>
                    <a:pt x="1406889" y="97785"/>
                  </a:lnTo>
                  <a:lnTo>
                    <a:pt x="1336545" y="93398"/>
                  </a:lnTo>
                  <a:lnTo>
                    <a:pt x="1266200" y="88962"/>
                  </a:lnTo>
                  <a:lnTo>
                    <a:pt x="1195856" y="84477"/>
                  </a:lnTo>
                  <a:lnTo>
                    <a:pt x="1125511" y="79940"/>
                  </a:lnTo>
                  <a:lnTo>
                    <a:pt x="1055167" y="75353"/>
                  </a:lnTo>
                  <a:lnTo>
                    <a:pt x="984822" y="70714"/>
                  </a:lnTo>
                  <a:lnTo>
                    <a:pt x="914478" y="66022"/>
                  </a:lnTo>
                  <a:lnTo>
                    <a:pt x="844133" y="61278"/>
                  </a:lnTo>
                  <a:lnTo>
                    <a:pt x="773789" y="56480"/>
                  </a:lnTo>
                  <a:lnTo>
                    <a:pt x="703444" y="51628"/>
                  </a:lnTo>
                  <a:lnTo>
                    <a:pt x="633100" y="46722"/>
                  </a:lnTo>
                  <a:lnTo>
                    <a:pt x="562755" y="41760"/>
                  </a:lnTo>
                  <a:lnTo>
                    <a:pt x="492411" y="36742"/>
                  </a:lnTo>
                  <a:lnTo>
                    <a:pt x="422066" y="31668"/>
                  </a:lnTo>
                  <a:lnTo>
                    <a:pt x="351722" y="26537"/>
                  </a:lnTo>
                  <a:lnTo>
                    <a:pt x="281377" y="21348"/>
                  </a:lnTo>
                  <a:lnTo>
                    <a:pt x="211033" y="16100"/>
                  </a:lnTo>
                  <a:lnTo>
                    <a:pt x="140688" y="10793"/>
                  </a:lnTo>
                  <a:lnTo>
                    <a:pt x="70344" y="5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304620"/>
              <a:ext cx="6964104" cy="1038657"/>
            </a:xfrm>
            <a:custGeom>
              <a:avLst/>
              <a:pathLst>
                <a:path w="6964104" h="1038657">
                  <a:moveTo>
                    <a:pt x="0" y="0"/>
                  </a:moveTo>
                  <a:lnTo>
                    <a:pt x="70344" y="32229"/>
                  </a:lnTo>
                  <a:lnTo>
                    <a:pt x="140688" y="63510"/>
                  </a:lnTo>
                  <a:lnTo>
                    <a:pt x="211033" y="93871"/>
                  </a:lnTo>
                  <a:lnTo>
                    <a:pt x="281377" y="123339"/>
                  </a:lnTo>
                  <a:lnTo>
                    <a:pt x="351722" y="151941"/>
                  </a:lnTo>
                  <a:lnTo>
                    <a:pt x="422066" y="179701"/>
                  </a:lnTo>
                  <a:lnTo>
                    <a:pt x="492411" y="206644"/>
                  </a:lnTo>
                  <a:lnTo>
                    <a:pt x="562755" y="232795"/>
                  </a:lnTo>
                  <a:lnTo>
                    <a:pt x="633100" y="258177"/>
                  </a:lnTo>
                  <a:lnTo>
                    <a:pt x="703444" y="282812"/>
                  </a:lnTo>
                  <a:lnTo>
                    <a:pt x="773789" y="306722"/>
                  </a:lnTo>
                  <a:lnTo>
                    <a:pt x="844133" y="329929"/>
                  </a:lnTo>
                  <a:lnTo>
                    <a:pt x="914478" y="352453"/>
                  </a:lnTo>
                  <a:lnTo>
                    <a:pt x="984822" y="374315"/>
                  </a:lnTo>
                  <a:lnTo>
                    <a:pt x="1055167" y="395534"/>
                  </a:lnTo>
                  <a:lnTo>
                    <a:pt x="1125511" y="416129"/>
                  </a:lnTo>
                  <a:lnTo>
                    <a:pt x="1195856" y="436118"/>
                  </a:lnTo>
                  <a:lnTo>
                    <a:pt x="1266200" y="455519"/>
                  </a:lnTo>
                  <a:lnTo>
                    <a:pt x="1336545" y="474349"/>
                  </a:lnTo>
                  <a:lnTo>
                    <a:pt x="1406889" y="492625"/>
                  </a:lnTo>
                  <a:lnTo>
                    <a:pt x="1477234" y="510364"/>
                  </a:lnTo>
                  <a:lnTo>
                    <a:pt x="1547578" y="527581"/>
                  </a:lnTo>
                  <a:lnTo>
                    <a:pt x="1617923" y="544291"/>
                  </a:lnTo>
                  <a:lnTo>
                    <a:pt x="1688267" y="560510"/>
                  </a:lnTo>
                  <a:lnTo>
                    <a:pt x="1758612" y="576252"/>
                  </a:lnTo>
                  <a:lnTo>
                    <a:pt x="1828956" y="591531"/>
                  </a:lnTo>
                  <a:lnTo>
                    <a:pt x="1899301" y="606360"/>
                  </a:lnTo>
                  <a:lnTo>
                    <a:pt x="1969645" y="620753"/>
                  </a:lnTo>
                  <a:lnTo>
                    <a:pt x="2039990" y="634723"/>
                  </a:lnTo>
                  <a:lnTo>
                    <a:pt x="2110334" y="648282"/>
                  </a:lnTo>
                  <a:lnTo>
                    <a:pt x="2180679" y="661442"/>
                  </a:lnTo>
                  <a:lnTo>
                    <a:pt x="2251023" y="674215"/>
                  </a:lnTo>
                  <a:lnTo>
                    <a:pt x="2321368" y="686612"/>
                  </a:lnTo>
                  <a:lnTo>
                    <a:pt x="2391712" y="698645"/>
                  </a:lnTo>
                  <a:lnTo>
                    <a:pt x="2462057" y="710324"/>
                  </a:lnTo>
                  <a:lnTo>
                    <a:pt x="2532401" y="721659"/>
                  </a:lnTo>
                  <a:lnTo>
                    <a:pt x="2602746" y="732660"/>
                  </a:lnTo>
                  <a:lnTo>
                    <a:pt x="2673090" y="743338"/>
                  </a:lnTo>
                  <a:lnTo>
                    <a:pt x="2743435" y="753702"/>
                  </a:lnTo>
                  <a:lnTo>
                    <a:pt x="2813779" y="763761"/>
                  </a:lnTo>
                  <a:lnTo>
                    <a:pt x="2884124" y="773525"/>
                  </a:lnTo>
                  <a:lnTo>
                    <a:pt x="2954468" y="783001"/>
                  </a:lnTo>
                  <a:lnTo>
                    <a:pt x="3024813" y="792198"/>
                  </a:lnTo>
                  <a:lnTo>
                    <a:pt x="3095157" y="801125"/>
                  </a:lnTo>
                  <a:lnTo>
                    <a:pt x="3165502" y="809789"/>
                  </a:lnTo>
                  <a:lnTo>
                    <a:pt x="3235846" y="818198"/>
                  </a:lnTo>
                  <a:lnTo>
                    <a:pt x="3306191" y="826360"/>
                  </a:lnTo>
                  <a:lnTo>
                    <a:pt x="3376535" y="834282"/>
                  </a:lnTo>
                  <a:lnTo>
                    <a:pt x="3446880" y="841971"/>
                  </a:lnTo>
                  <a:lnTo>
                    <a:pt x="3517224" y="849434"/>
                  </a:lnTo>
                  <a:lnTo>
                    <a:pt x="3587569" y="856677"/>
                  </a:lnTo>
                  <a:lnTo>
                    <a:pt x="3657913" y="863707"/>
                  </a:lnTo>
                  <a:lnTo>
                    <a:pt x="3728257" y="870530"/>
                  </a:lnTo>
                  <a:lnTo>
                    <a:pt x="3798602" y="877153"/>
                  </a:lnTo>
                  <a:lnTo>
                    <a:pt x="3868946" y="883581"/>
                  </a:lnTo>
                  <a:lnTo>
                    <a:pt x="3939291" y="889819"/>
                  </a:lnTo>
                  <a:lnTo>
                    <a:pt x="4009635" y="895874"/>
                  </a:lnTo>
                  <a:lnTo>
                    <a:pt x="4079980" y="901752"/>
                  </a:lnTo>
                  <a:lnTo>
                    <a:pt x="4150324" y="907456"/>
                  </a:lnTo>
                  <a:lnTo>
                    <a:pt x="4220669" y="912992"/>
                  </a:lnTo>
                  <a:lnTo>
                    <a:pt x="4291013" y="918366"/>
                  </a:lnTo>
                  <a:lnTo>
                    <a:pt x="4361358" y="923581"/>
                  </a:lnTo>
                  <a:lnTo>
                    <a:pt x="4431702" y="928643"/>
                  </a:lnTo>
                  <a:lnTo>
                    <a:pt x="4502047" y="933557"/>
                  </a:lnTo>
                  <a:lnTo>
                    <a:pt x="4572391" y="938325"/>
                  </a:lnTo>
                  <a:lnTo>
                    <a:pt x="4642736" y="942954"/>
                  </a:lnTo>
                  <a:lnTo>
                    <a:pt x="4713080" y="947446"/>
                  </a:lnTo>
                  <a:lnTo>
                    <a:pt x="4783425" y="951806"/>
                  </a:lnTo>
                  <a:lnTo>
                    <a:pt x="4853769" y="956038"/>
                  </a:lnTo>
                  <a:lnTo>
                    <a:pt x="4924114" y="960145"/>
                  </a:lnTo>
                  <a:lnTo>
                    <a:pt x="4994458" y="964132"/>
                  </a:lnTo>
                  <a:lnTo>
                    <a:pt x="5064803" y="968001"/>
                  </a:lnTo>
                  <a:lnTo>
                    <a:pt x="5135147" y="971757"/>
                  </a:lnTo>
                  <a:lnTo>
                    <a:pt x="5205492" y="975402"/>
                  </a:lnTo>
                  <a:lnTo>
                    <a:pt x="5275836" y="978940"/>
                  </a:lnTo>
                  <a:lnTo>
                    <a:pt x="5346181" y="982373"/>
                  </a:lnTo>
                  <a:lnTo>
                    <a:pt x="5416525" y="985706"/>
                  </a:lnTo>
                  <a:lnTo>
                    <a:pt x="5486870" y="988941"/>
                  </a:lnTo>
                  <a:lnTo>
                    <a:pt x="5557214" y="992080"/>
                  </a:lnTo>
                  <a:lnTo>
                    <a:pt x="5627559" y="995127"/>
                  </a:lnTo>
                  <a:lnTo>
                    <a:pt x="5697903" y="998085"/>
                  </a:lnTo>
                  <a:lnTo>
                    <a:pt x="5768248" y="1000956"/>
                  </a:lnTo>
                  <a:lnTo>
                    <a:pt x="5838592" y="1003742"/>
                  </a:lnTo>
                  <a:lnTo>
                    <a:pt x="5908937" y="1006446"/>
                  </a:lnTo>
                  <a:lnTo>
                    <a:pt x="5979281" y="1009071"/>
                  </a:lnTo>
                  <a:lnTo>
                    <a:pt x="6049626" y="1011618"/>
                  </a:lnTo>
                  <a:lnTo>
                    <a:pt x="6119970" y="1014090"/>
                  </a:lnTo>
                  <a:lnTo>
                    <a:pt x="6190315" y="1016490"/>
                  </a:lnTo>
                  <a:lnTo>
                    <a:pt x="6260659" y="1018819"/>
                  </a:lnTo>
                  <a:lnTo>
                    <a:pt x="6331004" y="1021080"/>
                  </a:lnTo>
                  <a:lnTo>
                    <a:pt x="6401348" y="1023274"/>
                  </a:lnTo>
                  <a:lnTo>
                    <a:pt x="6471693" y="1025404"/>
                  </a:lnTo>
                  <a:lnTo>
                    <a:pt x="6542037" y="1027471"/>
                  </a:lnTo>
                  <a:lnTo>
                    <a:pt x="6612382" y="1029477"/>
                  </a:lnTo>
                  <a:lnTo>
                    <a:pt x="6682726" y="1031424"/>
                  </a:lnTo>
                  <a:lnTo>
                    <a:pt x="6753071" y="1033314"/>
                  </a:lnTo>
                  <a:lnTo>
                    <a:pt x="6823415" y="1035148"/>
                  </a:lnTo>
                  <a:lnTo>
                    <a:pt x="6893760" y="1036929"/>
                  </a:lnTo>
                  <a:lnTo>
                    <a:pt x="6964104" y="1038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36484"/>
              <a:ext cx="6964104" cy="1236967"/>
            </a:xfrm>
            <a:custGeom>
              <a:avLst/>
              <a:pathLst>
                <a:path w="6964104" h="1236967">
                  <a:moveTo>
                    <a:pt x="976303" y="0"/>
                  </a:moveTo>
                  <a:lnTo>
                    <a:pt x="984822" y="7522"/>
                  </a:lnTo>
                  <a:lnTo>
                    <a:pt x="1055167" y="66696"/>
                  </a:lnTo>
                  <a:lnTo>
                    <a:pt x="1125511" y="123068"/>
                  </a:lnTo>
                  <a:lnTo>
                    <a:pt x="1195856" y="176770"/>
                  </a:lnTo>
                  <a:lnTo>
                    <a:pt x="1266200" y="227930"/>
                  </a:lnTo>
                  <a:lnTo>
                    <a:pt x="1336545" y="276667"/>
                  </a:lnTo>
                  <a:lnTo>
                    <a:pt x="1406889" y="323096"/>
                  </a:lnTo>
                  <a:lnTo>
                    <a:pt x="1477234" y="367327"/>
                  </a:lnTo>
                  <a:lnTo>
                    <a:pt x="1547578" y="409464"/>
                  </a:lnTo>
                  <a:lnTo>
                    <a:pt x="1617923" y="449605"/>
                  </a:lnTo>
                  <a:lnTo>
                    <a:pt x="1688267" y="487846"/>
                  </a:lnTo>
                  <a:lnTo>
                    <a:pt x="1758612" y="524276"/>
                  </a:lnTo>
                  <a:lnTo>
                    <a:pt x="1828956" y="558980"/>
                  </a:lnTo>
                  <a:lnTo>
                    <a:pt x="1899301" y="592042"/>
                  </a:lnTo>
                  <a:lnTo>
                    <a:pt x="1969645" y="623538"/>
                  </a:lnTo>
                  <a:lnTo>
                    <a:pt x="2039990" y="653543"/>
                  </a:lnTo>
                  <a:lnTo>
                    <a:pt x="2110334" y="682127"/>
                  </a:lnTo>
                  <a:lnTo>
                    <a:pt x="2180679" y="709357"/>
                  </a:lnTo>
                  <a:lnTo>
                    <a:pt x="2251023" y="735298"/>
                  </a:lnTo>
                  <a:lnTo>
                    <a:pt x="2321368" y="760011"/>
                  </a:lnTo>
                  <a:lnTo>
                    <a:pt x="2391712" y="783553"/>
                  </a:lnTo>
                  <a:lnTo>
                    <a:pt x="2462057" y="805981"/>
                  </a:lnTo>
                  <a:lnTo>
                    <a:pt x="2532401" y="827347"/>
                  </a:lnTo>
                  <a:lnTo>
                    <a:pt x="2602746" y="847701"/>
                  </a:lnTo>
                  <a:lnTo>
                    <a:pt x="2673090" y="867091"/>
                  </a:lnTo>
                  <a:lnTo>
                    <a:pt x="2743435" y="885564"/>
                  </a:lnTo>
                  <a:lnTo>
                    <a:pt x="2813779" y="903161"/>
                  </a:lnTo>
                  <a:lnTo>
                    <a:pt x="2884124" y="919925"/>
                  </a:lnTo>
                  <a:lnTo>
                    <a:pt x="2954468" y="935896"/>
                  </a:lnTo>
                  <a:lnTo>
                    <a:pt x="3024813" y="951110"/>
                  </a:lnTo>
                  <a:lnTo>
                    <a:pt x="3095157" y="959673"/>
                  </a:lnTo>
                  <a:lnTo>
                    <a:pt x="3165502" y="962988"/>
                  </a:lnTo>
                  <a:lnTo>
                    <a:pt x="3235846" y="966265"/>
                  </a:lnTo>
                  <a:lnTo>
                    <a:pt x="3306191" y="969507"/>
                  </a:lnTo>
                  <a:lnTo>
                    <a:pt x="3376535" y="972712"/>
                  </a:lnTo>
                  <a:lnTo>
                    <a:pt x="3446880" y="975882"/>
                  </a:lnTo>
                  <a:lnTo>
                    <a:pt x="3517224" y="979016"/>
                  </a:lnTo>
                  <a:lnTo>
                    <a:pt x="3587569" y="982115"/>
                  </a:lnTo>
                  <a:lnTo>
                    <a:pt x="3657913" y="985180"/>
                  </a:lnTo>
                  <a:lnTo>
                    <a:pt x="3728257" y="988211"/>
                  </a:lnTo>
                  <a:lnTo>
                    <a:pt x="3798602" y="991208"/>
                  </a:lnTo>
                  <a:lnTo>
                    <a:pt x="3868946" y="994171"/>
                  </a:lnTo>
                  <a:lnTo>
                    <a:pt x="3939291" y="997102"/>
                  </a:lnTo>
                  <a:lnTo>
                    <a:pt x="4009635" y="1000000"/>
                  </a:lnTo>
                  <a:lnTo>
                    <a:pt x="4079980" y="1002865"/>
                  </a:lnTo>
                  <a:lnTo>
                    <a:pt x="4150324" y="1005699"/>
                  </a:lnTo>
                  <a:lnTo>
                    <a:pt x="4220669" y="1008501"/>
                  </a:lnTo>
                  <a:lnTo>
                    <a:pt x="4291013" y="1011272"/>
                  </a:lnTo>
                  <a:lnTo>
                    <a:pt x="4361358" y="1014012"/>
                  </a:lnTo>
                  <a:lnTo>
                    <a:pt x="4431702" y="1016721"/>
                  </a:lnTo>
                  <a:lnTo>
                    <a:pt x="4502047" y="1019401"/>
                  </a:lnTo>
                  <a:lnTo>
                    <a:pt x="4572391" y="1022050"/>
                  </a:lnTo>
                  <a:lnTo>
                    <a:pt x="4642736" y="1024670"/>
                  </a:lnTo>
                  <a:lnTo>
                    <a:pt x="4713080" y="1027261"/>
                  </a:lnTo>
                  <a:lnTo>
                    <a:pt x="4783425" y="1029823"/>
                  </a:lnTo>
                  <a:lnTo>
                    <a:pt x="4853769" y="1032356"/>
                  </a:lnTo>
                  <a:lnTo>
                    <a:pt x="4924114" y="1034861"/>
                  </a:lnTo>
                  <a:lnTo>
                    <a:pt x="4994458" y="1037338"/>
                  </a:lnTo>
                  <a:lnTo>
                    <a:pt x="5064803" y="1039788"/>
                  </a:lnTo>
                  <a:lnTo>
                    <a:pt x="5135147" y="1042210"/>
                  </a:lnTo>
                  <a:lnTo>
                    <a:pt x="5205492" y="1044605"/>
                  </a:lnTo>
                  <a:lnTo>
                    <a:pt x="5275836" y="1046974"/>
                  </a:lnTo>
                  <a:lnTo>
                    <a:pt x="5346181" y="1049316"/>
                  </a:lnTo>
                  <a:lnTo>
                    <a:pt x="5416525" y="1051632"/>
                  </a:lnTo>
                  <a:lnTo>
                    <a:pt x="5486870" y="1053923"/>
                  </a:lnTo>
                  <a:lnTo>
                    <a:pt x="5557214" y="1056187"/>
                  </a:lnTo>
                  <a:lnTo>
                    <a:pt x="5627559" y="1058427"/>
                  </a:lnTo>
                  <a:lnTo>
                    <a:pt x="5697903" y="1060642"/>
                  </a:lnTo>
                  <a:lnTo>
                    <a:pt x="5768248" y="1062832"/>
                  </a:lnTo>
                  <a:lnTo>
                    <a:pt x="5838592" y="1064997"/>
                  </a:lnTo>
                  <a:lnTo>
                    <a:pt x="5908937" y="1067139"/>
                  </a:lnTo>
                  <a:lnTo>
                    <a:pt x="5979281" y="1069256"/>
                  </a:lnTo>
                  <a:lnTo>
                    <a:pt x="6049626" y="1071350"/>
                  </a:lnTo>
                  <a:lnTo>
                    <a:pt x="6119970" y="1073421"/>
                  </a:lnTo>
                  <a:lnTo>
                    <a:pt x="6190315" y="1075468"/>
                  </a:lnTo>
                  <a:lnTo>
                    <a:pt x="6260659" y="1077493"/>
                  </a:lnTo>
                  <a:lnTo>
                    <a:pt x="6331004" y="1079495"/>
                  </a:lnTo>
                  <a:lnTo>
                    <a:pt x="6401348" y="1081475"/>
                  </a:lnTo>
                  <a:lnTo>
                    <a:pt x="6471693" y="1083433"/>
                  </a:lnTo>
                  <a:lnTo>
                    <a:pt x="6542037" y="1085369"/>
                  </a:lnTo>
                  <a:lnTo>
                    <a:pt x="6612382" y="1087283"/>
                  </a:lnTo>
                  <a:lnTo>
                    <a:pt x="6682726" y="1089177"/>
                  </a:lnTo>
                  <a:lnTo>
                    <a:pt x="6753071" y="1091049"/>
                  </a:lnTo>
                  <a:lnTo>
                    <a:pt x="6823415" y="1092900"/>
                  </a:lnTo>
                  <a:lnTo>
                    <a:pt x="6893760" y="1094730"/>
                  </a:lnTo>
                  <a:lnTo>
                    <a:pt x="6964104" y="1096540"/>
                  </a:lnTo>
                  <a:lnTo>
                    <a:pt x="6964104" y="1236967"/>
                  </a:lnTo>
                  <a:lnTo>
                    <a:pt x="6893760" y="1235962"/>
                  </a:lnTo>
                  <a:lnTo>
                    <a:pt x="6823415" y="1234906"/>
                  </a:lnTo>
                  <a:lnTo>
                    <a:pt x="6753071" y="1233798"/>
                  </a:lnTo>
                  <a:lnTo>
                    <a:pt x="6682726" y="1232634"/>
                  </a:lnTo>
                  <a:lnTo>
                    <a:pt x="6612382" y="1231413"/>
                  </a:lnTo>
                  <a:lnTo>
                    <a:pt x="6542037" y="1230131"/>
                  </a:lnTo>
                  <a:lnTo>
                    <a:pt x="6471693" y="1228786"/>
                  </a:lnTo>
                  <a:lnTo>
                    <a:pt x="6401348" y="1227373"/>
                  </a:lnTo>
                  <a:lnTo>
                    <a:pt x="6331004" y="1225891"/>
                  </a:lnTo>
                  <a:lnTo>
                    <a:pt x="6260659" y="1224335"/>
                  </a:lnTo>
                  <a:lnTo>
                    <a:pt x="6190315" y="1222701"/>
                  </a:lnTo>
                  <a:lnTo>
                    <a:pt x="6119970" y="1220986"/>
                  </a:lnTo>
                  <a:lnTo>
                    <a:pt x="6049626" y="1219186"/>
                  </a:lnTo>
                  <a:lnTo>
                    <a:pt x="5979281" y="1217296"/>
                  </a:lnTo>
                  <a:lnTo>
                    <a:pt x="5908937" y="1215313"/>
                  </a:lnTo>
                  <a:lnTo>
                    <a:pt x="5838592" y="1213231"/>
                  </a:lnTo>
                  <a:lnTo>
                    <a:pt x="5768248" y="1211045"/>
                  </a:lnTo>
                  <a:lnTo>
                    <a:pt x="5697903" y="1208751"/>
                  </a:lnTo>
                  <a:lnTo>
                    <a:pt x="5627559" y="1206343"/>
                  </a:lnTo>
                  <a:lnTo>
                    <a:pt x="5557214" y="1203815"/>
                  </a:lnTo>
                  <a:lnTo>
                    <a:pt x="5486870" y="1201161"/>
                  </a:lnTo>
                  <a:lnTo>
                    <a:pt x="5416525" y="1198376"/>
                  </a:lnTo>
                  <a:lnTo>
                    <a:pt x="5346181" y="1195452"/>
                  </a:lnTo>
                  <a:lnTo>
                    <a:pt x="5275836" y="1192383"/>
                  </a:lnTo>
                  <a:lnTo>
                    <a:pt x="5205492" y="1189161"/>
                  </a:lnTo>
                  <a:lnTo>
                    <a:pt x="5135147" y="1185779"/>
                  </a:lnTo>
                  <a:lnTo>
                    <a:pt x="5064803" y="1182229"/>
                  </a:lnTo>
                  <a:lnTo>
                    <a:pt x="4994458" y="1178502"/>
                  </a:lnTo>
                  <a:lnTo>
                    <a:pt x="4924114" y="1174591"/>
                  </a:lnTo>
                  <a:lnTo>
                    <a:pt x="4853769" y="1170484"/>
                  </a:lnTo>
                  <a:lnTo>
                    <a:pt x="4783425" y="1166174"/>
                  </a:lnTo>
                  <a:lnTo>
                    <a:pt x="4713080" y="1161650"/>
                  </a:lnTo>
                  <a:lnTo>
                    <a:pt x="4642736" y="1156900"/>
                  </a:lnTo>
                  <a:lnTo>
                    <a:pt x="4572391" y="1151915"/>
                  </a:lnTo>
                  <a:lnTo>
                    <a:pt x="4502047" y="1146681"/>
                  </a:lnTo>
                  <a:lnTo>
                    <a:pt x="4431702" y="1141188"/>
                  </a:lnTo>
                  <a:lnTo>
                    <a:pt x="4361358" y="1135422"/>
                  </a:lnTo>
                  <a:lnTo>
                    <a:pt x="4291013" y="1129369"/>
                  </a:lnTo>
                  <a:lnTo>
                    <a:pt x="4220669" y="1123015"/>
                  </a:lnTo>
                  <a:lnTo>
                    <a:pt x="4150324" y="1116345"/>
                  </a:lnTo>
                  <a:lnTo>
                    <a:pt x="4079980" y="1109344"/>
                  </a:lnTo>
                  <a:lnTo>
                    <a:pt x="4009635" y="1101995"/>
                  </a:lnTo>
                  <a:lnTo>
                    <a:pt x="3939291" y="1094280"/>
                  </a:lnTo>
                  <a:lnTo>
                    <a:pt x="3868946" y="1086182"/>
                  </a:lnTo>
                  <a:lnTo>
                    <a:pt x="3798602" y="1077682"/>
                  </a:lnTo>
                  <a:lnTo>
                    <a:pt x="3728257" y="1068759"/>
                  </a:lnTo>
                  <a:lnTo>
                    <a:pt x="3657913" y="1059392"/>
                  </a:lnTo>
                  <a:lnTo>
                    <a:pt x="3587569" y="1049560"/>
                  </a:lnTo>
                  <a:lnTo>
                    <a:pt x="3517224" y="1039239"/>
                  </a:lnTo>
                  <a:lnTo>
                    <a:pt x="3446880" y="1028405"/>
                  </a:lnTo>
                  <a:lnTo>
                    <a:pt x="3376535" y="1017033"/>
                  </a:lnTo>
                  <a:lnTo>
                    <a:pt x="3306191" y="1005096"/>
                  </a:lnTo>
                  <a:lnTo>
                    <a:pt x="3235846" y="992565"/>
                  </a:lnTo>
                  <a:lnTo>
                    <a:pt x="3165502" y="979411"/>
                  </a:lnTo>
                  <a:lnTo>
                    <a:pt x="3095157" y="965604"/>
                  </a:lnTo>
                  <a:lnTo>
                    <a:pt x="3024813" y="956320"/>
                  </a:lnTo>
                  <a:lnTo>
                    <a:pt x="2954468" y="952930"/>
                  </a:lnTo>
                  <a:lnTo>
                    <a:pt x="2884124" y="949502"/>
                  </a:lnTo>
                  <a:lnTo>
                    <a:pt x="2813779" y="946035"/>
                  </a:lnTo>
                  <a:lnTo>
                    <a:pt x="2743435" y="942530"/>
                  </a:lnTo>
                  <a:lnTo>
                    <a:pt x="2673090" y="938984"/>
                  </a:lnTo>
                  <a:lnTo>
                    <a:pt x="2602746" y="935399"/>
                  </a:lnTo>
                  <a:lnTo>
                    <a:pt x="2532401" y="931773"/>
                  </a:lnTo>
                  <a:lnTo>
                    <a:pt x="2462057" y="928107"/>
                  </a:lnTo>
                  <a:lnTo>
                    <a:pt x="2391712" y="924399"/>
                  </a:lnTo>
                  <a:lnTo>
                    <a:pt x="2321368" y="920649"/>
                  </a:lnTo>
                  <a:lnTo>
                    <a:pt x="2251023" y="916857"/>
                  </a:lnTo>
                  <a:lnTo>
                    <a:pt x="2180679" y="913022"/>
                  </a:lnTo>
                  <a:lnTo>
                    <a:pt x="2110334" y="909145"/>
                  </a:lnTo>
                  <a:lnTo>
                    <a:pt x="2039990" y="905223"/>
                  </a:lnTo>
                  <a:lnTo>
                    <a:pt x="1969645" y="901257"/>
                  </a:lnTo>
                  <a:lnTo>
                    <a:pt x="1899301" y="897247"/>
                  </a:lnTo>
                  <a:lnTo>
                    <a:pt x="1828956" y="893191"/>
                  </a:lnTo>
                  <a:lnTo>
                    <a:pt x="1758612" y="889090"/>
                  </a:lnTo>
                  <a:lnTo>
                    <a:pt x="1688267" y="884943"/>
                  </a:lnTo>
                  <a:lnTo>
                    <a:pt x="1617923" y="880749"/>
                  </a:lnTo>
                  <a:lnTo>
                    <a:pt x="1547578" y="876507"/>
                  </a:lnTo>
                  <a:lnTo>
                    <a:pt x="1477234" y="872218"/>
                  </a:lnTo>
                  <a:lnTo>
                    <a:pt x="1406889" y="867880"/>
                  </a:lnTo>
                  <a:lnTo>
                    <a:pt x="1336545" y="863494"/>
                  </a:lnTo>
                  <a:lnTo>
                    <a:pt x="1266200" y="859058"/>
                  </a:lnTo>
                  <a:lnTo>
                    <a:pt x="1195856" y="854572"/>
                  </a:lnTo>
                  <a:lnTo>
                    <a:pt x="1125511" y="850036"/>
                  </a:lnTo>
                  <a:lnTo>
                    <a:pt x="1055167" y="845448"/>
                  </a:lnTo>
                  <a:lnTo>
                    <a:pt x="984822" y="840809"/>
                  </a:lnTo>
                  <a:lnTo>
                    <a:pt x="914478" y="836118"/>
                  </a:lnTo>
                  <a:lnTo>
                    <a:pt x="844133" y="831373"/>
                  </a:lnTo>
                  <a:lnTo>
                    <a:pt x="773789" y="826576"/>
                  </a:lnTo>
                  <a:lnTo>
                    <a:pt x="703444" y="821724"/>
                  </a:lnTo>
                  <a:lnTo>
                    <a:pt x="633100" y="816817"/>
                  </a:lnTo>
                  <a:lnTo>
                    <a:pt x="562755" y="811856"/>
                  </a:lnTo>
                  <a:lnTo>
                    <a:pt x="492411" y="806838"/>
                  </a:lnTo>
                  <a:lnTo>
                    <a:pt x="422066" y="801764"/>
                  </a:lnTo>
                  <a:lnTo>
                    <a:pt x="351722" y="796632"/>
                  </a:lnTo>
                  <a:lnTo>
                    <a:pt x="281377" y="791443"/>
                  </a:lnTo>
                  <a:lnTo>
                    <a:pt x="211033" y="786195"/>
                  </a:lnTo>
                  <a:lnTo>
                    <a:pt x="140688" y="780889"/>
                  </a:lnTo>
                  <a:lnTo>
                    <a:pt x="70344" y="775522"/>
                  </a:lnTo>
                  <a:lnTo>
                    <a:pt x="0" y="770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211615" y="4336484"/>
              <a:ext cx="5987800" cy="1096540"/>
            </a:xfrm>
            <a:custGeom>
              <a:avLst/>
              <a:pathLst>
                <a:path w="5987800" h="1096540">
                  <a:moveTo>
                    <a:pt x="0" y="0"/>
                  </a:moveTo>
                  <a:lnTo>
                    <a:pt x="8519" y="7522"/>
                  </a:lnTo>
                  <a:lnTo>
                    <a:pt x="78863" y="66696"/>
                  </a:lnTo>
                  <a:lnTo>
                    <a:pt x="149208" y="123068"/>
                  </a:lnTo>
                  <a:lnTo>
                    <a:pt x="219552" y="176770"/>
                  </a:lnTo>
                  <a:lnTo>
                    <a:pt x="289897" y="227930"/>
                  </a:lnTo>
                  <a:lnTo>
                    <a:pt x="360241" y="276667"/>
                  </a:lnTo>
                  <a:lnTo>
                    <a:pt x="430586" y="323096"/>
                  </a:lnTo>
                  <a:lnTo>
                    <a:pt x="500930" y="367327"/>
                  </a:lnTo>
                  <a:lnTo>
                    <a:pt x="571275" y="409464"/>
                  </a:lnTo>
                  <a:lnTo>
                    <a:pt x="641619" y="449605"/>
                  </a:lnTo>
                  <a:lnTo>
                    <a:pt x="711964" y="487846"/>
                  </a:lnTo>
                  <a:lnTo>
                    <a:pt x="782308" y="524276"/>
                  </a:lnTo>
                  <a:lnTo>
                    <a:pt x="852653" y="558980"/>
                  </a:lnTo>
                  <a:lnTo>
                    <a:pt x="922997" y="592042"/>
                  </a:lnTo>
                  <a:lnTo>
                    <a:pt x="993342" y="623538"/>
                  </a:lnTo>
                  <a:lnTo>
                    <a:pt x="1063686" y="653543"/>
                  </a:lnTo>
                  <a:lnTo>
                    <a:pt x="1134031" y="682127"/>
                  </a:lnTo>
                  <a:lnTo>
                    <a:pt x="1204375" y="709357"/>
                  </a:lnTo>
                  <a:lnTo>
                    <a:pt x="1274720" y="735298"/>
                  </a:lnTo>
                  <a:lnTo>
                    <a:pt x="1345064" y="760011"/>
                  </a:lnTo>
                  <a:lnTo>
                    <a:pt x="1415409" y="783553"/>
                  </a:lnTo>
                  <a:lnTo>
                    <a:pt x="1485753" y="805981"/>
                  </a:lnTo>
                  <a:lnTo>
                    <a:pt x="1556098" y="827347"/>
                  </a:lnTo>
                  <a:lnTo>
                    <a:pt x="1626442" y="847701"/>
                  </a:lnTo>
                  <a:lnTo>
                    <a:pt x="1696787" y="867091"/>
                  </a:lnTo>
                  <a:lnTo>
                    <a:pt x="1767131" y="885564"/>
                  </a:lnTo>
                  <a:lnTo>
                    <a:pt x="1837476" y="903161"/>
                  </a:lnTo>
                  <a:lnTo>
                    <a:pt x="1907820" y="919925"/>
                  </a:lnTo>
                  <a:lnTo>
                    <a:pt x="1978165" y="935896"/>
                  </a:lnTo>
                  <a:lnTo>
                    <a:pt x="2048509" y="951110"/>
                  </a:lnTo>
                  <a:lnTo>
                    <a:pt x="2118854" y="959673"/>
                  </a:lnTo>
                  <a:lnTo>
                    <a:pt x="2189198" y="962988"/>
                  </a:lnTo>
                  <a:lnTo>
                    <a:pt x="2259542" y="966265"/>
                  </a:lnTo>
                  <a:lnTo>
                    <a:pt x="2329887" y="969507"/>
                  </a:lnTo>
                  <a:lnTo>
                    <a:pt x="2400231" y="972712"/>
                  </a:lnTo>
                  <a:lnTo>
                    <a:pt x="2470576" y="975882"/>
                  </a:lnTo>
                  <a:lnTo>
                    <a:pt x="2540920" y="979016"/>
                  </a:lnTo>
                  <a:lnTo>
                    <a:pt x="2611265" y="982115"/>
                  </a:lnTo>
                  <a:lnTo>
                    <a:pt x="2681609" y="985180"/>
                  </a:lnTo>
                  <a:lnTo>
                    <a:pt x="2751954" y="988211"/>
                  </a:lnTo>
                  <a:lnTo>
                    <a:pt x="2822298" y="991208"/>
                  </a:lnTo>
                  <a:lnTo>
                    <a:pt x="2892643" y="994171"/>
                  </a:lnTo>
                  <a:lnTo>
                    <a:pt x="2962987" y="997102"/>
                  </a:lnTo>
                  <a:lnTo>
                    <a:pt x="3033332" y="1000000"/>
                  </a:lnTo>
                  <a:lnTo>
                    <a:pt x="3103676" y="1002865"/>
                  </a:lnTo>
                  <a:lnTo>
                    <a:pt x="3174021" y="1005699"/>
                  </a:lnTo>
                  <a:lnTo>
                    <a:pt x="3244365" y="1008501"/>
                  </a:lnTo>
                  <a:lnTo>
                    <a:pt x="3314710" y="1011272"/>
                  </a:lnTo>
                  <a:lnTo>
                    <a:pt x="3385054" y="1014012"/>
                  </a:lnTo>
                  <a:lnTo>
                    <a:pt x="3455399" y="1016721"/>
                  </a:lnTo>
                  <a:lnTo>
                    <a:pt x="3525743" y="1019401"/>
                  </a:lnTo>
                  <a:lnTo>
                    <a:pt x="3596088" y="1022050"/>
                  </a:lnTo>
                  <a:lnTo>
                    <a:pt x="3666432" y="1024670"/>
                  </a:lnTo>
                  <a:lnTo>
                    <a:pt x="3736777" y="1027261"/>
                  </a:lnTo>
                  <a:lnTo>
                    <a:pt x="3807121" y="1029823"/>
                  </a:lnTo>
                  <a:lnTo>
                    <a:pt x="3877466" y="1032356"/>
                  </a:lnTo>
                  <a:lnTo>
                    <a:pt x="3947810" y="1034861"/>
                  </a:lnTo>
                  <a:lnTo>
                    <a:pt x="4018155" y="1037338"/>
                  </a:lnTo>
                  <a:lnTo>
                    <a:pt x="4088499" y="1039788"/>
                  </a:lnTo>
                  <a:lnTo>
                    <a:pt x="4158844" y="1042210"/>
                  </a:lnTo>
                  <a:lnTo>
                    <a:pt x="4229188" y="1044605"/>
                  </a:lnTo>
                  <a:lnTo>
                    <a:pt x="4299533" y="1046974"/>
                  </a:lnTo>
                  <a:lnTo>
                    <a:pt x="4369877" y="1049316"/>
                  </a:lnTo>
                  <a:lnTo>
                    <a:pt x="4440222" y="1051632"/>
                  </a:lnTo>
                  <a:lnTo>
                    <a:pt x="4510566" y="1053923"/>
                  </a:lnTo>
                  <a:lnTo>
                    <a:pt x="4580911" y="1056187"/>
                  </a:lnTo>
                  <a:lnTo>
                    <a:pt x="4651255" y="1058427"/>
                  </a:lnTo>
                  <a:lnTo>
                    <a:pt x="4721600" y="1060642"/>
                  </a:lnTo>
                  <a:lnTo>
                    <a:pt x="4791944" y="1062832"/>
                  </a:lnTo>
                  <a:lnTo>
                    <a:pt x="4862289" y="1064997"/>
                  </a:lnTo>
                  <a:lnTo>
                    <a:pt x="4932633" y="1067139"/>
                  </a:lnTo>
                  <a:lnTo>
                    <a:pt x="5002978" y="1069256"/>
                  </a:lnTo>
                  <a:lnTo>
                    <a:pt x="5073322" y="1071350"/>
                  </a:lnTo>
                  <a:lnTo>
                    <a:pt x="5143667" y="1073421"/>
                  </a:lnTo>
                  <a:lnTo>
                    <a:pt x="5214011" y="1075468"/>
                  </a:lnTo>
                  <a:lnTo>
                    <a:pt x="5284356" y="1077493"/>
                  </a:lnTo>
                  <a:lnTo>
                    <a:pt x="5354700" y="1079495"/>
                  </a:lnTo>
                  <a:lnTo>
                    <a:pt x="5425045" y="1081475"/>
                  </a:lnTo>
                  <a:lnTo>
                    <a:pt x="5495389" y="1083433"/>
                  </a:lnTo>
                  <a:lnTo>
                    <a:pt x="5565734" y="1085369"/>
                  </a:lnTo>
                  <a:lnTo>
                    <a:pt x="5636078" y="1087283"/>
                  </a:lnTo>
                  <a:lnTo>
                    <a:pt x="5706423" y="1089177"/>
                  </a:lnTo>
                  <a:lnTo>
                    <a:pt x="5776767" y="1091049"/>
                  </a:lnTo>
                  <a:lnTo>
                    <a:pt x="5847112" y="1092900"/>
                  </a:lnTo>
                  <a:lnTo>
                    <a:pt x="5917456" y="1094730"/>
                  </a:lnTo>
                  <a:lnTo>
                    <a:pt x="5987800" y="1096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06580"/>
              <a:ext cx="6964104" cy="466872"/>
            </a:xfrm>
            <a:custGeom>
              <a:avLst/>
              <a:pathLst>
                <a:path w="6964104" h="466872">
                  <a:moveTo>
                    <a:pt x="6964104" y="466872"/>
                  </a:moveTo>
                  <a:lnTo>
                    <a:pt x="6893760" y="465866"/>
                  </a:lnTo>
                  <a:lnTo>
                    <a:pt x="6823415" y="464810"/>
                  </a:lnTo>
                  <a:lnTo>
                    <a:pt x="6753071" y="463702"/>
                  </a:lnTo>
                  <a:lnTo>
                    <a:pt x="6682726" y="462539"/>
                  </a:lnTo>
                  <a:lnTo>
                    <a:pt x="6612382" y="461318"/>
                  </a:lnTo>
                  <a:lnTo>
                    <a:pt x="6542037" y="460036"/>
                  </a:lnTo>
                  <a:lnTo>
                    <a:pt x="6471693" y="458690"/>
                  </a:lnTo>
                  <a:lnTo>
                    <a:pt x="6401348" y="457278"/>
                  </a:lnTo>
                  <a:lnTo>
                    <a:pt x="6331004" y="455795"/>
                  </a:lnTo>
                  <a:lnTo>
                    <a:pt x="6260659" y="454239"/>
                  </a:lnTo>
                  <a:lnTo>
                    <a:pt x="6190315" y="452605"/>
                  </a:lnTo>
                  <a:lnTo>
                    <a:pt x="6119970" y="450890"/>
                  </a:lnTo>
                  <a:lnTo>
                    <a:pt x="6049626" y="449090"/>
                  </a:lnTo>
                  <a:lnTo>
                    <a:pt x="5979281" y="447201"/>
                  </a:lnTo>
                  <a:lnTo>
                    <a:pt x="5908937" y="445217"/>
                  </a:lnTo>
                  <a:lnTo>
                    <a:pt x="5838592" y="443135"/>
                  </a:lnTo>
                  <a:lnTo>
                    <a:pt x="5768248" y="440950"/>
                  </a:lnTo>
                  <a:lnTo>
                    <a:pt x="5697903" y="438655"/>
                  </a:lnTo>
                  <a:lnTo>
                    <a:pt x="5627559" y="436247"/>
                  </a:lnTo>
                  <a:lnTo>
                    <a:pt x="5557214" y="433719"/>
                  </a:lnTo>
                  <a:lnTo>
                    <a:pt x="5486870" y="431066"/>
                  </a:lnTo>
                  <a:lnTo>
                    <a:pt x="5416525" y="428280"/>
                  </a:lnTo>
                  <a:lnTo>
                    <a:pt x="5346181" y="425356"/>
                  </a:lnTo>
                  <a:lnTo>
                    <a:pt x="5275836" y="422287"/>
                  </a:lnTo>
                  <a:lnTo>
                    <a:pt x="5205492" y="419065"/>
                  </a:lnTo>
                  <a:lnTo>
                    <a:pt x="5135147" y="415683"/>
                  </a:lnTo>
                  <a:lnTo>
                    <a:pt x="5064803" y="412133"/>
                  </a:lnTo>
                  <a:lnTo>
                    <a:pt x="4994458" y="408407"/>
                  </a:lnTo>
                  <a:lnTo>
                    <a:pt x="4924114" y="404495"/>
                  </a:lnTo>
                  <a:lnTo>
                    <a:pt x="4853769" y="400389"/>
                  </a:lnTo>
                  <a:lnTo>
                    <a:pt x="4783425" y="396078"/>
                  </a:lnTo>
                  <a:lnTo>
                    <a:pt x="4713080" y="391554"/>
                  </a:lnTo>
                  <a:lnTo>
                    <a:pt x="4642736" y="386805"/>
                  </a:lnTo>
                  <a:lnTo>
                    <a:pt x="4572391" y="381819"/>
                  </a:lnTo>
                  <a:lnTo>
                    <a:pt x="4502047" y="376586"/>
                  </a:lnTo>
                  <a:lnTo>
                    <a:pt x="4431702" y="371093"/>
                  </a:lnTo>
                  <a:lnTo>
                    <a:pt x="4361358" y="365326"/>
                  </a:lnTo>
                  <a:lnTo>
                    <a:pt x="4291013" y="359273"/>
                  </a:lnTo>
                  <a:lnTo>
                    <a:pt x="4220669" y="352919"/>
                  </a:lnTo>
                  <a:lnTo>
                    <a:pt x="4150324" y="346249"/>
                  </a:lnTo>
                  <a:lnTo>
                    <a:pt x="4079980" y="339248"/>
                  </a:lnTo>
                  <a:lnTo>
                    <a:pt x="4009635" y="331899"/>
                  </a:lnTo>
                  <a:lnTo>
                    <a:pt x="3939291" y="324184"/>
                  </a:lnTo>
                  <a:lnTo>
                    <a:pt x="3868946" y="316086"/>
                  </a:lnTo>
                  <a:lnTo>
                    <a:pt x="3798602" y="307586"/>
                  </a:lnTo>
                  <a:lnTo>
                    <a:pt x="3728257" y="298663"/>
                  </a:lnTo>
                  <a:lnTo>
                    <a:pt x="3657913" y="289296"/>
                  </a:lnTo>
                  <a:lnTo>
                    <a:pt x="3587569" y="279464"/>
                  </a:lnTo>
                  <a:lnTo>
                    <a:pt x="3517224" y="269144"/>
                  </a:lnTo>
                  <a:lnTo>
                    <a:pt x="3446880" y="258310"/>
                  </a:lnTo>
                  <a:lnTo>
                    <a:pt x="3376535" y="246938"/>
                  </a:lnTo>
                  <a:lnTo>
                    <a:pt x="3306191" y="235000"/>
                  </a:lnTo>
                  <a:lnTo>
                    <a:pt x="3235846" y="222469"/>
                  </a:lnTo>
                  <a:lnTo>
                    <a:pt x="3165502" y="209316"/>
                  </a:lnTo>
                  <a:lnTo>
                    <a:pt x="3095157" y="195508"/>
                  </a:lnTo>
                  <a:lnTo>
                    <a:pt x="3024813" y="186225"/>
                  </a:lnTo>
                  <a:lnTo>
                    <a:pt x="2954468" y="182835"/>
                  </a:lnTo>
                  <a:lnTo>
                    <a:pt x="2884124" y="179407"/>
                  </a:lnTo>
                  <a:lnTo>
                    <a:pt x="2813779" y="175940"/>
                  </a:lnTo>
                  <a:lnTo>
                    <a:pt x="2743435" y="172434"/>
                  </a:lnTo>
                  <a:lnTo>
                    <a:pt x="2673090" y="168889"/>
                  </a:lnTo>
                  <a:lnTo>
                    <a:pt x="2602746" y="165303"/>
                  </a:lnTo>
                  <a:lnTo>
                    <a:pt x="2532401" y="161678"/>
                  </a:lnTo>
                  <a:lnTo>
                    <a:pt x="2462057" y="158011"/>
                  </a:lnTo>
                  <a:lnTo>
                    <a:pt x="2391712" y="154303"/>
                  </a:lnTo>
                  <a:lnTo>
                    <a:pt x="2321368" y="150553"/>
                  </a:lnTo>
                  <a:lnTo>
                    <a:pt x="2251023" y="146762"/>
                  </a:lnTo>
                  <a:lnTo>
                    <a:pt x="2180679" y="142927"/>
                  </a:lnTo>
                  <a:lnTo>
                    <a:pt x="2110334" y="139049"/>
                  </a:lnTo>
                  <a:lnTo>
                    <a:pt x="2039990" y="135128"/>
                  </a:lnTo>
                  <a:lnTo>
                    <a:pt x="1969645" y="131162"/>
                  </a:lnTo>
                  <a:lnTo>
                    <a:pt x="1899301" y="127151"/>
                  </a:lnTo>
                  <a:lnTo>
                    <a:pt x="1828956" y="123096"/>
                  </a:lnTo>
                  <a:lnTo>
                    <a:pt x="1758612" y="118995"/>
                  </a:lnTo>
                  <a:lnTo>
                    <a:pt x="1688267" y="114847"/>
                  </a:lnTo>
                  <a:lnTo>
                    <a:pt x="1617923" y="110653"/>
                  </a:lnTo>
                  <a:lnTo>
                    <a:pt x="1547578" y="106412"/>
                  </a:lnTo>
                  <a:lnTo>
                    <a:pt x="1477234" y="102122"/>
                  </a:lnTo>
                  <a:lnTo>
                    <a:pt x="1406889" y="97785"/>
                  </a:lnTo>
                  <a:lnTo>
                    <a:pt x="1336545" y="93398"/>
                  </a:lnTo>
                  <a:lnTo>
                    <a:pt x="1266200" y="88962"/>
                  </a:lnTo>
                  <a:lnTo>
                    <a:pt x="1195856" y="84477"/>
                  </a:lnTo>
                  <a:lnTo>
                    <a:pt x="1125511" y="79940"/>
                  </a:lnTo>
                  <a:lnTo>
                    <a:pt x="1055167" y="75353"/>
                  </a:lnTo>
                  <a:lnTo>
                    <a:pt x="984822" y="70714"/>
                  </a:lnTo>
                  <a:lnTo>
                    <a:pt x="914478" y="66022"/>
                  </a:lnTo>
                  <a:lnTo>
                    <a:pt x="844133" y="61278"/>
                  </a:lnTo>
                  <a:lnTo>
                    <a:pt x="773789" y="56480"/>
                  </a:lnTo>
                  <a:lnTo>
                    <a:pt x="703444" y="51628"/>
                  </a:lnTo>
                  <a:lnTo>
                    <a:pt x="633100" y="46722"/>
                  </a:lnTo>
                  <a:lnTo>
                    <a:pt x="562755" y="41760"/>
                  </a:lnTo>
                  <a:lnTo>
                    <a:pt x="492411" y="36742"/>
                  </a:lnTo>
                  <a:lnTo>
                    <a:pt x="422066" y="31668"/>
                  </a:lnTo>
                  <a:lnTo>
                    <a:pt x="351722" y="26537"/>
                  </a:lnTo>
                  <a:lnTo>
                    <a:pt x="281377" y="21348"/>
                  </a:lnTo>
                  <a:lnTo>
                    <a:pt x="211033" y="16100"/>
                  </a:lnTo>
                  <a:lnTo>
                    <a:pt x="140688" y="10793"/>
                  </a:lnTo>
                  <a:lnTo>
                    <a:pt x="70344" y="5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498012"/>
              <a:ext cx="6964104" cy="1038657"/>
            </a:xfrm>
            <a:custGeom>
              <a:avLst/>
              <a:pathLst>
                <a:path w="6964104" h="1038657">
                  <a:moveTo>
                    <a:pt x="0" y="0"/>
                  </a:moveTo>
                  <a:lnTo>
                    <a:pt x="70344" y="32229"/>
                  </a:lnTo>
                  <a:lnTo>
                    <a:pt x="140688" y="63510"/>
                  </a:lnTo>
                  <a:lnTo>
                    <a:pt x="211033" y="93871"/>
                  </a:lnTo>
                  <a:lnTo>
                    <a:pt x="281377" y="123339"/>
                  </a:lnTo>
                  <a:lnTo>
                    <a:pt x="351722" y="151941"/>
                  </a:lnTo>
                  <a:lnTo>
                    <a:pt x="422066" y="179701"/>
                  </a:lnTo>
                  <a:lnTo>
                    <a:pt x="492411" y="206644"/>
                  </a:lnTo>
                  <a:lnTo>
                    <a:pt x="562755" y="232795"/>
                  </a:lnTo>
                  <a:lnTo>
                    <a:pt x="633100" y="258177"/>
                  </a:lnTo>
                  <a:lnTo>
                    <a:pt x="703444" y="282812"/>
                  </a:lnTo>
                  <a:lnTo>
                    <a:pt x="773789" y="306722"/>
                  </a:lnTo>
                  <a:lnTo>
                    <a:pt x="844133" y="329929"/>
                  </a:lnTo>
                  <a:lnTo>
                    <a:pt x="914478" y="352453"/>
                  </a:lnTo>
                  <a:lnTo>
                    <a:pt x="984822" y="374315"/>
                  </a:lnTo>
                  <a:lnTo>
                    <a:pt x="1055167" y="395534"/>
                  </a:lnTo>
                  <a:lnTo>
                    <a:pt x="1125511" y="416129"/>
                  </a:lnTo>
                  <a:lnTo>
                    <a:pt x="1195856" y="436118"/>
                  </a:lnTo>
                  <a:lnTo>
                    <a:pt x="1266200" y="455519"/>
                  </a:lnTo>
                  <a:lnTo>
                    <a:pt x="1336545" y="474349"/>
                  </a:lnTo>
                  <a:lnTo>
                    <a:pt x="1406889" y="492625"/>
                  </a:lnTo>
                  <a:lnTo>
                    <a:pt x="1477234" y="510364"/>
                  </a:lnTo>
                  <a:lnTo>
                    <a:pt x="1547578" y="527581"/>
                  </a:lnTo>
                  <a:lnTo>
                    <a:pt x="1617923" y="544291"/>
                  </a:lnTo>
                  <a:lnTo>
                    <a:pt x="1688267" y="560510"/>
                  </a:lnTo>
                  <a:lnTo>
                    <a:pt x="1758612" y="576252"/>
                  </a:lnTo>
                  <a:lnTo>
                    <a:pt x="1828956" y="591531"/>
                  </a:lnTo>
                  <a:lnTo>
                    <a:pt x="1899301" y="606360"/>
                  </a:lnTo>
                  <a:lnTo>
                    <a:pt x="1969645" y="620753"/>
                  </a:lnTo>
                  <a:lnTo>
                    <a:pt x="2039990" y="634723"/>
                  </a:lnTo>
                  <a:lnTo>
                    <a:pt x="2110334" y="648282"/>
                  </a:lnTo>
                  <a:lnTo>
                    <a:pt x="2180679" y="661442"/>
                  </a:lnTo>
                  <a:lnTo>
                    <a:pt x="2251023" y="674215"/>
                  </a:lnTo>
                  <a:lnTo>
                    <a:pt x="2321368" y="686612"/>
                  </a:lnTo>
                  <a:lnTo>
                    <a:pt x="2391712" y="698645"/>
                  </a:lnTo>
                  <a:lnTo>
                    <a:pt x="2462057" y="710324"/>
                  </a:lnTo>
                  <a:lnTo>
                    <a:pt x="2532401" y="721659"/>
                  </a:lnTo>
                  <a:lnTo>
                    <a:pt x="2602746" y="732660"/>
                  </a:lnTo>
                  <a:lnTo>
                    <a:pt x="2673090" y="743338"/>
                  </a:lnTo>
                  <a:lnTo>
                    <a:pt x="2743435" y="753702"/>
                  </a:lnTo>
                  <a:lnTo>
                    <a:pt x="2813779" y="763761"/>
                  </a:lnTo>
                  <a:lnTo>
                    <a:pt x="2884124" y="773525"/>
                  </a:lnTo>
                  <a:lnTo>
                    <a:pt x="2954468" y="783001"/>
                  </a:lnTo>
                  <a:lnTo>
                    <a:pt x="3024813" y="792198"/>
                  </a:lnTo>
                  <a:lnTo>
                    <a:pt x="3095157" y="801125"/>
                  </a:lnTo>
                  <a:lnTo>
                    <a:pt x="3165502" y="809789"/>
                  </a:lnTo>
                  <a:lnTo>
                    <a:pt x="3235846" y="818198"/>
                  </a:lnTo>
                  <a:lnTo>
                    <a:pt x="3306191" y="826360"/>
                  </a:lnTo>
                  <a:lnTo>
                    <a:pt x="3376535" y="834282"/>
                  </a:lnTo>
                  <a:lnTo>
                    <a:pt x="3446880" y="841971"/>
                  </a:lnTo>
                  <a:lnTo>
                    <a:pt x="3517224" y="849434"/>
                  </a:lnTo>
                  <a:lnTo>
                    <a:pt x="3587569" y="856677"/>
                  </a:lnTo>
                  <a:lnTo>
                    <a:pt x="3657913" y="863707"/>
                  </a:lnTo>
                  <a:lnTo>
                    <a:pt x="3728257" y="870530"/>
                  </a:lnTo>
                  <a:lnTo>
                    <a:pt x="3798602" y="877153"/>
                  </a:lnTo>
                  <a:lnTo>
                    <a:pt x="3868946" y="883581"/>
                  </a:lnTo>
                  <a:lnTo>
                    <a:pt x="3939291" y="889819"/>
                  </a:lnTo>
                  <a:lnTo>
                    <a:pt x="4009635" y="895874"/>
                  </a:lnTo>
                  <a:lnTo>
                    <a:pt x="4079980" y="901752"/>
                  </a:lnTo>
                  <a:lnTo>
                    <a:pt x="4150324" y="907456"/>
                  </a:lnTo>
                  <a:lnTo>
                    <a:pt x="4220669" y="912992"/>
                  </a:lnTo>
                  <a:lnTo>
                    <a:pt x="4291013" y="918366"/>
                  </a:lnTo>
                  <a:lnTo>
                    <a:pt x="4361358" y="923581"/>
                  </a:lnTo>
                  <a:lnTo>
                    <a:pt x="4431702" y="928643"/>
                  </a:lnTo>
                  <a:lnTo>
                    <a:pt x="4502047" y="933557"/>
                  </a:lnTo>
                  <a:lnTo>
                    <a:pt x="4572391" y="938325"/>
                  </a:lnTo>
                  <a:lnTo>
                    <a:pt x="4642736" y="942954"/>
                  </a:lnTo>
                  <a:lnTo>
                    <a:pt x="4713080" y="947446"/>
                  </a:lnTo>
                  <a:lnTo>
                    <a:pt x="4783425" y="951806"/>
                  </a:lnTo>
                  <a:lnTo>
                    <a:pt x="4853769" y="956038"/>
                  </a:lnTo>
                  <a:lnTo>
                    <a:pt x="4924114" y="960145"/>
                  </a:lnTo>
                  <a:lnTo>
                    <a:pt x="4994458" y="964132"/>
                  </a:lnTo>
                  <a:lnTo>
                    <a:pt x="5064803" y="968001"/>
                  </a:lnTo>
                  <a:lnTo>
                    <a:pt x="5135147" y="971757"/>
                  </a:lnTo>
                  <a:lnTo>
                    <a:pt x="5205492" y="975402"/>
                  </a:lnTo>
                  <a:lnTo>
                    <a:pt x="5275836" y="978940"/>
                  </a:lnTo>
                  <a:lnTo>
                    <a:pt x="5346181" y="982373"/>
                  </a:lnTo>
                  <a:lnTo>
                    <a:pt x="5416525" y="985706"/>
                  </a:lnTo>
                  <a:lnTo>
                    <a:pt x="5486870" y="988941"/>
                  </a:lnTo>
                  <a:lnTo>
                    <a:pt x="5557214" y="992080"/>
                  </a:lnTo>
                  <a:lnTo>
                    <a:pt x="5627559" y="995127"/>
                  </a:lnTo>
                  <a:lnTo>
                    <a:pt x="5697903" y="998085"/>
                  </a:lnTo>
                  <a:lnTo>
                    <a:pt x="5768248" y="1000956"/>
                  </a:lnTo>
                  <a:lnTo>
                    <a:pt x="5838592" y="1003742"/>
                  </a:lnTo>
                  <a:lnTo>
                    <a:pt x="5908937" y="1006446"/>
                  </a:lnTo>
                  <a:lnTo>
                    <a:pt x="5979281" y="1009071"/>
                  </a:lnTo>
                  <a:lnTo>
                    <a:pt x="6049626" y="1011618"/>
                  </a:lnTo>
                  <a:lnTo>
                    <a:pt x="6119970" y="1014090"/>
                  </a:lnTo>
                  <a:lnTo>
                    <a:pt x="6190315" y="1016490"/>
                  </a:lnTo>
                  <a:lnTo>
                    <a:pt x="6260659" y="1018819"/>
                  </a:lnTo>
                  <a:lnTo>
                    <a:pt x="6331004" y="1021080"/>
                  </a:lnTo>
                  <a:lnTo>
                    <a:pt x="6401348" y="1023274"/>
                  </a:lnTo>
                  <a:lnTo>
                    <a:pt x="6471693" y="1025404"/>
                  </a:lnTo>
                  <a:lnTo>
                    <a:pt x="6542037" y="1027471"/>
                  </a:lnTo>
                  <a:lnTo>
                    <a:pt x="6612382" y="1029477"/>
                  </a:lnTo>
                  <a:lnTo>
                    <a:pt x="6682726" y="1031424"/>
                  </a:lnTo>
                  <a:lnTo>
                    <a:pt x="6753071" y="1033314"/>
                  </a:lnTo>
                  <a:lnTo>
                    <a:pt x="6823415" y="1035148"/>
                  </a:lnTo>
                  <a:lnTo>
                    <a:pt x="6893760" y="1036929"/>
                  </a:lnTo>
                  <a:lnTo>
                    <a:pt x="6964104" y="1038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2026-07-22T07:57:31Z</dcterms:modified>
  <cp:category/>
</cp:coreProperties>
</file>