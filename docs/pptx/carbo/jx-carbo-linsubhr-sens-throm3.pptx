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(1.15-1.80), p_Bonf = 0.010 (n = 6)  |  per IQR decline (Δ = 0.28): 2.75 (1.46-5.17)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2026-07-03T17:27:54Z</dcterms:modified>
  <cp:category/>
</cp:coreProperties>
</file>