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427676"/>
            </a:xfrm>
            <a:custGeom>
              <a:avLst/>
              <a:pathLst>
                <a:path w="7090630" h="3427676">
                  <a:moveTo>
                    <a:pt x="994041" y="0"/>
                  </a:moveTo>
                  <a:lnTo>
                    <a:pt x="1002715" y="20845"/>
                  </a:lnTo>
                  <a:lnTo>
                    <a:pt x="1074337" y="184817"/>
                  </a:lnTo>
                  <a:lnTo>
                    <a:pt x="1145960" y="341025"/>
                  </a:lnTo>
                  <a:lnTo>
                    <a:pt x="1217582" y="489836"/>
                  </a:lnTo>
                  <a:lnTo>
                    <a:pt x="1289205" y="631601"/>
                  </a:lnTo>
                  <a:lnTo>
                    <a:pt x="1360827" y="766654"/>
                  </a:lnTo>
                  <a:lnTo>
                    <a:pt x="1432450" y="895311"/>
                  </a:lnTo>
                  <a:lnTo>
                    <a:pt x="1504073" y="1017876"/>
                  </a:lnTo>
                  <a:lnTo>
                    <a:pt x="1575695" y="1134638"/>
                  </a:lnTo>
                  <a:lnTo>
                    <a:pt x="1647318" y="1245871"/>
                  </a:lnTo>
                  <a:lnTo>
                    <a:pt x="1718940" y="1351837"/>
                  </a:lnTo>
                  <a:lnTo>
                    <a:pt x="1790563" y="1452785"/>
                  </a:lnTo>
                  <a:lnTo>
                    <a:pt x="1862185" y="1548953"/>
                  </a:lnTo>
                  <a:lnTo>
                    <a:pt x="1933808" y="1640568"/>
                  </a:lnTo>
                  <a:lnTo>
                    <a:pt x="2005430" y="1727844"/>
                  </a:lnTo>
                  <a:lnTo>
                    <a:pt x="2077053" y="1810988"/>
                  </a:lnTo>
                  <a:lnTo>
                    <a:pt x="2148675" y="1890195"/>
                  </a:lnTo>
                  <a:lnTo>
                    <a:pt x="2220298" y="1965652"/>
                  </a:lnTo>
                  <a:lnTo>
                    <a:pt x="2291920" y="2037535"/>
                  </a:lnTo>
                  <a:lnTo>
                    <a:pt x="2363543" y="2106015"/>
                  </a:lnTo>
                  <a:lnTo>
                    <a:pt x="2435165" y="2171252"/>
                  </a:lnTo>
                  <a:lnTo>
                    <a:pt x="2506788" y="2233400"/>
                  </a:lnTo>
                  <a:lnTo>
                    <a:pt x="2578410" y="2292605"/>
                  </a:lnTo>
                  <a:lnTo>
                    <a:pt x="2650033" y="2349007"/>
                  </a:lnTo>
                  <a:lnTo>
                    <a:pt x="2721655" y="2402738"/>
                  </a:lnTo>
                  <a:lnTo>
                    <a:pt x="2793278" y="2453925"/>
                  </a:lnTo>
                  <a:lnTo>
                    <a:pt x="2864901" y="2502688"/>
                  </a:lnTo>
                  <a:lnTo>
                    <a:pt x="2936523" y="2549143"/>
                  </a:lnTo>
                  <a:lnTo>
                    <a:pt x="3008146" y="2593397"/>
                  </a:lnTo>
                  <a:lnTo>
                    <a:pt x="3079768" y="2635556"/>
                  </a:lnTo>
                  <a:lnTo>
                    <a:pt x="3151391" y="2659284"/>
                  </a:lnTo>
                  <a:lnTo>
                    <a:pt x="3223013" y="2668469"/>
                  </a:lnTo>
                  <a:lnTo>
                    <a:pt x="3294636" y="2677553"/>
                  </a:lnTo>
                  <a:lnTo>
                    <a:pt x="3366258" y="2686535"/>
                  </a:lnTo>
                  <a:lnTo>
                    <a:pt x="3437881" y="2695417"/>
                  </a:lnTo>
                  <a:lnTo>
                    <a:pt x="3509503" y="2704200"/>
                  </a:lnTo>
                  <a:lnTo>
                    <a:pt x="3581126" y="2712885"/>
                  </a:lnTo>
                  <a:lnTo>
                    <a:pt x="3652748" y="2721474"/>
                  </a:lnTo>
                  <a:lnTo>
                    <a:pt x="3724371" y="2729966"/>
                  </a:lnTo>
                  <a:lnTo>
                    <a:pt x="3795993" y="2738364"/>
                  </a:lnTo>
                  <a:lnTo>
                    <a:pt x="3867616" y="2746669"/>
                  </a:lnTo>
                  <a:lnTo>
                    <a:pt x="3939238" y="2754881"/>
                  </a:lnTo>
                  <a:lnTo>
                    <a:pt x="4010861" y="2763002"/>
                  </a:lnTo>
                  <a:lnTo>
                    <a:pt x="4082483" y="2771032"/>
                  </a:lnTo>
                  <a:lnTo>
                    <a:pt x="4154106" y="2778972"/>
                  </a:lnTo>
                  <a:lnTo>
                    <a:pt x="4225729" y="2786824"/>
                  </a:lnTo>
                  <a:lnTo>
                    <a:pt x="4297351" y="2794589"/>
                  </a:lnTo>
                  <a:lnTo>
                    <a:pt x="4368974" y="2802267"/>
                  </a:lnTo>
                  <a:lnTo>
                    <a:pt x="4440596" y="2809860"/>
                  </a:lnTo>
                  <a:lnTo>
                    <a:pt x="4512219" y="2817368"/>
                  </a:lnTo>
                  <a:lnTo>
                    <a:pt x="4583841" y="2824792"/>
                  </a:lnTo>
                  <a:lnTo>
                    <a:pt x="4655464" y="2832134"/>
                  </a:lnTo>
                  <a:lnTo>
                    <a:pt x="4727086" y="2839394"/>
                  </a:lnTo>
                  <a:lnTo>
                    <a:pt x="4798709" y="2846573"/>
                  </a:lnTo>
                  <a:lnTo>
                    <a:pt x="4870331" y="2853672"/>
                  </a:lnTo>
                  <a:lnTo>
                    <a:pt x="4941954" y="2860691"/>
                  </a:lnTo>
                  <a:lnTo>
                    <a:pt x="5013576" y="2867633"/>
                  </a:lnTo>
                  <a:lnTo>
                    <a:pt x="5085199" y="2874498"/>
                  </a:lnTo>
                  <a:lnTo>
                    <a:pt x="5156821" y="2881285"/>
                  </a:lnTo>
                  <a:lnTo>
                    <a:pt x="5228444" y="2887998"/>
                  </a:lnTo>
                  <a:lnTo>
                    <a:pt x="5300066" y="2894635"/>
                  </a:lnTo>
                  <a:lnTo>
                    <a:pt x="5371689" y="2901199"/>
                  </a:lnTo>
                  <a:lnTo>
                    <a:pt x="5443311" y="2907689"/>
                  </a:lnTo>
                  <a:lnTo>
                    <a:pt x="5514934" y="2914107"/>
                  </a:lnTo>
                  <a:lnTo>
                    <a:pt x="5586557" y="2920454"/>
                  </a:lnTo>
                  <a:lnTo>
                    <a:pt x="5658179" y="2926729"/>
                  </a:lnTo>
                  <a:lnTo>
                    <a:pt x="5729802" y="2932935"/>
                  </a:lnTo>
                  <a:lnTo>
                    <a:pt x="5801424" y="2939072"/>
                  </a:lnTo>
                  <a:lnTo>
                    <a:pt x="5873047" y="2945141"/>
                  </a:lnTo>
                  <a:lnTo>
                    <a:pt x="5944669" y="2951141"/>
                  </a:lnTo>
                  <a:lnTo>
                    <a:pt x="6016292" y="2957075"/>
                  </a:lnTo>
                  <a:lnTo>
                    <a:pt x="6087914" y="2962943"/>
                  </a:lnTo>
                  <a:lnTo>
                    <a:pt x="6159537" y="2968746"/>
                  </a:lnTo>
                  <a:lnTo>
                    <a:pt x="6231159" y="2974483"/>
                  </a:lnTo>
                  <a:lnTo>
                    <a:pt x="6302782" y="2980157"/>
                  </a:lnTo>
                  <a:lnTo>
                    <a:pt x="6374404" y="2985768"/>
                  </a:lnTo>
                  <a:lnTo>
                    <a:pt x="6446027" y="2991316"/>
                  </a:lnTo>
                  <a:lnTo>
                    <a:pt x="6517649" y="2996802"/>
                  </a:lnTo>
                  <a:lnTo>
                    <a:pt x="6589272" y="3002228"/>
                  </a:lnTo>
                  <a:lnTo>
                    <a:pt x="6660894" y="3007592"/>
                  </a:lnTo>
                  <a:lnTo>
                    <a:pt x="6732517" y="3012897"/>
                  </a:lnTo>
                  <a:lnTo>
                    <a:pt x="6804139" y="3018143"/>
                  </a:lnTo>
                  <a:lnTo>
                    <a:pt x="6875762" y="3023331"/>
                  </a:lnTo>
                  <a:lnTo>
                    <a:pt x="6947385" y="3028460"/>
                  </a:lnTo>
                  <a:lnTo>
                    <a:pt x="7019007" y="3033533"/>
                  </a:lnTo>
                  <a:lnTo>
                    <a:pt x="7090630" y="3038549"/>
                  </a:lnTo>
                  <a:lnTo>
                    <a:pt x="7090630" y="3427676"/>
                  </a:lnTo>
                  <a:lnTo>
                    <a:pt x="7019007" y="3424889"/>
                  </a:lnTo>
                  <a:lnTo>
                    <a:pt x="6947385" y="3421964"/>
                  </a:lnTo>
                  <a:lnTo>
                    <a:pt x="6875762" y="3418893"/>
                  </a:lnTo>
                  <a:lnTo>
                    <a:pt x="6804139" y="3415669"/>
                  </a:lnTo>
                  <a:lnTo>
                    <a:pt x="6732517" y="3412285"/>
                  </a:lnTo>
                  <a:lnTo>
                    <a:pt x="6660894" y="3408733"/>
                  </a:lnTo>
                  <a:lnTo>
                    <a:pt x="6589272" y="3405005"/>
                  </a:lnTo>
                  <a:lnTo>
                    <a:pt x="6517649" y="3401091"/>
                  </a:lnTo>
                  <a:lnTo>
                    <a:pt x="6446027" y="3396983"/>
                  </a:lnTo>
                  <a:lnTo>
                    <a:pt x="6374404" y="3392670"/>
                  </a:lnTo>
                  <a:lnTo>
                    <a:pt x="6302782" y="3388143"/>
                  </a:lnTo>
                  <a:lnTo>
                    <a:pt x="6231159" y="3383391"/>
                  </a:lnTo>
                  <a:lnTo>
                    <a:pt x="6159537" y="3378403"/>
                  </a:lnTo>
                  <a:lnTo>
                    <a:pt x="6087914" y="3373167"/>
                  </a:lnTo>
                  <a:lnTo>
                    <a:pt x="6016292" y="3367671"/>
                  </a:lnTo>
                  <a:lnTo>
                    <a:pt x="5944669" y="3361901"/>
                  </a:lnTo>
                  <a:lnTo>
                    <a:pt x="5873047" y="3355845"/>
                  </a:lnTo>
                  <a:lnTo>
                    <a:pt x="5801424" y="3349488"/>
                  </a:lnTo>
                  <a:lnTo>
                    <a:pt x="5729802" y="3342814"/>
                  </a:lnTo>
                  <a:lnTo>
                    <a:pt x="5658179" y="3335809"/>
                  </a:lnTo>
                  <a:lnTo>
                    <a:pt x="5586557" y="3328456"/>
                  </a:lnTo>
                  <a:lnTo>
                    <a:pt x="5514934" y="3320738"/>
                  </a:lnTo>
                  <a:lnTo>
                    <a:pt x="5443311" y="3312635"/>
                  </a:lnTo>
                  <a:lnTo>
                    <a:pt x="5371689" y="3304130"/>
                  </a:lnTo>
                  <a:lnTo>
                    <a:pt x="5300066" y="3295203"/>
                  </a:lnTo>
                  <a:lnTo>
                    <a:pt x="5228444" y="3285831"/>
                  </a:lnTo>
                  <a:lnTo>
                    <a:pt x="5156821" y="3275994"/>
                  </a:lnTo>
                  <a:lnTo>
                    <a:pt x="5085199" y="3265668"/>
                  </a:lnTo>
                  <a:lnTo>
                    <a:pt x="5013576" y="3254828"/>
                  </a:lnTo>
                  <a:lnTo>
                    <a:pt x="4941954" y="3243450"/>
                  </a:lnTo>
                  <a:lnTo>
                    <a:pt x="4870331" y="3231506"/>
                  </a:lnTo>
                  <a:lnTo>
                    <a:pt x="4798709" y="3218968"/>
                  </a:lnTo>
                  <a:lnTo>
                    <a:pt x="4727086" y="3205808"/>
                  </a:lnTo>
                  <a:lnTo>
                    <a:pt x="4655464" y="3191993"/>
                  </a:lnTo>
                  <a:lnTo>
                    <a:pt x="4583841" y="3177491"/>
                  </a:lnTo>
                  <a:lnTo>
                    <a:pt x="4512219" y="3162269"/>
                  </a:lnTo>
                  <a:lnTo>
                    <a:pt x="4440596" y="3146290"/>
                  </a:lnTo>
                  <a:lnTo>
                    <a:pt x="4368974" y="3129517"/>
                  </a:lnTo>
                  <a:lnTo>
                    <a:pt x="4297351" y="3111910"/>
                  </a:lnTo>
                  <a:lnTo>
                    <a:pt x="4225729" y="3093428"/>
                  </a:lnTo>
                  <a:lnTo>
                    <a:pt x="4154106" y="3074027"/>
                  </a:lnTo>
                  <a:lnTo>
                    <a:pt x="4082483" y="3053662"/>
                  </a:lnTo>
                  <a:lnTo>
                    <a:pt x="4010861" y="3032285"/>
                  </a:lnTo>
                  <a:lnTo>
                    <a:pt x="3939238" y="3009845"/>
                  </a:lnTo>
                  <a:lnTo>
                    <a:pt x="3867616" y="2986290"/>
                  </a:lnTo>
                  <a:lnTo>
                    <a:pt x="3795993" y="2961564"/>
                  </a:lnTo>
                  <a:lnTo>
                    <a:pt x="3724371" y="2935609"/>
                  </a:lnTo>
                  <a:lnTo>
                    <a:pt x="3652748" y="2908364"/>
                  </a:lnTo>
                  <a:lnTo>
                    <a:pt x="3581126" y="2879765"/>
                  </a:lnTo>
                  <a:lnTo>
                    <a:pt x="3509503" y="2849745"/>
                  </a:lnTo>
                  <a:lnTo>
                    <a:pt x="3437881" y="2818232"/>
                  </a:lnTo>
                  <a:lnTo>
                    <a:pt x="3366258" y="2785152"/>
                  </a:lnTo>
                  <a:lnTo>
                    <a:pt x="3294636" y="2750429"/>
                  </a:lnTo>
                  <a:lnTo>
                    <a:pt x="3223013" y="2713980"/>
                  </a:lnTo>
                  <a:lnTo>
                    <a:pt x="3151391" y="2675719"/>
                  </a:lnTo>
                  <a:lnTo>
                    <a:pt x="3079768" y="2649995"/>
                  </a:lnTo>
                  <a:lnTo>
                    <a:pt x="3008146" y="2640601"/>
                  </a:lnTo>
                  <a:lnTo>
                    <a:pt x="2936523" y="2631101"/>
                  </a:lnTo>
                  <a:lnTo>
                    <a:pt x="2864901" y="2621495"/>
                  </a:lnTo>
                  <a:lnTo>
                    <a:pt x="2793278" y="2611780"/>
                  </a:lnTo>
                  <a:lnTo>
                    <a:pt x="2721655" y="2601955"/>
                  </a:lnTo>
                  <a:lnTo>
                    <a:pt x="2650033" y="2592020"/>
                  </a:lnTo>
                  <a:lnTo>
                    <a:pt x="2578410" y="2581973"/>
                  </a:lnTo>
                  <a:lnTo>
                    <a:pt x="2506788" y="2571813"/>
                  </a:lnTo>
                  <a:lnTo>
                    <a:pt x="2435165" y="2561539"/>
                  </a:lnTo>
                  <a:lnTo>
                    <a:pt x="2363543" y="2551148"/>
                  </a:lnTo>
                  <a:lnTo>
                    <a:pt x="2291920" y="2540641"/>
                  </a:lnTo>
                  <a:lnTo>
                    <a:pt x="2220298" y="2530015"/>
                  </a:lnTo>
                  <a:lnTo>
                    <a:pt x="2148675" y="2519269"/>
                  </a:lnTo>
                  <a:lnTo>
                    <a:pt x="2077053" y="2508403"/>
                  </a:lnTo>
                  <a:lnTo>
                    <a:pt x="2005430" y="2497413"/>
                  </a:lnTo>
                  <a:lnTo>
                    <a:pt x="1933808" y="2486301"/>
                  </a:lnTo>
                  <a:lnTo>
                    <a:pt x="1862185" y="2475062"/>
                  </a:lnTo>
                  <a:lnTo>
                    <a:pt x="1790563" y="2463698"/>
                  </a:lnTo>
                  <a:lnTo>
                    <a:pt x="1718940" y="2452205"/>
                  </a:lnTo>
                  <a:lnTo>
                    <a:pt x="1647318" y="2440583"/>
                  </a:lnTo>
                  <a:lnTo>
                    <a:pt x="1575695" y="2428830"/>
                  </a:lnTo>
                  <a:lnTo>
                    <a:pt x="1504073" y="2416944"/>
                  </a:lnTo>
                  <a:lnTo>
                    <a:pt x="1432450" y="2404924"/>
                  </a:lnTo>
                  <a:lnTo>
                    <a:pt x="1360827" y="2392769"/>
                  </a:lnTo>
                  <a:lnTo>
                    <a:pt x="1289205" y="2380477"/>
                  </a:lnTo>
                  <a:lnTo>
                    <a:pt x="1217582" y="2368047"/>
                  </a:lnTo>
                  <a:lnTo>
                    <a:pt x="1145960" y="2355477"/>
                  </a:lnTo>
                  <a:lnTo>
                    <a:pt x="1074337" y="2342765"/>
                  </a:lnTo>
                  <a:lnTo>
                    <a:pt x="1002715" y="2329909"/>
                  </a:lnTo>
                  <a:lnTo>
                    <a:pt x="931092" y="2316909"/>
                  </a:lnTo>
                  <a:lnTo>
                    <a:pt x="859470" y="2303762"/>
                  </a:lnTo>
                  <a:lnTo>
                    <a:pt x="787847" y="2290468"/>
                  </a:lnTo>
                  <a:lnTo>
                    <a:pt x="716225" y="2277023"/>
                  </a:lnTo>
                  <a:lnTo>
                    <a:pt x="644602" y="2263427"/>
                  </a:lnTo>
                  <a:lnTo>
                    <a:pt x="572980" y="2249678"/>
                  </a:lnTo>
                  <a:lnTo>
                    <a:pt x="501357" y="2235774"/>
                  </a:lnTo>
                  <a:lnTo>
                    <a:pt x="429735" y="2221713"/>
                  </a:lnTo>
                  <a:lnTo>
                    <a:pt x="358112" y="2207494"/>
                  </a:lnTo>
                  <a:lnTo>
                    <a:pt x="286490" y="2193115"/>
                  </a:lnTo>
                  <a:lnTo>
                    <a:pt x="214867" y="2178573"/>
                  </a:lnTo>
                  <a:lnTo>
                    <a:pt x="143245" y="2163868"/>
                  </a:lnTo>
                  <a:lnTo>
                    <a:pt x="71622" y="2148997"/>
                  </a:lnTo>
                  <a:lnTo>
                    <a:pt x="0" y="213395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166090" y="2073503"/>
              <a:ext cx="6096588" cy="3038549"/>
            </a:xfrm>
            <a:custGeom>
              <a:avLst/>
              <a:pathLst>
                <a:path w="6096588" h="3038549">
                  <a:moveTo>
                    <a:pt x="0" y="0"/>
                  </a:moveTo>
                  <a:lnTo>
                    <a:pt x="8674" y="20845"/>
                  </a:lnTo>
                  <a:lnTo>
                    <a:pt x="80296" y="184817"/>
                  </a:lnTo>
                  <a:lnTo>
                    <a:pt x="151919" y="341025"/>
                  </a:lnTo>
                  <a:lnTo>
                    <a:pt x="223541" y="489836"/>
                  </a:lnTo>
                  <a:lnTo>
                    <a:pt x="295164" y="631601"/>
                  </a:lnTo>
                  <a:lnTo>
                    <a:pt x="366786" y="766654"/>
                  </a:lnTo>
                  <a:lnTo>
                    <a:pt x="438409" y="895311"/>
                  </a:lnTo>
                  <a:lnTo>
                    <a:pt x="510031" y="1017876"/>
                  </a:lnTo>
                  <a:lnTo>
                    <a:pt x="581654" y="1134638"/>
                  </a:lnTo>
                  <a:lnTo>
                    <a:pt x="653276" y="1245871"/>
                  </a:lnTo>
                  <a:lnTo>
                    <a:pt x="724899" y="1351837"/>
                  </a:lnTo>
                  <a:lnTo>
                    <a:pt x="796521" y="1452785"/>
                  </a:lnTo>
                  <a:lnTo>
                    <a:pt x="868144" y="1548953"/>
                  </a:lnTo>
                  <a:lnTo>
                    <a:pt x="939766" y="1640568"/>
                  </a:lnTo>
                  <a:lnTo>
                    <a:pt x="1011389" y="1727844"/>
                  </a:lnTo>
                  <a:lnTo>
                    <a:pt x="1083011" y="1810988"/>
                  </a:lnTo>
                  <a:lnTo>
                    <a:pt x="1154634" y="1890195"/>
                  </a:lnTo>
                  <a:lnTo>
                    <a:pt x="1226257" y="1965652"/>
                  </a:lnTo>
                  <a:lnTo>
                    <a:pt x="1297879" y="2037535"/>
                  </a:lnTo>
                  <a:lnTo>
                    <a:pt x="1369502" y="2106015"/>
                  </a:lnTo>
                  <a:lnTo>
                    <a:pt x="1441124" y="2171252"/>
                  </a:lnTo>
                  <a:lnTo>
                    <a:pt x="1512747" y="2233400"/>
                  </a:lnTo>
                  <a:lnTo>
                    <a:pt x="1584369" y="2292605"/>
                  </a:lnTo>
                  <a:lnTo>
                    <a:pt x="1655992" y="2349007"/>
                  </a:lnTo>
                  <a:lnTo>
                    <a:pt x="1727614" y="2402738"/>
                  </a:lnTo>
                  <a:lnTo>
                    <a:pt x="1799237" y="2453925"/>
                  </a:lnTo>
                  <a:lnTo>
                    <a:pt x="1870859" y="2502688"/>
                  </a:lnTo>
                  <a:lnTo>
                    <a:pt x="1942482" y="2549143"/>
                  </a:lnTo>
                  <a:lnTo>
                    <a:pt x="2014104" y="2593397"/>
                  </a:lnTo>
                  <a:lnTo>
                    <a:pt x="2085727" y="2635556"/>
                  </a:lnTo>
                  <a:lnTo>
                    <a:pt x="2157349" y="2659284"/>
                  </a:lnTo>
                  <a:lnTo>
                    <a:pt x="2228972" y="2668469"/>
                  </a:lnTo>
                  <a:lnTo>
                    <a:pt x="2300594" y="2677553"/>
                  </a:lnTo>
                  <a:lnTo>
                    <a:pt x="2372217" y="2686535"/>
                  </a:lnTo>
                  <a:lnTo>
                    <a:pt x="2443839" y="2695417"/>
                  </a:lnTo>
                  <a:lnTo>
                    <a:pt x="2515462" y="2704200"/>
                  </a:lnTo>
                  <a:lnTo>
                    <a:pt x="2587085" y="2712885"/>
                  </a:lnTo>
                  <a:lnTo>
                    <a:pt x="2658707" y="2721474"/>
                  </a:lnTo>
                  <a:lnTo>
                    <a:pt x="2730330" y="2729966"/>
                  </a:lnTo>
                  <a:lnTo>
                    <a:pt x="2801952" y="2738364"/>
                  </a:lnTo>
                  <a:lnTo>
                    <a:pt x="2873575" y="2746669"/>
                  </a:lnTo>
                  <a:lnTo>
                    <a:pt x="2945197" y="2754881"/>
                  </a:lnTo>
                  <a:lnTo>
                    <a:pt x="3016820" y="2763002"/>
                  </a:lnTo>
                  <a:lnTo>
                    <a:pt x="3088442" y="2771032"/>
                  </a:lnTo>
                  <a:lnTo>
                    <a:pt x="3160065" y="2778972"/>
                  </a:lnTo>
                  <a:lnTo>
                    <a:pt x="3231687" y="2786824"/>
                  </a:lnTo>
                  <a:lnTo>
                    <a:pt x="3303310" y="2794589"/>
                  </a:lnTo>
                  <a:lnTo>
                    <a:pt x="3374932" y="2802267"/>
                  </a:lnTo>
                  <a:lnTo>
                    <a:pt x="3446555" y="2809860"/>
                  </a:lnTo>
                  <a:lnTo>
                    <a:pt x="3518177" y="2817368"/>
                  </a:lnTo>
                  <a:lnTo>
                    <a:pt x="3589800" y="2824792"/>
                  </a:lnTo>
                  <a:lnTo>
                    <a:pt x="3661422" y="2832134"/>
                  </a:lnTo>
                  <a:lnTo>
                    <a:pt x="3733045" y="2839394"/>
                  </a:lnTo>
                  <a:lnTo>
                    <a:pt x="3804667" y="2846573"/>
                  </a:lnTo>
                  <a:lnTo>
                    <a:pt x="3876290" y="2853672"/>
                  </a:lnTo>
                  <a:lnTo>
                    <a:pt x="3947913" y="2860691"/>
                  </a:lnTo>
                  <a:lnTo>
                    <a:pt x="4019535" y="2867633"/>
                  </a:lnTo>
                  <a:lnTo>
                    <a:pt x="4091158" y="2874498"/>
                  </a:lnTo>
                  <a:lnTo>
                    <a:pt x="4162780" y="2881285"/>
                  </a:lnTo>
                  <a:lnTo>
                    <a:pt x="4234403" y="2887998"/>
                  </a:lnTo>
                  <a:lnTo>
                    <a:pt x="4306025" y="2894635"/>
                  </a:lnTo>
                  <a:lnTo>
                    <a:pt x="4377648" y="2901199"/>
                  </a:lnTo>
                  <a:lnTo>
                    <a:pt x="4449270" y="2907689"/>
                  </a:lnTo>
                  <a:lnTo>
                    <a:pt x="4520893" y="2914107"/>
                  </a:lnTo>
                  <a:lnTo>
                    <a:pt x="4592515" y="2920454"/>
                  </a:lnTo>
                  <a:lnTo>
                    <a:pt x="4664138" y="2926729"/>
                  </a:lnTo>
                  <a:lnTo>
                    <a:pt x="4735760" y="2932935"/>
                  </a:lnTo>
                  <a:lnTo>
                    <a:pt x="4807383" y="2939072"/>
                  </a:lnTo>
                  <a:lnTo>
                    <a:pt x="4879005" y="2945141"/>
                  </a:lnTo>
                  <a:lnTo>
                    <a:pt x="4950628" y="2951141"/>
                  </a:lnTo>
                  <a:lnTo>
                    <a:pt x="5022250" y="2957075"/>
                  </a:lnTo>
                  <a:lnTo>
                    <a:pt x="5093873" y="2962943"/>
                  </a:lnTo>
                  <a:lnTo>
                    <a:pt x="5165495" y="2968746"/>
                  </a:lnTo>
                  <a:lnTo>
                    <a:pt x="5237118" y="2974483"/>
                  </a:lnTo>
                  <a:lnTo>
                    <a:pt x="5308741" y="2980157"/>
                  </a:lnTo>
                  <a:lnTo>
                    <a:pt x="5380363" y="2985768"/>
                  </a:lnTo>
                  <a:lnTo>
                    <a:pt x="5451986" y="2991316"/>
                  </a:lnTo>
                  <a:lnTo>
                    <a:pt x="5523608" y="2996802"/>
                  </a:lnTo>
                  <a:lnTo>
                    <a:pt x="5595231" y="3002228"/>
                  </a:lnTo>
                  <a:lnTo>
                    <a:pt x="5666853" y="3007592"/>
                  </a:lnTo>
                  <a:lnTo>
                    <a:pt x="5738476" y="3012897"/>
                  </a:lnTo>
                  <a:lnTo>
                    <a:pt x="5810098" y="3018143"/>
                  </a:lnTo>
                  <a:lnTo>
                    <a:pt x="5881721" y="3023331"/>
                  </a:lnTo>
                  <a:lnTo>
                    <a:pt x="5953343" y="3028460"/>
                  </a:lnTo>
                  <a:lnTo>
                    <a:pt x="6024966" y="3033533"/>
                  </a:lnTo>
                  <a:lnTo>
                    <a:pt x="6096588" y="30385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207462"/>
              <a:ext cx="7090630" cy="1293717"/>
            </a:xfrm>
            <a:custGeom>
              <a:avLst/>
              <a:pathLst>
                <a:path w="7090630" h="1293717">
                  <a:moveTo>
                    <a:pt x="7090630" y="1293717"/>
                  </a:moveTo>
                  <a:lnTo>
                    <a:pt x="7019007" y="1290930"/>
                  </a:lnTo>
                  <a:lnTo>
                    <a:pt x="6947385" y="1288005"/>
                  </a:lnTo>
                  <a:lnTo>
                    <a:pt x="6875762" y="1284934"/>
                  </a:lnTo>
                  <a:lnTo>
                    <a:pt x="6804139" y="1281710"/>
                  </a:lnTo>
                  <a:lnTo>
                    <a:pt x="6732517" y="1278326"/>
                  </a:lnTo>
                  <a:lnTo>
                    <a:pt x="6660894" y="1274774"/>
                  </a:lnTo>
                  <a:lnTo>
                    <a:pt x="6589272" y="1271046"/>
                  </a:lnTo>
                  <a:lnTo>
                    <a:pt x="6517649" y="1267132"/>
                  </a:lnTo>
                  <a:lnTo>
                    <a:pt x="6446027" y="1263024"/>
                  </a:lnTo>
                  <a:lnTo>
                    <a:pt x="6374404" y="1258711"/>
                  </a:lnTo>
                  <a:lnTo>
                    <a:pt x="6302782" y="1254184"/>
                  </a:lnTo>
                  <a:lnTo>
                    <a:pt x="6231159" y="1249432"/>
                  </a:lnTo>
                  <a:lnTo>
                    <a:pt x="6159537" y="1244444"/>
                  </a:lnTo>
                  <a:lnTo>
                    <a:pt x="6087914" y="1239208"/>
                  </a:lnTo>
                  <a:lnTo>
                    <a:pt x="6016292" y="1233712"/>
                  </a:lnTo>
                  <a:lnTo>
                    <a:pt x="5944669" y="1227942"/>
                  </a:lnTo>
                  <a:lnTo>
                    <a:pt x="5873047" y="1221886"/>
                  </a:lnTo>
                  <a:lnTo>
                    <a:pt x="5801424" y="1215529"/>
                  </a:lnTo>
                  <a:lnTo>
                    <a:pt x="5729802" y="1208855"/>
                  </a:lnTo>
                  <a:lnTo>
                    <a:pt x="5658179" y="1201850"/>
                  </a:lnTo>
                  <a:lnTo>
                    <a:pt x="5586557" y="1194497"/>
                  </a:lnTo>
                  <a:lnTo>
                    <a:pt x="5514934" y="1186779"/>
                  </a:lnTo>
                  <a:lnTo>
                    <a:pt x="5443311" y="1178676"/>
                  </a:lnTo>
                  <a:lnTo>
                    <a:pt x="5371689" y="1170171"/>
                  </a:lnTo>
                  <a:lnTo>
                    <a:pt x="5300066" y="1161244"/>
                  </a:lnTo>
                  <a:lnTo>
                    <a:pt x="5228444" y="1151872"/>
                  </a:lnTo>
                  <a:lnTo>
                    <a:pt x="5156821" y="1142035"/>
                  </a:lnTo>
                  <a:lnTo>
                    <a:pt x="5085199" y="1131709"/>
                  </a:lnTo>
                  <a:lnTo>
                    <a:pt x="5013576" y="1120869"/>
                  </a:lnTo>
                  <a:lnTo>
                    <a:pt x="4941954" y="1109491"/>
                  </a:lnTo>
                  <a:lnTo>
                    <a:pt x="4870331" y="1097547"/>
                  </a:lnTo>
                  <a:lnTo>
                    <a:pt x="4798709" y="1085009"/>
                  </a:lnTo>
                  <a:lnTo>
                    <a:pt x="4727086" y="1071849"/>
                  </a:lnTo>
                  <a:lnTo>
                    <a:pt x="4655464" y="1058034"/>
                  </a:lnTo>
                  <a:lnTo>
                    <a:pt x="4583841" y="1043532"/>
                  </a:lnTo>
                  <a:lnTo>
                    <a:pt x="4512219" y="1028310"/>
                  </a:lnTo>
                  <a:lnTo>
                    <a:pt x="4440596" y="1012331"/>
                  </a:lnTo>
                  <a:lnTo>
                    <a:pt x="4368974" y="995558"/>
                  </a:lnTo>
                  <a:lnTo>
                    <a:pt x="4297351" y="977951"/>
                  </a:lnTo>
                  <a:lnTo>
                    <a:pt x="4225729" y="959469"/>
                  </a:lnTo>
                  <a:lnTo>
                    <a:pt x="4154106" y="940068"/>
                  </a:lnTo>
                  <a:lnTo>
                    <a:pt x="4082483" y="919703"/>
                  </a:lnTo>
                  <a:lnTo>
                    <a:pt x="4010861" y="898326"/>
                  </a:lnTo>
                  <a:lnTo>
                    <a:pt x="3939238" y="875886"/>
                  </a:lnTo>
                  <a:lnTo>
                    <a:pt x="3867616" y="852331"/>
                  </a:lnTo>
                  <a:lnTo>
                    <a:pt x="3795993" y="827605"/>
                  </a:lnTo>
                  <a:lnTo>
                    <a:pt x="3724371" y="801650"/>
                  </a:lnTo>
                  <a:lnTo>
                    <a:pt x="3652748" y="774405"/>
                  </a:lnTo>
                  <a:lnTo>
                    <a:pt x="3581126" y="745806"/>
                  </a:lnTo>
                  <a:lnTo>
                    <a:pt x="3509503" y="715786"/>
                  </a:lnTo>
                  <a:lnTo>
                    <a:pt x="3437881" y="684273"/>
                  </a:lnTo>
                  <a:lnTo>
                    <a:pt x="3366258" y="651194"/>
                  </a:lnTo>
                  <a:lnTo>
                    <a:pt x="3294636" y="616470"/>
                  </a:lnTo>
                  <a:lnTo>
                    <a:pt x="3223013" y="580021"/>
                  </a:lnTo>
                  <a:lnTo>
                    <a:pt x="3151391" y="541760"/>
                  </a:lnTo>
                  <a:lnTo>
                    <a:pt x="3079768" y="516036"/>
                  </a:lnTo>
                  <a:lnTo>
                    <a:pt x="3008146" y="506642"/>
                  </a:lnTo>
                  <a:lnTo>
                    <a:pt x="2936523" y="497142"/>
                  </a:lnTo>
                  <a:lnTo>
                    <a:pt x="2864901" y="487536"/>
                  </a:lnTo>
                  <a:lnTo>
                    <a:pt x="2793278" y="477821"/>
                  </a:lnTo>
                  <a:lnTo>
                    <a:pt x="2721655" y="467996"/>
                  </a:lnTo>
                  <a:lnTo>
                    <a:pt x="2650033" y="458061"/>
                  </a:lnTo>
                  <a:lnTo>
                    <a:pt x="2578410" y="448014"/>
                  </a:lnTo>
                  <a:lnTo>
                    <a:pt x="2506788" y="437854"/>
                  </a:lnTo>
                  <a:lnTo>
                    <a:pt x="2435165" y="427580"/>
                  </a:lnTo>
                  <a:lnTo>
                    <a:pt x="2363543" y="417189"/>
                  </a:lnTo>
                  <a:lnTo>
                    <a:pt x="2291920" y="406682"/>
                  </a:lnTo>
                  <a:lnTo>
                    <a:pt x="2220298" y="396056"/>
                  </a:lnTo>
                  <a:lnTo>
                    <a:pt x="2148675" y="385310"/>
                  </a:lnTo>
                  <a:lnTo>
                    <a:pt x="2077053" y="374444"/>
                  </a:lnTo>
                  <a:lnTo>
                    <a:pt x="2005430" y="363454"/>
                  </a:lnTo>
                  <a:lnTo>
                    <a:pt x="1933808" y="352342"/>
                  </a:lnTo>
                  <a:lnTo>
                    <a:pt x="1862185" y="341103"/>
                  </a:lnTo>
                  <a:lnTo>
                    <a:pt x="1790563" y="329739"/>
                  </a:lnTo>
                  <a:lnTo>
                    <a:pt x="1718940" y="318246"/>
                  </a:lnTo>
                  <a:lnTo>
                    <a:pt x="1647318" y="306624"/>
                  </a:lnTo>
                  <a:lnTo>
                    <a:pt x="1575695" y="294871"/>
                  </a:lnTo>
                  <a:lnTo>
                    <a:pt x="1504073" y="282985"/>
                  </a:lnTo>
                  <a:lnTo>
                    <a:pt x="1432450" y="270965"/>
                  </a:lnTo>
                  <a:lnTo>
                    <a:pt x="1360827" y="258810"/>
                  </a:lnTo>
                  <a:lnTo>
                    <a:pt x="1289205" y="246518"/>
                  </a:lnTo>
                  <a:lnTo>
                    <a:pt x="1217582" y="234088"/>
                  </a:lnTo>
                  <a:lnTo>
                    <a:pt x="1145960" y="221518"/>
                  </a:lnTo>
                  <a:lnTo>
                    <a:pt x="1074337" y="208806"/>
                  </a:lnTo>
                  <a:lnTo>
                    <a:pt x="1002715" y="195950"/>
                  </a:lnTo>
                  <a:lnTo>
                    <a:pt x="931092" y="182950"/>
                  </a:lnTo>
                  <a:lnTo>
                    <a:pt x="859470" y="169803"/>
                  </a:lnTo>
                  <a:lnTo>
                    <a:pt x="787847" y="156509"/>
                  </a:lnTo>
                  <a:lnTo>
                    <a:pt x="716225" y="143064"/>
                  </a:lnTo>
                  <a:lnTo>
                    <a:pt x="644602" y="129468"/>
                  </a:lnTo>
                  <a:lnTo>
                    <a:pt x="572980" y="115719"/>
                  </a:lnTo>
                  <a:lnTo>
                    <a:pt x="501357" y="101815"/>
                  </a:lnTo>
                  <a:lnTo>
                    <a:pt x="429735" y="87754"/>
                  </a:lnTo>
                  <a:lnTo>
                    <a:pt x="358112" y="73535"/>
                  </a:lnTo>
                  <a:lnTo>
                    <a:pt x="286490" y="59156"/>
                  </a:lnTo>
                  <a:lnTo>
                    <a:pt x="214867" y="44614"/>
                  </a:lnTo>
                  <a:lnTo>
                    <a:pt x="143245" y="29909"/>
                  </a:lnTo>
                  <a:lnTo>
                    <a:pt x="71622" y="1503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2521103"/>
              <a:ext cx="7090630" cy="2878151"/>
            </a:xfrm>
            <a:custGeom>
              <a:avLst/>
              <a:pathLst>
                <a:path w="7090630" h="2878151">
                  <a:moveTo>
                    <a:pt x="0" y="0"/>
                  </a:moveTo>
                  <a:lnTo>
                    <a:pt x="71622" y="89308"/>
                  </a:lnTo>
                  <a:lnTo>
                    <a:pt x="143245" y="175989"/>
                  </a:lnTo>
                  <a:lnTo>
                    <a:pt x="214867" y="260121"/>
                  </a:lnTo>
                  <a:lnTo>
                    <a:pt x="286490" y="341778"/>
                  </a:lnTo>
                  <a:lnTo>
                    <a:pt x="358112" y="421033"/>
                  </a:lnTo>
                  <a:lnTo>
                    <a:pt x="429735" y="497957"/>
                  </a:lnTo>
                  <a:lnTo>
                    <a:pt x="501357" y="572618"/>
                  </a:lnTo>
                  <a:lnTo>
                    <a:pt x="572980" y="645083"/>
                  </a:lnTo>
                  <a:lnTo>
                    <a:pt x="644602" y="715416"/>
                  </a:lnTo>
                  <a:lnTo>
                    <a:pt x="716225" y="783681"/>
                  </a:lnTo>
                  <a:lnTo>
                    <a:pt x="787847" y="849937"/>
                  </a:lnTo>
                  <a:lnTo>
                    <a:pt x="859470" y="914245"/>
                  </a:lnTo>
                  <a:lnTo>
                    <a:pt x="931092" y="976660"/>
                  </a:lnTo>
                  <a:lnTo>
                    <a:pt x="1002715" y="1037240"/>
                  </a:lnTo>
                  <a:lnTo>
                    <a:pt x="1074337" y="1096038"/>
                  </a:lnTo>
                  <a:lnTo>
                    <a:pt x="1145960" y="1153107"/>
                  </a:lnTo>
                  <a:lnTo>
                    <a:pt x="1217582" y="1208497"/>
                  </a:lnTo>
                  <a:lnTo>
                    <a:pt x="1289205" y="1262257"/>
                  </a:lnTo>
                  <a:lnTo>
                    <a:pt x="1360827" y="1314436"/>
                  </a:lnTo>
                  <a:lnTo>
                    <a:pt x="1432450" y="1365080"/>
                  </a:lnTo>
                  <a:lnTo>
                    <a:pt x="1504073" y="1414235"/>
                  </a:lnTo>
                  <a:lnTo>
                    <a:pt x="1575695" y="1461943"/>
                  </a:lnTo>
                  <a:lnTo>
                    <a:pt x="1647318" y="1508249"/>
                  </a:lnTo>
                  <a:lnTo>
                    <a:pt x="1718940" y="1553192"/>
                  </a:lnTo>
                  <a:lnTo>
                    <a:pt x="1790563" y="1596813"/>
                  </a:lnTo>
                  <a:lnTo>
                    <a:pt x="1862185" y="1639151"/>
                  </a:lnTo>
                  <a:lnTo>
                    <a:pt x="1933808" y="1680244"/>
                  </a:lnTo>
                  <a:lnTo>
                    <a:pt x="2005430" y="1720128"/>
                  </a:lnTo>
                  <a:lnTo>
                    <a:pt x="2077053" y="1758839"/>
                  </a:lnTo>
                  <a:lnTo>
                    <a:pt x="2148675" y="1796411"/>
                  </a:lnTo>
                  <a:lnTo>
                    <a:pt x="2220298" y="1832878"/>
                  </a:lnTo>
                  <a:lnTo>
                    <a:pt x="2291920" y="1868272"/>
                  </a:lnTo>
                  <a:lnTo>
                    <a:pt x="2363543" y="1902625"/>
                  </a:lnTo>
                  <a:lnTo>
                    <a:pt x="2435165" y="1935968"/>
                  </a:lnTo>
                  <a:lnTo>
                    <a:pt x="2506788" y="1968330"/>
                  </a:lnTo>
                  <a:lnTo>
                    <a:pt x="2578410" y="1999739"/>
                  </a:lnTo>
                  <a:lnTo>
                    <a:pt x="2650033" y="2030225"/>
                  </a:lnTo>
                  <a:lnTo>
                    <a:pt x="2721655" y="2059815"/>
                  </a:lnTo>
                  <a:lnTo>
                    <a:pt x="2793278" y="2088534"/>
                  </a:lnTo>
                  <a:lnTo>
                    <a:pt x="2864901" y="2116408"/>
                  </a:lnTo>
                  <a:lnTo>
                    <a:pt x="2936523" y="2143462"/>
                  </a:lnTo>
                  <a:lnTo>
                    <a:pt x="3008146" y="2169720"/>
                  </a:lnTo>
                  <a:lnTo>
                    <a:pt x="3079768" y="2195206"/>
                  </a:lnTo>
                  <a:lnTo>
                    <a:pt x="3151391" y="2219943"/>
                  </a:lnTo>
                  <a:lnTo>
                    <a:pt x="3223013" y="2243951"/>
                  </a:lnTo>
                  <a:lnTo>
                    <a:pt x="3294636" y="2267254"/>
                  </a:lnTo>
                  <a:lnTo>
                    <a:pt x="3366258" y="2289871"/>
                  </a:lnTo>
                  <a:lnTo>
                    <a:pt x="3437881" y="2311822"/>
                  </a:lnTo>
                  <a:lnTo>
                    <a:pt x="3509503" y="2333128"/>
                  </a:lnTo>
                  <a:lnTo>
                    <a:pt x="3581126" y="2353808"/>
                  </a:lnTo>
                  <a:lnTo>
                    <a:pt x="3652748" y="2373879"/>
                  </a:lnTo>
                  <a:lnTo>
                    <a:pt x="3724371" y="2393359"/>
                  </a:lnTo>
                  <a:lnTo>
                    <a:pt x="3795993" y="2412267"/>
                  </a:lnTo>
                  <a:lnTo>
                    <a:pt x="3867616" y="2430619"/>
                  </a:lnTo>
                  <a:lnTo>
                    <a:pt x="3939238" y="2448430"/>
                  </a:lnTo>
                  <a:lnTo>
                    <a:pt x="4010861" y="2465718"/>
                  </a:lnTo>
                  <a:lnTo>
                    <a:pt x="4082483" y="2482497"/>
                  </a:lnTo>
                  <a:lnTo>
                    <a:pt x="4154106" y="2498783"/>
                  </a:lnTo>
                  <a:lnTo>
                    <a:pt x="4225729" y="2514589"/>
                  </a:lnTo>
                  <a:lnTo>
                    <a:pt x="4297351" y="2529931"/>
                  </a:lnTo>
                  <a:lnTo>
                    <a:pt x="4368974" y="2544821"/>
                  </a:lnTo>
                  <a:lnTo>
                    <a:pt x="4440596" y="2559274"/>
                  </a:lnTo>
                  <a:lnTo>
                    <a:pt x="4512219" y="2573301"/>
                  </a:lnTo>
                  <a:lnTo>
                    <a:pt x="4583841" y="2586916"/>
                  </a:lnTo>
                  <a:lnTo>
                    <a:pt x="4655464" y="2600130"/>
                  </a:lnTo>
                  <a:lnTo>
                    <a:pt x="4727086" y="2612955"/>
                  </a:lnTo>
                  <a:lnTo>
                    <a:pt x="4798709" y="2625403"/>
                  </a:lnTo>
                  <a:lnTo>
                    <a:pt x="4870331" y="2637485"/>
                  </a:lnTo>
                  <a:lnTo>
                    <a:pt x="4941954" y="2649212"/>
                  </a:lnTo>
                  <a:lnTo>
                    <a:pt x="5013576" y="2660594"/>
                  </a:lnTo>
                  <a:lnTo>
                    <a:pt x="5085199" y="2671641"/>
                  </a:lnTo>
                  <a:lnTo>
                    <a:pt x="5156821" y="2682363"/>
                  </a:lnTo>
                  <a:lnTo>
                    <a:pt x="5228444" y="2692769"/>
                  </a:lnTo>
                  <a:lnTo>
                    <a:pt x="5300066" y="2702870"/>
                  </a:lnTo>
                  <a:lnTo>
                    <a:pt x="5371689" y="2712673"/>
                  </a:lnTo>
                  <a:lnTo>
                    <a:pt x="5443311" y="2722188"/>
                  </a:lnTo>
                  <a:lnTo>
                    <a:pt x="5514934" y="2731423"/>
                  </a:lnTo>
                  <a:lnTo>
                    <a:pt x="5586557" y="2740387"/>
                  </a:lnTo>
                  <a:lnTo>
                    <a:pt x="5658179" y="2749086"/>
                  </a:lnTo>
                  <a:lnTo>
                    <a:pt x="5729802" y="2757530"/>
                  </a:lnTo>
                  <a:lnTo>
                    <a:pt x="5801424" y="2765726"/>
                  </a:lnTo>
                  <a:lnTo>
                    <a:pt x="5873047" y="2773680"/>
                  </a:lnTo>
                  <a:lnTo>
                    <a:pt x="5944669" y="2781401"/>
                  </a:lnTo>
                  <a:lnTo>
                    <a:pt x="6016292" y="2788894"/>
                  </a:lnTo>
                  <a:lnTo>
                    <a:pt x="6087914" y="2796167"/>
                  </a:lnTo>
                  <a:lnTo>
                    <a:pt x="6159537" y="2803226"/>
                  </a:lnTo>
                  <a:lnTo>
                    <a:pt x="6231159" y="2810077"/>
                  </a:lnTo>
                  <a:lnTo>
                    <a:pt x="6302782" y="2816727"/>
                  </a:lnTo>
                  <a:lnTo>
                    <a:pt x="6374404" y="2823181"/>
                  </a:lnTo>
                  <a:lnTo>
                    <a:pt x="6446027" y="2829446"/>
                  </a:lnTo>
                  <a:lnTo>
                    <a:pt x="6517649" y="2835526"/>
                  </a:lnTo>
                  <a:lnTo>
                    <a:pt x="6589272" y="2841427"/>
                  </a:lnTo>
                  <a:lnTo>
                    <a:pt x="6660894" y="2847155"/>
                  </a:lnTo>
                  <a:lnTo>
                    <a:pt x="6732517" y="2852714"/>
                  </a:lnTo>
                  <a:lnTo>
                    <a:pt x="6804139" y="2858110"/>
                  </a:lnTo>
                  <a:lnTo>
                    <a:pt x="6875762" y="2863347"/>
                  </a:lnTo>
                  <a:lnTo>
                    <a:pt x="6947385" y="2868430"/>
                  </a:lnTo>
                  <a:lnTo>
                    <a:pt x="7019007" y="2873363"/>
                  </a:lnTo>
                  <a:lnTo>
                    <a:pt x="7090630" y="287815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1.43 (1.15-1.80), p_Bonf = 0.010 (n = 6)  |  per IQR decline (Δ = 28.0 %): 2.75 (1.46-5.17)  |  IQR: [-30.0, -2.0]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90147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2026-09-28T16:51:22Z</dcterms:modified>
  <cp:category/>
</cp:coreProperties>
</file>