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263978"/>
              <a:ext cx="6964104" cy="1081892"/>
            </a:xfrm>
            <a:custGeom>
              <a:avLst/>
              <a:pathLst>
                <a:path w="6964104" h="1081892">
                  <a:moveTo>
                    <a:pt x="0" y="0"/>
                  </a:moveTo>
                  <a:lnTo>
                    <a:pt x="70344" y="34348"/>
                  </a:lnTo>
                  <a:lnTo>
                    <a:pt x="140688" y="67659"/>
                  </a:lnTo>
                  <a:lnTo>
                    <a:pt x="211033" y="99962"/>
                  </a:lnTo>
                  <a:lnTo>
                    <a:pt x="281377" y="131289"/>
                  </a:lnTo>
                  <a:lnTo>
                    <a:pt x="351722" y="161669"/>
                  </a:lnTo>
                  <a:lnTo>
                    <a:pt x="422066" y="191131"/>
                  </a:lnTo>
                  <a:lnTo>
                    <a:pt x="492411" y="219702"/>
                  </a:lnTo>
                  <a:lnTo>
                    <a:pt x="562755" y="247410"/>
                  </a:lnTo>
                  <a:lnTo>
                    <a:pt x="633100" y="274280"/>
                  </a:lnTo>
                  <a:lnTo>
                    <a:pt x="703444" y="300337"/>
                  </a:lnTo>
                  <a:lnTo>
                    <a:pt x="773789" y="325607"/>
                  </a:lnTo>
                  <a:lnTo>
                    <a:pt x="844133" y="350114"/>
                  </a:lnTo>
                  <a:lnTo>
                    <a:pt x="914478" y="373879"/>
                  </a:lnTo>
                  <a:lnTo>
                    <a:pt x="984822" y="396926"/>
                  </a:lnTo>
                  <a:lnTo>
                    <a:pt x="1055167" y="419276"/>
                  </a:lnTo>
                  <a:lnTo>
                    <a:pt x="1125511" y="440951"/>
                  </a:lnTo>
                  <a:lnTo>
                    <a:pt x="1195856" y="461971"/>
                  </a:lnTo>
                  <a:lnTo>
                    <a:pt x="1266200" y="482355"/>
                  </a:lnTo>
                  <a:lnTo>
                    <a:pt x="1336545" y="502123"/>
                  </a:lnTo>
                  <a:lnTo>
                    <a:pt x="1406889" y="521293"/>
                  </a:lnTo>
                  <a:lnTo>
                    <a:pt x="1477234" y="539884"/>
                  </a:lnTo>
                  <a:lnTo>
                    <a:pt x="1547578" y="557913"/>
                  </a:lnTo>
                  <a:lnTo>
                    <a:pt x="1617923" y="575397"/>
                  </a:lnTo>
                  <a:lnTo>
                    <a:pt x="1688267" y="592353"/>
                  </a:lnTo>
                  <a:lnTo>
                    <a:pt x="1758612" y="608796"/>
                  </a:lnTo>
                  <a:lnTo>
                    <a:pt x="1828956" y="624742"/>
                  </a:lnTo>
                  <a:lnTo>
                    <a:pt x="1899301" y="640206"/>
                  </a:lnTo>
                  <a:lnTo>
                    <a:pt x="1969645" y="655202"/>
                  </a:lnTo>
                  <a:lnTo>
                    <a:pt x="2039990" y="669745"/>
                  </a:lnTo>
                  <a:lnTo>
                    <a:pt x="2110334" y="683849"/>
                  </a:lnTo>
                  <a:lnTo>
                    <a:pt x="2180679" y="697526"/>
                  </a:lnTo>
                  <a:lnTo>
                    <a:pt x="2251023" y="710790"/>
                  </a:lnTo>
                  <a:lnTo>
                    <a:pt x="2321368" y="723653"/>
                  </a:lnTo>
                  <a:lnTo>
                    <a:pt x="2391712" y="736127"/>
                  </a:lnTo>
                  <a:lnTo>
                    <a:pt x="2462057" y="748224"/>
                  </a:lnTo>
                  <a:lnTo>
                    <a:pt x="2532401" y="759955"/>
                  </a:lnTo>
                  <a:lnTo>
                    <a:pt x="2602746" y="771332"/>
                  </a:lnTo>
                  <a:lnTo>
                    <a:pt x="2673090" y="782364"/>
                  </a:lnTo>
                  <a:lnTo>
                    <a:pt x="2743435" y="793064"/>
                  </a:lnTo>
                  <a:lnTo>
                    <a:pt x="2813779" y="803440"/>
                  </a:lnTo>
                  <a:lnTo>
                    <a:pt x="2884124" y="813502"/>
                  </a:lnTo>
                  <a:lnTo>
                    <a:pt x="2954468" y="823260"/>
                  </a:lnTo>
                  <a:lnTo>
                    <a:pt x="3024813" y="832723"/>
                  </a:lnTo>
                  <a:lnTo>
                    <a:pt x="3095157" y="838103"/>
                  </a:lnTo>
                  <a:lnTo>
                    <a:pt x="3165502" y="840169"/>
                  </a:lnTo>
                  <a:lnTo>
                    <a:pt x="3235846" y="842221"/>
                  </a:lnTo>
                  <a:lnTo>
                    <a:pt x="3306191" y="844258"/>
                  </a:lnTo>
                  <a:lnTo>
                    <a:pt x="3376535" y="846282"/>
                  </a:lnTo>
                  <a:lnTo>
                    <a:pt x="3446880" y="848291"/>
                  </a:lnTo>
                  <a:lnTo>
                    <a:pt x="3517224" y="850286"/>
                  </a:lnTo>
                  <a:lnTo>
                    <a:pt x="3587569" y="852268"/>
                  </a:lnTo>
                  <a:lnTo>
                    <a:pt x="3657913" y="854236"/>
                  </a:lnTo>
                  <a:lnTo>
                    <a:pt x="3728257" y="856190"/>
                  </a:lnTo>
                  <a:lnTo>
                    <a:pt x="3798602" y="858131"/>
                  </a:lnTo>
                  <a:lnTo>
                    <a:pt x="3868946" y="860058"/>
                  </a:lnTo>
                  <a:lnTo>
                    <a:pt x="3939291" y="861972"/>
                  </a:lnTo>
                  <a:lnTo>
                    <a:pt x="4009635" y="863873"/>
                  </a:lnTo>
                  <a:lnTo>
                    <a:pt x="4079980" y="865761"/>
                  </a:lnTo>
                  <a:lnTo>
                    <a:pt x="4150324" y="867635"/>
                  </a:lnTo>
                  <a:lnTo>
                    <a:pt x="4220669" y="869496"/>
                  </a:lnTo>
                  <a:lnTo>
                    <a:pt x="4291013" y="871345"/>
                  </a:lnTo>
                  <a:lnTo>
                    <a:pt x="4361358" y="873181"/>
                  </a:lnTo>
                  <a:lnTo>
                    <a:pt x="4431702" y="875004"/>
                  </a:lnTo>
                  <a:lnTo>
                    <a:pt x="4502047" y="876814"/>
                  </a:lnTo>
                  <a:lnTo>
                    <a:pt x="4572391" y="878612"/>
                  </a:lnTo>
                  <a:lnTo>
                    <a:pt x="4642736" y="880397"/>
                  </a:lnTo>
                  <a:lnTo>
                    <a:pt x="4713080" y="882171"/>
                  </a:lnTo>
                  <a:lnTo>
                    <a:pt x="4783425" y="883931"/>
                  </a:lnTo>
                  <a:lnTo>
                    <a:pt x="4853769" y="885680"/>
                  </a:lnTo>
                  <a:lnTo>
                    <a:pt x="4924114" y="887416"/>
                  </a:lnTo>
                  <a:lnTo>
                    <a:pt x="4994458" y="889141"/>
                  </a:lnTo>
                  <a:lnTo>
                    <a:pt x="5064803" y="890853"/>
                  </a:lnTo>
                  <a:lnTo>
                    <a:pt x="5135147" y="892554"/>
                  </a:lnTo>
                  <a:lnTo>
                    <a:pt x="5205492" y="894243"/>
                  </a:lnTo>
                  <a:lnTo>
                    <a:pt x="5275836" y="895920"/>
                  </a:lnTo>
                  <a:lnTo>
                    <a:pt x="5346181" y="897585"/>
                  </a:lnTo>
                  <a:lnTo>
                    <a:pt x="5416525" y="899239"/>
                  </a:lnTo>
                  <a:lnTo>
                    <a:pt x="5486870" y="900882"/>
                  </a:lnTo>
                  <a:lnTo>
                    <a:pt x="5557214" y="902513"/>
                  </a:lnTo>
                  <a:lnTo>
                    <a:pt x="5627559" y="904133"/>
                  </a:lnTo>
                  <a:lnTo>
                    <a:pt x="5697903" y="905741"/>
                  </a:lnTo>
                  <a:lnTo>
                    <a:pt x="5768248" y="907339"/>
                  </a:lnTo>
                  <a:lnTo>
                    <a:pt x="5838592" y="908925"/>
                  </a:lnTo>
                  <a:lnTo>
                    <a:pt x="5908937" y="910501"/>
                  </a:lnTo>
                  <a:lnTo>
                    <a:pt x="5979281" y="912065"/>
                  </a:lnTo>
                  <a:lnTo>
                    <a:pt x="6049626" y="913619"/>
                  </a:lnTo>
                  <a:lnTo>
                    <a:pt x="6119970" y="915162"/>
                  </a:lnTo>
                  <a:lnTo>
                    <a:pt x="6190315" y="916694"/>
                  </a:lnTo>
                  <a:lnTo>
                    <a:pt x="6260659" y="918215"/>
                  </a:lnTo>
                  <a:lnTo>
                    <a:pt x="6331004" y="919726"/>
                  </a:lnTo>
                  <a:lnTo>
                    <a:pt x="6401348" y="921227"/>
                  </a:lnTo>
                  <a:lnTo>
                    <a:pt x="6471693" y="922717"/>
                  </a:lnTo>
                  <a:lnTo>
                    <a:pt x="6542037" y="924197"/>
                  </a:lnTo>
                  <a:lnTo>
                    <a:pt x="6612382" y="925666"/>
                  </a:lnTo>
                  <a:lnTo>
                    <a:pt x="6682726" y="927126"/>
                  </a:lnTo>
                  <a:lnTo>
                    <a:pt x="6753071" y="928575"/>
                  </a:lnTo>
                  <a:lnTo>
                    <a:pt x="6823415" y="930014"/>
                  </a:lnTo>
                  <a:lnTo>
                    <a:pt x="6893760" y="931444"/>
                  </a:lnTo>
                  <a:lnTo>
                    <a:pt x="6964104" y="932863"/>
                  </a:lnTo>
                  <a:lnTo>
                    <a:pt x="6964104" y="1081892"/>
                  </a:lnTo>
                  <a:lnTo>
                    <a:pt x="6893760" y="1080195"/>
                  </a:lnTo>
                  <a:lnTo>
                    <a:pt x="6823415" y="1078446"/>
                  </a:lnTo>
                  <a:lnTo>
                    <a:pt x="6753071" y="1076642"/>
                  </a:lnTo>
                  <a:lnTo>
                    <a:pt x="6682726" y="1074782"/>
                  </a:lnTo>
                  <a:lnTo>
                    <a:pt x="6612382" y="1072864"/>
                  </a:lnTo>
                  <a:lnTo>
                    <a:pt x="6542037" y="1070886"/>
                  </a:lnTo>
                  <a:lnTo>
                    <a:pt x="6471693" y="1068847"/>
                  </a:lnTo>
                  <a:lnTo>
                    <a:pt x="6401348" y="1066744"/>
                  </a:lnTo>
                  <a:lnTo>
                    <a:pt x="6331004" y="1064575"/>
                  </a:lnTo>
                  <a:lnTo>
                    <a:pt x="6260659" y="1062339"/>
                  </a:lnTo>
                  <a:lnTo>
                    <a:pt x="6190315" y="1060033"/>
                  </a:lnTo>
                  <a:lnTo>
                    <a:pt x="6119970" y="1057656"/>
                  </a:lnTo>
                  <a:lnTo>
                    <a:pt x="6049626" y="1055204"/>
                  </a:lnTo>
                  <a:lnTo>
                    <a:pt x="5979281" y="1052676"/>
                  </a:lnTo>
                  <a:lnTo>
                    <a:pt x="5908937" y="1050068"/>
                  </a:lnTo>
                  <a:lnTo>
                    <a:pt x="5838592" y="1047380"/>
                  </a:lnTo>
                  <a:lnTo>
                    <a:pt x="5768248" y="1044608"/>
                  </a:lnTo>
                  <a:lnTo>
                    <a:pt x="5697903" y="1041749"/>
                  </a:lnTo>
                  <a:lnTo>
                    <a:pt x="5627559" y="1038802"/>
                  </a:lnTo>
                  <a:lnTo>
                    <a:pt x="5557214" y="1035762"/>
                  </a:lnTo>
                  <a:lnTo>
                    <a:pt x="5486870" y="1032628"/>
                  </a:lnTo>
                  <a:lnTo>
                    <a:pt x="5416525" y="1029396"/>
                  </a:lnTo>
                  <a:lnTo>
                    <a:pt x="5346181" y="1026063"/>
                  </a:lnTo>
                  <a:lnTo>
                    <a:pt x="5275836" y="1022627"/>
                  </a:lnTo>
                  <a:lnTo>
                    <a:pt x="5205492" y="1019083"/>
                  </a:lnTo>
                  <a:lnTo>
                    <a:pt x="5135147" y="1015429"/>
                  </a:lnTo>
                  <a:lnTo>
                    <a:pt x="5064803" y="1011661"/>
                  </a:lnTo>
                  <a:lnTo>
                    <a:pt x="4994458" y="1007775"/>
                  </a:lnTo>
                  <a:lnTo>
                    <a:pt x="4924114" y="1003768"/>
                  </a:lnTo>
                  <a:lnTo>
                    <a:pt x="4853769" y="999637"/>
                  </a:lnTo>
                  <a:lnTo>
                    <a:pt x="4783425" y="995377"/>
                  </a:lnTo>
                  <a:lnTo>
                    <a:pt x="4713080" y="990984"/>
                  </a:lnTo>
                  <a:lnTo>
                    <a:pt x="4642736" y="986453"/>
                  </a:lnTo>
                  <a:lnTo>
                    <a:pt x="4572391" y="981782"/>
                  </a:lnTo>
                  <a:lnTo>
                    <a:pt x="4502047" y="976965"/>
                  </a:lnTo>
                  <a:lnTo>
                    <a:pt x="4431702" y="971998"/>
                  </a:lnTo>
                  <a:lnTo>
                    <a:pt x="4361358" y="966877"/>
                  </a:lnTo>
                  <a:lnTo>
                    <a:pt x="4291013" y="961595"/>
                  </a:lnTo>
                  <a:lnTo>
                    <a:pt x="4220669" y="956149"/>
                  </a:lnTo>
                  <a:lnTo>
                    <a:pt x="4150324" y="950533"/>
                  </a:lnTo>
                  <a:lnTo>
                    <a:pt x="4079980" y="944742"/>
                  </a:lnTo>
                  <a:lnTo>
                    <a:pt x="4009635" y="938771"/>
                  </a:lnTo>
                  <a:lnTo>
                    <a:pt x="3939291" y="932613"/>
                  </a:lnTo>
                  <a:lnTo>
                    <a:pt x="3868946" y="926264"/>
                  </a:lnTo>
                  <a:lnTo>
                    <a:pt x="3798602" y="919716"/>
                  </a:lnTo>
                  <a:lnTo>
                    <a:pt x="3728257" y="912965"/>
                  </a:lnTo>
                  <a:lnTo>
                    <a:pt x="3657913" y="906003"/>
                  </a:lnTo>
                  <a:lnTo>
                    <a:pt x="3587569" y="898824"/>
                  </a:lnTo>
                  <a:lnTo>
                    <a:pt x="3517224" y="891421"/>
                  </a:lnTo>
                  <a:lnTo>
                    <a:pt x="3446880" y="883788"/>
                  </a:lnTo>
                  <a:lnTo>
                    <a:pt x="3376535" y="875917"/>
                  </a:lnTo>
                  <a:lnTo>
                    <a:pt x="3306191" y="867800"/>
                  </a:lnTo>
                  <a:lnTo>
                    <a:pt x="3235846" y="859430"/>
                  </a:lnTo>
                  <a:lnTo>
                    <a:pt x="3165502" y="850800"/>
                  </a:lnTo>
                  <a:lnTo>
                    <a:pt x="3095157" y="841900"/>
                  </a:lnTo>
                  <a:lnTo>
                    <a:pt x="3024813" y="836022"/>
                  </a:lnTo>
                  <a:lnTo>
                    <a:pt x="2954468" y="833927"/>
                  </a:lnTo>
                  <a:lnTo>
                    <a:pt x="2884124" y="831818"/>
                  </a:lnTo>
                  <a:lnTo>
                    <a:pt x="2813779" y="829693"/>
                  </a:lnTo>
                  <a:lnTo>
                    <a:pt x="2743435" y="827554"/>
                  </a:lnTo>
                  <a:lnTo>
                    <a:pt x="2673090" y="825400"/>
                  </a:lnTo>
                  <a:lnTo>
                    <a:pt x="2602746" y="823231"/>
                  </a:lnTo>
                  <a:lnTo>
                    <a:pt x="2532401" y="821047"/>
                  </a:lnTo>
                  <a:lnTo>
                    <a:pt x="2462057" y="818847"/>
                  </a:lnTo>
                  <a:lnTo>
                    <a:pt x="2391712" y="816632"/>
                  </a:lnTo>
                  <a:lnTo>
                    <a:pt x="2321368" y="814402"/>
                  </a:lnTo>
                  <a:lnTo>
                    <a:pt x="2251023" y="812156"/>
                  </a:lnTo>
                  <a:lnTo>
                    <a:pt x="2180679" y="809895"/>
                  </a:lnTo>
                  <a:lnTo>
                    <a:pt x="2110334" y="807618"/>
                  </a:lnTo>
                  <a:lnTo>
                    <a:pt x="2039990" y="805324"/>
                  </a:lnTo>
                  <a:lnTo>
                    <a:pt x="1969645" y="803015"/>
                  </a:lnTo>
                  <a:lnTo>
                    <a:pt x="1899301" y="800690"/>
                  </a:lnTo>
                  <a:lnTo>
                    <a:pt x="1828956" y="798348"/>
                  </a:lnTo>
                  <a:lnTo>
                    <a:pt x="1758612" y="795991"/>
                  </a:lnTo>
                  <a:lnTo>
                    <a:pt x="1688267" y="793616"/>
                  </a:lnTo>
                  <a:lnTo>
                    <a:pt x="1617923" y="791226"/>
                  </a:lnTo>
                  <a:lnTo>
                    <a:pt x="1547578" y="788818"/>
                  </a:lnTo>
                  <a:lnTo>
                    <a:pt x="1477234" y="786394"/>
                  </a:lnTo>
                  <a:lnTo>
                    <a:pt x="1406889" y="783952"/>
                  </a:lnTo>
                  <a:lnTo>
                    <a:pt x="1336545" y="781494"/>
                  </a:lnTo>
                  <a:lnTo>
                    <a:pt x="1266200" y="779019"/>
                  </a:lnTo>
                  <a:lnTo>
                    <a:pt x="1195856" y="776526"/>
                  </a:lnTo>
                  <a:lnTo>
                    <a:pt x="1125511" y="774016"/>
                  </a:lnTo>
                  <a:lnTo>
                    <a:pt x="1055167" y="771488"/>
                  </a:lnTo>
                  <a:lnTo>
                    <a:pt x="984822" y="768943"/>
                  </a:lnTo>
                  <a:lnTo>
                    <a:pt x="914478" y="766380"/>
                  </a:lnTo>
                  <a:lnTo>
                    <a:pt x="844133" y="763799"/>
                  </a:lnTo>
                  <a:lnTo>
                    <a:pt x="773789" y="761201"/>
                  </a:lnTo>
                  <a:lnTo>
                    <a:pt x="703444" y="758584"/>
                  </a:lnTo>
                  <a:lnTo>
                    <a:pt x="633100" y="755948"/>
                  </a:lnTo>
                  <a:lnTo>
                    <a:pt x="562755" y="753295"/>
                  </a:lnTo>
                  <a:lnTo>
                    <a:pt x="492411" y="750623"/>
                  </a:lnTo>
                  <a:lnTo>
                    <a:pt x="422066" y="747932"/>
                  </a:lnTo>
                  <a:lnTo>
                    <a:pt x="351722" y="745222"/>
                  </a:lnTo>
                  <a:lnTo>
                    <a:pt x="281377" y="742494"/>
                  </a:lnTo>
                  <a:lnTo>
                    <a:pt x="211033" y="739746"/>
                  </a:lnTo>
                  <a:lnTo>
                    <a:pt x="140688" y="736980"/>
                  </a:lnTo>
                  <a:lnTo>
                    <a:pt x="70344" y="734194"/>
                  </a:lnTo>
                  <a:lnTo>
                    <a:pt x="0" y="731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263978"/>
              <a:ext cx="6964104" cy="932863"/>
            </a:xfrm>
            <a:custGeom>
              <a:avLst/>
              <a:pathLst>
                <a:path w="6964104" h="932863">
                  <a:moveTo>
                    <a:pt x="0" y="0"/>
                  </a:moveTo>
                  <a:lnTo>
                    <a:pt x="70344" y="34348"/>
                  </a:lnTo>
                  <a:lnTo>
                    <a:pt x="140688" y="67659"/>
                  </a:lnTo>
                  <a:lnTo>
                    <a:pt x="211033" y="99962"/>
                  </a:lnTo>
                  <a:lnTo>
                    <a:pt x="281377" y="131289"/>
                  </a:lnTo>
                  <a:lnTo>
                    <a:pt x="351722" y="161669"/>
                  </a:lnTo>
                  <a:lnTo>
                    <a:pt x="422066" y="191131"/>
                  </a:lnTo>
                  <a:lnTo>
                    <a:pt x="492411" y="219702"/>
                  </a:lnTo>
                  <a:lnTo>
                    <a:pt x="562755" y="247410"/>
                  </a:lnTo>
                  <a:lnTo>
                    <a:pt x="633100" y="274280"/>
                  </a:lnTo>
                  <a:lnTo>
                    <a:pt x="703444" y="300337"/>
                  </a:lnTo>
                  <a:lnTo>
                    <a:pt x="773789" y="325607"/>
                  </a:lnTo>
                  <a:lnTo>
                    <a:pt x="844133" y="350114"/>
                  </a:lnTo>
                  <a:lnTo>
                    <a:pt x="914478" y="373879"/>
                  </a:lnTo>
                  <a:lnTo>
                    <a:pt x="984822" y="396926"/>
                  </a:lnTo>
                  <a:lnTo>
                    <a:pt x="1055167" y="419276"/>
                  </a:lnTo>
                  <a:lnTo>
                    <a:pt x="1125511" y="440951"/>
                  </a:lnTo>
                  <a:lnTo>
                    <a:pt x="1195856" y="461971"/>
                  </a:lnTo>
                  <a:lnTo>
                    <a:pt x="1266200" y="482355"/>
                  </a:lnTo>
                  <a:lnTo>
                    <a:pt x="1336545" y="502123"/>
                  </a:lnTo>
                  <a:lnTo>
                    <a:pt x="1406889" y="521293"/>
                  </a:lnTo>
                  <a:lnTo>
                    <a:pt x="1477234" y="539884"/>
                  </a:lnTo>
                  <a:lnTo>
                    <a:pt x="1547578" y="557913"/>
                  </a:lnTo>
                  <a:lnTo>
                    <a:pt x="1617923" y="575397"/>
                  </a:lnTo>
                  <a:lnTo>
                    <a:pt x="1688267" y="592353"/>
                  </a:lnTo>
                  <a:lnTo>
                    <a:pt x="1758612" y="608796"/>
                  </a:lnTo>
                  <a:lnTo>
                    <a:pt x="1828956" y="624742"/>
                  </a:lnTo>
                  <a:lnTo>
                    <a:pt x="1899301" y="640206"/>
                  </a:lnTo>
                  <a:lnTo>
                    <a:pt x="1969645" y="655202"/>
                  </a:lnTo>
                  <a:lnTo>
                    <a:pt x="2039990" y="669745"/>
                  </a:lnTo>
                  <a:lnTo>
                    <a:pt x="2110334" y="683849"/>
                  </a:lnTo>
                  <a:lnTo>
                    <a:pt x="2180679" y="697526"/>
                  </a:lnTo>
                  <a:lnTo>
                    <a:pt x="2251023" y="710790"/>
                  </a:lnTo>
                  <a:lnTo>
                    <a:pt x="2321368" y="723653"/>
                  </a:lnTo>
                  <a:lnTo>
                    <a:pt x="2391712" y="736127"/>
                  </a:lnTo>
                  <a:lnTo>
                    <a:pt x="2462057" y="748224"/>
                  </a:lnTo>
                  <a:lnTo>
                    <a:pt x="2532401" y="759955"/>
                  </a:lnTo>
                  <a:lnTo>
                    <a:pt x="2602746" y="771332"/>
                  </a:lnTo>
                  <a:lnTo>
                    <a:pt x="2673090" y="782364"/>
                  </a:lnTo>
                  <a:lnTo>
                    <a:pt x="2743435" y="793064"/>
                  </a:lnTo>
                  <a:lnTo>
                    <a:pt x="2813779" y="803440"/>
                  </a:lnTo>
                  <a:lnTo>
                    <a:pt x="2884124" y="813502"/>
                  </a:lnTo>
                  <a:lnTo>
                    <a:pt x="2954468" y="823260"/>
                  </a:lnTo>
                  <a:lnTo>
                    <a:pt x="3024813" y="832723"/>
                  </a:lnTo>
                  <a:lnTo>
                    <a:pt x="3095157" y="838103"/>
                  </a:lnTo>
                  <a:lnTo>
                    <a:pt x="3165502" y="840169"/>
                  </a:lnTo>
                  <a:lnTo>
                    <a:pt x="3235846" y="842221"/>
                  </a:lnTo>
                  <a:lnTo>
                    <a:pt x="3306191" y="844258"/>
                  </a:lnTo>
                  <a:lnTo>
                    <a:pt x="3376535" y="846282"/>
                  </a:lnTo>
                  <a:lnTo>
                    <a:pt x="3446880" y="848291"/>
                  </a:lnTo>
                  <a:lnTo>
                    <a:pt x="3517224" y="850286"/>
                  </a:lnTo>
                  <a:lnTo>
                    <a:pt x="3587569" y="852268"/>
                  </a:lnTo>
                  <a:lnTo>
                    <a:pt x="3657913" y="854236"/>
                  </a:lnTo>
                  <a:lnTo>
                    <a:pt x="3728257" y="856190"/>
                  </a:lnTo>
                  <a:lnTo>
                    <a:pt x="3798602" y="858131"/>
                  </a:lnTo>
                  <a:lnTo>
                    <a:pt x="3868946" y="860058"/>
                  </a:lnTo>
                  <a:lnTo>
                    <a:pt x="3939291" y="861972"/>
                  </a:lnTo>
                  <a:lnTo>
                    <a:pt x="4009635" y="863873"/>
                  </a:lnTo>
                  <a:lnTo>
                    <a:pt x="4079980" y="865761"/>
                  </a:lnTo>
                  <a:lnTo>
                    <a:pt x="4150324" y="867635"/>
                  </a:lnTo>
                  <a:lnTo>
                    <a:pt x="4220669" y="869496"/>
                  </a:lnTo>
                  <a:lnTo>
                    <a:pt x="4291013" y="871345"/>
                  </a:lnTo>
                  <a:lnTo>
                    <a:pt x="4361358" y="873181"/>
                  </a:lnTo>
                  <a:lnTo>
                    <a:pt x="4431702" y="875004"/>
                  </a:lnTo>
                  <a:lnTo>
                    <a:pt x="4502047" y="876814"/>
                  </a:lnTo>
                  <a:lnTo>
                    <a:pt x="4572391" y="878612"/>
                  </a:lnTo>
                  <a:lnTo>
                    <a:pt x="4642736" y="880397"/>
                  </a:lnTo>
                  <a:lnTo>
                    <a:pt x="4713080" y="882171"/>
                  </a:lnTo>
                  <a:lnTo>
                    <a:pt x="4783425" y="883931"/>
                  </a:lnTo>
                  <a:lnTo>
                    <a:pt x="4853769" y="885680"/>
                  </a:lnTo>
                  <a:lnTo>
                    <a:pt x="4924114" y="887416"/>
                  </a:lnTo>
                  <a:lnTo>
                    <a:pt x="4994458" y="889141"/>
                  </a:lnTo>
                  <a:lnTo>
                    <a:pt x="5064803" y="890853"/>
                  </a:lnTo>
                  <a:lnTo>
                    <a:pt x="5135147" y="892554"/>
                  </a:lnTo>
                  <a:lnTo>
                    <a:pt x="5205492" y="894243"/>
                  </a:lnTo>
                  <a:lnTo>
                    <a:pt x="5275836" y="895920"/>
                  </a:lnTo>
                  <a:lnTo>
                    <a:pt x="5346181" y="897585"/>
                  </a:lnTo>
                  <a:lnTo>
                    <a:pt x="5416525" y="899239"/>
                  </a:lnTo>
                  <a:lnTo>
                    <a:pt x="5486870" y="900882"/>
                  </a:lnTo>
                  <a:lnTo>
                    <a:pt x="5557214" y="902513"/>
                  </a:lnTo>
                  <a:lnTo>
                    <a:pt x="5627559" y="904133"/>
                  </a:lnTo>
                  <a:lnTo>
                    <a:pt x="5697903" y="905741"/>
                  </a:lnTo>
                  <a:lnTo>
                    <a:pt x="5768248" y="907339"/>
                  </a:lnTo>
                  <a:lnTo>
                    <a:pt x="5838592" y="908925"/>
                  </a:lnTo>
                  <a:lnTo>
                    <a:pt x="5908937" y="910501"/>
                  </a:lnTo>
                  <a:lnTo>
                    <a:pt x="5979281" y="912065"/>
                  </a:lnTo>
                  <a:lnTo>
                    <a:pt x="6049626" y="913619"/>
                  </a:lnTo>
                  <a:lnTo>
                    <a:pt x="6119970" y="915162"/>
                  </a:lnTo>
                  <a:lnTo>
                    <a:pt x="6190315" y="916694"/>
                  </a:lnTo>
                  <a:lnTo>
                    <a:pt x="6260659" y="918215"/>
                  </a:lnTo>
                  <a:lnTo>
                    <a:pt x="6331004" y="919726"/>
                  </a:lnTo>
                  <a:lnTo>
                    <a:pt x="6401348" y="921227"/>
                  </a:lnTo>
                  <a:lnTo>
                    <a:pt x="6471693" y="922717"/>
                  </a:lnTo>
                  <a:lnTo>
                    <a:pt x="6542037" y="924197"/>
                  </a:lnTo>
                  <a:lnTo>
                    <a:pt x="6612382" y="925666"/>
                  </a:lnTo>
                  <a:lnTo>
                    <a:pt x="6682726" y="927126"/>
                  </a:lnTo>
                  <a:lnTo>
                    <a:pt x="6753071" y="928575"/>
                  </a:lnTo>
                  <a:lnTo>
                    <a:pt x="6823415" y="930014"/>
                  </a:lnTo>
                  <a:lnTo>
                    <a:pt x="6893760" y="931444"/>
                  </a:lnTo>
                  <a:lnTo>
                    <a:pt x="6964104" y="932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995367"/>
              <a:ext cx="6964104" cy="350503"/>
            </a:xfrm>
            <a:custGeom>
              <a:avLst/>
              <a:pathLst>
                <a:path w="6964104" h="350503">
                  <a:moveTo>
                    <a:pt x="6964104" y="350503"/>
                  </a:moveTo>
                  <a:lnTo>
                    <a:pt x="6893760" y="348807"/>
                  </a:lnTo>
                  <a:lnTo>
                    <a:pt x="6823415" y="347057"/>
                  </a:lnTo>
                  <a:lnTo>
                    <a:pt x="6753071" y="345254"/>
                  </a:lnTo>
                  <a:lnTo>
                    <a:pt x="6682726" y="343394"/>
                  </a:lnTo>
                  <a:lnTo>
                    <a:pt x="6612382" y="341476"/>
                  </a:lnTo>
                  <a:lnTo>
                    <a:pt x="6542037" y="339498"/>
                  </a:lnTo>
                  <a:lnTo>
                    <a:pt x="6471693" y="337458"/>
                  </a:lnTo>
                  <a:lnTo>
                    <a:pt x="6401348" y="335355"/>
                  </a:lnTo>
                  <a:lnTo>
                    <a:pt x="6331004" y="333187"/>
                  </a:lnTo>
                  <a:lnTo>
                    <a:pt x="6260659" y="330951"/>
                  </a:lnTo>
                  <a:lnTo>
                    <a:pt x="6190315" y="328645"/>
                  </a:lnTo>
                  <a:lnTo>
                    <a:pt x="6119970" y="326267"/>
                  </a:lnTo>
                  <a:lnTo>
                    <a:pt x="6049626" y="323815"/>
                  </a:lnTo>
                  <a:lnTo>
                    <a:pt x="5979281" y="321287"/>
                  </a:lnTo>
                  <a:lnTo>
                    <a:pt x="5908937" y="318680"/>
                  </a:lnTo>
                  <a:lnTo>
                    <a:pt x="5838592" y="315991"/>
                  </a:lnTo>
                  <a:lnTo>
                    <a:pt x="5768248" y="313219"/>
                  </a:lnTo>
                  <a:lnTo>
                    <a:pt x="5697903" y="310361"/>
                  </a:lnTo>
                  <a:lnTo>
                    <a:pt x="5627559" y="307413"/>
                  </a:lnTo>
                  <a:lnTo>
                    <a:pt x="5557214" y="304374"/>
                  </a:lnTo>
                  <a:lnTo>
                    <a:pt x="5486870" y="301239"/>
                  </a:lnTo>
                  <a:lnTo>
                    <a:pt x="5416525" y="298007"/>
                  </a:lnTo>
                  <a:lnTo>
                    <a:pt x="5346181" y="294675"/>
                  </a:lnTo>
                  <a:lnTo>
                    <a:pt x="5275836" y="291238"/>
                  </a:lnTo>
                  <a:lnTo>
                    <a:pt x="5205492" y="287694"/>
                  </a:lnTo>
                  <a:lnTo>
                    <a:pt x="5135147" y="284040"/>
                  </a:lnTo>
                  <a:lnTo>
                    <a:pt x="5064803" y="280272"/>
                  </a:lnTo>
                  <a:lnTo>
                    <a:pt x="4994458" y="276386"/>
                  </a:lnTo>
                  <a:lnTo>
                    <a:pt x="4924114" y="272380"/>
                  </a:lnTo>
                  <a:lnTo>
                    <a:pt x="4853769" y="268248"/>
                  </a:lnTo>
                  <a:lnTo>
                    <a:pt x="4783425" y="263988"/>
                  </a:lnTo>
                  <a:lnTo>
                    <a:pt x="4713080" y="259595"/>
                  </a:lnTo>
                  <a:lnTo>
                    <a:pt x="4642736" y="255065"/>
                  </a:lnTo>
                  <a:lnTo>
                    <a:pt x="4572391" y="250394"/>
                  </a:lnTo>
                  <a:lnTo>
                    <a:pt x="4502047" y="245577"/>
                  </a:lnTo>
                  <a:lnTo>
                    <a:pt x="4431702" y="240610"/>
                  </a:lnTo>
                  <a:lnTo>
                    <a:pt x="4361358" y="235488"/>
                  </a:lnTo>
                  <a:lnTo>
                    <a:pt x="4291013" y="230206"/>
                  </a:lnTo>
                  <a:lnTo>
                    <a:pt x="4220669" y="224760"/>
                  </a:lnTo>
                  <a:lnTo>
                    <a:pt x="4150324" y="219144"/>
                  </a:lnTo>
                  <a:lnTo>
                    <a:pt x="4079980" y="213354"/>
                  </a:lnTo>
                  <a:lnTo>
                    <a:pt x="4009635" y="207382"/>
                  </a:lnTo>
                  <a:lnTo>
                    <a:pt x="3939291" y="201225"/>
                  </a:lnTo>
                  <a:lnTo>
                    <a:pt x="3868946" y="194875"/>
                  </a:lnTo>
                  <a:lnTo>
                    <a:pt x="3798602" y="188328"/>
                  </a:lnTo>
                  <a:lnTo>
                    <a:pt x="3728257" y="181576"/>
                  </a:lnTo>
                  <a:lnTo>
                    <a:pt x="3657913" y="174614"/>
                  </a:lnTo>
                  <a:lnTo>
                    <a:pt x="3587569" y="167435"/>
                  </a:lnTo>
                  <a:lnTo>
                    <a:pt x="3517224" y="160033"/>
                  </a:lnTo>
                  <a:lnTo>
                    <a:pt x="3446880" y="152399"/>
                  </a:lnTo>
                  <a:lnTo>
                    <a:pt x="3376535" y="144528"/>
                  </a:lnTo>
                  <a:lnTo>
                    <a:pt x="3306191" y="136411"/>
                  </a:lnTo>
                  <a:lnTo>
                    <a:pt x="3235846" y="128041"/>
                  </a:lnTo>
                  <a:lnTo>
                    <a:pt x="3165502" y="119411"/>
                  </a:lnTo>
                  <a:lnTo>
                    <a:pt x="3095157" y="110511"/>
                  </a:lnTo>
                  <a:lnTo>
                    <a:pt x="3024813" y="104634"/>
                  </a:lnTo>
                  <a:lnTo>
                    <a:pt x="2954468" y="102539"/>
                  </a:lnTo>
                  <a:lnTo>
                    <a:pt x="2884124" y="100429"/>
                  </a:lnTo>
                  <a:lnTo>
                    <a:pt x="2813779" y="98305"/>
                  </a:lnTo>
                  <a:lnTo>
                    <a:pt x="2743435" y="96165"/>
                  </a:lnTo>
                  <a:lnTo>
                    <a:pt x="2673090" y="94011"/>
                  </a:lnTo>
                  <a:lnTo>
                    <a:pt x="2602746" y="91842"/>
                  </a:lnTo>
                  <a:lnTo>
                    <a:pt x="2532401" y="89658"/>
                  </a:lnTo>
                  <a:lnTo>
                    <a:pt x="2462057" y="87459"/>
                  </a:lnTo>
                  <a:lnTo>
                    <a:pt x="2391712" y="85244"/>
                  </a:lnTo>
                  <a:lnTo>
                    <a:pt x="2321368" y="83013"/>
                  </a:lnTo>
                  <a:lnTo>
                    <a:pt x="2251023" y="80768"/>
                  </a:lnTo>
                  <a:lnTo>
                    <a:pt x="2180679" y="78506"/>
                  </a:lnTo>
                  <a:lnTo>
                    <a:pt x="2110334" y="76229"/>
                  </a:lnTo>
                  <a:lnTo>
                    <a:pt x="2039990" y="73936"/>
                  </a:lnTo>
                  <a:lnTo>
                    <a:pt x="1969645" y="71627"/>
                  </a:lnTo>
                  <a:lnTo>
                    <a:pt x="1899301" y="69301"/>
                  </a:lnTo>
                  <a:lnTo>
                    <a:pt x="1828956" y="66960"/>
                  </a:lnTo>
                  <a:lnTo>
                    <a:pt x="1758612" y="64602"/>
                  </a:lnTo>
                  <a:lnTo>
                    <a:pt x="1688267" y="62228"/>
                  </a:lnTo>
                  <a:lnTo>
                    <a:pt x="1617923" y="59837"/>
                  </a:lnTo>
                  <a:lnTo>
                    <a:pt x="1547578" y="57429"/>
                  </a:lnTo>
                  <a:lnTo>
                    <a:pt x="1477234" y="55005"/>
                  </a:lnTo>
                  <a:lnTo>
                    <a:pt x="1406889" y="52564"/>
                  </a:lnTo>
                  <a:lnTo>
                    <a:pt x="1336545" y="50106"/>
                  </a:lnTo>
                  <a:lnTo>
                    <a:pt x="1266200" y="47630"/>
                  </a:lnTo>
                  <a:lnTo>
                    <a:pt x="1195856" y="45137"/>
                  </a:lnTo>
                  <a:lnTo>
                    <a:pt x="1125511" y="42627"/>
                  </a:lnTo>
                  <a:lnTo>
                    <a:pt x="1055167" y="40100"/>
                  </a:lnTo>
                  <a:lnTo>
                    <a:pt x="984822" y="37555"/>
                  </a:lnTo>
                  <a:lnTo>
                    <a:pt x="914478" y="34992"/>
                  </a:lnTo>
                  <a:lnTo>
                    <a:pt x="844133" y="32411"/>
                  </a:lnTo>
                  <a:lnTo>
                    <a:pt x="773789" y="29812"/>
                  </a:lnTo>
                  <a:lnTo>
                    <a:pt x="703444" y="27195"/>
                  </a:lnTo>
                  <a:lnTo>
                    <a:pt x="633100" y="24560"/>
                  </a:lnTo>
                  <a:lnTo>
                    <a:pt x="562755" y="21906"/>
                  </a:lnTo>
                  <a:lnTo>
                    <a:pt x="492411" y="19234"/>
                  </a:lnTo>
                  <a:lnTo>
                    <a:pt x="422066" y="16543"/>
                  </a:lnTo>
                  <a:lnTo>
                    <a:pt x="351722" y="13834"/>
                  </a:lnTo>
                  <a:lnTo>
                    <a:pt x="281377" y="11105"/>
                  </a:lnTo>
                  <a:lnTo>
                    <a:pt x="211033" y="8358"/>
                  </a:lnTo>
                  <a:lnTo>
                    <a:pt x="140688" y="5591"/>
                  </a:lnTo>
                  <a:lnTo>
                    <a:pt x="70344" y="28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721969"/>
              <a:ext cx="6964104" cy="573098"/>
            </a:xfrm>
            <a:custGeom>
              <a:avLst/>
              <a:pathLst>
                <a:path w="6964104" h="573098">
                  <a:moveTo>
                    <a:pt x="0" y="0"/>
                  </a:moveTo>
                  <a:lnTo>
                    <a:pt x="70344" y="12648"/>
                  </a:lnTo>
                  <a:lnTo>
                    <a:pt x="140688" y="25062"/>
                  </a:lnTo>
                  <a:lnTo>
                    <a:pt x="211033" y="37243"/>
                  </a:lnTo>
                  <a:lnTo>
                    <a:pt x="281377" y="49198"/>
                  </a:lnTo>
                  <a:lnTo>
                    <a:pt x="351722" y="60929"/>
                  </a:lnTo>
                  <a:lnTo>
                    <a:pt x="422066" y="72442"/>
                  </a:lnTo>
                  <a:lnTo>
                    <a:pt x="492411" y="83740"/>
                  </a:lnTo>
                  <a:lnTo>
                    <a:pt x="562755" y="94827"/>
                  </a:lnTo>
                  <a:lnTo>
                    <a:pt x="633100" y="105708"/>
                  </a:lnTo>
                  <a:lnTo>
                    <a:pt x="703444" y="116386"/>
                  </a:lnTo>
                  <a:lnTo>
                    <a:pt x="773789" y="126864"/>
                  </a:lnTo>
                  <a:lnTo>
                    <a:pt x="844133" y="137148"/>
                  </a:lnTo>
                  <a:lnTo>
                    <a:pt x="914478" y="147239"/>
                  </a:lnTo>
                  <a:lnTo>
                    <a:pt x="984822" y="157142"/>
                  </a:lnTo>
                  <a:lnTo>
                    <a:pt x="1055167" y="166861"/>
                  </a:lnTo>
                  <a:lnTo>
                    <a:pt x="1125511" y="176398"/>
                  </a:lnTo>
                  <a:lnTo>
                    <a:pt x="1195856" y="185758"/>
                  </a:lnTo>
                  <a:lnTo>
                    <a:pt x="1266200" y="194943"/>
                  </a:lnTo>
                  <a:lnTo>
                    <a:pt x="1336545" y="203957"/>
                  </a:lnTo>
                  <a:lnTo>
                    <a:pt x="1406889" y="212803"/>
                  </a:lnTo>
                  <a:lnTo>
                    <a:pt x="1477234" y="221483"/>
                  </a:lnTo>
                  <a:lnTo>
                    <a:pt x="1547578" y="230002"/>
                  </a:lnTo>
                  <a:lnTo>
                    <a:pt x="1617923" y="238362"/>
                  </a:lnTo>
                  <a:lnTo>
                    <a:pt x="1688267" y="246566"/>
                  </a:lnTo>
                  <a:lnTo>
                    <a:pt x="1758612" y="254617"/>
                  </a:lnTo>
                  <a:lnTo>
                    <a:pt x="1828956" y="262518"/>
                  </a:lnTo>
                  <a:lnTo>
                    <a:pt x="1899301" y="270272"/>
                  </a:lnTo>
                  <a:lnTo>
                    <a:pt x="1969645" y="277881"/>
                  </a:lnTo>
                  <a:lnTo>
                    <a:pt x="2039990" y="285348"/>
                  </a:lnTo>
                  <a:lnTo>
                    <a:pt x="2110334" y="292676"/>
                  </a:lnTo>
                  <a:lnTo>
                    <a:pt x="2180679" y="299868"/>
                  </a:lnTo>
                  <a:lnTo>
                    <a:pt x="2251023" y="306925"/>
                  </a:lnTo>
                  <a:lnTo>
                    <a:pt x="2321368" y="313850"/>
                  </a:lnTo>
                  <a:lnTo>
                    <a:pt x="2391712" y="320647"/>
                  </a:lnTo>
                  <a:lnTo>
                    <a:pt x="2462057" y="327317"/>
                  </a:lnTo>
                  <a:lnTo>
                    <a:pt x="2532401" y="333862"/>
                  </a:lnTo>
                  <a:lnTo>
                    <a:pt x="2602746" y="340285"/>
                  </a:lnTo>
                  <a:lnTo>
                    <a:pt x="2673090" y="346589"/>
                  </a:lnTo>
                  <a:lnTo>
                    <a:pt x="2743435" y="352775"/>
                  </a:lnTo>
                  <a:lnTo>
                    <a:pt x="2813779" y="358845"/>
                  </a:lnTo>
                  <a:lnTo>
                    <a:pt x="2884124" y="364803"/>
                  </a:lnTo>
                  <a:lnTo>
                    <a:pt x="2954468" y="370649"/>
                  </a:lnTo>
                  <a:lnTo>
                    <a:pt x="3024813" y="376386"/>
                  </a:lnTo>
                  <a:lnTo>
                    <a:pt x="3095157" y="382017"/>
                  </a:lnTo>
                  <a:lnTo>
                    <a:pt x="3165502" y="387542"/>
                  </a:lnTo>
                  <a:lnTo>
                    <a:pt x="3235846" y="392964"/>
                  </a:lnTo>
                  <a:lnTo>
                    <a:pt x="3306191" y="398286"/>
                  </a:lnTo>
                  <a:lnTo>
                    <a:pt x="3376535" y="403508"/>
                  </a:lnTo>
                  <a:lnTo>
                    <a:pt x="3446880" y="408632"/>
                  </a:lnTo>
                  <a:lnTo>
                    <a:pt x="3517224" y="413661"/>
                  </a:lnTo>
                  <a:lnTo>
                    <a:pt x="3587569" y="418597"/>
                  </a:lnTo>
                  <a:lnTo>
                    <a:pt x="3657913" y="423440"/>
                  </a:lnTo>
                  <a:lnTo>
                    <a:pt x="3728257" y="428193"/>
                  </a:lnTo>
                  <a:lnTo>
                    <a:pt x="3798602" y="432857"/>
                  </a:lnTo>
                  <a:lnTo>
                    <a:pt x="3868946" y="437434"/>
                  </a:lnTo>
                  <a:lnTo>
                    <a:pt x="3939291" y="441926"/>
                  </a:lnTo>
                  <a:lnTo>
                    <a:pt x="4009635" y="446334"/>
                  </a:lnTo>
                  <a:lnTo>
                    <a:pt x="4079980" y="450660"/>
                  </a:lnTo>
                  <a:lnTo>
                    <a:pt x="4150324" y="454906"/>
                  </a:lnTo>
                  <a:lnTo>
                    <a:pt x="4220669" y="459072"/>
                  </a:lnTo>
                  <a:lnTo>
                    <a:pt x="4291013" y="463160"/>
                  </a:lnTo>
                  <a:lnTo>
                    <a:pt x="4361358" y="467173"/>
                  </a:lnTo>
                  <a:lnTo>
                    <a:pt x="4431702" y="471110"/>
                  </a:lnTo>
                  <a:lnTo>
                    <a:pt x="4502047" y="474974"/>
                  </a:lnTo>
                  <a:lnTo>
                    <a:pt x="4572391" y="478766"/>
                  </a:lnTo>
                  <a:lnTo>
                    <a:pt x="4642736" y="482487"/>
                  </a:lnTo>
                  <a:lnTo>
                    <a:pt x="4713080" y="486139"/>
                  </a:lnTo>
                  <a:lnTo>
                    <a:pt x="4783425" y="489723"/>
                  </a:lnTo>
                  <a:lnTo>
                    <a:pt x="4853769" y="493240"/>
                  </a:lnTo>
                  <a:lnTo>
                    <a:pt x="4924114" y="496691"/>
                  </a:lnTo>
                  <a:lnTo>
                    <a:pt x="4994458" y="500078"/>
                  </a:lnTo>
                  <a:lnTo>
                    <a:pt x="5064803" y="503402"/>
                  </a:lnTo>
                  <a:lnTo>
                    <a:pt x="5135147" y="506664"/>
                  </a:lnTo>
                  <a:lnTo>
                    <a:pt x="5205492" y="509865"/>
                  </a:lnTo>
                  <a:lnTo>
                    <a:pt x="5275836" y="513006"/>
                  </a:lnTo>
                  <a:lnTo>
                    <a:pt x="5346181" y="516089"/>
                  </a:lnTo>
                  <a:lnTo>
                    <a:pt x="5416525" y="519114"/>
                  </a:lnTo>
                  <a:lnTo>
                    <a:pt x="5486870" y="522083"/>
                  </a:lnTo>
                  <a:lnTo>
                    <a:pt x="5557214" y="524996"/>
                  </a:lnTo>
                  <a:lnTo>
                    <a:pt x="5627559" y="527856"/>
                  </a:lnTo>
                  <a:lnTo>
                    <a:pt x="5697903" y="530661"/>
                  </a:lnTo>
                  <a:lnTo>
                    <a:pt x="5768248" y="533415"/>
                  </a:lnTo>
                  <a:lnTo>
                    <a:pt x="5838592" y="536117"/>
                  </a:lnTo>
                  <a:lnTo>
                    <a:pt x="5908937" y="538769"/>
                  </a:lnTo>
                  <a:lnTo>
                    <a:pt x="5979281" y="541371"/>
                  </a:lnTo>
                  <a:lnTo>
                    <a:pt x="6049626" y="543925"/>
                  </a:lnTo>
                  <a:lnTo>
                    <a:pt x="6119970" y="546431"/>
                  </a:lnTo>
                  <a:lnTo>
                    <a:pt x="6190315" y="548891"/>
                  </a:lnTo>
                  <a:lnTo>
                    <a:pt x="6260659" y="551304"/>
                  </a:lnTo>
                  <a:lnTo>
                    <a:pt x="6331004" y="553673"/>
                  </a:lnTo>
                  <a:lnTo>
                    <a:pt x="6401348" y="555997"/>
                  </a:lnTo>
                  <a:lnTo>
                    <a:pt x="6471693" y="558278"/>
                  </a:lnTo>
                  <a:lnTo>
                    <a:pt x="6542037" y="560517"/>
                  </a:lnTo>
                  <a:lnTo>
                    <a:pt x="6612382" y="562714"/>
                  </a:lnTo>
                  <a:lnTo>
                    <a:pt x="6682726" y="564870"/>
                  </a:lnTo>
                  <a:lnTo>
                    <a:pt x="6753071" y="566985"/>
                  </a:lnTo>
                  <a:lnTo>
                    <a:pt x="6823415" y="569061"/>
                  </a:lnTo>
                  <a:lnTo>
                    <a:pt x="6893760" y="571099"/>
                  </a:lnTo>
                  <a:lnTo>
                    <a:pt x="6964104" y="5730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457370"/>
              <a:ext cx="6964104" cy="1081892"/>
            </a:xfrm>
            <a:custGeom>
              <a:avLst/>
              <a:pathLst>
                <a:path w="6964104" h="1081892">
                  <a:moveTo>
                    <a:pt x="0" y="0"/>
                  </a:moveTo>
                  <a:lnTo>
                    <a:pt x="70344" y="34348"/>
                  </a:lnTo>
                  <a:lnTo>
                    <a:pt x="140688" y="67659"/>
                  </a:lnTo>
                  <a:lnTo>
                    <a:pt x="211033" y="99962"/>
                  </a:lnTo>
                  <a:lnTo>
                    <a:pt x="281377" y="131289"/>
                  </a:lnTo>
                  <a:lnTo>
                    <a:pt x="351722" y="161669"/>
                  </a:lnTo>
                  <a:lnTo>
                    <a:pt x="422066" y="191131"/>
                  </a:lnTo>
                  <a:lnTo>
                    <a:pt x="492411" y="219702"/>
                  </a:lnTo>
                  <a:lnTo>
                    <a:pt x="562755" y="247410"/>
                  </a:lnTo>
                  <a:lnTo>
                    <a:pt x="633100" y="274280"/>
                  </a:lnTo>
                  <a:lnTo>
                    <a:pt x="703444" y="300337"/>
                  </a:lnTo>
                  <a:lnTo>
                    <a:pt x="773789" y="325607"/>
                  </a:lnTo>
                  <a:lnTo>
                    <a:pt x="844133" y="350114"/>
                  </a:lnTo>
                  <a:lnTo>
                    <a:pt x="914478" y="373879"/>
                  </a:lnTo>
                  <a:lnTo>
                    <a:pt x="984822" y="396926"/>
                  </a:lnTo>
                  <a:lnTo>
                    <a:pt x="1055167" y="419276"/>
                  </a:lnTo>
                  <a:lnTo>
                    <a:pt x="1125511" y="440951"/>
                  </a:lnTo>
                  <a:lnTo>
                    <a:pt x="1195856" y="461971"/>
                  </a:lnTo>
                  <a:lnTo>
                    <a:pt x="1266200" y="482355"/>
                  </a:lnTo>
                  <a:lnTo>
                    <a:pt x="1336545" y="502123"/>
                  </a:lnTo>
                  <a:lnTo>
                    <a:pt x="1406889" y="521293"/>
                  </a:lnTo>
                  <a:lnTo>
                    <a:pt x="1477234" y="539884"/>
                  </a:lnTo>
                  <a:lnTo>
                    <a:pt x="1547578" y="557913"/>
                  </a:lnTo>
                  <a:lnTo>
                    <a:pt x="1617923" y="575397"/>
                  </a:lnTo>
                  <a:lnTo>
                    <a:pt x="1688267" y="592353"/>
                  </a:lnTo>
                  <a:lnTo>
                    <a:pt x="1758612" y="608796"/>
                  </a:lnTo>
                  <a:lnTo>
                    <a:pt x="1828956" y="624742"/>
                  </a:lnTo>
                  <a:lnTo>
                    <a:pt x="1899301" y="640206"/>
                  </a:lnTo>
                  <a:lnTo>
                    <a:pt x="1969645" y="655202"/>
                  </a:lnTo>
                  <a:lnTo>
                    <a:pt x="2039990" y="669745"/>
                  </a:lnTo>
                  <a:lnTo>
                    <a:pt x="2110334" y="683849"/>
                  </a:lnTo>
                  <a:lnTo>
                    <a:pt x="2180679" y="697526"/>
                  </a:lnTo>
                  <a:lnTo>
                    <a:pt x="2251023" y="710790"/>
                  </a:lnTo>
                  <a:lnTo>
                    <a:pt x="2321368" y="723653"/>
                  </a:lnTo>
                  <a:lnTo>
                    <a:pt x="2391712" y="736127"/>
                  </a:lnTo>
                  <a:lnTo>
                    <a:pt x="2462057" y="748224"/>
                  </a:lnTo>
                  <a:lnTo>
                    <a:pt x="2532401" y="759955"/>
                  </a:lnTo>
                  <a:lnTo>
                    <a:pt x="2602746" y="771332"/>
                  </a:lnTo>
                  <a:lnTo>
                    <a:pt x="2673090" y="782364"/>
                  </a:lnTo>
                  <a:lnTo>
                    <a:pt x="2743435" y="793064"/>
                  </a:lnTo>
                  <a:lnTo>
                    <a:pt x="2813779" y="803440"/>
                  </a:lnTo>
                  <a:lnTo>
                    <a:pt x="2884124" y="813502"/>
                  </a:lnTo>
                  <a:lnTo>
                    <a:pt x="2954468" y="823260"/>
                  </a:lnTo>
                  <a:lnTo>
                    <a:pt x="3024813" y="832723"/>
                  </a:lnTo>
                  <a:lnTo>
                    <a:pt x="3095157" y="838103"/>
                  </a:lnTo>
                  <a:lnTo>
                    <a:pt x="3165502" y="840169"/>
                  </a:lnTo>
                  <a:lnTo>
                    <a:pt x="3235846" y="842221"/>
                  </a:lnTo>
                  <a:lnTo>
                    <a:pt x="3306191" y="844258"/>
                  </a:lnTo>
                  <a:lnTo>
                    <a:pt x="3376535" y="846282"/>
                  </a:lnTo>
                  <a:lnTo>
                    <a:pt x="3446880" y="848291"/>
                  </a:lnTo>
                  <a:lnTo>
                    <a:pt x="3517224" y="850286"/>
                  </a:lnTo>
                  <a:lnTo>
                    <a:pt x="3587569" y="852268"/>
                  </a:lnTo>
                  <a:lnTo>
                    <a:pt x="3657913" y="854236"/>
                  </a:lnTo>
                  <a:lnTo>
                    <a:pt x="3728257" y="856190"/>
                  </a:lnTo>
                  <a:lnTo>
                    <a:pt x="3798602" y="858131"/>
                  </a:lnTo>
                  <a:lnTo>
                    <a:pt x="3868946" y="860058"/>
                  </a:lnTo>
                  <a:lnTo>
                    <a:pt x="3939291" y="861972"/>
                  </a:lnTo>
                  <a:lnTo>
                    <a:pt x="4009635" y="863873"/>
                  </a:lnTo>
                  <a:lnTo>
                    <a:pt x="4079980" y="865761"/>
                  </a:lnTo>
                  <a:lnTo>
                    <a:pt x="4150324" y="867635"/>
                  </a:lnTo>
                  <a:lnTo>
                    <a:pt x="4220669" y="869496"/>
                  </a:lnTo>
                  <a:lnTo>
                    <a:pt x="4291013" y="871345"/>
                  </a:lnTo>
                  <a:lnTo>
                    <a:pt x="4361358" y="873181"/>
                  </a:lnTo>
                  <a:lnTo>
                    <a:pt x="4431702" y="875004"/>
                  </a:lnTo>
                  <a:lnTo>
                    <a:pt x="4502047" y="876814"/>
                  </a:lnTo>
                  <a:lnTo>
                    <a:pt x="4572391" y="878612"/>
                  </a:lnTo>
                  <a:lnTo>
                    <a:pt x="4642736" y="880397"/>
                  </a:lnTo>
                  <a:lnTo>
                    <a:pt x="4713080" y="882171"/>
                  </a:lnTo>
                  <a:lnTo>
                    <a:pt x="4783425" y="883931"/>
                  </a:lnTo>
                  <a:lnTo>
                    <a:pt x="4853769" y="885680"/>
                  </a:lnTo>
                  <a:lnTo>
                    <a:pt x="4924114" y="887416"/>
                  </a:lnTo>
                  <a:lnTo>
                    <a:pt x="4994458" y="889141"/>
                  </a:lnTo>
                  <a:lnTo>
                    <a:pt x="5064803" y="890853"/>
                  </a:lnTo>
                  <a:lnTo>
                    <a:pt x="5135147" y="892554"/>
                  </a:lnTo>
                  <a:lnTo>
                    <a:pt x="5205492" y="894243"/>
                  </a:lnTo>
                  <a:lnTo>
                    <a:pt x="5275836" y="895920"/>
                  </a:lnTo>
                  <a:lnTo>
                    <a:pt x="5346181" y="897585"/>
                  </a:lnTo>
                  <a:lnTo>
                    <a:pt x="5416525" y="899239"/>
                  </a:lnTo>
                  <a:lnTo>
                    <a:pt x="5486870" y="900882"/>
                  </a:lnTo>
                  <a:lnTo>
                    <a:pt x="5557214" y="902513"/>
                  </a:lnTo>
                  <a:lnTo>
                    <a:pt x="5627559" y="904133"/>
                  </a:lnTo>
                  <a:lnTo>
                    <a:pt x="5697903" y="905741"/>
                  </a:lnTo>
                  <a:lnTo>
                    <a:pt x="5768248" y="907339"/>
                  </a:lnTo>
                  <a:lnTo>
                    <a:pt x="5838592" y="908925"/>
                  </a:lnTo>
                  <a:lnTo>
                    <a:pt x="5908937" y="910501"/>
                  </a:lnTo>
                  <a:lnTo>
                    <a:pt x="5979281" y="912065"/>
                  </a:lnTo>
                  <a:lnTo>
                    <a:pt x="6049626" y="913619"/>
                  </a:lnTo>
                  <a:lnTo>
                    <a:pt x="6119970" y="915162"/>
                  </a:lnTo>
                  <a:lnTo>
                    <a:pt x="6190315" y="916694"/>
                  </a:lnTo>
                  <a:lnTo>
                    <a:pt x="6260659" y="918215"/>
                  </a:lnTo>
                  <a:lnTo>
                    <a:pt x="6331004" y="919726"/>
                  </a:lnTo>
                  <a:lnTo>
                    <a:pt x="6401348" y="921227"/>
                  </a:lnTo>
                  <a:lnTo>
                    <a:pt x="6471693" y="922717"/>
                  </a:lnTo>
                  <a:lnTo>
                    <a:pt x="6542037" y="924197"/>
                  </a:lnTo>
                  <a:lnTo>
                    <a:pt x="6612382" y="925666"/>
                  </a:lnTo>
                  <a:lnTo>
                    <a:pt x="6682726" y="927126"/>
                  </a:lnTo>
                  <a:lnTo>
                    <a:pt x="6753071" y="928575"/>
                  </a:lnTo>
                  <a:lnTo>
                    <a:pt x="6823415" y="930014"/>
                  </a:lnTo>
                  <a:lnTo>
                    <a:pt x="6893760" y="931444"/>
                  </a:lnTo>
                  <a:lnTo>
                    <a:pt x="6964104" y="932863"/>
                  </a:lnTo>
                  <a:lnTo>
                    <a:pt x="6964104" y="1081892"/>
                  </a:lnTo>
                  <a:lnTo>
                    <a:pt x="6893760" y="1080195"/>
                  </a:lnTo>
                  <a:lnTo>
                    <a:pt x="6823415" y="1078446"/>
                  </a:lnTo>
                  <a:lnTo>
                    <a:pt x="6753071" y="1076642"/>
                  </a:lnTo>
                  <a:lnTo>
                    <a:pt x="6682726" y="1074782"/>
                  </a:lnTo>
                  <a:lnTo>
                    <a:pt x="6612382" y="1072864"/>
                  </a:lnTo>
                  <a:lnTo>
                    <a:pt x="6542037" y="1070886"/>
                  </a:lnTo>
                  <a:lnTo>
                    <a:pt x="6471693" y="1068847"/>
                  </a:lnTo>
                  <a:lnTo>
                    <a:pt x="6401348" y="1066744"/>
                  </a:lnTo>
                  <a:lnTo>
                    <a:pt x="6331004" y="1064575"/>
                  </a:lnTo>
                  <a:lnTo>
                    <a:pt x="6260659" y="1062339"/>
                  </a:lnTo>
                  <a:lnTo>
                    <a:pt x="6190315" y="1060033"/>
                  </a:lnTo>
                  <a:lnTo>
                    <a:pt x="6119970" y="1057656"/>
                  </a:lnTo>
                  <a:lnTo>
                    <a:pt x="6049626" y="1055204"/>
                  </a:lnTo>
                  <a:lnTo>
                    <a:pt x="5979281" y="1052676"/>
                  </a:lnTo>
                  <a:lnTo>
                    <a:pt x="5908937" y="1050068"/>
                  </a:lnTo>
                  <a:lnTo>
                    <a:pt x="5838592" y="1047380"/>
                  </a:lnTo>
                  <a:lnTo>
                    <a:pt x="5768248" y="1044608"/>
                  </a:lnTo>
                  <a:lnTo>
                    <a:pt x="5697903" y="1041749"/>
                  </a:lnTo>
                  <a:lnTo>
                    <a:pt x="5627559" y="1038802"/>
                  </a:lnTo>
                  <a:lnTo>
                    <a:pt x="5557214" y="1035762"/>
                  </a:lnTo>
                  <a:lnTo>
                    <a:pt x="5486870" y="1032628"/>
                  </a:lnTo>
                  <a:lnTo>
                    <a:pt x="5416525" y="1029396"/>
                  </a:lnTo>
                  <a:lnTo>
                    <a:pt x="5346181" y="1026063"/>
                  </a:lnTo>
                  <a:lnTo>
                    <a:pt x="5275836" y="1022627"/>
                  </a:lnTo>
                  <a:lnTo>
                    <a:pt x="5205492" y="1019083"/>
                  </a:lnTo>
                  <a:lnTo>
                    <a:pt x="5135147" y="1015429"/>
                  </a:lnTo>
                  <a:lnTo>
                    <a:pt x="5064803" y="1011661"/>
                  </a:lnTo>
                  <a:lnTo>
                    <a:pt x="4994458" y="1007775"/>
                  </a:lnTo>
                  <a:lnTo>
                    <a:pt x="4924114" y="1003768"/>
                  </a:lnTo>
                  <a:lnTo>
                    <a:pt x="4853769" y="999637"/>
                  </a:lnTo>
                  <a:lnTo>
                    <a:pt x="4783425" y="995377"/>
                  </a:lnTo>
                  <a:lnTo>
                    <a:pt x="4713080" y="990984"/>
                  </a:lnTo>
                  <a:lnTo>
                    <a:pt x="4642736" y="986453"/>
                  </a:lnTo>
                  <a:lnTo>
                    <a:pt x="4572391" y="981782"/>
                  </a:lnTo>
                  <a:lnTo>
                    <a:pt x="4502047" y="976965"/>
                  </a:lnTo>
                  <a:lnTo>
                    <a:pt x="4431702" y="971998"/>
                  </a:lnTo>
                  <a:lnTo>
                    <a:pt x="4361358" y="966877"/>
                  </a:lnTo>
                  <a:lnTo>
                    <a:pt x="4291013" y="961595"/>
                  </a:lnTo>
                  <a:lnTo>
                    <a:pt x="4220669" y="956149"/>
                  </a:lnTo>
                  <a:lnTo>
                    <a:pt x="4150324" y="950533"/>
                  </a:lnTo>
                  <a:lnTo>
                    <a:pt x="4079980" y="944742"/>
                  </a:lnTo>
                  <a:lnTo>
                    <a:pt x="4009635" y="938771"/>
                  </a:lnTo>
                  <a:lnTo>
                    <a:pt x="3939291" y="932613"/>
                  </a:lnTo>
                  <a:lnTo>
                    <a:pt x="3868946" y="926264"/>
                  </a:lnTo>
                  <a:lnTo>
                    <a:pt x="3798602" y="919716"/>
                  </a:lnTo>
                  <a:lnTo>
                    <a:pt x="3728257" y="912965"/>
                  </a:lnTo>
                  <a:lnTo>
                    <a:pt x="3657913" y="906003"/>
                  </a:lnTo>
                  <a:lnTo>
                    <a:pt x="3587569" y="898824"/>
                  </a:lnTo>
                  <a:lnTo>
                    <a:pt x="3517224" y="891421"/>
                  </a:lnTo>
                  <a:lnTo>
                    <a:pt x="3446880" y="883788"/>
                  </a:lnTo>
                  <a:lnTo>
                    <a:pt x="3376535" y="875917"/>
                  </a:lnTo>
                  <a:lnTo>
                    <a:pt x="3306191" y="867800"/>
                  </a:lnTo>
                  <a:lnTo>
                    <a:pt x="3235846" y="859430"/>
                  </a:lnTo>
                  <a:lnTo>
                    <a:pt x="3165502" y="850800"/>
                  </a:lnTo>
                  <a:lnTo>
                    <a:pt x="3095157" y="841900"/>
                  </a:lnTo>
                  <a:lnTo>
                    <a:pt x="3024813" y="836022"/>
                  </a:lnTo>
                  <a:lnTo>
                    <a:pt x="2954468" y="833927"/>
                  </a:lnTo>
                  <a:lnTo>
                    <a:pt x="2884124" y="831818"/>
                  </a:lnTo>
                  <a:lnTo>
                    <a:pt x="2813779" y="829693"/>
                  </a:lnTo>
                  <a:lnTo>
                    <a:pt x="2743435" y="827554"/>
                  </a:lnTo>
                  <a:lnTo>
                    <a:pt x="2673090" y="825400"/>
                  </a:lnTo>
                  <a:lnTo>
                    <a:pt x="2602746" y="823231"/>
                  </a:lnTo>
                  <a:lnTo>
                    <a:pt x="2532401" y="821047"/>
                  </a:lnTo>
                  <a:lnTo>
                    <a:pt x="2462057" y="818847"/>
                  </a:lnTo>
                  <a:lnTo>
                    <a:pt x="2391712" y="816632"/>
                  </a:lnTo>
                  <a:lnTo>
                    <a:pt x="2321368" y="814402"/>
                  </a:lnTo>
                  <a:lnTo>
                    <a:pt x="2251023" y="812156"/>
                  </a:lnTo>
                  <a:lnTo>
                    <a:pt x="2180679" y="809895"/>
                  </a:lnTo>
                  <a:lnTo>
                    <a:pt x="2110334" y="807618"/>
                  </a:lnTo>
                  <a:lnTo>
                    <a:pt x="2039990" y="805324"/>
                  </a:lnTo>
                  <a:lnTo>
                    <a:pt x="1969645" y="803015"/>
                  </a:lnTo>
                  <a:lnTo>
                    <a:pt x="1899301" y="800690"/>
                  </a:lnTo>
                  <a:lnTo>
                    <a:pt x="1828956" y="798348"/>
                  </a:lnTo>
                  <a:lnTo>
                    <a:pt x="1758612" y="795991"/>
                  </a:lnTo>
                  <a:lnTo>
                    <a:pt x="1688267" y="793616"/>
                  </a:lnTo>
                  <a:lnTo>
                    <a:pt x="1617923" y="791226"/>
                  </a:lnTo>
                  <a:lnTo>
                    <a:pt x="1547578" y="788818"/>
                  </a:lnTo>
                  <a:lnTo>
                    <a:pt x="1477234" y="786394"/>
                  </a:lnTo>
                  <a:lnTo>
                    <a:pt x="1406889" y="783952"/>
                  </a:lnTo>
                  <a:lnTo>
                    <a:pt x="1336545" y="781494"/>
                  </a:lnTo>
                  <a:lnTo>
                    <a:pt x="1266200" y="779019"/>
                  </a:lnTo>
                  <a:lnTo>
                    <a:pt x="1195856" y="776526"/>
                  </a:lnTo>
                  <a:lnTo>
                    <a:pt x="1125511" y="774016"/>
                  </a:lnTo>
                  <a:lnTo>
                    <a:pt x="1055167" y="771488"/>
                  </a:lnTo>
                  <a:lnTo>
                    <a:pt x="984822" y="768943"/>
                  </a:lnTo>
                  <a:lnTo>
                    <a:pt x="914478" y="766380"/>
                  </a:lnTo>
                  <a:lnTo>
                    <a:pt x="844133" y="763799"/>
                  </a:lnTo>
                  <a:lnTo>
                    <a:pt x="773789" y="761201"/>
                  </a:lnTo>
                  <a:lnTo>
                    <a:pt x="703444" y="758584"/>
                  </a:lnTo>
                  <a:lnTo>
                    <a:pt x="633100" y="755948"/>
                  </a:lnTo>
                  <a:lnTo>
                    <a:pt x="562755" y="753295"/>
                  </a:lnTo>
                  <a:lnTo>
                    <a:pt x="492411" y="750623"/>
                  </a:lnTo>
                  <a:lnTo>
                    <a:pt x="422066" y="747932"/>
                  </a:lnTo>
                  <a:lnTo>
                    <a:pt x="351722" y="745222"/>
                  </a:lnTo>
                  <a:lnTo>
                    <a:pt x="281377" y="742494"/>
                  </a:lnTo>
                  <a:lnTo>
                    <a:pt x="211033" y="739746"/>
                  </a:lnTo>
                  <a:lnTo>
                    <a:pt x="140688" y="736980"/>
                  </a:lnTo>
                  <a:lnTo>
                    <a:pt x="70344" y="734194"/>
                  </a:lnTo>
                  <a:lnTo>
                    <a:pt x="0" y="731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457370"/>
              <a:ext cx="6964104" cy="932863"/>
            </a:xfrm>
            <a:custGeom>
              <a:avLst/>
              <a:pathLst>
                <a:path w="6964104" h="932863">
                  <a:moveTo>
                    <a:pt x="0" y="0"/>
                  </a:moveTo>
                  <a:lnTo>
                    <a:pt x="70344" y="34348"/>
                  </a:lnTo>
                  <a:lnTo>
                    <a:pt x="140688" y="67659"/>
                  </a:lnTo>
                  <a:lnTo>
                    <a:pt x="211033" y="99962"/>
                  </a:lnTo>
                  <a:lnTo>
                    <a:pt x="281377" y="131289"/>
                  </a:lnTo>
                  <a:lnTo>
                    <a:pt x="351722" y="161669"/>
                  </a:lnTo>
                  <a:lnTo>
                    <a:pt x="422066" y="191131"/>
                  </a:lnTo>
                  <a:lnTo>
                    <a:pt x="492411" y="219702"/>
                  </a:lnTo>
                  <a:lnTo>
                    <a:pt x="562755" y="247410"/>
                  </a:lnTo>
                  <a:lnTo>
                    <a:pt x="633100" y="274280"/>
                  </a:lnTo>
                  <a:lnTo>
                    <a:pt x="703444" y="300337"/>
                  </a:lnTo>
                  <a:lnTo>
                    <a:pt x="773789" y="325607"/>
                  </a:lnTo>
                  <a:lnTo>
                    <a:pt x="844133" y="350114"/>
                  </a:lnTo>
                  <a:lnTo>
                    <a:pt x="914478" y="373879"/>
                  </a:lnTo>
                  <a:lnTo>
                    <a:pt x="984822" y="396926"/>
                  </a:lnTo>
                  <a:lnTo>
                    <a:pt x="1055167" y="419276"/>
                  </a:lnTo>
                  <a:lnTo>
                    <a:pt x="1125511" y="440951"/>
                  </a:lnTo>
                  <a:lnTo>
                    <a:pt x="1195856" y="461971"/>
                  </a:lnTo>
                  <a:lnTo>
                    <a:pt x="1266200" y="482355"/>
                  </a:lnTo>
                  <a:lnTo>
                    <a:pt x="1336545" y="502123"/>
                  </a:lnTo>
                  <a:lnTo>
                    <a:pt x="1406889" y="521293"/>
                  </a:lnTo>
                  <a:lnTo>
                    <a:pt x="1477234" y="539884"/>
                  </a:lnTo>
                  <a:lnTo>
                    <a:pt x="1547578" y="557913"/>
                  </a:lnTo>
                  <a:lnTo>
                    <a:pt x="1617923" y="575397"/>
                  </a:lnTo>
                  <a:lnTo>
                    <a:pt x="1688267" y="592353"/>
                  </a:lnTo>
                  <a:lnTo>
                    <a:pt x="1758612" y="608796"/>
                  </a:lnTo>
                  <a:lnTo>
                    <a:pt x="1828956" y="624742"/>
                  </a:lnTo>
                  <a:lnTo>
                    <a:pt x="1899301" y="640206"/>
                  </a:lnTo>
                  <a:lnTo>
                    <a:pt x="1969645" y="655202"/>
                  </a:lnTo>
                  <a:lnTo>
                    <a:pt x="2039990" y="669745"/>
                  </a:lnTo>
                  <a:lnTo>
                    <a:pt x="2110334" y="683849"/>
                  </a:lnTo>
                  <a:lnTo>
                    <a:pt x="2180679" y="697526"/>
                  </a:lnTo>
                  <a:lnTo>
                    <a:pt x="2251023" y="710790"/>
                  </a:lnTo>
                  <a:lnTo>
                    <a:pt x="2321368" y="723653"/>
                  </a:lnTo>
                  <a:lnTo>
                    <a:pt x="2391712" y="736127"/>
                  </a:lnTo>
                  <a:lnTo>
                    <a:pt x="2462057" y="748224"/>
                  </a:lnTo>
                  <a:lnTo>
                    <a:pt x="2532401" y="759955"/>
                  </a:lnTo>
                  <a:lnTo>
                    <a:pt x="2602746" y="771332"/>
                  </a:lnTo>
                  <a:lnTo>
                    <a:pt x="2673090" y="782364"/>
                  </a:lnTo>
                  <a:lnTo>
                    <a:pt x="2743435" y="793064"/>
                  </a:lnTo>
                  <a:lnTo>
                    <a:pt x="2813779" y="803440"/>
                  </a:lnTo>
                  <a:lnTo>
                    <a:pt x="2884124" y="813502"/>
                  </a:lnTo>
                  <a:lnTo>
                    <a:pt x="2954468" y="823260"/>
                  </a:lnTo>
                  <a:lnTo>
                    <a:pt x="3024813" y="832723"/>
                  </a:lnTo>
                  <a:lnTo>
                    <a:pt x="3095157" y="838103"/>
                  </a:lnTo>
                  <a:lnTo>
                    <a:pt x="3165502" y="840169"/>
                  </a:lnTo>
                  <a:lnTo>
                    <a:pt x="3235846" y="842221"/>
                  </a:lnTo>
                  <a:lnTo>
                    <a:pt x="3306191" y="844258"/>
                  </a:lnTo>
                  <a:lnTo>
                    <a:pt x="3376535" y="846282"/>
                  </a:lnTo>
                  <a:lnTo>
                    <a:pt x="3446880" y="848291"/>
                  </a:lnTo>
                  <a:lnTo>
                    <a:pt x="3517224" y="850286"/>
                  </a:lnTo>
                  <a:lnTo>
                    <a:pt x="3587569" y="852268"/>
                  </a:lnTo>
                  <a:lnTo>
                    <a:pt x="3657913" y="854236"/>
                  </a:lnTo>
                  <a:lnTo>
                    <a:pt x="3728257" y="856190"/>
                  </a:lnTo>
                  <a:lnTo>
                    <a:pt x="3798602" y="858131"/>
                  </a:lnTo>
                  <a:lnTo>
                    <a:pt x="3868946" y="860058"/>
                  </a:lnTo>
                  <a:lnTo>
                    <a:pt x="3939291" y="861972"/>
                  </a:lnTo>
                  <a:lnTo>
                    <a:pt x="4009635" y="863873"/>
                  </a:lnTo>
                  <a:lnTo>
                    <a:pt x="4079980" y="865761"/>
                  </a:lnTo>
                  <a:lnTo>
                    <a:pt x="4150324" y="867635"/>
                  </a:lnTo>
                  <a:lnTo>
                    <a:pt x="4220669" y="869496"/>
                  </a:lnTo>
                  <a:lnTo>
                    <a:pt x="4291013" y="871345"/>
                  </a:lnTo>
                  <a:lnTo>
                    <a:pt x="4361358" y="873181"/>
                  </a:lnTo>
                  <a:lnTo>
                    <a:pt x="4431702" y="875004"/>
                  </a:lnTo>
                  <a:lnTo>
                    <a:pt x="4502047" y="876814"/>
                  </a:lnTo>
                  <a:lnTo>
                    <a:pt x="4572391" y="878612"/>
                  </a:lnTo>
                  <a:lnTo>
                    <a:pt x="4642736" y="880397"/>
                  </a:lnTo>
                  <a:lnTo>
                    <a:pt x="4713080" y="882171"/>
                  </a:lnTo>
                  <a:lnTo>
                    <a:pt x="4783425" y="883931"/>
                  </a:lnTo>
                  <a:lnTo>
                    <a:pt x="4853769" y="885680"/>
                  </a:lnTo>
                  <a:lnTo>
                    <a:pt x="4924114" y="887416"/>
                  </a:lnTo>
                  <a:lnTo>
                    <a:pt x="4994458" y="889141"/>
                  </a:lnTo>
                  <a:lnTo>
                    <a:pt x="5064803" y="890853"/>
                  </a:lnTo>
                  <a:lnTo>
                    <a:pt x="5135147" y="892554"/>
                  </a:lnTo>
                  <a:lnTo>
                    <a:pt x="5205492" y="894243"/>
                  </a:lnTo>
                  <a:lnTo>
                    <a:pt x="5275836" y="895920"/>
                  </a:lnTo>
                  <a:lnTo>
                    <a:pt x="5346181" y="897585"/>
                  </a:lnTo>
                  <a:lnTo>
                    <a:pt x="5416525" y="899239"/>
                  </a:lnTo>
                  <a:lnTo>
                    <a:pt x="5486870" y="900882"/>
                  </a:lnTo>
                  <a:lnTo>
                    <a:pt x="5557214" y="902513"/>
                  </a:lnTo>
                  <a:lnTo>
                    <a:pt x="5627559" y="904133"/>
                  </a:lnTo>
                  <a:lnTo>
                    <a:pt x="5697903" y="905741"/>
                  </a:lnTo>
                  <a:lnTo>
                    <a:pt x="5768248" y="907339"/>
                  </a:lnTo>
                  <a:lnTo>
                    <a:pt x="5838592" y="908925"/>
                  </a:lnTo>
                  <a:lnTo>
                    <a:pt x="5908937" y="910501"/>
                  </a:lnTo>
                  <a:lnTo>
                    <a:pt x="5979281" y="912065"/>
                  </a:lnTo>
                  <a:lnTo>
                    <a:pt x="6049626" y="913619"/>
                  </a:lnTo>
                  <a:lnTo>
                    <a:pt x="6119970" y="915162"/>
                  </a:lnTo>
                  <a:lnTo>
                    <a:pt x="6190315" y="916694"/>
                  </a:lnTo>
                  <a:lnTo>
                    <a:pt x="6260659" y="918215"/>
                  </a:lnTo>
                  <a:lnTo>
                    <a:pt x="6331004" y="919726"/>
                  </a:lnTo>
                  <a:lnTo>
                    <a:pt x="6401348" y="921227"/>
                  </a:lnTo>
                  <a:lnTo>
                    <a:pt x="6471693" y="922717"/>
                  </a:lnTo>
                  <a:lnTo>
                    <a:pt x="6542037" y="924197"/>
                  </a:lnTo>
                  <a:lnTo>
                    <a:pt x="6612382" y="925666"/>
                  </a:lnTo>
                  <a:lnTo>
                    <a:pt x="6682726" y="927126"/>
                  </a:lnTo>
                  <a:lnTo>
                    <a:pt x="6753071" y="928575"/>
                  </a:lnTo>
                  <a:lnTo>
                    <a:pt x="6823415" y="930014"/>
                  </a:lnTo>
                  <a:lnTo>
                    <a:pt x="6893760" y="931444"/>
                  </a:lnTo>
                  <a:lnTo>
                    <a:pt x="6964104" y="932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88759"/>
              <a:ext cx="6964104" cy="350503"/>
            </a:xfrm>
            <a:custGeom>
              <a:avLst/>
              <a:pathLst>
                <a:path w="6964104" h="350503">
                  <a:moveTo>
                    <a:pt x="6964104" y="350503"/>
                  </a:moveTo>
                  <a:lnTo>
                    <a:pt x="6893760" y="348807"/>
                  </a:lnTo>
                  <a:lnTo>
                    <a:pt x="6823415" y="347057"/>
                  </a:lnTo>
                  <a:lnTo>
                    <a:pt x="6753071" y="345254"/>
                  </a:lnTo>
                  <a:lnTo>
                    <a:pt x="6682726" y="343394"/>
                  </a:lnTo>
                  <a:lnTo>
                    <a:pt x="6612382" y="341476"/>
                  </a:lnTo>
                  <a:lnTo>
                    <a:pt x="6542037" y="339498"/>
                  </a:lnTo>
                  <a:lnTo>
                    <a:pt x="6471693" y="337458"/>
                  </a:lnTo>
                  <a:lnTo>
                    <a:pt x="6401348" y="335355"/>
                  </a:lnTo>
                  <a:lnTo>
                    <a:pt x="6331004" y="333187"/>
                  </a:lnTo>
                  <a:lnTo>
                    <a:pt x="6260659" y="330951"/>
                  </a:lnTo>
                  <a:lnTo>
                    <a:pt x="6190315" y="328645"/>
                  </a:lnTo>
                  <a:lnTo>
                    <a:pt x="6119970" y="326267"/>
                  </a:lnTo>
                  <a:lnTo>
                    <a:pt x="6049626" y="323815"/>
                  </a:lnTo>
                  <a:lnTo>
                    <a:pt x="5979281" y="321287"/>
                  </a:lnTo>
                  <a:lnTo>
                    <a:pt x="5908937" y="318680"/>
                  </a:lnTo>
                  <a:lnTo>
                    <a:pt x="5838592" y="315991"/>
                  </a:lnTo>
                  <a:lnTo>
                    <a:pt x="5768248" y="313219"/>
                  </a:lnTo>
                  <a:lnTo>
                    <a:pt x="5697903" y="310361"/>
                  </a:lnTo>
                  <a:lnTo>
                    <a:pt x="5627559" y="307413"/>
                  </a:lnTo>
                  <a:lnTo>
                    <a:pt x="5557214" y="304374"/>
                  </a:lnTo>
                  <a:lnTo>
                    <a:pt x="5486870" y="301239"/>
                  </a:lnTo>
                  <a:lnTo>
                    <a:pt x="5416525" y="298007"/>
                  </a:lnTo>
                  <a:lnTo>
                    <a:pt x="5346181" y="294675"/>
                  </a:lnTo>
                  <a:lnTo>
                    <a:pt x="5275836" y="291238"/>
                  </a:lnTo>
                  <a:lnTo>
                    <a:pt x="5205492" y="287694"/>
                  </a:lnTo>
                  <a:lnTo>
                    <a:pt x="5135147" y="284040"/>
                  </a:lnTo>
                  <a:lnTo>
                    <a:pt x="5064803" y="280272"/>
                  </a:lnTo>
                  <a:lnTo>
                    <a:pt x="4994458" y="276386"/>
                  </a:lnTo>
                  <a:lnTo>
                    <a:pt x="4924114" y="272380"/>
                  </a:lnTo>
                  <a:lnTo>
                    <a:pt x="4853769" y="268248"/>
                  </a:lnTo>
                  <a:lnTo>
                    <a:pt x="4783425" y="263988"/>
                  </a:lnTo>
                  <a:lnTo>
                    <a:pt x="4713080" y="259595"/>
                  </a:lnTo>
                  <a:lnTo>
                    <a:pt x="4642736" y="255065"/>
                  </a:lnTo>
                  <a:lnTo>
                    <a:pt x="4572391" y="250394"/>
                  </a:lnTo>
                  <a:lnTo>
                    <a:pt x="4502047" y="245577"/>
                  </a:lnTo>
                  <a:lnTo>
                    <a:pt x="4431702" y="240610"/>
                  </a:lnTo>
                  <a:lnTo>
                    <a:pt x="4361358" y="235488"/>
                  </a:lnTo>
                  <a:lnTo>
                    <a:pt x="4291013" y="230206"/>
                  </a:lnTo>
                  <a:lnTo>
                    <a:pt x="4220669" y="224760"/>
                  </a:lnTo>
                  <a:lnTo>
                    <a:pt x="4150324" y="219144"/>
                  </a:lnTo>
                  <a:lnTo>
                    <a:pt x="4079980" y="213354"/>
                  </a:lnTo>
                  <a:lnTo>
                    <a:pt x="4009635" y="207382"/>
                  </a:lnTo>
                  <a:lnTo>
                    <a:pt x="3939291" y="201225"/>
                  </a:lnTo>
                  <a:lnTo>
                    <a:pt x="3868946" y="194875"/>
                  </a:lnTo>
                  <a:lnTo>
                    <a:pt x="3798602" y="188328"/>
                  </a:lnTo>
                  <a:lnTo>
                    <a:pt x="3728257" y="181576"/>
                  </a:lnTo>
                  <a:lnTo>
                    <a:pt x="3657913" y="174614"/>
                  </a:lnTo>
                  <a:lnTo>
                    <a:pt x="3587569" y="167435"/>
                  </a:lnTo>
                  <a:lnTo>
                    <a:pt x="3517224" y="160033"/>
                  </a:lnTo>
                  <a:lnTo>
                    <a:pt x="3446880" y="152399"/>
                  </a:lnTo>
                  <a:lnTo>
                    <a:pt x="3376535" y="144528"/>
                  </a:lnTo>
                  <a:lnTo>
                    <a:pt x="3306191" y="136411"/>
                  </a:lnTo>
                  <a:lnTo>
                    <a:pt x="3235846" y="128041"/>
                  </a:lnTo>
                  <a:lnTo>
                    <a:pt x="3165502" y="119411"/>
                  </a:lnTo>
                  <a:lnTo>
                    <a:pt x="3095157" y="110511"/>
                  </a:lnTo>
                  <a:lnTo>
                    <a:pt x="3024813" y="104634"/>
                  </a:lnTo>
                  <a:lnTo>
                    <a:pt x="2954468" y="102539"/>
                  </a:lnTo>
                  <a:lnTo>
                    <a:pt x="2884124" y="100429"/>
                  </a:lnTo>
                  <a:lnTo>
                    <a:pt x="2813779" y="98305"/>
                  </a:lnTo>
                  <a:lnTo>
                    <a:pt x="2743435" y="96165"/>
                  </a:lnTo>
                  <a:lnTo>
                    <a:pt x="2673090" y="94011"/>
                  </a:lnTo>
                  <a:lnTo>
                    <a:pt x="2602746" y="91842"/>
                  </a:lnTo>
                  <a:lnTo>
                    <a:pt x="2532401" y="89658"/>
                  </a:lnTo>
                  <a:lnTo>
                    <a:pt x="2462057" y="87459"/>
                  </a:lnTo>
                  <a:lnTo>
                    <a:pt x="2391712" y="85244"/>
                  </a:lnTo>
                  <a:lnTo>
                    <a:pt x="2321368" y="83013"/>
                  </a:lnTo>
                  <a:lnTo>
                    <a:pt x="2251023" y="80768"/>
                  </a:lnTo>
                  <a:lnTo>
                    <a:pt x="2180679" y="78506"/>
                  </a:lnTo>
                  <a:lnTo>
                    <a:pt x="2110334" y="76229"/>
                  </a:lnTo>
                  <a:lnTo>
                    <a:pt x="2039990" y="73936"/>
                  </a:lnTo>
                  <a:lnTo>
                    <a:pt x="1969645" y="71627"/>
                  </a:lnTo>
                  <a:lnTo>
                    <a:pt x="1899301" y="69301"/>
                  </a:lnTo>
                  <a:lnTo>
                    <a:pt x="1828956" y="66960"/>
                  </a:lnTo>
                  <a:lnTo>
                    <a:pt x="1758612" y="64602"/>
                  </a:lnTo>
                  <a:lnTo>
                    <a:pt x="1688267" y="62228"/>
                  </a:lnTo>
                  <a:lnTo>
                    <a:pt x="1617923" y="59837"/>
                  </a:lnTo>
                  <a:lnTo>
                    <a:pt x="1547578" y="57429"/>
                  </a:lnTo>
                  <a:lnTo>
                    <a:pt x="1477234" y="55005"/>
                  </a:lnTo>
                  <a:lnTo>
                    <a:pt x="1406889" y="52564"/>
                  </a:lnTo>
                  <a:lnTo>
                    <a:pt x="1336545" y="50106"/>
                  </a:lnTo>
                  <a:lnTo>
                    <a:pt x="1266200" y="47630"/>
                  </a:lnTo>
                  <a:lnTo>
                    <a:pt x="1195856" y="45137"/>
                  </a:lnTo>
                  <a:lnTo>
                    <a:pt x="1125511" y="42627"/>
                  </a:lnTo>
                  <a:lnTo>
                    <a:pt x="1055167" y="40100"/>
                  </a:lnTo>
                  <a:lnTo>
                    <a:pt x="984822" y="37555"/>
                  </a:lnTo>
                  <a:lnTo>
                    <a:pt x="914478" y="34992"/>
                  </a:lnTo>
                  <a:lnTo>
                    <a:pt x="844133" y="32411"/>
                  </a:lnTo>
                  <a:lnTo>
                    <a:pt x="773789" y="29812"/>
                  </a:lnTo>
                  <a:lnTo>
                    <a:pt x="703444" y="27195"/>
                  </a:lnTo>
                  <a:lnTo>
                    <a:pt x="633100" y="24560"/>
                  </a:lnTo>
                  <a:lnTo>
                    <a:pt x="562755" y="21906"/>
                  </a:lnTo>
                  <a:lnTo>
                    <a:pt x="492411" y="19234"/>
                  </a:lnTo>
                  <a:lnTo>
                    <a:pt x="422066" y="16543"/>
                  </a:lnTo>
                  <a:lnTo>
                    <a:pt x="351722" y="13834"/>
                  </a:lnTo>
                  <a:lnTo>
                    <a:pt x="281377" y="11105"/>
                  </a:lnTo>
                  <a:lnTo>
                    <a:pt x="211033" y="8358"/>
                  </a:lnTo>
                  <a:lnTo>
                    <a:pt x="140688" y="5591"/>
                  </a:lnTo>
                  <a:lnTo>
                    <a:pt x="70344" y="28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915361"/>
              <a:ext cx="6964104" cy="573098"/>
            </a:xfrm>
            <a:custGeom>
              <a:avLst/>
              <a:pathLst>
                <a:path w="6964104" h="573098">
                  <a:moveTo>
                    <a:pt x="0" y="0"/>
                  </a:moveTo>
                  <a:lnTo>
                    <a:pt x="70344" y="12648"/>
                  </a:lnTo>
                  <a:lnTo>
                    <a:pt x="140688" y="25062"/>
                  </a:lnTo>
                  <a:lnTo>
                    <a:pt x="211033" y="37243"/>
                  </a:lnTo>
                  <a:lnTo>
                    <a:pt x="281377" y="49198"/>
                  </a:lnTo>
                  <a:lnTo>
                    <a:pt x="351722" y="60929"/>
                  </a:lnTo>
                  <a:lnTo>
                    <a:pt x="422066" y="72442"/>
                  </a:lnTo>
                  <a:lnTo>
                    <a:pt x="492411" y="83740"/>
                  </a:lnTo>
                  <a:lnTo>
                    <a:pt x="562755" y="94827"/>
                  </a:lnTo>
                  <a:lnTo>
                    <a:pt x="633100" y="105708"/>
                  </a:lnTo>
                  <a:lnTo>
                    <a:pt x="703444" y="116386"/>
                  </a:lnTo>
                  <a:lnTo>
                    <a:pt x="773789" y="126864"/>
                  </a:lnTo>
                  <a:lnTo>
                    <a:pt x="844133" y="137148"/>
                  </a:lnTo>
                  <a:lnTo>
                    <a:pt x="914478" y="147239"/>
                  </a:lnTo>
                  <a:lnTo>
                    <a:pt x="984822" y="157142"/>
                  </a:lnTo>
                  <a:lnTo>
                    <a:pt x="1055167" y="166861"/>
                  </a:lnTo>
                  <a:lnTo>
                    <a:pt x="1125511" y="176398"/>
                  </a:lnTo>
                  <a:lnTo>
                    <a:pt x="1195856" y="185758"/>
                  </a:lnTo>
                  <a:lnTo>
                    <a:pt x="1266200" y="194943"/>
                  </a:lnTo>
                  <a:lnTo>
                    <a:pt x="1336545" y="203957"/>
                  </a:lnTo>
                  <a:lnTo>
                    <a:pt x="1406889" y="212803"/>
                  </a:lnTo>
                  <a:lnTo>
                    <a:pt x="1477234" y="221483"/>
                  </a:lnTo>
                  <a:lnTo>
                    <a:pt x="1547578" y="230002"/>
                  </a:lnTo>
                  <a:lnTo>
                    <a:pt x="1617923" y="238362"/>
                  </a:lnTo>
                  <a:lnTo>
                    <a:pt x="1688267" y="246566"/>
                  </a:lnTo>
                  <a:lnTo>
                    <a:pt x="1758612" y="254617"/>
                  </a:lnTo>
                  <a:lnTo>
                    <a:pt x="1828956" y="262518"/>
                  </a:lnTo>
                  <a:lnTo>
                    <a:pt x="1899301" y="270272"/>
                  </a:lnTo>
                  <a:lnTo>
                    <a:pt x="1969645" y="277881"/>
                  </a:lnTo>
                  <a:lnTo>
                    <a:pt x="2039990" y="285348"/>
                  </a:lnTo>
                  <a:lnTo>
                    <a:pt x="2110334" y="292676"/>
                  </a:lnTo>
                  <a:lnTo>
                    <a:pt x="2180679" y="299868"/>
                  </a:lnTo>
                  <a:lnTo>
                    <a:pt x="2251023" y="306925"/>
                  </a:lnTo>
                  <a:lnTo>
                    <a:pt x="2321368" y="313850"/>
                  </a:lnTo>
                  <a:lnTo>
                    <a:pt x="2391712" y="320647"/>
                  </a:lnTo>
                  <a:lnTo>
                    <a:pt x="2462057" y="327317"/>
                  </a:lnTo>
                  <a:lnTo>
                    <a:pt x="2532401" y="333862"/>
                  </a:lnTo>
                  <a:lnTo>
                    <a:pt x="2602746" y="340285"/>
                  </a:lnTo>
                  <a:lnTo>
                    <a:pt x="2673090" y="346589"/>
                  </a:lnTo>
                  <a:lnTo>
                    <a:pt x="2743435" y="352775"/>
                  </a:lnTo>
                  <a:lnTo>
                    <a:pt x="2813779" y="358845"/>
                  </a:lnTo>
                  <a:lnTo>
                    <a:pt x="2884124" y="364803"/>
                  </a:lnTo>
                  <a:lnTo>
                    <a:pt x="2954468" y="370649"/>
                  </a:lnTo>
                  <a:lnTo>
                    <a:pt x="3024813" y="376386"/>
                  </a:lnTo>
                  <a:lnTo>
                    <a:pt x="3095157" y="382017"/>
                  </a:lnTo>
                  <a:lnTo>
                    <a:pt x="3165502" y="387542"/>
                  </a:lnTo>
                  <a:lnTo>
                    <a:pt x="3235846" y="392964"/>
                  </a:lnTo>
                  <a:lnTo>
                    <a:pt x="3306191" y="398286"/>
                  </a:lnTo>
                  <a:lnTo>
                    <a:pt x="3376535" y="403508"/>
                  </a:lnTo>
                  <a:lnTo>
                    <a:pt x="3446880" y="408632"/>
                  </a:lnTo>
                  <a:lnTo>
                    <a:pt x="3517224" y="413661"/>
                  </a:lnTo>
                  <a:lnTo>
                    <a:pt x="3587569" y="418597"/>
                  </a:lnTo>
                  <a:lnTo>
                    <a:pt x="3657913" y="423440"/>
                  </a:lnTo>
                  <a:lnTo>
                    <a:pt x="3728257" y="428193"/>
                  </a:lnTo>
                  <a:lnTo>
                    <a:pt x="3798602" y="432857"/>
                  </a:lnTo>
                  <a:lnTo>
                    <a:pt x="3868946" y="437434"/>
                  </a:lnTo>
                  <a:lnTo>
                    <a:pt x="3939291" y="441926"/>
                  </a:lnTo>
                  <a:lnTo>
                    <a:pt x="4009635" y="446334"/>
                  </a:lnTo>
                  <a:lnTo>
                    <a:pt x="4079980" y="450660"/>
                  </a:lnTo>
                  <a:lnTo>
                    <a:pt x="4150324" y="454906"/>
                  </a:lnTo>
                  <a:lnTo>
                    <a:pt x="4220669" y="459072"/>
                  </a:lnTo>
                  <a:lnTo>
                    <a:pt x="4291013" y="463160"/>
                  </a:lnTo>
                  <a:lnTo>
                    <a:pt x="4361358" y="467173"/>
                  </a:lnTo>
                  <a:lnTo>
                    <a:pt x="4431702" y="471110"/>
                  </a:lnTo>
                  <a:lnTo>
                    <a:pt x="4502047" y="474974"/>
                  </a:lnTo>
                  <a:lnTo>
                    <a:pt x="4572391" y="478766"/>
                  </a:lnTo>
                  <a:lnTo>
                    <a:pt x="4642736" y="482487"/>
                  </a:lnTo>
                  <a:lnTo>
                    <a:pt x="4713080" y="486139"/>
                  </a:lnTo>
                  <a:lnTo>
                    <a:pt x="4783425" y="489723"/>
                  </a:lnTo>
                  <a:lnTo>
                    <a:pt x="4853769" y="493240"/>
                  </a:lnTo>
                  <a:lnTo>
                    <a:pt x="4924114" y="496691"/>
                  </a:lnTo>
                  <a:lnTo>
                    <a:pt x="4994458" y="500078"/>
                  </a:lnTo>
                  <a:lnTo>
                    <a:pt x="5064803" y="503402"/>
                  </a:lnTo>
                  <a:lnTo>
                    <a:pt x="5135147" y="506664"/>
                  </a:lnTo>
                  <a:lnTo>
                    <a:pt x="5205492" y="509865"/>
                  </a:lnTo>
                  <a:lnTo>
                    <a:pt x="5275836" y="513006"/>
                  </a:lnTo>
                  <a:lnTo>
                    <a:pt x="5346181" y="516089"/>
                  </a:lnTo>
                  <a:lnTo>
                    <a:pt x="5416525" y="519114"/>
                  </a:lnTo>
                  <a:lnTo>
                    <a:pt x="5486870" y="522083"/>
                  </a:lnTo>
                  <a:lnTo>
                    <a:pt x="5557214" y="524996"/>
                  </a:lnTo>
                  <a:lnTo>
                    <a:pt x="5627559" y="527856"/>
                  </a:lnTo>
                  <a:lnTo>
                    <a:pt x="5697903" y="530661"/>
                  </a:lnTo>
                  <a:lnTo>
                    <a:pt x="5768248" y="533415"/>
                  </a:lnTo>
                  <a:lnTo>
                    <a:pt x="5838592" y="536117"/>
                  </a:lnTo>
                  <a:lnTo>
                    <a:pt x="5908937" y="538769"/>
                  </a:lnTo>
                  <a:lnTo>
                    <a:pt x="5979281" y="541371"/>
                  </a:lnTo>
                  <a:lnTo>
                    <a:pt x="6049626" y="543925"/>
                  </a:lnTo>
                  <a:lnTo>
                    <a:pt x="6119970" y="546431"/>
                  </a:lnTo>
                  <a:lnTo>
                    <a:pt x="6190315" y="548891"/>
                  </a:lnTo>
                  <a:lnTo>
                    <a:pt x="6260659" y="551304"/>
                  </a:lnTo>
                  <a:lnTo>
                    <a:pt x="6331004" y="553673"/>
                  </a:lnTo>
                  <a:lnTo>
                    <a:pt x="6401348" y="555997"/>
                  </a:lnTo>
                  <a:lnTo>
                    <a:pt x="6471693" y="558278"/>
                  </a:lnTo>
                  <a:lnTo>
                    <a:pt x="6542037" y="560517"/>
                  </a:lnTo>
                  <a:lnTo>
                    <a:pt x="6612382" y="562714"/>
                  </a:lnTo>
                  <a:lnTo>
                    <a:pt x="6682726" y="564870"/>
                  </a:lnTo>
                  <a:lnTo>
                    <a:pt x="6753071" y="566985"/>
                  </a:lnTo>
                  <a:lnTo>
                    <a:pt x="6823415" y="569061"/>
                  </a:lnTo>
                  <a:lnTo>
                    <a:pt x="6893760" y="571099"/>
                  </a:lnTo>
                  <a:lnTo>
                    <a:pt x="6964104" y="5730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2026-07-22T07:57:33Z</dcterms:modified>
  <cp:category/>
</cp:coreProperties>
</file>