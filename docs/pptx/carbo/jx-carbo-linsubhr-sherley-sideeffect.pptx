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2073503"/>
              <a:ext cx="7403783" cy="3385690"/>
            </a:xfrm>
            <a:custGeom>
              <a:avLst/>
              <a:pathLst>
                <a:path w="7403783" h="3385690">
                  <a:moveTo>
                    <a:pt x="720614" y="0"/>
                  </a:moveTo>
                  <a:lnTo>
                    <a:pt x="736751" y="30387"/>
                  </a:lnTo>
                  <a:lnTo>
                    <a:pt x="813384" y="168904"/>
                  </a:lnTo>
                  <a:lnTo>
                    <a:pt x="890016" y="301865"/>
                  </a:lnTo>
                  <a:lnTo>
                    <a:pt x="966649" y="429493"/>
                  </a:lnTo>
                  <a:lnTo>
                    <a:pt x="1043281" y="552002"/>
                  </a:lnTo>
                  <a:lnTo>
                    <a:pt x="1119914" y="669597"/>
                  </a:lnTo>
                  <a:lnTo>
                    <a:pt x="1196546" y="782475"/>
                  </a:lnTo>
                  <a:lnTo>
                    <a:pt x="1273179" y="890825"/>
                  </a:lnTo>
                  <a:lnTo>
                    <a:pt x="1349811" y="994830"/>
                  </a:lnTo>
                  <a:lnTo>
                    <a:pt x="1426444" y="1094662"/>
                  </a:lnTo>
                  <a:lnTo>
                    <a:pt x="1503076" y="1190491"/>
                  </a:lnTo>
                  <a:lnTo>
                    <a:pt x="1579709" y="1282475"/>
                  </a:lnTo>
                  <a:lnTo>
                    <a:pt x="1656342" y="1370770"/>
                  </a:lnTo>
                  <a:lnTo>
                    <a:pt x="1732974" y="1455523"/>
                  </a:lnTo>
                  <a:lnTo>
                    <a:pt x="1809607" y="1536877"/>
                  </a:lnTo>
                  <a:lnTo>
                    <a:pt x="1886239" y="1614968"/>
                  </a:lnTo>
                  <a:lnTo>
                    <a:pt x="1962872" y="1689926"/>
                  </a:lnTo>
                  <a:lnTo>
                    <a:pt x="2039504" y="1761878"/>
                  </a:lnTo>
                  <a:lnTo>
                    <a:pt x="2116137" y="1830944"/>
                  </a:lnTo>
                  <a:lnTo>
                    <a:pt x="2192769" y="1897239"/>
                  </a:lnTo>
                  <a:lnTo>
                    <a:pt x="2269402" y="1960875"/>
                  </a:lnTo>
                  <a:lnTo>
                    <a:pt x="2346034" y="2021959"/>
                  </a:lnTo>
                  <a:lnTo>
                    <a:pt x="2422667" y="2080592"/>
                  </a:lnTo>
                  <a:lnTo>
                    <a:pt x="2499300" y="2136874"/>
                  </a:lnTo>
                  <a:lnTo>
                    <a:pt x="2575932" y="2190898"/>
                  </a:lnTo>
                  <a:lnTo>
                    <a:pt x="2652565" y="2242756"/>
                  </a:lnTo>
                  <a:lnTo>
                    <a:pt x="2729197" y="2292533"/>
                  </a:lnTo>
                  <a:lnTo>
                    <a:pt x="2805830" y="2340314"/>
                  </a:lnTo>
                  <a:lnTo>
                    <a:pt x="2882462" y="2386178"/>
                  </a:lnTo>
                  <a:lnTo>
                    <a:pt x="2959095" y="2430202"/>
                  </a:lnTo>
                  <a:lnTo>
                    <a:pt x="3035727" y="2472461"/>
                  </a:lnTo>
                  <a:lnTo>
                    <a:pt x="3112360" y="2513024"/>
                  </a:lnTo>
                  <a:lnTo>
                    <a:pt x="3188993" y="2551961"/>
                  </a:lnTo>
                  <a:lnTo>
                    <a:pt x="3265625" y="2589335"/>
                  </a:lnTo>
                  <a:lnTo>
                    <a:pt x="3342258" y="2625211"/>
                  </a:lnTo>
                  <a:lnTo>
                    <a:pt x="3418890" y="2656818"/>
                  </a:lnTo>
                  <a:lnTo>
                    <a:pt x="3495523" y="2672631"/>
                  </a:lnTo>
                  <a:lnTo>
                    <a:pt x="3572155" y="2688143"/>
                  </a:lnTo>
                  <a:lnTo>
                    <a:pt x="3648788" y="2703357"/>
                  </a:lnTo>
                  <a:lnTo>
                    <a:pt x="3725420" y="2718281"/>
                  </a:lnTo>
                  <a:lnTo>
                    <a:pt x="3802053" y="2732919"/>
                  </a:lnTo>
                  <a:lnTo>
                    <a:pt x="3878685" y="2747278"/>
                  </a:lnTo>
                  <a:lnTo>
                    <a:pt x="3955318" y="2761362"/>
                  </a:lnTo>
                  <a:lnTo>
                    <a:pt x="4031951" y="2775176"/>
                  </a:lnTo>
                  <a:lnTo>
                    <a:pt x="4108583" y="2788727"/>
                  </a:lnTo>
                  <a:lnTo>
                    <a:pt x="4185216" y="2802018"/>
                  </a:lnTo>
                  <a:lnTo>
                    <a:pt x="4261848" y="2815055"/>
                  </a:lnTo>
                  <a:lnTo>
                    <a:pt x="4338481" y="2827842"/>
                  </a:lnTo>
                  <a:lnTo>
                    <a:pt x="4415113" y="2840386"/>
                  </a:lnTo>
                  <a:lnTo>
                    <a:pt x="4491746" y="2852689"/>
                  </a:lnTo>
                  <a:lnTo>
                    <a:pt x="4568378" y="2864757"/>
                  </a:lnTo>
                  <a:lnTo>
                    <a:pt x="4645011" y="2876594"/>
                  </a:lnTo>
                  <a:lnTo>
                    <a:pt x="4721644" y="2888205"/>
                  </a:lnTo>
                  <a:lnTo>
                    <a:pt x="4798276" y="2899594"/>
                  </a:lnTo>
                  <a:lnTo>
                    <a:pt x="4874909" y="2910765"/>
                  </a:lnTo>
                  <a:lnTo>
                    <a:pt x="4951541" y="2921722"/>
                  </a:lnTo>
                  <a:lnTo>
                    <a:pt x="5028174" y="2932470"/>
                  </a:lnTo>
                  <a:lnTo>
                    <a:pt x="5104806" y="2943012"/>
                  </a:lnTo>
                  <a:lnTo>
                    <a:pt x="5181439" y="2953353"/>
                  </a:lnTo>
                  <a:lnTo>
                    <a:pt x="5258071" y="2963496"/>
                  </a:lnTo>
                  <a:lnTo>
                    <a:pt x="5334704" y="2973445"/>
                  </a:lnTo>
                  <a:lnTo>
                    <a:pt x="5411336" y="2983204"/>
                  </a:lnTo>
                  <a:lnTo>
                    <a:pt x="5487969" y="2992776"/>
                  </a:lnTo>
                  <a:lnTo>
                    <a:pt x="5564602" y="3002165"/>
                  </a:lnTo>
                  <a:lnTo>
                    <a:pt x="5641234" y="3011374"/>
                  </a:lnTo>
                  <a:lnTo>
                    <a:pt x="5717867" y="3020408"/>
                  </a:lnTo>
                  <a:lnTo>
                    <a:pt x="5794499" y="3029268"/>
                  </a:lnTo>
                  <a:lnTo>
                    <a:pt x="5871132" y="3037960"/>
                  </a:lnTo>
                  <a:lnTo>
                    <a:pt x="5947764" y="3046485"/>
                  </a:lnTo>
                  <a:lnTo>
                    <a:pt x="6024397" y="3054847"/>
                  </a:lnTo>
                  <a:lnTo>
                    <a:pt x="6101029" y="3063049"/>
                  </a:lnTo>
                  <a:lnTo>
                    <a:pt x="6177662" y="3071094"/>
                  </a:lnTo>
                  <a:lnTo>
                    <a:pt x="6254294" y="3078985"/>
                  </a:lnTo>
                  <a:lnTo>
                    <a:pt x="6330927" y="3086726"/>
                  </a:lnTo>
                  <a:lnTo>
                    <a:pt x="6407560" y="3094318"/>
                  </a:lnTo>
                  <a:lnTo>
                    <a:pt x="6484192" y="3101765"/>
                  </a:lnTo>
                  <a:lnTo>
                    <a:pt x="6560825" y="3109070"/>
                  </a:lnTo>
                  <a:lnTo>
                    <a:pt x="6637457" y="3116235"/>
                  </a:lnTo>
                  <a:lnTo>
                    <a:pt x="6714090" y="3123263"/>
                  </a:lnTo>
                  <a:lnTo>
                    <a:pt x="6790722" y="3130157"/>
                  </a:lnTo>
                  <a:lnTo>
                    <a:pt x="6867355" y="3136919"/>
                  </a:lnTo>
                  <a:lnTo>
                    <a:pt x="6943987" y="3143551"/>
                  </a:lnTo>
                  <a:lnTo>
                    <a:pt x="7020620" y="3150057"/>
                  </a:lnTo>
                  <a:lnTo>
                    <a:pt x="7097253" y="3156438"/>
                  </a:lnTo>
                  <a:lnTo>
                    <a:pt x="7173885" y="3162698"/>
                  </a:lnTo>
                  <a:lnTo>
                    <a:pt x="7250518" y="3168837"/>
                  </a:lnTo>
                  <a:lnTo>
                    <a:pt x="7327150" y="3174859"/>
                  </a:lnTo>
                  <a:lnTo>
                    <a:pt x="7403783" y="3180766"/>
                  </a:lnTo>
                  <a:lnTo>
                    <a:pt x="7403783" y="3385690"/>
                  </a:lnTo>
                  <a:lnTo>
                    <a:pt x="7327150" y="3381593"/>
                  </a:lnTo>
                  <a:lnTo>
                    <a:pt x="7250518" y="3377324"/>
                  </a:lnTo>
                  <a:lnTo>
                    <a:pt x="7173885" y="3372877"/>
                  </a:lnTo>
                  <a:lnTo>
                    <a:pt x="7097253" y="3368244"/>
                  </a:lnTo>
                  <a:lnTo>
                    <a:pt x="7020620" y="3363418"/>
                  </a:lnTo>
                  <a:lnTo>
                    <a:pt x="6943987" y="3358389"/>
                  </a:lnTo>
                  <a:lnTo>
                    <a:pt x="6867355" y="3353151"/>
                  </a:lnTo>
                  <a:lnTo>
                    <a:pt x="6790722" y="3347694"/>
                  </a:lnTo>
                  <a:lnTo>
                    <a:pt x="6714090" y="3342009"/>
                  </a:lnTo>
                  <a:lnTo>
                    <a:pt x="6637457" y="3336086"/>
                  </a:lnTo>
                  <a:lnTo>
                    <a:pt x="6560825" y="3329916"/>
                  </a:lnTo>
                  <a:lnTo>
                    <a:pt x="6484192" y="3323488"/>
                  </a:lnTo>
                  <a:lnTo>
                    <a:pt x="6407560" y="3316791"/>
                  </a:lnTo>
                  <a:lnTo>
                    <a:pt x="6330927" y="3309814"/>
                  </a:lnTo>
                  <a:lnTo>
                    <a:pt x="6254294" y="3302546"/>
                  </a:lnTo>
                  <a:lnTo>
                    <a:pt x="6177662" y="3294974"/>
                  </a:lnTo>
                  <a:lnTo>
                    <a:pt x="6101029" y="3287086"/>
                  </a:lnTo>
                  <a:lnTo>
                    <a:pt x="6024397" y="3278868"/>
                  </a:lnTo>
                  <a:lnTo>
                    <a:pt x="5947764" y="3270307"/>
                  </a:lnTo>
                  <a:lnTo>
                    <a:pt x="5871132" y="3261388"/>
                  </a:lnTo>
                  <a:lnTo>
                    <a:pt x="5794499" y="3252096"/>
                  </a:lnTo>
                  <a:lnTo>
                    <a:pt x="5717867" y="3242416"/>
                  </a:lnTo>
                  <a:lnTo>
                    <a:pt x="5641234" y="3232332"/>
                  </a:lnTo>
                  <a:lnTo>
                    <a:pt x="5564602" y="3221826"/>
                  </a:lnTo>
                  <a:lnTo>
                    <a:pt x="5487969" y="3210881"/>
                  </a:lnTo>
                  <a:lnTo>
                    <a:pt x="5411336" y="3199479"/>
                  </a:lnTo>
                  <a:lnTo>
                    <a:pt x="5334704" y="3187600"/>
                  </a:lnTo>
                  <a:lnTo>
                    <a:pt x="5258071" y="3175225"/>
                  </a:lnTo>
                  <a:lnTo>
                    <a:pt x="5181439" y="3162333"/>
                  </a:lnTo>
                  <a:lnTo>
                    <a:pt x="5104806" y="3148902"/>
                  </a:lnTo>
                  <a:lnTo>
                    <a:pt x="5028174" y="3134910"/>
                  </a:lnTo>
                  <a:lnTo>
                    <a:pt x="4951541" y="3120333"/>
                  </a:lnTo>
                  <a:lnTo>
                    <a:pt x="4874909" y="3105147"/>
                  </a:lnTo>
                  <a:lnTo>
                    <a:pt x="4798276" y="3089327"/>
                  </a:lnTo>
                  <a:lnTo>
                    <a:pt x="4721644" y="3072845"/>
                  </a:lnTo>
                  <a:lnTo>
                    <a:pt x="4645011" y="3055675"/>
                  </a:lnTo>
                  <a:lnTo>
                    <a:pt x="4568378" y="3037787"/>
                  </a:lnTo>
                  <a:lnTo>
                    <a:pt x="4491746" y="3019152"/>
                  </a:lnTo>
                  <a:lnTo>
                    <a:pt x="4415113" y="2999738"/>
                  </a:lnTo>
                  <a:lnTo>
                    <a:pt x="4338481" y="2979512"/>
                  </a:lnTo>
                  <a:lnTo>
                    <a:pt x="4261848" y="2958442"/>
                  </a:lnTo>
                  <a:lnTo>
                    <a:pt x="4185216" y="2936491"/>
                  </a:lnTo>
                  <a:lnTo>
                    <a:pt x="4108583" y="2913623"/>
                  </a:lnTo>
                  <a:lnTo>
                    <a:pt x="4031951" y="2889799"/>
                  </a:lnTo>
                  <a:lnTo>
                    <a:pt x="3955318" y="2864980"/>
                  </a:lnTo>
                  <a:lnTo>
                    <a:pt x="3878685" y="2839124"/>
                  </a:lnTo>
                  <a:lnTo>
                    <a:pt x="3802053" y="2812187"/>
                  </a:lnTo>
                  <a:lnTo>
                    <a:pt x="3725420" y="2784124"/>
                  </a:lnTo>
                  <a:lnTo>
                    <a:pt x="3648788" y="2754889"/>
                  </a:lnTo>
                  <a:lnTo>
                    <a:pt x="3572155" y="2724432"/>
                  </a:lnTo>
                  <a:lnTo>
                    <a:pt x="3495523" y="2692703"/>
                  </a:lnTo>
                  <a:lnTo>
                    <a:pt x="3418890" y="2659648"/>
                  </a:lnTo>
                  <a:lnTo>
                    <a:pt x="3342258" y="2640696"/>
                  </a:lnTo>
                  <a:lnTo>
                    <a:pt x="3265625" y="2624259"/>
                  </a:lnTo>
                  <a:lnTo>
                    <a:pt x="3188993" y="2607502"/>
                  </a:lnTo>
                  <a:lnTo>
                    <a:pt x="3112360" y="2590419"/>
                  </a:lnTo>
                  <a:lnTo>
                    <a:pt x="3035727" y="2573002"/>
                  </a:lnTo>
                  <a:lnTo>
                    <a:pt x="2959095" y="2555246"/>
                  </a:lnTo>
                  <a:lnTo>
                    <a:pt x="2882462" y="2537144"/>
                  </a:lnTo>
                  <a:lnTo>
                    <a:pt x="2805830" y="2518689"/>
                  </a:lnTo>
                  <a:lnTo>
                    <a:pt x="2729197" y="2499873"/>
                  </a:lnTo>
                  <a:lnTo>
                    <a:pt x="2652565" y="2480692"/>
                  </a:lnTo>
                  <a:lnTo>
                    <a:pt x="2575932" y="2461136"/>
                  </a:lnTo>
                  <a:lnTo>
                    <a:pt x="2499300" y="2441199"/>
                  </a:lnTo>
                  <a:lnTo>
                    <a:pt x="2422667" y="2420873"/>
                  </a:lnTo>
                  <a:lnTo>
                    <a:pt x="2346034" y="2400151"/>
                  </a:lnTo>
                  <a:lnTo>
                    <a:pt x="2269402" y="2379025"/>
                  </a:lnTo>
                  <a:lnTo>
                    <a:pt x="2192769" y="2357487"/>
                  </a:lnTo>
                  <a:lnTo>
                    <a:pt x="2116137" y="2335529"/>
                  </a:lnTo>
                  <a:lnTo>
                    <a:pt x="2039504" y="2313143"/>
                  </a:lnTo>
                  <a:lnTo>
                    <a:pt x="1962872" y="2290320"/>
                  </a:lnTo>
                  <a:lnTo>
                    <a:pt x="1886239" y="2267053"/>
                  </a:lnTo>
                  <a:lnTo>
                    <a:pt x="1809607" y="2243332"/>
                  </a:lnTo>
                  <a:lnTo>
                    <a:pt x="1732974" y="2219148"/>
                  </a:lnTo>
                  <a:lnTo>
                    <a:pt x="1656342" y="2194493"/>
                  </a:lnTo>
                  <a:lnTo>
                    <a:pt x="1579709" y="2169358"/>
                  </a:lnTo>
                  <a:lnTo>
                    <a:pt x="1503076" y="2143732"/>
                  </a:lnTo>
                  <a:lnTo>
                    <a:pt x="1426444" y="2117607"/>
                  </a:lnTo>
                  <a:lnTo>
                    <a:pt x="1349811" y="2090972"/>
                  </a:lnTo>
                  <a:lnTo>
                    <a:pt x="1273179" y="2063818"/>
                  </a:lnTo>
                  <a:lnTo>
                    <a:pt x="1196546" y="2036135"/>
                  </a:lnTo>
                  <a:lnTo>
                    <a:pt x="1119914" y="2007912"/>
                  </a:lnTo>
                  <a:lnTo>
                    <a:pt x="1043281" y="1979138"/>
                  </a:lnTo>
                  <a:lnTo>
                    <a:pt x="966649" y="1949804"/>
                  </a:lnTo>
                  <a:lnTo>
                    <a:pt x="890016" y="1919898"/>
                  </a:lnTo>
                  <a:lnTo>
                    <a:pt x="813384" y="1889408"/>
                  </a:lnTo>
                  <a:lnTo>
                    <a:pt x="736751" y="1858325"/>
                  </a:lnTo>
                  <a:lnTo>
                    <a:pt x="660118" y="1826635"/>
                  </a:lnTo>
                  <a:lnTo>
                    <a:pt x="583486" y="1794328"/>
                  </a:lnTo>
                  <a:lnTo>
                    <a:pt x="506853" y="1761390"/>
                  </a:lnTo>
                  <a:lnTo>
                    <a:pt x="430221" y="1727811"/>
                  </a:lnTo>
                  <a:lnTo>
                    <a:pt x="353588" y="1693576"/>
                  </a:lnTo>
                  <a:lnTo>
                    <a:pt x="276956" y="1658675"/>
                  </a:lnTo>
                  <a:lnTo>
                    <a:pt x="200323" y="1623092"/>
                  </a:lnTo>
                  <a:lnTo>
                    <a:pt x="123691" y="1586817"/>
                  </a:lnTo>
                  <a:lnTo>
                    <a:pt x="47058" y="1549833"/>
                  </a:lnTo>
                  <a:lnTo>
                    <a:pt x="0" y="152668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538132" y="2073503"/>
              <a:ext cx="6683168" cy="3180766"/>
            </a:xfrm>
            <a:custGeom>
              <a:avLst/>
              <a:pathLst>
                <a:path w="6683168" h="3180766">
                  <a:moveTo>
                    <a:pt x="0" y="0"/>
                  </a:moveTo>
                  <a:lnTo>
                    <a:pt x="16136" y="30387"/>
                  </a:lnTo>
                  <a:lnTo>
                    <a:pt x="92769" y="168904"/>
                  </a:lnTo>
                  <a:lnTo>
                    <a:pt x="169402" y="301865"/>
                  </a:lnTo>
                  <a:lnTo>
                    <a:pt x="246034" y="429493"/>
                  </a:lnTo>
                  <a:lnTo>
                    <a:pt x="322667" y="552002"/>
                  </a:lnTo>
                  <a:lnTo>
                    <a:pt x="399299" y="669597"/>
                  </a:lnTo>
                  <a:lnTo>
                    <a:pt x="475932" y="782475"/>
                  </a:lnTo>
                  <a:lnTo>
                    <a:pt x="552564" y="890825"/>
                  </a:lnTo>
                  <a:lnTo>
                    <a:pt x="629197" y="994830"/>
                  </a:lnTo>
                  <a:lnTo>
                    <a:pt x="705829" y="1094662"/>
                  </a:lnTo>
                  <a:lnTo>
                    <a:pt x="782462" y="1190491"/>
                  </a:lnTo>
                  <a:lnTo>
                    <a:pt x="859095" y="1282475"/>
                  </a:lnTo>
                  <a:lnTo>
                    <a:pt x="935727" y="1370770"/>
                  </a:lnTo>
                  <a:lnTo>
                    <a:pt x="1012360" y="1455523"/>
                  </a:lnTo>
                  <a:lnTo>
                    <a:pt x="1088992" y="1536877"/>
                  </a:lnTo>
                  <a:lnTo>
                    <a:pt x="1165625" y="1614968"/>
                  </a:lnTo>
                  <a:lnTo>
                    <a:pt x="1242257" y="1689926"/>
                  </a:lnTo>
                  <a:lnTo>
                    <a:pt x="1318890" y="1761878"/>
                  </a:lnTo>
                  <a:lnTo>
                    <a:pt x="1395522" y="1830944"/>
                  </a:lnTo>
                  <a:lnTo>
                    <a:pt x="1472155" y="1897239"/>
                  </a:lnTo>
                  <a:lnTo>
                    <a:pt x="1548787" y="1960875"/>
                  </a:lnTo>
                  <a:lnTo>
                    <a:pt x="1625420" y="2021959"/>
                  </a:lnTo>
                  <a:lnTo>
                    <a:pt x="1702053" y="2080592"/>
                  </a:lnTo>
                  <a:lnTo>
                    <a:pt x="1778685" y="2136874"/>
                  </a:lnTo>
                  <a:lnTo>
                    <a:pt x="1855318" y="2190898"/>
                  </a:lnTo>
                  <a:lnTo>
                    <a:pt x="1931950" y="2242756"/>
                  </a:lnTo>
                  <a:lnTo>
                    <a:pt x="2008583" y="2292533"/>
                  </a:lnTo>
                  <a:lnTo>
                    <a:pt x="2085215" y="2340314"/>
                  </a:lnTo>
                  <a:lnTo>
                    <a:pt x="2161848" y="2386178"/>
                  </a:lnTo>
                  <a:lnTo>
                    <a:pt x="2238480" y="2430202"/>
                  </a:lnTo>
                  <a:lnTo>
                    <a:pt x="2315113" y="2472461"/>
                  </a:lnTo>
                  <a:lnTo>
                    <a:pt x="2391745" y="2513024"/>
                  </a:lnTo>
                  <a:lnTo>
                    <a:pt x="2468378" y="2551961"/>
                  </a:lnTo>
                  <a:lnTo>
                    <a:pt x="2545011" y="2589335"/>
                  </a:lnTo>
                  <a:lnTo>
                    <a:pt x="2621643" y="2625211"/>
                  </a:lnTo>
                  <a:lnTo>
                    <a:pt x="2698276" y="2656818"/>
                  </a:lnTo>
                  <a:lnTo>
                    <a:pt x="2774908" y="2672631"/>
                  </a:lnTo>
                  <a:lnTo>
                    <a:pt x="2851541" y="2688143"/>
                  </a:lnTo>
                  <a:lnTo>
                    <a:pt x="2928173" y="2703357"/>
                  </a:lnTo>
                  <a:lnTo>
                    <a:pt x="3004806" y="2718281"/>
                  </a:lnTo>
                  <a:lnTo>
                    <a:pt x="3081438" y="2732919"/>
                  </a:lnTo>
                  <a:lnTo>
                    <a:pt x="3158071" y="2747278"/>
                  </a:lnTo>
                  <a:lnTo>
                    <a:pt x="3234704" y="2761362"/>
                  </a:lnTo>
                  <a:lnTo>
                    <a:pt x="3311336" y="2775176"/>
                  </a:lnTo>
                  <a:lnTo>
                    <a:pt x="3387969" y="2788727"/>
                  </a:lnTo>
                  <a:lnTo>
                    <a:pt x="3464601" y="2802018"/>
                  </a:lnTo>
                  <a:lnTo>
                    <a:pt x="3541234" y="2815055"/>
                  </a:lnTo>
                  <a:lnTo>
                    <a:pt x="3617866" y="2827842"/>
                  </a:lnTo>
                  <a:lnTo>
                    <a:pt x="3694499" y="2840386"/>
                  </a:lnTo>
                  <a:lnTo>
                    <a:pt x="3771131" y="2852689"/>
                  </a:lnTo>
                  <a:lnTo>
                    <a:pt x="3847764" y="2864757"/>
                  </a:lnTo>
                  <a:lnTo>
                    <a:pt x="3924396" y="2876594"/>
                  </a:lnTo>
                  <a:lnTo>
                    <a:pt x="4001029" y="2888205"/>
                  </a:lnTo>
                  <a:lnTo>
                    <a:pt x="4077662" y="2899594"/>
                  </a:lnTo>
                  <a:lnTo>
                    <a:pt x="4154294" y="2910765"/>
                  </a:lnTo>
                  <a:lnTo>
                    <a:pt x="4230927" y="2921722"/>
                  </a:lnTo>
                  <a:lnTo>
                    <a:pt x="4307559" y="2932470"/>
                  </a:lnTo>
                  <a:lnTo>
                    <a:pt x="4384192" y="2943012"/>
                  </a:lnTo>
                  <a:lnTo>
                    <a:pt x="4460824" y="2953353"/>
                  </a:lnTo>
                  <a:lnTo>
                    <a:pt x="4537457" y="2963496"/>
                  </a:lnTo>
                  <a:lnTo>
                    <a:pt x="4614089" y="2973445"/>
                  </a:lnTo>
                  <a:lnTo>
                    <a:pt x="4690722" y="2983204"/>
                  </a:lnTo>
                  <a:lnTo>
                    <a:pt x="4767355" y="2992776"/>
                  </a:lnTo>
                  <a:lnTo>
                    <a:pt x="4843987" y="3002165"/>
                  </a:lnTo>
                  <a:lnTo>
                    <a:pt x="4920620" y="3011374"/>
                  </a:lnTo>
                  <a:lnTo>
                    <a:pt x="4997252" y="3020408"/>
                  </a:lnTo>
                  <a:lnTo>
                    <a:pt x="5073885" y="3029268"/>
                  </a:lnTo>
                  <a:lnTo>
                    <a:pt x="5150517" y="3037960"/>
                  </a:lnTo>
                  <a:lnTo>
                    <a:pt x="5227150" y="3046485"/>
                  </a:lnTo>
                  <a:lnTo>
                    <a:pt x="5303782" y="3054847"/>
                  </a:lnTo>
                  <a:lnTo>
                    <a:pt x="5380415" y="3063049"/>
                  </a:lnTo>
                  <a:lnTo>
                    <a:pt x="5457047" y="3071094"/>
                  </a:lnTo>
                  <a:lnTo>
                    <a:pt x="5533680" y="3078985"/>
                  </a:lnTo>
                  <a:lnTo>
                    <a:pt x="5610313" y="3086726"/>
                  </a:lnTo>
                  <a:lnTo>
                    <a:pt x="5686945" y="3094318"/>
                  </a:lnTo>
                  <a:lnTo>
                    <a:pt x="5763578" y="3101765"/>
                  </a:lnTo>
                  <a:lnTo>
                    <a:pt x="5840210" y="3109070"/>
                  </a:lnTo>
                  <a:lnTo>
                    <a:pt x="5916843" y="3116235"/>
                  </a:lnTo>
                  <a:lnTo>
                    <a:pt x="5993475" y="3123263"/>
                  </a:lnTo>
                  <a:lnTo>
                    <a:pt x="6070108" y="3130157"/>
                  </a:lnTo>
                  <a:lnTo>
                    <a:pt x="6146740" y="3136919"/>
                  </a:lnTo>
                  <a:lnTo>
                    <a:pt x="6223373" y="3143551"/>
                  </a:lnTo>
                  <a:lnTo>
                    <a:pt x="6300005" y="3150057"/>
                  </a:lnTo>
                  <a:lnTo>
                    <a:pt x="6376638" y="3156438"/>
                  </a:lnTo>
                  <a:lnTo>
                    <a:pt x="6453271" y="3162698"/>
                  </a:lnTo>
                  <a:lnTo>
                    <a:pt x="6529903" y="3168837"/>
                  </a:lnTo>
                  <a:lnTo>
                    <a:pt x="6606536" y="3174859"/>
                  </a:lnTo>
                  <a:lnTo>
                    <a:pt x="6683168" y="31807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3600183"/>
              <a:ext cx="7403783" cy="1859010"/>
            </a:xfrm>
            <a:custGeom>
              <a:avLst/>
              <a:pathLst>
                <a:path w="7403783" h="1859010">
                  <a:moveTo>
                    <a:pt x="7403783" y="1859010"/>
                  </a:moveTo>
                  <a:lnTo>
                    <a:pt x="7327150" y="1854912"/>
                  </a:lnTo>
                  <a:lnTo>
                    <a:pt x="7250518" y="1850644"/>
                  </a:lnTo>
                  <a:lnTo>
                    <a:pt x="7173885" y="1846196"/>
                  </a:lnTo>
                  <a:lnTo>
                    <a:pt x="7097253" y="1841564"/>
                  </a:lnTo>
                  <a:lnTo>
                    <a:pt x="7020620" y="1836737"/>
                  </a:lnTo>
                  <a:lnTo>
                    <a:pt x="6943987" y="1831709"/>
                  </a:lnTo>
                  <a:lnTo>
                    <a:pt x="6867355" y="1826471"/>
                  </a:lnTo>
                  <a:lnTo>
                    <a:pt x="6790722" y="1821013"/>
                  </a:lnTo>
                  <a:lnTo>
                    <a:pt x="6714090" y="1815328"/>
                  </a:lnTo>
                  <a:lnTo>
                    <a:pt x="6637457" y="1809405"/>
                  </a:lnTo>
                  <a:lnTo>
                    <a:pt x="6560825" y="1803235"/>
                  </a:lnTo>
                  <a:lnTo>
                    <a:pt x="6484192" y="1796807"/>
                  </a:lnTo>
                  <a:lnTo>
                    <a:pt x="6407560" y="1790110"/>
                  </a:lnTo>
                  <a:lnTo>
                    <a:pt x="6330927" y="1783134"/>
                  </a:lnTo>
                  <a:lnTo>
                    <a:pt x="6254294" y="1775866"/>
                  </a:lnTo>
                  <a:lnTo>
                    <a:pt x="6177662" y="1768294"/>
                  </a:lnTo>
                  <a:lnTo>
                    <a:pt x="6101029" y="1760406"/>
                  </a:lnTo>
                  <a:lnTo>
                    <a:pt x="6024397" y="1752188"/>
                  </a:lnTo>
                  <a:lnTo>
                    <a:pt x="5947764" y="1743626"/>
                  </a:lnTo>
                  <a:lnTo>
                    <a:pt x="5871132" y="1734707"/>
                  </a:lnTo>
                  <a:lnTo>
                    <a:pt x="5794499" y="1725416"/>
                  </a:lnTo>
                  <a:lnTo>
                    <a:pt x="5717867" y="1715736"/>
                  </a:lnTo>
                  <a:lnTo>
                    <a:pt x="5641234" y="1705651"/>
                  </a:lnTo>
                  <a:lnTo>
                    <a:pt x="5564602" y="1695146"/>
                  </a:lnTo>
                  <a:lnTo>
                    <a:pt x="5487969" y="1684201"/>
                  </a:lnTo>
                  <a:lnTo>
                    <a:pt x="5411336" y="1672798"/>
                  </a:lnTo>
                  <a:lnTo>
                    <a:pt x="5334704" y="1660920"/>
                  </a:lnTo>
                  <a:lnTo>
                    <a:pt x="5258071" y="1648545"/>
                  </a:lnTo>
                  <a:lnTo>
                    <a:pt x="5181439" y="1635653"/>
                  </a:lnTo>
                  <a:lnTo>
                    <a:pt x="5104806" y="1622222"/>
                  </a:lnTo>
                  <a:lnTo>
                    <a:pt x="5028174" y="1608229"/>
                  </a:lnTo>
                  <a:lnTo>
                    <a:pt x="4951541" y="1593653"/>
                  </a:lnTo>
                  <a:lnTo>
                    <a:pt x="4874909" y="1578467"/>
                  </a:lnTo>
                  <a:lnTo>
                    <a:pt x="4798276" y="1562646"/>
                  </a:lnTo>
                  <a:lnTo>
                    <a:pt x="4721644" y="1546165"/>
                  </a:lnTo>
                  <a:lnTo>
                    <a:pt x="4645011" y="1528994"/>
                  </a:lnTo>
                  <a:lnTo>
                    <a:pt x="4568378" y="1511106"/>
                  </a:lnTo>
                  <a:lnTo>
                    <a:pt x="4491746" y="1492471"/>
                  </a:lnTo>
                  <a:lnTo>
                    <a:pt x="4415113" y="1473057"/>
                  </a:lnTo>
                  <a:lnTo>
                    <a:pt x="4338481" y="1452832"/>
                  </a:lnTo>
                  <a:lnTo>
                    <a:pt x="4261848" y="1431761"/>
                  </a:lnTo>
                  <a:lnTo>
                    <a:pt x="4185216" y="1409811"/>
                  </a:lnTo>
                  <a:lnTo>
                    <a:pt x="4108583" y="1386942"/>
                  </a:lnTo>
                  <a:lnTo>
                    <a:pt x="4031951" y="1363119"/>
                  </a:lnTo>
                  <a:lnTo>
                    <a:pt x="3955318" y="1338299"/>
                  </a:lnTo>
                  <a:lnTo>
                    <a:pt x="3878685" y="1312443"/>
                  </a:lnTo>
                  <a:lnTo>
                    <a:pt x="3802053" y="1285506"/>
                  </a:lnTo>
                  <a:lnTo>
                    <a:pt x="3725420" y="1257444"/>
                  </a:lnTo>
                  <a:lnTo>
                    <a:pt x="3648788" y="1228209"/>
                  </a:lnTo>
                  <a:lnTo>
                    <a:pt x="3572155" y="1197752"/>
                  </a:lnTo>
                  <a:lnTo>
                    <a:pt x="3495523" y="1166022"/>
                  </a:lnTo>
                  <a:lnTo>
                    <a:pt x="3418890" y="1132967"/>
                  </a:lnTo>
                  <a:lnTo>
                    <a:pt x="3342258" y="1114015"/>
                  </a:lnTo>
                  <a:lnTo>
                    <a:pt x="3265625" y="1097579"/>
                  </a:lnTo>
                  <a:lnTo>
                    <a:pt x="3188993" y="1080822"/>
                  </a:lnTo>
                  <a:lnTo>
                    <a:pt x="3112360" y="1063738"/>
                  </a:lnTo>
                  <a:lnTo>
                    <a:pt x="3035727" y="1046322"/>
                  </a:lnTo>
                  <a:lnTo>
                    <a:pt x="2959095" y="1028566"/>
                  </a:lnTo>
                  <a:lnTo>
                    <a:pt x="2882462" y="1010463"/>
                  </a:lnTo>
                  <a:lnTo>
                    <a:pt x="2805830" y="992008"/>
                  </a:lnTo>
                  <a:lnTo>
                    <a:pt x="2729197" y="973193"/>
                  </a:lnTo>
                  <a:lnTo>
                    <a:pt x="2652565" y="954011"/>
                  </a:lnTo>
                  <a:lnTo>
                    <a:pt x="2575932" y="934455"/>
                  </a:lnTo>
                  <a:lnTo>
                    <a:pt x="2499300" y="914518"/>
                  </a:lnTo>
                  <a:lnTo>
                    <a:pt x="2422667" y="894192"/>
                  </a:lnTo>
                  <a:lnTo>
                    <a:pt x="2346034" y="873470"/>
                  </a:lnTo>
                  <a:lnTo>
                    <a:pt x="2269402" y="852344"/>
                  </a:lnTo>
                  <a:lnTo>
                    <a:pt x="2192769" y="830806"/>
                  </a:lnTo>
                  <a:lnTo>
                    <a:pt x="2116137" y="808848"/>
                  </a:lnTo>
                  <a:lnTo>
                    <a:pt x="2039504" y="786462"/>
                  </a:lnTo>
                  <a:lnTo>
                    <a:pt x="1962872" y="763640"/>
                  </a:lnTo>
                  <a:lnTo>
                    <a:pt x="1886239" y="740372"/>
                  </a:lnTo>
                  <a:lnTo>
                    <a:pt x="1809607" y="716651"/>
                  </a:lnTo>
                  <a:lnTo>
                    <a:pt x="1732974" y="692468"/>
                  </a:lnTo>
                  <a:lnTo>
                    <a:pt x="1656342" y="667813"/>
                  </a:lnTo>
                  <a:lnTo>
                    <a:pt x="1579709" y="642677"/>
                  </a:lnTo>
                  <a:lnTo>
                    <a:pt x="1503076" y="617051"/>
                  </a:lnTo>
                  <a:lnTo>
                    <a:pt x="1426444" y="590926"/>
                  </a:lnTo>
                  <a:lnTo>
                    <a:pt x="1349811" y="564291"/>
                  </a:lnTo>
                  <a:lnTo>
                    <a:pt x="1273179" y="537137"/>
                  </a:lnTo>
                  <a:lnTo>
                    <a:pt x="1196546" y="509454"/>
                  </a:lnTo>
                  <a:lnTo>
                    <a:pt x="1119914" y="481231"/>
                  </a:lnTo>
                  <a:lnTo>
                    <a:pt x="1043281" y="452458"/>
                  </a:lnTo>
                  <a:lnTo>
                    <a:pt x="966649" y="423123"/>
                  </a:lnTo>
                  <a:lnTo>
                    <a:pt x="890016" y="393217"/>
                  </a:lnTo>
                  <a:lnTo>
                    <a:pt x="813384" y="362728"/>
                  </a:lnTo>
                  <a:lnTo>
                    <a:pt x="736751" y="331644"/>
                  </a:lnTo>
                  <a:lnTo>
                    <a:pt x="660118" y="299954"/>
                  </a:lnTo>
                  <a:lnTo>
                    <a:pt x="583486" y="267647"/>
                  </a:lnTo>
                  <a:lnTo>
                    <a:pt x="506853" y="234710"/>
                  </a:lnTo>
                  <a:lnTo>
                    <a:pt x="430221" y="201130"/>
                  </a:lnTo>
                  <a:lnTo>
                    <a:pt x="353588" y="166896"/>
                  </a:lnTo>
                  <a:lnTo>
                    <a:pt x="276956" y="131994"/>
                  </a:lnTo>
                  <a:lnTo>
                    <a:pt x="200323" y="96412"/>
                  </a:lnTo>
                  <a:lnTo>
                    <a:pt x="123691" y="60136"/>
                  </a:lnTo>
                  <a:lnTo>
                    <a:pt x="47058" y="2315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2391878"/>
              <a:ext cx="7403783" cy="2993008"/>
            </a:xfrm>
            <a:custGeom>
              <a:avLst/>
              <a:pathLst>
                <a:path w="7403783" h="2993008">
                  <a:moveTo>
                    <a:pt x="0" y="0"/>
                  </a:moveTo>
                  <a:lnTo>
                    <a:pt x="47058" y="58348"/>
                  </a:lnTo>
                  <a:lnTo>
                    <a:pt x="123691" y="150545"/>
                  </a:lnTo>
                  <a:lnTo>
                    <a:pt x="200323" y="240007"/>
                  </a:lnTo>
                  <a:lnTo>
                    <a:pt x="276956" y="326814"/>
                  </a:lnTo>
                  <a:lnTo>
                    <a:pt x="353588" y="411045"/>
                  </a:lnTo>
                  <a:lnTo>
                    <a:pt x="430221" y="492777"/>
                  </a:lnTo>
                  <a:lnTo>
                    <a:pt x="506853" y="572083"/>
                  </a:lnTo>
                  <a:lnTo>
                    <a:pt x="583486" y="649036"/>
                  </a:lnTo>
                  <a:lnTo>
                    <a:pt x="660118" y="723705"/>
                  </a:lnTo>
                  <a:lnTo>
                    <a:pt x="736751" y="796159"/>
                  </a:lnTo>
                  <a:lnTo>
                    <a:pt x="813384" y="866463"/>
                  </a:lnTo>
                  <a:lnTo>
                    <a:pt x="890016" y="934681"/>
                  </a:lnTo>
                  <a:lnTo>
                    <a:pt x="966649" y="1000874"/>
                  </a:lnTo>
                  <a:lnTo>
                    <a:pt x="1043281" y="1065103"/>
                  </a:lnTo>
                  <a:lnTo>
                    <a:pt x="1119914" y="1127426"/>
                  </a:lnTo>
                  <a:lnTo>
                    <a:pt x="1196546" y="1187900"/>
                  </a:lnTo>
                  <a:lnTo>
                    <a:pt x="1273179" y="1246579"/>
                  </a:lnTo>
                  <a:lnTo>
                    <a:pt x="1349811" y="1303517"/>
                  </a:lnTo>
                  <a:lnTo>
                    <a:pt x="1426444" y="1358766"/>
                  </a:lnTo>
                  <a:lnTo>
                    <a:pt x="1503076" y="1412375"/>
                  </a:lnTo>
                  <a:lnTo>
                    <a:pt x="1579709" y="1464393"/>
                  </a:lnTo>
                  <a:lnTo>
                    <a:pt x="1656342" y="1514868"/>
                  </a:lnTo>
                  <a:lnTo>
                    <a:pt x="1732974" y="1563845"/>
                  </a:lnTo>
                  <a:lnTo>
                    <a:pt x="1809607" y="1611368"/>
                  </a:lnTo>
                  <a:lnTo>
                    <a:pt x="1886239" y="1657482"/>
                  </a:lnTo>
                  <a:lnTo>
                    <a:pt x="1962872" y="1702227"/>
                  </a:lnTo>
                  <a:lnTo>
                    <a:pt x="2039504" y="1745644"/>
                  </a:lnTo>
                  <a:lnTo>
                    <a:pt x="2116137" y="1787773"/>
                  </a:lnTo>
                  <a:lnTo>
                    <a:pt x="2192769" y="1828651"/>
                  </a:lnTo>
                  <a:lnTo>
                    <a:pt x="2269402" y="1868317"/>
                  </a:lnTo>
                  <a:lnTo>
                    <a:pt x="2346034" y="1906806"/>
                  </a:lnTo>
                  <a:lnTo>
                    <a:pt x="2422667" y="1944152"/>
                  </a:lnTo>
                  <a:lnTo>
                    <a:pt x="2499300" y="1980391"/>
                  </a:lnTo>
                  <a:lnTo>
                    <a:pt x="2575932" y="2015554"/>
                  </a:lnTo>
                  <a:lnTo>
                    <a:pt x="2652565" y="2049673"/>
                  </a:lnTo>
                  <a:lnTo>
                    <a:pt x="2729197" y="2082780"/>
                  </a:lnTo>
                  <a:lnTo>
                    <a:pt x="2805830" y="2114905"/>
                  </a:lnTo>
                  <a:lnTo>
                    <a:pt x="2882462" y="2146077"/>
                  </a:lnTo>
                  <a:lnTo>
                    <a:pt x="2959095" y="2176323"/>
                  </a:lnTo>
                  <a:lnTo>
                    <a:pt x="3035727" y="2205672"/>
                  </a:lnTo>
                  <a:lnTo>
                    <a:pt x="3112360" y="2234150"/>
                  </a:lnTo>
                  <a:lnTo>
                    <a:pt x="3188993" y="2261783"/>
                  </a:lnTo>
                  <a:lnTo>
                    <a:pt x="3265625" y="2288596"/>
                  </a:lnTo>
                  <a:lnTo>
                    <a:pt x="3342258" y="2314613"/>
                  </a:lnTo>
                  <a:lnTo>
                    <a:pt x="3418890" y="2339859"/>
                  </a:lnTo>
                  <a:lnTo>
                    <a:pt x="3495523" y="2364355"/>
                  </a:lnTo>
                  <a:lnTo>
                    <a:pt x="3572155" y="2388124"/>
                  </a:lnTo>
                  <a:lnTo>
                    <a:pt x="3648788" y="2411188"/>
                  </a:lnTo>
                  <a:lnTo>
                    <a:pt x="3725420" y="2433568"/>
                  </a:lnTo>
                  <a:lnTo>
                    <a:pt x="3802053" y="2455283"/>
                  </a:lnTo>
                  <a:lnTo>
                    <a:pt x="3878685" y="2476354"/>
                  </a:lnTo>
                  <a:lnTo>
                    <a:pt x="3955318" y="2496800"/>
                  </a:lnTo>
                  <a:lnTo>
                    <a:pt x="4031951" y="2516639"/>
                  </a:lnTo>
                  <a:lnTo>
                    <a:pt x="4108583" y="2535890"/>
                  </a:lnTo>
                  <a:lnTo>
                    <a:pt x="4185216" y="2554569"/>
                  </a:lnTo>
                  <a:lnTo>
                    <a:pt x="4261848" y="2572694"/>
                  </a:lnTo>
                  <a:lnTo>
                    <a:pt x="4338481" y="2590281"/>
                  </a:lnTo>
                  <a:lnTo>
                    <a:pt x="4415113" y="2607346"/>
                  </a:lnTo>
                  <a:lnTo>
                    <a:pt x="4491746" y="2623905"/>
                  </a:lnTo>
                  <a:lnTo>
                    <a:pt x="4568378" y="2639972"/>
                  </a:lnTo>
                  <a:lnTo>
                    <a:pt x="4645011" y="2655563"/>
                  </a:lnTo>
                  <a:lnTo>
                    <a:pt x="4721644" y="2670691"/>
                  </a:lnTo>
                  <a:lnTo>
                    <a:pt x="4798276" y="2685370"/>
                  </a:lnTo>
                  <a:lnTo>
                    <a:pt x="4874909" y="2699613"/>
                  </a:lnTo>
                  <a:lnTo>
                    <a:pt x="4951541" y="2713434"/>
                  </a:lnTo>
                  <a:lnTo>
                    <a:pt x="5028174" y="2726845"/>
                  </a:lnTo>
                  <a:lnTo>
                    <a:pt x="5104806" y="2739858"/>
                  </a:lnTo>
                  <a:lnTo>
                    <a:pt x="5181439" y="2752484"/>
                  </a:lnTo>
                  <a:lnTo>
                    <a:pt x="5258071" y="2764736"/>
                  </a:lnTo>
                  <a:lnTo>
                    <a:pt x="5334704" y="2776625"/>
                  </a:lnTo>
                  <a:lnTo>
                    <a:pt x="5411336" y="2788160"/>
                  </a:lnTo>
                  <a:lnTo>
                    <a:pt x="5487969" y="2799354"/>
                  </a:lnTo>
                  <a:lnTo>
                    <a:pt x="5564602" y="2810215"/>
                  </a:lnTo>
                  <a:lnTo>
                    <a:pt x="5641234" y="2820754"/>
                  </a:lnTo>
                  <a:lnTo>
                    <a:pt x="5717867" y="2830980"/>
                  </a:lnTo>
                  <a:lnTo>
                    <a:pt x="5794499" y="2840903"/>
                  </a:lnTo>
                  <a:lnTo>
                    <a:pt x="5871132" y="2850531"/>
                  </a:lnTo>
                  <a:lnTo>
                    <a:pt x="5947764" y="2859873"/>
                  </a:lnTo>
                  <a:lnTo>
                    <a:pt x="6024397" y="2868939"/>
                  </a:lnTo>
                  <a:lnTo>
                    <a:pt x="6101029" y="2877735"/>
                  </a:lnTo>
                  <a:lnTo>
                    <a:pt x="6177662" y="2886270"/>
                  </a:lnTo>
                  <a:lnTo>
                    <a:pt x="6254294" y="2894552"/>
                  </a:lnTo>
                  <a:lnTo>
                    <a:pt x="6330927" y="2902589"/>
                  </a:lnTo>
                  <a:lnTo>
                    <a:pt x="6407560" y="2910386"/>
                  </a:lnTo>
                  <a:lnTo>
                    <a:pt x="6484192" y="2917953"/>
                  </a:lnTo>
                  <a:lnTo>
                    <a:pt x="6560825" y="2925295"/>
                  </a:lnTo>
                  <a:lnTo>
                    <a:pt x="6637457" y="2932419"/>
                  </a:lnTo>
                  <a:lnTo>
                    <a:pt x="6714090" y="2939331"/>
                  </a:lnTo>
                  <a:lnTo>
                    <a:pt x="6790722" y="2946039"/>
                  </a:lnTo>
                  <a:lnTo>
                    <a:pt x="6867355" y="2952547"/>
                  </a:lnTo>
                  <a:lnTo>
                    <a:pt x="6943987" y="2958863"/>
                  </a:lnTo>
                  <a:lnTo>
                    <a:pt x="7020620" y="2964990"/>
                  </a:lnTo>
                  <a:lnTo>
                    <a:pt x="7097253" y="2970937"/>
                  </a:lnTo>
                  <a:lnTo>
                    <a:pt x="7173885" y="2976706"/>
                  </a:lnTo>
                  <a:lnTo>
                    <a:pt x="7250518" y="2982305"/>
                  </a:lnTo>
                  <a:lnTo>
                    <a:pt x="7327150" y="2987737"/>
                  </a:lnTo>
                  <a:lnTo>
                    <a:pt x="7403783" y="299300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242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1.42 (1.25-1.61), p_Bonf = &lt;0.001 (n = 6)  |  per IQR decline (Δ = 29.9 %): 2.84 (1.95-4.12)  |  IQR: [-15.0,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8734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2026-09-28T16:51:09Z</dcterms:modified>
  <cp:category/>
</cp:coreProperties>
</file>