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069273"/>
              <a:ext cx="7090630" cy="2024647"/>
            </a:xfrm>
            <a:custGeom>
              <a:avLst/>
              <a:pathLst>
                <a:path w="7090630" h="2024647">
                  <a:moveTo>
                    <a:pt x="0" y="0"/>
                  </a:moveTo>
                  <a:lnTo>
                    <a:pt x="71622" y="41883"/>
                  </a:lnTo>
                  <a:lnTo>
                    <a:pt x="143245" y="83061"/>
                  </a:lnTo>
                  <a:lnTo>
                    <a:pt x="214867" y="123546"/>
                  </a:lnTo>
                  <a:lnTo>
                    <a:pt x="286490" y="163350"/>
                  </a:lnTo>
                  <a:lnTo>
                    <a:pt x="358112" y="202484"/>
                  </a:lnTo>
                  <a:lnTo>
                    <a:pt x="429735" y="240958"/>
                  </a:lnTo>
                  <a:lnTo>
                    <a:pt x="501357" y="278785"/>
                  </a:lnTo>
                  <a:lnTo>
                    <a:pt x="572980" y="315976"/>
                  </a:lnTo>
                  <a:lnTo>
                    <a:pt x="644602" y="352540"/>
                  </a:lnTo>
                  <a:lnTo>
                    <a:pt x="716225" y="388489"/>
                  </a:lnTo>
                  <a:lnTo>
                    <a:pt x="787847" y="423832"/>
                  </a:lnTo>
                  <a:lnTo>
                    <a:pt x="859470" y="458581"/>
                  </a:lnTo>
                  <a:lnTo>
                    <a:pt x="931092" y="492744"/>
                  </a:lnTo>
                  <a:lnTo>
                    <a:pt x="1002715" y="526333"/>
                  </a:lnTo>
                  <a:lnTo>
                    <a:pt x="1074337" y="559356"/>
                  </a:lnTo>
                  <a:lnTo>
                    <a:pt x="1145960" y="591823"/>
                  </a:lnTo>
                  <a:lnTo>
                    <a:pt x="1217582" y="623743"/>
                  </a:lnTo>
                  <a:lnTo>
                    <a:pt x="1289205" y="655126"/>
                  </a:lnTo>
                  <a:lnTo>
                    <a:pt x="1360827" y="685981"/>
                  </a:lnTo>
                  <a:lnTo>
                    <a:pt x="1432450" y="716316"/>
                  </a:lnTo>
                  <a:lnTo>
                    <a:pt x="1504073" y="746141"/>
                  </a:lnTo>
                  <a:lnTo>
                    <a:pt x="1575695" y="775464"/>
                  </a:lnTo>
                  <a:lnTo>
                    <a:pt x="1647318" y="804293"/>
                  </a:lnTo>
                  <a:lnTo>
                    <a:pt x="1718940" y="832637"/>
                  </a:lnTo>
                  <a:lnTo>
                    <a:pt x="1790563" y="860503"/>
                  </a:lnTo>
                  <a:lnTo>
                    <a:pt x="1862185" y="887901"/>
                  </a:lnTo>
                  <a:lnTo>
                    <a:pt x="1933808" y="914837"/>
                  </a:lnTo>
                  <a:lnTo>
                    <a:pt x="2005430" y="941320"/>
                  </a:lnTo>
                  <a:lnTo>
                    <a:pt x="2077053" y="967357"/>
                  </a:lnTo>
                  <a:lnTo>
                    <a:pt x="2148675" y="992955"/>
                  </a:lnTo>
                  <a:lnTo>
                    <a:pt x="2220298" y="1018123"/>
                  </a:lnTo>
                  <a:lnTo>
                    <a:pt x="2291920" y="1042867"/>
                  </a:lnTo>
                  <a:lnTo>
                    <a:pt x="2363543" y="1067194"/>
                  </a:lnTo>
                  <a:lnTo>
                    <a:pt x="2435165" y="1091112"/>
                  </a:lnTo>
                  <a:lnTo>
                    <a:pt x="2506788" y="1114628"/>
                  </a:lnTo>
                  <a:lnTo>
                    <a:pt x="2578410" y="1137747"/>
                  </a:lnTo>
                  <a:lnTo>
                    <a:pt x="2650033" y="1160477"/>
                  </a:lnTo>
                  <a:lnTo>
                    <a:pt x="2721655" y="1182825"/>
                  </a:lnTo>
                  <a:lnTo>
                    <a:pt x="2793278" y="1204796"/>
                  </a:lnTo>
                  <a:lnTo>
                    <a:pt x="2864901" y="1226398"/>
                  </a:lnTo>
                  <a:lnTo>
                    <a:pt x="2936523" y="1247635"/>
                  </a:lnTo>
                  <a:lnTo>
                    <a:pt x="3008146" y="1268516"/>
                  </a:lnTo>
                  <a:lnTo>
                    <a:pt x="3079768" y="1289045"/>
                  </a:lnTo>
                  <a:lnTo>
                    <a:pt x="3151391" y="1309228"/>
                  </a:lnTo>
                  <a:lnTo>
                    <a:pt x="3223013" y="1329071"/>
                  </a:lnTo>
                  <a:lnTo>
                    <a:pt x="3294636" y="1348581"/>
                  </a:lnTo>
                  <a:lnTo>
                    <a:pt x="3366258" y="1367762"/>
                  </a:lnTo>
                  <a:lnTo>
                    <a:pt x="3437881" y="1386620"/>
                  </a:lnTo>
                  <a:lnTo>
                    <a:pt x="3509503" y="1405160"/>
                  </a:lnTo>
                  <a:lnTo>
                    <a:pt x="3581126" y="1423389"/>
                  </a:lnTo>
                  <a:lnTo>
                    <a:pt x="3652748" y="1441310"/>
                  </a:lnTo>
                  <a:lnTo>
                    <a:pt x="3724371" y="1458930"/>
                  </a:lnTo>
                  <a:lnTo>
                    <a:pt x="3795993" y="1476254"/>
                  </a:lnTo>
                  <a:lnTo>
                    <a:pt x="3867616" y="1493285"/>
                  </a:lnTo>
                  <a:lnTo>
                    <a:pt x="3939238" y="1510030"/>
                  </a:lnTo>
                  <a:lnTo>
                    <a:pt x="4010861" y="1526493"/>
                  </a:lnTo>
                  <a:lnTo>
                    <a:pt x="4082483" y="1542679"/>
                  </a:lnTo>
                  <a:lnTo>
                    <a:pt x="4154106" y="1558593"/>
                  </a:lnTo>
                  <a:lnTo>
                    <a:pt x="4225729" y="1574238"/>
                  </a:lnTo>
                  <a:lnTo>
                    <a:pt x="4297351" y="1589621"/>
                  </a:lnTo>
                  <a:lnTo>
                    <a:pt x="4368974" y="1604744"/>
                  </a:lnTo>
                  <a:lnTo>
                    <a:pt x="4440596" y="1619612"/>
                  </a:lnTo>
                  <a:lnTo>
                    <a:pt x="4512219" y="1634231"/>
                  </a:lnTo>
                  <a:lnTo>
                    <a:pt x="4583841" y="1648603"/>
                  </a:lnTo>
                  <a:lnTo>
                    <a:pt x="4655464" y="1657391"/>
                  </a:lnTo>
                  <a:lnTo>
                    <a:pt x="4727086" y="1653650"/>
                  </a:lnTo>
                  <a:lnTo>
                    <a:pt x="4798709" y="1649891"/>
                  </a:lnTo>
                  <a:lnTo>
                    <a:pt x="4870331" y="1646115"/>
                  </a:lnTo>
                  <a:lnTo>
                    <a:pt x="4941954" y="1642323"/>
                  </a:lnTo>
                  <a:lnTo>
                    <a:pt x="5013576" y="1638513"/>
                  </a:lnTo>
                  <a:lnTo>
                    <a:pt x="5085199" y="1634686"/>
                  </a:lnTo>
                  <a:lnTo>
                    <a:pt x="5156821" y="1630842"/>
                  </a:lnTo>
                  <a:lnTo>
                    <a:pt x="5228444" y="1626981"/>
                  </a:lnTo>
                  <a:lnTo>
                    <a:pt x="5300066" y="1623102"/>
                  </a:lnTo>
                  <a:lnTo>
                    <a:pt x="5371689" y="1619206"/>
                  </a:lnTo>
                  <a:lnTo>
                    <a:pt x="5443311" y="1615292"/>
                  </a:lnTo>
                  <a:lnTo>
                    <a:pt x="5514934" y="1611361"/>
                  </a:lnTo>
                  <a:lnTo>
                    <a:pt x="5586557" y="1607411"/>
                  </a:lnTo>
                  <a:lnTo>
                    <a:pt x="5658179" y="1603444"/>
                  </a:lnTo>
                  <a:lnTo>
                    <a:pt x="5729802" y="1599460"/>
                  </a:lnTo>
                  <a:lnTo>
                    <a:pt x="5801424" y="1595457"/>
                  </a:lnTo>
                  <a:lnTo>
                    <a:pt x="5873047" y="1591436"/>
                  </a:lnTo>
                  <a:lnTo>
                    <a:pt x="5944669" y="1587397"/>
                  </a:lnTo>
                  <a:lnTo>
                    <a:pt x="6016292" y="1583340"/>
                  </a:lnTo>
                  <a:lnTo>
                    <a:pt x="6087914" y="1579265"/>
                  </a:lnTo>
                  <a:lnTo>
                    <a:pt x="6159537" y="1575171"/>
                  </a:lnTo>
                  <a:lnTo>
                    <a:pt x="6231159" y="1571059"/>
                  </a:lnTo>
                  <a:lnTo>
                    <a:pt x="6302782" y="1566928"/>
                  </a:lnTo>
                  <a:lnTo>
                    <a:pt x="6374404" y="1562779"/>
                  </a:lnTo>
                  <a:lnTo>
                    <a:pt x="6446027" y="1558611"/>
                  </a:lnTo>
                  <a:lnTo>
                    <a:pt x="6517649" y="1554424"/>
                  </a:lnTo>
                  <a:lnTo>
                    <a:pt x="6589272" y="1550218"/>
                  </a:lnTo>
                  <a:lnTo>
                    <a:pt x="6660894" y="1545994"/>
                  </a:lnTo>
                  <a:lnTo>
                    <a:pt x="6732517" y="1541750"/>
                  </a:lnTo>
                  <a:lnTo>
                    <a:pt x="6804139" y="1537487"/>
                  </a:lnTo>
                  <a:lnTo>
                    <a:pt x="6875762" y="1533205"/>
                  </a:lnTo>
                  <a:lnTo>
                    <a:pt x="6947385" y="1528904"/>
                  </a:lnTo>
                  <a:lnTo>
                    <a:pt x="7019007" y="1524583"/>
                  </a:lnTo>
                  <a:lnTo>
                    <a:pt x="7090630" y="1520243"/>
                  </a:lnTo>
                  <a:lnTo>
                    <a:pt x="7090630" y="2024647"/>
                  </a:lnTo>
                  <a:lnTo>
                    <a:pt x="7019007" y="2016714"/>
                  </a:lnTo>
                  <a:lnTo>
                    <a:pt x="6947385" y="2008644"/>
                  </a:lnTo>
                  <a:lnTo>
                    <a:pt x="6875762" y="2000437"/>
                  </a:lnTo>
                  <a:lnTo>
                    <a:pt x="6804139" y="1992089"/>
                  </a:lnTo>
                  <a:lnTo>
                    <a:pt x="6732517" y="1983598"/>
                  </a:lnTo>
                  <a:lnTo>
                    <a:pt x="6660894" y="1974962"/>
                  </a:lnTo>
                  <a:lnTo>
                    <a:pt x="6589272" y="1966178"/>
                  </a:lnTo>
                  <a:lnTo>
                    <a:pt x="6517649" y="1957243"/>
                  </a:lnTo>
                  <a:lnTo>
                    <a:pt x="6446027" y="1948156"/>
                  </a:lnTo>
                  <a:lnTo>
                    <a:pt x="6374404" y="1938913"/>
                  </a:lnTo>
                  <a:lnTo>
                    <a:pt x="6302782" y="1929511"/>
                  </a:lnTo>
                  <a:lnTo>
                    <a:pt x="6231159" y="1919949"/>
                  </a:lnTo>
                  <a:lnTo>
                    <a:pt x="6159537" y="1910223"/>
                  </a:lnTo>
                  <a:lnTo>
                    <a:pt x="6087914" y="1900330"/>
                  </a:lnTo>
                  <a:lnTo>
                    <a:pt x="6016292" y="1890268"/>
                  </a:lnTo>
                  <a:lnTo>
                    <a:pt x="5944669" y="1880034"/>
                  </a:lnTo>
                  <a:lnTo>
                    <a:pt x="5873047" y="1869624"/>
                  </a:lnTo>
                  <a:lnTo>
                    <a:pt x="5801424" y="1859036"/>
                  </a:lnTo>
                  <a:lnTo>
                    <a:pt x="5729802" y="1848267"/>
                  </a:lnTo>
                  <a:lnTo>
                    <a:pt x="5658179" y="1837314"/>
                  </a:lnTo>
                  <a:lnTo>
                    <a:pt x="5586557" y="1826173"/>
                  </a:lnTo>
                  <a:lnTo>
                    <a:pt x="5514934" y="1814841"/>
                  </a:lnTo>
                  <a:lnTo>
                    <a:pt x="5443311" y="1803315"/>
                  </a:lnTo>
                  <a:lnTo>
                    <a:pt x="5371689" y="1791592"/>
                  </a:lnTo>
                  <a:lnTo>
                    <a:pt x="5300066" y="1779668"/>
                  </a:lnTo>
                  <a:lnTo>
                    <a:pt x="5228444" y="1767540"/>
                  </a:lnTo>
                  <a:lnTo>
                    <a:pt x="5156821" y="1755204"/>
                  </a:lnTo>
                  <a:lnTo>
                    <a:pt x="5085199" y="1742657"/>
                  </a:lnTo>
                  <a:lnTo>
                    <a:pt x="5013576" y="1729896"/>
                  </a:lnTo>
                  <a:lnTo>
                    <a:pt x="4941954" y="1716915"/>
                  </a:lnTo>
                  <a:lnTo>
                    <a:pt x="4870331" y="1703713"/>
                  </a:lnTo>
                  <a:lnTo>
                    <a:pt x="4798709" y="1690284"/>
                  </a:lnTo>
                  <a:lnTo>
                    <a:pt x="4727086" y="1676626"/>
                  </a:lnTo>
                  <a:lnTo>
                    <a:pt x="4655464" y="1662733"/>
                  </a:lnTo>
                  <a:lnTo>
                    <a:pt x="4583841" y="1661117"/>
                  </a:lnTo>
                  <a:lnTo>
                    <a:pt x="4512219" y="1664825"/>
                  </a:lnTo>
                  <a:lnTo>
                    <a:pt x="4440596" y="1668516"/>
                  </a:lnTo>
                  <a:lnTo>
                    <a:pt x="4368974" y="1672192"/>
                  </a:lnTo>
                  <a:lnTo>
                    <a:pt x="4297351" y="1675850"/>
                  </a:lnTo>
                  <a:lnTo>
                    <a:pt x="4225729" y="1679492"/>
                  </a:lnTo>
                  <a:lnTo>
                    <a:pt x="4154106" y="1683118"/>
                  </a:lnTo>
                  <a:lnTo>
                    <a:pt x="4082483" y="1686728"/>
                  </a:lnTo>
                  <a:lnTo>
                    <a:pt x="4010861" y="1690321"/>
                  </a:lnTo>
                  <a:lnTo>
                    <a:pt x="3939238" y="1693899"/>
                  </a:lnTo>
                  <a:lnTo>
                    <a:pt x="3867616" y="1697460"/>
                  </a:lnTo>
                  <a:lnTo>
                    <a:pt x="3795993" y="1701005"/>
                  </a:lnTo>
                  <a:lnTo>
                    <a:pt x="3724371" y="1704535"/>
                  </a:lnTo>
                  <a:lnTo>
                    <a:pt x="3652748" y="1708048"/>
                  </a:lnTo>
                  <a:lnTo>
                    <a:pt x="3581126" y="1711546"/>
                  </a:lnTo>
                  <a:lnTo>
                    <a:pt x="3509503" y="1715028"/>
                  </a:lnTo>
                  <a:lnTo>
                    <a:pt x="3437881" y="1718495"/>
                  </a:lnTo>
                  <a:lnTo>
                    <a:pt x="3366258" y="1721946"/>
                  </a:lnTo>
                  <a:lnTo>
                    <a:pt x="3294636" y="1725381"/>
                  </a:lnTo>
                  <a:lnTo>
                    <a:pt x="3223013" y="1728801"/>
                  </a:lnTo>
                  <a:lnTo>
                    <a:pt x="3151391" y="1732206"/>
                  </a:lnTo>
                  <a:lnTo>
                    <a:pt x="3079768" y="1735596"/>
                  </a:lnTo>
                  <a:lnTo>
                    <a:pt x="3008146" y="1738970"/>
                  </a:lnTo>
                  <a:lnTo>
                    <a:pt x="2936523" y="1742329"/>
                  </a:lnTo>
                  <a:lnTo>
                    <a:pt x="2864901" y="1745673"/>
                  </a:lnTo>
                  <a:lnTo>
                    <a:pt x="2793278" y="1749002"/>
                  </a:lnTo>
                  <a:lnTo>
                    <a:pt x="2721655" y="1752316"/>
                  </a:lnTo>
                  <a:lnTo>
                    <a:pt x="2650033" y="1755616"/>
                  </a:lnTo>
                  <a:lnTo>
                    <a:pt x="2578410" y="1758900"/>
                  </a:lnTo>
                  <a:lnTo>
                    <a:pt x="2506788" y="1762170"/>
                  </a:lnTo>
                  <a:lnTo>
                    <a:pt x="2435165" y="1765425"/>
                  </a:lnTo>
                  <a:lnTo>
                    <a:pt x="2363543" y="1768666"/>
                  </a:lnTo>
                  <a:lnTo>
                    <a:pt x="2291920" y="1771891"/>
                  </a:lnTo>
                  <a:lnTo>
                    <a:pt x="2220298" y="1775103"/>
                  </a:lnTo>
                  <a:lnTo>
                    <a:pt x="2148675" y="1778300"/>
                  </a:lnTo>
                  <a:lnTo>
                    <a:pt x="2077053" y="1781483"/>
                  </a:lnTo>
                  <a:lnTo>
                    <a:pt x="2005430" y="1784651"/>
                  </a:lnTo>
                  <a:lnTo>
                    <a:pt x="1933808" y="1787806"/>
                  </a:lnTo>
                  <a:lnTo>
                    <a:pt x="1862185" y="1790946"/>
                  </a:lnTo>
                  <a:lnTo>
                    <a:pt x="1790563" y="1794072"/>
                  </a:lnTo>
                  <a:lnTo>
                    <a:pt x="1718940" y="1797184"/>
                  </a:lnTo>
                  <a:lnTo>
                    <a:pt x="1647318" y="1800282"/>
                  </a:lnTo>
                  <a:lnTo>
                    <a:pt x="1575695" y="1803366"/>
                  </a:lnTo>
                  <a:lnTo>
                    <a:pt x="1504073" y="1806436"/>
                  </a:lnTo>
                  <a:lnTo>
                    <a:pt x="1432450" y="1809493"/>
                  </a:lnTo>
                  <a:lnTo>
                    <a:pt x="1360827" y="1812536"/>
                  </a:lnTo>
                  <a:lnTo>
                    <a:pt x="1289205" y="1815565"/>
                  </a:lnTo>
                  <a:lnTo>
                    <a:pt x="1217582" y="1818581"/>
                  </a:lnTo>
                  <a:lnTo>
                    <a:pt x="1145960" y="1821583"/>
                  </a:lnTo>
                  <a:lnTo>
                    <a:pt x="1074337" y="1824571"/>
                  </a:lnTo>
                  <a:lnTo>
                    <a:pt x="1002715" y="1827547"/>
                  </a:lnTo>
                  <a:lnTo>
                    <a:pt x="931092" y="1830509"/>
                  </a:lnTo>
                  <a:lnTo>
                    <a:pt x="859470" y="1833457"/>
                  </a:lnTo>
                  <a:lnTo>
                    <a:pt x="787847" y="1836393"/>
                  </a:lnTo>
                  <a:lnTo>
                    <a:pt x="716225" y="1839315"/>
                  </a:lnTo>
                  <a:lnTo>
                    <a:pt x="644602" y="1842224"/>
                  </a:lnTo>
                  <a:lnTo>
                    <a:pt x="572980" y="1845120"/>
                  </a:lnTo>
                  <a:lnTo>
                    <a:pt x="501357" y="1848003"/>
                  </a:lnTo>
                  <a:lnTo>
                    <a:pt x="429735" y="1850873"/>
                  </a:lnTo>
                  <a:lnTo>
                    <a:pt x="358112" y="1853731"/>
                  </a:lnTo>
                  <a:lnTo>
                    <a:pt x="286490" y="1856575"/>
                  </a:lnTo>
                  <a:lnTo>
                    <a:pt x="214867" y="1859407"/>
                  </a:lnTo>
                  <a:lnTo>
                    <a:pt x="143245" y="1862226"/>
                  </a:lnTo>
                  <a:lnTo>
                    <a:pt x="71622" y="1865032"/>
                  </a:lnTo>
                  <a:lnTo>
                    <a:pt x="0" y="186782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69273"/>
              <a:ext cx="7090630" cy="1657391"/>
            </a:xfrm>
            <a:custGeom>
              <a:avLst/>
              <a:pathLst>
                <a:path w="7090630" h="1657391">
                  <a:moveTo>
                    <a:pt x="0" y="0"/>
                  </a:moveTo>
                  <a:lnTo>
                    <a:pt x="71622" y="41883"/>
                  </a:lnTo>
                  <a:lnTo>
                    <a:pt x="143245" y="83061"/>
                  </a:lnTo>
                  <a:lnTo>
                    <a:pt x="214867" y="123546"/>
                  </a:lnTo>
                  <a:lnTo>
                    <a:pt x="286490" y="163350"/>
                  </a:lnTo>
                  <a:lnTo>
                    <a:pt x="358112" y="202484"/>
                  </a:lnTo>
                  <a:lnTo>
                    <a:pt x="429735" y="240958"/>
                  </a:lnTo>
                  <a:lnTo>
                    <a:pt x="501357" y="278785"/>
                  </a:lnTo>
                  <a:lnTo>
                    <a:pt x="572980" y="315976"/>
                  </a:lnTo>
                  <a:lnTo>
                    <a:pt x="644602" y="352540"/>
                  </a:lnTo>
                  <a:lnTo>
                    <a:pt x="716225" y="388489"/>
                  </a:lnTo>
                  <a:lnTo>
                    <a:pt x="787847" y="423832"/>
                  </a:lnTo>
                  <a:lnTo>
                    <a:pt x="859470" y="458581"/>
                  </a:lnTo>
                  <a:lnTo>
                    <a:pt x="931092" y="492744"/>
                  </a:lnTo>
                  <a:lnTo>
                    <a:pt x="1002715" y="526333"/>
                  </a:lnTo>
                  <a:lnTo>
                    <a:pt x="1074337" y="559356"/>
                  </a:lnTo>
                  <a:lnTo>
                    <a:pt x="1145960" y="591823"/>
                  </a:lnTo>
                  <a:lnTo>
                    <a:pt x="1217582" y="623743"/>
                  </a:lnTo>
                  <a:lnTo>
                    <a:pt x="1289205" y="655126"/>
                  </a:lnTo>
                  <a:lnTo>
                    <a:pt x="1360827" y="685981"/>
                  </a:lnTo>
                  <a:lnTo>
                    <a:pt x="1432450" y="716316"/>
                  </a:lnTo>
                  <a:lnTo>
                    <a:pt x="1504073" y="746141"/>
                  </a:lnTo>
                  <a:lnTo>
                    <a:pt x="1575695" y="775464"/>
                  </a:lnTo>
                  <a:lnTo>
                    <a:pt x="1647318" y="804293"/>
                  </a:lnTo>
                  <a:lnTo>
                    <a:pt x="1718940" y="832637"/>
                  </a:lnTo>
                  <a:lnTo>
                    <a:pt x="1790563" y="860503"/>
                  </a:lnTo>
                  <a:lnTo>
                    <a:pt x="1862185" y="887901"/>
                  </a:lnTo>
                  <a:lnTo>
                    <a:pt x="1933808" y="914837"/>
                  </a:lnTo>
                  <a:lnTo>
                    <a:pt x="2005430" y="941320"/>
                  </a:lnTo>
                  <a:lnTo>
                    <a:pt x="2077053" y="967357"/>
                  </a:lnTo>
                  <a:lnTo>
                    <a:pt x="2148675" y="992955"/>
                  </a:lnTo>
                  <a:lnTo>
                    <a:pt x="2220298" y="1018123"/>
                  </a:lnTo>
                  <a:lnTo>
                    <a:pt x="2291920" y="1042867"/>
                  </a:lnTo>
                  <a:lnTo>
                    <a:pt x="2363543" y="1067194"/>
                  </a:lnTo>
                  <a:lnTo>
                    <a:pt x="2435165" y="1091112"/>
                  </a:lnTo>
                  <a:lnTo>
                    <a:pt x="2506788" y="1114628"/>
                  </a:lnTo>
                  <a:lnTo>
                    <a:pt x="2578410" y="1137747"/>
                  </a:lnTo>
                  <a:lnTo>
                    <a:pt x="2650033" y="1160477"/>
                  </a:lnTo>
                  <a:lnTo>
                    <a:pt x="2721655" y="1182825"/>
                  </a:lnTo>
                  <a:lnTo>
                    <a:pt x="2793278" y="1204796"/>
                  </a:lnTo>
                  <a:lnTo>
                    <a:pt x="2864901" y="1226398"/>
                  </a:lnTo>
                  <a:lnTo>
                    <a:pt x="2936523" y="1247635"/>
                  </a:lnTo>
                  <a:lnTo>
                    <a:pt x="3008146" y="1268516"/>
                  </a:lnTo>
                  <a:lnTo>
                    <a:pt x="3079768" y="1289045"/>
                  </a:lnTo>
                  <a:lnTo>
                    <a:pt x="3151391" y="1309228"/>
                  </a:lnTo>
                  <a:lnTo>
                    <a:pt x="3223013" y="1329071"/>
                  </a:lnTo>
                  <a:lnTo>
                    <a:pt x="3294636" y="1348581"/>
                  </a:lnTo>
                  <a:lnTo>
                    <a:pt x="3366258" y="1367762"/>
                  </a:lnTo>
                  <a:lnTo>
                    <a:pt x="3437881" y="1386620"/>
                  </a:lnTo>
                  <a:lnTo>
                    <a:pt x="3509503" y="1405160"/>
                  </a:lnTo>
                  <a:lnTo>
                    <a:pt x="3581126" y="1423389"/>
                  </a:lnTo>
                  <a:lnTo>
                    <a:pt x="3652748" y="1441310"/>
                  </a:lnTo>
                  <a:lnTo>
                    <a:pt x="3724371" y="1458930"/>
                  </a:lnTo>
                  <a:lnTo>
                    <a:pt x="3795993" y="1476254"/>
                  </a:lnTo>
                  <a:lnTo>
                    <a:pt x="3867616" y="1493285"/>
                  </a:lnTo>
                  <a:lnTo>
                    <a:pt x="3939238" y="1510030"/>
                  </a:lnTo>
                  <a:lnTo>
                    <a:pt x="4010861" y="1526493"/>
                  </a:lnTo>
                  <a:lnTo>
                    <a:pt x="4082483" y="1542679"/>
                  </a:lnTo>
                  <a:lnTo>
                    <a:pt x="4154106" y="1558593"/>
                  </a:lnTo>
                  <a:lnTo>
                    <a:pt x="4225729" y="1574238"/>
                  </a:lnTo>
                  <a:lnTo>
                    <a:pt x="4297351" y="1589621"/>
                  </a:lnTo>
                  <a:lnTo>
                    <a:pt x="4368974" y="1604744"/>
                  </a:lnTo>
                  <a:lnTo>
                    <a:pt x="4440596" y="1619612"/>
                  </a:lnTo>
                  <a:lnTo>
                    <a:pt x="4512219" y="1634231"/>
                  </a:lnTo>
                  <a:lnTo>
                    <a:pt x="4583841" y="1648603"/>
                  </a:lnTo>
                  <a:lnTo>
                    <a:pt x="4655464" y="1657391"/>
                  </a:lnTo>
                  <a:lnTo>
                    <a:pt x="4727086" y="1653650"/>
                  </a:lnTo>
                  <a:lnTo>
                    <a:pt x="4798709" y="1649891"/>
                  </a:lnTo>
                  <a:lnTo>
                    <a:pt x="4870331" y="1646115"/>
                  </a:lnTo>
                  <a:lnTo>
                    <a:pt x="4941954" y="1642323"/>
                  </a:lnTo>
                  <a:lnTo>
                    <a:pt x="5013576" y="1638513"/>
                  </a:lnTo>
                  <a:lnTo>
                    <a:pt x="5085199" y="1634686"/>
                  </a:lnTo>
                  <a:lnTo>
                    <a:pt x="5156821" y="1630842"/>
                  </a:lnTo>
                  <a:lnTo>
                    <a:pt x="5228444" y="1626981"/>
                  </a:lnTo>
                  <a:lnTo>
                    <a:pt x="5300066" y="1623102"/>
                  </a:lnTo>
                  <a:lnTo>
                    <a:pt x="5371689" y="1619206"/>
                  </a:lnTo>
                  <a:lnTo>
                    <a:pt x="5443311" y="1615292"/>
                  </a:lnTo>
                  <a:lnTo>
                    <a:pt x="5514934" y="1611361"/>
                  </a:lnTo>
                  <a:lnTo>
                    <a:pt x="5586557" y="1607411"/>
                  </a:lnTo>
                  <a:lnTo>
                    <a:pt x="5658179" y="1603444"/>
                  </a:lnTo>
                  <a:lnTo>
                    <a:pt x="5729802" y="1599460"/>
                  </a:lnTo>
                  <a:lnTo>
                    <a:pt x="5801424" y="1595457"/>
                  </a:lnTo>
                  <a:lnTo>
                    <a:pt x="5873047" y="1591436"/>
                  </a:lnTo>
                  <a:lnTo>
                    <a:pt x="5944669" y="1587397"/>
                  </a:lnTo>
                  <a:lnTo>
                    <a:pt x="6016292" y="1583340"/>
                  </a:lnTo>
                  <a:lnTo>
                    <a:pt x="6087914" y="1579265"/>
                  </a:lnTo>
                  <a:lnTo>
                    <a:pt x="6159537" y="1575171"/>
                  </a:lnTo>
                  <a:lnTo>
                    <a:pt x="6231159" y="1571059"/>
                  </a:lnTo>
                  <a:lnTo>
                    <a:pt x="6302782" y="1566928"/>
                  </a:lnTo>
                  <a:lnTo>
                    <a:pt x="6374404" y="1562779"/>
                  </a:lnTo>
                  <a:lnTo>
                    <a:pt x="6446027" y="1558611"/>
                  </a:lnTo>
                  <a:lnTo>
                    <a:pt x="6517649" y="1554424"/>
                  </a:lnTo>
                  <a:lnTo>
                    <a:pt x="6589272" y="1550218"/>
                  </a:lnTo>
                  <a:lnTo>
                    <a:pt x="6660894" y="1545994"/>
                  </a:lnTo>
                  <a:lnTo>
                    <a:pt x="6732517" y="1541750"/>
                  </a:lnTo>
                  <a:lnTo>
                    <a:pt x="6804139" y="1537487"/>
                  </a:lnTo>
                  <a:lnTo>
                    <a:pt x="6875762" y="1533205"/>
                  </a:lnTo>
                  <a:lnTo>
                    <a:pt x="6947385" y="1528904"/>
                  </a:lnTo>
                  <a:lnTo>
                    <a:pt x="7019007" y="1524583"/>
                  </a:lnTo>
                  <a:lnTo>
                    <a:pt x="7090630" y="15202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30390"/>
              <a:ext cx="7090630" cy="363530"/>
            </a:xfrm>
            <a:custGeom>
              <a:avLst/>
              <a:pathLst>
                <a:path w="7090630" h="363530">
                  <a:moveTo>
                    <a:pt x="7090630" y="363530"/>
                  </a:moveTo>
                  <a:lnTo>
                    <a:pt x="7019007" y="355597"/>
                  </a:lnTo>
                  <a:lnTo>
                    <a:pt x="6947385" y="347527"/>
                  </a:lnTo>
                  <a:lnTo>
                    <a:pt x="6875762" y="339320"/>
                  </a:lnTo>
                  <a:lnTo>
                    <a:pt x="6804139" y="330972"/>
                  </a:lnTo>
                  <a:lnTo>
                    <a:pt x="6732517" y="322481"/>
                  </a:lnTo>
                  <a:lnTo>
                    <a:pt x="6660894" y="313845"/>
                  </a:lnTo>
                  <a:lnTo>
                    <a:pt x="6589272" y="305061"/>
                  </a:lnTo>
                  <a:lnTo>
                    <a:pt x="6517649" y="296126"/>
                  </a:lnTo>
                  <a:lnTo>
                    <a:pt x="6446027" y="287039"/>
                  </a:lnTo>
                  <a:lnTo>
                    <a:pt x="6374404" y="277796"/>
                  </a:lnTo>
                  <a:lnTo>
                    <a:pt x="6302782" y="268394"/>
                  </a:lnTo>
                  <a:lnTo>
                    <a:pt x="6231159" y="258832"/>
                  </a:lnTo>
                  <a:lnTo>
                    <a:pt x="6159537" y="249106"/>
                  </a:lnTo>
                  <a:lnTo>
                    <a:pt x="6087914" y="239213"/>
                  </a:lnTo>
                  <a:lnTo>
                    <a:pt x="6016292" y="229151"/>
                  </a:lnTo>
                  <a:lnTo>
                    <a:pt x="5944669" y="218917"/>
                  </a:lnTo>
                  <a:lnTo>
                    <a:pt x="5873047" y="208507"/>
                  </a:lnTo>
                  <a:lnTo>
                    <a:pt x="5801424" y="197919"/>
                  </a:lnTo>
                  <a:lnTo>
                    <a:pt x="5729802" y="187150"/>
                  </a:lnTo>
                  <a:lnTo>
                    <a:pt x="5658179" y="176197"/>
                  </a:lnTo>
                  <a:lnTo>
                    <a:pt x="5586557" y="165056"/>
                  </a:lnTo>
                  <a:lnTo>
                    <a:pt x="5514934" y="153724"/>
                  </a:lnTo>
                  <a:lnTo>
                    <a:pt x="5443311" y="142198"/>
                  </a:lnTo>
                  <a:lnTo>
                    <a:pt x="5371689" y="130475"/>
                  </a:lnTo>
                  <a:lnTo>
                    <a:pt x="5300066" y="118551"/>
                  </a:lnTo>
                  <a:lnTo>
                    <a:pt x="5228444" y="106423"/>
                  </a:lnTo>
                  <a:lnTo>
                    <a:pt x="5156821" y="94087"/>
                  </a:lnTo>
                  <a:lnTo>
                    <a:pt x="5085199" y="81540"/>
                  </a:lnTo>
                  <a:lnTo>
                    <a:pt x="5013576" y="68779"/>
                  </a:lnTo>
                  <a:lnTo>
                    <a:pt x="4941954" y="55798"/>
                  </a:lnTo>
                  <a:lnTo>
                    <a:pt x="4870331" y="42596"/>
                  </a:lnTo>
                  <a:lnTo>
                    <a:pt x="4798709" y="29167"/>
                  </a:lnTo>
                  <a:lnTo>
                    <a:pt x="4727086" y="15509"/>
                  </a:lnTo>
                  <a:lnTo>
                    <a:pt x="4655464" y="1616"/>
                  </a:lnTo>
                  <a:lnTo>
                    <a:pt x="4583841" y="0"/>
                  </a:lnTo>
                  <a:lnTo>
                    <a:pt x="4512219" y="3708"/>
                  </a:lnTo>
                  <a:lnTo>
                    <a:pt x="4440596" y="7399"/>
                  </a:lnTo>
                  <a:lnTo>
                    <a:pt x="4368974" y="11075"/>
                  </a:lnTo>
                  <a:lnTo>
                    <a:pt x="4297351" y="14733"/>
                  </a:lnTo>
                  <a:lnTo>
                    <a:pt x="4225729" y="18375"/>
                  </a:lnTo>
                  <a:lnTo>
                    <a:pt x="4154106" y="22001"/>
                  </a:lnTo>
                  <a:lnTo>
                    <a:pt x="4082483" y="25611"/>
                  </a:lnTo>
                  <a:lnTo>
                    <a:pt x="4010861" y="29204"/>
                  </a:lnTo>
                  <a:lnTo>
                    <a:pt x="3939238" y="32782"/>
                  </a:lnTo>
                  <a:lnTo>
                    <a:pt x="3867616" y="36343"/>
                  </a:lnTo>
                  <a:lnTo>
                    <a:pt x="3795993" y="39888"/>
                  </a:lnTo>
                  <a:lnTo>
                    <a:pt x="3724371" y="43418"/>
                  </a:lnTo>
                  <a:lnTo>
                    <a:pt x="3652748" y="46931"/>
                  </a:lnTo>
                  <a:lnTo>
                    <a:pt x="3581126" y="50429"/>
                  </a:lnTo>
                  <a:lnTo>
                    <a:pt x="3509503" y="53911"/>
                  </a:lnTo>
                  <a:lnTo>
                    <a:pt x="3437881" y="57378"/>
                  </a:lnTo>
                  <a:lnTo>
                    <a:pt x="3366258" y="60829"/>
                  </a:lnTo>
                  <a:lnTo>
                    <a:pt x="3294636" y="64264"/>
                  </a:lnTo>
                  <a:lnTo>
                    <a:pt x="3223013" y="67684"/>
                  </a:lnTo>
                  <a:lnTo>
                    <a:pt x="3151391" y="71089"/>
                  </a:lnTo>
                  <a:lnTo>
                    <a:pt x="3079768" y="74479"/>
                  </a:lnTo>
                  <a:lnTo>
                    <a:pt x="3008146" y="77853"/>
                  </a:lnTo>
                  <a:lnTo>
                    <a:pt x="2936523" y="81212"/>
                  </a:lnTo>
                  <a:lnTo>
                    <a:pt x="2864901" y="84556"/>
                  </a:lnTo>
                  <a:lnTo>
                    <a:pt x="2793278" y="87885"/>
                  </a:lnTo>
                  <a:lnTo>
                    <a:pt x="2721655" y="91199"/>
                  </a:lnTo>
                  <a:lnTo>
                    <a:pt x="2650033" y="94499"/>
                  </a:lnTo>
                  <a:lnTo>
                    <a:pt x="2578410" y="97783"/>
                  </a:lnTo>
                  <a:lnTo>
                    <a:pt x="2506788" y="101053"/>
                  </a:lnTo>
                  <a:lnTo>
                    <a:pt x="2435165" y="104308"/>
                  </a:lnTo>
                  <a:lnTo>
                    <a:pt x="2363543" y="107549"/>
                  </a:lnTo>
                  <a:lnTo>
                    <a:pt x="2291920" y="110774"/>
                  </a:lnTo>
                  <a:lnTo>
                    <a:pt x="2220298" y="113986"/>
                  </a:lnTo>
                  <a:lnTo>
                    <a:pt x="2148675" y="117183"/>
                  </a:lnTo>
                  <a:lnTo>
                    <a:pt x="2077053" y="120366"/>
                  </a:lnTo>
                  <a:lnTo>
                    <a:pt x="2005430" y="123534"/>
                  </a:lnTo>
                  <a:lnTo>
                    <a:pt x="1933808" y="126689"/>
                  </a:lnTo>
                  <a:lnTo>
                    <a:pt x="1862185" y="129829"/>
                  </a:lnTo>
                  <a:lnTo>
                    <a:pt x="1790563" y="132955"/>
                  </a:lnTo>
                  <a:lnTo>
                    <a:pt x="1718940" y="136067"/>
                  </a:lnTo>
                  <a:lnTo>
                    <a:pt x="1647318" y="139165"/>
                  </a:lnTo>
                  <a:lnTo>
                    <a:pt x="1575695" y="142249"/>
                  </a:lnTo>
                  <a:lnTo>
                    <a:pt x="1504073" y="145319"/>
                  </a:lnTo>
                  <a:lnTo>
                    <a:pt x="1432450" y="148376"/>
                  </a:lnTo>
                  <a:lnTo>
                    <a:pt x="1360827" y="151419"/>
                  </a:lnTo>
                  <a:lnTo>
                    <a:pt x="1289205" y="154448"/>
                  </a:lnTo>
                  <a:lnTo>
                    <a:pt x="1217582" y="157464"/>
                  </a:lnTo>
                  <a:lnTo>
                    <a:pt x="1145960" y="160466"/>
                  </a:lnTo>
                  <a:lnTo>
                    <a:pt x="1074337" y="163454"/>
                  </a:lnTo>
                  <a:lnTo>
                    <a:pt x="1002715" y="166430"/>
                  </a:lnTo>
                  <a:lnTo>
                    <a:pt x="931092" y="169392"/>
                  </a:lnTo>
                  <a:lnTo>
                    <a:pt x="859470" y="172340"/>
                  </a:lnTo>
                  <a:lnTo>
                    <a:pt x="787847" y="175276"/>
                  </a:lnTo>
                  <a:lnTo>
                    <a:pt x="716225" y="178198"/>
                  </a:lnTo>
                  <a:lnTo>
                    <a:pt x="644602" y="181107"/>
                  </a:lnTo>
                  <a:lnTo>
                    <a:pt x="572980" y="184003"/>
                  </a:lnTo>
                  <a:lnTo>
                    <a:pt x="501357" y="186886"/>
                  </a:lnTo>
                  <a:lnTo>
                    <a:pt x="429735" y="189756"/>
                  </a:lnTo>
                  <a:lnTo>
                    <a:pt x="358112" y="192614"/>
                  </a:lnTo>
                  <a:lnTo>
                    <a:pt x="286490" y="195458"/>
                  </a:lnTo>
                  <a:lnTo>
                    <a:pt x="214867" y="198290"/>
                  </a:lnTo>
                  <a:lnTo>
                    <a:pt x="143245" y="201109"/>
                  </a:lnTo>
                  <a:lnTo>
                    <a:pt x="71622" y="203915"/>
                  </a:lnTo>
                  <a:lnTo>
                    <a:pt x="0" y="2067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315106"/>
              <a:ext cx="7090630" cy="572532"/>
            </a:xfrm>
            <a:custGeom>
              <a:avLst/>
              <a:pathLst>
                <a:path w="7090630" h="572532">
                  <a:moveTo>
                    <a:pt x="0" y="0"/>
                  </a:moveTo>
                  <a:lnTo>
                    <a:pt x="71622" y="7728"/>
                  </a:lnTo>
                  <a:lnTo>
                    <a:pt x="143245" y="15408"/>
                  </a:lnTo>
                  <a:lnTo>
                    <a:pt x="214867" y="23041"/>
                  </a:lnTo>
                  <a:lnTo>
                    <a:pt x="286490" y="30626"/>
                  </a:lnTo>
                  <a:lnTo>
                    <a:pt x="358112" y="38164"/>
                  </a:lnTo>
                  <a:lnTo>
                    <a:pt x="429735" y="45655"/>
                  </a:lnTo>
                  <a:lnTo>
                    <a:pt x="501357" y="53100"/>
                  </a:lnTo>
                  <a:lnTo>
                    <a:pt x="572980" y="60498"/>
                  </a:lnTo>
                  <a:lnTo>
                    <a:pt x="644602" y="67850"/>
                  </a:lnTo>
                  <a:lnTo>
                    <a:pt x="716225" y="75157"/>
                  </a:lnTo>
                  <a:lnTo>
                    <a:pt x="787847" y="82417"/>
                  </a:lnTo>
                  <a:lnTo>
                    <a:pt x="859470" y="89633"/>
                  </a:lnTo>
                  <a:lnTo>
                    <a:pt x="931092" y="96804"/>
                  </a:lnTo>
                  <a:lnTo>
                    <a:pt x="1002715" y="103930"/>
                  </a:lnTo>
                  <a:lnTo>
                    <a:pt x="1074337" y="111012"/>
                  </a:lnTo>
                  <a:lnTo>
                    <a:pt x="1145960" y="118050"/>
                  </a:lnTo>
                  <a:lnTo>
                    <a:pt x="1217582" y="125044"/>
                  </a:lnTo>
                  <a:lnTo>
                    <a:pt x="1289205" y="131995"/>
                  </a:lnTo>
                  <a:lnTo>
                    <a:pt x="1360827" y="138902"/>
                  </a:lnTo>
                  <a:lnTo>
                    <a:pt x="1432450" y="145766"/>
                  </a:lnTo>
                  <a:lnTo>
                    <a:pt x="1504073" y="152588"/>
                  </a:lnTo>
                  <a:lnTo>
                    <a:pt x="1575695" y="159367"/>
                  </a:lnTo>
                  <a:lnTo>
                    <a:pt x="1647318" y="166104"/>
                  </a:lnTo>
                  <a:lnTo>
                    <a:pt x="1718940" y="172799"/>
                  </a:lnTo>
                  <a:lnTo>
                    <a:pt x="1790563" y="179452"/>
                  </a:lnTo>
                  <a:lnTo>
                    <a:pt x="1862185" y="186064"/>
                  </a:lnTo>
                  <a:lnTo>
                    <a:pt x="1933808" y="192635"/>
                  </a:lnTo>
                  <a:lnTo>
                    <a:pt x="2005430" y="199165"/>
                  </a:lnTo>
                  <a:lnTo>
                    <a:pt x="2077053" y="205654"/>
                  </a:lnTo>
                  <a:lnTo>
                    <a:pt x="2148675" y="212103"/>
                  </a:lnTo>
                  <a:lnTo>
                    <a:pt x="2220298" y="218512"/>
                  </a:lnTo>
                  <a:lnTo>
                    <a:pt x="2291920" y="224881"/>
                  </a:lnTo>
                  <a:lnTo>
                    <a:pt x="2363543" y="231211"/>
                  </a:lnTo>
                  <a:lnTo>
                    <a:pt x="2435165" y="237501"/>
                  </a:lnTo>
                  <a:lnTo>
                    <a:pt x="2506788" y="243751"/>
                  </a:lnTo>
                  <a:lnTo>
                    <a:pt x="2578410" y="249963"/>
                  </a:lnTo>
                  <a:lnTo>
                    <a:pt x="2650033" y="256137"/>
                  </a:lnTo>
                  <a:lnTo>
                    <a:pt x="2721655" y="262271"/>
                  </a:lnTo>
                  <a:lnTo>
                    <a:pt x="2793278" y="268368"/>
                  </a:lnTo>
                  <a:lnTo>
                    <a:pt x="2864901" y="274427"/>
                  </a:lnTo>
                  <a:lnTo>
                    <a:pt x="2936523" y="280448"/>
                  </a:lnTo>
                  <a:lnTo>
                    <a:pt x="3008146" y="286432"/>
                  </a:lnTo>
                  <a:lnTo>
                    <a:pt x="3079768" y="292378"/>
                  </a:lnTo>
                  <a:lnTo>
                    <a:pt x="3151391" y="298287"/>
                  </a:lnTo>
                  <a:lnTo>
                    <a:pt x="3223013" y="304160"/>
                  </a:lnTo>
                  <a:lnTo>
                    <a:pt x="3294636" y="309996"/>
                  </a:lnTo>
                  <a:lnTo>
                    <a:pt x="3366258" y="315796"/>
                  </a:lnTo>
                  <a:lnTo>
                    <a:pt x="3437881" y="321559"/>
                  </a:lnTo>
                  <a:lnTo>
                    <a:pt x="3509503" y="327287"/>
                  </a:lnTo>
                  <a:lnTo>
                    <a:pt x="3581126" y="332979"/>
                  </a:lnTo>
                  <a:lnTo>
                    <a:pt x="3652748" y="338636"/>
                  </a:lnTo>
                  <a:lnTo>
                    <a:pt x="3724371" y="344258"/>
                  </a:lnTo>
                  <a:lnTo>
                    <a:pt x="3795993" y="349844"/>
                  </a:lnTo>
                  <a:lnTo>
                    <a:pt x="3867616" y="355396"/>
                  </a:lnTo>
                  <a:lnTo>
                    <a:pt x="3939238" y="360914"/>
                  </a:lnTo>
                  <a:lnTo>
                    <a:pt x="4010861" y="366396"/>
                  </a:lnTo>
                  <a:lnTo>
                    <a:pt x="4082483" y="371845"/>
                  </a:lnTo>
                  <a:lnTo>
                    <a:pt x="4154106" y="377260"/>
                  </a:lnTo>
                  <a:lnTo>
                    <a:pt x="4225729" y="382641"/>
                  </a:lnTo>
                  <a:lnTo>
                    <a:pt x="4297351" y="387989"/>
                  </a:lnTo>
                  <a:lnTo>
                    <a:pt x="4368974" y="393304"/>
                  </a:lnTo>
                  <a:lnTo>
                    <a:pt x="4440596" y="398585"/>
                  </a:lnTo>
                  <a:lnTo>
                    <a:pt x="4512219" y="403834"/>
                  </a:lnTo>
                  <a:lnTo>
                    <a:pt x="4583841" y="409050"/>
                  </a:lnTo>
                  <a:lnTo>
                    <a:pt x="4655464" y="414233"/>
                  </a:lnTo>
                  <a:lnTo>
                    <a:pt x="4727086" y="419384"/>
                  </a:lnTo>
                  <a:lnTo>
                    <a:pt x="4798709" y="424503"/>
                  </a:lnTo>
                  <a:lnTo>
                    <a:pt x="4870331" y="429591"/>
                  </a:lnTo>
                  <a:lnTo>
                    <a:pt x="4941954" y="434646"/>
                  </a:lnTo>
                  <a:lnTo>
                    <a:pt x="5013576" y="439671"/>
                  </a:lnTo>
                  <a:lnTo>
                    <a:pt x="5085199" y="444664"/>
                  </a:lnTo>
                  <a:lnTo>
                    <a:pt x="5156821" y="449625"/>
                  </a:lnTo>
                  <a:lnTo>
                    <a:pt x="5228444" y="454556"/>
                  </a:lnTo>
                  <a:lnTo>
                    <a:pt x="5300066" y="459457"/>
                  </a:lnTo>
                  <a:lnTo>
                    <a:pt x="5371689" y="464327"/>
                  </a:lnTo>
                  <a:lnTo>
                    <a:pt x="5443311" y="469166"/>
                  </a:lnTo>
                  <a:lnTo>
                    <a:pt x="5514934" y="473975"/>
                  </a:lnTo>
                  <a:lnTo>
                    <a:pt x="5586557" y="478755"/>
                  </a:lnTo>
                  <a:lnTo>
                    <a:pt x="5658179" y="483505"/>
                  </a:lnTo>
                  <a:lnTo>
                    <a:pt x="5729802" y="488225"/>
                  </a:lnTo>
                  <a:lnTo>
                    <a:pt x="5801424" y="492916"/>
                  </a:lnTo>
                  <a:lnTo>
                    <a:pt x="5873047" y="497577"/>
                  </a:lnTo>
                  <a:lnTo>
                    <a:pt x="5944669" y="502210"/>
                  </a:lnTo>
                  <a:lnTo>
                    <a:pt x="6016292" y="506814"/>
                  </a:lnTo>
                  <a:lnTo>
                    <a:pt x="6087914" y="511389"/>
                  </a:lnTo>
                  <a:lnTo>
                    <a:pt x="6159537" y="515936"/>
                  </a:lnTo>
                  <a:lnTo>
                    <a:pt x="6231159" y="520454"/>
                  </a:lnTo>
                  <a:lnTo>
                    <a:pt x="6302782" y="524944"/>
                  </a:lnTo>
                  <a:lnTo>
                    <a:pt x="6374404" y="529407"/>
                  </a:lnTo>
                  <a:lnTo>
                    <a:pt x="6446027" y="533841"/>
                  </a:lnTo>
                  <a:lnTo>
                    <a:pt x="6517649" y="538248"/>
                  </a:lnTo>
                  <a:lnTo>
                    <a:pt x="6589272" y="542628"/>
                  </a:lnTo>
                  <a:lnTo>
                    <a:pt x="6660894" y="546980"/>
                  </a:lnTo>
                  <a:lnTo>
                    <a:pt x="6732517" y="551306"/>
                  </a:lnTo>
                  <a:lnTo>
                    <a:pt x="6804139" y="555604"/>
                  </a:lnTo>
                  <a:lnTo>
                    <a:pt x="6875762" y="559876"/>
                  </a:lnTo>
                  <a:lnTo>
                    <a:pt x="6947385" y="564121"/>
                  </a:lnTo>
                  <a:lnTo>
                    <a:pt x="7019007" y="568339"/>
                  </a:lnTo>
                  <a:lnTo>
                    <a:pt x="7090630" y="5725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1.08 (0.95-1.23), p_Bonf = 1.000 (n = 6)  |  per IQR decline (Δ = 23.1): 1.19 (0.88-1.61)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2026-09-28T16:51:10Z</dcterms:modified>
  <cp:category/>
</cp:coreProperties>
</file>