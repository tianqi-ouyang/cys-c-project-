
<file path=[Content_Types].xml><?xml version="1.0" encoding="utf-8"?>
<Types xmlns="http://schemas.openxmlformats.org/package/2006/content-types">
  <Default Extension="xml" ContentType="application/xml"/>
  <Default Extension="jpeg" ContentType="image/jpeg"/>
  <Default Extension="bin" ContentType="application/vnd.openxmlformats-officedocument.presentationml.printerSettings"/>
  <Default Extension="rels" ContentType="application/vnd.openxmlformats-package.relationships+xml"/>
  <Default Extension="gif" ContentType="image/gif"/>
  <Default Extension="png" ContentType="image/png"/>
  <Default Extension="svg" ContentType="image/svg+xml"/>
  <Default Extension="bmp" ContentType="image/bmp"/>
  <Default Extension="emf" ContentType="image/x-emf"/>
  <Default Extension="wmf" ContentType="image/x-wmf"/>
  <Default Extension="tiff" ContentType="image/tiff"/>
  <Default Extension="jpg" ContentType="application/octet-stream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tags/tag1.xml" ContentType="application/vnd.openxmlformats-officedocument.presentationml.tag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  <Override PartName="/ppt/slides/slide1.xml" ContentType="application/vnd.openxmlformats-officedocument.presentationml.slide+xml"/>
</Types>
</file>

<file path=_rels/.rels><?xml version="1.0" encoding="UTF-8" standalone="yes"?>

<Relationships  xmlns="http://schemas.openxmlformats.org/package/2006/relationships">
<Relationship Id="rId3" Type="http://schemas.openxmlformats.org/package/2006/relationships/metadata/core-properties" Target="docProps/core.xml"/>
<Relationship Id="rId4" Type="http://schemas.openxmlformats.org/officeDocument/2006/relationships/extended-properties" Target="docProps/app.xml"/>
<Relationship Id="rId1" Type="http://schemas.openxmlformats.org/officeDocument/2006/relationships/officeDocument" Target="ppt/presentation.xml"/>
<Relationship Id="rId2" Type="http://schemas.openxmlformats.org/package/2006/relationships/metadata/thumbnail" Target="docProps/thumbnail.jpeg"/>
</Relationships>
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8"/>
  </p:sldIdLst>
  <p:sldSz cx="9144000" cy="6858000" type="screen4x3"/>
  <p:notesSz cx="6858000" cy="9144000"/>
  <p:custDataLst>
    <p:tags r:id="rId3"/>
  </p:custData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>
      <p:cViewPr varScale="1">
        <p:scale>
          <a:sx n="92" d="100"/>
          <a:sy n="92" d="100"/>
        </p:scale>
        <p:origin x="-1376" y="-104"/>
      </p:cViewPr>
      <p:guideLst>
        <p:guide orient="horz" pos="2160"/>
        <p:guide pos="288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

<Relationships  xmlns="http://schemas.openxmlformats.org/package/2006/relationships">
<Relationship Id="rId3" Type="http://schemas.openxmlformats.org/officeDocument/2006/relationships/tags" Target="tags/tag1.xml"/>
<Relationship Id="rId4" Type="http://schemas.openxmlformats.org/officeDocument/2006/relationships/presProps" Target="presProps.xml"/>
<Relationship Id="rId5" Type="http://schemas.openxmlformats.org/officeDocument/2006/relationships/viewProps" Target="viewProps.xml"/>
<Relationship Id="rId6" Type="http://schemas.openxmlformats.org/officeDocument/2006/relationships/theme" Target="theme/theme1.xml"/>
<Relationship Id="rId7" Type="http://schemas.openxmlformats.org/officeDocument/2006/relationships/tableStyles" Target="tableStyles.xml"/>
<Relationship Id="rId1" Type="http://schemas.openxmlformats.org/officeDocument/2006/relationships/slideMaster" Target="slideMasters/slideMaster1.xml"/>
<Relationship Id="rId2" Type="http://schemas.openxmlformats.org/officeDocument/2006/relationships/printerSettings" Target="printerSettings/printerSettings1.bin"/>
<Relationship Id="rId8" Type="http://schemas.openxmlformats.org/officeDocument/2006/relationships/slide" Target="slides/slide1.xml"/>
</Relationships>
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21488113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157698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43154558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6839228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12034912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38580797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5599605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theme" Target="../theme/theme1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0782362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 xmlns:pic="http://schemas.openxmlformats.org/drawingml/2006/picture">
        <p:nvGrpSpPr>
          <p:cNvPr id="2" name="Content Placeholder 2"/>
          <p:cNvGrpSpPr/>
          <p:nvPr/>
        </p:nvGrpSpPr>
        <p:grpSpPr>
          <a:xfrm>
            <a:off x="457200" y="1600200"/>
            <a:ext cx="8229600" cy="4525963"/>
            <a:chOff x="457200" y="1600200"/>
            <a:chExt cx="8229600" cy="4525963"/>
          </a:xfrm>
        </p:grpSpPr>
        <p:sp>
          <p:nvSpPr>
            <p:cNvPr id="3" name="rc3"/>
            <p:cNvSpPr/>
            <p:nvPr/>
          </p:nvSpPr>
          <p:spPr>
            <a:xfrm>
              <a:off x="457200" y="1600200"/>
              <a:ext cx="8229600" cy="4525962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" name="pl4"/>
            <p:cNvSpPr/>
            <p:nvPr/>
          </p:nvSpPr>
          <p:spPr>
            <a:xfrm>
              <a:off x="817517" y="5142518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pl5"/>
            <p:cNvSpPr/>
            <p:nvPr/>
          </p:nvSpPr>
          <p:spPr>
            <a:xfrm>
              <a:off x="817517" y="4313054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" name="pl6"/>
            <p:cNvSpPr/>
            <p:nvPr/>
          </p:nvSpPr>
          <p:spPr>
            <a:xfrm>
              <a:off x="817517" y="3483591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7"/>
            <p:cNvSpPr/>
            <p:nvPr/>
          </p:nvSpPr>
          <p:spPr>
            <a:xfrm>
              <a:off x="817517" y="2654127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8"/>
            <p:cNvSpPr/>
            <p:nvPr/>
          </p:nvSpPr>
          <p:spPr>
            <a:xfrm>
              <a:off x="1470390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9"/>
            <p:cNvSpPr/>
            <p:nvPr/>
          </p:nvSpPr>
          <p:spPr>
            <a:xfrm>
              <a:off x="3216530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l10"/>
            <p:cNvSpPr/>
            <p:nvPr/>
          </p:nvSpPr>
          <p:spPr>
            <a:xfrm>
              <a:off x="4962671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l11"/>
            <p:cNvSpPr/>
            <p:nvPr/>
          </p:nvSpPr>
          <p:spPr>
            <a:xfrm>
              <a:off x="6708811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l12"/>
            <p:cNvSpPr/>
            <p:nvPr/>
          </p:nvSpPr>
          <p:spPr>
            <a:xfrm>
              <a:off x="8454952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l13"/>
            <p:cNvSpPr/>
            <p:nvPr/>
          </p:nvSpPr>
          <p:spPr>
            <a:xfrm>
              <a:off x="817517" y="5557249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l14"/>
            <p:cNvSpPr/>
            <p:nvPr/>
          </p:nvSpPr>
          <p:spPr>
            <a:xfrm>
              <a:off x="817517" y="4727786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l15"/>
            <p:cNvSpPr/>
            <p:nvPr/>
          </p:nvSpPr>
          <p:spPr>
            <a:xfrm>
              <a:off x="817517" y="3898322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l16"/>
            <p:cNvSpPr/>
            <p:nvPr/>
          </p:nvSpPr>
          <p:spPr>
            <a:xfrm>
              <a:off x="817517" y="3068859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l17"/>
            <p:cNvSpPr/>
            <p:nvPr/>
          </p:nvSpPr>
          <p:spPr>
            <a:xfrm>
              <a:off x="817517" y="2239395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l18"/>
            <p:cNvSpPr/>
            <p:nvPr/>
          </p:nvSpPr>
          <p:spPr>
            <a:xfrm>
              <a:off x="2343460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l19"/>
            <p:cNvSpPr/>
            <p:nvPr/>
          </p:nvSpPr>
          <p:spPr>
            <a:xfrm>
              <a:off x="4089600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" name="pl20"/>
            <p:cNvSpPr/>
            <p:nvPr/>
          </p:nvSpPr>
          <p:spPr>
            <a:xfrm>
              <a:off x="5835741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" name="pl21"/>
            <p:cNvSpPr/>
            <p:nvPr/>
          </p:nvSpPr>
          <p:spPr>
            <a:xfrm>
              <a:off x="7581882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" name="pg22"/>
            <p:cNvSpPr/>
            <p:nvPr/>
          </p:nvSpPr>
          <p:spPr>
            <a:xfrm>
              <a:off x="1172049" y="3069273"/>
              <a:ext cx="7090630" cy="2024647"/>
            </a:xfrm>
            <a:custGeom>
              <a:avLst/>
              <a:pathLst>
                <a:path w="7090630" h="2024647">
                  <a:moveTo>
                    <a:pt x="0" y="0"/>
                  </a:moveTo>
                  <a:lnTo>
                    <a:pt x="71622" y="41883"/>
                  </a:lnTo>
                  <a:lnTo>
                    <a:pt x="143245" y="83061"/>
                  </a:lnTo>
                  <a:lnTo>
                    <a:pt x="214867" y="123546"/>
                  </a:lnTo>
                  <a:lnTo>
                    <a:pt x="286490" y="163350"/>
                  </a:lnTo>
                  <a:lnTo>
                    <a:pt x="358112" y="202484"/>
                  </a:lnTo>
                  <a:lnTo>
                    <a:pt x="429735" y="240958"/>
                  </a:lnTo>
                  <a:lnTo>
                    <a:pt x="501357" y="278785"/>
                  </a:lnTo>
                  <a:lnTo>
                    <a:pt x="572980" y="315976"/>
                  </a:lnTo>
                  <a:lnTo>
                    <a:pt x="644602" y="352540"/>
                  </a:lnTo>
                  <a:lnTo>
                    <a:pt x="716225" y="388489"/>
                  </a:lnTo>
                  <a:lnTo>
                    <a:pt x="787847" y="423832"/>
                  </a:lnTo>
                  <a:lnTo>
                    <a:pt x="859470" y="458581"/>
                  </a:lnTo>
                  <a:lnTo>
                    <a:pt x="931092" y="492744"/>
                  </a:lnTo>
                  <a:lnTo>
                    <a:pt x="1002715" y="526333"/>
                  </a:lnTo>
                  <a:lnTo>
                    <a:pt x="1074337" y="559356"/>
                  </a:lnTo>
                  <a:lnTo>
                    <a:pt x="1145960" y="591823"/>
                  </a:lnTo>
                  <a:lnTo>
                    <a:pt x="1217582" y="623743"/>
                  </a:lnTo>
                  <a:lnTo>
                    <a:pt x="1289205" y="655126"/>
                  </a:lnTo>
                  <a:lnTo>
                    <a:pt x="1360827" y="685981"/>
                  </a:lnTo>
                  <a:lnTo>
                    <a:pt x="1432450" y="716316"/>
                  </a:lnTo>
                  <a:lnTo>
                    <a:pt x="1504073" y="746141"/>
                  </a:lnTo>
                  <a:lnTo>
                    <a:pt x="1575695" y="775464"/>
                  </a:lnTo>
                  <a:lnTo>
                    <a:pt x="1647318" y="804293"/>
                  </a:lnTo>
                  <a:lnTo>
                    <a:pt x="1718940" y="832637"/>
                  </a:lnTo>
                  <a:lnTo>
                    <a:pt x="1790563" y="860503"/>
                  </a:lnTo>
                  <a:lnTo>
                    <a:pt x="1862185" y="887901"/>
                  </a:lnTo>
                  <a:lnTo>
                    <a:pt x="1933808" y="914837"/>
                  </a:lnTo>
                  <a:lnTo>
                    <a:pt x="2005430" y="941320"/>
                  </a:lnTo>
                  <a:lnTo>
                    <a:pt x="2077053" y="967357"/>
                  </a:lnTo>
                  <a:lnTo>
                    <a:pt x="2148675" y="992955"/>
                  </a:lnTo>
                  <a:lnTo>
                    <a:pt x="2220298" y="1018123"/>
                  </a:lnTo>
                  <a:lnTo>
                    <a:pt x="2291920" y="1042867"/>
                  </a:lnTo>
                  <a:lnTo>
                    <a:pt x="2363543" y="1067194"/>
                  </a:lnTo>
                  <a:lnTo>
                    <a:pt x="2435165" y="1091112"/>
                  </a:lnTo>
                  <a:lnTo>
                    <a:pt x="2506788" y="1114628"/>
                  </a:lnTo>
                  <a:lnTo>
                    <a:pt x="2578410" y="1137747"/>
                  </a:lnTo>
                  <a:lnTo>
                    <a:pt x="2650033" y="1160477"/>
                  </a:lnTo>
                  <a:lnTo>
                    <a:pt x="2721655" y="1182825"/>
                  </a:lnTo>
                  <a:lnTo>
                    <a:pt x="2793278" y="1204796"/>
                  </a:lnTo>
                  <a:lnTo>
                    <a:pt x="2864901" y="1226398"/>
                  </a:lnTo>
                  <a:lnTo>
                    <a:pt x="2936523" y="1247635"/>
                  </a:lnTo>
                  <a:lnTo>
                    <a:pt x="3008146" y="1268516"/>
                  </a:lnTo>
                  <a:lnTo>
                    <a:pt x="3079768" y="1289045"/>
                  </a:lnTo>
                  <a:lnTo>
                    <a:pt x="3151391" y="1309228"/>
                  </a:lnTo>
                  <a:lnTo>
                    <a:pt x="3223013" y="1329071"/>
                  </a:lnTo>
                  <a:lnTo>
                    <a:pt x="3294636" y="1348581"/>
                  </a:lnTo>
                  <a:lnTo>
                    <a:pt x="3366258" y="1367762"/>
                  </a:lnTo>
                  <a:lnTo>
                    <a:pt x="3437881" y="1386620"/>
                  </a:lnTo>
                  <a:lnTo>
                    <a:pt x="3509503" y="1405160"/>
                  </a:lnTo>
                  <a:lnTo>
                    <a:pt x="3581126" y="1423389"/>
                  </a:lnTo>
                  <a:lnTo>
                    <a:pt x="3652748" y="1441310"/>
                  </a:lnTo>
                  <a:lnTo>
                    <a:pt x="3724371" y="1458930"/>
                  </a:lnTo>
                  <a:lnTo>
                    <a:pt x="3795993" y="1476254"/>
                  </a:lnTo>
                  <a:lnTo>
                    <a:pt x="3867616" y="1493285"/>
                  </a:lnTo>
                  <a:lnTo>
                    <a:pt x="3939238" y="1510030"/>
                  </a:lnTo>
                  <a:lnTo>
                    <a:pt x="4010861" y="1526493"/>
                  </a:lnTo>
                  <a:lnTo>
                    <a:pt x="4082483" y="1542679"/>
                  </a:lnTo>
                  <a:lnTo>
                    <a:pt x="4154106" y="1558593"/>
                  </a:lnTo>
                  <a:lnTo>
                    <a:pt x="4225729" y="1574238"/>
                  </a:lnTo>
                  <a:lnTo>
                    <a:pt x="4297351" y="1589621"/>
                  </a:lnTo>
                  <a:lnTo>
                    <a:pt x="4368974" y="1604744"/>
                  </a:lnTo>
                  <a:lnTo>
                    <a:pt x="4440596" y="1619612"/>
                  </a:lnTo>
                  <a:lnTo>
                    <a:pt x="4512219" y="1634231"/>
                  </a:lnTo>
                  <a:lnTo>
                    <a:pt x="4583841" y="1648603"/>
                  </a:lnTo>
                  <a:lnTo>
                    <a:pt x="4655464" y="1657391"/>
                  </a:lnTo>
                  <a:lnTo>
                    <a:pt x="4727086" y="1653650"/>
                  </a:lnTo>
                  <a:lnTo>
                    <a:pt x="4798709" y="1649891"/>
                  </a:lnTo>
                  <a:lnTo>
                    <a:pt x="4870331" y="1646115"/>
                  </a:lnTo>
                  <a:lnTo>
                    <a:pt x="4941954" y="1642323"/>
                  </a:lnTo>
                  <a:lnTo>
                    <a:pt x="5013576" y="1638513"/>
                  </a:lnTo>
                  <a:lnTo>
                    <a:pt x="5085199" y="1634686"/>
                  </a:lnTo>
                  <a:lnTo>
                    <a:pt x="5156821" y="1630842"/>
                  </a:lnTo>
                  <a:lnTo>
                    <a:pt x="5228444" y="1626981"/>
                  </a:lnTo>
                  <a:lnTo>
                    <a:pt x="5300066" y="1623102"/>
                  </a:lnTo>
                  <a:lnTo>
                    <a:pt x="5371689" y="1619206"/>
                  </a:lnTo>
                  <a:lnTo>
                    <a:pt x="5443311" y="1615292"/>
                  </a:lnTo>
                  <a:lnTo>
                    <a:pt x="5514934" y="1611361"/>
                  </a:lnTo>
                  <a:lnTo>
                    <a:pt x="5586557" y="1607411"/>
                  </a:lnTo>
                  <a:lnTo>
                    <a:pt x="5658179" y="1603444"/>
                  </a:lnTo>
                  <a:lnTo>
                    <a:pt x="5729802" y="1599460"/>
                  </a:lnTo>
                  <a:lnTo>
                    <a:pt x="5801424" y="1595457"/>
                  </a:lnTo>
                  <a:lnTo>
                    <a:pt x="5873047" y="1591436"/>
                  </a:lnTo>
                  <a:lnTo>
                    <a:pt x="5944669" y="1587397"/>
                  </a:lnTo>
                  <a:lnTo>
                    <a:pt x="6016292" y="1583340"/>
                  </a:lnTo>
                  <a:lnTo>
                    <a:pt x="6087914" y="1579265"/>
                  </a:lnTo>
                  <a:lnTo>
                    <a:pt x="6159537" y="1575171"/>
                  </a:lnTo>
                  <a:lnTo>
                    <a:pt x="6231159" y="1571059"/>
                  </a:lnTo>
                  <a:lnTo>
                    <a:pt x="6302782" y="1566928"/>
                  </a:lnTo>
                  <a:lnTo>
                    <a:pt x="6374404" y="1562779"/>
                  </a:lnTo>
                  <a:lnTo>
                    <a:pt x="6446027" y="1558611"/>
                  </a:lnTo>
                  <a:lnTo>
                    <a:pt x="6517649" y="1554424"/>
                  </a:lnTo>
                  <a:lnTo>
                    <a:pt x="6589272" y="1550218"/>
                  </a:lnTo>
                  <a:lnTo>
                    <a:pt x="6660894" y="1545994"/>
                  </a:lnTo>
                  <a:lnTo>
                    <a:pt x="6732517" y="1541750"/>
                  </a:lnTo>
                  <a:lnTo>
                    <a:pt x="6804139" y="1537487"/>
                  </a:lnTo>
                  <a:lnTo>
                    <a:pt x="6875762" y="1533205"/>
                  </a:lnTo>
                  <a:lnTo>
                    <a:pt x="6947385" y="1528904"/>
                  </a:lnTo>
                  <a:lnTo>
                    <a:pt x="7019007" y="1524583"/>
                  </a:lnTo>
                  <a:lnTo>
                    <a:pt x="7090630" y="1520243"/>
                  </a:lnTo>
                  <a:lnTo>
                    <a:pt x="7090630" y="2024647"/>
                  </a:lnTo>
                  <a:lnTo>
                    <a:pt x="7019007" y="2016714"/>
                  </a:lnTo>
                  <a:lnTo>
                    <a:pt x="6947385" y="2008644"/>
                  </a:lnTo>
                  <a:lnTo>
                    <a:pt x="6875762" y="2000437"/>
                  </a:lnTo>
                  <a:lnTo>
                    <a:pt x="6804139" y="1992089"/>
                  </a:lnTo>
                  <a:lnTo>
                    <a:pt x="6732517" y="1983598"/>
                  </a:lnTo>
                  <a:lnTo>
                    <a:pt x="6660894" y="1974962"/>
                  </a:lnTo>
                  <a:lnTo>
                    <a:pt x="6589272" y="1966178"/>
                  </a:lnTo>
                  <a:lnTo>
                    <a:pt x="6517649" y="1957243"/>
                  </a:lnTo>
                  <a:lnTo>
                    <a:pt x="6446027" y="1948156"/>
                  </a:lnTo>
                  <a:lnTo>
                    <a:pt x="6374404" y="1938913"/>
                  </a:lnTo>
                  <a:lnTo>
                    <a:pt x="6302782" y="1929511"/>
                  </a:lnTo>
                  <a:lnTo>
                    <a:pt x="6231159" y="1919949"/>
                  </a:lnTo>
                  <a:lnTo>
                    <a:pt x="6159537" y="1910223"/>
                  </a:lnTo>
                  <a:lnTo>
                    <a:pt x="6087914" y="1900330"/>
                  </a:lnTo>
                  <a:lnTo>
                    <a:pt x="6016292" y="1890268"/>
                  </a:lnTo>
                  <a:lnTo>
                    <a:pt x="5944669" y="1880034"/>
                  </a:lnTo>
                  <a:lnTo>
                    <a:pt x="5873047" y="1869624"/>
                  </a:lnTo>
                  <a:lnTo>
                    <a:pt x="5801424" y="1859036"/>
                  </a:lnTo>
                  <a:lnTo>
                    <a:pt x="5729802" y="1848267"/>
                  </a:lnTo>
                  <a:lnTo>
                    <a:pt x="5658179" y="1837314"/>
                  </a:lnTo>
                  <a:lnTo>
                    <a:pt x="5586557" y="1826173"/>
                  </a:lnTo>
                  <a:lnTo>
                    <a:pt x="5514934" y="1814841"/>
                  </a:lnTo>
                  <a:lnTo>
                    <a:pt x="5443311" y="1803315"/>
                  </a:lnTo>
                  <a:lnTo>
                    <a:pt x="5371689" y="1791592"/>
                  </a:lnTo>
                  <a:lnTo>
                    <a:pt x="5300066" y="1779668"/>
                  </a:lnTo>
                  <a:lnTo>
                    <a:pt x="5228444" y="1767540"/>
                  </a:lnTo>
                  <a:lnTo>
                    <a:pt x="5156821" y="1755204"/>
                  </a:lnTo>
                  <a:lnTo>
                    <a:pt x="5085199" y="1742657"/>
                  </a:lnTo>
                  <a:lnTo>
                    <a:pt x="5013576" y="1729896"/>
                  </a:lnTo>
                  <a:lnTo>
                    <a:pt x="4941954" y="1716915"/>
                  </a:lnTo>
                  <a:lnTo>
                    <a:pt x="4870331" y="1703713"/>
                  </a:lnTo>
                  <a:lnTo>
                    <a:pt x="4798709" y="1690284"/>
                  </a:lnTo>
                  <a:lnTo>
                    <a:pt x="4727086" y="1676626"/>
                  </a:lnTo>
                  <a:lnTo>
                    <a:pt x="4655464" y="1662733"/>
                  </a:lnTo>
                  <a:lnTo>
                    <a:pt x="4583841" y="1661117"/>
                  </a:lnTo>
                  <a:lnTo>
                    <a:pt x="4512219" y="1664825"/>
                  </a:lnTo>
                  <a:lnTo>
                    <a:pt x="4440596" y="1668516"/>
                  </a:lnTo>
                  <a:lnTo>
                    <a:pt x="4368974" y="1672192"/>
                  </a:lnTo>
                  <a:lnTo>
                    <a:pt x="4297351" y="1675850"/>
                  </a:lnTo>
                  <a:lnTo>
                    <a:pt x="4225729" y="1679492"/>
                  </a:lnTo>
                  <a:lnTo>
                    <a:pt x="4154106" y="1683118"/>
                  </a:lnTo>
                  <a:lnTo>
                    <a:pt x="4082483" y="1686728"/>
                  </a:lnTo>
                  <a:lnTo>
                    <a:pt x="4010861" y="1690321"/>
                  </a:lnTo>
                  <a:lnTo>
                    <a:pt x="3939238" y="1693899"/>
                  </a:lnTo>
                  <a:lnTo>
                    <a:pt x="3867616" y="1697460"/>
                  </a:lnTo>
                  <a:lnTo>
                    <a:pt x="3795993" y="1701005"/>
                  </a:lnTo>
                  <a:lnTo>
                    <a:pt x="3724371" y="1704535"/>
                  </a:lnTo>
                  <a:lnTo>
                    <a:pt x="3652748" y="1708048"/>
                  </a:lnTo>
                  <a:lnTo>
                    <a:pt x="3581126" y="1711546"/>
                  </a:lnTo>
                  <a:lnTo>
                    <a:pt x="3509503" y="1715028"/>
                  </a:lnTo>
                  <a:lnTo>
                    <a:pt x="3437881" y="1718495"/>
                  </a:lnTo>
                  <a:lnTo>
                    <a:pt x="3366258" y="1721946"/>
                  </a:lnTo>
                  <a:lnTo>
                    <a:pt x="3294636" y="1725381"/>
                  </a:lnTo>
                  <a:lnTo>
                    <a:pt x="3223013" y="1728801"/>
                  </a:lnTo>
                  <a:lnTo>
                    <a:pt x="3151391" y="1732206"/>
                  </a:lnTo>
                  <a:lnTo>
                    <a:pt x="3079768" y="1735596"/>
                  </a:lnTo>
                  <a:lnTo>
                    <a:pt x="3008146" y="1738970"/>
                  </a:lnTo>
                  <a:lnTo>
                    <a:pt x="2936523" y="1742329"/>
                  </a:lnTo>
                  <a:lnTo>
                    <a:pt x="2864901" y="1745673"/>
                  </a:lnTo>
                  <a:lnTo>
                    <a:pt x="2793278" y="1749002"/>
                  </a:lnTo>
                  <a:lnTo>
                    <a:pt x="2721655" y="1752316"/>
                  </a:lnTo>
                  <a:lnTo>
                    <a:pt x="2650033" y="1755616"/>
                  </a:lnTo>
                  <a:lnTo>
                    <a:pt x="2578410" y="1758900"/>
                  </a:lnTo>
                  <a:lnTo>
                    <a:pt x="2506788" y="1762170"/>
                  </a:lnTo>
                  <a:lnTo>
                    <a:pt x="2435165" y="1765425"/>
                  </a:lnTo>
                  <a:lnTo>
                    <a:pt x="2363543" y="1768666"/>
                  </a:lnTo>
                  <a:lnTo>
                    <a:pt x="2291920" y="1771891"/>
                  </a:lnTo>
                  <a:lnTo>
                    <a:pt x="2220298" y="1775103"/>
                  </a:lnTo>
                  <a:lnTo>
                    <a:pt x="2148675" y="1778300"/>
                  </a:lnTo>
                  <a:lnTo>
                    <a:pt x="2077053" y="1781483"/>
                  </a:lnTo>
                  <a:lnTo>
                    <a:pt x="2005430" y="1784651"/>
                  </a:lnTo>
                  <a:lnTo>
                    <a:pt x="1933808" y="1787806"/>
                  </a:lnTo>
                  <a:lnTo>
                    <a:pt x="1862185" y="1790946"/>
                  </a:lnTo>
                  <a:lnTo>
                    <a:pt x="1790563" y="1794072"/>
                  </a:lnTo>
                  <a:lnTo>
                    <a:pt x="1718940" y="1797184"/>
                  </a:lnTo>
                  <a:lnTo>
                    <a:pt x="1647318" y="1800282"/>
                  </a:lnTo>
                  <a:lnTo>
                    <a:pt x="1575695" y="1803366"/>
                  </a:lnTo>
                  <a:lnTo>
                    <a:pt x="1504073" y="1806436"/>
                  </a:lnTo>
                  <a:lnTo>
                    <a:pt x="1432450" y="1809493"/>
                  </a:lnTo>
                  <a:lnTo>
                    <a:pt x="1360827" y="1812536"/>
                  </a:lnTo>
                  <a:lnTo>
                    <a:pt x="1289205" y="1815565"/>
                  </a:lnTo>
                  <a:lnTo>
                    <a:pt x="1217582" y="1818581"/>
                  </a:lnTo>
                  <a:lnTo>
                    <a:pt x="1145960" y="1821583"/>
                  </a:lnTo>
                  <a:lnTo>
                    <a:pt x="1074337" y="1824571"/>
                  </a:lnTo>
                  <a:lnTo>
                    <a:pt x="1002715" y="1827547"/>
                  </a:lnTo>
                  <a:lnTo>
                    <a:pt x="931092" y="1830509"/>
                  </a:lnTo>
                  <a:lnTo>
                    <a:pt x="859470" y="1833457"/>
                  </a:lnTo>
                  <a:lnTo>
                    <a:pt x="787847" y="1836393"/>
                  </a:lnTo>
                  <a:lnTo>
                    <a:pt x="716225" y="1839315"/>
                  </a:lnTo>
                  <a:lnTo>
                    <a:pt x="644602" y="1842224"/>
                  </a:lnTo>
                  <a:lnTo>
                    <a:pt x="572980" y="1845120"/>
                  </a:lnTo>
                  <a:lnTo>
                    <a:pt x="501357" y="1848003"/>
                  </a:lnTo>
                  <a:lnTo>
                    <a:pt x="429735" y="1850873"/>
                  </a:lnTo>
                  <a:lnTo>
                    <a:pt x="358112" y="1853731"/>
                  </a:lnTo>
                  <a:lnTo>
                    <a:pt x="286490" y="1856575"/>
                  </a:lnTo>
                  <a:lnTo>
                    <a:pt x="214867" y="1859407"/>
                  </a:lnTo>
                  <a:lnTo>
                    <a:pt x="143245" y="1862226"/>
                  </a:lnTo>
                  <a:lnTo>
                    <a:pt x="71622" y="1865032"/>
                  </a:lnTo>
                  <a:lnTo>
                    <a:pt x="0" y="1867826"/>
                  </a:lnTo>
                  <a:close/>
                </a:path>
              </a:pathLst>
            </a:custGeom>
            <a:solidFill>
              <a:srgbClr val="FF8C00">
                <a:alpha val="20000"/>
              </a:srgbClr>
            </a:solidFill>
          </p:spPr>
          <p:txBody>
            <a:bodyPr/>
            <a:lstStyle/>
            <a:p/>
          </p:txBody>
        </p:sp>
        <p:sp>
          <p:nvSpPr>
            <p:cNvPr id="23" name="pl23"/>
            <p:cNvSpPr/>
            <p:nvPr/>
          </p:nvSpPr>
          <p:spPr>
            <a:xfrm>
              <a:off x="1172049" y="3069273"/>
              <a:ext cx="7090630" cy="1657391"/>
            </a:xfrm>
            <a:custGeom>
              <a:avLst/>
              <a:pathLst>
                <a:path w="7090630" h="1657391">
                  <a:moveTo>
                    <a:pt x="0" y="0"/>
                  </a:moveTo>
                  <a:lnTo>
                    <a:pt x="71622" y="41883"/>
                  </a:lnTo>
                  <a:lnTo>
                    <a:pt x="143245" y="83061"/>
                  </a:lnTo>
                  <a:lnTo>
                    <a:pt x="214867" y="123546"/>
                  </a:lnTo>
                  <a:lnTo>
                    <a:pt x="286490" y="163350"/>
                  </a:lnTo>
                  <a:lnTo>
                    <a:pt x="358112" y="202484"/>
                  </a:lnTo>
                  <a:lnTo>
                    <a:pt x="429735" y="240958"/>
                  </a:lnTo>
                  <a:lnTo>
                    <a:pt x="501357" y="278785"/>
                  </a:lnTo>
                  <a:lnTo>
                    <a:pt x="572980" y="315976"/>
                  </a:lnTo>
                  <a:lnTo>
                    <a:pt x="644602" y="352540"/>
                  </a:lnTo>
                  <a:lnTo>
                    <a:pt x="716225" y="388489"/>
                  </a:lnTo>
                  <a:lnTo>
                    <a:pt x="787847" y="423832"/>
                  </a:lnTo>
                  <a:lnTo>
                    <a:pt x="859470" y="458581"/>
                  </a:lnTo>
                  <a:lnTo>
                    <a:pt x="931092" y="492744"/>
                  </a:lnTo>
                  <a:lnTo>
                    <a:pt x="1002715" y="526333"/>
                  </a:lnTo>
                  <a:lnTo>
                    <a:pt x="1074337" y="559356"/>
                  </a:lnTo>
                  <a:lnTo>
                    <a:pt x="1145960" y="591823"/>
                  </a:lnTo>
                  <a:lnTo>
                    <a:pt x="1217582" y="623743"/>
                  </a:lnTo>
                  <a:lnTo>
                    <a:pt x="1289205" y="655126"/>
                  </a:lnTo>
                  <a:lnTo>
                    <a:pt x="1360827" y="685981"/>
                  </a:lnTo>
                  <a:lnTo>
                    <a:pt x="1432450" y="716316"/>
                  </a:lnTo>
                  <a:lnTo>
                    <a:pt x="1504073" y="746141"/>
                  </a:lnTo>
                  <a:lnTo>
                    <a:pt x="1575695" y="775464"/>
                  </a:lnTo>
                  <a:lnTo>
                    <a:pt x="1647318" y="804293"/>
                  </a:lnTo>
                  <a:lnTo>
                    <a:pt x="1718940" y="832637"/>
                  </a:lnTo>
                  <a:lnTo>
                    <a:pt x="1790563" y="860503"/>
                  </a:lnTo>
                  <a:lnTo>
                    <a:pt x="1862185" y="887901"/>
                  </a:lnTo>
                  <a:lnTo>
                    <a:pt x="1933808" y="914837"/>
                  </a:lnTo>
                  <a:lnTo>
                    <a:pt x="2005430" y="941320"/>
                  </a:lnTo>
                  <a:lnTo>
                    <a:pt x="2077053" y="967357"/>
                  </a:lnTo>
                  <a:lnTo>
                    <a:pt x="2148675" y="992955"/>
                  </a:lnTo>
                  <a:lnTo>
                    <a:pt x="2220298" y="1018123"/>
                  </a:lnTo>
                  <a:lnTo>
                    <a:pt x="2291920" y="1042867"/>
                  </a:lnTo>
                  <a:lnTo>
                    <a:pt x="2363543" y="1067194"/>
                  </a:lnTo>
                  <a:lnTo>
                    <a:pt x="2435165" y="1091112"/>
                  </a:lnTo>
                  <a:lnTo>
                    <a:pt x="2506788" y="1114628"/>
                  </a:lnTo>
                  <a:lnTo>
                    <a:pt x="2578410" y="1137747"/>
                  </a:lnTo>
                  <a:lnTo>
                    <a:pt x="2650033" y="1160477"/>
                  </a:lnTo>
                  <a:lnTo>
                    <a:pt x="2721655" y="1182825"/>
                  </a:lnTo>
                  <a:lnTo>
                    <a:pt x="2793278" y="1204796"/>
                  </a:lnTo>
                  <a:lnTo>
                    <a:pt x="2864901" y="1226398"/>
                  </a:lnTo>
                  <a:lnTo>
                    <a:pt x="2936523" y="1247635"/>
                  </a:lnTo>
                  <a:lnTo>
                    <a:pt x="3008146" y="1268516"/>
                  </a:lnTo>
                  <a:lnTo>
                    <a:pt x="3079768" y="1289045"/>
                  </a:lnTo>
                  <a:lnTo>
                    <a:pt x="3151391" y="1309228"/>
                  </a:lnTo>
                  <a:lnTo>
                    <a:pt x="3223013" y="1329071"/>
                  </a:lnTo>
                  <a:lnTo>
                    <a:pt x="3294636" y="1348581"/>
                  </a:lnTo>
                  <a:lnTo>
                    <a:pt x="3366258" y="1367762"/>
                  </a:lnTo>
                  <a:lnTo>
                    <a:pt x="3437881" y="1386620"/>
                  </a:lnTo>
                  <a:lnTo>
                    <a:pt x="3509503" y="1405160"/>
                  </a:lnTo>
                  <a:lnTo>
                    <a:pt x="3581126" y="1423389"/>
                  </a:lnTo>
                  <a:lnTo>
                    <a:pt x="3652748" y="1441310"/>
                  </a:lnTo>
                  <a:lnTo>
                    <a:pt x="3724371" y="1458930"/>
                  </a:lnTo>
                  <a:lnTo>
                    <a:pt x="3795993" y="1476254"/>
                  </a:lnTo>
                  <a:lnTo>
                    <a:pt x="3867616" y="1493285"/>
                  </a:lnTo>
                  <a:lnTo>
                    <a:pt x="3939238" y="1510030"/>
                  </a:lnTo>
                  <a:lnTo>
                    <a:pt x="4010861" y="1526493"/>
                  </a:lnTo>
                  <a:lnTo>
                    <a:pt x="4082483" y="1542679"/>
                  </a:lnTo>
                  <a:lnTo>
                    <a:pt x="4154106" y="1558593"/>
                  </a:lnTo>
                  <a:lnTo>
                    <a:pt x="4225729" y="1574238"/>
                  </a:lnTo>
                  <a:lnTo>
                    <a:pt x="4297351" y="1589621"/>
                  </a:lnTo>
                  <a:lnTo>
                    <a:pt x="4368974" y="1604744"/>
                  </a:lnTo>
                  <a:lnTo>
                    <a:pt x="4440596" y="1619612"/>
                  </a:lnTo>
                  <a:lnTo>
                    <a:pt x="4512219" y="1634231"/>
                  </a:lnTo>
                  <a:lnTo>
                    <a:pt x="4583841" y="1648603"/>
                  </a:lnTo>
                  <a:lnTo>
                    <a:pt x="4655464" y="1657391"/>
                  </a:lnTo>
                  <a:lnTo>
                    <a:pt x="4727086" y="1653650"/>
                  </a:lnTo>
                  <a:lnTo>
                    <a:pt x="4798709" y="1649891"/>
                  </a:lnTo>
                  <a:lnTo>
                    <a:pt x="4870331" y="1646115"/>
                  </a:lnTo>
                  <a:lnTo>
                    <a:pt x="4941954" y="1642323"/>
                  </a:lnTo>
                  <a:lnTo>
                    <a:pt x="5013576" y="1638513"/>
                  </a:lnTo>
                  <a:lnTo>
                    <a:pt x="5085199" y="1634686"/>
                  </a:lnTo>
                  <a:lnTo>
                    <a:pt x="5156821" y="1630842"/>
                  </a:lnTo>
                  <a:lnTo>
                    <a:pt x="5228444" y="1626981"/>
                  </a:lnTo>
                  <a:lnTo>
                    <a:pt x="5300066" y="1623102"/>
                  </a:lnTo>
                  <a:lnTo>
                    <a:pt x="5371689" y="1619206"/>
                  </a:lnTo>
                  <a:lnTo>
                    <a:pt x="5443311" y="1615292"/>
                  </a:lnTo>
                  <a:lnTo>
                    <a:pt x="5514934" y="1611361"/>
                  </a:lnTo>
                  <a:lnTo>
                    <a:pt x="5586557" y="1607411"/>
                  </a:lnTo>
                  <a:lnTo>
                    <a:pt x="5658179" y="1603444"/>
                  </a:lnTo>
                  <a:lnTo>
                    <a:pt x="5729802" y="1599460"/>
                  </a:lnTo>
                  <a:lnTo>
                    <a:pt x="5801424" y="1595457"/>
                  </a:lnTo>
                  <a:lnTo>
                    <a:pt x="5873047" y="1591436"/>
                  </a:lnTo>
                  <a:lnTo>
                    <a:pt x="5944669" y="1587397"/>
                  </a:lnTo>
                  <a:lnTo>
                    <a:pt x="6016292" y="1583340"/>
                  </a:lnTo>
                  <a:lnTo>
                    <a:pt x="6087914" y="1579265"/>
                  </a:lnTo>
                  <a:lnTo>
                    <a:pt x="6159537" y="1575171"/>
                  </a:lnTo>
                  <a:lnTo>
                    <a:pt x="6231159" y="1571059"/>
                  </a:lnTo>
                  <a:lnTo>
                    <a:pt x="6302782" y="1566928"/>
                  </a:lnTo>
                  <a:lnTo>
                    <a:pt x="6374404" y="1562779"/>
                  </a:lnTo>
                  <a:lnTo>
                    <a:pt x="6446027" y="1558611"/>
                  </a:lnTo>
                  <a:lnTo>
                    <a:pt x="6517649" y="1554424"/>
                  </a:lnTo>
                  <a:lnTo>
                    <a:pt x="6589272" y="1550218"/>
                  </a:lnTo>
                  <a:lnTo>
                    <a:pt x="6660894" y="1545994"/>
                  </a:lnTo>
                  <a:lnTo>
                    <a:pt x="6732517" y="1541750"/>
                  </a:lnTo>
                  <a:lnTo>
                    <a:pt x="6804139" y="1537487"/>
                  </a:lnTo>
                  <a:lnTo>
                    <a:pt x="6875762" y="1533205"/>
                  </a:lnTo>
                  <a:lnTo>
                    <a:pt x="6947385" y="1528904"/>
                  </a:lnTo>
                  <a:lnTo>
                    <a:pt x="7019007" y="1524583"/>
                  </a:lnTo>
                  <a:lnTo>
                    <a:pt x="7090630" y="1520243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4" name="pl24"/>
            <p:cNvSpPr/>
            <p:nvPr/>
          </p:nvSpPr>
          <p:spPr>
            <a:xfrm>
              <a:off x="1172049" y="4730390"/>
              <a:ext cx="7090630" cy="363530"/>
            </a:xfrm>
            <a:custGeom>
              <a:avLst/>
              <a:pathLst>
                <a:path w="7090630" h="363530">
                  <a:moveTo>
                    <a:pt x="7090630" y="363530"/>
                  </a:moveTo>
                  <a:lnTo>
                    <a:pt x="7019007" y="355597"/>
                  </a:lnTo>
                  <a:lnTo>
                    <a:pt x="6947385" y="347527"/>
                  </a:lnTo>
                  <a:lnTo>
                    <a:pt x="6875762" y="339320"/>
                  </a:lnTo>
                  <a:lnTo>
                    <a:pt x="6804139" y="330972"/>
                  </a:lnTo>
                  <a:lnTo>
                    <a:pt x="6732517" y="322481"/>
                  </a:lnTo>
                  <a:lnTo>
                    <a:pt x="6660894" y="313845"/>
                  </a:lnTo>
                  <a:lnTo>
                    <a:pt x="6589272" y="305061"/>
                  </a:lnTo>
                  <a:lnTo>
                    <a:pt x="6517649" y="296126"/>
                  </a:lnTo>
                  <a:lnTo>
                    <a:pt x="6446027" y="287039"/>
                  </a:lnTo>
                  <a:lnTo>
                    <a:pt x="6374404" y="277796"/>
                  </a:lnTo>
                  <a:lnTo>
                    <a:pt x="6302782" y="268394"/>
                  </a:lnTo>
                  <a:lnTo>
                    <a:pt x="6231159" y="258832"/>
                  </a:lnTo>
                  <a:lnTo>
                    <a:pt x="6159537" y="249106"/>
                  </a:lnTo>
                  <a:lnTo>
                    <a:pt x="6087914" y="239213"/>
                  </a:lnTo>
                  <a:lnTo>
                    <a:pt x="6016292" y="229151"/>
                  </a:lnTo>
                  <a:lnTo>
                    <a:pt x="5944669" y="218917"/>
                  </a:lnTo>
                  <a:lnTo>
                    <a:pt x="5873047" y="208507"/>
                  </a:lnTo>
                  <a:lnTo>
                    <a:pt x="5801424" y="197919"/>
                  </a:lnTo>
                  <a:lnTo>
                    <a:pt x="5729802" y="187150"/>
                  </a:lnTo>
                  <a:lnTo>
                    <a:pt x="5658179" y="176197"/>
                  </a:lnTo>
                  <a:lnTo>
                    <a:pt x="5586557" y="165056"/>
                  </a:lnTo>
                  <a:lnTo>
                    <a:pt x="5514934" y="153724"/>
                  </a:lnTo>
                  <a:lnTo>
                    <a:pt x="5443311" y="142198"/>
                  </a:lnTo>
                  <a:lnTo>
                    <a:pt x="5371689" y="130475"/>
                  </a:lnTo>
                  <a:lnTo>
                    <a:pt x="5300066" y="118551"/>
                  </a:lnTo>
                  <a:lnTo>
                    <a:pt x="5228444" y="106423"/>
                  </a:lnTo>
                  <a:lnTo>
                    <a:pt x="5156821" y="94087"/>
                  </a:lnTo>
                  <a:lnTo>
                    <a:pt x="5085199" y="81540"/>
                  </a:lnTo>
                  <a:lnTo>
                    <a:pt x="5013576" y="68779"/>
                  </a:lnTo>
                  <a:lnTo>
                    <a:pt x="4941954" y="55798"/>
                  </a:lnTo>
                  <a:lnTo>
                    <a:pt x="4870331" y="42596"/>
                  </a:lnTo>
                  <a:lnTo>
                    <a:pt x="4798709" y="29167"/>
                  </a:lnTo>
                  <a:lnTo>
                    <a:pt x="4727086" y="15509"/>
                  </a:lnTo>
                  <a:lnTo>
                    <a:pt x="4655464" y="1616"/>
                  </a:lnTo>
                  <a:lnTo>
                    <a:pt x="4583841" y="0"/>
                  </a:lnTo>
                  <a:lnTo>
                    <a:pt x="4512219" y="3708"/>
                  </a:lnTo>
                  <a:lnTo>
                    <a:pt x="4440596" y="7399"/>
                  </a:lnTo>
                  <a:lnTo>
                    <a:pt x="4368974" y="11075"/>
                  </a:lnTo>
                  <a:lnTo>
                    <a:pt x="4297351" y="14733"/>
                  </a:lnTo>
                  <a:lnTo>
                    <a:pt x="4225729" y="18375"/>
                  </a:lnTo>
                  <a:lnTo>
                    <a:pt x="4154106" y="22001"/>
                  </a:lnTo>
                  <a:lnTo>
                    <a:pt x="4082483" y="25611"/>
                  </a:lnTo>
                  <a:lnTo>
                    <a:pt x="4010861" y="29204"/>
                  </a:lnTo>
                  <a:lnTo>
                    <a:pt x="3939238" y="32782"/>
                  </a:lnTo>
                  <a:lnTo>
                    <a:pt x="3867616" y="36343"/>
                  </a:lnTo>
                  <a:lnTo>
                    <a:pt x="3795993" y="39888"/>
                  </a:lnTo>
                  <a:lnTo>
                    <a:pt x="3724371" y="43418"/>
                  </a:lnTo>
                  <a:lnTo>
                    <a:pt x="3652748" y="46931"/>
                  </a:lnTo>
                  <a:lnTo>
                    <a:pt x="3581126" y="50429"/>
                  </a:lnTo>
                  <a:lnTo>
                    <a:pt x="3509503" y="53911"/>
                  </a:lnTo>
                  <a:lnTo>
                    <a:pt x="3437881" y="57378"/>
                  </a:lnTo>
                  <a:lnTo>
                    <a:pt x="3366258" y="60829"/>
                  </a:lnTo>
                  <a:lnTo>
                    <a:pt x="3294636" y="64264"/>
                  </a:lnTo>
                  <a:lnTo>
                    <a:pt x="3223013" y="67684"/>
                  </a:lnTo>
                  <a:lnTo>
                    <a:pt x="3151391" y="71089"/>
                  </a:lnTo>
                  <a:lnTo>
                    <a:pt x="3079768" y="74479"/>
                  </a:lnTo>
                  <a:lnTo>
                    <a:pt x="3008146" y="77853"/>
                  </a:lnTo>
                  <a:lnTo>
                    <a:pt x="2936523" y="81212"/>
                  </a:lnTo>
                  <a:lnTo>
                    <a:pt x="2864901" y="84556"/>
                  </a:lnTo>
                  <a:lnTo>
                    <a:pt x="2793278" y="87885"/>
                  </a:lnTo>
                  <a:lnTo>
                    <a:pt x="2721655" y="91199"/>
                  </a:lnTo>
                  <a:lnTo>
                    <a:pt x="2650033" y="94499"/>
                  </a:lnTo>
                  <a:lnTo>
                    <a:pt x="2578410" y="97783"/>
                  </a:lnTo>
                  <a:lnTo>
                    <a:pt x="2506788" y="101053"/>
                  </a:lnTo>
                  <a:lnTo>
                    <a:pt x="2435165" y="104308"/>
                  </a:lnTo>
                  <a:lnTo>
                    <a:pt x="2363543" y="107549"/>
                  </a:lnTo>
                  <a:lnTo>
                    <a:pt x="2291920" y="110774"/>
                  </a:lnTo>
                  <a:lnTo>
                    <a:pt x="2220298" y="113986"/>
                  </a:lnTo>
                  <a:lnTo>
                    <a:pt x="2148675" y="117183"/>
                  </a:lnTo>
                  <a:lnTo>
                    <a:pt x="2077053" y="120366"/>
                  </a:lnTo>
                  <a:lnTo>
                    <a:pt x="2005430" y="123534"/>
                  </a:lnTo>
                  <a:lnTo>
                    <a:pt x="1933808" y="126689"/>
                  </a:lnTo>
                  <a:lnTo>
                    <a:pt x="1862185" y="129829"/>
                  </a:lnTo>
                  <a:lnTo>
                    <a:pt x="1790563" y="132955"/>
                  </a:lnTo>
                  <a:lnTo>
                    <a:pt x="1718940" y="136067"/>
                  </a:lnTo>
                  <a:lnTo>
                    <a:pt x="1647318" y="139165"/>
                  </a:lnTo>
                  <a:lnTo>
                    <a:pt x="1575695" y="142249"/>
                  </a:lnTo>
                  <a:lnTo>
                    <a:pt x="1504073" y="145319"/>
                  </a:lnTo>
                  <a:lnTo>
                    <a:pt x="1432450" y="148376"/>
                  </a:lnTo>
                  <a:lnTo>
                    <a:pt x="1360827" y="151419"/>
                  </a:lnTo>
                  <a:lnTo>
                    <a:pt x="1289205" y="154448"/>
                  </a:lnTo>
                  <a:lnTo>
                    <a:pt x="1217582" y="157464"/>
                  </a:lnTo>
                  <a:lnTo>
                    <a:pt x="1145960" y="160466"/>
                  </a:lnTo>
                  <a:lnTo>
                    <a:pt x="1074337" y="163454"/>
                  </a:lnTo>
                  <a:lnTo>
                    <a:pt x="1002715" y="166430"/>
                  </a:lnTo>
                  <a:lnTo>
                    <a:pt x="931092" y="169392"/>
                  </a:lnTo>
                  <a:lnTo>
                    <a:pt x="859470" y="172340"/>
                  </a:lnTo>
                  <a:lnTo>
                    <a:pt x="787847" y="175276"/>
                  </a:lnTo>
                  <a:lnTo>
                    <a:pt x="716225" y="178198"/>
                  </a:lnTo>
                  <a:lnTo>
                    <a:pt x="644602" y="181107"/>
                  </a:lnTo>
                  <a:lnTo>
                    <a:pt x="572980" y="184003"/>
                  </a:lnTo>
                  <a:lnTo>
                    <a:pt x="501357" y="186886"/>
                  </a:lnTo>
                  <a:lnTo>
                    <a:pt x="429735" y="189756"/>
                  </a:lnTo>
                  <a:lnTo>
                    <a:pt x="358112" y="192614"/>
                  </a:lnTo>
                  <a:lnTo>
                    <a:pt x="286490" y="195458"/>
                  </a:lnTo>
                  <a:lnTo>
                    <a:pt x="214867" y="198290"/>
                  </a:lnTo>
                  <a:lnTo>
                    <a:pt x="143245" y="201109"/>
                  </a:lnTo>
                  <a:lnTo>
                    <a:pt x="71622" y="203915"/>
                  </a:lnTo>
                  <a:lnTo>
                    <a:pt x="0" y="206709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5" name="pl25"/>
            <p:cNvSpPr/>
            <p:nvPr/>
          </p:nvSpPr>
          <p:spPr>
            <a:xfrm>
              <a:off x="1172049" y="4315106"/>
              <a:ext cx="7090630" cy="572532"/>
            </a:xfrm>
            <a:custGeom>
              <a:avLst/>
              <a:pathLst>
                <a:path w="7090630" h="572532">
                  <a:moveTo>
                    <a:pt x="0" y="0"/>
                  </a:moveTo>
                  <a:lnTo>
                    <a:pt x="71622" y="7728"/>
                  </a:lnTo>
                  <a:lnTo>
                    <a:pt x="143245" y="15408"/>
                  </a:lnTo>
                  <a:lnTo>
                    <a:pt x="214867" y="23041"/>
                  </a:lnTo>
                  <a:lnTo>
                    <a:pt x="286490" y="30626"/>
                  </a:lnTo>
                  <a:lnTo>
                    <a:pt x="358112" y="38164"/>
                  </a:lnTo>
                  <a:lnTo>
                    <a:pt x="429735" y="45655"/>
                  </a:lnTo>
                  <a:lnTo>
                    <a:pt x="501357" y="53100"/>
                  </a:lnTo>
                  <a:lnTo>
                    <a:pt x="572980" y="60498"/>
                  </a:lnTo>
                  <a:lnTo>
                    <a:pt x="644602" y="67850"/>
                  </a:lnTo>
                  <a:lnTo>
                    <a:pt x="716225" y="75157"/>
                  </a:lnTo>
                  <a:lnTo>
                    <a:pt x="787847" y="82417"/>
                  </a:lnTo>
                  <a:lnTo>
                    <a:pt x="859470" y="89633"/>
                  </a:lnTo>
                  <a:lnTo>
                    <a:pt x="931092" y="96804"/>
                  </a:lnTo>
                  <a:lnTo>
                    <a:pt x="1002715" y="103930"/>
                  </a:lnTo>
                  <a:lnTo>
                    <a:pt x="1074337" y="111012"/>
                  </a:lnTo>
                  <a:lnTo>
                    <a:pt x="1145960" y="118050"/>
                  </a:lnTo>
                  <a:lnTo>
                    <a:pt x="1217582" y="125044"/>
                  </a:lnTo>
                  <a:lnTo>
                    <a:pt x="1289205" y="131995"/>
                  </a:lnTo>
                  <a:lnTo>
                    <a:pt x="1360827" y="138902"/>
                  </a:lnTo>
                  <a:lnTo>
                    <a:pt x="1432450" y="145766"/>
                  </a:lnTo>
                  <a:lnTo>
                    <a:pt x="1504073" y="152588"/>
                  </a:lnTo>
                  <a:lnTo>
                    <a:pt x="1575695" y="159367"/>
                  </a:lnTo>
                  <a:lnTo>
                    <a:pt x="1647318" y="166104"/>
                  </a:lnTo>
                  <a:lnTo>
                    <a:pt x="1718940" y="172799"/>
                  </a:lnTo>
                  <a:lnTo>
                    <a:pt x="1790563" y="179452"/>
                  </a:lnTo>
                  <a:lnTo>
                    <a:pt x="1862185" y="186064"/>
                  </a:lnTo>
                  <a:lnTo>
                    <a:pt x="1933808" y="192635"/>
                  </a:lnTo>
                  <a:lnTo>
                    <a:pt x="2005430" y="199165"/>
                  </a:lnTo>
                  <a:lnTo>
                    <a:pt x="2077053" y="205654"/>
                  </a:lnTo>
                  <a:lnTo>
                    <a:pt x="2148675" y="212103"/>
                  </a:lnTo>
                  <a:lnTo>
                    <a:pt x="2220298" y="218512"/>
                  </a:lnTo>
                  <a:lnTo>
                    <a:pt x="2291920" y="224881"/>
                  </a:lnTo>
                  <a:lnTo>
                    <a:pt x="2363543" y="231211"/>
                  </a:lnTo>
                  <a:lnTo>
                    <a:pt x="2435165" y="237501"/>
                  </a:lnTo>
                  <a:lnTo>
                    <a:pt x="2506788" y="243751"/>
                  </a:lnTo>
                  <a:lnTo>
                    <a:pt x="2578410" y="249963"/>
                  </a:lnTo>
                  <a:lnTo>
                    <a:pt x="2650033" y="256137"/>
                  </a:lnTo>
                  <a:lnTo>
                    <a:pt x="2721655" y="262271"/>
                  </a:lnTo>
                  <a:lnTo>
                    <a:pt x="2793278" y="268368"/>
                  </a:lnTo>
                  <a:lnTo>
                    <a:pt x="2864901" y="274427"/>
                  </a:lnTo>
                  <a:lnTo>
                    <a:pt x="2936523" y="280448"/>
                  </a:lnTo>
                  <a:lnTo>
                    <a:pt x="3008146" y="286432"/>
                  </a:lnTo>
                  <a:lnTo>
                    <a:pt x="3079768" y="292378"/>
                  </a:lnTo>
                  <a:lnTo>
                    <a:pt x="3151391" y="298287"/>
                  </a:lnTo>
                  <a:lnTo>
                    <a:pt x="3223013" y="304160"/>
                  </a:lnTo>
                  <a:lnTo>
                    <a:pt x="3294636" y="309996"/>
                  </a:lnTo>
                  <a:lnTo>
                    <a:pt x="3366258" y="315796"/>
                  </a:lnTo>
                  <a:lnTo>
                    <a:pt x="3437881" y="321559"/>
                  </a:lnTo>
                  <a:lnTo>
                    <a:pt x="3509503" y="327287"/>
                  </a:lnTo>
                  <a:lnTo>
                    <a:pt x="3581126" y="332979"/>
                  </a:lnTo>
                  <a:lnTo>
                    <a:pt x="3652748" y="338636"/>
                  </a:lnTo>
                  <a:lnTo>
                    <a:pt x="3724371" y="344258"/>
                  </a:lnTo>
                  <a:lnTo>
                    <a:pt x="3795993" y="349844"/>
                  </a:lnTo>
                  <a:lnTo>
                    <a:pt x="3867616" y="355396"/>
                  </a:lnTo>
                  <a:lnTo>
                    <a:pt x="3939238" y="360914"/>
                  </a:lnTo>
                  <a:lnTo>
                    <a:pt x="4010861" y="366396"/>
                  </a:lnTo>
                  <a:lnTo>
                    <a:pt x="4082483" y="371845"/>
                  </a:lnTo>
                  <a:lnTo>
                    <a:pt x="4154106" y="377260"/>
                  </a:lnTo>
                  <a:lnTo>
                    <a:pt x="4225729" y="382641"/>
                  </a:lnTo>
                  <a:lnTo>
                    <a:pt x="4297351" y="387989"/>
                  </a:lnTo>
                  <a:lnTo>
                    <a:pt x="4368974" y="393304"/>
                  </a:lnTo>
                  <a:lnTo>
                    <a:pt x="4440596" y="398585"/>
                  </a:lnTo>
                  <a:lnTo>
                    <a:pt x="4512219" y="403834"/>
                  </a:lnTo>
                  <a:lnTo>
                    <a:pt x="4583841" y="409050"/>
                  </a:lnTo>
                  <a:lnTo>
                    <a:pt x="4655464" y="414233"/>
                  </a:lnTo>
                  <a:lnTo>
                    <a:pt x="4727086" y="419384"/>
                  </a:lnTo>
                  <a:lnTo>
                    <a:pt x="4798709" y="424503"/>
                  </a:lnTo>
                  <a:lnTo>
                    <a:pt x="4870331" y="429591"/>
                  </a:lnTo>
                  <a:lnTo>
                    <a:pt x="4941954" y="434646"/>
                  </a:lnTo>
                  <a:lnTo>
                    <a:pt x="5013576" y="439671"/>
                  </a:lnTo>
                  <a:lnTo>
                    <a:pt x="5085199" y="444664"/>
                  </a:lnTo>
                  <a:lnTo>
                    <a:pt x="5156821" y="449625"/>
                  </a:lnTo>
                  <a:lnTo>
                    <a:pt x="5228444" y="454556"/>
                  </a:lnTo>
                  <a:lnTo>
                    <a:pt x="5300066" y="459457"/>
                  </a:lnTo>
                  <a:lnTo>
                    <a:pt x="5371689" y="464327"/>
                  </a:lnTo>
                  <a:lnTo>
                    <a:pt x="5443311" y="469166"/>
                  </a:lnTo>
                  <a:lnTo>
                    <a:pt x="5514934" y="473975"/>
                  </a:lnTo>
                  <a:lnTo>
                    <a:pt x="5586557" y="478755"/>
                  </a:lnTo>
                  <a:lnTo>
                    <a:pt x="5658179" y="483505"/>
                  </a:lnTo>
                  <a:lnTo>
                    <a:pt x="5729802" y="488225"/>
                  </a:lnTo>
                  <a:lnTo>
                    <a:pt x="5801424" y="492916"/>
                  </a:lnTo>
                  <a:lnTo>
                    <a:pt x="5873047" y="497577"/>
                  </a:lnTo>
                  <a:lnTo>
                    <a:pt x="5944669" y="502210"/>
                  </a:lnTo>
                  <a:lnTo>
                    <a:pt x="6016292" y="506814"/>
                  </a:lnTo>
                  <a:lnTo>
                    <a:pt x="6087914" y="511389"/>
                  </a:lnTo>
                  <a:lnTo>
                    <a:pt x="6159537" y="515936"/>
                  </a:lnTo>
                  <a:lnTo>
                    <a:pt x="6231159" y="520454"/>
                  </a:lnTo>
                  <a:lnTo>
                    <a:pt x="6302782" y="524944"/>
                  </a:lnTo>
                  <a:lnTo>
                    <a:pt x="6374404" y="529407"/>
                  </a:lnTo>
                  <a:lnTo>
                    <a:pt x="6446027" y="533841"/>
                  </a:lnTo>
                  <a:lnTo>
                    <a:pt x="6517649" y="538248"/>
                  </a:lnTo>
                  <a:lnTo>
                    <a:pt x="6589272" y="542628"/>
                  </a:lnTo>
                  <a:lnTo>
                    <a:pt x="6660894" y="546980"/>
                  </a:lnTo>
                  <a:lnTo>
                    <a:pt x="6732517" y="551306"/>
                  </a:lnTo>
                  <a:lnTo>
                    <a:pt x="6804139" y="555604"/>
                  </a:lnTo>
                  <a:lnTo>
                    <a:pt x="6875762" y="559876"/>
                  </a:lnTo>
                  <a:lnTo>
                    <a:pt x="6947385" y="564121"/>
                  </a:lnTo>
                  <a:lnTo>
                    <a:pt x="7019007" y="568339"/>
                  </a:lnTo>
                  <a:lnTo>
                    <a:pt x="7090630" y="572532"/>
                  </a:lnTo>
                </a:path>
              </a:pathLst>
            </a:custGeom>
            <a:ln w="27101" cap="flat">
              <a:solidFill>
                <a:srgbClr val="FF8C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" name="pl26"/>
            <p:cNvSpPr/>
            <p:nvPr/>
          </p:nvSpPr>
          <p:spPr>
            <a:xfrm>
              <a:off x="817517" y="4727786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7F7F7F">
                  <a:alpha val="100000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27" name="pl27"/>
            <p:cNvSpPr/>
            <p:nvPr/>
          </p:nvSpPr>
          <p:spPr>
            <a:xfrm>
              <a:off x="5805992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666666">
                  <a:alpha val="100000"/>
                </a:srgbClr>
              </a:solidFill>
              <a:prstDash val="dot"/>
              <a:round/>
            </a:ln>
          </p:spPr>
          <p:txBody>
            <a:bodyPr/>
            <a:lstStyle/>
            <a:p/>
          </p:txBody>
        </p:sp>
        <p:sp>
          <p:nvSpPr>
            <p:cNvPr id="28" name="pl28"/>
            <p:cNvSpPr/>
            <p:nvPr/>
          </p:nvSpPr>
          <p:spPr>
            <a:xfrm>
              <a:off x="4732128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4682B4">
                  <a:alpha val="69803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29" name="pl29"/>
            <p:cNvSpPr/>
            <p:nvPr/>
          </p:nvSpPr>
          <p:spPr>
            <a:xfrm>
              <a:off x="6752235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4682B4">
                  <a:alpha val="69803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30" name="tx30"/>
            <p:cNvSpPr/>
            <p:nvPr/>
          </p:nvSpPr>
          <p:spPr>
            <a:xfrm>
              <a:off x="692708" y="5517199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31" name="tx31"/>
            <p:cNvSpPr/>
            <p:nvPr/>
          </p:nvSpPr>
          <p:spPr>
            <a:xfrm>
              <a:off x="692708" y="468773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</a:t>
              </a:r>
            </a:p>
          </p:txBody>
        </p:sp>
        <p:sp>
          <p:nvSpPr>
            <p:cNvPr id="32" name="tx32"/>
            <p:cNvSpPr/>
            <p:nvPr/>
          </p:nvSpPr>
          <p:spPr>
            <a:xfrm>
              <a:off x="692708" y="3858272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</a:t>
              </a:r>
            </a:p>
          </p:txBody>
        </p:sp>
        <p:sp>
          <p:nvSpPr>
            <p:cNvPr id="33" name="tx33"/>
            <p:cNvSpPr/>
            <p:nvPr/>
          </p:nvSpPr>
          <p:spPr>
            <a:xfrm>
              <a:off x="692708" y="3028808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3</a:t>
              </a:r>
            </a:p>
          </p:txBody>
        </p:sp>
        <p:sp>
          <p:nvSpPr>
            <p:cNvPr id="34" name="tx34"/>
            <p:cNvSpPr/>
            <p:nvPr/>
          </p:nvSpPr>
          <p:spPr>
            <a:xfrm>
              <a:off x="692708" y="219934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4</a:t>
              </a:r>
            </a:p>
          </p:txBody>
        </p:sp>
        <p:sp>
          <p:nvSpPr>
            <p:cNvPr id="35" name="tx35"/>
            <p:cNvSpPr/>
            <p:nvPr/>
          </p:nvSpPr>
          <p:spPr>
            <a:xfrm>
              <a:off x="2262673" y="5785772"/>
              <a:ext cx="161574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-40</a:t>
              </a:r>
            </a:p>
          </p:txBody>
        </p:sp>
        <p:sp>
          <p:nvSpPr>
            <p:cNvPr id="36" name="tx36"/>
            <p:cNvSpPr/>
            <p:nvPr/>
          </p:nvSpPr>
          <p:spPr>
            <a:xfrm>
              <a:off x="4008813" y="5785772"/>
              <a:ext cx="161574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-20</a:t>
              </a:r>
            </a:p>
          </p:txBody>
        </p:sp>
        <p:sp>
          <p:nvSpPr>
            <p:cNvPr id="37" name="tx37"/>
            <p:cNvSpPr/>
            <p:nvPr/>
          </p:nvSpPr>
          <p:spPr>
            <a:xfrm>
              <a:off x="5804651" y="5785772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38" name="tx38"/>
            <p:cNvSpPr/>
            <p:nvPr/>
          </p:nvSpPr>
          <p:spPr>
            <a:xfrm>
              <a:off x="7519702" y="5785772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20</a:t>
              </a:r>
            </a:p>
          </p:txBody>
        </p:sp>
        <p:sp>
          <p:nvSpPr>
            <p:cNvPr id="39" name="tx39"/>
            <p:cNvSpPr/>
            <p:nvPr/>
          </p:nvSpPr>
          <p:spPr>
            <a:xfrm>
              <a:off x="3832408" y="5925448"/>
              <a:ext cx="1769912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eGFR Discrepancy (mL/min)</a:t>
              </a:r>
            </a:p>
          </p:txBody>
        </p:sp>
        <p:sp>
          <p:nvSpPr>
            <p:cNvPr id="40" name="tx40"/>
            <p:cNvSpPr/>
            <p:nvPr/>
          </p:nvSpPr>
          <p:spPr>
            <a:xfrm rot="-5400000">
              <a:off x="68446" y="3848213"/>
              <a:ext cx="1016904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subHR (95% CI)</a:t>
              </a:r>
            </a:p>
          </p:txBody>
        </p:sp>
        <p:sp>
          <p:nvSpPr>
            <p:cNvPr id="41" name="tx41"/>
            <p:cNvSpPr/>
            <p:nvPr/>
          </p:nvSpPr>
          <p:spPr>
            <a:xfrm>
              <a:off x="817517" y="1896563"/>
              <a:ext cx="6328013" cy="8202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00">
                  <a:solidFill>
                    <a:srgbClr val="404040">
                      <a:alpha val="100000"/>
                    </a:srgbClr>
                  </a:solidFill>
                  <a:latin typeface="Helvetica"/>
                  <a:cs typeface="Helvetica"/>
                </a:rPr>
                <a:t>subHR per 10 mL/min decline: 1.08 (0.95-1.23), p = 0.255  |  per IQR decline (Δ = 23.1): 1.19 (0.88-1.61)  |  IQR: [-12.6, 10.5]</a:t>
              </a:r>
            </a:p>
          </p:txBody>
        </p:sp>
        <p:sp>
          <p:nvSpPr>
            <p:cNvPr id="42" name="tx42"/>
            <p:cNvSpPr/>
            <p:nvPr/>
          </p:nvSpPr>
          <p:spPr>
            <a:xfrm>
              <a:off x="817517" y="1669789"/>
              <a:ext cx="3054278" cy="12015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2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Thrombocytopenia Grade 2 (Carboplatin)</a:t>
              </a:r>
            </a:p>
          </p:txBody>
        </p:sp>
      </p:grpSp>
    </p:spTree>
  </p:cSld>
  <p:clrMapOvr>
    <a:masterClrMapping/>
  </p:clrMapOvr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AMO_UNIQUEIDENTIFIER" val="Empty"/>
</p:tagLst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Macintosh PowerPoint</Application>
  <PresentationFormat>Présentation à l'écran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Thème</vt:lpstr>
      </vt:variant>
      <vt:variant>
        <vt:i4>1</vt:i4>
      </vt:variant>
      <vt:variant>
        <vt:lpstr>Titres des diapositives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mitype="http://purl.org/dc/dcmitype/" xmlns:dcterms="http://purl.org/dc/terms/" xmlns:xsi="http://www.w3.org/2001/XMLSchema-instance">
  <dc:title/>
  <dc:subject/>
  <dc:creator/>
  <cp:keywords/>
  <dc:description/>
  <cp:lastModifiedBy>to909</cp:lastModifiedBy>
  <cp:revision>3</cp:revision>
  <dcterms:created xsi:type="dcterms:W3CDTF">2017-02-13T16:18:36Z</dcterms:created>
  <dcterms:modified xsi:type="dcterms:W3CDTF">2026-05-28T22:29:52Z</dcterms:modified>
  <cp:category/>
</cp:coreProperties>
</file>