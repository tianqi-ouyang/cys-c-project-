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(0.95-1.23), p_Bonf = 1.000 (n = 6)  |  per IQR decline (Δ = 23.1): 1.19 (0.88-1.61)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2026-07-03T08:02:25Z</dcterms:modified>
  <cp:category/>
</cp:coreProperties>
</file>