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4407"/>
            </a:xfrm>
            <a:custGeom>
              <a:avLst/>
              <a:pathLst>
                <a:path w="6964104" h="1204407">
                  <a:moveTo>
                    <a:pt x="260703" y="0"/>
                  </a:moveTo>
                  <a:lnTo>
                    <a:pt x="281377" y="12375"/>
                  </a:lnTo>
                  <a:lnTo>
                    <a:pt x="351722" y="53105"/>
                  </a:lnTo>
                  <a:lnTo>
                    <a:pt x="422066" y="92502"/>
                  </a:lnTo>
                  <a:lnTo>
                    <a:pt x="492411" y="130611"/>
                  </a:lnTo>
                  <a:lnTo>
                    <a:pt x="562755" y="167472"/>
                  </a:lnTo>
                  <a:lnTo>
                    <a:pt x="633100" y="203127"/>
                  </a:lnTo>
                  <a:lnTo>
                    <a:pt x="703444" y="237616"/>
                  </a:lnTo>
                  <a:lnTo>
                    <a:pt x="773789" y="270976"/>
                  </a:lnTo>
                  <a:lnTo>
                    <a:pt x="844133" y="303245"/>
                  </a:lnTo>
                  <a:lnTo>
                    <a:pt x="914478" y="334458"/>
                  </a:lnTo>
                  <a:lnTo>
                    <a:pt x="984822" y="364649"/>
                  </a:lnTo>
                  <a:lnTo>
                    <a:pt x="1055167" y="393853"/>
                  </a:lnTo>
                  <a:lnTo>
                    <a:pt x="1125511" y="422101"/>
                  </a:lnTo>
                  <a:lnTo>
                    <a:pt x="1195856" y="449425"/>
                  </a:lnTo>
                  <a:lnTo>
                    <a:pt x="1266200" y="475855"/>
                  </a:lnTo>
                  <a:lnTo>
                    <a:pt x="1336545" y="501420"/>
                  </a:lnTo>
                  <a:lnTo>
                    <a:pt x="1406889" y="526149"/>
                  </a:lnTo>
                  <a:lnTo>
                    <a:pt x="1477234" y="550069"/>
                  </a:lnTo>
                  <a:lnTo>
                    <a:pt x="1547578" y="573206"/>
                  </a:lnTo>
                  <a:lnTo>
                    <a:pt x="1617923" y="595586"/>
                  </a:lnTo>
                  <a:lnTo>
                    <a:pt x="1688267" y="617233"/>
                  </a:lnTo>
                  <a:lnTo>
                    <a:pt x="1758612" y="638173"/>
                  </a:lnTo>
                  <a:lnTo>
                    <a:pt x="1828956" y="658427"/>
                  </a:lnTo>
                  <a:lnTo>
                    <a:pt x="1899301" y="678018"/>
                  </a:lnTo>
                  <a:lnTo>
                    <a:pt x="1969645" y="696969"/>
                  </a:lnTo>
                  <a:lnTo>
                    <a:pt x="2039990" y="715299"/>
                  </a:lnTo>
                  <a:lnTo>
                    <a:pt x="2110334" y="733030"/>
                  </a:lnTo>
                  <a:lnTo>
                    <a:pt x="2180679" y="750181"/>
                  </a:lnTo>
                  <a:lnTo>
                    <a:pt x="2251023" y="766770"/>
                  </a:lnTo>
                  <a:lnTo>
                    <a:pt x="2321368" y="782817"/>
                  </a:lnTo>
                  <a:lnTo>
                    <a:pt x="2391712" y="798338"/>
                  </a:lnTo>
                  <a:lnTo>
                    <a:pt x="2462057" y="813352"/>
                  </a:lnTo>
                  <a:lnTo>
                    <a:pt x="2532401" y="827875"/>
                  </a:lnTo>
                  <a:lnTo>
                    <a:pt x="2602746" y="841922"/>
                  </a:lnTo>
                  <a:lnTo>
                    <a:pt x="2673090" y="855510"/>
                  </a:lnTo>
                  <a:lnTo>
                    <a:pt x="2743435" y="868653"/>
                  </a:lnTo>
                  <a:lnTo>
                    <a:pt x="2813779" y="881366"/>
                  </a:lnTo>
                  <a:lnTo>
                    <a:pt x="2884124" y="893663"/>
                  </a:lnTo>
                  <a:lnTo>
                    <a:pt x="2954468" y="905558"/>
                  </a:lnTo>
                  <a:lnTo>
                    <a:pt x="3024813" y="917063"/>
                  </a:lnTo>
                  <a:lnTo>
                    <a:pt x="3095157" y="928192"/>
                  </a:lnTo>
                  <a:lnTo>
                    <a:pt x="3165502" y="938957"/>
                  </a:lnTo>
                  <a:lnTo>
                    <a:pt x="3235846" y="949370"/>
                  </a:lnTo>
                  <a:lnTo>
                    <a:pt x="3306191" y="957736"/>
                  </a:lnTo>
                  <a:lnTo>
                    <a:pt x="3376535" y="956903"/>
                  </a:lnTo>
                  <a:lnTo>
                    <a:pt x="3446880" y="956067"/>
                  </a:lnTo>
                  <a:lnTo>
                    <a:pt x="3517224" y="955229"/>
                  </a:lnTo>
                  <a:lnTo>
                    <a:pt x="3587569" y="954389"/>
                  </a:lnTo>
                  <a:lnTo>
                    <a:pt x="3657913" y="953546"/>
                  </a:lnTo>
                  <a:lnTo>
                    <a:pt x="3728257" y="952701"/>
                  </a:lnTo>
                  <a:lnTo>
                    <a:pt x="3798602" y="951854"/>
                  </a:lnTo>
                  <a:lnTo>
                    <a:pt x="3868946" y="951004"/>
                  </a:lnTo>
                  <a:lnTo>
                    <a:pt x="3939291" y="950152"/>
                  </a:lnTo>
                  <a:lnTo>
                    <a:pt x="4009635" y="949297"/>
                  </a:lnTo>
                  <a:lnTo>
                    <a:pt x="4079980" y="948440"/>
                  </a:lnTo>
                  <a:lnTo>
                    <a:pt x="4150324" y="947581"/>
                  </a:lnTo>
                  <a:lnTo>
                    <a:pt x="4220669" y="946719"/>
                  </a:lnTo>
                  <a:lnTo>
                    <a:pt x="4291013" y="945855"/>
                  </a:lnTo>
                  <a:lnTo>
                    <a:pt x="4361358" y="944989"/>
                  </a:lnTo>
                  <a:lnTo>
                    <a:pt x="4431702" y="944120"/>
                  </a:lnTo>
                  <a:lnTo>
                    <a:pt x="4502047" y="943249"/>
                  </a:lnTo>
                  <a:lnTo>
                    <a:pt x="4572391" y="942375"/>
                  </a:lnTo>
                  <a:lnTo>
                    <a:pt x="4642736" y="941499"/>
                  </a:lnTo>
                  <a:lnTo>
                    <a:pt x="4713080" y="940621"/>
                  </a:lnTo>
                  <a:lnTo>
                    <a:pt x="4783425" y="939740"/>
                  </a:lnTo>
                  <a:lnTo>
                    <a:pt x="4853769" y="938856"/>
                  </a:lnTo>
                  <a:lnTo>
                    <a:pt x="4924114" y="937970"/>
                  </a:lnTo>
                  <a:lnTo>
                    <a:pt x="4994458" y="937082"/>
                  </a:lnTo>
                  <a:lnTo>
                    <a:pt x="5064803" y="936191"/>
                  </a:lnTo>
                  <a:lnTo>
                    <a:pt x="5135147" y="935298"/>
                  </a:lnTo>
                  <a:lnTo>
                    <a:pt x="5205492" y="934402"/>
                  </a:lnTo>
                  <a:lnTo>
                    <a:pt x="5275836" y="933503"/>
                  </a:lnTo>
                  <a:lnTo>
                    <a:pt x="5346181" y="932603"/>
                  </a:lnTo>
                  <a:lnTo>
                    <a:pt x="5416525" y="931699"/>
                  </a:lnTo>
                  <a:lnTo>
                    <a:pt x="5486870" y="930794"/>
                  </a:lnTo>
                  <a:lnTo>
                    <a:pt x="5557214" y="929885"/>
                  </a:lnTo>
                  <a:lnTo>
                    <a:pt x="5627559" y="928974"/>
                  </a:lnTo>
                  <a:lnTo>
                    <a:pt x="5697903" y="928061"/>
                  </a:lnTo>
                  <a:lnTo>
                    <a:pt x="5768248" y="927145"/>
                  </a:lnTo>
                  <a:lnTo>
                    <a:pt x="5838592" y="926226"/>
                  </a:lnTo>
                  <a:lnTo>
                    <a:pt x="5908937" y="925305"/>
                  </a:lnTo>
                  <a:lnTo>
                    <a:pt x="5979281" y="924382"/>
                  </a:lnTo>
                  <a:lnTo>
                    <a:pt x="6049626" y="923456"/>
                  </a:lnTo>
                  <a:lnTo>
                    <a:pt x="6119970" y="922527"/>
                  </a:lnTo>
                  <a:lnTo>
                    <a:pt x="6190315" y="921595"/>
                  </a:lnTo>
                  <a:lnTo>
                    <a:pt x="6260659" y="920661"/>
                  </a:lnTo>
                  <a:lnTo>
                    <a:pt x="6331004" y="919725"/>
                  </a:lnTo>
                  <a:lnTo>
                    <a:pt x="6401348" y="918786"/>
                  </a:lnTo>
                  <a:lnTo>
                    <a:pt x="6471693" y="917844"/>
                  </a:lnTo>
                  <a:lnTo>
                    <a:pt x="6542037" y="916900"/>
                  </a:lnTo>
                  <a:lnTo>
                    <a:pt x="6612382" y="915953"/>
                  </a:lnTo>
                  <a:lnTo>
                    <a:pt x="6682726" y="915003"/>
                  </a:lnTo>
                  <a:lnTo>
                    <a:pt x="6753071" y="914051"/>
                  </a:lnTo>
                  <a:lnTo>
                    <a:pt x="6823415" y="913096"/>
                  </a:lnTo>
                  <a:lnTo>
                    <a:pt x="6893760" y="912138"/>
                  </a:lnTo>
                  <a:lnTo>
                    <a:pt x="6964104" y="911178"/>
                  </a:lnTo>
                  <a:lnTo>
                    <a:pt x="6964104" y="1204407"/>
                  </a:lnTo>
                  <a:lnTo>
                    <a:pt x="6893760" y="1202621"/>
                  </a:lnTo>
                  <a:lnTo>
                    <a:pt x="6823415" y="1200774"/>
                  </a:lnTo>
                  <a:lnTo>
                    <a:pt x="6753071" y="1198866"/>
                  </a:lnTo>
                  <a:lnTo>
                    <a:pt x="6682726" y="1196892"/>
                  </a:lnTo>
                  <a:lnTo>
                    <a:pt x="6612382" y="1194852"/>
                  </a:lnTo>
                  <a:lnTo>
                    <a:pt x="6542037" y="1192743"/>
                  </a:lnTo>
                  <a:lnTo>
                    <a:pt x="6471693" y="1190563"/>
                  </a:lnTo>
                  <a:lnTo>
                    <a:pt x="6401348" y="1188309"/>
                  </a:lnTo>
                  <a:lnTo>
                    <a:pt x="6331004" y="1185978"/>
                  </a:lnTo>
                  <a:lnTo>
                    <a:pt x="6260659" y="1183569"/>
                  </a:lnTo>
                  <a:lnTo>
                    <a:pt x="6190315" y="1181078"/>
                  </a:lnTo>
                  <a:lnTo>
                    <a:pt x="6119970" y="1178503"/>
                  </a:lnTo>
                  <a:lnTo>
                    <a:pt x="6049626" y="1175841"/>
                  </a:lnTo>
                  <a:lnTo>
                    <a:pt x="5979281" y="1173089"/>
                  </a:lnTo>
                  <a:lnTo>
                    <a:pt x="5908937" y="1170244"/>
                  </a:lnTo>
                  <a:lnTo>
                    <a:pt x="5838592" y="1167303"/>
                  </a:lnTo>
                  <a:lnTo>
                    <a:pt x="5768248" y="1164262"/>
                  </a:lnTo>
                  <a:lnTo>
                    <a:pt x="5697903" y="1161118"/>
                  </a:lnTo>
                  <a:lnTo>
                    <a:pt x="5627559" y="1157868"/>
                  </a:lnTo>
                  <a:lnTo>
                    <a:pt x="5557214" y="1154508"/>
                  </a:lnTo>
                  <a:lnTo>
                    <a:pt x="5486870" y="1151034"/>
                  </a:lnTo>
                  <a:lnTo>
                    <a:pt x="5416525" y="1147443"/>
                  </a:lnTo>
                  <a:lnTo>
                    <a:pt x="5346181" y="1143730"/>
                  </a:lnTo>
                  <a:lnTo>
                    <a:pt x="5275836" y="1139892"/>
                  </a:lnTo>
                  <a:lnTo>
                    <a:pt x="5205492" y="1135924"/>
                  </a:lnTo>
                  <a:lnTo>
                    <a:pt x="5135147" y="1131821"/>
                  </a:lnTo>
                  <a:lnTo>
                    <a:pt x="5064803" y="1127580"/>
                  </a:lnTo>
                  <a:lnTo>
                    <a:pt x="4994458" y="1123195"/>
                  </a:lnTo>
                  <a:lnTo>
                    <a:pt x="4924114" y="1118662"/>
                  </a:lnTo>
                  <a:lnTo>
                    <a:pt x="4853769" y="1113976"/>
                  </a:lnTo>
                  <a:lnTo>
                    <a:pt x="4783425" y="1109131"/>
                  </a:lnTo>
                  <a:lnTo>
                    <a:pt x="4713080" y="1104123"/>
                  </a:lnTo>
                  <a:lnTo>
                    <a:pt x="4642736" y="1098945"/>
                  </a:lnTo>
                  <a:lnTo>
                    <a:pt x="4572391" y="1093591"/>
                  </a:lnTo>
                  <a:lnTo>
                    <a:pt x="4502047" y="1088057"/>
                  </a:lnTo>
                  <a:lnTo>
                    <a:pt x="4431702" y="1082336"/>
                  </a:lnTo>
                  <a:lnTo>
                    <a:pt x="4361358" y="1076421"/>
                  </a:lnTo>
                  <a:lnTo>
                    <a:pt x="4291013" y="1070306"/>
                  </a:lnTo>
                  <a:lnTo>
                    <a:pt x="4220669" y="1063984"/>
                  </a:lnTo>
                  <a:lnTo>
                    <a:pt x="4150324" y="1057448"/>
                  </a:lnTo>
                  <a:lnTo>
                    <a:pt x="4079980" y="1050691"/>
                  </a:lnTo>
                  <a:lnTo>
                    <a:pt x="4009635" y="1043705"/>
                  </a:lnTo>
                  <a:lnTo>
                    <a:pt x="3939291" y="1036484"/>
                  </a:lnTo>
                  <a:lnTo>
                    <a:pt x="3868946" y="1029017"/>
                  </a:lnTo>
                  <a:lnTo>
                    <a:pt x="3798602" y="1021299"/>
                  </a:lnTo>
                  <a:lnTo>
                    <a:pt x="3728257" y="1013319"/>
                  </a:lnTo>
                  <a:lnTo>
                    <a:pt x="3657913" y="1005070"/>
                  </a:lnTo>
                  <a:lnTo>
                    <a:pt x="3587569" y="996541"/>
                  </a:lnTo>
                  <a:lnTo>
                    <a:pt x="3517224" y="987724"/>
                  </a:lnTo>
                  <a:lnTo>
                    <a:pt x="3446880" y="978608"/>
                  </a:lnTo>
                  <a:lnTo>
                    <a:pt x="3376535" y="969185"/>
                  </a:lnTo>
                  <a:lnTo>
                    <a:pt x="3306191" y="959442"/>
                  </a:lnTo>
                  <a:lnTo>
                    <a:pt x="3235846" y="958567"/>
                  </a:lnTo>
                  <a:lnTo>
                    <a:pt x="3165502" y="959396"/>
                  </a:lnTo>
                  <a:lnTo>
                    <a:pt x="3095157" y="960222"/>
                  </a:lnTo>
                  <a:lnTo>
                    <a:pt x="3024813" y="961046"/>
                  </a:lnTo>
                  <a:lnTo>
                    <a:pt x="2954468" y="961868"/>
                  </a:lnTo>
                  <a:lnTo>
                    <a:pt x="2884124" y="962688"/>
                  </a:lnTo>
                  <a:lnTo>
                    <a:pt x="2813779" y="963505"/>
                  </a:lnTo>
                  <a:lnTo>
                    <a:pt x="2743435" y="964320"/>
                  </a:lnTo>
                  <a:lnTo>
                    <a:pt x="2673090" y="965133"/>
                  </a:lnTo>
                  <a:lnTo>
                    <a:pt x="2602746" y="965944"/>
                  </a:lnTo>
                  <a:lnTo>
                    <a:pt x="2532401" y="966752"/>
                  </a:lnTo>
                  <a:lnTo>
                    <a:pt x="2462057" y="967558"/>
                  </a:lnTo>
                  <a:lnTo>
                    <a:pt x="2391712" y="968362"/>
                  </a:lnTo>
                  <a:lnTo>
                    <a:pt x="2321368" y="969163"/>
                  </a:lnTo>
                  <a:lnTo>
                    <a:pt x="2251023" y="969963"/>
                  </a:lnTo>
                  <a:lnTo>
                    <a:pt x="2180679" y="970760"/>
                  </a:lnTo>
                  <a:lnTo>
                    <a:pt x="2110334" y="971555"/>
                  </a:lnTo>
                  <a:lnTo>
                    <a:pt x="2039990" y="972347"/>
                  </a:lnTo>
                  <a:lnTo>
                    <a:pt x="1969645" y="973138"/>
                  </a:lnTo>
                  <a:lnTo>
                    <a:pt x="1899301" y="973926"/>
                  </a:lnTo>
                  <a:lnTo>
                    <a:pt x="1828956" y="974712"/>
                  </a:lnTo>
                  <a:lnTo>
                    <a:pt x="1758612" y="975496"/>
                  </a:lnTo>
                  <a:lnTo>
                    <a:pt x="1688267" y="976278"/>
                  </a:lnTo>
                  <a:lnTo>
                    <a:pt x="1617923" y="977058"/>
                  </a:lnTo>
                  <a:lnTo>
                    <a:pt x="1547578" y="977835"/>
                  </a:lnTo>
                  <a:lnTo>
                    <a:pt x="1477234" y="978610"/>
                  </a:lnTo>
                  <a:lnTo>
                    <a:pt x="1406889" y="979384"/>
                  </a:lnTo>
                  <a:lnTo>
                    <a:pt x="1336545" y="980155"/>
                  </a:lnTo>
                  <a:lnTo>
                    <a:pt x="1266200" y="980923"/>
                  </a:lnTo>
                  <a:lnTo>
                    <a:pt x="1195856" y="981690"/>
                  </a:lnTo>
                  <a:lnTo>
                    <a:pt x="1125511" y="982455"/>
                  </a:lnTo>
                  <a:lnTo>
                    <a:pt x="1055167" y="983217"/>
                  </a:lnTo>
                  <a:lnTo>
                    <a:pt x="984822" y="983977"/>
                  </a:lnTo>
                  <a:lnTo>
                    <a:pt x="914478" y="984736"/>
                  </a:lnTo>
                  <a:lnTo>
                    <a:pt x="844133" y="985492"/>
                  </a:lnTo>
                  <a:lnTo>
                    <a:pt x="773789" y="986246"/>
                  </a:lnTo>
                  <a:lnTo>
                    <a:pt x="703444" y="986998"/>
                  </a:lnTo>
                  <a:lnTo>
                    <a:pt x="633100" y="987748"/>
                  </a:lnTo>
                  <a:lnTo>
                    <a:pt x="562755" y="988495"/>
                  </a:lnTo>
                  <a:lnTo>
                    <a:pt x="492411" y="989241"/>
                  </a:lnTo>
                  <a:lnTo>
                    <a:pt x="422066" y="989985"/>
                  </a:lnTo>
                  <a:lnTo>
                    <a:pt x="351722" y="990726"/>
                  </a:lnTo>
                  <a:lnTo>
                    <a:pt x="281377" y="991466"/>
                  </a:lnTo>
                  <a:lnTo>
                    <a:pt x="211033" y="992203"/>
                  </a:lnTo>
                  <a:lnTo>
                    <a:pt x="140688" y="992939"/>
                  </a:lnTo>
                  <a:lnTo>
                    <a:pt x="70344" y="993672"/>
                  </a:lnTo>
                  <a:lnTo>
                    <a:pt x="0" y="9944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015" y="2143092"/>
              <a:ext cx="6703401" cy="957736"/>
            </a:xfrm>
            <a:custGeom>
              <a:avLst/>
              <a:pathLst>
                <a:path w="6703401" h="957736">
                  <a:moveTo>
                    <a:pt x="0" y="0"/>
                  </a:moveTo>
                  <a:lnTo>
                    <a:pt x="20674" y="12375"/>
                  </a:lnTo>
                  <a:lnTo>
                    <a:pt x="91019" y="53105"/>
                  </a:lnTo>
                  <a:lnTo>
                    <a:pt x="161363" y="92502"/>
                  </a:lnTo>
                  <a:lnTo>
                    <a:pt x="231708" y="130611"/>
                  </a:lnTo>
                  <a:lnTo>
                    <a:pt x="302052" y="167472"/>
                  </a:lnTo>
                  <a:lnTo>
                    <a:pt x="372397" y="203127"/>
                  </a:lnTo>
                  <a:lnTo>
                    <a:pt x="442741" y="237616"/>
                  </a:lnTo>
                  <a:lnTo>
                    <a:pt x="513086" y="270976"/>
                  </a:lnTo>
                  <a:lnTo>
                    <a:pt x="583430" y="303245"/>
                  </a:lnTo>
                  <a:lnTo>
                    <a:pt x="653774" y="334458"/>
                  </a:lnTo>
                  <a:lnTo>
                    <a:pt x="724119" y="364649"/>
                  </a:lnTo>
                  <a:lnTo>
                    <a:pt x="794463" y="393853"/>
                  </a:lnTo>
                  <a:lnTo>
                    <a:pt x="864808" y="422101"/>
                  </a:lnTo>
                  <a:lnTo>
                    <a:pt x="935152" y="449425"/>
                  </a:lnTo>
                  <a:lnTo>
                    <a:pt x="1005497" y="475855"/>
                  </a:lnTo>
                  <a:lnTo>
                    <a:pt x="1075841" y="501420"/>
                  </a:lnTo>
                  <a:lnTo>
                    <a:pt x="1146186" y="526149"/>
                  </a:lnTo>
                  <a:lnTo>
                    <a:pt x="1216530" y="550069"/>
                  </a:lnTo>
                  <a:lnTo>
                    <a:pt x="1286875" y="573206"/>
                  </a:lnTo>
                  <a:lnTo>
                    <a:pt x="1357219" y="595586"/>
                  </a:lnTo>
                  <a:lnTo>
                    <a:pt x="1427564" y="617233"/>
                  </a:lnTo>
                  <a:lnTo>
                    <a:pt x="1497908" y="638173"/>
                  </a:lnTo>
                  <a:lnTo>
                    <a:pt x="1568253" y="658427"/>
                  </a:lnTo>
                  <a:lnTo>
                    <a:pt x="1638597" y="678018"/>
                  </a:lnTo>
                  <a:lnTo>
                    <a:pt x="1708942" y="696969"/>
                  </a:lnTo>
                  <a:lnTo>
                    <a:pt x="1779286" y="715299"/>
                  </a:lnTo>
                  <a:lnTo>
                    <a:pt x="1849631" y="733030"/>
                  </a:lnTo>
                  <a:lnTo>
                    <a:pt x="1919975" y="750181"/>
                  </a:lnTo>
                  <a:lnTo>
                    <a:pt x="1990320" y="766770"/>
                  </a:lnTo>
                  <a:lnTo>
                    <a:pt x="2060664" y="782817"/>
                  </a:lnTo>
                  <a:lnTo>
                    <a:pt x="2131009" y="798338"/>
                  </a:lnTo>
                  <a:lnTo>
                    <a:pt x="2201353" y="813352"/>
                  </a:lnTo>
                  <a:lnTo>
                    <a:pt x="2271698" y="827875"/>
                  </a:lnTo>
                  <a:lnTo>
                    <a:pt x="2342042" y="841922"/>
                  </a:lnTo>
                  <a:lnTo>
                    <a:pt x="2412387" y="855510"/>
                  </a:lnTo>
                  <a:lnTo>
                    <a:pt x="2482731" y="868653"/>
                  </a:lnTo>
                  <a:lnTo>
                    <a:pt x="2553076" y="881366"/>
                  </a:lnTo>
                  <a:lnTo>
                    <a:pt x="2623420" y="893663"/>
                  </a:lnTo>
                  <a:lnTo>
                    <a:pt x="2693765" y="905558"/>
                  </a:lnTo>
                  <a:lnTo>
                    <a:pt x="2764109" y="917063"/>
                  </a:lnTo>
                  <a:lnTo>
                    <a:pt x="2834454" y="928192"/>
                  </a:lnTo>
                  <a:lnTo>
                    <a:pt x="2904798" y="938957"/>
                  </a:lnTo>
                  <a:lnTo>
                    <a:pt x="2975143" y="949370"/>
                  </a:lnTo>
                  <a:lnTo>
                    <a:pt x="3045487" y="957736"/>
                  </a:lnTo>
                  <a:lnTo>
                    <a:pt x="3115832" y="956903"/>
                  </a:lnTo>
                  <a:lnTo>
                    <a:pt x="3186176" y="956067"/>
                  </a:lnTo>
                  <a:lnTo>
                    <a:pt x="3256521" y="955229"/>
                  </a:lnTo>
                  <a:lnTo>
                    <a:pt x="3326865" y="954389"/>
                  </a:lnTo>
                  <a:lnTo>
                    <a:pt x="3397210" y="953546"/>
                  </a:lnTo>
                  <a:lnTo>
                    <a:pt x="3467554" y="952701"/>
                  </a:lnTo>
                  <a:lnTo>
                    <a:pt x="3537899" y="951854"/>
                  </a:lnTo>
                  <a:lnTo>
                    <a:pt x="3608243" y="951004"/>
                  </a:lnTo>
                  <a:lnTo>
                    <a:pt x="3678588" y="950152"/>
                  </a:lnTo>
                  <a:lnTo>
                    <a:pt x="3748932" y="949297"/>
                  </a:lnTo>
                  <a:lnTo>
                    <a:pt x="3819277" y="948440"/>
                  </a:lnTo>
                  <a:lnTo>
                    <a:pt x="3889621" y="947581"/>
                  </a:lnTo>
                  <a:lnTo>
                    <a:pt x="3959966" y="946719"/>
                  </a:lnTo>
                  <a:lnTo>
                    <a:pt x="4030310" y="945855"/>
                  </a:lnTo>
                  <a:lnTo>
                    <a:pt x="4100655" y="944989"/>
                  </a:lnTo>
                  <a:lnTo>
                    <a:pt x="4170999" y="944120"/>
                  </a:lnTo>
                  <a:lnTo>
                    <a:pt x="4241344" y="943249"/>
                  </a:lnTo>
                  <a:lnTo>
                    <a:pt x="4311688" y="942375"/>
                  </a:lnTo>
                  <a:lnTo>
                    <a:pt x="4382032" y="941499"/>
                  </a:lnTo>
                  <a:lnTo>
                    <a:pt x="4452377" y="940621"/>
                  </a:lnTo>
                  <a:lnTo>
                    <a:pt x="4522721" y="939740"/>
                  </a:lnTo>
                  <a:lnTo>
                    <a:pt x="4593066" y="938856"/>
                  </a:lnTo>
                  <a:lnTo>
                    <a:pt x="4663410" y="937970"/>
                  </a:lnTo>
                  <a:lnTo>
                    <a:pt x="4733755" y="937082"/>
                  </a:lnTo>
                  <a:lnTo>
                    <a:pt x="4804099" y="936191"/>
                  </a:lnTo>
                  <a:lnTo>
                    <a:pt x="4874444" y="935298"/>
                  </a:lnTo>
                  <a:lnTo>
                    <a:pt x="4944788" y="934402"/>
                  </a:lnTo>
                  <a:lnTo>
                    <a:pt x="5015133" y="933503"/>
                  </a:lnTo>
                  <a:lnTo>
                    <a:pt x="5085477" y="932603"/>
                  </a:lnTo>
                  <a:lnTo>
                    <a:pt x="5155822" y="931699"/>
                  </a:lnTo>
                  <a:lnTo>
                    <a:pt x="5226166" y="930794"/>
                  </a:lnTo>
                  <a:lnTo>
                    <a:pt x="5296511" y="929885"/>
                  </a:lnTo>
                  <a:lnTo>
                    <a:pt x="5366855" y="928974"/>
                  </a:lnTo>
                  <a:lnTo>
                    <a:pt x="5437200" y="928061"/>
                  </a:lnTo>
                  <a:lnTo>
                    <a:pt x="5507544" y="927145"/>
                  </a:lnTo>
                  <a:lnTo>
                    <a:pt x="5577889" y="926226"/>
                  </a:lnTo>
                  <a:lnTo>
                    <a:pt x="5648233" y="925305"/>
                  </a:lnTo>
                  <a:lnTo>
                    <a:pt x="5718578" y="924382"/>
                  </a:lnTo>
                  <a:lnTo>
                    <a:pt x="5788922" y="923456"/>
                  </a:lnTo>
                  <a:lnTo>
                    <a:pt x="5859267" y="922527"/>
                  </a:lnTo>
                  <a:lnTo>
                    <a:pt x="5929611" y="921595"/>
                  </a:lnTo>
                  <a:lnTo>
                    <a:pt x="5999956" y="920661"/>
                  </a:lnTo>
                  <a:lnTo>
                    <a:pt x="6070300" y="919725"/>
                  </a:lnTo>
                  <a:lnTo>
                    <a:pt x="6140645" y="918786"/>
                  </a:lnTo>
                  <a:lnTo>
                    <a:pt x="6210989" y="917844"/>
                  </a:lnTo>
                  <a:lnTo>
                    <a:pt x="6281334" y="916900"/>
                  </a:lnTo>
                  <a:lnTo>
                    <a:pt x="6351678" y="915953"/>
                  </a:lnTo>
                  <a:lnTo>
                    <a:pt x="6422023" y="915003"/>
                  </a:lnTo>
                  <a:lnTo>
                    <a:pt x="6492367" y="914051"/>
                  </a:lnTo>
                  <a:lnTo>
                    <a:pt x="6562712" y="913096"/>
                  </a:lnTo>
                  <a:lnTo>
                    <a:pt x="6633056" y="912138"/>
                  </a:lnTo>
                  <a:lnTo>
                    <a:pt x="6703401" y="911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659"/>
              <a:ext cx="6964104" cy="245839"/>
            </a:xfrm>
            <a:custGeom>
              <a:avLst/>
              <a:pathLst>
                <a:path w="6964104" h="245839">
                  <a:moveTo>
                    <a:pt x="6964104" y="245839"/>
                  </a:moveTo>
                  <a:lnTo>
                    <a:pt x="6893760" y="244053"/>
                  </a:lnTo>
                  <a:lnTo>
                    <a:pt x="6823415" y="242207"/>
                  </a:lnTo>
                  <a:lnTo>
                    <a:pt x="6753071" y="240298"/>
                  </a:lnTo>
                  <a:lnTo>
                    <a:pt x="6682726" y="238325"/>
                  </a:lnTo>
                  <a:lnTo>
                    <a:pt x="6612382" y="236285"/>
                  </a:lnTo>
                  <a:lnTo>
                    <a:pt x="6542037" y="234176"/>
                  </a:lnTo>
                  <a:lnTo>
                    <a:pt x="6471693" y="231995"/>
                  </a:lnTo>
                  <a:lnTo>
                    <a:pt x="6401348" y="229741"/>
                  </a:lnTo>
                  <a:lnTo>
                    <a:pt x="6331004" y="227411"/>
                  </a:lnTo>
                  <a:lnTo>
                    <a:pt x="6260659" y="225002"/>
                  </a:lnTo>
                  <a:lnTo>
                    <a:pt x="6190315" y="222511"/>
                  </a:lnTo>
                  <a:lnTo>
                    <a:pt x="6119970" y="219936"/>
                  </a:lnTo>
                  <a:lnTo>
                    <a:pt x="6049626" y="217274"/>
                  </a:lnTo>
                  <a:lnTo>
                    <a:pt x="5979281" y="214522"/>
                  </a:lnTo>
                  <a:lnTo>
                    <a:pt x="5908937" y="211677"/>
                  </a:lnTo>
                  <a:lnTo>
                    <a:pt x="5838592" y="208735"/>
                  </a:lnTo>
                  <a:lnTo>
                    <a:pt x="5768248" y="205694"/>
                  </a:lnTo>
                  <a:lnTo>
                    <a:pt x="5697903" y="202550"/>
                  </a:lnTo>
                  <a:lnTo>
                    <a:pt x="5627559" y="199300"/>
                  </a:lnTo>
                  <a:lnTo>
                    <a:pt x="5557214" y="195940"/>
                  </a:lnTo>
                  <a:lnTo>
                    <a:pt x="5486870" y="192466"/>
                  </a:lnTo>
                  <a:lnTo>
                    <a:pt x="5416525" y="188875"/>
                  </a:lnTo>
                  <a:lnTo>
                    <a:pt x="5346181" y="185162"/>
                  </a:lnTo>
                  <a:lnTo>
                    <a:pt x="5275836" y="181324"/>
                  </a:lnTo>
                  <a:lnTo>
                    <a:pt x="5205492" y="177356"/>
                  </a:lnTo>
                  <a:lnTo>
                    <a:pt x="5135147" y="173254"/>
                  </a:lnTo>
                  <a:lnTo>
                    <a:pt x="5064803" y="169012"/>
                  </a:lnTo>
                  <a:lnTo>
                    <a:pt x="4994458" y="164628"/>
                  </a:lnTo>
                  <a:lnTo>
                    <a:pt x="4924114" y="160095"/>
                  </a:lnTo>
                  <a:lnTo>
                    <a:pt x="4853769" y="155409"/>
                  </a:lnTo>
                  <a:lnTo>
                    <a:pt x="4783425" y="150564"/>
                  </a:lnTo>
                  <a:lnTo>
                    <a:pt x="4713080" y="145555"/>
                  </a:lnTo>
                  <a:lnTo>
                    <a:pt x="4642736" y="140377"/>
                  </a:lnTo>
                  <a:lnTo>
                    <a:pt x="4572391" y="135024"/>
                  </a:lnTo>
                  <a:lnTo>
                    <a:pt x="4502047" y="129490"/>
                  </a:lnTo>
                  <a:lnTo>
                    <a:pt x="4431702" y="123768"/>
                  </a:lnTo>
                  <a:lnTo>
                    <a:pt x="4361358" y="117853"/>
                  </a:lnTo>
                  <a:lnTo>
                    <a:pt x="4291013" y="111738"/>
                  </a:lnTo>
                  <a:lnTo>
                    <a:pt x="4220669" y="105416"/>
                  </a:lnTo>
                  <a:lnTo>
                    <a:pt x="4150324" y="98880"/>
                  </a:lnTo>
                  <a:lnTo>
                    <a:pt x="4079980" y="92123"/>
                  </a:lnTo>
                  <a:lnTo>
                    <a:pt x="4009635" y="85138"/>
                  </a:lnTo>
                  <a:lnTo>
                    <a:pt x="3939291" y="77916"/>
                  </a:lnTo>
                  <a:lnTo>
                    <a:pt x="3868946" y="70450"/>
                  </a:lnTo>
                  <a:lnTo>
                    <a:pt x="3798602" y="62731"/>
                  </a:lnTo>
                  <a:lnTo>
                    <a:pt x="3728257" y="54752"/>
                  </a:lnTo>
                  <a:lnTo>
                    <a:pt x="3657913" y="46502"/>
                  </a:lnTo>
                  <a:lnTo>
                    <a:pt x="3587569" y="37973"/>
                  </a:lnTo>
                  <a:lnTo>
                    <a:pt x="3517224" y="29156"/>
                  </a:lnTo>
                  <a:lnTo>
                    <a:pt x="3446880" y="20041"/>
                  </a:lnTo>
                  <a:lnTo>
                    <a:pt x="3376535" y="10617"/>
                  </a:lnTo>
                  <a:lnTo>
                    <a:pt x="3306191" y="875"/>
                  </a:lnTo>
                  <a:lnTo>
                    <a:pt x="3235846" y="0"/>
                  </a:lnTo>
                  <a:lnTo>
                    <a:pt x="3165502" y="828"/>
                  </a:lnTo>
                  <a:lnTo>
                    <a:pt x="3095157" y="1655"/>
                  </a:lnTo>
                  <a:lnTo>
                    <a:pt x="3024813" y="2479"/>
                  </a:lnTo>
                  <a:lnTo>
                    <a:pt x="2954468" y="3301"/>
                  </a:lnTo>
                  <a:lnTo>
                    <a:pt x="2884124" y="4120"/>
                  </a:lnTo>
                  <a:lnTo>
                    <a:pt x="2813779" y="4938"/>
                  </a:lnTo>
                  <a:lnTo>
                    <a:pt x="2743435" y="5753"/>
                  </a:lnTo>
                  <a:lnTo>
                    <a:pt x="2673090" y="6565"/>
                  </a:lnTo>
                  <a:lnTo>
                    <a:pt x="2602746" y="7376"/>
                  </a:lnTo>
                  <a:lnTo>
                    <a:pt x="2532401" y="8184"/>
                  </a:lnTo>
                  <a:lnTo>
                    <a:pt x="2462057" y="8990"/>
                  </a:lnTo>
                  <a:lnTo>
                    <a:pt x="2391712" y="9794"/>
                  </a:lnTo>
                  <a:lnTo>
                    <a:pt x="2321368" y="10596"/>
                  </a:lnTo>
                  <a:lnTo>
                    <a:pt x="2251023" y="11395"/>
                  </a:lnTo>
                  <a:lnTo>
                    <a:pt x="2180679" y="12192"/>
                  </a:lnTo>
                  <a:lnTo>
                    <a:pt x="2110334" y="12987"/>
                  </a:lnTo>
                  <a:lnTo>
                    <a:pt x="2039990" y="13780"/>
                  </a:lnTo>
                  <a:lnTo>
                    <a:pt x="1969645" y="14570"/>
                  </a:lnTo>
                  <a:lnTo>
                    <a:pt x="1899301" y="15359"/>
                  </a:lnTo>
                  <a:lnTo>
                    <a:pt x="1828956" y="16145"/>
                  </a:lnTo>
                  <a:lnTo>
                    <a:pt x="1758612" y="16929"/>
                  </a:lnTo>
                  <a:lnTo>
                    <a:pt x="1688267" y="17710"/>
                  </a:lnTo>
                  <a:lnTo>
                    <a:pt x="1617923" y="18490"/>
                  </a:lnTo>
                  <a:lnTo>
                    <a:pt x="1547578" y="19268"/>
                  </a:lnTo>
                  <a:lnTo>
                    <a:pt x="1477234" y="20043"/>
                  </a:lnTo>
                  <a:lnTo>
                    <a:pt x="1406889" y="20816"/>
                  </a:lnTo>
                  <a:lnTo>
                    <a:pt x="1336545" y="21587"/>
                  </a:lnTo>
                  <a:lnTo>
                    <a:pt x="1266200" y="22356"/>
                  </a:lnTo>
                  <a:lnTo>
                    <a:pt x="1195856" y="23122"/>
                  </a:lnTo>
                  <a:lnTo>
                    <a:pt x="1125511" y="23887"/>
                  </a:lnTo>
                  <a:lnTo>
                    <a:pt x="1055167" y="24650"/>
                  </a:lnTo>
                  <a:lnTo>
                    <a:pt x="984822" y="25410"/>
                  </a:lnTo>
                  <a:lnTo>
                    <a:pt x="914478" y="26168"/>
                  </a:lnTo>
                  <a:lnTo>
                    <a:pt x="844133" y="26924"/>
                  </a:lnTo>
                  <a:lnTo>
                    <a:pt x="773789" y="27678"/>
                  </a:lnTo>
                  <a:lnTo>
                    <a:pt x="703444" y="28430"/>
                  </a:lnTo>
                  <a:lnTo>
                    <a:pt x="633100" y="29180"/>
                  </a:lnTo>
                  <a:lnTo>
                    <a:pt x="562755" y="29928"/>
                  </a:lnTo>
                  <a:lnTo>
                    <a:pt x="492411" y="30674"/>
                  </a:lnTo>
                  <a:lnTo>
                    <a:pt x="422066" y="31417"/>
                  </a:lnTo>
                  <a:lnTo>
                    <a:pt x="351722" y="32159"/>
                  </a:lnTo>
                  <a:lnTo>
                    <a:pt x="281377" y="32898"/>
                  </a:lnTo>
                  <a:lnTo>
                    <a:pt x="211033" y="33636"/>
                  </a:lnTo>
                  <a:lnTo>
                    <a:pt x="140688" y="34371"/>
                  </a:lnTo>
                  <a:lnTo>
                    <a:pt x="70344" y="35104"/>
                  </a:lnTo>
                  <a:lnTo>
                    <a:pt x="0" y="35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88985"/>
              <a:ext cx="6964104" cy="476148"/>
            </a:xfrm>
            <a:custGeom>
              <a:avLst/>
              <a:pathLst>
                <a:path w="6964104" h="476148">
                  <a:moveTo>
                    <a:pt x="0" y="0"/>
                  </a:moveTo>
                  <a:lnTo>
                    <a:pt x="70344" y="9248"/>
                  </a:lnTo>
                  <a:lnTo>
                    <a:pt x="140688" y="18356"/>
                  </a:lnTo>
                  <a:lnTo>
                    <a:pt x="211033" y="27326"/>
                  </a:lnTo>
                  <a:lnTo>
                    <a:pt x="281377" y="36161"/>
                  </a:lnTo>
                  <a:lnTo>
                    <a:pt x="351722" y="44862"/>
                  </a:lnTo>
                  <a:lnTo>
                    <a:pt x="422066" y="53431"/>
                  </a:lnTo>
                  <a:lnTo>
                    <a:pt x="492411" y="61871"/>
                  </a:lnTo>
                  <a:lnTo>
                    <a:pt x="562755" y="70183"/>
                  </a:lnTo>
                  <a:lnTo>
                    <a:pt x="633100" y="78369"/>
                  </a:lnTo>
                  <a:lnTo>
                    <a:pt x="703444" y="86431"/>
                  </a:lnTo>
                  <a:lnTo>
                    <a:pt x="773789" y="94372"/>
                  </a:lnTo>
                  <a:lnTo>
                    <a:pt x="844133" y="102192"/>
                  </a:lnTo>
                  <a:lnTo>
                    <a:pt x="914478" y="109894"/>
                  </a:lnTo>
                  <a:lnTo>
                    <a:pt x="984822" y="117480"/>
                  </a:lnTo>
                  <a:lnTo>
                    <a:pt x="1055167" y="124950"/>
                  </a:lnTo>
                  <a:lnTo>
                    <a:pt x="1125511" y="132308"/>
                  </a:lnTo>
                  <a:lnTo>
                    <a:pt x="1195856" y="139554"/>
                  </a:lnTo>
                  <a:lnTo>
                    <a:pt x="1266200" y="146691"/>
                  </a:lnTo>
                  <a:lnTo>
                    <a:pt x="1336545" y="153720"/>
                  </a:lnTo>
                  <a:lnTo>
                    <a:pt x="1406889" y="160643"/>
                  </a:lnTo>
                  <a:lnTo>
                    <a:pt x="1477234" y="167460"/>
                  </a:lnTo>
                  <a:lnTo>
                    <a:pt x="1547578" y="174175"/>
                  </a:lnTo>
                  <a:lnTo>
                    <a:pt x="1617923" y="180788"/>
                  </a:lnTo>
                  <a:lnTo>
                    <a:pt x="1688267" y="187301"/>
                  </a:lnTo>
                  <a:lnTo>
                    <a:pt x="1758612" y="193716"/>
                  </a:lnTo>
                  <a:lnTo>
                    <a:pt x="1828956" y="200033"/>
                  </a:lnTo>
                  <a:lnTo>
                    <a:pt x="1899301" y="206255"/>
                  </a:lnTo>
                  <a:lnTo>
                    <a:pt x="1969645" y="212383"/>
                  </a:lnTo>
                  <a:lnTo>
                    <a:pt x="2039990" y="218418"/>
                  </a:lnTo>
                  <a:lnTo>
                    <a:pt x="2110334" y="224361"/>
                  </a:lnTo>
                  <a:lnTo>
                    <a:pt x="2180679" y="230215"/>
                  </a:lnTo>
                  <a:lnTo>
                    <a:pt x="2251023" y="235980"/>
                  </a:lnTo>
                  <a:lnTo>
                    <a:pt x="2321368" y="241659"/>
                  </a:lnTo>
                  <a:lnTo>
                    <a:pt x="2391712" y="247251"/>
                  </a:lnTo>
                  <a:lnTo>
                    <a:pt x="2462057" y="252758"/>
                  </a:lnTo>
                  <a:lnTo>
                    <a:pt x="2532401" y="258182"/>
                  </a:lnTo>
                  <a:lnTo>
                    <a:pt x="2602746" y="263525"/>
                  </a:lnTo>
                  <a:lnTo>
                    <a:pt x="2673090" y="268786"/>
                  </a:lnTo>
                  <a:lnTo>
                    <a:pt x="2743435" y="273968"/>
                  </a:lnTo>
                  <a:lnTo>
                    <a:pt x="2813779" y="279071"/>
                  </a:lnTo>
                  <a:lnTo>
                    <a:pt x="2884124" y="284097"/>
                  </a:lnTo>
                  <a:lnTo>
                    <a:pt x="2954468" y="289047"/>
                  </a:lnTo>
                  <a:lnTo>
                    <a:pt x="3024813" y="293923"/>
                  </a:lnTo>
                  <a:lnTo>
                    <a:pt x="3095157" y="298724"/>
                  </a:lnTo>
                  <a:lnTo>
                    <a:pt x="3165502" y="303453"/>
                  </a:lnTo>
                  <a:lnTo>
                    <a:pt x="3235846" y="308110"/>
                  </a:lnTo>
                  <a:lnTo>
                    <a:pt x="3306191" y="312697"/>
                  </a:lnTo>
                  <a:lnTo>
                    <a:pt x="3376535" y="317215"/>
                  </a:lnTo>
                  <a:lnTo>
                    <a:pt x="3446880" y="321664"/>
                  </a:lnTo>
                  <a:lnTo>
                    <a:pt x="3517224" y="326045"/>
                  </a:lnTo>
                  <a:lnTo>
                    <a:pt x="3587569" y="330361"/>
                  </a:lnTo>
                  <a:lnTo>
                    <a:pt x="3657913" y="334611"/>
                  </a:lnTo>
                  <a:lnTo>
                    <a:pt x="3728257" y="338797"/>
                  </a:lnTo>
                  <a:lnTo>
                    <a:pt x="3798602" y="342920"/>
                  </a:lnTo>
                  <a:lnTo>
                    <a:pt x="3868946" y="346980"/>
                  </a:lnTo>
                  <a:lnTo>
                    <a:pt x="3939291" y="350979"/>
                  </a:lnTo>
                  <a:lnTo>
                    <a:pt x="4009635" y="354917"/>
                  </a:lnTo>
                  <a:lnTo>
                    <a:pt x="4079980" y="358796"/>
                  </a:lnTo>
                  <a:lnTo>
                    <a:pt x="4150324" y="362616"/>
                  </a:lnTo>
                  <a:lnTo>
                    <a:pt x="4220669" y="366378"/>
                  </a:lnTo>
                  <a:lnTo>
                    <a:pt x="4291013" y="370084"/>
                  </a:lnTo>
                  <a:lnTo>
                    <a:pt x="4361358" y="373733"/>
                  </a:lnTo>
                  <a:lnTo>
                    <a:pt x="4431702" y="377327"/>
                  </a:lnTo>
                  <a:lnTo>
                    <a:pt x="4502047" y="380867"/>
                  </a:lnTo>
                  <a:lnTo>
                    <a:pt x="4572391" y="384353"/>
                  </a:lnTo>
                  <a:lnTo>
                    <a:pt x="4642736" y="387786"/>
                  </a:lnTo>
                  <a:lnTo>
                    <a:pt x="4713080" y="391168"/>
                  </a:lnTo>
                  <a:lnTo>
                    <a:pt x="4783425" y="394498"/>
                  </a:lnTo>
                  <a:lnTo>
                    <a:pt x="4853769" y="397778"/>
                  </a:lnTo>
                  <a:lnTo>
                    <a:pt x="4924114" y="401008"/>
                  </a:lnTo>
                  <a:lnTo>
                    <a:pt x="4994458" y="404190"/>
                  </a:lnTo>
                  <a:lnTo>
                    <a:pt x="5064803" y="407323"/>
                  </a:lnTo>
                  <a:lnTo>
                    <a:pt x="5135147" y="410409"/>
                  </a:lnTo>
                  <a:lnTo>
                    <a:pt x="5205492" y="413448"/>
                  </a:lnTo>
                  <a:lnTo>
                    <a:pt x="5275836" y="416442"/>
                  </a:lnTo>
                  <a:lnTo>
                    <a:pt x="5346181" y="419390"/>
                  </a:lnTo>
                  <a:lnTo>
                    <a:pt x="5416525" y="422293"/>
                  </a:lnTo>
                  <a:lnTo>
                    <a:pt x="5486870" y="425153"/>
                  </a:lnTo>
                  <a:lnTo>
                    <a:pt x="5557214" y="427969"/>
                  </a:lnTo>
                  <a:lnTo>
                    <a:pt x="5627559" y="430742"/>
                  </a:lnTo>
                  <a:lnTo>
                    <a:pt x="5697903" y="433474"/>
                  </a:lnTo>
                  <a:lnTo>
                    <a:pt x="5768248" y="436164"/>
                  </a:lnTo>
                  <a:lnTo>
                    <a:pt x="5838592" y="438814"/>
                  </a:lnTo>
                  <a:lnTo>
                    <a:pt x="5908937" y="441423"/>
                  </a:lnTo>
                  <a:lnTo>
                    <a:pt x="5979281" y="443994"/>
                  </a:lnTo>
                  <a:lnTo>
                    <a:pt x="6049626" y="446525"/>
                  </a:lnTo>
                  <a:lnTo>
                    <a:pt x="6119970" y="449018"/>
                  </a:lnTo>
                  <a:lnTo>
                    <a:pt x="6190315" y="451473"/>
                  </a:lnTo>
                  <a:lnTo>
                    <a:pt x="6260659" y="453891"/>
                  </a:lnTo>
                  <a:lnTo>
                    <a:pt x="6331004" y="456272"/>
                  </a:lnTo>
                  <a:lnTo>
                    <a:pt x="6401348" y="458618"/>
                  </a:lnTo>
                  <a:lnTo>
                    <a:pt x="6471693" y="460928"/>
                  </a:lnTo>
                  <a:lnTo>
                    <a:pt x="6542037" y="463203"/>
                  </a:lnTo>
                  <a:lnTo>
                    <a:pt x="6612382" y="465443"/>
                  </a:lnTo>
                  <a:lnTo>
                    <a:pt x="6682726" y="467650"/>
                  </a:lnTo>
                  <a:lnTo>
                    <a:pt x="6753071" y="469823"/>
                  </a:lnTo>
                  <a:lnTo>
                    <a:pt x="6823415" y="471964"/>
                  </a:lnTo>
                  <a:lnTo>
                    <a:pt x="6893760" y="474072"/>
                  </a:lnTo>
                  <a:lnTo>
                    <a:pt x="6964104" y="476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04407"/>
            </a:xfrm>
            <a:custGeom>
              <a:avLst/>
              <a:pathLst>
                <a:path w="6964104" h="1204407">
                  <a:moveTo>
                    <a:pt x="260703" y="0"/>
                  </a:moveTo>
                  <a:lnTo>
                    <a:pt x="281377" y="12375"/>
                  </a:lnTo>
                  <a:lnTo>
                    <a:pt x="351722" y="53105"/>
                  </a:lnTo>
                  <a:lnTo>
                    <a:pt x="422066" y="92502"/>
                  </a:lnTo>
                  <a:lnTo>
                    <a:pt x="492411" y="130611"/>
                  </a:lnTo>
                  <a:lnTo>
                    <a:pt x="562755" y="167472"/>
                  </a:lnTo>
                  <a:lnTo>
                    <a:pt x="633100" y="203127"/>
                  </a:lnTo>
                  <a:lnTo>
                    <a:pt x="703444" y="237616"/>
                  </a:lnTo>
                  <a:lnTo>
                    <a:pt x="773789" y="270976"/>
                  </a:lnTo>
                  <a:lnTo>
                    <a:pt x="844133" y="303245"/>
                  </a:lnTo>
                  <a:lnTo>
                    <a:pt x="914478" y="334458"/>
                  </a:lnTo>
                  <a:lnTo>
                    <a:pt x="984822" y="364649"/>
                  </a:lnTo>
                  <a:lnTo>
                    <a:pt x="1055167" y="393853"/>
                  </a:lnTo>
                  <a:lnTo>
                    <a:pt x="1125511" y="422101"/>
                  </a:lnTo>
                  <a:lnTo>
                    <a:pt x="1195856" y="449425"/>
                  </a:lnTo>
                  <a:lnTo>
                    <a:pt x="1266200" y="475855"/>
                  </a:lnTo>
                  <a:lnTo>
                    <a:pt x="1336545" y="501420"/>
                  </a:lnTo>
                  <a:lnTo>
                    <a:pt x="1406889" y="526149"/>
                  </a:lnTo>
                  <a:lnTo>
                    <a:pt x="1477234" y="550069"/>
                  </a:lnTo>
                  <a:lnTo>
                    <a:pt x="1547578" y="573206"/>
                  </a:lnTo>
                  <a:lnTo>
                    <a:pt x="1617923" y="595586"/>
                  </a:lnTo>
                  <a:lnTo>
                    <a:pt x="1688267" y="617233"/>
                  </a:lnTo>
                  <a:lnTo>
                    <a:pt x="1758612" y="638173"/>
                  </a:lnTo>
                  <a:lnTo>
                    <a:pt x="1828956" y="658427"/>
                  </a:lnTo>
                  <a:lnTo>
                    <a:pt x="1899301" y="678018"/>
                  </a:lnTo>
                  <a:lnTo>
                    <a:pt x="1969645" y="696969"/>
                  </a:lnTo>
                  <a:lnTo>
                    <a:pt x="2039990" y="715299"/>
                  </a:lnTo>
                  <a:lnTo>
                    <a:pt x="2110334" y="733030"/>
                  </a:lnTo>
                  <a:lnTo>
                    <a:pt x="2180679" y="750181"/>
                  </a:lnTo>
                  <a:lnTo>
                    <a:pt x="2251023" y="766770"/>
                  </a:lnTo>
                  <a:lnTo>
                    <a:pt x="2321368" y="782817"/>
                  </a:lnTo>
                  <a:lnTo>
                    <a:pt x="2391712" y="798338"/>
                  </a:lnTo>
                  <a:lnTo>
                    <a:pt x="2462057" y="813352"/>
                  </a:lnTo>
                  <a:lnTo>
                    <a:pt x="2532401" y="827875"/>
                  </a:lnTo>
                  <a:lnTo>
                    <a:pt x="2602746" y="841922"/>
                  </a:lnTo>
                  <a:lnTo>
                    <a:pt x="2673090" y="855510"/>
                  </a:lnTo>
                  <a:lnTo>
                    <a:pt x="2743435" y="868653"/>
                  </a:lnTo>
                  <a:lnTo>
                    <a:pt x="2813779" y="881366"/>
                  </a:lnTo>
                  <a:lnTo>
                    <a:pt x="2884124" y="893663"/>
                  </a:lnTo>
                  <a:lnTo>
                    <a:pt x="2954468" y="905558"/>
                  </a:lnTo>
                  <a:lnTo>
                    <a:pt x="3024813" y="917063"/>
                  </a:lnTo>
                  <a:lnTo>
                    <a:pt x="3095157" y="928192"/>
                  </a:lnTo>
                  <a:lnTo>
                    <a:pt x="3165502" y="938957"/>
                  </a:lnTo>
                  <a:lnTo>
                    <a:pt x="3235846" y="949370"/>
                  </a:lnTo>
                  <a:lnTo>
                    <a:pt x="3306191" y="957736"/>
                  </a:lnTo>
                  <a:lnTo>
                    <a:pt x="3376535" y="956903"/>
                  </a:lnTo>
                  <a:lnTo>
                    <a:pt x="3446880" y="956067"/>
                  </a:lnTo>
                  <a:lnTo>
                    <a:pt x="3517224" y="955229"/>
                  </a:lnTo>
                  <a:lnTo>
                    <a:pt x="3587569" y="954389"/>
                  </a:lnTo>
                  <a:lnTo>
                    <a:pt x="3657913" y="953546"/>
                  </a:lnTo>
                  <a:lnTo>
                    <a:pt x="3728257" y="952701"/>
                  </a:lnTo>
                  <a:lnTo>
                    <a:pt x="3798602" y="951854"/>
                  </a:lnTo>
                  <a:lnTo>
                    <a:pt x="3868946" y="951004"/>
                  </a:lnTo>
                  <a:lnTo>
                    <a:pt x="3939291" y="950152"/>
                  </a:lnTo>
                  <a:lnTo>
                    <a:pt x="4009635" y="949297"/>
                  </a:lnTo>
                  <a:lnTo>
                    <a:pt x="4079980" y="948440"/>
                  </a:lnTo>
                  <a:lnTo>
                    <a:pt x="4150324" y="947581"/>
                  </a:lnTo>
                  <a:lnTo>
                    <a:pt x="4220669" y="946719"/>
                  </a:lnTo>
                  <a:lnTo>
                    <a:pt x="4291013" y="945855"/>
                  </a:lnTo>
                  <a:lnTo>
                    <a:pt x="4361358" y="944989"/>
                  </a:lnTo>
                  <a:lnTo>
                    <a:pt x="4431702" y="944120"/>
                  </a:lnTo>
                  <a:lnTo>
                    <a:pt x="4502047" y="943249"/>
                  </a:lnTo>
                  <a:lnTo>
                    <a:pt x="4572391" y="942375"/>
                  </a:lnTo>
                  <a:lnTo>
                    <a:pt x="4642736" y="941499"/>
                  </a:lnTo>
                  <a:lnTo>
                    <a:pt x="4713080" y="940621"/>
                  </a:lnTo>
                  <a:lnTo>
                    <a:pt x="4783425" y="939740"/>
                  </a:lnTo>
                  <a:lnTo>
                    <a:pt x="4853769" y="938856"/>
                  </a:lnTo>
                  <a:lnTo>
                    <a:pt x="4924114" y="937970"/>
                  </a:lnTo>
                  <a:lnTo>
                    <a:pt x="4994458" y="937082"/>
                  </a:lnTo>
                  <a:lnTo>
                    <a:pt x="5064803" y="936191"/>
                  </a:lnTo>
                  <a:lnTo>
                    <a:pt x="5135147" y="935298"/>
                  </a:lnTo>
                  <a:lnTo>
                    <a:pt x="5205492" y="934402"/>
                  </a:lnTo>
                  <a:lnTo>
                    <a:pt x="5275836" y="933503"/>
                  </a:lnTo>
                  <a:lnTo>
                    <a:pt x="5346181" y="932603"/>
                  </a:lnTo>
                  <a:lnTo>
                    <a:pt x="5416525" y="931699"/>
                  </a:lnTo>
                  <a:lnTo>
                    <a:pt x="5486870" y="930794"/>
                  </a:lnTo>
                  <a:lnTo>
                    <a:pt x="5557214" y="929885"/>
                  </a:lnTo>
                  <a:lnTo>
                    <a:pt x="5627559" y="928974"/>
                  </a:lnTo>
                  <a:lnTo>
                    <a:pt x="5697903" y="928061"/>
                  </a:lnTo>
                  <a:lnTo>
                    <a:pt x="5768248" y="927145"/>
                  </a:lnTo>
                  <a:lnTo>
                    <a:pt x="5838592" y="926226"/>
                  </a:lnTo>
                  <a:lnTo>
                    <a:pt x="5908937" y="925305"/>
                  </a:lnTo>
                  <a:lnTo>
                    <a:pt x="5979281" y="924382"/>
                  </a:lnTo>
                  <a:lnTo>
                    <a:pt x="6049626" y="923456"/>
                  </a:lnTo>
                  <a:lnTo>
                    <a:pt x="6119970" y="922527"/>
                  </a:lnTo>
                  <a:lnTo>
                    <a:pt x="6190315" y="921595"/>
                  </a:lnTo>
                  <a:lnTo>
                    <a:pt x="6260659" y="920661"/>
                  </a:lnTo>
                  <a:lnTo>
                    <a:pt x="6331004" y="919725"/>
                  </a:lnTo>
                  <a:lnTo>
                    <a:pt x="6401348" y="918786"/>
                  </a:lnTo>
                  <a:lnTo>
                    <a:pt x="6471693" y="917844"/>
                  </a:lnTo>
                  <a:lnTo>
                    <a:pt x="6542037" y="916900"/>
                  </a:lnTo>
                  <a:lnTo>
                    <a:pt x="6612382" y="915953"/>
                  </a:lnTo>
                  <a:lnTo>
                    <a:pt x="6682726" y="915003"/>
                  </a:lnTo>
                  <a:lnTo>
                    <a:pt x="6753071" y="914051"/>
                  </a:lnTo>
                  <a:lnTo>
                    <a:pt x="6823415" y="913096"/>
                  </a:lnTo>
                  <a:lnTo>
                    <a:pt x="6893760" y="912138"/>
                  </a:lnTo>
                  <a:lnTo>
                    <a:pt x="6964104" y="911178"/>
                  </a:lnTo>
                  <a:lnTo>
                    <a:pt x="6964104" y="1204407"/>
                  </a:lnTo>
                  <a:lnTo>
                    <a:pt x="6893760" y="1202621"/>
                  </a:lnTo>
                  <a:lnTo>
                    <a:pt x="6823415" y="1200774"/>
                  </a:lnTo>
                  <a:lnTo>
                    <a:pt x="6753071" y="1198866"/>
                  </a:lnTo>
                  <a:lnTo>
                    <a:pt x="6682726" y="1196892"/>
                  </a:lnTo>
                  <a:lnTo>
                    <a:pt x="6612382" y="1194852"/>
                  </a:lnTo>
                  <a:lnTo>
                    <a:pt x="6542037" y="1192743"/>
                  </a:lnTo>
                  <a:lnTo>
                    <a:pt x="6471693" y="1190563"/>
                  </a:lnTo>
                  <a:lnTo>
                    <a:pt x="6401348" y="1188309"/>
                  </a:lnTo>
                  <a:lnTo>
                    <a:pt x="6331004" y="1185978"/>
                  </a:lnTo>
                  <a:lnTo>
                    <a:pt x="6260659" y="1183569"/>
                  </a:lnTo>
                  <a:lnTo>
                    <a:pt x="6190315" y="1181078"/>
                  </a:lnTo>
                  <a:lnTo>
                    <a:pt x="6119970" y="1178503"/>
                  </a:lnTo>
                  <a:lnTo>
                    <a:pt x="6049626" y="1175841"/>
                  </a:lnTo>
                  <a:lnTo>
                    <a:pt x="5979281" y="1173089"/>
                  </a:lnTo>
                  <a:lnTo>
                    <a:pt x="5908937" y="1170244"/>
                  </a:lnTo>
                  <a:lnTo>
                    <a:pt x="5838592" y="1167303"/>
                  </a:lnTo>
                  <a:lnTo>
                    <a:pt x="5768248" y="1164262"/>
                  </a:lnTo>
                  <a:lnTo>
                    <a:pt x="5697903" y="1161118"/>
                  </a:lnTo>
                  <a:lnTo>
                    <a:pt x="5627559" y="1157868"/>
                  </a:lnTo>
                  <a:lnTo>
                    <a:pt x="5557214" y="1154508"/>
                  </a:lnTo>
                  <a:lnTo>
                    <a:pt x="5486870" y="1151034"/>
                  </a:lnTo>
                  <a:lnTo>
                    <a:pt x="5416525" y="1147443"/>
                  </a:lnTo>
                  <a:lnTo>
                    <a:pt x="5346181" y="1143730"/>
                  </a:lnTo>
                  <a:lnTo>
                    <a:pt x="5275836" y="1139892"/>
                  </a:lnTo>
                  <a:lnTo>
                    <a:pt x="5205492" y="1135924"/>
                  </a:lnTo>
                  <a:lnTo>
                    <a:pt x="5135147" y="1131821"/>
                  </a:lnTo>
                  <a:lnTo>
                    <a:pt x="5064803" y="1127580"/>
                  </a:lnTo>
                  <a:lnTo>
                    <a:pt x="4994458" y="1123195"/>
                  </a:lnTo>
                  <a:lnTo>
                    <a:pt x="4924114" y="1118662"/>
                  </a:lnTo>
                  <a:lnTo>
                    <a:pt x="4853769" y="1113976"/>
                  </a:lnTo>
                  <a:lnTo>
                    <a:pt x="4783425" y="1109131"/>
                  </a:lnTo>
                  <a:lnTo>
                    <a:pt x="4713080" y="1104123"/>
                  </a:lnTo>
                  <a:lnTo>
                    <a:pt x="4642736" y="1098945"/>
                  </a:lnTo>
                  <a:lnTo>
                    <a:pt x="4572391" y="1093591"/>
                  </a:lnTo>
                  <a:lnTo>
                    <a:pt x="4502047" y="1088057"/>
                  </a:lnTo>
                  <a:lnTo>
                    <a:pt x="4431702" y="1082336"/>
                  </a:lnTo>
                  <a:lnTo>
                    <a:pt x="4361358" y="1076421"/>
                  </a:lnTo>
                  <a:lnTo>
                    <a:pt x="4291013" y="1070306"/>
                  </a:lnTo>
                  <a:lnTo>
                    <a:pt x="4220669" y="1063984"/>
                  </a:lnTo>
                  <a:lnTo>
                    <a:pt x="4150324" y="1057448"/>
                  </a:lnTo>
                  <a:lnTo>
                    <a:pt x="4079980" y="1050691"/>
                  </a:lnTo>
                  <a:lnTo>
                    <a:pt x="4009635" y="1043705"/>
                  </a:lnTo>
                  <a:lnTo>
                    <a:pt x="3939291" y="1036484"/>
                  </a:lnTo>
                  <a:lnTo>
                    <a:pt x="3868946" y="1029017"/>
                  </a:lnTo>
                  <a:lnTo>
                    <a:pt x="3798602" y="1021299"/>
                  </a:lnTo>
                  <a:lnTo>
                    <a:pt x="3728257" y="1013319"/>
                  </a:lnTo>
                  <a:lnTo>
                    <a:pt x="3657913" y="1005070"/>
                  </a:lnTo>
                  <a:lnTo>
                    <a:pt x="3587569" y="996541"/>
                  </a:lnTo>
                  <a:lnTo>
                    <a:pt x="3517224" y="987724"/>
                  </a:lnTo>
                  <a:lnTo>
                    <a:pt x="3446880" y="978608"/>
                  </a:lnTo>
                  <a:lnTo>
                    <a:pt x="3376535" y="969185"/>
                  </a:lnTo>
                  <a:lnTo>
                    <a:pt x="3306191" y="959442"/>
                  </a:lnTo>
                  <a:lnTo>
                    <a:pt x="3235846" y="958567"/>
                  </a:lnTo>
                  <a:lnTo>
                    <a:pt x="3165502" y="959396"/>
                  </a:lnTo>
                  <a:lnTo>
                    <a:pt x="3095157" y="960222"/>
                  </a:lnTo>
                  <a:lnTo>
                    <a:pt x="3024813" y="961046"/>
                  </a:lnTo>
                  <a:lnTo>
                    <a:pt x="2954468" y="961868"/>
                  </a:lnTo>
                  <a:lnTo>
                    <a:pt x="2884124" y="962688"/>
                  </a:lnTo>
                  <a:lnTo>
                    <a:pt x="2813779" y="963505"/>
                  </a:lnTo>
                  <a:lnTo>
                    <a:pt x="2743435" y="964320"/>
                  </a:lnTo>
                  <a:lnTo>
                    <a:pt x="2673090" y="965133"/>
                  </a:lnTo>
                  <a:lnTo>
                    <a:pt x="2602746" y="965944"/>
                  </a:lnTo>
                  <a:lnTo>
                    <a:pt x="2532401" y="966752"/>
                  </a:lnTo>
                  <a:lnTo>
                    <a:pt x="2462057" y="967558"/>
                  </a:lnTo>
                  <a:lnTo>
                    <a:pt x="2391712" y="968362"/>
                  </a:lnTo>
                  <a:lnTo>
                    <a:pt x="2321368" y="969163"/>
                  </a:lnTo>
                  <a:lnTo>
                    <a:pt x="2251023" y="969963"/>
                  </a:lnTo>
                  <a:lnTo>
                    <a:pt x="2180679" y="970760"/>
                  </a:lnTo>
                  <a:lnTo>
                    <a:pt x="2110334" y="971555"/>
                  </a:lnTo>
                  <a:lnTo>
                    <a:pt x="2039990" y="972347"/>
                  </a:lnTo>
                  <a:lnTo>
                    <a:pt x="1969645" y="973138"/>
                  </a:lnTo>
                  <a:lnTo>
                    <a:pt x="1899301" y="973926"/>
                  </a:lnTo>
                  <a:lnTo>
                    <a:pt x="1828956" y="974712"/>
                  </a:lnTo>
                  <a:lnTo>
                    <a:pt x="1758612" y="975496"/>
                  </a:lnTo>
                  <a:lnTo>
                    <a:pt x="1688267" y="976278"/>
                  </a:lnTo>
                  <a:lnTo>
                    <a:pt x="1617923" y="977058"/>
                  </a:lnTo>
                  <a:lnTo>
                    <a:pt x="1547578" y="977835"/>
                  </a:lnTo>
                  <a:lnTo>
                    <a:pt x="1477234" y="978610"/>
                  </a:lnTo>
                  <a:lnTo>
                    <a:pt x="1406889" y="979384"/>
                  </a:lnTo>
                  <a:lnTo>
                    <a:pt x="1336545" y="980155"/>
                  </a:lnTo>
                  <a:lnTo>
                    <a:pt x="1266200" y="980923"/>
                  </a:lnTo>
                  <a:lnTo>
                    <a:pt x="1195856" y="981690"/>
                  </a:lnTo>
                  <a:lnTo>
                    <a:pt x="1125511" y="982455"/>
                  </a:lnTo>
                  <a:lnTo>
                    <a:pt x="1055167" y="983217"/>
                  </a:lnTo>
                  <a:lnTo>
                    <a:pt x="984822" y="983977"/>
                  </a:lnTo>
                  <a:lnTo>
                    <a:pt x="914478" y="984736"/>
                  </a:lnTo>
                  <a:lnTo>
                    <a:pt x="844133" y="985492"/>
                  </a:lnTo>
                  <a:lnTo>
                    <a:pt x="773789" y="986246"/>
                  </a:lnTo>
                  <a:lnTo>
                    <a:pt x="703444" y="986998"/>
                  </a:lnTo>
                  <a:lnTo>
                    <a:pt x="633100" y="987748"/>
                  </a:lnTo>
                  <a:lnTo>
                    <a:pt x="562755" y="988495"/>
                  </a:lnTo>
                  <a:lnTo>
                    <a:pt x="492411" y="989241"/>
                  </a:lnTo>
                  <a:lnTo>
                    <a:pt x="422066" y="989985"/>
                  </a:lnTo>
                  <a:lnTo>
                    <a:pt x="351722" y="990726"/>
                  </a:lnTo>
                  <a:lnTo>
                    <a:pt x="281377" y="991466"/>
                  </a:lnTo>
                  <a:lnTo>
                    <a:pt x="211033" y="992203"/>
                  </a:lnTo>
                  <a:lnTo>
                    <a:pt x="140688" y="992939"/>
                  </a:lnTo>
                  <a:lnTo>
                    <a:pt x="70344" y="993672"/>
                  </a:lnTo>
                  <a:lnTo>
                    <a:pt x="0" y="9944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496015" y="4336484"/>
              <a:ext cx="6703401" cy="957736"/>
            </a:xfrm>
            <a:custGeom>
              <a:avLst/>
              <a:pathLst>
                <a:path w="6703401" h="957736">
                  <a:moveTo>
                    <a:pt x="0" y="0"/>
                  </a:moveTo>
                  <a:lnTo>
                    <a:pt x="20674" y="12375"/>
                  </a:lnTo>
                  <a:lnTo>
                    <a:pt x="91019" y="53105"/>
                  </a:lnTo>
                  <a:lnTo>
                    <a:pt x="161363" y="92502"/>
                  </a:lnTo>
                  <a:lnTo>
                    <a:pt x="231708" y="130611"/>
                  </a:lnTo>
                  <a:lnTo>
                    <a:pt x="302052" y="167472"/>
                  </a:lnTo>
                  <a:lnTo>
                    <a:pt x="372397" y="203127"/>
                  </a:lnTo>
                  <a:lnTo>
                    <a:pt x="442741" y="237616"/>
                  </a:lnTo>
                  <a:lnTo>
                    <a:pt x="513086" y="270976"/>
                  </a:lnTo>
                  <a:lnTo>
                    <a:pt x="583430" y="303245"/>
                  </a:lnTo>
                  <a:lnTo>
                    <a:pt x="653774" y="334458"/>
                  </a:lnTo>
                  <a:lnTo>
                    <a:pt x="724119" y="364649"/>
                  </a:lnTo>
                  <a:lnTo>
                    <a:pt x="794463" y="393853"/>
                  </a:lnTo>
                  <a:lnTo>
                    <a:pt x="864808" y="422101"/>
                  </a:lnTo>
                  <a:lnTo>
                    <a:pt x="935152" y="449425"/>
                  </a:lnTo>
                  <a:lnTo>
                    <a:pt x="1005497" y="475855"/>
                  </a:lnTo>
                  <a:lnTo>
                    <a:pt x="1075841" y="501420"/>
                  </a:lnTo>
                  <a:lnTo>
                    <a:pt x="1146186" y="526149"/>
                  </a:lnTo>
                  <a:lnTo>
                    <a:pt x="1216530" y="550069"/>
                  </a:lnTo>
                  <a:lnTo>
                    <a:pt x="1286875" y="573206"/>
                  </a:lnTo>
                  <a:lnTo>
                    <a:pt x="1357219" y="595586"/>
                  </a:lnTo>
                  <a:lnTo>
                    <a:pt x="1427564" y="617233"/>
                  </a:lnTo>
                  <a:lnTo>
                    <a:pt x="1497908" y="638173"/>
                  </a:lnTo>
                  <a:lnTo>
                    <a:pt x="1568253" y="658427"/>
                  </a:lnTo>
                  <a:lnTo>
                    <a:pt x="1638597" y="678018"/>
                  </a:lnTo>
                  <a:lnTo>
                    <a:pt x="1708942" y="696969"/>
                  </a:lnTo>
                  <a:lnTo>
                    <a:pt x="1779286" y="715299"/>
                  </a:lnTo>
                  <a:lnTo>
                    <a:pt x="1849631" y="733030"/>
                  </a:lnTo>
                  <a:lnTo>
                    <a:pt x="1919975" y="750181"/>
                  </a:lnTo>
                  <a:lnTo>
                    <a:pt x="1990320" y="766770"/>
                  </a:lnTo>
                  <a:lnTo>
                    <a:pt x="2060664" y="782817"/>
                  </a:lnTo>
                  <a:lnTo>
                    <a:pt x="2131009" y="798338"/>
                  </a:lnTo>
                  <a:lnTo>
                    <a:pt x="2201353" y="813352"/>
                  </a:lnTo>
                  <a:lnTo>
                    <a:pt x="2271698" y="827875"/>
                  </a:lnTo>
                  <a:lnTo>
                    <a:pt x="2342042" y="841922"/>
                  </a:lnTo>
                  <a:lnTo>
                    <a:pt x="2412387" y="855510"/>
                  </a:lnTo>
                  <a:lnTo>
                    <a:pt x="2482731" y="868653"/>
                  </a:lnTo>
                  <a:lnTo>
                    <a:pt x="2553076" y="881366"/>
                  </a:lnTo>
                  <a:lnTo>
                    <a:pt x="2623420" y="893663"/>
                  </a:lnTo>
                  <a:lnTo>
                    <a:pt x="2693765" y="905558"/>
                  </a:lnTo>
                  <a:lnTo>
                    <a:pt x="2764109" y="917063"/>
                  </a:lnTo>
                  <a:lnTo>
                    <a:pt x="2834454" y="928192"/>
                  </a:lnTo>
                  <a:lnTo>
                    <a:pt x="2904798" y="938957"/>
                  </a:lnTo>
                  <a:lnTo>
                    <a:pt x="2975143" y="949370"/>
                  </a:lnTo>
                  <a:lnTo>
                    <a:pt x="3045487" y="957736"/>
                  </a:lnTo>
                  <a:lnTo>
                    <a:pt x="3115832" y="956903"/>
                  </a:lnTo>
                  <a:lnTo>
                    <a:pt x="3186176" y="956067"/>
                  </a:lnTo>
                  <a:lnTo>
                    <a:pt x="3256521" y="955229"/>
                  </a:lnTo>
                  <a:lnTo>
                    <a:pt x="3326865" y="954389"/>
                  </a:lnTo>
                  <a:lnTo>
                    <a:pt x="3397210" y="953546"/>
                  </a:lnTo>
                  <a:lnTo>
                    <a:pt x="3467554" y="952701"/>
                  </a:lnTo>
                  <a:lnTo>
                    <a:pt x="3537899" y="951854"/>
                  </a:lnTo>
                  <a:lnTo>
                    <a:pt x="3608243" y="951004"/>
                  </a:lnTo>
                  <a:lnTo>
                    <a:pt x="3678588" y="950152"/>
                  </a:lnTo>
                  <a:lnTo>
                    <a:pt x="3748932" y="949297"/>
                  </a:lnTo>
                  <a:lnTo>
                    <a:pt x="3819277" y="948440"/>
                  </a:lnTo>
                  <a:lnTo>
                    <a:pt x="3889621" y="947581"/>
                  </a:lnTo>
                  <a:lnTo>
                    <a:pt x="3959966" y="946719"/>
                  </a:lnTo>
                  <a:lnTo>
                    <a:pt x="4030310" y="945855"/>
                  </a:lnTo>
                  <a:lnTo>
                    <a:pt x="4100655" y="944989"/>
                  </a:lnTo>
                  <a:lnTo>
                    <a:pt x="4170999" y="944120"/>
                  </a:lnTo>
                  <a:lnTo>
                    <a:pt x="4241344" y="943249"/>
                  </a:lnTo>
                  <a:lnTo>
                    <a:pt x="4311688" y="942375"/>
                  </a:lnTo>
                  <a:lnTo>
                    <a:pt x="4382032" y="941499"/>
                  </a:lnTo>
                  <a:lnTo>
                    <a:pt x="4452377" y="940621"/>
                  </a:lnTo>
                  <a:lnTo>
                    <a:pt x="4522721" y="939740"/>
                  </a:lnTo>
                  <a:lnTo>
                    <a:pt x="4593066" y="938856"/>
                  </a:lnTo>
                  <a:lnTo>
                    <a:pt x="4663410" y="937970"/>
                  </a:lnTo>
                  <a:lnTo>
                    <a:pt x="4733755" y="937082"/>
                  </a:lnTo>
                  <a:lnTo>
                    <a:pt x="4804099" y="936191"/>
                  </a:lnTo>
                  <a:lnTo>
                    <a:pt x="4874444" y="935298"/>
                  </a:lnTo>
                  <a:lnTo>
                    <a:pt x="4944788" y="934402"/>
                  </a:lnTo>
                  <a:lnTo>
                    <a:pt x="5015133" y="933503"/>
                  </a:lnTo>
                  <a:lnTo>
                    <a:pt x="5085477" y="932603"/>
                  </a:lnTo>
                  <a:lnTo>
                    <a:pt x="5155822" y="931699"/>
                  </a:lnTo>
                  <a:lnTo>
                    <a:pt x="5226166" y="930794"/>
                  </a:lnTo>
                  <a:lnTo>
                    <a:pt x="5296511" y="929885"/>
                  </a:lnTo>
                  <a:lnTo>
                    <a:pt x="5366855" y="928974"/>
                  </a:lnTo>
                  <a:lnTo>
                    <a:pt x="5437200" y="928061"/>
                  </a:lnTo>
                  <a:lnTo>
                    <a:pt x="5507544" y="927145"/>
                  </a:lnTo>
                  <a:lnTo>
                    <a:pt x="5577889" y="926226"/>
                  </a:lnTo>
                  <a:lnTo>
                    <a:pt x="5648233" y="925305"/>
                  </a:lnTo>
                  <a:lnTo>
                    <a:pt x="5718578" y="924382"/>
                  </a:lnTo>
                  <a:lnTo>
                    <a:pt x="5788922" y="923456"/>
                  </a:lnTo>
                  <a:lnTo>
                    <a:pt x="5859267" y="922527"/>
                  </a:lnTo>
                  <a:lnTo>
                    <a:pt x="5929611" y="921595"/>
                  </a:lnTo>
                  <a:lnTo>
                    <a:pt x="5999956" y="920661"/>
                  </a:lnTo>
                  <a:lnTo>
                    <a:pt x="6070300" y="919725"/>
                  </a:lnTo>
                  <a:lnTo>
                    <a:pt x="6140645" y="918786"/>
                  </a:lnTo>
                  <a:lnTo>
                    <a:pt x="6210989" y="917844"/>
                  </a:lnTo>
                  <a:lnTo>
                    <a:pt x="6281334" y="916900"/>
                  </a:lnTo>
                  <a:lnTo>
                    <a:pt x="6351678" y="915953"/>
                  </a:lnTo>
                  <a:lnTo>
                    <a:pt x="6422023" y="915003"/>
                  </a:lnTo>
                  <a:lnTo>
                    <a:pt x="6492367" y="914051"/>
                  </a:lnTo>
                  <a:lnTo>
                    <a:pt x="6562712" y="913096"/>
                  </a:lnTo>
                  <a:lnTo>
                    <a:pt x="6633056" y="912138"/>
                  </a:lnTo>
                  <a:lnTo>
                    <a:pt x="6703401" y="911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5052"/>
              <a:ext cx="6964104" cy="245839"/>
            </a:xfrm>
            <a:custGeom>
              <a:avLst/>
              <a:pathLst>
                <a:path w="6964104" h="245839">
                  <a:moveTo>
                    <a:pt x="6964104" y="245839"/>
                  </a:moveTo>
                  <a:lnTo>
                    <a:pt x="6893760" y="244053"/>
                  </a:lnTo>
                  <a:lnTo>
                    <a:pt x="6823415" y="242207"/>
                  </a:lnTo>
                  <a:lnTo>
                    <a:pt x="6753071" y="240298"/>
                  </a:lnTo>
                  <a:lnTo>
                    <a:pt x="6682726" y="238325"/>
                  </a:lnTo>
                  <a:lnTo>
                    <a:pt x="6612382" y="236285"/>
                  </a:lnTo>
                  <a:lnTo>
                    <a:pt x="6542037" y="234176"/>
                  </a:lnTo>
                  <a:lnTo>
                    <a:pt x="6471693" y="231995"/>
                  </a:lnTo>
                  <a:lnTo>
                    <a:pt x="6401348" y="229741"/>
                  </a:lnTo>
                  <a:lnTo>
                    <a:pt x="6331004" y="227411"/>
                  </a:lnTo>
                  <a:lnTo>
                    <a:pt x="6260659" y="225002"/>
                  </a:lnTo>
                  <a:lnTo>
                    <a:pt x="6190315" y="222511"/>
                  </a:lnTo>
                  <a:lnTo>
                    <a:pt x="6119970" y="219936"/>
                  </a:lnTo>
                  <a:lnTo>
                    <a:pt x="6049626" y="217274"/>
                  </a:lnTo>
                  <a:lnTo>
                    <a:pt x="5979281" y="214522"/>
                  </a:lnTo>
                  <a:lnTo>
                    <a:pt x="5908937" y="211677"/>
                  </a:lnTo>
                  <a:lnTo>
                    <a:pt x="5838592" y="208735"/>
                  </a:lnTo>
                  <a:lnTo>
                    <a:pt x="5768248" y="205694"/>
                  </a:lnTo>
                  <a:lnTo>
                    <a:pt x="5697903" y="202550"/>
                  </a:lnTo>
                  <a:lnTo>
                    <a:pt x="5627559" y="199300"/>
                  </a:lnTo>
                  <a:lnTo>
                    <a:pt x="5557214" y="195940"/>
                  </a:lnTo>
                  <a:lnTo>
                    <a:pt x="5486870" y="192466"/>
                  </a:lnTo>
                  <a:lnTo>
                    <a:pt x="5416525" y="188875"/>
                  </a:lnTo>
                  <a:lnTo>
                    <a:pt x="5346181" y="185162"/>
                  </a:lnTo>
                  <a:lnTo>
                    <a:pt x="5275836" y="181324"/>
                  </a:lnTo>
                  <a:lnTo>
                    <a:pt x="5205492" y="177356"/>
                  </a:lnTo>
                  <a:lnTo>
                    <a:pt x="5135147" y="173254"/>
                  </a:lnTo>
                  <a:lnTo>
                    <a:pt x="5064803" y="169012"/>
                  </a:lnTo>
                  <a:lnTo>
                    <a:pt x="4994458" y="164628"/>
                  </a:lnTo>
                  <a:lnTo>
                    <a:pt x="4924114" y="160095"/>
                  </a:lnTo>
                  <a:lnTo>
                    <a:pt x="4853769" y="155409"/>
                  </a:lnTo>
                  <a:lnTo>
                    <a:pt x="4783425" y="150564"/>
                  </a:lnTo>
                  <a:lnTo>
                    <a:pt x="4713080" y="145555"/>
                  </a:lnTo>
                  <a:lnTo>
                    <a:pt x="4642736" y="140377"/>
                  </a:lnTo>
                  <a:lnTo>
                    <a:pt x="4572391" y="135024"/>
                  </a:lnTo>
                  <a:lnTo>
                    <a:pt x="4502047" y="129490"/>
                  </a:lnTo>
                  <a:lnTo>
                    <a:pt x="4431702" y="123768"/>
                  </a:lnTo>
                  <a:lnTo>
                    <a:pt x="4361358" y="117853"/>
                  </a:lnTo>
                  <a:lnTo>
                    <a:pt x="4291013" y="111738"/>
                  </a:lnTo>
                  <a:lnTo>
                    <a:pt x="4220669" y="105416"/>
                  </a:lnTo>
                  <a:lnTo>
                    <a:pt x="4150324" y="98880"/>
                  </a:lnTo>
                  <a:lnTo>
                    <a:pt x="4079980" y="92123"/>
                  </a:lnTo>
                  <a:lnTo>
                    <a:pt x="4009635" y="85138"/>
                  </a:lnTo>
                  <a:lnTo>
                    <a:pt x="3939291" y="77916"/>
                  </a:lnTo>
                  <a:lnTo>
                    <a:pt x="3868946" y="70450"/>
                  </a:lnTo>
                  <a:lnTo>
                    <a:pt x="3798602" y="62731"/>
                  </a:lnTo>
                  <a:lnTo>
                    <a:pt x="3728257" y="54752"/>
                  </a:lnTo>
                  <a:lnTo>
                    <a:pt x="3657913" y="46502"/>
                  </a:lnTo>
                  <a:lnTo>
                    <a:pt x="3587569" y="37973"/>
                  </a:lnTo>
                  <a:lnTo>
                    <a:pt x="3517224" y="29156"/>
                  </a:lnTo>
                  <a:lnTo>
                    <a:pt x="3446880" y="20041"/>
                  </a:lnTo>
                  <a:lnTo>
                    <a:pt x="3376535" y="10617"/>
                  </a:lnTo>
                  <a:lnTo>
                    <a:pt x="3306191" y="875"/>
                  </a:lnTo>
                  <a:lnTo>
                    <a:pt x="3235846" y="0"/>
                  </a:lnTo>
                  <a:lnTo>
                    <a:pt x="3165502" y="828"/>
                  </a:lnTo>
                  <a:lnTo>
                    <a:pt x="3095157" y="1655"/>
                  </a:lnTo>
                  <a:lnTo>
                    <a:pt x="3024813" y="2479"/>
                  </a:lnTo>
                  <a:lnTo>
                    <a:pt x="2954468" y="3301"/>
                  </a:lnTo>
                  <a:lnTo>
                    <a:pt x="2884124" y="4120"/>
                  </a:lnTo>
                  <a:lnTo>
                    <a:pt x="2813779" y="4938"/>
                  </a:lnTo>
                  <a:lnTo>
                    <a:pt x="2743435" y="5753"/>
                  </a:lnTo>
                  <a:lnTo>
                    <a:pt x="2673090" y="6565"/>
                  </a:lnTo>
                  <a:lnTo>
                    <a:pt x="2602746" y="7376"/>
                  </a:lnTo>
                  <a:lnTo>
                    <a:pt x="2532401" y="8184"/>
                  </a:lnTo>
                  <a:lnTo>
                    <a:pt x="2462057" y="8990"/>
                  </a:lnTo>
                  <a:lnTo>
                    <a:pt x="2391712" y="9794"/>
                  </a:lnTo>
                  <a:lnTo>
                    <a:pt x="2321368" y="10596"/>
                  </a:lnTo>
                  <a:lnTo>
                    <a:pt x="2251023" y="11395"/>
                  </a:lnTo>
                  <a:lnTo>
                    <a:pt x="2180679" y="12192"/>
                  </a:lnTo>
                  <a:lnTo>
                    <a:pt x="2110334" y="12987"/>
                  </a:lnTo>
                  <a:lnTo>
                    <a:pt x="2039990" y="13780"/>
                  </a:lnTo>
                  <a:lnTo>
                    <a:pt x="1969645" y="14570"/>
                  </a:lnTo>
                  <a:lnTo>
                    <a:pt x="1899301" y="15359"/>
                  </a:lnTo>
                  <a:lnTo>
                    <a:pt x="1828956" y="16145"/>
                  </a:lnTo>
                  <a:lnTo>
                    <a:pt x="1758612" y="16929"/>
                  </a:lnTo>
                  <a:lnTo>
                    <a:pt x="1688267" y="17710"/>
                  </a:lnTo>
                  <a:lnTo>
                    <a:pt x="1617923" y="18490"/>
                  </a:lnTo>
                  <a:lnTo>
                    <a:pt x="1547578" y="19268"/>
                  </a:lnTo>
                  <a:lnTo>
                    <a:pt x="1477234" y="20043"/>
                  </a:lnTo>
                  <a:lnTo>
                    <a:pt x="1406889" y="20816"/>
                  </a:lnTo>
                  <a:lnTo>
                    <a:pt x="1336545" y="21587"/>
                  </a:lnTo>
                  <a:lnTo>
                    <a:pt x="1266200" y="22356"/>
                  </a:lnTo>
                  <a:lnTo>
                    <a:pt x="1195856" y="23122"/>
                  </a:lnTo>
                  <a:lnTo>
                    <a:pt x="1125511" y="23887"/>
                  </a:lnTo>
                  <a:lnTo>
                    <a:pt x="1055167" y="24650"/>
                  </a:lnTo>
                  <a:lnTo>
                    <a:pt x="984822" y="25410"/>
                  </a:lnTo>
                  <a:lnTo>
                    <a:pt x="914478" y="26168"/>
                  </a:lnTo>
                  <a:lnTo>
                    <a:pt x="844133" y="26924"/>
                  </a:lnTo>
                  <a:lnTo>
                    <a:pt x="773789" y="27678"/>
                  </a:lnTo>
                  <a:lnTo>
                    <a:pt x="703444" y="28430"/>
                  </a:lnTo>
                  <a:lnTo>
                    <a:pt x="633100" y="29180"/>
                  </a:lnTo>
                  <a:lnTo>
                    <a:pt x="562755" y="29928"/>
                  </a:lnTo>
                  <a:lnTo>
                    <a:pt x="492411" y="30674"/>
                  </a:lnTo>
                  <a:lnTo>
                    <a:pt x="422066" y="31417"/>
                  </a:lnTo>
                  <a:lnTo>
                    <a:pt x="351722" y="32159"/>
                  </a:lnTo>
                  <a:lnTo>
                    <a:pt x="281377" y="32898"/>
                  </a:lnTo>
                  <a:lnTo>
                    <a:pt x="211033" y="33636"/>
                  </a:lnTo>
                  <a:lnTo>
                    <a:pt x="140688" y="34371"/>
                  </a:lnTo>
                  <a:lnTo>
                    <a:pt x="70344" y="35104"/>
                  </a:lnTo>
                  <a:lnTo>
                    <a:pt x="0" y="35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982377"/>
              <a:ext cx="6964104" cy="476148"/>
            </a:xfrm>
            <a:custGeom>
              <a:avLst/>
              <a:pathLst>
                <a:path w="6964104" h="476148">
                  <a:moveTo>
                    <a:pt x="0" y="0"/>
                  </a:moveTo>
                  <a:lnTo>
                    <a:pt x="70344" y="9248"/>
                  </a:lnTo>
                  <a:lnTo>
                    <a:pt x="140688" y="18356"/>
                  </a:lnTo>
                  <a:lnTo>
                    <a:pt x="211033" y="27326"/>
                  </a:lnTo>
                  <a:lnTo>
                    <a:pt x="281377" y="36161"/>
                  </a:lnTo>
                  <a:lnTo>
                    <a:pt x="351722" y="44862"/>
                  </a:lnTo>
                  <a:lnTo>
                    <a:pt x="422066" y="53431"/>
                  </a:lnTo>
                  <a:lnTo>
                    <a:pt x="492411" y="61871"/>
                  </a:lnTo>
                  <a:lnTo>
                    <a:pt x="562755" y="70183"/>
                  </a:lnTo>
                  <a:lnTo>
                    <a:pt x="633100" y="78369"/>
                  </a:lnTo>
                  <a:lnTo>
                    <a:pt x="703444" y="86431"/>
                  </a:lnTo>
                  <a:lnTo>
                    <a:pt x="773789" y="94372"/>
                  </a:lnTo>
                  <a:lnTo>
                    <a:pt x="844133" y="102192"/>
                  </a:lnTo>
                  <a:lnTo>
                    <a:pt x="914478" y="109894"/>
                  </a:lnTo>
                  <a:lnTo>
                    <a:pt x="984822" y="117480"/>
                  </a:lnTo>
                  <a:lnTo>
                    <a:pt x="1055167" y="124950"/>
                  </a:lnTo>
                  <a:lnTo>
                    <a:pt x="1125511" y="132308"/>
                  </a:lnTo>
                  <a:lnTo>
                    <a:pt x="1195856" y="139554"/>
                  </a:lnTo>
                  <a:lnTo>
                    <a:pt x="1266200" y="146691"/>
                  </a:lnTo>
                  <a:lnTo>
                    <a:pt x="1336545" y="153720"/>
                  </a:lnTo>
                  <a:lnTo>
                    <a:pt x="1406889" y="160643"/>
                  </a:lnTo>
                  <a:lnTo>
                    <a:pt x="1477234" y="167460"/>
                  </a:lnTo>
                  <a:lnTo>
                    <a:pt x="1547578" y="174175"/>
                  </a:lnTo>
                  <a:lnTo>
                    <a:pt x="1617923" y="180788"/>
                  </a:lnTo>
                  <a:lnTo>
                    <a:pt x="1688267" y="187301"/>
                  </a:lnTo>
                  <a:lnTo>
                    <a:pt x="1758612" y="193716"/>
                  </a:lnTo>
                  <a:lnTo>
                    <a:pt x="1828956" y="200033"/>
                  </a:lnTo>
                  <a:lnTo>
                    <a:pt x="1899301" y="206255"/>
                  </a:lnTo>
                  <a:lnTo>
                    <a:pt x="1969645" y="212383"/>
                  </a:lnTo>
                  <a:lnTo>
                    <a:pt x="2039990" y="218418"/>
                  </a:lnTo>
                  <a:lnTo>
                    <a:pt x="2110334" y="224361"/>
                  </a:lnTo>
                  <a:lnTo>
                    <a:pt x="2180679" y="230215"/>
                  </a:lnTo>
                  <a:lnTo>
                    <a:pt x="2251023" y="235980"/>
                  </a:lnTo>
                  <a:lnTo>
                    <a:pt x="2321368" y="241659"/>
                  </a:lnTo>
                  <a:lnTo>
                    <a:pt x="2391712" y="247251"/>
                  </a:lnTo>
                  <a:lnTo>
                    <a:pt x="2462057" y="252758"/>
                  </a:lnTo>
                  <a:lnTo>
                    <a:pt x="2532401" y="258182"/>
                  </a:lnTo>
                  <a:lnTo>
                    <a:pt x="2602746" y="263525"/>
                  </a:lnTo>
                  <a:lnTo>
                    <a:pt x="2673090" y="268786"/>
                  </a:lnTo>
                  <a:lnTo>
                    <a:pt x="2743435" y="273968"/>
                  </a:lnTo>
                  <a:lnTo>
                    <a:pt x="2813779" y="279071"/>
                  </a:lnTo>
                  <a:lnTo>
                    <a:pt x="2884124" y="284097"/>
                  </a:lnTo>
                  <a:lnTo>
                    <a:pt x="2954468" y="289047"/>
                  </a:lnTo>
                  <a:lnTo>
                    <a:pt x="3024813" y="293923"/>
                  </a:lnTo>
                  <a:lnTo>
                    <a:pt x="3095157" y="298724"/>
                  </a:lnTo>
                  <a:lnTo>
                    <a:pt x="3165502" y="303453"/>
                  </a:lnTo>
                  <a:lnTo>
                    <a:pt x="3235846" y="308110"/>
                  </a:lnTo>
                  <a:lnTo>
                    <a:pt x="3306191" y="312697"/>
                  </a:lnTo>
                  <a:lnTo>
                    <a:pt x="3376535" y="317215"/>
                  </a:lnTo>
                  <a:lnTo>
                    <a:pt x="3446880" y="321664"/>
                  </a:lnTo>
                  <a:lnTo>
                    <a:pt x="3517224" y="326045"/>
                  </a:lnTo>
                  <a:lnTo>
                    <a:pt x="3587569" y="330361"/>
                  </a:lnTo>
                  <a:lnTo>
                    <a:pt x="3657913" y="334611"/>
                  </a:lnTo>
                  <a:lnTo>
                    <a:pt x="3728257" y="338797"/>
                  </a:lnTo>
                  <a:lnTo>
                    <a:pt x="3798602" y="342920"/>
                  </a:lnTo>
                  <a:lnTo>
                    <a:pt x="3868946" y="346980"/>
                  </a:lnTo>
                  <a:lnTo>
                    <a:pt x="3939291" y="350979"/>
                  </a:lnTo>
                  <a:lnTo>
                    <a:pt x="4009635" y="354917"/>
                  </a:lnTo>
                  <a:lnTo>
                    <a:pt x="4079980" y="358796"/>
                  </a:lnTo>
                  <a:lnTo>
                    <a:pt x="4150324" y="362616"/>
                  </a:lnTo>
                  <a:lnTo>
                    <a:pt x="4220669" y="366378"/>
                  </a:lnTo>
                  <a:lnTo>
                    <a:pt x="4291013" y="370084"/>
                  </a:lnTo>
                  <a:lnTo>
                    <a:pt x="4361358" y="373733"/>
                  </a:lnTo>
                  <a:lnTo>
                    <a:pt x="4431702" y="377327"/>
                  </a:lnTo>
                  <a:lnTo>
                    <a:pt x="4502047" y="380867"/>
                  </a:lnTo>
                  <a:lnTo>
                    <a:pt x="4572391" y="384353"/>
                  </a:lnTo>
                  <a:lnTo>
                    <a:pt x="4642736" y="387786"/>
                  </a:lnTo>
                  <a:lnTo>
                    <a:pt x="4713080" y="391168"/>
                  </a:lnTo>
                  <a:lnTo>
                    <a:pt x="4783425" y="394498"/>
                  </a:lnTo>
                  <a:lnTo>
                    <a:pt x="4853769" y="397778"/>
                  </a:lnTo>
                  <a:lnTo>
                    <a:pt x="4924114" y="401008"/>
                  </a:lnTo>
                  <a:lnTo>
                    <a:pt x="4994458" y="404190"/>
                  </a:lnTo>
                  <a:lnTo>
                    <a:pt x="5064803" y="407323"/>
                  </a:lnTo>
                  <a:lnTo>
                    <a:pt x="5135147" y="410409"/>
                  </a:lnTo>
                  <a:lnTo>
                    <a:pt x="5205492" y="413448"/>
                  </a:lnTo>
                  <a:lnTo>
                    <a:pt x="5275836" y="416442"/>
                  </a:lnTo>
                  <a:lnTo>
                    <a:pt x="5346181" y="419390"/>
                  </a:lnTo>
                  <a:lnTo>
                    <a:pt x="5416525" y="422293"/>
                  </a:lnTo>
                  <a:lnTo>
                    <a:pt x="5486870" y="425153"/>
                  </a:lnTo>
                  <a:lnTo>
                    <a:pt x="5557214" y="427969"/>
                  </a:lnTo>
                  <a:lnTo>
                    <a:pt x="5627559" y="430742"/>
                  </a:lnTo>
                  <a:lnTo>
                    <a:pt x="5697903" y="433474"/>
                  </a:lnTo>
                  <a:lnTo>
                    <a:pt x="5768248" y="436164"/>
                  </a:lnTo>
                  <a:lnTo>
                    <a:pt x="5838592" y="438814"/>
                  </a:lnTo>
                  <a:lnTo>
                    <a:pt x="5908937" y="441423"/>
                  </a:lnTo>
                  <a:lnTo>
                    <a:pt x="5979281" y="443994"/>
                  </a:lnTo>
                  <a:lnTo>
                    <a:pt x="6049626" y="446525"/>
                  </a:lnTo>
                  <a:lnTo>
                    <a:pt x="6119970" y="449018"/>
                  </a:lnTo>
                  <a:lnTo>
                    <a:pt x="6190315" y="451473"/>
                  </a:lnTo>
                  <a:lnTo>
                    <a:pt x="6260659" y="453891"/>
                  </a:lnTo>
                  <a:lnTo>
                    <a:pt x="6331004" y="456272"/>
                  </a:lnTo>
                  <a:lnTo>
                    <a:pt x="6401348" y="458618"/>
                  </a:lnTo>
                  <a:lnTo>
                    <a:pt x="6471693" y="460928"/>
                  </a:lnTo>
                  <a:lnTo>
                    <a:pt x="6542037" y="463203"/>
                  </a:lnTo>
                  <a:lnTo>
                    <a:pt x="6612382" y="465443"/>
                  </a:lnTo>
                  <a:lnTo>
                    <a:pt x="6682726" y="467650"/>
                  </a:lnTo>
                  <a:lnTo>
                    <a:pt x="6753071" y="469823"/>
                  </a:lnTo>
                  <a:lnTo>
                    <a:pt x="6823415" y="471964"/>
                  </a:lnTo>
                  <a:lnTo>
                    <a:pt x="6893760" y="474072"/>
                  </a:lnTo>
                  <a:lnTo>
                    <a:pt x="6964104" y="476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2026-07-22T07:57:26Z</dcterms:modified>
  <cp:category/>
</cp:coreProperties>
</file>