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499253"/>
            </a:xfrm>
            <a:custGeom>
              <a:avLst/>
              <a:pathLst>
                <a:path w="7403783" h="3499253">
                  <a:moveTo>
                    <a:pt x="101168" y="0"/>
                  </a:moveTo>
                  <a:lnTo>
                    <a:pt x="123691" y="35955"/>
                  </a:lnTo>
                  <a:lnTo>
                    <a:pt x="200323" y="154291"/>
                  </a:lnTo>
                  <a:lnTo>
                    <a:pt x="276956" y="268755"/>
                  </a:lnTo>
                  <a:lnTo>
                    <a:pt x="353588" y="379474"/>
                  </a:lnTo>
                  <a:lnTo>
                    <a:pt x="430221" y="486570"/>
                  </a:lnTo>
                  <a:lnTo>
                    <a:pt x="506853" y="590162"/>
                  </a:lnTo>
                  <a:lnTo>
                    <a:pt x="583486" y="690364"/>
                  </a:lnTo>
                  <a:lnTo>
                    <a:pt x="660118" y="787288"/>
                  </a:lnTo>
                  <a:lnTo>
                    <a:pt x="736751" y="881041"/>
                  </a:lnTo>
                  <a:lnTo>
                    <a:pt x="813384" y="971726"/>
                  </a:lnTo>
                  <a:lnTo>
                    <a:pt x="890016" y="1059444"/>
                  </a:lnTo>
                  <a:lnTo>
                    <a:pt x="966649" y="1144292"/>
                  </a:lnTo>
                  <a:lnTo>
                    <a:pt x="1043281" y="1226363"/>
                  </a:lnTo>
                  <a:lnTo>
                    <a:pt x="1119914" y="1305750"/>
                  </a:lnTo>
                  <a:lnTo>
                    <a:pt x="1196546" y="1382539"/>
                  </a:lnTo>
                  <a:lnTo>
                    <a:pt x="1273179" y="1456815"/>
                  </a:lnTo>
                  <a:lnTo>
                    <a:pt x="1349811" y="1528661"/>
                  </a:lnTo>
                  <a:lnTo>
                    <a:pt x="1426444" y="1598157"/>
                  </a:lnTo>
                  <a:lnTo>
                    <a:pt x="1503076" y="1665378"/>
                  </a:lnTo>
                  <a:lnTo>
                    <a:pt x="1579709" y="1730400"/>
                  </a:lnTo>
                  <a:lnTo>
                    <a:pt x="1656342" y="1793295"/>
                  </a:lnTo>
                  <a:lnTo>
                    <a:pt x="1732974" y="1854132"/>
                  </a:lnTo>
                  <a:lnTo>
                    <a:pt x="1809607" y="1912978"/>
                  </a:lnTo>
                  <a:lnTo>
                    <a:pt x="1886239" y="1969898"/>
                  </a:lnTo>
                  <a:lnTo>
                    <a:pt x="1962872" y="2024957"/>
                  </a:lnTo>
                  <a:lnTo>
                    <a:pt x="2039504" y="2078214"/>
                  </a:lnTo>
                  <a:lnTo>
                    <a:pt x="2116137" y="2129728"/>
                  </a:lnTo>
                  <a:lnTo>
                    <a:pt x="2192769" y="2179557"/>
                  </a:lnTo>
                  <a:lnTo>
                    <a:pt x="2269402" y="2227755"/>
                  </a:lnTo>
                  <a:lnTo>
                    <a:pt x="2346034" y="2274377"/>
                  </a:lnTo>
                  <a:lnTo>
                    <a:pt x="2422667" y="2319473"/>
                  </a:lnTo>
                  <a:lnTo>
                    <a:pt x="2499300" y="2363093"/>
                  </a:lnTo>
                  <a:lnTo>
                    <a:pt x="2575932" y="2405287"/>
                  </a:lnTo>
                  <a:lnTo>
                    <a:pt x="2652565" y="2446099"/>
                  </a:lnTo>
                  <a:lnTo>
                    <a:pt x="2729197" y="2485577"/>
                  </a:lnTo>
                  <a:lnTo>
                    <a:pt x="2805830" y="2523762"/>
                  </a:lnTo>
                  <a:lnTo>
                    <a:pt x="2882462" y="2560699"/>
                  </a:lnTo>
                  <a:lnTo>
                    <a:pt x="2959095" y="2596426"/>
                  </a:lnTo>
                  <a:lnTo>
                    <a:pt x="3035727" y="2630985"/>
                  </a:lnTo>
                  <a:lnTo>
                    <a:pt x="3112360" y="2664413"/>
                  </a:lnTo>
                  <a:lnTo>
                    <a:pt x="3188993" y="2696747"/>
                  </a:lnTo>
                  <a:lnTo>
                    <a:pt x="3265625" y="2728024"/>
                  </a:lnTo>
                  <a:lnTo>
                    <a:pt x="3342258" y="2758277"/>
                  </a:lnTo>
                  <a:lnTo>
                    <a:pt x="3418890" y="2782583"/>
                  </a:lnTo>
                  <a:lnTo>
                    <a:pt x="3495523" y="2780162"/>
                  </a:lnTo>
                  <a:lnTo>
                    <a:pt x="3572155" y="2777734"/>
                  </a:lnTo>
                  <a:lnTo>
                    <a:pt x="3648788" y="2775299"/>
                  </a:lnTo>
                  <a:lnTo>
                    <a:pt x="3725420" y="2772858"/>
                  </a:lnTo>
                  <a:lnTo>
                    <a:pt x="3802053" y="2770409"/>
                  </a:lnTo>
                  <a:lnTo>
                    <a:pt x="3878685" y="2767954"/>
                  </a:lnTo>
                  <a:lnTo>
                    <a:pt x="3955318" y="2765492"/>
                  </a:lnTo>
                  <a:lnTo>
                    <a:pt x="4031951" y="2763023"/>
                  </a:lnTo>
                  <a:lnTo>
                    <a:pt x="4108583" y="2760548"/>
                  </a:lnTo>
                  <a:lnTo>
                    <a:pt x="4185216" y="2758065"/>
                  </a:lnTo>
                  <a:lnTo>
                    <a:pt x="4261848" y="2755576"/>
                  </a:lnTo>
                  <a:lnTo>
                    <a:pt x="4338481" y="2753079"/>
                  </a:lnTo>
                  <a:lnTo>
                    <a:pt x="4415113" y="2750576"/>
                  </a:lnTo>
                  <a:lnTo>
                    <a:pt x="4491746" y="2748065"/>
                  </a:lnTo>
                  <a:lnTo>
                    <a:pt x="4568378" y="2745548"/>
                  </a:lnTo>
                  <a:lnTo>
                    <a:pt x="4645011" y="2743024"/>
                  </a:lnTo>
                  <a:lnTo>
                    <a:pt x="4721644" y="2740492"/>
                  </a:lnTo>
                  <a:lnTo>
                    <a:pt x="4798276" y="2737954"/>
                  </a:lnTo>
                  <a:lnTo>
                    <a:pt x="4874909" y="2735409"/>
                  </a:lnTo>
                  <a:lnTo>
                    <a:pt x="4951541" y="2732856"/>
                  </a:lnTo>
                  <a:lnTo>
                    <a:pt x="5028174" y="2730296"/>
                  </a:lnTo>
                  <a:lnTo>
                    <a:pt x="5104806" y="2727730"/>
                  </a:lnTo>
                  <a:lnTo>
                    <a:pt x="5181439" y="2725156"/>
                  </a:lnTo>
                  <a:lnTo>
                    <a:pt x="5258071" y="2722575"/>
                  </a:lnTo>
                  <a:lnTo>
                    <a:pt x="5334704" y="2719986"/>
                  </a:lnTo>
                  <a:lnTo>
                    <a:pt x="5411336" y="2717391"/>
                  </a:lnTo>
                  <a:lnTo>
                    <a:pt x="5487969" y="2714788"/>
                  </a:lnTo>
                  <a:lnTo>
                    <a:pt x="5564602" y="2712178"/>
                  </a:lnTo>
                  <a:lnTo>
                    <a:pt x="5641234" y="2709561"/>
                  </a:lnTo>
                  <a:lnTo>
                    <a:pt x="5717867" y="2706937"/>
                  </a:lnTo>
                  <a:lnTo>
                    <a:pt x="5794499" y="2704305"/>
                  </a:lnTo>
                  <a:lnTo>
                    <a:pt x="5871132" y="2701666"/>
                  </a:lnTo>
                  <a:lnTo>
                    <a:pt x="5947764" y="2699019"/>
                  </a:lnTo>
                  <a:lnTo>
                    <a:pt x="6024397" y="2696366"/>
                  </a:lnTo>
                  <a:lnTo>
                    <a:pt x="6101029" y="2693704"/>
                  </a:lnTo>
                  <a:lnTo>
                    <a:pt x="6177662" y="2691036"/>
                  </a:lnTo>
                  <a:lnTo>
                    <a:pt x="6254294" y="2688360"/>
                  </a:lnTo>
                  <a:lnTo>
                    <a:pt x="6330927" y="2685676"/>
                  </a:lnTo>
                  <a:lnTo>
                    <a:pt x="6407560" y="2682985"/>
                  </a:lnTo>
                  <a:lnTo>
                    <a:pt x="6484192" y="2680287"/>
                  </a:lnTo>
                  <a:lnTo>
                    <a:pt x="6560825" y="2677581"/>
                  </a:lnTo>
                  <a:lnTo>
                    <a:pt x="6637457" y="2674868"/>
                  </a:lnTo>
                  <a:lnTo>
                    <a:pt x="6714090" y="2672147"/>
                  </a:lnTo>
                  <a:lnTo>
                    <a:pt x="6790722" y="2669418"/>
                  </a:lnTo>
                  <a:lnTo>
                    <a:pt x="6867355" y="2666682"/>
                  </a:lnTo>
                  <a:lnTo>
                    <a:pt x="6943987" y="2663938"/>
                  </a:lnTo>
                  <a:lnTo>
                    <a:pt x="7020620" y="2661187"/>
                  </a:lnTo>
                  <a:lnTo>
                    <a:pt x="7097253" y="2658427"/>
                  </a:lnTo>
                  <a:lnTo>
                    <a:pt x="7173885" y="2655661"/>
                  </a:lnTo>
                  <a:lnTo>
                    <a:pt x="7250518" y="2652886"/>
                  </a:lnTo>
                  <a:lnTo>
                    <a:pt x="7327150" y="2650104"/>
                  </a:lnTo>
                  <a:lnTo>
                    <a:pt x="7403783" y="2647314"/>
                  </a:lnTo>
                  <a:lnTo>
                    <a:pt x="7403783" y="3499253"/>
                  </a:lnTo>
                  <a:lnTo>
                    <a:pt x="7327150" y="3494065"/>
                  </a:lnTo>
                  <a:lnTo>
                    <a:pt x="7250518" y="3488700"/>
                  </a:lnTo>
                  <a:lnTo>
                    <a:pt x="7173885" y="3483155"/>
                  </a:lnTo>
                  <a:lnTo>
                    <a:pt x="7097253" y="3477422"/>
                  </a:lnTo>
                  <a:lnTo>
                    <a:pt x="7020620" y="3471495"/>
                  </a:lnTo>
                  <a:lnTo>
                    <a:pt x="6943987" y="3465367"/>
                  </a:lnTo>
                  <a:lnTo>
                    <a:pt x="6867355" y="3459032"/>
                  </a:lnTo>
                  <a:lnTo>
                    <a:pt x="6790722" y="3452483"/>
                  </a:lnTo>
                  <a:lnTo>
                    <a:pt x="6714090" y="3445713"/>
                  </a:lnTo>
                  <a:lnTo>
                    <a:pt x="6637457" y="3438713"/>
                  </a:lnTo>
                  <a:lnTo>
                    <a:pt x="6560825" y="3431476"/>
                  </a:lnTo>
                  <a:lnTo>
                    <a:pt x="6484192" y="3423995"/>
                  </a:lnTo>
                  <a:lnTo>
                    <a:pt x="6407560" y="3416261"/>
                  </a:lnTo>
                  <a:lnTo>
                    <a:pt x="6330927" y="3408265"/>
                  </a:lnTo>
                  <a:lnTo>
                    <a:pt x="6254294" y="3399999"/>
                  </a:lnTo>
                  <a:lnTo>
                    <a:pt x="6177662" y="3391453"/>
                  </a:lnTo>
                  <a:lnTo>
                    <a:pt x="6101029" y="3382618"/>
                  </a:lnTo>
                  <a:lnTo>
                    <a:pt x="6024397" y="3373484"/>
                  </a:lnTo>
                  <a:lnTo>
                    <a:pt x="5947764" y="3364041"/>
                  </a:lnTo>
                  <a:lnTo>
                    <a:pt x="5871132" y="3354278"/>
                  </a:lnTo>
                  <a:lnTo>
                    <a:pt x="5794499" y="3344186"/>
                  </a:lnTo>
                  <a:lnTo>
                    <a:pt x="5717867" y="3333752"/>
                  </a:lnTo>
                  <a:lnTo>
                    <a:pt x="5641234" y="3322965"/>
                  </a:lnTo>
                  <a:lnTo>
                    <a:pt x="5564602" y="3311813"/>
                  </a:lnTo>
                  <a:lnTo>
                    <a:pt x="5487969" y="3300284"/>
                  </a:lnTo>
                  <a:lnTo>
                    <a:pt x="5411336" y="3288365"/>
                  </a:lnTo>
                  <a:lnTo>
                    <a:pt x="5334704" y="3276043"/>
                  </a:lnTo>
                  <a:lnTo>
                    <a:pt x="5258071" y="3263304"/>
                  </a:lnTo>
                  <a:lnTo>
                    <a:pt x="5181439" y="3250135"/>
                  </a:lnTo>
                  <a:lnTo>
                    <a:pt x="5104806" y="3236519"/>
                  </a:lnTo>
                  <a:lnTo>
                    <a:pt x="5028174" y="3222443"/>
                  </a:lnTo>
                  <a:lnTo>
                    <a:pt x="4951541" y="3207891"/>
                  </a:lnTo>
                  <a:lnTo>
                    <a:pt x="4874909" y="3192847"/>
                  </a:lnTo>
                  <a:lnTo>
                    <a:pt x="4798276" y="3177294"/>
                  </a:lnTo>
                  <a:lnTo>
                    <a:pt x="4721644" y="3161215"/>
                  </a:lnTo>
                  <a:lnTo>
                    <a:pt x="4645011" y="3144592"/>
                  </a:lnTo>
                  <a:lnTo>
                    <a:pt x="4568378" y="3127406"/>
                  </a:lnTo>
                  <a:lnTo>
                    <a:pt x="4491746" y="3109640"/>
                  </a:lnTo>
                  <a:lnTo>
                    <a:pt x="4415113" y="3091272"/>
                  </a:lnTo>
                  <a:lnTo>
                    <a:pt x="4338481" y="3072283"/>
                  </a:lnTo>
                  <a:lnTo>
                    <a:pt x="4261848" y="3052651"/>
                  </a:lnTo>
                  <a:lnTo>
                    <a:pt x="4185216" y="3032356"/>
                  </a:lnTo>
                  <a:lnTo>
                    <a:pt x="4108583" y="3011374"/>
                  </a:lnTo>
                  <a:lnTo>
                    <a:pt x="4031951" y="2989682"/>
                  </a:lnTo>
                  <a:lnTo>
                    <a:pt x="3955318" y="2967257"/>
                  </a:lnTo>
                  <a:lnTo>
                    <a:pt x="3878685" y="2944073"/>
                  </a:lnTo>
                  <a:lnTo>
                    <a:pt x="3802053" y="2920105"/>
                  </a:lnTo>
                  <a:lnTo>
                    <a:pt x="3725420" y="2895326"/>
                  </a:lnTo>
                  <a:lnTo>
                    <a:pt x="3648788" y="2869709"/>
                  </a:lnTo>
                  <a:lnTo>
                    <a:pt x="3572155" y="2843225"/>
                  </a:lnTo>
                  <a:lnTo>
                    <a:pt x="3495523" y="2815846"/>
                  </a:lnTo>
                  <a:lnTo>
                    <a:pt x="3418890" y="2787540"/>
                  </a:lnTo>
                  <a:lnTo>
                    <a:pt x="3342258" y="2784998"/>
                  </a:lnTo>
                  <a:lnTo>
                    <a:pt x="3265625" y="2787405"/>
                  </a:lnTo>
                  <a:lnTo>
                    <a:pt x="3188993" y="2789807"/>
                  </a:lnTo>
                  <a:lnTo>
                    <a:pt x="3112360" y="2792201"/>
                  </a:lnTo>
                  <a:lnTo>
                    <a:pt x="3035727" y="2794589"/>
                  </a:lnTo>
                  <a:lnTo>
                    <a:pt x="2959095" y="2796970"/>
                  </a:lnTo>
                  <a:lnTo>
                    <a:pt x="2882462" y="2799345"/>
                  </a:lnTo>
                  <a:lnTo>
                    <a:pt x="2805830" y="2801713"/>
                  </a:lnTo>
                  <a:lnTo>
                    <a:pt x="2729197" y="2804074"/>
                  </a:lnTo>
                  <a:lnTo>
                    <a:pt x="2652565" y="2806429"/>
                  </a:lnTo>
                  <a:lnTo>
                    <a:pt x="2575932" y="2808777"/>
                  </a:lnTo>
                  <a:lnTo>
                    <a:pt x="2499300" y="2811119"/>
                  </a:lnTo>
                  <a:lnTo>
                    <a:pt x="2422667" y="2813455"/>
                  </a:lnTo>
                  <a:lnTo>
                    <a:pt x="2346034" y="2815784"/>
                  </a:lnTo>
                  <a:lnTo>
                    <a:pt x="2269402" y="2818106"/>
                  </a:lnTo>
                  <a:lnTo>
                    <a:pt x="2192769" y="2820422"/>
                  </a:lnTo>
                  <a:lnTo>
                    <a:pt x="2116137" y="2822731"/>
                  </a:lnTo>
                  <a:lnTo>
                    <a:pt x="2039504" y="2825035"/>
                  </a:lnTo>
                  <a:lnTo>
                    <a:pt x="1962872" y="2827331"/>
                  </a:lnTo>
                  <a:lnTo>
                    <a:pt x="1886239" y="2829622"/>
                  </a:lnTo>
                  <a:lnTo>
                    <a:pt x="1809607" y="2831906"/>
                  </a:lnTo>
                  <a:lnTo>
                    <a:pt x="1732974" y="2834183"/>
                  </a:lnTo>
                  <a:lnTo>
                    <a:pt x="1656342" y="2836455"/>
                  </a:lnTo>
                  <a:lnTo>
                    <a:pt x="1579709" y="2838720"/>
                  </a:lnTo>
                  <a:lnTo>
                    <a:pt x="1503076" y="2840978"/>
                  </a:lnTo>
                  <a:lnTo>
                    <a:pt x="1426444" y="2843231"/>
                  </a:lnTo>
                  <a:lnTo>
                    <a:pt x="1349811" y="2845477"/>
                  </a:lnTo>
                  <a:lnTo>
                    <a:pt x="1273179" y="2847717"/>
                  </a:lnTo>
                  <a:lnTo>
                    <a:pt x="1196546" y="2849951"/>
                  </a:lnTo>
                  <a:lnTo>
                    <a:pt x="1119914" y="2852178"/>
                  </a:lnTo>
                  <a:lnTo>
                    <a:pt x="1043281" y="2854400"/>
                  </a:lnTo>
                  <a:lnTo>
                    <a:pt x="966649" y="2856615"/>
                  </a:lnTo>
                  <a:lnTo>
                    <a:pt x="890016" y="2858824"/>
                  </a:lnTo>
                  <a:lnTo>
                    <a:pt x="813384" y="2861027"/>
                  </a:lnTo>
                  <a:lnTo>
                    <a:pt x="736751" y="2863224"/>
                  </a:lnTo>
                  <a:lnTo>
                    <a:pt x="660118" y="2865415"/>
                  </a:lnTo>
                  <a:lnTo>
                    <a:pt x="583486" y="2867599"/>
                  </a:lnTo>
                  <a:lnTo>
                    <a:pt x="506853" y="2869778"/>
                  </a:lnTo>
                  <a:lnTo>
                    <a:pt x="430221" y="2871951"/>
                  </a:lnTo>
                  <a:lnTo>
                    <a:pt x="353588" y="2874117"/>
                  </a:lnTo>
                  <a:lnTo>
                    <a:pt x="276956" y="2876278"/>
                  </a:lnTo>
                  <a:lnTo>
                    <a:pt x="200323" y="2878432"/>
                  </a:lnTo>
                  <a:lnTo>
                    <a:pt x="123691" y="2880581"/>
                  </a:lnTo>
                  <a:lnTo>
                    <a:pt x="47058" y="2882723"/>
                  </a:lnTo>
                  <a:lnTo>
                    <a:pt x="0" y="28840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1896563"/>
              <a:ext cx="7302614" cy="2782583"/>
            </a:xfrm>
            <a:custGeom>
              <a:avLst/>
              <a:pathLst>
                <a:path w="7302614" h="2782583">
                  <a:moveTo>
                    <a:pt x="0" y="0"/>
                  </a:moveTo>
                  <a:lnTo>
                    <a:pt x="22522" y="35955"/>
                  </a:lnTo>
                  <a:lnTo>
                    <a:pt x="99155" y="154291"/>
                  </a:lnTo>
                  <a:lnTo>
                    <a:pt x="175787" y="268755"/>
                  </a:lnTo>
                  <a:lnTo>
                    <a:pt x="252420" y="379474"/>
                  </a:lnTo>
                  <a:lnTo>
                    <a:pt x="329052" y="486570"/>
                  </a:lnTo>
                  <a:lnTo>
                    <a:pt x="405685" y="590162"/>
                  </a:lnTo>
                  <a:lnTo>
                    <a:pt x="482317" y="690364"/>
                  </a:lnTo>
                  <a:lnTo>
                    <a:pt x="558950" y="787288"/>
                  </a:lnTo>
                  <a:lnTo>
                    <a:pt x="635583" y="881041"/>
                  </a:lnTo>
                  <a:lnTo>
                    <a:pt x="712215" y="971726"/>
                  </a:lnTo>
                  <a:lnTo>
                    <a:pt x="788848" y="1059444"/>
                  </a:lnTo>
                  <a:lnTo>
                    <a:pt x="865480" y="1144292"/>
                  </a:lnTo>
                  <a:lnTo>
                    <a:pt x="942113" y="1226363"/>
                  </a:lnTo>
                  <a:lnTo>
                    <a:pt x="1018745" y="1305750"/>
                  </a:lnTo>
                  <a:lnTo>
                    <a:pt x="1095378" y="1382539"/>
                  </a:lnTo>
                  <a:lnTo>
                    <a:pt x="1172010" y="1456815"/>
                  </a:lnTo>
                  <a:lnTo>
                    <a:pt x="1248643" y="1528661"/>
                  </a:lnTo>
                  <a:lnTo>
                    <a:pt x="1325275" y="1598157"/>
                  </a:lnTo>
                  <a:lnTo>
                    <a:pt x="1401908" y="1665378"/>
                  </a:lnTo>
                  <a:lnTo>
                    <a:pt x="1478541" y="1730400"/>
                  </a:lnTo>
                  <a:lnTo>
                    <a:pt x="1555173" y="1793295"/>
                  </a:lnTo>
                  <a:lnTo>
                    <a:pt x="1631806" y="1854132"/>
                  </a:lnTo>
                  <a:lnTo>
                    <a:pt x="1708438" y="1912978"/>
                  </a:lnTo>
                  <a:lnTo>
                    <a:pt x="1785071" y="1969898"/>
                  </a:lnTo>
                  <a:lnTo>
                    <a:pt x="1861703" y="2024957"/>
                  </a:lnTo>
                  <a:lnTo>
                    <a:pt x="1938336" y="2078214"/>
                  </a:lnTo>
                  <a:lnTo>
                    <a:pt x="2014968" y="2129728"/>
                  </a:lnTo>
                  <a:lnTo>
                    <a:pt x="2091601" y="2179557"/>
                  </a:lnTo>
                  <a:lnTo>
                    <a:pt x="2168234" y="2227755"/>
                  </a:lnTo>
                  <a:lnTo>
                    <a:pt x="2244866" y="2274377"/>
                  </a:lnTo>
                  <a:lnTo>
                    <a:pt x="2321499" y="2319473"/>
                  </a:lnTo>
                  <a:lnTo>
                    <a:pt x="2398131" y="2363093"/>
                  </a:lnTo>
                  <a:lnTo>
                    <a:pt x="2474764" y="2405287"/>
                  </a:lnTo>
                  <a:lnTo>
                    <a:pt x="2551396" y="2446099"/>
                  </a:lnTo>
                  <a:lnTo>
                    <a:pt x="2628029" y="2485577"/>
                  </a:lnTo>
                  <a:lnTo>
                    <a:pt x="2704661" y="2523762"/>
                  </a:lnTo>
                  <a:lnTo>
                    <a:pt x="2781294" y="2560699"/>
                  </a:lnTo>
                  <a:lnTo>
                    <a:pt x="2857926" y="2596426"/>
                  </a:lnTo>
                  <a:lnTo>
                    <a:pt x="2934559" y="2630985"/>
                  </a:lnTo>
                  <a:lnTo>
                    <a:pt x="3011192" y="2664413"/>
                  </a:lnTo>
                  <a:lnTo>
                    <a:pt x="3087824" y="2696747"/>
                  </a:lnTo>
                  <a:lnTo>
                    <a:pt x="3164457" y="2728024"/>
                  </a:lnTo>
                  <a:lnTo>
                    <a:pt x="3241089" y="2758277"/>
                  </a:lnTo>
                  <a:lnTo>
                    <a:pt x="3317722" y="2782583"/>
                  </a:lnTo>
                  <a:lnTo>
                    <a:pt x="3394354" y="2780162"/>
                  </a:lnTo>
                  <a:lnTo>
                    <a:pt x="3470987" y="2777734"/>
                  </a:lnTo>
                  <a:lnTo>
                    <a:pt x="3547619" y="2775299"/>
                  </a:lnTo>
                  <a:lnTo>
                    <a:pt x="3624252" y="2772858"/>
                  </a:lnTo>
                  <a:lnTo>
                    <a:pt x="3700885" y="2770409"/>
                  </a:lnTo>
                  <a:lnTo>
                    <a:pt x="3777517" y="2767954"/>
                  </a:lnTo>
                  <a:lnTo>
                    <a:pt x="3854150" y="2765492"/>
                  </a:lnTo>
                  <a:lnTo>
                    <a:pt x="3930782" y="2763023"/>
                  </a:lnTo>
                  <a:lnTo>
                    <a:pt x="4007415" y="2760548"/>
                  </a:lnTo>
                  <a:lnTo>
                    <a:pt x="4084047" y="2758065"/>
                  </a:lnTo>
                  <a:lnTo>
                    <a:pt x="4160680" y="2755576"/>
                  </a:lnTo>
                  <a:lnTo>
                    <a:pt x="4237312" y="2753079"/>
                  </a:lnTo>
                  <a:lnTo>
                    <a:pt x="4313945" y="2750576"/>
                  </a:lnTo>
                  <a:lnTo>
                    <a:pt x="4390577" y="2748065"/>
                  </a:lnTo>
                  <a:lnTo>
                    <a:pt x="4467210" y="2745548"/>
                  </a:lnTo>
                  <a:lnTo>
                    <a:pt x="4543843" y="2743024"/>
                  </a:lnTo>
                  <a:lnTo>
                    <a:pt x="4620475" y="2740492"/>
                  </a:lnTo>
                  <a:lnTo>
                    <a:pt x="4697108" y="2737954"/>
                  </a:lnTo>
                  <a:lnTo>
                    <a:pt x="4773740" y="2735409"/>
                  </a:lnTo>
                  <a:lnTo>
                    <a:pt x="4850373" y="2732856"/>
                  </a:lnTo>
                  <a:lnTo>
                    <a:pt x="4927005" y="2730296"/>
                  </a:lnTo>
                  <a:lnTo>
                    <a:pt x="5003638" y="2727730"/>
                  </a:lnTo>
                  <a:lnTo>
                    <a:pt x="5080270" y="2725156"/>
                  </a:lnTo>
                  <a:lnTo>
                    <a:pt x="5156903" y="2722575"/>
                  </a:lnTo>
                  <a:lnTo>
                    <a:pt x="5233535" y="2719986"/>
                  </a:lnTo>
                  <a:lnTo>
                    <a:pt x="5310168" y="2717391"/>
                  </a:lnTo>
                  <a:lnTo>
                    <a:pt x="5386801" y="2714788"/>
                  </a:lnTo>
                  <a:lnTo>
                    <a:pt x="5463433" y="2712178"/>
                  </a:lnTo>
                  <a:lnTo>
                    <a:pt x="5540066" y="2709561"/>
                  </a:lnTo>
                  <a:lnTo>
                    <a:pt x="5616698" y="2706937"/>
                  </a:lnTo>
                  <a:lnTo>
                    <a:pt x="5693331" y="2704305"/>
                  </a:lnTo>
                  <a:lnTo>
                    <a:pt x="5769963" y="2701666"/>
                  </a:lnTo>
                  <a:lnTo>
                    <a:pt x="5846596" y="2699019"/>
                  </a:lnTo>
                  <a:lnTo>
                    <a:pt x="5923228" y="2696366"/>
                  </a:lnTo>
                  <a:lnTo>
                    <a:pt x="5999861" y="2693704"/>
                  </a:lnTo>
                  <a:lnTo>
                    <a:pt x="6076494" y="2691036"/>
                  </a:lnTo>
                  <a:lnTo>
                    <a:pt x="6153126" y="2688360"/>
                  </a:lnTo>
                  <a:lnTo>
                    <a:pt x="6229759" y="2685676"/>
                  </a:lnTo>
                  <a:lnTo>
                    <a:pt x="6306391" y="2682985"/>
                  </a:lnTo>
                  <a:lnTo>
                    <a:pt x="6383024" y="2680287"/>
                  </a:lnTo>
                  <a:lnTo>
                    <a:pt x="6459656" y="2677581"/>
                  </a:lnTo>
                  <a:lnTo>
                    <a:pt x="6536289" y="2674868"/>
                  </a:lnTo>
                  <a:lnTo>
                    <a:pt x="6612921" y="2672147"/>
                  </a:lnTo>
                  <a:lnTo>
                    <a:pt x="6689554" y="2669418"/>
                  </a:lnTo>
                  <a:lnTo>
                    <a:pt x="6766186" y="2666682"/>
                  </a:lnTo>
                  <a:lnTo>
                    <a:pt x="6842819" y="2663938"/>
                  </a:lnTo>
                  <a:lnTo>
                    <a:pt x="6919452" y="2661187"/>
                  </a:lnTo>
                  <a:lnTo>
                    <a:pt x="6996084" y="2658427"/>
                  </a:lnTo>
                  <a:lnTo>
                    <a:pt x="7072717" y="2655661"/>
                  </a:lnTo>
                  <a:lnTo>
                    <a:pt x="7149349" y="2652886"/>
                  </a:lnTo>
                  <a:lnTo>
                    <a:pt x="7225982" y="2650104"/>
                  </a:lnTo>
                  <a:lnTo>
                    <a:pt x="7302614" y="26473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561"/>
              <a:ext cx="7403783" cy="714255"/>
            </a:xfrm>
            <a:custGeom>
              <a:avLst/>
              <a:pathLst>
                <a:path w="7403783" h="714255">
                  <a:moveTo>
                    <a:pt x="7403783" y="714255"/>
                  </a:moveTo>
                  <a:lnTo>
                    <a:pt x="7327150" y="709067"/>
                  </a:lnTo>
                  <a:lnTo>
                    <a:pt x="7250518" y="703702"/>
                  </a:lnTo>
                  <a:lnTo>
                    <a:pt x="7173885" y="698157"/>
                  </a:lnTo>
                  <a:lnTo>
                    <a:pt x="7097253" y="692424"/>
                  </a:lnTo>
                  <a:lnTo>
                    <a:pt x="7020620" y="686497"/>
                  </a:lnTo>
                  <a:lnTo>
                    <a:pt x="6943987" y="680369"/>
                  </a:lnTo>
                  <a:lnTo>
                    <a:pt x="6867355" y="674034"/>
                  </a:lnTo>
                  <a:lnTo>
                    <a:pt x="6790722" y="667485"/>
                  </a:lnTo>
                  <a:lnTo>
                    <a:pt x="6714090" y="660714"/>
                  </a:lnTo>
                  <a:lnTo>
                    <a:pt x="6637457" y="653715"/>
                  </a:lnTo>
                  <a:lnTo>
                    <a:pt x="6560825" y="646478"/>
                  </a:lnTo>
                  <a:lnTo>
                    <a:pt x="6484192" y="638997"/>
                  </a:lnTo>
                  <a:lnTo>
                    <a:pt x="6407560" y="631263"/>
                  </a:lnTo>
                  <a:lnTo>
                    <a:pt x="6330927" y="623267"/>
                  </a:lnTo>
                  <a:lnTo>
                    <a:pt x="6254294" y="615001"/>
                  </a:lnTo>
                  <a:lnTo>
                    <a:pt x="6177662" y="606455"/>
                  </a:lnTo>
                  <a:lnTo>
                    <a:pt x="6101029" y="597620"/>
                  </a:lnTo>
                  <a:lnTo>
                    <a:pt x="6024397" y="588486"/>
                  </a:lnTo>
                  <a:lnTo>
                    <a:pt x="5947764" y="579043"/>
                  </a:lnTo>
                  <a:lnTo>
                    <a:pt x="5871132" y="569280"/>
                  </a:lnTo>
                  <a:lnTo>
                    <a:pt x="5794499" y="559188"/>
                  </a:lnTo>
                  <a:lnTo>
                    <a:pt x="5717867" y="548754"/>
                  </a:lnTo>
                  <a:lnTo>
                    <a:pt x="5641234" y="537967"/>
                  </a:lnTo>
                  <a:lnTo>
                    <a:pt x="5564602" y="526815"/>
                  </a:lnTo>
                  <a:lnTo>
                    <a:pt x="5487969" y="515286"/>
                  </a:lnTo>
                  <a:lnTo>
                    <a:pt x="5411336" y="503367"/>
                  </a:lnTo>
                  <a:lnTo>
                    <a:pt x="5334704" y="491045"/>
                  </a:lnTo>
                  <a:lnTo>
                    <a:pt x="5258071" y="478306"/>
                  </a:lnTo>
                  <a:lnTo>
                    <a:pt x="5181439" y="465137"/>
                  </a:lnTo>
                  <a:lnTo>
                    <a:pt x="5104806" y="451521"/>
                  </a:lnTo>
                  <a:lnTo>
                    <a:pt x="5028174" y="437445"/>
                  </a:lnTo>
                  <a:lnTo>
                    <a:pt x="4951541" y="422893"/>
                  </a:lnTo>
                  <a:lnTo>
                    <a:pt x="4874909" y="407849"/>
                  </a:lnTo>
                  <a:lnTo>
                    <a:pt x="4798276" y="392296"/>
                  </a:lnTo>
                  <a:lnTo>
                    <a:pt x="4721644" y="376217"/>
                  </a:lnTo>
                  <a:lnTo>
                    <a:pt x="4645011" y="359594"/>
                  </a:lnTo>
                  <a:lnTo>
                    <a:pt x="4568378" y="342408"/>
                  </a:lnTo>
                  <a:lnTo>
                    <a:pt x="4491746" y="324641"/>
                  </a:lnTo>
                  <a:lnTo>
                    <a:pt x="4415113" y="306274"/>
                  </a:lnTo>
                  <a:lnTo>
                    <a:pt x="4338481" y="287285"/>
                  </a:lnTo>
                  <a:lnTo>
                    <a:pt x="4261848" y="267653"/>
                  </a:lnTo>
                  <a:lnTo>
                    <a:pt x="4185216" y="247358"/>
                  </a:lnTo>
                  <a:lnTo>
                    <a:pt x="4108583" y="226376"/>
                  </a:lnTo>
                  <a:lnTo>
                    <a:pt x="4031951" y="204684"/>
                  </a:lnTo>
                  <a:lnTo>
                    <a:pt x="3955318" y="182259"/>
                  </a:lnTo>
                  <a:lnTo>
                    <a:pt x="3878685" y="159075"/>
                  </a:lnTo>
                  <a:lnTo>
                    <a:pt x="3802053" y="135107"/>
                  </a:lnTo>
                  <a:lnTo>
                    <a:pt x="3725420" y="110328"/>
                  </a:lnTo>
                  <a:lnTo>
                    <a:pt x="3648788" y="84711"/>
                  </a:lnTo>
                  <a:lnTo>
                    <a:pt x="3572155" y="58227"/>
                  </a:lnTo>
                  <a:lnTo>
                    <a:pt x="3495523" y="30847"/>
                  </a:lnTo>
                  <a:lnTo>
                    <a:pt x="3418890" y="2542"/>
                  </a:lnTo>
                  <a:lnTo>
                    <a:pt x="3342258" y="0"/>
                  </a:lnTo>
                  <a:lnTo>
                    <a:pt x="3265625" y="2407"/>
                  </a:lnTo>
                  <a:lnTo>
                    <a:pt x="3188993" y="4808"/>
                  </a:lnTo>
                  <a:lnTo>
                    <a:pt x="3112360" y="7203"/>
                  </a:lnTo>
                  <a:lnTo>
                    <a:pt x="3035727" y="9591"/>
                  </a:lnTo>
                  <a:lnTo>
                    <a:pt x="2959095" y="11972"/>
                  </a:lnTo>
                  <a:lnTo>
                    <a:pt x="2882462" y="14347"/>
                  </a:lnTo>
                  <a:lnTo>
                    <a:pt x="2805830" y="16715"/>
                  </a:lnTo>
                  <a:lnTo>
                    <a:pt x="2729197" y="19076"/>
                  </a:lnTo>
                  <a:lnTo>
                    <a:pt x="2652565" y="21431"/>
                  </a:lnTo>
                  <a:lnTo>
                    <a:pt x="2575932" y="23779"/>
                  </a:lnTo>
                  <a:lnTo>
                    <a:pt x="2499300" y="26121"/>
                  </a:lnTo>
                  <a:lnTo>
                    <a:pt x="2422667" y="28457"/>
                  </a:lnTo>
                  <a:lnTo>
                    <a:pt x="2346034" y="30785"/>
                  </a:lnTo>
                  <a:lnTo>
                    <a:pt x="2269402" y="33108"/>
                  </a:lnTo>
                  <a:lnTo>
                    <a:pt x="2192769" y="35424"/>
                  </a:lnTo>
                  <a:lnTo>
                    <a:pt x="2116137" y="37733"/>
                  </a:lnTo>
                  <a:lnTo>
                    <a:pt x="2039504" y="40036"/>
                  </a:lnTo>
                  <a:lnTo>
                    <a:pt x="1962872" y="42333"/>
                  </a:lnTo>
                  <a:lnTo>
                    <a:pt x="1886239" y="44624"/>
                  </a:lnTo>
                  <a:lnTo>
                    <a:pt x="1809607" y="46908"/>
                  </a:lnTo>
                  <a:lnTo>
                    <a:pt x="1732974" y="49185"/>
                  </a:lnTo>
                  <a:lnTo>
                    <a:pt x="1656342" y="51457"/>
                  </a:lnTo>
                  <a:lnTo>
                    <a:pt x="1579709" y="53722"/>
                  </a:lnTo>
                  <a:lnTo>
                    <a:pt x="1503076" y="55980"/>
                  </a:lnTo>
                  <a:lnTo>
                    <a:pt x="1426444" y="58233"/>
                  </a:lnTo>
                  <a:lnTo>
                    <a:pt x="1349811" y="60479"/>
                  </a:lnTo>
                  <a:lnTo>
                    <a:pt x="1273179" y="62719"/>
                  </a:lnTo>
                  <a:lnTo>
                    <a:pt x="1196546" y="64953"/>
                  </a:lnTo>
                  <a:lnTo>
                    <a:pt x="1119914" y="67180"/>
                  </a:lnTo>
                  <a:lnTo>
                    <a:pt x="1043281" y="69402"/>
                  </a:lnTo>
                  <a:lnTo>
                    <a:pt x="966649" y="71617"/>
                  </a:lnTo>
                  <a:lnTo>
                    <a:pt x="890016" y="73826"/>
                  </a:lnTo>
                  <a:lnTo>
                    <a:pt x="813384" y="76029"/>
                  </a:lnTo>
                  <a:lnTo>
                    <a:pt x="736751" y="78226"/>
                  </a:lnTo>
                  <a:lnTo>
                    <a:pt x="660118" y="80417"/>
                  </a:lnTo>
                  <a:lnTo>
                    <a:pt x="583486" y="82601"/>
                  </a:lnTo>
                  <a:lnTo>
                    <a:pt x="506853" y="84780"/>
                  </a:lnTo>
                  <a:lnTo>
                    <a:pt x="430221" y="86953"/>
                  </a:lnTo>
                  <a:lnTo>
                    <a:pt x="353588" y="89119"/>
                  </a:lnTo>
                  <a:lnTo>
                    <a:pt x="276956" y="91280"/>
                  </a:lnTo>
                  <a:lnTo>
                    <a:pt x="200323" y="93434"/>
                  </a:lnTo>
                  <a:lnTo>
                    <a:pt x="123691" y="95583"/>
                  </a:lnTo>
                  <a:lnTo>
                    <a:pt x="47058" y="97725"/>
                  </a:lnTo>
                  <a:lnTo>
                    <a:pt x="0" y="99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36514"/>
              <a:ext cx="7403783" cy="1319999"/>
            </a:xfrm>
            <a:custGeom>
              <a:avLst/>
              <a:pathLst>
                <a:path w="7403783" h="1319999">
                  <a:moveTo>
                    <a:pt x="0" y="0"/>
                  </a:moveTo>
                  <a:lnTo>
                    <a:pt x="47058" y="16004"/>
                  </a:lnTo>
                  <a:lnTo>
                    <a:pt x="123691" y="41672"/>
                  </a:lnTo>
                  <a:lnTo>
                    <a:pt x="200323" y="66951"/>
                  </a:lnTo>
                  <a:lnTo>
                    <a:pt x="276956" y="91848"/>
                  </a:lnTo>
                  <a:lnTo>
                    <a:pt x="353588" y="116369"/>
                  </a:lnTo>
                  <a:lnTo>
                    <a:pt x="430221" y="140518"/>
                  </a:lnTo>
                  <a:lnTo>
                    <a:pt x="506853" y="164302"/>
                  </a:lnTo>
                  <a:lnTo>
                    <a:pt x="583486" y="187727"/>
                  </a:lnTo>
                  <a:lnTo>
                    <a:pt x="660118" y="210797"/>
                  </a:lnTo>
                  <a:lnTo>
                    <a:pt x="736751" y="233518"/>
                  </a:lnTo>
                  <a:lnTo>
                    <a:pt x="813384" y="255895"/>
                  </a:lnTo>
                  <a:lnTo>
                    <a:pt x="890016" y="277934"/>
                  </a:lnTo>
                  <a:lnTo>
                    <a:pt x="966649" y="299639"/>
                  </a:lnTo>
                  <a:lnTo>
                    <a:pt x="1043281" y="321016"/>
                  </a:lnTo>
                  <a:lnTo>
                    <a:pt x="1119914" y="342070"/>
                  </a:lnTo>
                  <a:lnTo>
                    <a:pt x="1196546" y="362805"/>
                  </a:lnTo>
                  <a:lnTo>
                    <a:pt x="1273179" y="383226"/>
                  </a:lnTo>
                  <a:lnTo>
                    <a:pt x="1349811" y="403339"/>
                  </a:lnTo>
                  <a:lnTo>
                    <a:pt x="1426444" y="423147"/>
                  </a:lnTo>
                  <a:lnTo>
                    <a:pt x="1503076" y="442655"/>
                  </a:lnTo>
                  <a:lnTo>
                    <a:pt x="1579709" y="461869"/>
                  </a:lnTo>
                  <a:lnTo>
                    <a:pt x="1656342" y="480791"/>
                  </a:lnTo>
                  <a:lnTo>
                    <a:pt x="1732974" y="499428"/>
                  </a:lnTo>
                  <a:lnTo>
                    <a:pt x="1809607" y="517782"/>
                  </a:lnTo>
                  <a:lnTo>
                    <a:pt x="1886239" y="535859"/>
                  </a:lnTo>
                  <a:lnTo>
                    <a:pt x="1962872" y="553663"/>
                  </a:lnTo>
                  <a:lnTo>
                    <a:pt x="2039504" y="571197"/>
                  </a:lnTo>
                  <a:lnTo>
                    <a:pt x="2116137" y="588466"/>
                  </a:lnTo>
                  <a:lnTo>
                    <a:pt x="2192769" y="605473"/>
                  </a:lnTo>
                  <a:lnTo>
                    <a:pt x="2269402" y="622223"/>
                  </a:lnTo>
                  <a:lnTo>
                    <a:pt x="2346034" y="638720"/>
                  </a:lnTo>
                  <a:lnTo>
                    <a:pt x="2422667" y="654967"/>
                  </a:lnTo>
                  <a:lnTo>
                    <a:pt x="2499300" y="670969"/>
                  </a:lnTo>
                  <a:lnTo>
                    <a:pt x="2575932" y="686728"/>
                  </a:lnTo>
                  <a:lnTo>
                    <a:pt x="2652565" y="702249"/>
                  </a:lnTo>
                  <a:lnTo>
                    <a:pt x="2729197" y="717536"/>
                  </a:lnTo>
                  <a:lnTo>
                    <a:pt x="2805830" y="732590"/>
                  </a:lnTo>
                  <a:lnTo>
                    <a:pt x="2882462" y="747418"/>
                  </a:lnTo>
                  <a:lnTo>
                    <a:pt x="2959095" y="762021"/>
                  </a:lnTo>
                  <a:lnTo>
                    <a:pt x="3035727" y="776403"/>
                  </a:lnTo>
                  <a:lnTo>
                    <a:pt x="3112360" y="790567"/>
                  </a:lnTo>
                  <a:lnTo>
                    <a:pt x="3188993" y="804517"/>
                  </a:lnTo>
                  <a:lnTo>
                    <a:pt x="3265625" y="818256"/>
                  </a:lnTo>
                  <a:lnTo>
                    <a:pt x="3342258" y="831787"/>
                  </a:lnTo>
                  <a:lnTo>
                    <a:pt x="3418890" y="845114"/>
                  </a:lnTo>
                  <a:lnTo>
                    <a:pt x="3495523" y="858239"/>
                  </a:lnTo>
                  <a:lnTo>
                    <a:pt x="3572155" y="871165"/>
                  </a:lnTo>
                  <a:lnTo>
                    <a:pt x="3648788" y="883896"/>
                  </a:lnTo>
                  <a:lnTo>
                    <a:pt x="3725420" y="896434"/>
                  </a:lnTo>
                  <a:lnTo>
                    <a:pt x="3802053" y="908783"/>
                  </a:lnTo>
                  <a:lnTo>
                    <a:pt x="3878685" y="920944"/>
                  </a:lnTo>
                  <a:lnTo>
                    <a:pt x="3955318" y="932922"/>
                  </a:lnTo>
                  <a:lnTo>
                    <a:pt x="4031951" y="944719"/>
                  </a:lnTo>
                  <a:lnTo>
                    <a:pt x="4108583" y="956337"/>
                  </a:lnTo>
                  <a:lnTo>
                    <a:pt x="4185216" y="967779"/>
                  </a:lnTo>
                  <a:lnTo>
                    <a:pt x="4261848" y="979048"/>
                  </a:lnTo>
                  <a:lnTo>
                    <a:pt x="4338481" y="990147"/>
                  </a:lnTo>
                  <a:lnTo>
                    <a:pt x="4415113" y="1001078"/>
                  </a:lnTo>
                  <a:lnTo>
                    <a:pt x="4491746" y="1011843"/>
                  </a:lnTo>
                  <a:lnTo>
                    <a:pt x="4568378" y="1022446"/>
                  </a:lnTo>
                  <a:lnTo>
                    <a:pt x="4645011" y="1032888"/>
                  </a:lnTo>
                  <a:lnTo>
                    <a:pt x="4721644" y="1043172"/>
                  </a:lnTo>
                  <a:lnTo>
                    <a:pt x="4798276" y="1053301"/>
                  </a:lnTo>
                  <a:lnTo>
                    <a:pt x="4874909" y="1063276"/>
                  </a:lnTo>
                  <a:lnTo>
                    <a:pt x="4951541" y="1073101"/>
                  </a:lnTo>
                  <a:lnTo>
                    <a:pt x="5028174" y="1082777"/>
                  </a:lnTo>
                  <a:lnTo>
                    <a:pt x="5104806" y="1092306"/>
                  </a:lnTo>
                  <a:lnTo>
                    <a:pt x="5181439" y="1101691"/>
                  </a:lnTo>
                  <a:lnTo>
                    <a:pt x="5258071" y="1110935"/>
                  </a:lnTo>
                  <a:lnTo>
                    <a:pt x="5334704" y="1120038"/>
                  </a:lnTo>
                  <a:lnTo>
                    <a:pt x="5411336" y="1129004"/>
                  </a:lnTo>
                  <a:lnTo>
                    <a:pt x="5487969" y="1137834"/>
                  </a:lnTo>
                  <a:lnTo>
                    <a:pt x="5564602" y="1146531"/>
                  </a:lnTo>
                  <a:lnTo>
                    <a:pt x="5641234" y="1155096"/>
                  </a:lnTo>
                  <a:lnTo>
                    <a:pt x="5717867" y="1163531"/>
                  </a:lnTo>
                  <a:lnTo>
                    <a:pt x="5794499" y="1171839"/>
                  </a:lnTo>
                  <a:lnTo>
                    <a:pt x="5871132" y="1180021"/>
                  </a:lnTo>
                  <a:lnTo>
                    <a:pt x="5947764" y="1188080"/>
                  </a:lnTo>
                  <a:lnTo>
                    <a:pt x="6024397" y="1196016"/>
                  </a:lnTo>
                  <a:lnTo>
                    <a:pt x="6101029" y="1203832"/>
                  </a:lnTo>
                  <a:lnTo>
                    <a:pt x="6177662" y="1211531"/>
                  </a:lnTo>
                  <a:lnTo>
                    <a:pt x="6254294" y="1219112"/>
                  </a:lnTo>
                  <a:lnTo>
                    <a:pt x="6330927" y="1226579"/>
                  </a:lnTo>
                  <a:lnTo>
                    <a:pt x="6407560" y="1233933"/>
                  </a:lnTo>
                  <a:lnTo>
                    <a:pt x="6484192" y="1241176"/>
                  </a:lnTo>
                  <a:lnTo>
                    <a:pt x="6560825" y="1248309"/>
                  </a:lnTo>
                  <a:lnTo>
                    <a:pt x="6637457" y="1255335"/>
                  </a:lnTo>
                  <a:lnTo>
                    <a:pt x="6714090" y="1262254"/>
                  </a:lnTo>
                  <a:lnTo>
                    <a:pt x="6790722" y="1269068"/>
                  </a:lnTo>
                  <a:lnTo>
                    <a:pt x="6867355" y="1275779"/>
                  </a:lnTo>
                  <a:lnTo>
                    <a:pt x="6943987" y="1282389"/>
                  </a:lnTo>
                  <a:lnTo>
                    <a:pt x="7020620" y="1288899"/>
                  </a:lnTo>
                  <a:lnTo>
                    <a:pt x="7097253" y="1295310"/>
                  </a:lnTo>
                  <a:lnTo>
                    <a:pt x="7173885" y="1301624"/>
                  </a:lnTo>
                  <a:lnTo>
                    <a:pt x="7250518" y="1307843"/>
                  </a:lnTo>
                  <a:lnTo>
                    <a:pt x="7327150" y="1313967"/>
                  </a:lnTo>
                  <a:lnTo>
                    <a:pt x="7403783" y="13199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2026-05-21T09:04:11Z</dcterms:modified>
  <cp:category/>
</cp:coreProperties>
</file>