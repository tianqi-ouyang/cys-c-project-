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337449"/>
            </a:xfrm>
            <a:custGeom>
              <a:avLst/>
              <a:pathLst>
                <a:path w="7403783" h="3337449">
                  <a:moveTo>
                    <a:pt x="101168" y="0"/>
                  </a:moveTo>
                  <a:lnTo>
                    <a:pt x="123691" y="34293"/>
                  </a:lnTo>
                  <a:lnTo>
                    <a:pt x="200323" y="147157"/>
                  </a:lnTo>
                  <a:lnTo>
                    <a:pt x="276956" y="256328"/>
                  </a:lnTo>
                  <a:lnTo>
                    <a:pt x="353588" y="361927"/>
                  </a:lnTo>
                  <a:lnTo>
                    <a:pt x="430221" y="464071"/>
                  </a:lnTo>
                  <a:lnTo>
                    <a:pt x="506853" y="562873"/>
                  </a:lnTo>
                  <a:lnTo>
                    <a:pt x="583486" y="658442"/>
                  </a:lnTo>
                  <a:lnTo>
                    <a:pt x="660118" y="750884"/>
                  </a:lnTo>
                  <a:lnTo>
                    <a:pt x="736751" y="840302"/>
                  </a:lnTo>
                  <a:lnTo>
                    <a:pt x="813384" y="926794"/>
                  </a:lnTo>
                  <a:lnTo>
                    <a:pt x="890016" y="1010456"/>
                  </a:lnTo>
                  <a:lnTo>
                    <a:pt x="966649" y="1091380"/>
                  </a:lnTo>
                  <a:lnTo>
                    <a:pt x="1043281" y="1169657"/>
                  </a:lnTo>
                  <a:lnTo>
                    <a:pt x="1119914" y="1245372"/>
                  </a:lnTo>
                  <a:lnTo>
                    <a:pt x="1196546" y="1318611"/>
                  </a:lnTo>
                  <a:lnTo>
                    <a:pt x="1273179" y="1389453"/>
                  </a:lnTo>
                  <a:lnTo>
                    <a:pt x="1349811" y="1457976"/>
                  </a:lnTo>
                  <a:lnTo>
                    <a:pt x="1426444" y="1524258"/>
                  </a:lnTo>
                  <a:lnTo>
                    <a:pt x="1503076" y="1588372"/>
                  </a:lnTo>
                  <a:lnTo>
                    <a:pt x="1579709" y="1650387"/>
                  </a:lnTo>
                  <a:lnTo>
                    <a:pt x="1656342" y="1710374"/>
                  </a:lnTo>
                  <a:lnTo>
                    <a:pt x="1732974" y="1768397"/>
                  </a:lnTo>
                  <a:lnTo>
                    <a:pt x="1809607" y="1824522"/>
                  </a:lnTo>
                  <a:lnTo>
                    <a:pt x="1886239" y="1878811"/>
                  </a:lnTo>
                  <a:lnTo>
                    <a:pt x="1962872" y="1931324"/>
                  </a:lnTo>
                  <a:lnTo>
                    <a:pt x="2039504" y="1982118"/>
                  </a:lnTo>
                  <a:lnTo>
                    <a:pt x="2116137" y="2031250"/>
                  </a:lnTo>
                  <a:lnTo>
                    <a:pt x="2192769" y="2078775"/>
                  </a:lnTo>
                  <a:lnTo>
                    <a:pt x="2269402" y="2124745"/>
                  </a:lnTo>
                  <a:lnTo>
                    <a:pt x="2346034" y="2169210"/>
                  </a:lnTo>
                  <a:lnTo>
                    <a:pt x="2422667" y="2212221"/>
                  </a:lnTo>
                  <a:lnTo>
                    <a:pt x="2499300" y="2253825"/>
                  </a:lnTo>
                  <a:lnTo>
                    <a:pt x="2575932" y="2294067"/>
                  </a:lnTo>
                  <a:lnTo>
                    <a:pt x="2652565" y="2332993"/>
                  </a:lnTo>
                  <a:lnTo>
                    <a:pt x="2729197" y="2370645"/>
                  </a:lnTo>
                  <a:lnTo>
                    <a:pt x="2805830" y="2407065"/>
                  </a:lnTo>
                  <a:lnTo>
                    <a:pt x="2882462" y="2442293"/>
                  </a:lnTo>
                  <a:lnTo>
                    <a:pt x="2959095" y="2476369"/>
                  </a:lnTo>
                  <a:lnTo>
                    <a:pt x="3035727" y="2509329"/>
                  </a:lnTo>
                  <a:lnTo>
                    <a:pt x="3112360" y="2541212"/>
                  </a:lnTo>
                  <a:lnTo>
                    <a:pt x="3188993" y="2572051"/>
                  </a:lnTo>
                  <a:lnTo>
                    <a:pt x="3265625" y="2601881"/>
                  </a:lnTo>
                  <a:lnTo>
                    <a:pt x="3342258" y="2630735"/>
                  </a:lnTo>
                  <a:lnTo>
                    <a:pt x="3418890" y="2653917"/>
                  </a:lnTo>
                  <a:lnTo>
                    <a:pt x="3495523" y="2651608"/>
                  </a:lnTo>
                  <a:lnTo>
                    <a:pt x="3572155" y="2649292"/>
                  </a:lnTo>
                  <a:lnTo>
                    <a:pt x="3648788" y="2646970"/>
                  </a:lnTo>
                  <a:lnTo>
                    <a:pt x="3725420" y="2644642"/>
                  </a:lnTo>
                  <a:lnTo>
                    <a:pt x="3802053" y="2642306"/>
                  </a:lnTo>
                  <a:lnTo>
                    <a:pt x="3878685" y="2639965"/>
                  </a:lnTo>
                  <a:lnTo>
                    <a:pt x="3955318" y="2637617"/>
                  </a:lnTo>
                  <a:lnTo>
                    <a:pt x="4031951" y="2635262"/>
                  </a:lnTo>
                  <a:lnTo>
                    <a:pt x="4108583" y="2632901"/>
                  </a:lnTo>
                  <a:lnTo>
                    <a:pt x="4185216" y="2630533"/>
                  </a:lnTo>
                  <a:lnTo>
                    <a:pt x="4261848" y="2628159"/>
                  </a:lnTo>
                  <a:lnTo>
                    <a:pt x="4338481" y="2625778"/>
                  </a:lnTo>
                  <a:lnTo>
                    <a:pt x="4415113" y="2623390"/>
                  </a:lnTo>
                  <a:lnTo>
                    <a:pt x="4491746" y="2620996"/>
                  </a:lnTo>
                  <a:lnTo>
                    <a:pt x="4568378" y="2618595"/>
                  </a:lnTo>
                  <a:lnTo>
                    <a:pt x="4645011" y="2616187"/>
                  </a:lnTo>
                  <a:lnTo>
                    <a:pt x="4721644" y="2613773"/>
                  </a:lnTo>
                  <a:lnTo>
                    <a:pt x="4798276" y="2611352"/>
                  </a:lnTo>
                  <a:lnTo>
                    <a:pt x="4874909" y="2608924"/>
                  </a:lnTo>
                  <a:lnTo>
                    <a:pt x="4951541" y="2606490"/>
                  </a:lnTo>
                  <a:lnTo>
                    <a:pt x="5028174" y="2604048"/>
                  </a:lnTo>
                  <a:lnTo>
                    <a:pt x="5104806" y="2601600"/>
                  </a:lnTo>
                  <a:lnTo>
                    <a:pt x="5181439" y="2599146"/>
                  </a:lnTo>
                  <a:lnTo>
                    <a:pt x="5258071" y="2596684"/>
                  </a:lnTo>
                  <a:lnTo>
                    <a:pt x="5334704" y="2594215"/>
                  </a:lnTo>
                  <a:lnTo>
                    <a:pt x="5411336" y="2591740"/>
                  </a:lnTo>
                  <a:lnTo>
                    <a:pt x="5487969" y="2589257"/>
                  </a:lnTo>
                  <a:lnTo>
                    <a:pt x="5564602" y="2586768"/>
                  </a:lnTo>
                  <a:lnTo>
                    <a:pt x="5641234" y="2584272"/>
                  </a:lnTo>
                  <a:lnTo>
                    <a:pt x="5717867" y="2581769"/>
                  </a:lnTo>
                  <a:lnTo>
                    <a:pt x="5794499" y="2579259"/>
                  </a:lnTo>
                  <a:lnTo>
                    <a:pt x="5871132" y="2576742"/>
                  </a:lnTo>
                  <a:lnTo>
                    <a:pt x="5947764" y="2574218"/>
                  </a:lnTo>
                  <a:lnTo>
                    <a:pt x="6024397" y="2571687"/>
                  </a:lnTo>
                  <a:lnTo>
                    <a:pt x="6101029" y="2569149"/>
                  </a:lnTo>
                  <a:lnTo>
                    <a:pt x="6177662" y="2566603"/>
                  </a:lnTo>
                  <a:lnTo>
                    <a:pt x="6254294" y="2564051"/>
                  </a:lnTo>
                  <a:lnTo>
                    <a:pt x="6330927" y="2561492"/>
                  </a:lnTo>
                  <a:lnTo>
                    <a:pt x="6407560" y="2558925"/>
                  </a:lnTo>
                  <a:lnTo>
                    <a:pt x="6484192" y="2556351"/>
                  </a:lnTo>
                  <a:lnTo>
                    <a:pt x="6560825" y="2553771"/>
                  </a:lnTo>
                  <a:lnTo>
                    <a:pt x="6637457" y="2551183"/>
                  </a:lnTo>
                  <a:lnTo>
                    <a:pt x="6714090" y="2548587"/>
                  </a:lnTo>
                  <a:lnTo>
                    <a:pt x="6790722" y="2545985"/>
                  </a:lnTo>
                  <a:lnTo>
                    <a:pt x="6867355" y="2543375"/>
                  </a:lnTo>
                  <a:lnTo>
                    <a:pt x="6943987" y="2540758"/>
                  </a:lnTo>
                  <a:lnTo>
                    <a:pt x="7020620" y="2538134"/>
                  </a:lnTo>
                  <a:lnTo>
                    <a:pt x="7097253" y="2535503"/>
                  </a:lnTo>
                  <a:lnTo>
                    <a:pt x="7173885" y="2532864"/>
                  </a:lnTo>
                  <a:lnTo>
                    <a:pt x="7250518" y="2530218"/>
                  </a:lnTo>
                  <a:lnTo>
                    <a:pt x="7327150" y="2527564"/>
                  </a:lnTo>
                  <a:lnTo>
                    <a:pt x="7403783" y="2524903"/>
                  </a:lnTo>
                  <a:lnTo>
                    <a:pt x="7403783" y="3337449"/>
                  </a:lnTo>
                  <a:lnTo>
                    <a:pt x="7327150" y="3332500"/>
                  </a:lnTo>
                  <a:lnTo>
                    <a:pt x="7250518" y="3327384"/>
                  </a:lnTo>
                  <a:lnTo>
                    <a:pt x="7173885" y="3322095"/>
                  </a:lnTo>
                  <a:lnTo>
                    <a:pt x="7097253" y="3316627"/>
                  </a:lnTo>
                  <a:lnTo>
                    <a:pt x="7020620" y="3310974"/>
                  </a:lnTo>
                  <a:lnTo>
                    <a:pt x="6943987" y="3305130"/>
                  </a:lnTo>
                  <a:lnTo>
                    <a:pt x="6867355" y="3299088"/>
                  </a:lnTo>
                  <a:lnTo>
                    <a:pt x="6790722" y="3292842"/>
                  </a:lnTo>
                  <a:lnTo>
                    <a:pt x="6714090" y="3286384"/>
                  </a:lnTo>
                  <a:lnTo>
                    <a:pt x="6637457" y="3279708"/>
                  </a:lnTo>
                  <a:lnTo>
                    <a:pt x="6560825" y="3272806"/>
                  </a:lnTo>
                  <a:lnTo>
                    <a:pt x="6484192" y="3265671"/>
                  </a:lnTo>
                  <a:lnTo>
                    <a:pt x="6407560" y="3258294"/>
                  </a:lnTo>
                  <a:lnTo>
                    <a:pt x="6330927" y="3250668"/>
                  </a:lnTo>
                  <a:lnTo>
                    <a:pt x="6254294" y="3242784"/>
                  </a:lnTo>
                  <a:lnTo>
                    <a:pt x="6177662" y="3234633"/>
                  </a:lnTo>
                  <a:lnTo>
                    <a:pt x="6101029" y="3226207"/>
                  </a:lnTo>
                  <a:lnTo>
                    <a:pt x="6024397" y="3217495"/>
                  </a:lnTo>
                  <a:lnTo>
                    <a:pt x="5947764" y="3208489"/>
                  </a:lnTo>
                  <a:lnTo>
                    <a:pt x="5871132" y="3199178"/>
                  </a:lnTo>
                  <a:lnTo>
                    <a:pt x="5794499" y="3189552"/>
                  </a:lnTo>
                  <a:lnTo>
                    <a:pt x="5717867" y="3179601"/>
                  </a:lnTo>
                  <a:lnTo>
                    <a:pt x="5641234" y="3169312"/>
                  </a:lnTo>
                  <a:lnTo>
                    <a:pt x="5564602" y="3158676"/>
                  </a:lnTo>
                  <a:lnTo>
                    <a:pt x="5487969" y="3147680"/>
                  </a:lnTo>
                  <a:lnTo>
                    <a:pt x="5411336" y="3136313"/>
                  </a:lnTo>
                  <a:lnTo>
                    <a:pt x="5334704" y="3124560"/>
                  </a:lnTo>
                  <a:lnTo>
                    <a:pt x="5258071" y="3112410"/>
                  </a:lnTo>
                  <a:lnTo>
                    <a:pt x="5181439" y="3099850"/>
                  </a:lnTo>
                  <a:lnTo>
                    <a:pt x="5104806" y="3086864"/>
                  </a:lnTo>
                  <a:lnTo>
                    <a:pt x="5028174" y="3073439"/>
                  </a:lnTo>
                  <a:lnTo>
                    <a:pt x="4951541" y="3059560"/>
                  </a:lnTo>
                  <a:lnTo>
                    <a:pt x="4874909" y="3045211"/>
                  </a:lnTo>
                  <a:lnTo>
                    <a:pt x="4798276" y="3030377"/>
                  </a:lnTo>
                  <a:lnTo>
                    <a:pt x="4721644" y="3015041"/>
                  </a:lnTo>
                  <a:lnTo>
                    <a:pt x="4645011" y="2999187"/>
                  </a:lnTo>
                  <a:lnTo>
                    <a:pt x="4568378" y="2982796"/>
                  </a:lnTo>
                  <a:lnTo>
                    <a:pt x="4491746" y="2965851"/>
                  </a:lnTo>
                  <a:lnTo>
                    <a:pt x="4415113" y="2948333"/>
                  </a:lnTo>
                  <a:lnTo>
                    <a:pt x="4338481" y="2930222"/>
                  </a:lnTo>
                  <a:lnTo>
                    <a:pt x="4261848" y="2911498"/>
                  </a:lnTo>
                  <a:lnTo>
                    <a:pt x="4185216" y="2892141"/>
                  </a:lnTo>
                  <a:lnTo>
                    <a:pt x="4108583" y="2872129"/>
                  </a:lnTo>
                  <a:lnTo>
                    <a:pt x="4031951" y="2851441"/>
                  </a:lnTo>
                  <a:lnTo>
                    <a:pt x="3955318" y="2830052"/>
                  </a:lnTo>
                  <a:lnTo>
                    <a:pt x="3878685" y="2807940"/>
                  </a:lnTo>
                  <a:lnTo>
                    <a:pt x="3802053" y="2785080"/>
                  </a:lnTo>
                  <a:lnTo>
                    <a:pt x="3725420" y="2761447"/>
                  </a:lnTo>
                  <a:lnTo>
                    <a:pt x="3648788" y="2737014"/>
                  </a:lnTo>
                  <a:lnTo>
                    <a:pt x="3572155" y="2711755"/>
                  </a:lnTo>
                  <a:lnTo>
                    <a:pt x="3495523" y="2685642"/>
                  </a:lnTo>
                  <a:lnTo>
                    <a:pt x="3418890" y="2658645"/>
                  </a:lnTo>
                  <a:lnTo>
                    <a:pt x="3342258" y="2656220"/>
                  </a:lnTo>
                  <a:lnTo>
                    <a:pt x="3265625" y="2658517"/>
                  </a:lnTo>
                  <a:lnTo>
                    <a:pt x="3188993" y="2660807"/>
                  </a:lnTo>
                  <a:lnTo>
                    <a:pt x="3112360" y="2663091"/>
                  </a:lnTo>
                  <a:lnTo>
                    <a:pt x="3035727" y="2665368"/>
                  </a:lnTo>
                  <a:lnTo>
                    <a:pt x="2959095" y="2667639"/>
                  </a:lnTo>
                  <a:lnTo>
                    <a:pt x="2882462" y="2669904"/>
                  </a:lnTo>
                  <a:lnTo>
                    <a:pt x="2805830" y="2672163"/>
                  </a:lnTo>
                  <a:lnTo>
                    <a:pt x="2729197" y="2674415"/>
                  </a:lnTo>
                  <a:lnTo>
                    <a:pt x="2652565" y="2676661"/>
                  </a:lnTo>
                  <a:lnTo>
                    <a:pt x="2575932" y="2678901"/>
                  </a:lnTo>
                  <a:lnTo>
                    <a:pt x="2499300" y="2681134"/>
                  </a:lnTo>
                  <a:lnTo>
                    <a:pt x="2422667" y="2683362"/>
                  </a:lnTo>
                  <a:lnTo>
                    <a:pt x="2346034" y="2685583"/>
                  </a:lnTo>
                  <a:lnTo>
                    <a:pt x="2269402" y="2687798"/>
                  </a:lnTo>
                  <a:lnTo>
                    <a:pt x="2192769" y="2690007"/>
                  </a:lnTo>
                  <a:lnTo>
                    <a:pt x="2116137" y="2692209"/>
                  </a:lnTo>
                  <a:lnTo>
                    <a:pt x="2039504" y="2694406"/>
                  </a:lnTo>
                  <a:lnTo>
                    <a:pt x="1962872" y="2696596"/>
                  </a:lnTo>
                  <a:lnTo>
                    <a:pt x="1886239" y="2698781"/>
                  </a:lnTo>
                  <a:lnTo>
                    <a:pt x="1809607" y="2700959"/>
                  </a:lnTo>
                  <a:lnTo>
                    <a:pt x="1732974" y="2703132"/>
                  </a:lnTo>
                  <a:lnTo>
                    <a:pt x="1656342" y="2705298"/>
                  </a:lnTo>
                  <a:lnTo>
                    <a:pt x="1579709" y="2707458"/>
                  </a:lnTo>
                  <a:lnTo>
                    <a:pt x="1503076" y="2709613"/>
                  </a:lnTo>
                  <a:lnTo>
                    <a:pt x="1426444" y="2711761"/>
                  </a:lnTo>
                  <a:lnTo>
                    <a:pt x="1349811" y="2713903"/>
                  </a:lnTo>
                  <a:lnTo>
                    <a:pt x="1273179" y="2716040"/>
                  </a:lnTo>
                  <a:lnTo>
                    <a:pt x="1196546" y="2718170"/>
                  </a:lnTo>
                  <a:lnTo>
                    <a:pt x="1119914" y="2720295"/>
                  </a:lnTo>
                  <a:lnTo>
                    <a:pt x="1043281" y="2722413"/>
                  </a:lnTo>
                  <a:lnTo>
                    <a:pt x="966649" y="2724526"/>
                  </a:lnTo>
                  <a:lnTo>
                    <a:pt x="890016" y="2726633"/>
                  </a:lnTo>
                  <a:lnTo>
                    <a:pt x="813384" y="2728734"/>
                  </a:lnTo>
                  <a:lnTo>
                    <a:pt x="736751" y="2730830"/>
                  </a:lnTo>
                  <a:lnTo>
                    <a:pt x="660118" y="2732919"/>
                  </a:lnTo>
                  <a:lnTo>
                    <a:pt x="583486" y="2735003"/>
                  </a:lnTo>
                  <a:lnTo>
                    <a:pt x="506853" y="2737081"/>
                  </a:lnTo>
                  <a:lnTo>
                    <a:pt x="430221" y="2739153"/>
                  </a:lnTo>
                  <a:lnTo>
                    <a:pt x="353588" y="2741219"/>
                  </a:lnTo>
                  <a:lnTo>
                    <a:pt x="276956" y="2743280"/>
                  </a:lnTo>
                  <a:lnTo>
                    <a:pt x="200323" y="2745334"/>
                  </a:lnTo>
                  <a:lnTo>
                    <a:pt x="123691" y="2747384"/>
                  </a:lnTo>
                  <a:lnTo>
                    <a:pt x="47058" y="2749427"/>
                  </a:lnTo>
                  <a:lnTo>
                    <a:pt x="0" y="27506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18686" y="2073503"/>
              <a:ext cx="7302614" cy="2653917"/>
            </a:xfrm>
            <a:custGeom>
              <a:avLst/>
              <a:pathLst>
                <a:path w="7302614" h="2653917">
                  <a:moveTo>
                    <a:pt x="0" y="0"/>
                  </a:moveTo>
                  <a:lnTo>
                    <a:pt x="22522" y="34293"/>
                  </a:lnTo>
                  <a:lnTo>
                    <a:pt x="99155" y="147157"/>
                  </a:lnTo>
                  <a:lnTo>
                    <a:pt x="175787" y="256328"/>
                  </a:lnTo>
                  <a:lnTo>
                    <a:pt x="252420" y="361927"/>
                  </a:lnTo>
                  <a:lnTo>
                    <a:pt x="329052" y="464071"/>
                  </a:lnTo>
                  <a:lnTo>
                    <a:pt x="405685" y="562873"/>
                  </a:lnTo>
                  <a:lnTo>
                    <a:pt x="482317" y="658442"/>
                  </a:lnTo>
                  <a:lnTo>
                    <a:pt x="558950" y="750884"/>
                  </a:lnTo>
                  <a:lnTo>
                    <a:pt x="635583" y="840302"/>
                  </a:lnTo>
                  <a:lnTo>
                    <a:pt x="712215" y="926794"/>
                  </a:lnTo>
                  <a:lnTo>
                    <a:pt x="788848" y="1010456"/>
                  </a:lnTo>
                  <a:lnTo>
                    <a:pt x="865480" y="1091380"/>
                  </a:lnTo>
                  <a:lnTo>
                    <a:pt x="942113" y="1169657"/>
                  </a:lnTo>
                  <a:lnTo>
                    <a:pt x="1018745" y="1245372"/>
                  </a:lnTo>
                  <a:lnTo>
                    <a:pt x="1095378" y="1318611"/>
                  </a:lnTo>
                  <a:lnTo>
                    <a:pt x="1172010" y="1389453"/>
                  </a:lnTo>
                  <a:lnTo>
                    <a:pt x="1248643" y="1457976"/>
                  </a:lnTo>
                  <a:lnTo>
                    <a:pt x="1325275" y="1524258"/>
                  </a:lnTo>
                  <a:lnTo>
                    <a:pt x="1401908" y="1588372"/>
                  </a:lnTo>
                  <a:lnTo>
                    <a:pt x="1478541" y="1650387"/>
                  </a:lnTo>
                  <a:lnTo>
                    <a:pt x="1555173" y="1710374"/>
                  </a:lnTo>
                  <a:lnTo>
                    <a:pt x="1631806" y="1768397"/>
                  </a:lnTo>
                  <a:lnTo>
                    <a:pt x="1708438" y="1824522"/>
                  </a:lnTo>
                  <a:lnTo>
                    <a:pt x="1785071" y="1878811"/>
                  </a:lnTo>
                  <a:lnTo>
                    <a:pt x="1861703" y="1931324"/>
                  </a:lnTo>
                  <a:lnTo>
                    <a:pt x="1938336" y="1982118"/>
                  </a:lnTo>
                  <a:lnTo>
                    <a:pt x="2014968" y="2031250"/>
                  </a:lnTo>
                  <a:lnTo>
                    <a:pt x="2091601" y="2078775"/>
                  </a:lnTo>
                  <a:lnTo>
                    <a:pt x="2168234" y="2124745"/>
                  </a:lnTo>
                  <a:lnTo>
                    <a:pt x="2244866" y="2169210"/>
                  </a:lnTo>
                  <a:lnTo>
                    <a:pt x="2321499" y="2212221"/>
                  </a:lnTo>
                  <a:lnTo>
                    <a:pt x="2398131" y="2253825"/>
                  </a:lnTo>
                  <a:lnTo>
                    <a:pt x="2474764" y="2294067"/>
                  </a:lnTo>
                  <a:lnTo>
                    <a:pt x="2551396" y="2332993"/>
                  </a:lnTo>
                  <a:lnTo>
                    <a:pt x="2628029" y="2370645"/>
                  </a:lnTo>
                  <a:lnTo>
                    <a:pt x="2704661" y="2407065"/>
                  </a:lnTo>
                  <a:lnTo>
                    <a:pt x="2781294" y="2442293"/>
                  </a:lnTo>
                  <a:lnTo>
                    <a:pt x="2857926" y="2476369"/>
                  </a:lnTo>
                  <a:lnTo>
                    <a:pt x="2934559" y="2509329"/>
                  </a:lnTo>
                  <a:lnTo>
                    <a:pt x="3011192" y="2541212"/>
                  </a:lnTo>
                  <a:lnTo>
                    <a:pt x="3087824" y="2572051"/>
                  </a:lnTo>
                  <a:lnTo>
                    <a:pt x="3164457" y="2601881"/>
                  </a:lnTo>
                  <a:lnTo>
                    <a:pt x="3241089" y="2630735"/>
                  </a:lnTo>
                  <a:lnTo>
                    <a:pt x="3317722" y="2653917"/>
                  </a:lnTo>
                  <a:lnTo>
                    <a:pt x="3394354" y="2651608"/>
                  </a:lnTo>
                  <a:lnTo>
                    <a:pt x="3470987" y="2649292"/>
                  </a:lnTo>
                  <a:lnTo>
                    <a:pt x="3547619" y="2646970"/>
                  </a:lnTo>
                  <a:lnTo>
                    <a:pt x="3624252" y="2644642"/>
                  </a:lnTo>
                  <a:lnTo>
                    <a:pt x="3700885" y="2642306"/>
                  </a:lnTo>
                  <a:lnTo>
                    <a:pt x="3777517" y="2639965"/>
                  </a:lnTo>
                  <a:lnTo>
                    <a:pt x="3854150" y="2637617"/>
                  </a:lnTo>
                  <a:lnTo>
                    <a:pt x="3930782" y="2635262"/>
                  </a:lnTo>
                  <a:lnTo>
                    <a:pt x="4007415" y="2632901"/>
                  </a:lnTo>
                  <a:lnTo>
                    <a:pt x="4084047" y="2630533"/>
                  </a:lnTo>
                  <a:lnTo>
                    <a:pt x="4160680" y="2628159"/>
                  </a:lnTo>
                  <a:lnTo>
                    <a:pt x="4237312" y="2625778"/>
                  </a:lnTo>
                  <a:lnTo>
                    <a:pt x="4313945" y="2623390"/>
                  </a:lnTo>
                  <a:lnTo>
                    <a:pt x="4390577" y="2620996"/>
                  </a:lnTo>
                  <a:lnTo>
                    <a:pt x="4467210" y="2618595"/>
                  </a:lnTo>
                  <a:lnTo>
                    <a:pt x="4543843" y="2616187"/>
                  </a:lnTo>
                  <a:lnTo>
                    <a:pt x="4620475" y="2613773"/>
                  </a:lnTo>
                  <a:lnTo>
                    <a:pt x="4697108" y="2611352"/>
                  </a:lnTo>
                  <a:lnTo>
                    <a:pt x="4773740" y="2608924"/>
                  </a:lnTo>
                  <a:lnTo>
                    <a:pt x="4850373" y="2606490"/>
                  </a:lnTo>
                  <a:lnTo>
                    <a:pt x="4927005" y="2604048"/>
                  </a:lnTo>
                  <a:lnTo>
                    <a:pt x="5003638" y="2601600"/>
                  </a:lnTo>
                  <a:lnTo>
                    <a:pt x="5080270" y="2599146"/>
                  </a:lnTo>
                  <a:lnTo>
                    <a:pt x="5156903" y="2596684"/>
                  </a:lnTo>
                  <a:lnTo>
                    <a:pt x="5233535" y="2594215"/>
                  </a:lnTo>
                  <a:lnTo>
                    <a:pt x="5310168" y="2591740"/>
                  </a:lnTo>
                  <a:lnTo>
                    <a:pt x="5386801" y="2589257"/>
                  </a:lnTo>
                  <a:lnTo>
                    <a:pt x="5463433" y="2586768"/>
                  </a:lnTo>
                  <a:lnTo>
                    <a:pt x="5540066" y="2584272"/>
                  </a:lnTo>
                  <a:lnTo>
                    <a:pt x="5616698" y="2581769"/>
                  </a:lnTo>
                  <a:lnTo>
                    <a:pt x="5693331" y="2579259"/>
                  </a:lnTo>
                  <a:lnTo>
                    <a:pt x="5769963" y="2576742"/>
                  </a:lnTo>
                  <a:lnTo>
                    <a:pt x="5846596" y="2574218"/>
                  </a:lnTo>
                  <a:lnTo>
                    <a:pt x="5923228" y="2571687"/>
                  </a:lnTo>
                  <a:lnTo>
                    <a:pt x="5999861" y="2569149"/>
                  </a:lnTo>
                  <a:lnTo>
                    <a:pt x="6076494" y="2566603"/>
                  </a:lnTo>
                  <a:lnTo>
                    <a:pt x="6153126" y="2564051"/>
                  </a:lnTo>
                  <a:lnTo>
                    <a:pt x="6229759" y="2561492"/>
                  </a:lnTo>
                  <a:lnTo>
                    <a:pt x="6306391" y="2558925"/>
                  </a:lnTo>
                  <a:lnTo>
                    <a:pt x="6383024" y="2556351"/>
                  </a:lnTo>
                  <a:lnTo>
                    <a:pt x="6459656" y="2553771"/>
                  </a:lnTo>
                  <a:lnTo>
                    <a:pt x="6536289" y="2551183"/>
                  </a:lnTo>
                  <a:lnTo>
                    <a:pt x="6612921" y="2548587"/>
                  </a:lnTo>
                  <a:lnTo>
                    <a:pt x="6689554" y="2545985"/>
                  </a:lnTo>
                  <a:lnTo>
                    <a:pt x="6766186" y="2543375"/>
                  </a:lnTo>
                  <a:lnTo>
                    <a:pt x="6842819" y="2540758"/>
                  </a:lnTo>
                  <a:lnTo>
                    <a:pt x="6919452" y="2538134"/>
                  </a:lnTo>
                  <a:lnTo>
                    <a:pt x="6996084" y="2535503"/>
                  </a:lnTo>
                  <a:lnTo>
                    <a:pt x="7072717" y="2532864"/>
                  </a:lnTo>
                  <a:lnTo>
                    <a:pt x="7149349" y="2530218"/>
                  </a:lnTo>
                  <a:lnTo>
                    <a:pt x="7225982" y="2527564"/>
                  </a:lnTo>
                  <a:lnTo>
                    <a:pt x="7302614" y="2524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9723"/>
              <a:ext cx="7403783" cy="681228"/>
            </a:xfrm>
            <a:custGeom>
              <a:avLst/>
              <a:pathLst>
                <a:path w="7403783" h="681228">
                  <a:moveTo>
                    <a:pt x="7403783" y="681228"/>
                  </a:moveTo>
                  <a:lnTo>
                    <a:pt x="7327150" y="676280"/>
                  </a:lnTo>
                  <a:lnTo>
                    <a:pt x="7250518" y="671163"/>
                  </a:lnTo>
                  <a:lnTo>
                    <a:pt x="7173885" y="665874"/>
                  </a:lnTo>
                  <a:lnTo>
                    <a:pt x="7097253" y="660406"/>
                  </a:lnTo>
                  <a:lnTo>
                    <a:pt x="7020620" y="654753"/>
                  </a:lnTo>
                  <a:lnTo>
                    <a:pt x="6943987" y="648909"/>
                  </a:lnTo>
                  <a:lnTo>
                    <a:pt x="6867355" y="642867"/>
                  </a:lnTo>
                  <a:lnTo>
                    <a:pt x="6790722" y="636621"/>
                  </a:lnTo>
                  <a:lnTo>
                    <a:pt x="6714090" y="630163"/>
                  </a:lnTo>
                  <a:lnTo>
                    <a:pt x="6637457" y="623487"/>
                  </a:lnTo>
                  <a:lnTo>
                    <a:pt x="6560825" y="616585"/>
                  </a:lnTo>
                  <a:lnTo>
                    <a:pt x="6484192" y="609450"/>
                  </a:lnTo>
                  <a:lnTo>
                    <a:pt x="6407560" y="602073"/>
                  </a:lnTo>
                  <a:lnTo>
                    <a:pt x="6330927" y="594447"/>
                  </a:lnTo>
                  <a:lnTo>
                    <a:pt x="6254294" y="586563"/>
                  </a:lnTo>
                  <a:lnTo>
                    <a:pt x="6177662" y="578412"/>
                  </a:lnTo>
                  <a:lnTo>
                    <a:pt x="6101029" y="569986"/>
                  </a:lnTo>
                  <a:lnTo>
                    <a:pt x="6024397" y="561274"/>
                  </a:lnTo>
                  <a:lnTo>
                    <a:pt x="5947764" y="552268"/>
                  </a:lnTo>
                  <a:lnTo>
                    <a:pt x="5871132" y="542957"/>
                  </a:lnTo>
                  <a:lnTo>
                    <a:pt x="5794499" y="533331"/>
                  </a:lnTo>
                  <a:lnTo>
                    <a:pt x="5717867" y="523380"/>
                  </a:lnTo>
                  <a:lnTo>
                    <a:pt x="5641234" y="513092"/>
                  </a:lnTo>
                  <a:lnTo>
                    <a:pt x="5564602" y="502456"/>
                  </a:lnTo>
                  <a:lnTo>
                    <a:pt x="5487969" y="491460"/>
                  </a:lnTo>
                  <a:lnTo>
                    <a:pt x="5411336" y="480092"/>
                  </a:lnTo>
                  <a:lnTo>
                    <a:pt x="5334704" y="468340"/>
                  </a:lnTo>
                  <a:lnTo>
                    <a:pt x="5258071" y="456190"/>
                  </a:lnTo>
                  <a:lnTo>
                    <a:pt x="5181439" y="443629"/>
                  </a:lnTo>
                  <a:lnTo>
                    <a:pt x="5104806" y="430643"/>
                  </a:lnTo>
                  <a:lnTo>
                    <a:pt x="5028174" y="417218"/>
                  </a:lnTo>
                  <a:lnTo>
                    <a:pt x="4951541" y="403339"/>
                  </a:lnTo>
                  <a:lnTo>
                    <a:pt x="4874909" y="388990"/>
                  </a:lnTo>
                  <a:lnTo>
                    <a:pt x="4798276" y="374156"/>
                  </a:lnTo>
                  <a:lnTo>
                    <a:pt x="4721644" y="358821"/>
                  </a:lnTo>
                  <a:lnTo>
                    <a:pt x="4645011" y="342966"/>
                  </a:lnTo>
                  <a:lnTo>
                    <a:pt x="4568378" y="326575"/>
                  </a:lnTo>
                  <a:lnTo>
                    <a:pt x="4491746" y="309630"/>
                  </a:lnTo>
                  <a:lnTo>
                    <a:pt x="4415113" y="292112"/>
                  </a:lnTo>
                  <a:lnTo>
                    <a:pt x="4338481" y="274001"/>
                  </a:lnTo>
                  <a:lnTo>
                    <a:pt x="4261848" y="255277"/>
                  </a:lnTo>
                  <a:lnTo>
                    <a:pt x="4185216" y="235920"/>
                  </a:lnTo>
                  <a:lnTo>
                    <a:pt x="4108583" y="215908"/>
                  </a:lnTo>
                  <a:lnTo>
                    <a:pt x="4031951" y="195220"/>
                  </a:lnTo>
                  <a:lnTo>
                    <a:pt x="3955318" y="173831"/>
                  </a:lnTo>
                  <a:lnTo>
                    <a:pt x="3878685" y="151719"/>
                  </a:lnTo>
                  <a:lnTo>
                    <a:pt x="3802053" y="128859"/>
                  </a:lnTo>
                  <a:lnTo>
                    <a:pt x="3725420" y="105226"/>
                  </a:lnTo>
                  <a:lnTo>
                    <a:pt x="3648788" y="80794"/>
                  </a:lnTo>
                  <a:lnTo>
                    <a:pt x="3572155" y="55535"/>
                  </a:lnTo>
                  <a:lnTo>
                    <a:pt x="3495523" y="29421"/>
                  </a:lnTo>
                  <a:lnTo>
                    <a:pt x="3418890" y="2424"/>
                  </a:lnTo>
                  <a:lnTo>
                    <a:pt x="3342258" y="0"/>
                  </a:lnTo>
                  <a:lnTo>
                    <a:pt x="3265625" y="2296"/>
                  </a:lnTo>
                  <a:lnTo>
                    <a:pt x="3188993" y="4586"/>
                  </a:lnTo>
                  <a:lnTo>
                    <a:pt x="3112360" y="6870"/>
                  </a:lnTo>
                  <a:lnTo>
                    <a:pt x="3035727" y="9147"/>
                  </a:lnTo>
                  <a:lnTo>
                    <a:pt x="2959095" y="11418"/>
                  </a:lnTo>
                  <a:lnTo>
                    <a:pt x="2882462" y="13683"/>
                  </a:lnTo>
                  <a:lnTo>
                    <a:pt x="2805830" y="15942"/>
                  </a:lnTo>
                  <a:lnTo>
                    <a:pt x="2729197" y="18194"/>
                  </a:lnTo>
                  <a:lnTo>
                    <a:pt x="2652565" y="20440"/>
                  </a:lnTo>
                  <a:lnTo>
                    <a:pt x="2575932" y="22680"/>
                  </a:lnTo>
                  <a:lnTo>
                    <a:pt x="2499300" y="24913"/>
                  </a:lnTo>
                  <a:lnTo>
                    <a:pt x="2422667" y="27141"/>
                  </a:lnTo>
                  <a:lnTo>
                    <a:pt x="2346034" y="29362"/>
                  </a:lnTo>
                  <a:lnTo>
                    <a:pt x="2269402" y="31577"/>
                  </a:lnTo>
                  <a:lnTo>
                    <a:pt x="2192769" y="33786"/>
                  </a:lnTo>
                  <a:lnTo>
                    <a:pt x="2116137" y="35989"/>
                  </a:lnTo>
                  <a:lnTo>
                    <a:pt x="2039504" y="38185"/>
                  </a:lnTo>
                  <a:lnTo>
                    <a:pt x="1962872" y="40376"/>
                  </a:lnTo>
                  <a:lnTo>
                    <a:pt x="1886239" y="42560"/>
                  </a:lnTo>
                  <a:lnTo>
                    <a:pt x="1809607" y="44739"/>
                  </a:lnTo>
                  <a:lnTo>
                    <a:pt x="1732974" y="46911"/>
                  </a:lnTo>
                  <a:lnTo>
                    <a:pt x="1656342" y="49077"/>
                  </a:lnTo>
                  <a:lnTo>
                    <a:pt x="1579709" y="51237"/>
                  </a:lnTo>
                  <a:lnTo>
                    <a:pt x="1503076" y="53392"/>
                  </a:lnTo>
                  <a:lnTo>
                    <a:pt x="1426444" y="55540"/>
                  </a:lnTo>
                  <a:lnTo>
                    <a:pt x="1349811" y="57682"/>
                  </a:lnTo>
                  <a:lnTo>
                    <a:pt x="1273179" y="59819"/>
                  </a:lnTo>
                  <a:lnTo>
                    <a:pt x="1196546" y="61949"/>
                  </a:lnTo>
                  <a:lnTo>
                    <a:pt x="1119914" y="64074"/>
                  </a:lnTo>
                  <a:lnTo>
                    <a:pt x="1043281" y="66193"/>
                  </a:lnTo>
                  <a:lnTo>
                    <a:pt x="966649" y="68305"/>
                  </a:lnTo>
                  <a:lnTo>
                    <a:pt x="890016" y="70412"/>
                  </a:lnTo>
                  <a:lnTo>
                    <a:pt x="813384" y="72513"/>
                  </a:lnTo>
                  <a:lnTo>
                    <a:pt x="736751" y="74609"/>
                  </a:lnTo>
                  <a:lnTo>
                    <a:pt x="660118" y="76698"/>
                  </a:lnTo>
                  <a:lnTo>
                    <a:pt x="583486" y="78782"/>
                  </a:lnTo>
                  <a:lnTo>
                    <a:pt x="506853" y="80860"/>
                  </a:lnTo>
                  <a:lnTo>
                    <a:pt x="430221" y="82932"/>
                  </a:lnTo>
                  <a:lnTo>
                    <a:pt x="353588" y="84998"/>
                  </a:lnTo>
                  <a:lnTo>
                    <a:pt x="276956" y="87059"/>
                  </a:lnTo>
                  <a:lnTo>
                    <a:pt x="200323" y="89114"/>
                  </a:lnTo>
                  <a:lnTo>
                    <a:pt x="123691" y="91163"/>
                  </a:lnTo>
                  <a:lnTo>
                    <a:pt x="47058" y="93206"/>
                  </a:lnTo>
                  <a:lnTo>
                    <a:pt x="0" y="944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923751"/>
              <a:ext cx="7403783" cy="1258963"/>
            </a:xfrm>
            <a:custGeom>
              <a:avLst/>
              <a:pathLst>
                <a:path w="7403783" h="1258963">
                  <a:moveTo>
                    <a:pt x="0" y="0"/>
                  </a:moveTo>
                  <a:lnTo>
                    <a:pt x="47058" y="15264"/>
                  </a:lnTo>
                  <a:lnTo>
                    <a:pt x="123691" y="39745"/>
                  </a:lnTo>
                  <a:lnTo>
                    <a:pt x="200323" y="63855"/>
                  </a:lnTo>
                  <a:lnTo>
                    <a:pt x="276956" y="87601"/>
                  </a:lnTo>
                  <a:lnTo>
                    <a:pt x="353588" y="110988"/>
                  </a:lnTo>
                  <a:lnTo>
                    <a:pt x="430221" y="134021"/>
                  </a:lnTo>
                  <a:lnTo>
                    <a:pt x="506853" y="156705"/>
                  </a:lnTo>
                  <a:lnTo>
                    <a:pt x="583486" y="179046"/>
                  </a:lnTo>
                  <a:lnTo>
                    <a:pt x="660118" y="201050"/>
                  </a:lnTo>
                  <a:lnTo>
                    <a:pt x="736751" y="222720"/>
                  </a:lnTo>
                  <a:lnTo>
                    <a:pt x="813384" y="244063"/>
                  </a:lnTo>
                  <a:lnTo>
                    <a:pt x="890016" y="265082"/>
                  </a:lnTo>
                  <a:lnTo>
                    <a:pt x="966649" y="285784"/>
                  </a:lnTo>
                  <a:lnTo>
                    <a:pt x="1043281" y="306172"/>
                  </a:lnTo>
                  <a:lnTo>
                    <a:pt x="1119914" y="326253"/>
                  </a:lnTo>
                  <a:lnTo>
                    <a:pt x="1196546" y="346029"/>
                  </a:lnTo>
                  <a:lnTo>
                    <a:pt x="1273179" y="365506"/>
                  </a:lnTo>
                  <a:lnTo>
                    <a:pt x="1349811" y="384688"/>
                  </a:lnTo>
                  <a:lnTo>
                    <a:pt x="1426444" y="403581"/>
                  </a:lnTo>
                  <a:lnTo>
                    <a:pt x="1503076" y="422187"/>
                  </a:lnTo>
                  <a:lnTo>
                    <a:pt x="1579709" y="440512"/>
                  </a:lnTo>
                  <a:lnTo>
                    <a:pt x="1656342" y="458560"/>
                  </a:lnTo>
                  <a:lnTo>
                    <a:pt x="1732974" y="476335"/>
                  </a:lnTo>
                  <a:lnTo>
                    <a:pt x="1809607" y="493840"/>
                  </a:lnTo>
                  <a:lnTo>
                    <a:pt x="1886239" y="511081"/>
                  </a:lnTo>
                  <a:lnTo>
                    <a:pt x="1962872" y="528061"/>
                  </a:lnTo>
                  <a:lnTo>
                    <a:pt x="2039504" y="544785"/>
                  </a:lnTo>
                  <a:lnTo>
                    <a:pt x="2116137" y="561255"/>
                  </a:lnTo>
                  <a:lnTo>
                    <a:pt x="2192769" y="577476"/>
                  </a:lnTo>
                  <a:lnTo>
                    <a:pt x="2269402" y="593452"/>
                  </a:lnTo>
                  <a:lnTo>
                    <a:pt x="2346034" y="609186"/>
                  </a:lnTo>
                  <a:lnTo>
                    <a:pt x="2422667" y="624682"/>
                  </a:lnTo>
                  <a:lnTo>
                    <a:pt x="2499300" y="639944"/>
                  </a:lnTo>
                  <a:lnTo>
                    <a:pt x="2575932" y="654974"/>
                  </a:lnTo>
                  <a:lnTo>
                    <a:pt x="2652565" y="669778"/>
                  </a:lnTo>
                  <a:lnTo>
                    <a:pt x="2729197" y="684357"/>
                  </a:lnTo>
                  <a:lnTo>
                    <a:pt x="2805830" y="698716"/>
                  </a:lnTo>
                  <a:lnTo>
                    <a:pt x="2882462" y="712857"/>
                  </a:lnTo>
                  <a:lnTo>
                    <a:pt x="2959095" y="726785"/>
                  </a:lnTo>
                  <a:lnTo>
                    <a:pt x="3035727" y="740502"/>
                  </a:lnTo>
                  <a:lnTo>
                    <a:pt x="3112360" y="754011"/>
                  </a:lnTo>
                  <a:lnTo>
                    <a:pt x="3188993" y="767316"/>
                  </a:lnTo>
                  <a:lnTo>
                    <a:pt x="3265625" y="780420"/>
                  </a:lnTo>
                  <a:lnTo>
                    <a:pt x="3342258" y="793326"/>
                  </a:lnTo>
                  <a:lnTo>
                    <a:pt x="3418890" y="806036"/>
                  </a:lnTo>
                  <a:lnTo>
                    <a:pt x="3495523" y="818554"/>
                  </a:lnTo>
                  <a:lnTo>
                    <a:pt x="3572155" y="830883"/>
                  </a:lnTo>
                  <a:lnTo>
                    <a:pt x="3648788" y="843025"/>
                  </a:lnTo>
                  <a:lnTo>
                    <a:pt x="3725420" y="854983"/>
                  </a:lnTo>
                  <a:lnTo>
                    <a:pt x="3802053" y="866761"/>
                  </a:lnTo>
                  <a:lnTo>
                    <a:pt x="3878685" y="878360"/>
                  </a:lnTo>
                  <a:lnTo>
                    <a:pt x="3955318" y="889784"/>
                  </a:lnTo>
                  <a:lnTo>
                    <a:pt x="4031951" y="901035"/>
                  </a:lnTo>
                  <a:lnTo>
                    <a:pt x="4108583" y="912116"/>
                  </a:lnTo>
                  <a:lnTo>
                    <a:pt x="4185216" y="923029"/>
                  </a:lnTo>
                  <a:lnTo>
                    <a:pt x="4261848" y="933777"/>
                  </a:lnTo>
                  <a:lnTo>
                    <a:pt x="4338481" y="944363"/>
                  </a:lnTo>
                  <a:lnTo>
                    <a:pt x="4415113" y="954788"/>
                  </a:lnTo>
                  <a:lnTo>
                    <a:pt x="4491746" y="965056"/>
                  </a:lnTo>
                  <a:lnTo>
                    <a:pt x="4568378" y="975168"/>
                  </a:lnTo>
                  <a:lnTo>
                    <a:pt x="4645011" y="985128"/>
                  </a:lnTo>
                  <a:lnTo>
                    <a:pt x="4721644" y="994936"/>
                  </a:lnTo>
                  <a:lnTo>
                    <a:pt x="4798276" y="1004597"/>
                  </a:lnTo>
                  <a:lnTo>
                    <a:pt x="4874909" y="1014111"/>
                  </a:lnTo>
                  <a:lnTo>
                    <a:pt x="4951541" y="1023481"/>
                  </a:lnTo>
                  <a:lnTo>
                    <a:pt x="5028174" y="1032709"/>
                  </a:lnTo>
                  <a:lnTo>
                    <a:pt x="5104806" y="1041798"/>
                  </a:lnTo>
                  <a:lnTo>
                    <a:pt x="5181439" y="1050750"/>
                  </a:lnTo>
                  <a:lnTo>
                    <a:pt x="5258071" y="1059566"/>
                  </a:lnTo>
                  <a:lnTo>
                    <a:pt x="5334704" y="1068248"/>
                  </a:lnTo>
                  <a:lnTo>
                    <a:pt x="5411336" y="1076799"/>
                  </a:lnTo>
                  <a:lnTo>
                    <a:pt x="5487969" y="1085221"/>
                  </a:lnTo>
                  <a:lnTo>
                    <a:pt x="5564602" y="1093516"/>
                  </a:lnTo>
                  <a:lnTo>
                    <a:pt x="5641234" y="1101685"/>
                  </a:lnTo>
                  <a:lnTo>
                    <a:pt x="5717867" y="1109730"/>
                  </a:lnTo>
                  <a:lnTo>
                    <a:pt x="5794499" y="1117654"/>
                  </a:lnTo>
                  <a:lnTo>
                    <a:pt x="5871132" y="1125457"/>
                  </a:lnTo>
                  <a:lnTo>
                    <a:pt x="5947764" y="1133143"/>
                  </a:lnTo>
                  <a:lnTo>
                    <a:pt x="6024397" y="1140713"/>
                  </a:lnTo>
                  <a:lnTo>
                    <a:pt x="6101029" y="1148168"/>
                  </a:lnTo>
                  <a:lnTo>
                    <a:pt x="6177662" y="1155510"/>
                  </a:lnTo>
                  <a:lnTo>
                    <a:pt x="6254294" y="1162741"/>
                  </a:lnTo>
                  <a:lnTo>
                    <a:pt x="6330927" y="1169863"/>
                  </a:lnTo>
                  <a:lnTo>
                    <a:pt x="6407560" y="1176877"/>
                  </a:lnTo>
                  <a:lnTo>
                    <a:pt x="6484192" y="1183785"/>
                  </a:lnTo>
                  <a:lnTo>
                    <a:pt x="6560825" y="1190588"/>
                  </a:lnTo>
                  <a:lnTo>
                    <a:pt x="6637457" y="1197288"/>
                  </a:lnTo>
                  <a:lnTo>
                    <a:pt x="6714090" y="1203887"/>
                  </a:lnTo>
                  <a:lnTo>
                    <a:pt x="6790722" y="1210387"/>
                  </a:lnTo>
                  <a:lnTo>
                    <a:pt x="6867355" y="1216788"/>
                  </a:lnTo>
                  <a:lnTo>
                    <a:pt x="6943987" y="1223092"/>
                  </a:lnTo>
                  <a:lnTo>
                    <a:pt x="7020620" y="1229300"/>
                  </a:lnTo>
                  <a:lnTo>
                    <a:pt x="7097253" y="1235415"/>
                  </a:lnTo>
                  <a:lnTo>
                    <a:pt x="7173885" y="1241437"/>
                  </a:lnTo>
                  <a:lnTo>
                    <a:pt x="7250518" y="1247369"/>
                  </a:lnTo>
                  <a:lnTo>
                    <a:pt x="7327150" y="1253210"/>
                  </a:lnTo>
                  <a:lnTo>
                    <a:pt x="7403783" y="125896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1.19 (0.97-1.47), p = 0.097  |  per IQR decline (Δ = 0.30): 1.69 (0.91-3.16)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0818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2026-06-08T10:30:19Z</dcterms:modified>
  <cp:category/>
</cp:coreProperties>
</file>