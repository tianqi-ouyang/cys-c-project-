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618843"/>
              <a:ext cx="7403783" cy="2750323"/>
            </a:xfrm>
            <a:custGeom>
              <a:avLst/>
              <a:pathLst>
                <a:path w="7403783" h="2750323">
                  <a:moveTo>
                    <a:pt x="0" y="0"/>
                  </a:moveTo>
                  <a:lnTo>
                    <a:pt x="47058" y="51165"/>
                  </a:lnTo>
                  <a:lnTo>
                    <a:pt x="123691" y="132149"/>
                  </a:lnTo>
                  <a:lnTo>
                    <a:pt x="200323" y="210861"/>
                  </a:lnTo>
                  <a:lnTo>
                    <a:pt x="276956" y="287365"/>
                  </a:lnTo>
                  <a:lnTo>
                    <a:pt x="353588" y="361724"/>
                  </a:lnTo>
                  <a:lnTo>
                    <a:pt x="430221" y="433997"/>
                  </a:lnTo>
                  <a:lnTo>
                    <a:pt x="506853" y="504243"/>
                  </a:lnTo>
                  <a:lnTo>
                    <a:pt x="583486" y="572518"/>
                  </a:lnTo>
                  <a:lnTo>
                    <a:pt x="660118" y="638878"/>
                  </a:lnTo>
                  <a:lnTo>
                    <a:pt x="736751" y="703377"/>
                  </a:lnTo>
                  <a:lnTo>
                    <a:pt x="813384" y="766067"/>
                  </a:lnTo>
                  <a:lnTo>
                    <a:pt x="890016" y="826999"/>
                  </a:lnTo>
                  <a:lnTo>
                    <a:pt x="966649" y="886221"/>
                  </a:lnTo>
                  <a:lnTo>
                    <a:pt x="1043281" y="943783"/>
                  </a:lnTo>
                  <a:lnTo>
                    <a:pt x="1119914" y="999730"/>
                  </a:lnTo>
                  <a:lnTo>
                    <a:pt x="1196546" y="1054107"/>
                  </a:lnTo>
                  <a:lnTo>
                    <a:pt x="1273179" y="1106960"/>
                  </a:lnTo>
                  <a:lnTo>
                    <a:pt x="1349811" y="1158329"/>
                  </a:lnTo>
                  <a:lnTo>
                    <a:pt x="1426444" y="1208259"/>
                  </a:lnTo>
                  <a:lnTo>
                    <a:pt x="1503076" y="1256787"/>
                  </a:lnTo>
                  <a:lnTo>
                    <a:pt x="1579709" y="1303955"/>
                  </a:lnTo>
                  <a:lnTo>
                    <a:pt x="1656342" y="1349799"/>
                  </a:lnTo>
                  <a:lnTo>
                    <a:pt x="1732974" y="1394358"/>
                  </a:lnTo>
                  <a:lnTo>
                    <a:pt x="1809607" y="1437666"/>
                  </a:lnTo>
                  <a:lnTo>
                    <a:pt x="1886239" y="1479760"/>
                  </a:lnTo>
                  <a:lnTo>
                    <a:pt x="1962872" y="1520674"/>
                  </a:lnTo>
                  <a:lnTo>
                    <a:pt x="2039504" y="1560439"/>
                  </a:lnTo>
                  <a:lnTo>
                    <a:pt x="2116137" y="1599090"/>
                  </a:lnTo>
                  <a:lnTo>
                    <a:pt x="2192769" y="1636656"/>
                  </a:lnTo>
                  <a:lnTo>
                    <a:pt x="2269402" y="1673168"/>
                  </a:lnTo>
                  <a:lnTo>
                    <a:pt x="2346034" y="1708657"/>
                  </a:lnTo>
                  <a:lnTo>
                    <a:pt x="2422667" y="1743150"/>
                  </a:lnTo>
                  <a:lnTo>
                    <a:pt x="2499300" y="1776675"/>
                  </a:lnTo>
                  <a:lnTo>
                    <a:pt x="2575932" y="1809261"/>
                  </a:lnTo>
                  <a:lnTo>
                    <a:pt x="2652565" y="1840932"/>
                  </a:lnTo>
                  <a:lnTo>
                    <a:pt x="2729197" y="1871715"/>
                  </a:lnTo>
                  <a:lnTo>
                    <a:pt x="2805830" y="1901634"/>
                  </a:lnTo>
                  <a:lnTo>
                    <a:pt x="2882462" y="1930714"/>
                  </a:lnTo>
                  <a:lnTo>
                    <a:pt x="2959095" y="1958979"/>
                  </a:lnTo>
                  <a:lnTo>
                    <a:pt x="3035727" y="1986451"/>
                  </a:lnTo>
                  <a:lnTo>
                    <a:pt x="3112360" y="2013152"/>
                  </a:lnTo>
                  <a:lnTo>
                    <a:pt x="3188993" y="2039104"/>
                  </a:lnTo>
                  <a:lnTo>
                    <a:pt x="3265625" y="2064329"/>
                  </a:lnTo>
                  <a:lnTo>
                    <a:pt x="3342258" y="2088845"/>
                  </a:lnTo>
                  <a:lnTo>
                    <a:pt x="3418890" y="2108698"/>
                  </a:lnTo>
                  <a:lnTo>
                    <a:pt x="3495523" y="2107150"/>
                  </a:lnTo>
                  <a:lnTo>
                    <a:pt x="3572155" y="2105600"/>
                  </a:lnTo>
                  <a:lnTo>
                    <a:pt x="3648788" y="2104047"/>
                  </a:lnTo>
                  <a:lnTo>
                    <a:pt x="3725420" y="2102491"/>
                  </a:lnTo>
                  <a:lnTo>
                    <a:pt x="3802053" y="2100933"/>
                  </a:lnTo>
                  <a:lnTo>
                    <a:pt x="3878685" y="2099371"/>
                  </a:lnTo>
                  <a:lnTo>
                    <a:pt x="3955318" y="2097806"/>
                  </a:lnTo>
                  <a:lnTo>
                    <a:pt x="4031951" y="2096239"/>
                  </a:lnTo>
                  <a:lnTo>
                    <a:pt x="4108583" y="2094668"/>
                  </a:lnTo>
                  <a:lnTo>
                    <a:pt x="4185216" y="2093095"/>
                  </a:lnTo>
                  <a:lnTo>
                    <a:pt x="4261848" y="2091518"/>
                  </a:lnTo>
                  <a:lnTo>
                    <a:pt x="4338481" y="2089939"/>
                  </a:lnTo>
                  <a:lnTo>
                    <a:pt x="4415113" y="2088357"/>
                  </a:lnTo>
                  <a:lnTo>
                    <a:pt x="4491746" y="2086772"/>
                  </a:lnTo>
                  <a:lnTo>
                    <a:pt x="4568378" y="2085184"/>
                  </a:lnTo>
                  <a:lnTo>
                    <a:pt x="4645011" y="2083593"/>
                  </a:lnTo>
                  <a:lnTo>
                    <a:pt x="4721644" y="2081999"/>
                  </a:lnTo>
                  <a:lnTo>
                    <a:pt x="4798276" y="2080402"/>
                  </a:lnTo>
                  <a:lnTo>
                    <a:pt x="4874909" y="2078802"/>
                  </a:lnTo>
                  <a:lnTo>
                    <a:pt x="4951541" y="2077199"/>
                  </a:lnTo>
                  <a:lnTo>
                    <a:pt x="5028174" y="2075593"/>
                  </a:lnTo>
                  <a:lnTo>
                    <a:pt x="5104806" y="2073984"/>
                  </a:lnTo>
                  <a:lnTo>
                    <a:pt x="5181439" y="2072372"/>
                  </a:lnTo>
                  <a:lnTo>
                    <a:pt x="5258071" y="2070757"/>
                  </a:lnTo>
                  <a:lnTo>
                    <a:pt x="5334704" y="2069139"/>
                  </a:lnTo>
                  <a:lnTo>
                    <a:pt x="5411336" y="2067518"/>
                  </a:lnTo>
                  <a:lnTo>
                    <a:pt x="5487969" y="2065894"/>
                  </a:lnTo>
                  <a:lnTo>
                    <a:pt x="5564602" y="2064267"/>
                  </a:lnTo>
                  <a:lnTo>
                    <a:pt x="5641234" y="2062637"/>
                  </a:lnTo>
                  <a:lnTo>
                    <a:pt x="5717867" y="2061003"/>
                  </a:lnTo>
                  <a:lnTo>
                    <a:pt x="5794499" y="2059367"/>
                  </a:lnTo>
                  <a:lnTo>
                    <a:pt x="5871132" y="2057728"/>
                  </a:lnTo>
                  <a:lnTo>
                    <a:pt x="5947764" y="2056086"/>
                  </a:lnTo>
                  <a:lnTo>
                    <a:pt x="6024397" y="2054440"/>
                  </a:lnTo>
                  <a:lnTo>
                    <a:pt x="6101029" y="2052792"/>
                  </a:lnTo>
                  <a:lnTo>
                    <a:pt x="6177662" y="2051141"/>
                  </a:lnTo>
                  <a:lnTo>
                    <a:pt x="6254294" y="2049486"/>
                  </a:lnTo>
                  <a:lnTo>
                    <a:pt x="6330927" y="2047828"/>
                  </a:lnTo>
                  <a:lnTo>
                    <a:pt x="6407560" y="2046168"/>
                  </a:lnTo>
                  <a:lnTo>
                    <a:pt x="6484192" y="2044504"/>
                  </a:lnTo>
                  <a:lnTo>
                    <a:pt x="6560825" y="2042837"/>
                  </a:lnTo>
                  <a:lnTo>
                    <a:pt x="6637457" y="2041167"/>
                  </a:lnTo>
                  <a:lnTo>
                    <a:pt x="6714090" y="2039494"/>
                  </a:lnTo>
                  <a:lnTo>
                    <a:pt x="6790722" y="2037817"/>
                  </a:lnTo>
                  <a:lnTo>
                    <a:pt x="6867355" y="2036138"/>
                  </a:lnTo>
                  <a:lnTo>
                    <a:pt x="6943987" y="2034455"/>
                  </a:lnTo>
                  <a:lnTo>
                    <a:pt x="7020620" y="2032770"/>
                  </a:lnTo>
                  <a:lnTo>
                    <a:pt x="7097253" y="2031081"/>
                  </a:lnTo>
                  <a:lnTo>
                    <a:pt x="7173885" y="2029389"/>
                  </a:lnTo>
                  <a:lnTo>
                    <a:pt x="7250518" y="2027694"/>
                  </a:lnTo>
                  <a:lnTo>
                    <a:pt x="7327150" y="2025995"/>
                  </a:lnTo>
                  <a:lnTo>
                    <a:pt x="7403783" y="2024294"/>
                  </a:lnTo>
                  <a:lnTo>
                    <a:pt x="7403783" y="2750323"/>
                  </a:lnTo>
                  <a:lnTo>
                    <a:pt x="7327150" y="2744895"/>
                  </a:lnTo>
                  <a:lnTo>
                    <a:pt x="7250518" y="2739311"/>
                  </a:lnTo>
                  <a:lnTo>
                    <a:pt x="7173885" y="2733565"/>
                  </a:lnTo>
                  <a:lnTo>
                    <a:pt x="7097253" y="2727654"/>
                  </a:lnTo>
                  <a:lnTo>
                    <a:pt x="7020620" y="2721572"/>
                  </a:lnTo>
                  <a:lnTo>
                    <a:pt x="6943987" y="2715314"/>
                  </a:lnTo>
                  <a:lnTo>
                    <a:pt x="6867355" y="2708876"/>
                  </a:lnTo>
                  <a:lnTo>
                    <a:pt x="6790722" y="2702252"/>
                  </a:lnTo>
                  <a:lnTo>
                    <a:pt x="6714090" y="2695437"/>
                  </a:lnTo>
                  <a:lnTo>
                    <a:pt x="6637457" y="2688426"/>
                  </a:lnTo>
                  <a:lnTo>
                    <a:pt x="6560825" y="2681212"/>
                  </a:lnTo>
                  <a:lnTo>
                    <a:pt x="6484192" y="2673790"/>
                  </a:lnTo>
                  <a:lnTo>
                    <a:pt x="6407560" y="2666153"/>
                  </a:lnTo>
                  <a:lnTo>
                    <a:pt x="6330927" y="2658297"/>
                  </a:lnTo>
                  <a:lnTo>
                    <a:pt x="6254294" y="2650213"/>
                  </a:lnTo>
                  <a:lnTo>
                    <a:pt x="6177662" y="2641896"/>
                  </a:lnTo>
                  <a:lnTo>
                    <a:pt x="6101029" y="2633340"/>
                  </a:lnTo>
                  <a:lnTo>
                    <a:pt x="6024397" y="2624536"/>
                  </a:lnTo>
                  <a:lnTo>
                    <a:pt x="5947764" y="2615478"/>
                  </a:lnTo>
                  <a:lnTo>
                    <a:pt x="5871132" y="2606159"/>
                  </a:lnTo>
                  <a:lnTo>
                    <a:pt x="5794499" y="2596571"/>
                  </a:lnTo>
                  <a:lnTo>
                    <a:pt x="5717867" y="2586706"/>
                  </a:lnTo>
                  <a:lnTo>
                    <a:pt x="5641234" y="2576557"/>
                  </a:lnTo>
                  <a:lnTo>
                    <a:pt x="5564602" y="2566114"/>
                  </a:lnTo>
                  <a:lnTo>
                    <a:pt x="5487969" y="2555371"/>
                  </a:lnTo>
                  <a:lnTo>
                    <a:pt x="5411336" y="2544317"/>
                  </a:lnTo>
                  <a:lnTo>
                    <a:pt x="5334704" y="2532944"/>
                  </a:lnTo>
                  <a:lnTo>
                    <a:pt x="5258071" y="2521243"/>
                  </a:lnTo>
                  <a:lnTo>
                    <a:pt x="5181439" y="2509205"/>
                  </a:lnTo>
                  <a:lnTo>
                    <a:pt x="5104806" y="2496819"/>
                  </a:lnTo>
                  <a:lnTo>
                    <a:pt x="5028174" y="2484075"/>
                  </a:lnTo>
                  <a:lnTo>
                    <a:pt x="4951541" y="2470964"/>
                  </a:lnTo>
                  <a:lnTo>
                    <a:pt x="4874909" y="2457474"/>
                  </a:lnTo>
                  <a:lnTo>
                    <a:pt x="4798276" y="2443596"/>
                  </a:lnTo>
                  <a:lnTo>
                    <a:pt x="4721644" y="2429316"/>
                  </a:lnTo>
                  <a:lnTo>
                    <a:pt x="4645011" y="2414625"/>
                  </a:lnTo>
                  <a:lnTo>
                    <a:pt x="4568378" y="2399509"/>
                  </a:lnTo>
                  <a:lnTo>
                    <a:pt x="4491746" y="2383958"/>
                  </a:lnTo>
                  <a:lnTo>
                    <a:pt x="4415113" y="2367957"/>
                  </a:lnTo>
                  <a:lnTo>
                    <a:pt x="4338481" y="2351495"/>
                  </a:lnTo>
                  <a:lnTo>
                    <a:pt x="4261848" y="2334558"/>
                  </a:lnTo>
                  <a:lnTo>
                    <a:pt x="4185216" y="2317132"/>
                  </a:lnTo>
                  <a:lnTo>
                    <a:pt x="4108583" y="2299203"/>
                  </a:lnTo>
                  <a:lnTo>
                    <a:pt x="4031951" y="2280757"/>
                  </a:lnTo>
                  <a:lnTo>
                    <a:pt x="3955318" y="2261778"/>
                  </a:lnTo>
                  <a:lnTo>
                    <a:pt x="3878685" y="2242252"/>
                  </a:lnTo>
                  <a:lnTo>
                    <a:pt x="3802053" y="2222162"/>
                  </a:lnTo>
                  <a:lnTo>
                    <a:pt x="3725420" y="2201492"/>
                  </a:lnTo>
                  <a:lnTo>
                    <a:pt x="3648788" y="2180226"/>
                  </a:lnTo>
                  <a:lnTo>
                    <a:pt x="3572155" y="2158347"/>
                  </a:lnTo>
                  <a:lnTo>
                    <a:pt x="3495523" y="2135835"/>
                  </a:lnTo>
                  <a:lnTo>
                    <a:pt x="3418890" y="2112675"/>
                  </a:lnTo>
                  <a:lnTo>
                    <a:pt x="3342258" y="2110242"/>
                  </a:lnTo>
                  <a:lnTo>
                    <a:pt x="3265625" y="2111783"/>
                  </a:lnTo>
                  <a:lnTo>
                    <a:pt x="3188993" y="2113322"/>
                  </a:lnTo>
                  <a:lnTo>
                    <a:pt x="3112360" y="2114858"/>
                  </a:lnTo>
                  <a:lnTo>
                    <a:pt x="3035727" y="2116391"/>
                  </a:lnTo>
                  <a:lnTo>
                    <a:pt x="2959095" y="2117921"/>
                  </a:lnTo>
                  <a:lnTo>
                    <a:pt x="2882462" y="2119448"/>
                  </a:lnTo>
                  <a:lnTo>
                    <a:pt x="2805830" y="2120972"/>
                  </a:lnTo>
                  <a:lnTo>
                    <a:pt x="2729197" y="2122494"/>
                  </a:lnTo>
                  <a:lnTo>
                    <a:pt x="2652565" y="2124012"/>
                  </a:lnTo>
                  <a:lnTo>
                    <a:pt x="2575932" y="2125528"/>
                  </a:lnTo>
                  <a:lnTo>
                    <a:pt x="2499300" y="2127041"/>
                  </a:lnTo>
                  <a:lnTo>
                    <a:pt x="2422667" y="2128551"/>
                  </a:lnTo>
                  <a:lnTo>
                    <a:pt x="2346034" y="2130059"/>
                  </a:lnTo>
                  <a:lnTo>
                    <a:pt x="2269402" y="2131563"/>
                  </a:lnTo>
                  <a:lnTo>
                    <a:pt x="2192769" y="2133065"/>
                  </a:lnTo>
                  <a:lnTo>
                    <a:pt x="2116137" y="2134564"/>
                  </a:lnTo>
                  <a:lnTo>
                    <a:pt x="2039504" y="2136060"/>
                  </a:lnTo>
                  <a:lnTo>
                    <a:pt x="1962872" y="2137554"/>
                  </a:lnTo>
                  <a:lnTo>
                    <a:pt x="1886239" y="2139045"/>
                  </a:lnTo>
                  <a:lnTo>
                    <a:pt x="1809607" y="2140532"/>
                  </a:lnTo>
                  <a:lnTo>
                    <a:pt x="1732974" y="2142017"/>
                  </a:lnTo>
                  <a:lnTo>
                    <a:pt x="1656342" y="2143500"/>
                  </a:lnTo>
                  <a:lnTo>
                    <a:pt x="1579709" y="2144979"/>
                  </a:lnTo>
                  <a:lnTo>
                    <a:pt x="1503076" y="2146456"/>
                  </a:lnTo>
                  <a:lnTo>
                    <a:pt x="1426444" y="2147930"/>
                  </a:lnTo>
                  <a:lnTo>
                    <a:pt x="1349811" y="2149402"/>
                  </a:lnTo>
                  <a:lnTo>
                    <a:pt x="1273179" y="2150870"/>
                  </a:lnTo>
                  <a:lnTo>
                    <a:pt x="1196546" y="2152336"/>
                  </a:lnTo>
                  <a:lnTo>
                    <a:pt x="1119914" y="2153799"/>
                  </a:lnTo>
                  <a:lnTo>
                    <a:pt x="1043281" y="2155260"/>
                  </a:lnTo>
                  <a:lnTo>
                    <a:pt x="966649" y="2156717"/>
                  </a:lnTo>
                  <a:lnTo>
                    <a:pt x="890016" y="2158172"/>
                  </a:lnTo>
                  <a:lnTo>
                    <a:pt x="813384" y="2159625"/>
                  </a:lnTo>
                  <a:lnTo>
                    <a:pt x="736751" y="2161074"/>
                  </a:lnTo>
                  <a:lnTo>
                    <a:pt x="660118" y="2162521"/>
                  </a:lnTo>
                  <a:lnTo>
                    <a:pt x="583486" y="2163965"/>
                  </a:lnTo>
                  <a:lnTo>
                    <a:pt x="506853" y="2165407"/>
                  </a:lnTo>
                  <a:lnTo>
                    <a:pt x="430221" y="2166845"/>
                  </a:lnTo>
                  <a:lnTo>
                    <a:pt x="353588" y="2168282"/>
                  </a:lnTo>
                  <a:lnTo>
                    <a:pt x="276956" y="2169715"/>
                  </a:lnTo>
                  <a:lnTo>
                    <a:pt x="200323" y="2171146"/>
                  </a:lnTo>
                  <a:lnTo>
                    <a:pt x="123691" y="2172574"/>
                  </a:lnTo>
                  <a:lnTo>
                    <a:pt x="47058" y="2173999"/>
                  </a:lnTo>
                  <a:lnTo>
                    <a:pt x="0" y="217487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2618843"/>
              <a:ext cx="7403783" cy="2108698"/>
            </a:xfrm>
            <a:custGeom>
              <a:avLst/>
              <a:pathLst>
                <a:path w="7403783" h="2108698">
                  <a:moveTo>
                    <a:pt x="0" y="0"/>
                  </a:moveTo>
                  <a:lnTo>
                    <a:pt x="47058" y="51165"/>
                  </a:lnTo>
                  <a:lnTo>
                    <a:pt x="123691" y="132149"/>
                  </a:lnTo>
                  <a:lnTo>
                    <a:pt x="200323" y="210861"/>
                  </a:lnTo>
                  <a:lnTo>
                    <a:pt x="276956" y="287365"/>
                  </a:lnTo>
                  <a:lnTo>
                    <a:pt x="353588" y="361724"/>
                  </a:lnTo>
                  <a:lnTo>
                    <a:pt x="430221" y="433997"/>
                  </a:lnTo>
                  <a:lnTo>
                    <a:pt x="506853" y="504243"/>
                  </a:lnTo>
                  <a:lnTo>
                    <a:pt x="583486" y="572518"/>
                  </a:lnTo>
                  <a:lnTo>
                    <a:pt x="660118" y="638878"/>
                  </a:lnTo>
                  <a:lnTo>
                    <a:pt x="736751" y="703377"/>
                  </a:lnTo>
                  <a:lnTo>
                    <a:pt x="813384" y="766067"/>
                  </a:lnTo>
                  <a:lnTo>
                    <a:pt x="890016" y="826999"/>
                  </a:lnTo>
                  <a:lnTo>
                    <a:pt x="966649" y="886221"/>
                  </a:lnTo>
                  <a:lnTo>
                    <a:pt x="1043281" y="943783"/>
                  </a:lnTo>
                  <a:lnTo>
                    <a:pt x="1119914" y="999730"/>
                  </a:lnTo>
                  <a:lnTo>
                    <a:pt x="1196546" y="1054107"/>
                  </a:lnTo>
                  <a:lnTo>
                    <a:pt x="1273179" y="1106960"/>
                  </a:lnTo>
                  <a:lnTo>
                    <a:pt x="1349811" y="1158329"/>
                  </a:lnTo>
                  <a:lnTo>
                    <a:pt x="1426444" y="1208259"/>
                  </a:lnTo>
                  <a:lnTo>
                    <a:pt x="1503076" y="1256787"/>
                  </a:lnTo>
                  <a:lnTo>
                    <a:pt x="1579709" y="1303955"/>
                  </a:lnTo>
                  <a:lnTo>
                    <a:pt x="1656342" y="1349799"/>
                  </a:lnTo>
                  <a:lnTo>
                    <a:pt x="1732974" y="1394358"/>
                  </a:lnTo>
                  <a:lnTo>
                    <a:pt x="1809607" y="1437666"/>
                  </a:lnTo>
                  <a:lnTo>
                    <a:pt x="1886239" y="1479760"/>
                  </a:lnTo>
                  <a:lnTo>
                    <a:pt x="1962872" y="1520674"/>
                  </a:lnTo>
                  <a:lnTo>
                    <a:pt x="2039504" y="1560439"/>
                  </a:lnTo>
                  <a:lnTo>
                    <a:pt x="2116137" y="1599090"/>
                  </a:lnTo>
                  <a:lnTo>
                    <a:pt x="2192769" y="1636656"/>
                  </a:lnTo>
                  <a:lnTo>
                    <a:pt x="2269402" y="1673168"/>
                  </a:lnTo>
                  <a:lnTo>
                    <a:pt x="2346034" y="1708657"/>
                  </a:lnTo>
                  <a:lnTo>
                    <a:pt x="2422667" y="1743150"/>
                  </a:lnTo>
                  <a:lnTo>
                    <a:pt x="2499300" y="1776675"/>
                  </a:lnTo>
                  <a:lnTo>
                    <a:pt x="2575932" y="1809261"/>
                  </a:lnTo>
                  <a:lnTo>
                    <a:pt x="2652565" y="1840932"/>
                  </a:lnTo>
                  <a:lnTo>
                    <a:pt x="2729197" y="1871715"/>
                  </a:lnTo>
                  <a:lnTo>
                    <a:pt x="2805830" y="1901634"/>
                  </a:lnTo>
                  <a:lnTo>
                    <a:pt x="2882462" y="1930714"/>
                  </a:lnTo>
                  <a:lnTo>
                    <a:pt x="2959095" y="1958979"/>
                  </a:lnTo>
                  <a:lnTo>
                    <a:pt x="3035727" y="1986451"/>
                  </a:lnTo>
                  <a:lnTo>
                    <a:pt x="3112360" y="2013152"/>
                  </a:lnTo>
                  <a:lnTo>
                    <a:pt x="3188993" y="2039104"/>
                  </a:lnTo>
                  <a:lnTo>
                    <a:pt x="3265625" y="2064329"/>
                  </a:lnTo>
                  <a:lnTo>
                    <a:pt x="3342258" y="2088845"/>
                  </a:lnTo>
                  <a:lnTo>
                    <a:pt x="3418890" y="2108698"/>
                  </a:lnTo>
                  <a:lnTo>
                    <a:pt x="3495523" y="2107150"/>
                  </a:lnTo>
                  <a:lnTo>
                    <a:pt x="3572155" y="2105600"/>
                  </a:lnTo>
                  <a:lnTo>
                    <a:pt x="3648788" y="2104047"/>
                  </a:lnTo>
                  <a:lnTo>
                    <a:pt x="3725420" y="2102491"/>
                  </a:lnTo>
                  <a:lnTo>
                    <a:pt x="3802053" y="2100933"/>
                  </a:lnTo>
                  <a:lnTo>
                    <a:pt x="3878685" y="2099371"/>
                  </a:lnTo>
                  <a:lnTo>
                    <a:pt x="3955318" y="2097806"/>
                  </a:lnTo>
                  <a:lnTo>
                    <a:pt x="4031951" y="2096239"/>
                  </a:lnTo>
                  <a:lnTo>
                    <a:pt x="4108583" y="2094668"/>
                  </a:lnTo>
                  <a:lnTo>
                    <a:pt x="4185216" y="2093095"/>
                  </a:lnTo>
                  <a:lnTo>
                    <a:pt x="4261848" y="2091518"/>
                  </a:lnTo>
                  <a:lnTo>
                    <a:pt x="4338481" y="2089939"/>
                  </a:lnTo>
                  <a:lnTo>
                    <a:pt x="4415113" y="2088357"/>
                  </a:lnTo>
                  <a:lnTo>
                    <a:pt x="4491746" y="2086772"/>
                  </a:lnTo>
                  <a:lnTo>
                    <a:pt x="4568378" y="2085184"/>
                  </a:lnTo>
                  <a:lnTo>
                    <a:pt x="4645011" y="2083593"/>
                  </a:lnTo>
                  <a:lnTo>
                    <a:pt x="4721644" y="2081999"/>
                  </a:lnTo>
                  <a:lnTo>
                    <a:pt x="4798276" y="2080402"/>
                  </a:lnTo>
                  <a:lnTo>
                    <a:pt x="4874909" y="2078802"/>
                  </a:lnTo>
                  <a:lnTo>
                    <a:pt x="4951541" y="2077199"/>
                  </a:lnTo>
                  <a:lnTo>
                    <a:pt x="5028174" y="2075593"/>
                  </a:lnTo>
                  <a:lnTo>
                    <a:pt x="5104806" y="2073984"/>
                  </a:lnTo>
                  <a:lnTo>
                    <a:pt x="5181439" y="2072372"/>
                  </a:lnTo>
                  <a:lnTo>
                    <a:pt x="5258071" y="2070757"/>
                  </a:lnTo>
                  <a:lnTo>
                    <a:pt x="5334704" y="2069139"/>
                  </a:lnTo>
                  <a:lnTo>
                    <a:pt x="5411336" y="2067518"/>
                  </a:lnTo>
                  <a:lnTo>
                    <a:pt x="5487969" y="2065894"/>
                  </a:lnTo>
                  <a:lnTo>
                    <a:pt x="5564602" y="2064267"/>
                  </a:lnTo>
                  <a:lnTo>
                    <a:pt x="5641234" y="2062637"/>
                  </a:lnTo>
                  <a:lnTo>
                    <a:pt x="5717867" y="2061003"/>
                  </a:lnTo>
                  <a:lnTo>
                    <a:pt x="5794499" y="2059367"/>
                  </a:lnTo>
                  <a:lnTo>
                    <a:pt x="5871132" y="2057728"/>
                  </a:lnTo>
                  <a:lnTo>
                    <a:pt x="5947764" y="2056086"/>
                  </a:lnTo>
                  <a:lnTo>
                    <a:pt x="6024397" y="2054440"/>
                  </a:lnTo>
                  <a:lnTo>
                    <a:pt x="6101029" y="2052792"/>
                  </a:lnTo>
                  <a:lnTo>
                    <a:pt x="6177662" y="2051141"/>
                  </a:lnTo>
                  <a:lnTo>
                    <a:pt x="6254294" y="2049486"/>
                  </a:lnTo>
                  <a:lnTo>
                    <a:pt x="6330927" y="2047828"/>
                  </a:lnTo>
                  <a:lnTo>
                    <a:pt x="6407560" y="2046168"/>
                  </a:lnTo>
                  <a:lnTo>
                    <a:pt x="6484192" y="2044504"/>
                  </a:lnTo>
                  <a:lnTo>
                    <a:pt x="6560825" y="2042837"/>
                  </a:lnTo>
                  <a:lnTo>
                    <a:pt x="6637457" y="2041167"/>
                  </a:lnTo>
                  <a:lnTo>
                    <a:pt x="6714090" y="2039494"/>
                  </a:lnTo>
                  <a:lnTo>
                    <a:pt x="6790722" y="2037817"/>
                  </a:lnTo>
                  <a:lnTo>
                    <a:pt x="6867355" y="2036138"/>
                  </a:lnTo>
                  <a:lnTo>
                    <a:pt x="6943987" y="2034455"/>
                  </a:lnTo>
                  <a:lnTo>
                    <a:pt x="7020620" y="2032770"/>
                  </a:lnTo>
                  <a:lnTo>
                    <a:pt x="7097253" y="2031081"/>
                  </a:lnTo>
                  <a:lnTo>
                    <a:pt x="7173885" y="2029389"/>
                  </a:lnTo>
                  <a:lnTo>
                    <a:pt x="7250518" y="2027694"/>
                  </a:lnTo>
                  <a:lnTo>
                    <a:pt x="7327150" y="2025995"/>
                  </a:lnTo>
                  <a:lnTo>
                    <a:pt x="7403783" y="20242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729085"/>
              <a:ext cx="7403783" cy="640080"/>
            </a:xfrm>
            <a:custGeom>
              <a:avLst/>
              <a:pathLst>
                <a:path w="7403783" h="640080">
                  <a:moveTo>
                    <a:pt x="7403783" y="640080"/>
                  </a:moveTo>
                  <a:lnTo>
                    <a:pt x="7327150" y="634653"/>
                  </a:lnTo>
                  <a:lnTo>
                    <a:pt x="7250518" y="629068"/>
                  </a:lnTo>
                  <a:lnTo>
                    <a:pt x="7173885" y="623323"/>
                  </a:lnTo>
                  <a:lnTo>
                    <a:pt x="7097253" y="617411"/>
                  </a:lnTo>
                  <a:lnTo>
                    <a:pt x="7020620" y="611329"/>
                  </a:lnTo>
                  <a:lnTo>
                    <a:pt x="6943987" y="605072"/>
                  </a:lnTo>
                  <a:lnTo>
                    <a:pt x="6867355" y="598634"/>
                  </a:lnTo>
                  <a:lnTo>
                    <a:pt x="6790722" y="592010"/>
                  </a:lnTo>
                  <a:lnTo>
                    <a:pt x="6714090" y="585195"/>
                  </a:lnTo>
                  <a:lnTo>
                    <a:pt x="6637457" y="578183"/>
                  </a:lnTo>
                  <a:lnTo>
                    <a:pt x="6560825" y="570969"/>
                  </a:lnTo>
                  <a:lnTo>
                    <a:pt x="6484192" y="563547"/>
                  </a:lnTo>
                  <a:lnTo>
                    <a:pt x="6407560" y="555911"/>
                  </a:lnTo>
                  <a:lnTo>
                    <a:pt x="6330927" y="548054"/>
                  </a:lnTo>
                  <a:lnTo>
                    <a:pt x="6254294" y="539971"/>
                  </a:lnTo>
                  <a:lnTo>
                    <a:pt x="6177662" y="531654"/>
                  </a:lnTo>
                  <a:lnTo>
                    <a:pt x="6101029" y="523097"/>
                  </a:lnTo>
                  <a:lnTo>
                    <a:pt x="6024397" y="514293"/>
                  </a:lnTo>
                  <a:lnTo>
                    <a:pt x="5947764" y="505236"/>
                  </a:lnTo>
                  <a:lnTo>
                    <a:pt x="5871132" y="495916"/>
                  </a:lnTo>
                  <a:lnTo>
                    <a:pt x="5794499" y="486328"/>
                  </a:lnTo>
                  <a:lnTo>
                    <a:pt x="5717867" y="476464"/>
                  </a:lnTo>
                  <a:lnTo>
                    <a:pt x="5641234" y="466314"/>
                  </a:lnTo>
                  <a:lnTo>
                    <a:pt x="5564602" y="455872"/>
                  </a:lnTo>
                  <a:lnTo>
                    <a:pt x="5487969" y="445128"/>
                  </a:lnTo>
                  <a:lnTo>
                    <a:pt x="5411336" y="434074"/>
                  </a:lnTo>
                  <a:lnTo>
                    <a:pt x="5334704" y="422702"/>
                  </a:lnTo>
                  <a:lnTo>
                    <a:pt x="5258071" y="411001"/>
                  </a:lnTo>
                  <a:lnTo>
                    <a:pt x="5181439" y="398962"/>
                  </a:lnTo>
                  <a:lnTo>
                    <a:pt x="5104806" y="386576"/>
                  </a:lnTo>
                  <a:lnTo>
                    <a:pt x="5028174" y="373833"/>
                  </a:lnTo>
                  <a:lnTo>
                    <a:pt x="4951541" y="360721"/>
                  </a:lnTo>
                  <a:lnTo>
                    <a:pt x="4874909" y="347232"/>
                  </a:lnTo>
                  <a:lnTo>
                    <a:pt x="4798276" y="333353"/>
                  </a:lnTo>
                  <a:lnTo>
                    <a:pt x="4721644" y="319074"/>
                  </a:lnTo>
                  <a:lnTo>
                    <a:pt x="4645011" y="304382"/>
                  </a:lnTo>
                  <a:lnTo>
                    <a:pt x="4568378" y="289267"/>
                  </a:lnTo>
                  <a:lnTo>
                    <a:pt x="4491746" y="273715"/>
                  </a:lnTo>
                  <a:lnTo>
                    <a:pt x="4415113" y="257715"/>
                  </a:lnTo>
                  <a:lnTo>
                    <a:pt x="4338481" y="241253"/>
                  </a:lnTo>
                  <a:lnTo>
                    <a:pt x="4261848" y="224315"/>
                  </a:lnTo>
                  <a:lnTo>
                    <a:pt x="4185216" y="206889"/>
                  </a:lnTo>
                  <a:lnTo>
                    <a:pt x="4108583" y="188960"/>
                  </a:lnTo>
                  <a:lnTo>
                    <a:pt x="4031951" y="170514"/>
                  </a:lnTo>
                  <a:lnTo>
                    <a:pt x="3955318" y="151536"/>
                  </a:lnTo>
                  <a:lnTo>
                    <a:pt x="3878685" y="132009"/>
                  </a:lnTo>
                  <a:lnTo>
                    <a:pt x="3802053" y="111919"/>
                  </a:lnTo>
                  <a:lnTo>
                    <a:pt x="3725420" y="91250"/>
                  </a:lnTo>
                  <a:lnTo>
                    <a:pt x="3648788" y="69984"/>
                  </a:lnTo>
                  <a:lnTo>
                    <a:pt x="3572155" y="48104"/>
                  </a:lnTo>
                  <a:lnTo>
                    <a:pt x="3495523" y="25593"/>
                  </a:lnTo>
                  <a:lnTo>
                    <a:pt x="3418890" y="2432"/>
                  </a:lnTo>
                  <a:lnTo>
                    <a:pt x="3342258" y="0"/>
                  </a:lnTo>
                  <a:lnTo>
                    <a:pt x="3265625" y="1541"/>
                  </a:lnTo>
                  <a:lnTo>
                    <a:pt x="3188993" y="3080"/>
                  </a:lnTo>
                  <a:lnTo>
                    <a:pt x="3112360" y="4615"/>
                  </a:lnTo>
                  <a:lnTo>
                    <a:pt x="3035727" y="6148"/>
                  </a:lnTo>
                  <a:lnTo>
                    <a:pt x="2959095" y="7678"/>
                  </a:lnTo>
                  <a:lnTo>
                    <a:pt x="2882462" y="9205"/>
                  </a:lnTo>
                  <a:lnTo>
                    <a:pt x="2805830" y="10730"/>
                  </a:lnTo>
                  <a:lnTo>
                    <a:pt x="2729197" y="12251"/>
                  </a:lnTo>
                  <a:lnTo>
                    <a:pt x="2652565" y="13770"/>
                  </a:lnTo>
                  <a:lnTo>
                    <a:pt x="2575932" y="15286"/>
                  </a:lnTo>
                  <a:lnTo>
                    <a:pt x="2499300" y="16799"/>
                  </a:lnTo>
                  <a:lnTo>
                    <a:pt x="2422667" y="18309"/>
                  </a:lnTo>
                  <a:lnTo>
                    <a:pt x="2346034" y="19816"/>
                  </a:lnTo>
                  <a:lnTo>
                    <a:pt x="2269402" y="21321"/>
                  </a:lnTo>
                  <a:lnTo>
                    <a:pt x="2192769" y="22823"/>
                  </a:lnTo>
                  <a:lnTo>
                    <a:pt x="2116137" y="24322"/>
                  </a:lnTo>
                  <a:lnTo>
                    <a:pt x="2039504" y="25818"/>
                  </a:lnTo>
                  <a:lnTo>
                    <a:pt x="1962872" y="27311"/>
                  </a:lnTo>
                  <a:lnTo>
                    <a:pt x="1886239" y="28802"/>
                  </a:lnTo>
                  <a:lnTo>
                    <a:pt x="1809607" y="30290"/>
                  </a:lnTo>
                  <a:lnTo>
                    <a:pt x="1732974" y="31775"/>
                  </a:lnTo>
                  <a:lnTo>
                    <a:pt x="1656342" y="33257"/>
                  </a:lnTo>
                  <a:lnTo>
                    <a:pt x="1579709" y="34737"/>
                  </a:lnTo>
                  <a:lnTo>
                    <a:pt x="1503076" y="36214"/>
                  </a:lnTo>
                  <a:lnTo>
                    <a:pt x="1426444" y="37688"/>
                  </a:lnTo>
                  <a:lnTo>
                    <a:pt x="1349811" y="39159"/>
                  </a:lnTo>
                  <a:lnTo>
                    <a:pt x="1273179" y="40628"/>
                  </a:lnTo>
                  <a:lnTo>
                    <a:pt x="1196546" y="42094"/>
                  </a:lnTo>
                  <a:lnTo>
                    <a:pt x="1119914" y="43557"/>
                  </a:lnTo>
                  <a:lnTo>
                    <a:pt x="1043281" y="45017"/>
                  </a:lnTo>
                  <a:lnTo>
                    <a:pt x="966649" y="46475"/>
                  </a:lnTo>
                  <a:lnTo>
                    <a:pt x="890016" y="47930"/>
                  </a:lnTo>
                  <a:lnTo>
                    <a:pt x="813384" y="49382"/>
                  </a:lnTo>
                  <a:lnTo>
                    <a:pt x="736751" y="50832"/>
                  </a:lnTo>
                  <a:lnTo>
                    <a:pt x="660118" y="52278"/>
                  </a:lnTo>
                  <a:lnTo>
                    <a:pt x="583486" y="53723"/>
                  </a:lnTo>
                  <a:lnTo>
                    <a:pt x="506853" y="55164"/>
                  </a:lnTo>
                  <a:lnTo>
                    <a:pt x="430221" y="56603"/>
                  </a:lnTo>
                  <a:lnTo>
                    <a:pt x="353588" y="58039"/>
                  </a:lnTo>
                  <a:lnTo>
                    <a:pt x="276956" y="59473"/>
                  </a:lnTo>
                  <a:lnTo>
                    <a:pt x="200323" y="60903"/>
                  </a:lnTo>
                  <a:lnTo>
                    <a:pt x="123691" y="62331"/>
                  </a:lnTo>
                  <a:lnTo>
                    <a:pt x="47058" y="63757"/>
                  </a:lnTo>
                  <a:lnTo>
                    <a:pt x="0" y="646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4059435"/>
              <a:ext cx="7403783" cy="1083171"/>
            </a:xfrm>
            <a:custGeom>
              <a:avLst/>
              <a:pathLst>
                <a:path w="7403783" h="1083171">
                  <a:moveTo>
                    <a:pt x="0" y="0"/>
                  </a:moveTo>
                  <a:lnTo>
                    <a:pt x="47058" y="12208"/>
                  </a:lnTo>
                  <a:lnTo>
                    <a:pt x="123691" y="31826"/>
                  </a:lnTo>
                  <a:lnTo>
                    <a:pt x="200323" y="51185"/>
                  </a:lnTo>
                  <a:lnTo>
                    <a:pt x="276956" y="70288"/>
                  </a:lnTo>
                  <a:lnTo>
                    <a:pt x="353588" y="89139"/>
                  </a:lnTo>
                  <a:lnTo>
                    <a:pt x="430221" y="107741"/>
                  </a:lnTo>
                  <a:lnTo>
                    <a:pt x="506853" y="126097"/>
                  </a:lnTo>
                  <a:lnTo>
                    <a:pt x="583486" y="144211"/>
                  </a:lnTo>
                  <a:lnTo>
                    <a:pt x="660118" y="162086"/>
                  </a:lnTo>
                  <a:lnTo>
                    <a:pt x="736751" y="179725"/>
                  </a:lnTo>
                  <a:lnTo>
                    <a:pt x="813384" y="197131"/>
                  </a:lnTo>
                  <a:lnTo>
                    <a:pt x="890016" y="214307"/>
                  </a:lnTo>
                  <a:lnTo>
                    <a:pt x="966649" y="231256"/>
                  </a:lnTo>
                  <a:lnTo>
                    <a:pt x="1043281" y="247981"/>
                  </a:lnTo>
                  <a:lnTo>
                    <a:pt x="1119914" y="264486"/>
                  </a:lnTo>
                  <a:lnTo>
                    <a:pt x="1196546" y="280772"/>
                  </a:lnTo>
                  <a:lnTo>
                    <a:pt x="1273179" y="296844"/>
                  </a:lnTo>
                  <a:lnTo>
                    <a:pt x="1349811" y="312703"/>
                  </a:lnTo>
                  <a:lnTo>
                    <a:pt x="1426444" y="328353"/>
                  </a:lnTo>
                  <a:lnTo>
                    <a:pt x="1503076" y="343796"/>
                  </a:lnTo>
                  <a:lnTo>
                    <a:pt x="1579709" y="359035"/>
                  </a:lnTo>
                  <a:lnTo>
                    <a:pt x="1656342" y="374073"/>
                  </a:lnTo>
                  <a:lnTo>
                    <a:pt x="1732974" y="388913"/>
                  </a:lnTo>
                  <a:lnTo>
                    <a:pt x="1809607" y="403556"/>
                  </a:lnTo>
                  <a:lnTo>
                    <a:pt x="1886239" y="418006"/>
                  </a:lnTo>
                  <a:lnTo>
                    <a:pt x="1962872" y="432265"/>
                  </a:lnTo>
                  <a:lnTo>
                    <a:pt x="2039504" y="446336"/>
                  </a:lnTo>
                  <a:lnTo>
                    <a:pt x="2116137" y="460222"/>
                  </a:lnTo>
                  <a:lnTo>
                    <a:pt x="2192769" y="473923"/>
                  </a:lnTo>
                  <a:lnTo>
                    <a:pt x="2269402" y="487444"/>
                  </a:lnTo>
                  <a:lnTo>
                    <a:pt x="2346034" y="500786"/>
                  </a:lnTo>
                  <a:lnTo>
                    <a:pt x="2422667" y="513953"/>
                  </a:lnTo>
                  <a:lnTo>
                    <a:pt x="2499300" y="526945"/>
                  </a:lnTo>
                  <a:lnTo>
                    <a:pt x="2575932" y="539765"/>
                  </a:lnTo>
                  <a:lnTo>
                    <a:pt x="2652565" y="552417"/>
                  </a:lnTo>
                  <a:lnTo>
                    <a:pt x="2729197" y="564901"/>
                  </a:lnTo>
                  <a:lnTo>
                    <a:pt x="2805830" y="577221"/>
                  </a:lnTo>
                  <a:lnTo>
                    <a:pt x="2882462" y="589377"/>
                  </a:lnTo>
                  <a:lnTo>
                    <a:pt x="2959095" y="601374"/>
                  </a:lnTo>
                  <a:lnTo>
                    <a:pt x="3035727" y="613211"/>
                  </a:lnTo>
                  <a:lnTo>
                    <a:pt x="3112360" y="624893"/>
                  </a:lnTo>
                  <a:lnTo>
                    <a:pt x="3188993" y="636420"/>
                  </a:lnTo>
                  <a:lnTo>
                    <a:pt x="3265625" y="647795"/>
                  </a:lnTo>
                  <a:lnTo>
                    <a:pt x="3342258" y="659020"/>
                  </a:lnTo>
                  <a:lnTo>
                    <a:pt x="3418890" y="670097"/>
                  </a:lnTo>
                  <a:lnTo>
                    <a:pt x="3495523" y="681027"/>
                  </a:lnTo>
                  <a:lnTo>
                    <a:pt x="3572155" y="691813"/>
                  </a:lnTo>
                  <a:lnTo>
                    <a:pt x="3648788" y="702456"/>
                  </a:lnTo>
                  <a:lnTo>
                    <a:pt x="3725420" y="712959"/>
                  </a:lnTo>
                  <a:lnTo>
                    <a:pt x="3802053" y="723324"/>
                  </a:lnTo>
                  <a:lnTo>
                    <a:pt x="3878685" y="733551"/>
                  </a:lnTo>
                  <a:lnTo>
                    <a:pt x="3955318" y="743643"/>
                  </a:lnTo>
                  <a:lnTo>
                    <a:pt x="4031951" y="753603"/>
                  </a:lnTo>
                  <a:lnTo>
                    <a:pt x="4108583" y="763430"/>
                  </a:lnTo>
                  <a:lnTo>
                    <a:pt x="4185216" y="773128"/>
                  </a:lnTo>
                  <a:lnTo>
                    <a:pt x="4261848" y="782698"/>
                  </a:lnTo>
                  <a:lnTo>
                    <a:pt x="4338481" y="792141"/>
                  </a:lnTo>
                  <a:lnTo>
                    <a:pt x="4415113" y="801460"/>
                  </a:lnTo>
                  <a:lnTo>
                    <a:pt x="4491746" y="810655"/>
                  </a:lnTo>
                  <a:lnTo>
                    <a:pt x="4568378" y="819730"/>
                  </a:lnTo>
                  <a:lnTo>
                    <a:pt x="4645011" y="828684"/>
                  </a:lnTo>
                  <a:lnTo>
                    <a:pt x="4721644" y="837520"/>
                  </a:lnTo>
                  <a:lnTo>
                    <a:pt x="4798276" y="846239"/>
                  </a:lnTo>
                  <a:lnTo>
                    <a:pt x="4874909" y="854844"/>
                  </a:lnTo>
                  <a:lnTo>
                    <a:pt x="4951541" y="863334"/>
                  </a:lnTo>
                  <a:lnTo>
                    <a:pt x="5028174" y="871713"/>
                  </a:lnTo>
                  <a:lnTo>
                    <a:pt x="5104806" y="879981"/>
                  </a:lnTo>
                  <a:lnTo>
                    <a:pt x="5181439" y="888139"/>
                  </a:lnTo>
                  <a:lnTo>
                    <a:pt x="5258071" y="896190"/>
                  </a:lnTo>
                  <a:lnTo>
                    <a:pt x="5334704" y="904135"/>
                  </a:lnTo>
                  <a:lnTo>
                    <a:pt x="5411336" y="911975"/>
                  </a:lnTo>
                  <a:lnTo>
                    <a:pt x="5487969" y="919711"/>
                  </a:lnTo>
                  <a:lnTo>
                    <a:pt x="5564602" y="927345"/>
                  </a:lnTo>
                  <a:lnTo>
                    <a:pt x="5641234" y="934878"/>
                  </a:lnTo>
                  <a:lnTo>
                    <a:pt x="5717867" y="942312"/>
                  </a:lnTo>
                  <a:lnTo>
                    <a:pt x="5794499" y="949648"/>
                  </a:lnTo>
                  <a:lnTo>
                    <a:pt x="5871132" y="956886"/>
                  </a:lnTo>
                  <a:lnTo>
                    <a:pt x="5947764" y="964030"/>
                  </a:lnTo>
                  <a:lnTo>
                    <a:pt x="6024397" y="971078"/>
                  </a:lnTo>
                  <a:lnTo>
                    <a:pt x="6101029" y="978034"/>
                  </a:lnTo>
                  <a:lnTo>
                    <a:pt x="6177662" y="984898"/>
                  </a:lnTo>
                  <a:lnTo>
                    <a:pt x="6254294" y="991671"/>
                  </a:lnTo>
                  <a:lnTo>
                    <a:pt x="6330927" y="998355"/>
                  </a:lnTo>
                  <a:lnTo>
                    <a:pt x="6407560" y="1004951"/>
                  </a:lnTo>
                  <a:lnTo>
                    <a:pt x="6484192" y="1011459"/>
                  </a:lnTo>
                  <a:lnTo>
                    <a:pt x="6560825" y="1017882"/>
                  </a:lnTo>
                  <a:lnTo>
                    <a:pt x="6637457" y="1024219"/>
                  </a:lnTo>
                  <a:lnTo>
                    <a:pt x="6714090" y="1030473"/>
                  </a:lnTo>
                  <a:lnTo>
                    <a:pt x="6790722" y="1036645"/>
                  </a:lnTo>
                  <a:lnTo>
                    <a:pt x="6867355" y="1042735"/>
                  </a:lnTo>
                  <a:lnTo>
                    <a:pt x="6943987" y="1048744"/>
                  </a:lnTo>
                  <a:lnTo>
                    <a:pt x="7020620" y="1054674"/>
                  </a:lnTo>
                  <a:lnTo>
                    <a:pt x="7097253" y="1060526"/>
                  </a:lnTo>
                  <a:lnTo>
                    <a:pt x="7173885" y="1066301"/>
                  </a:lnTo>
                  <a:lnTo>
                    <a:pt x="7250518" y="1071999"/>
                  </a:lnTo>
                  <a:lnTo>
                    <a:pt x="7327150" y="1077622"/>
                  </a:lnTo>
                  <a:lnTo>
                    <a:pt x="7403783" y="10831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1.17 (0.98-1.39), p_Bonf = 0.514 (n = 6)  |  per IQR decline (Δ = 29.9 %): 1.58 (0.94-2.68)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37433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2026-09-28T16:51:08Z</dcterms:modified>
  <cp:category/>
</cp:coreProperties>
</file>