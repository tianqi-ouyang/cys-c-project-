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267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2780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82882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298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3086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7729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7831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67933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8035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235312" y="2500773"/>
              <a:ext cx="6964104" cy="826156"/>
            </a:xfrm>
            <a:custGeom>
              <a:avLst/>
              <a:pathLst>
                <a:path w="6964104" h="826156">
                  <a:moveTo>
                    <a:pt x="0" y="0"/>
                  </a:moveTo>
                  <a:lnTo>
                    <a:pt x="70344" y="22487"/>
                  </a:lnTo>
                  <a:lnTo>
                    <a:pt x="140688" y="44413"/>
                  </a:lnTo>
                  <a:lnTo>
                    <a:pt x="211033" y="65790"/>
                  </a:lnTo>
                  <a:lnTo>
                    <a:pt x="281377" y="86633"/>
                  </a:lnTo>
                  <a:lnTo>
                    <a:pt x="351722" y="106955"/>
                  </a:lnTo>
                  <a:lnTo>
                    <a:pt x="422066" y="126769"/>
                  </a:lnTo>
                  <a:lnTo>
                    <a:pt x="492411" y="146087"/>
                  </a:lnTo>
                  <a:lnTo>
                    <a:pt x="562755" y="164923"/>
                  </a:lnTo>
                  <a:lnTo>
                    <a:pt x="633100" y="183288"/>
                  </a:lnTo>
                  <a:lnTo>
                    <a:pt x="703444" y="201193"/>
                  </a:lnTo>
                  <a:lnTo>
                    <a:pt x="773789" y="218651"/>
                  </a:lnTo>
                  <a:lnTo>
                    <a:pt x="844133" y="235673"/>
                  </a:lnTo>
                  <a:lnTo>
                    <a:pt x="914478" y="252269"/>
                  </a:lnTo>
                  <a:lnTo>
                    <a:pt x="984822" y="268450"/>
                  </a:lnTo>
                  <a:lnTo>
                    <a:pt x="1055167" y="284226"/>
                  </a:lnTo>
                  <a:lnTo>
                    <a:pt x="1125511" y="299608"/>
                  </a:lnTo>
                  <a:lnTo>
                    <a:pt x="1195856" y="314606"/>
                  </a:lnTo>
                  <a:lnTo>
                    <a:pt x="1266200" y="329229"/>
                  </a:lnTo>
                  <a:lnTo>
                    <a:pt x="1336545" y="343486"/>
                  </a:lnTo>
                  <a:lnTo>
                    <a:pt x="1406889" y="357386"/>
                  </a:lnTo>
                  <a:lnTo>
                    <a:pt x="1477234" y="370940"/>
                  </a:lnTo>
                  <a:lnTo>
                    <a:pt x="1547578" y="384154"/>
                  </a:lnTo>
                  <a:lnTo>
                    <a:pt x="1617923" y="397038"/>
                  </a:lnTo>
                  <a:lnTo>
                    <a:pt x="1688267" y="409600"/>
                  </a:lnTo>
                  <a:lnTo>
                    <a:pt x="1758612" y="421848"/>
                  </a:lnTo>
                  <a:lnTo>
                    <a:pt x="1828956" y="433789"/>
                  </a:lnTo>
                  <a:lnTo>
                    <a:pt x="1899301" y="445432"/>
                  </a:lnTo>
                  <a:lnTo>
                    <a:pt x="1969645" y="456785"/>
                  </a:lnTo>
                  <a:lnTo>
                    <a:pt x="2039990" y="467853"/>
                  </a:lnTo>
                  <a:lnTo>
                    <a:pt x="2110334" y="478644"/>
                  </a:lnTo>
                  <a:lnTo>
                    <a:pt x="2180679" y="489166"/>
                  </a:lnTo>
                  <a:lnTo>
                    <a:pt x="2251023" y="499425"/>
                  </a:lnTo>
                  <a:lnTo>
                    <a:pt x="2321368" y="509427"/>
                  </a:lnTo>
                  <a:lnTo>
                    <a:pt x="2391712" y="519179"/>
                  </a:lnTo>
                  <a:lnTo>
                    <a:pt x="2462057" y="528688"/>
                  </a:lnTo>
                  <a:lnTo>
                    <a:pt x="2532401" y="537958"/>
                  </a:lnTo>
                  <a:lnTo>
                    <a:pt x="2602746" y="546997"/>
                  </a:lnTo>
                  <a:lnTo>
                    <a:pt x="2673090" y="555810"/>
                  </a:lnTo>
                  <a:lnTo>
                    <a:pt x="2743435" y="564403"/>
                  </a:lnTo>
                  <a:lnTo>
                    <a:pt x="2813779" y="572781"/>
                  </a:lnTo>
                  <a:lnTo>
                    <a:pt x="2884124" y="580949"/>
                  </a:lnTo>
                  <a:lnTo>
                    <a:pt x="2954468" y="588913"/>
                  </a:lnTo>
                  <a:lnTo>
                    <a:pt x="3024813" y="596678"/>
                  </a:lnTo>
                  <a:lnTo>
                    <a:pt x="3095157" y="600432"/>
                  </a:lnTo>
                  <a:lnTo>
                    <a:pt x="3165502" y="600886"/>
                  </a:lnTo>
                  <a:lnTo>
                    <a:pt x="3235846" y="601339"/>
                  </a:lnTo>
                  <a:lnTo>
                    <a:pt x="3306191" y="601791"/>
                  </a:lnTo>
                  <a:lnTo>
                    <a:pt x="3376535" y="602243"/>
                  </a:lnTo>
                  <a:lnTo>
                    <a:pt x="3446880" y="602694"/>
                  </a:lnTo>
                  <a:lnTo>
                    <a:pt x="3517224" y="603144"/>
                  </a:lnTo>
                  <a:lnTo>
                    <a:pt x="3587569" y="603594"/>
                  </a:lnTo>
                  <a:lnTo>
                    <a:pt x="3657913" y="604043"/>
                  </a:lnTo>
                  <a:lnTo>
                    <a:pt x="3728257" y="604491"/>
                  </a:lnTo>
                  <a:lnTo>
                    <a:pt x="3798602" y="604939"/>
                  </a:lnTo>
                  <a:lnTo>
                    <a:pt x="3868946" y="605386"/>
                  </a:lnTo>
                  <a:lnTo>
                    <a:pt x="3939291" y="605832"/>
                  </a:lnTo>
                  <a:lnTo>
                    <a:pt x="4009635" y="606278"/>
                  </a:lnTo>
                  <a:lnTo>
                    <a:pt x="4079980" y="606723"/>
                  </a:lnTo>
                  <a:lnTo>
                    <a:pt x="4150324" y="607167"/>
                  </a:lnTo>
                  <a:lnTo>
                    <a:pt x="4220669" y="607611"/>
                  </a:lnTo>
                  <a:lnTo>
                    <a:pt x="4291013" y="608053"/>
                  </a:lnTo>
                  <a:lnTo>
                    <a:pt x="4361358" y="608496"/>
                  </a:lnTo>
                  <a:lnTo>
                    <a:pt x="4431702" y="608937"/>
                  </a:lnTo>
                  <a:lnTo>
                    <a:pt x="4502047" y="609378"/>
                  </a:lnTo>
                  <a:lnTo>
                    <a:pt x="4572391" y="609818"/>
                  </a:lnTo>
                  <a:lnTo>
                    <a:pt x="4642736" y="610258"/>
                  </a:lnTo>
                  <a:lnTo>
                    <a:pt x="4713080" y="610697"/>
                  </a:lnTo>
                  <a:lnTo>
                    <a:pt x="4783425" y="611135"/>
                  </a:lnTo>
                  <a:lnTo>
                    <a:pt x="4853769" y="611573"/>
                  </a:lnTo>
                  <a:lnTo>
                    <a:pt x="4924114" y="612009"/>
                  </a:lnTo>
                  <a:lnTo>
                    <a:pt x="4994458" y="612446"/>
                  </a:lnTo>
                  <a:lnTo>
                    <a:pt x="5064803" y="612881"/>
                  </a:lnTo>
                  <a:lnTo>
                    <a:pt x="5135147" y="613316"/>
                  </a:lnTo>
                  <a:lnTo>
                    <a:pt x="5205492" y="613750"/>
                  </a:lnTo>
                  <a:lnTo>
                    <a:pt x="5275836" y="614184"/>
                  </a:lnTo>
                  <a:lnTo>
                    <a:pt x="5346181" y="614617"/>
                  </a:lnTo>
                  <a:lnTo>
                    <a:pt x="5416525" y="615049"/>
                  </a:lnTo>
                  <a:lnTo>
                    <a:pt x="5486870" y="615481"/>
                  </a:lnTo>
                  <a:lnTo>
                    <a:pt x="5557214" y="615912"/>
                  </a:lnTo>
                  <a:lnTo>
                    <a:pt x="5627559" y="616342"/>
                  </a:lnTo>
                  <a:lnTo>
                    <a:pt x="5697903" y="616772"/>
                  </a:lnTo>
                  <a:lnTo>
                    <a:pt x="5768248" y="617201"/>
                  </a:lnTo>
                  <a:lnTo>
                    <a:pt x="5838592" y="617629"/>
                  </a:lnTo>
                  <a:lnTo>
                    <a:pt x="5908937" y="618057"/>
                  </a:lnTo>
                  <a:lnTo>
                    <a:pt x="5979281" y="618484"/>
                  </a:lnTo>
                  <a:lnTo>
                    <a:pt x="6049626" y="618910"/>
                  </a:lnTo>
                  <a:lnTo>
                    <a:pt x="6119970" y="619336"/>
                  </a:lnTo>
                  <a:lnTo>
                    <a:pt x="6190315" y="619761"/>
                  </a:lnTo>
                  <a:lnTo>
                    <a:pt x="6260659" y="620186"/>
                  </a:lnTo>
                  <a:lnTo>
                    <a:pt x="6331004" y="620609"/>
                  </a:lnTo>
                  <a:lnTo>
                    <a:pt x="6401348" y="621033"/>
                  </a:lnTo>
                  <a:lnTo>
                    <a:pt x="6471693" y="621455"/>
                  </a:lnTo>
                  <a:lnTo>
                    <a:pt x="6542037" y="621877"/>
                  </a:lnTo>
                  <a:lnTo>
                    <a:pt x="6612382" y="622298"/>
                  </a:lnTo>
                  <a:lnTo>
                    <a:pt x="6682726" y="622719"/>
                  </a:lnTo>
                  <a:lnTo>
                    <a:pt x="6753071" y="623139"/>
                  </a:lnTo>
                  <a:lnTo>
                    <a:pt x="6823415" y="623558"/>
                  </a:lnTo>
                  <a:lnTo>
                    <a:pt x="6893760" y="623977"/>
                  </a:lnTo>
                  <a:lnTo>
                    <a:pt x="6964104" y="624395"/>
                  </a:lnTo>
                  <a:lnTo>
                    <a:pt x="6964104" y="826156"/>
                  </a:lnTo>
                  <a:lnTo>
                    <a:pt x="6893760" y="824275"/>
                  </a:lnTo>
                  <a:lnTo>
                    <a:pt x="6823415" y="822346"/>
                  </a:lnTo>
                  <a:lnTo>
                    <a:pt x="6753071" y="820367"/>
                  </a:lnTo>
                  <a:lnTo>
                    <a:pt x="6682726" y="818338"/>
                  </a:lnTo>
                  <a:lnTo>
                    <a:pt x="6612382" y="816256"/>
                  </a:lnTo>
                  <a:lnTo>
                    <a:pt x="6542037" y="814121"/>
                  </a:lnTo>
                  <a:lnTo>
                    <a:pt x="6471693" y="811931"/>
                  </a:lnTo>
                  <a:lnTo>
                    <a:pt x="6401348" y="809686"/>
                  </a:lnTo>
                  <a:lnTo>
                    <a:pt x="6331004" y="807382"/>
                  </a:lnTo>
                  <a:lnTo>
                    <a:pt x="6260659" y="805020"/>
                  </a:lnTo>
                  <a:lnTo>
                    <a:pt x="6190315" y="802597"/>
                  </a:lnTo>
                  <a:lnTo>
                    <a:pt x="6119970" y="800111"/>
                  </a:lnTo>
                  <a:lnTo>
                    <a:pt x="6049626" y="797562"/>
                  </a:lnTo>
                  <a:lnTo>
                    <a:pt x="5979281" y="794948"/>
                  </a:lnTo>
                  <a:lnTo>
                    <a:pt x="5908937" y="792267"/>
                  </a:lnTo>
                  <a:lnTo>
                    <a:pt x="5838592" y="789517"/>
                  </a:lnTo>
                  <a:lnTo>
                    <a:pt x="5768248" y="786696"/>
                  </a:lnTo>
                  <a:lnTo>
                    <a:pt x="5697903" y="783803"/>
                  </a:lnTo>
                  <a:lnTo>
                    <a:pt x="5627559" y="780836"/>
                  </a:lnTo>
                  <a:lnTo>
                    <a:pt x="5557214" y="777793"/>
                  </a:lnTo>
                  <a:lnTo>
                    <a:pt x="5486870" y="774672"/>
                  </a:lnTo>
                  <a:lnTo>
                    <a:pt x="5416525" y="771471"/>
                  </a:lnTo>
                  <a:lnTo>
                    <a:pt x="5346181" y="768188"/>
                  </a:lnTo>
                  <a:lnTo>
                    <a:pt x="5275836" y="764820"/>
                  </a:lnTo>
                  <a:lnTo>
                    <a:pt x="5205492" y="761366"/>
                  </a:lnTo>
                  <a:lnTo>
                    <a:pt x="5135147" y="757824"/>
                  </a:lnTo>
                  <a:lnTo>
                    <a:pt x="5064803" y="754191"/>
                  </a:lnTo>
                  <a:lnTo>
                    <a:pt x="4994458" y="750464"/>
                  </a:lnTo>
                  <a:lnTo>
                    <a:pt x="4924114" y="746642"/>
                  </a:lnTo>
                  <a:lnTo>
                    <a:pt x="4853769" y="742723"/>
                  </a:lnTo>
                  <a:lnTo>
                    <a:pt x="4783425" y="738702"/>
                  </a:lnTo>
                  <a:lnTo>
                    <a:pt x="4713080" y="734579"/>
                  </a:lnTo>
                  <a:lnTo>
                    <a:pt x="4642736" y="730349"/>
                  </a:lnTo>
                  <a:lnTo>
                    <a:pt x="4572391" y="726012"/>
                  </a:lnTo>
                  <a:lnTo>
                    <a:pt x="4502047" y="721563"/>
                  </a:lnTo>
                  <a:lnTo>
                    <a:pt x="4431702" y="717000"/>
                  </a:lnTo>
                  <a:lnTo>
                    <a:pt x="4361358" y="712320"/>
                  </a:lnTo>
                  <a:lnTo>
                    <a:pt x="4291013" y="707520"/>
                  </a:lnTo>
                  <a:lnTo>
                    <a:pt x="4220669" y="702597"/>
                  </a:lnTo>
                  <a:lnTo>
                    <a:pt x="4150324" y="697548"/>
                  </a:lnTo>
                  <a:lnTo>
                    <a:pt x="4079980" y="692369"/>
                  </a:lnTo>
                  <a:lnTo>
                    <a:pt x="4009635" y="687058"/>
                  </a:lnTo>
                  <a:lnTo>
                    <a:pt x="3939291" y="681610"/>
                  </a:lnTo>
                  <a:lnTo>
                    <a:pt x="3868946" y="676023"/>
                  </a:lnTo>
                  <a:lnTo>
                    <a:pt x="3798602" y="670292"/>
                  </a:lnTo>
                  <a:lnTo>
                    <a:pt x="3728257" y="664414"/>
                  </a:lnTo>
                  <a:lnTo>
                    <a:pt x="3657913" y="658386"/>
                  </a:lnTo>
                  <a:lnTo>
                    <a:pt x="3587569" y="652203"/>
                  </a:lnTo>
                  <a:lnTo>
                    <a:pt x="3517224" y="645862"/>
                  </a:lnTo>
                  <a:lnTo>
                    <a:pt x="3446880" y="639358"/>
                  </a:lnTo>
                  <a:lnTo>
                    <a:pt x="3376535" y="632687"/>
                  </a:lnTo>
                  <a:lnTo>
                    <a:pt x="3306191" y="625845"/>
                  </a:lnTo>
                  <a:lnTo>
                    <a:pt x="3235846" y="618828"/>
                  </a:lnTo>
                  <a:lnTo>
                    <a:pt x="3165502" y="611631"/>
                  </a:lnTo>
                  <a:lnTo>
                    <a:pt x="3095157" y="604249"/>
                  </a:lnTo>
                  <a:lnTo>
                    <a:pt x="3024813" y="599977"/>
                  </a:lnTo>
                  <a:lnTo>
                    <a:pt x="2954468" y="599522"/>
                  </a:lnTo>
                  <a:lnTo>
                    <a:pt x="2884124" y="599066"/>
                  </a:lnTo>
                  <a:lnTo>
                    <a:pt x="2813779" y="598610"/>
                  </a:lnTo>
                  <a:lnTo>
                    <a:pt x="2743435" y="598152"/>
                  </a:lnTo>
                  <a:lnTo>
                    <a:pt x="2673090" y="597695"/>
                  </a:lnTo>
                  <a:lnTo>
                    <a:pt x="2602746" y="597236"/>
                  </a:lnTo>
                  <a:lnTo>
                    <a:pt x="2532401" y="596777"/>
                  </a:lnTo>
                  <a:lnTo>
                    <a:pt x="2462057" y="596317"/>
                  </a:lnTo>
                  <a:lnTo>
                    <a:pt x="2391712" y="595856"/>
                  </a:lnTo>
                  <a:lnTo>
                    <a:pt x="2321368" y="595394"/>
                  </a:lnTo>
                  <a:lnTo>
                    <a:pt x="2251023" y="594932"/>
                  </a:lnTo>
                  <a:lnTo>
                    <a:pt x="2180679" y="594469"/>
                  </a:lnTo>
                  <a:lnTo>
                    <a:pt x="2110334" y="594006"/>
                  </a:lnTo>
                  <a:lnTo>
                    <a:pt x="2039990" y="593542"/>
                  </a:lnTo>
                  <a:lnTo>
                    <a:pt x="1969645" y="593077"/>
                  </a:lnTo>
                  <a:lnTo>
                    <a:pt x="1899301" y="592611"/>
                  </a:lnTo>
                  <a:lnTo>
                    <a:pt x="1828956" y="592145"/>
                  </a:lnTo>
                  <a:lnTo>
                    <a:pt x="1758612" y="591677"/>
                  </a:lnTo>
                  <a:lnTo>
                    <a:pt x="1688267" y="591210"/>
                  </a:lnTo>
                  <a:lnTo>
                    <a:pt x="1617923" y="590741"/>
                  </a:lnTo>
                  <a:lnTo>
                    <a:pt x="1547578" y="590272"/>
                  </a:lnTo>
                  <a:lnTo>
                    <a:pt x="1477234" y="589802"/>
                  </a:lnTo>
                  <a:lnTo>
                    <a:pt x="1406889" y="589331"/>
                  </a:lnTo>
                  <a:lnTo>
                    <a:pt x="1336545" y="588860"/>
                  </a:lnTo>
                  <a:lnTo>
                    <a:pt x="1266200" y="588388"/>
                  </a:lnTo>
                  <a:lnTo>
                    <a:pt x="1195856" y="587915"/>
                  </a:lnTo>
                  <a:lnTo>
                    <a:pt x="1125511" y="587442"/>
                  </a:lnTo>
                  <a:lnTo>
                    <a:pt x="1055167" y="586967"/>
                  </a:lnTo>
                  <a:lnTo>
                    <a:pt x="984822" y="586493"/>
                  </a:lnTo>
                  <a:lnTo>
                    <a:pt x="914478" y="586017"/>
                  </a:lnTo>
                  <a:lnTo>
                    <a:pt x="844133" y="585540"/>
                  </a:lnTo>
                  <a:lnTo>
                    <a:pt x="773789" y="585063"/>
                  </a:lnTo>
                  <a:lnTo>
                    <a:pt x="703444" y="584586"/>
                  </a:lnTo>
                  <a:lnTo>
                    <a:pt x="633100" y="584107"/>
                  </a:lnTo>
                  <a:lnTo>
                    <a:pt x="562755" y="583628"/>
                  </a:lnTo>
                  <a:lnTo>
                    <a:pt x="492411" y="583148"/>
                  </a:lnTo>
                  <a:lnTo>
                    <a:pt x="422066" y="582667"/>
                  </a:lnTo>
                  <a:lnTo>
                    <a:pt x="351722" y="582185"/>
                  </a:lnTo>
                  <a:lnTo>
                    <a:pt x="281377" y="581703"/>
                  </a:lnTo>
                  <a:lnTo>
                    <a:pt x="211033" y="581220"/>
                  </a:lnTo>
                  <a:lnTo>
                    <a:pt x="140688" y="580737"/>
                  </a:lnTo>
                  <a:lnTo>
                    <a:pt x="70344" y="580252"/>
                  </a:lnTo>
                  <a:lnTo>
                    <a:pt x="0" y="57976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500773"/>
              <a:ext cx="6964104" cy="624395"/>
            </a:xfrm>
            <a:custGeom>
              <a:avLst/>
              <a:pathLst>
                <a:path w="6964104" h="624395">
                  <a:moveTo>
                    <a:pt x="0" y="0"/>
                  </a:moveTo>
                  <a:lnTo>
                    <a:pt x="70344" y="22487"/>
                  </a:lnTo>
                  <a:lnTo>
                    <a:pt x="140688" y="44413"/>
                  </a:lnTo>
                  <a:lnTo>
                    <a:pt x="211033" y="65790"/>
                  </a:lnTo>
                  <a:lnTo>
                    <a:pt x="281377" y="86633"/>
                  </a:lnTo>
                  <a:lnTo>
                    <a:pt x="351722" y="106955"/>
                  </a:lnTo>
                  <a:lnTo>
                    <a:pt x="422066" y="126769"/>
                  </a:lnTo>
                  <a:lnTo>
                    <a:pt x="492411" y="146087"/>
                  </a:lnTo>
                  <a:lnTo>
                    <a:pt x="562755" y="164923"/>
                  </a:lnTo>
                  <a:lnTo>
                    <a:pt x="633100" y="183288"/>
                  </a:lnTo>
                  <a:lnTo>
                    <a:pt x="703444" y="201193"/>
                  </a:lnTo>
                  <a:lnTo>
                    <a:pt x="773789" y="218651"/>
                  </a:lnTo>
                  <a:lnTo>
                    <a:pt x="844133" y="235673"/>
                  </a:lnTo>
                  <a:lnTo>
                    <a:pt x="914478" y="252269"/>
                  </a:lnTo>
                  <a:lnTo>
                    <a:pt x="984822" y="268450"/>
                  </a:lnTo>
                  <a:lnTo>
                    <a:pt x="1055167" y="284226"/>
                  </a:lnTo>
                  <a:lnTo>
                    <a:pt x="1125511" y="299608"/>
                  </a:lnTo>
                  <a:lnTo>
                    <a:pt x="1195856" y="314606"/>
                  </a:lnTo>
                  <a:lnTo>
                    <a:pt x="1266200" y="329229"/>
                  </a:lnTo>
                  <a:lnTo>
                    <a:pt x="1336545" y="343486"/>
                  </a:lnTo>
                  <a:lnTo>
                    <a:pt x="1406889" y="357386"/>
                  </a:lnTo>
                  <a:lnTo>
                    <a:pt x="1477234" y="370940"/>
                  </a:lnTo>
                  <a:lnTo>
                    <a:pt x="1547578" y="384154"/>
                  </a:lnTo>
                  <a:lnTo>
                    <a:pt x="1617923" y="397038"/>
                  </a:lnTo>
                  <a:lnTo>
                    <a:pt x="1688267" y="409600"/>
                  </a:lnTo>
                  <a:lnTo>
                    <a:pt x="1758612" y="421848"/>
                  </a:lnTo>
                  <a:lnTo>
                    <a:pt x="1828956" y="433789"/>
                  </a:lnTo>
                  <a:lnTo>
                    <a:pt x="1899301" y="445432"/>
                  </a:lnTo>
                  <a:lnTo>
                    <a:pt x="1969645" y="456785"/>
                  </a:lnTo>
                  <a:lnTo>
                    <a:pt x="2039990" y="467853"/>
                  </a:lnTo>
                  <a:lnTo>
                    <a:pt x="2110334" y="478644"/>
                  </a:lnTo>
                  <a:lnTo>
                    <a:pt x="2180679" y="489166"/>
                  </a:lnTo>
                  <a:lnTo>
                    <a:pt x="2251023" y="499425"/>
                  </a:lnTo>
                  <a:lnTo>
                    <a:pt x="2321368" y="509427"/>
                  </a:lnTo>
                  <a:lnTo>
                    <a:pt x="2391712" y="519179"/>
                  </a:lnTo>
                  <a:lnTo>
                    <a:pt x="2462057" y="528688"/>
                  </a:lnTo>
                  <a:lnTo>
                    <a:pt x="2532401" y="537958"/>
                  </a:lnTo>
                  <a:lnTo>
                    <a:pt x="2602746" y="546997"/>
                  </a:lnTo>
                  <a:lnTo>
                    <a:pt x="2673090" y="555810"/>
                  </a:lnTo>
                  <a:lnTo>
                    <a:pt x="2743435" y="564403"/>
                  </a:lnTo>
                  <a:lnTo>
                    <a:pt x="2813779" y="572781"/>
                  </a:lnTo>
                  <a:lnTo>
                    <a:pt x="2884124" y="580949"/>
                  </a:lnTo>
                  <a:lnTo>
                    <a:pt x="2954468" y="588913"/>
                  </a:lnTo>
                  <a:lnTo>
                    <a:pt x="3024813" y="596678"/>
                  </a:lnTo>
                  <a:lnTo>
                    <a:pt x="3095157" y="600432"/>
                  </a:lnTo>
                  <a:lnTo>
                    <a:pt x="3165502" y="600886"/>
                  </a:lnTo>
                  <a:lnTo>
                    <a:pt x="3235846" y="601339"/>
                  </a:lnTo>
                  <a:lnTo>
                    <a:pt x="3306191" y="601791"/>
                  </a:lnTo>
                  <a:lnTo>
                    <a:pt x="3376535" y="602243"/>
                  </a:lnTo>
                  <a:lnTo>
                    <a:pt x="3446880" y="602694"/>
                  </a:lnTo>
                  <a:lnTo>
                    <a:pt x="3517224" y="603144"/>
                  </a:lnTo>
                  <a:lnTo>
                    <a:pt x="3587569" y="603594"/>
                  </a:lnTo>
                  <a:lnTo>
                    <a:pt x="3657913" y="604043"/>
                  </a:lnTo>
                  <a:lnTo>
                    <a:pt x="3728257" y="604491"/>
                  </a:lnTo>
                  <a:lnTo>
                    <a:pt x="3798602" y="604939"/>
                  </a:lnTo>
                  <a:lnTo>
                    <a:pt x="3868946" y="605386"/>
                  </a:lnTo>
                  <a:lnTo>
                    <a:pt x="3939291" y="605832"/>
                  </a:lnTo>
                  <a:lnTo>
                    <a:pt x="4009635" y="606278"/>
                  </a:lnTo>
                  <a:lnTo>
                    <a:pt x="4079980" y="606723"/>
                  </a:lnTo>
                  <a:lnTo>
                    <a:pt x="4150324" y="607167"/>
                  </a:lnTo>
                  <a:lnTo>
                    <a:pt x="4220669" y="607611"/>
                  </a:lnTo>
                  <a:lnTo>
                    <a:pt x="4291013" y="608053"/>
                  </a:lnTo>
                  <a:lnTo>
                    <a:pt x="4361358" y="608496"/>
                  </a:lnTo>
                  <a:lnTo>
                    <a:pt x="4431702" y="608937"/>
                  </a:lnTo>
                  <a:lnTo>
                    <a:pt x="4502047" y="609378"/>
                  </a:lnTo>
                  <a:lnTo>
                    <a:pt x="4572391" y="609818"/>
                  </a:lnTo>
                  <a:lnTo>
                    <a:pt x="4642736" y="610258"/>
                  </a:lnTo>
                  <a:lnTo>
                    <a:pt x="4713080" y="610697"/>
                  </a:lnTo>
                  <a:lnTo>
                    <a:pt x="4783425" y="611135"/>
                  </a:lnTo>
                  <a:lnTo>
                    <a:pt x="4853769" y="611573"/>
                  </a:lnTo>
                  <a:lnTo>
                    <a:pt x="4924114" y="612009"/>
                  </a:lnTo>
                  <a:lnTo>
                    <a:pt x="4994458" y="612446"/>
                  </a:lnTo>
                  <a:lnTo>
                    <a:pt x="5064803" y="612881"/>
                  </a:lnTo>
                  <a:lnTo>
                    <a:pt x="5135147" y="613316"/>
                  </a:lnTo>
                  <a:lnTo>
                    <a:pt x="5205492" y="613750"/>
                  </a:lnTo>
                  <a:lnTo>
                    <a:pt x="5275836" y="614184"/>
                  </a:lnTo>
                  <a:lnTo>
                    <a:pt x="5346181" y="614617"/>
                  </a:lnTo>
                  <a:lnTo>
                    <a:pt x="5416525" y="615049"/>
                  </a:lnTo>
                  <a:lnTo>
                    <a:pt x="5486870" y="615481"/>
                  </a:lnTo>
                  <a:lnTo>
                    <a:pt x="5557214" y="615912"/>
                  </a:lnTo>
                  <a:lnTo>
                    <a:pt x="5627559" y="616342"/>
                  </a:lnTo>
                  <a:lnTo>
                    <a:pt x="5697903" y="616772"/>
                  </a:lnTo>
                  <a:lnTo>
                    <a:pt x="5768248" y="617201"/>
                  </a:lnTo>
                  <a:lnTo>
                    <a:pt x="5838592" y="617629"/>
                  </a:lnTo>
                  <a:lnTo>
                    <a:pt x="5908937" y="618057"/>
                  </a:lnTo>
                  <a:lnTo>
                    <a:pt x="5979281" y="618484"/>
                  </a:lnTo>
                  <a:lnTo>
                    <a:pt x="6049626" y="618910"/>
                  </a:lnTo>
                  <a:lnTo>
                    <a:pt x="6119970" y="619336"/>
                  </a:lnTo>
                  <a:lnTo>
                    <a:pt x="6190315" y="619761"/>
                  </a:lnTo>
                  <a:lnTo>
                    <a:pt x="6260659" y="620186"/>
                  </a:lnTo>
                  <a:lnTo>
                    <a:pt x="6331004" y="620609"/>
                  </a:lnTo>
                  <a:lnTo>
                    <a:pt x="6401348" y="621033"/>
                  </a:lnTo>
                  <a:lnTo>
                    <a:pt x="6471693" y="621455"/>
                  </a:lnTo>
                  <a:lnTo>
                    <a:pt x="6542037" y="621877"/>
                  </a:lnTo>
                  <a:lnTo>
                    <a:pt x="6612382" y="622298"/>
                  </a:lnTo>
                  <a:lnTo>
                    <a:pt x="6682726" y="622719"/>
                  </a:lnTo>
                  <a:lnTo>
                    <a:pt x="6753071" y="623139"/>
                  </a:lnTo>
                  <a:lnTo>
                    <a:pt x="6823415" y="623558"/>
                  </a:lnTo>
                  <a:lnTo>
                    <a:pt x="6893760" y="623977"/>
                  </a:lnTo>
                  <a:lnTo>
                    <a:pt x="6964104" y="6243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5312" y="3080540"/>
              <a:ext cx="6964104" cy="246389"/>
            </a:xfrm>
            <a:custGeom>
              <a:avLst/>
              <a:pathLst>
                <a:path w="6964104" h="246389">
                  <a:moveTo>
                    <a:pt x="6964104" y="246389"/>
                  </a:moveTo>
                  <a:lnTo>
                    <a:pt x="6893760" y="244508"/>
                  </a:lnTo>
                  <a:lnTo>
                    <a:pt x="6823415" y="242578"/>
                  </a:lnTo>
                  <a:lnTo>
                    <a:pt x="6753071" y="240600"/>
                  </a:lnTo>
                  <a:lnTo>
                    <a:pt x="6682726" y="238570"/>
                  </a:lnTo>
                  <a:lnTo>
                    <a:pt x="6612382" y="236489"/>
                  </a:lnTo>
                  <a:lnTo>
                    <a:pt x="6542037" y="234354"/>
                  </a:lnTo>
                  <a:lnTo>
                    <a:pt x="6471693" y="232164"/>
                  </a:lnTo>
                  <a:lnTo>
                    <a:pt x="6401348" y="229918"/>
                  </a:lnTo>
                  <a:lnTo>
                    <a:pt x="6331004" y="227615"/>
                  </a:lnTo>
                  <a:lnTo>
                    <a:pt x="6260659" y="225252"/>
                  </a:lnTo>
                  <a:lnTo>
                    <a:pt x="6190315" y="222829"/>
                  </a:lnTo>
                  <a:lnTo>
                    <a:pt x="6119970" y="220344"/>
                  </a:lnTo>
                  <a:lnTo>
                    <a:pt x="6049626" y="217795"/>
                  </a:lnTo>
                  <a:lnTo>
                    <a:pt x="5979281" y="215181"/>
                  </a:lnTo>
                  <a:lnTo>
                    <a:pt x="5908937" y="212499"/>
                  </a:lnTo>
                  <a:lnTo>
                    <a:pt x="5838592" y="209749"/>
                  </a:lnTo>
                  <a:lnTo>
                    <a:pt x="5768248" y="206929"/>
                  </a:lnTo>
                  <a:lnTo>
                    <a:pt x="5697903" y="204036"/>
                  </a:lnTo>
                  <a:lnTo>
                    <a:pt x="5627559" y="201069"/>
                  </a:lnTo>
                  <a:lnTo>
                    <a:pt x="5557214" y="198026"/>
                  </a:lnTo>
                  <a:lnTo>
                    <a:pt x="5486870" y="194905"/>
                  </a:lnTo>
                  <a:lnTo>
                    <a:pt x="5416525" y="191703"/>
                  </a:lnTo>
                  <a:lnTo>
                    <a:pt x="5346181" y="188420"/>
                  </a:lnTo>
                  <a:lnTo>
                    <a:pt x="5275836" y="185053"/>
                  </a:lnTo>
                  <a:lnTo>
                    <a:pt x="5205492" y="181599"/>
                  </a:lnTo>
                  <a:lnTo>
                    <a:pt x="5135147" y="178056"/>
                  </a:lnTo>
                  <a:lnTo>
                    <a:pt x="5064803" y="174423"/>
                  </a:lnTo>
                  <a:lnTo>
                    <a:pt x="4994458" y="170697"/>
                  </a:lnTo>
                  <a:lnTo>
                    <a:pt x="4924114" y="166875"/>
                  </a:lnTo>
                  <a:lnTo>
                    <a:pt x="4853769" y="162955"/>
                  </a:lnTo>
                  <a:lnTo>
                    <a:pt x="4783425" y="158935"/>
                  </a:lnTo>
                  <a:lnTo>
                    <a:pt x="4713080" y="154811"/>
                  </a:lnTo>
                  <a:lnTo>
                    <a:pt x="4642736" y="150582"/>
                  </a:lnTo>
                  <a:lnTo>
                    <a:pt x="4572391" y="146244"/>
                  </a:lnTo>
                  <a:lnTo>
                    <a:pt x="4502047" y="141795"/>
                  </a:lnTo>
                  <a:lnTo>
                    <a:pt x="4431702" y="137232"/>
                  </a:lnTo>
                  <a:lnTo>
                    <a:pt x="4361358" y="132553"/>
                  </a:lnTo>
                  <a:lnTo>
                    <a:pt x="4291013" y="127753"/>
                  </a:lnTo>
                  <a:lnTo>
                    <a:pt x="4220669" y="122830"/>
                  </a:lnTo>
                  <a:lnTo>
                    <a:pt x="4150324" y="117780"/>
                  </a:lnTo>
                  <a:lnTo>
                    <a:pt x="4079980" y="112602"/>
                  </a:lnTo>
                  <a:lnTo>
                    <a:pt x="4009635" y="107290"/>
                  </a:lnTo>
                  <a:lnTo>
                    <a:pt x="3939291" y="101842"/>
                  </a:lnTo>
                  <a:lnTo>
                    <a:pt x="3868946" y="96255"/>
                  </a:lnTo>
                  <a:lnTo>
                    <a:pt x="3798602" y="90524"/>
                  </a:lnTo>
                  <a:lnTo>
                    <a:pt x="3728257" y="84647"/>
                  </a:lnTo>
                  <a:lnTo>
                    <a:pt x="3657913" y="78619"/>
                  </a:lnTo>
                  <a:lnTo>
                    <a:pt x="3587569" y="72436"/>
                  </a:lnTo>
                  <a:lnTo>
                    <a:pt x="3517224" y="66094"/>
                  </a:lnTo>
                  <a:lnTo>
                    <a:pt x="3446880" y="59590"/>
                  </a:lnTo>
                  <a:lnTo>
                    <a:pt x="3376535" y="52920"/>
                  </a:lnTo>
                  <a:lnTo>
                    <a:pt x="3306191" y="46078"/>
                  </a:lnTo>
                  <a:lnTo>
                    <a:pt x="3235846" y="39061"/>
                  </a:lnTo>
                  <a:lnTo>
                    <a:pt x="3165502" y="31863"/>
                  </a:lnTo>
                  <a:lnTo>
                    <a:pt x="3095157" y="24482"/>
                  </a:lnTo>
                  <a:lnTo>
                    <a:pt x="3024813" y="20210"/>
                  </a:lnTo>
                  <a:lnTo>
                    <a:pt x="2954468" y="19755"/>
                  </a:lnTo>
                  <a:lnTo>
                    <a:pt x="2884124" y="19299"/>
                  </a:lnTo>
                  <a:lnTo>
                    <a:pt x="2813779" y="18842"/>
                  </a:lnTo>
                  <a:lnTo>
                    <a:pt x="2743435" y="18385"/>
                  </a:lnTo>
                  <a:lnTo>
                    <a:pt x="2673090" y="17927"/>
                  </a:lnTo>
                  <a:lnTo>
                    <a:pt x="2602746" y="17468"/>
                  </a:lnTo>
                  <a:lnTo>
                    <a:pt x="2532401" y="17009"/>
                  </a:lnTo>
                  <a:lnTo>
                    <a:pt x="2462057" y="16549"/>
                  </a:lnTo>
                  <a:lnTo>
                    <a:pt x="2391712" y="16088"/>
                  </a:lnTo>
                  <a:lnTo>
                    <a:pt x="2321368" y="15627"/>
                  </a:lnTo>
                  <a:lnTo>
                    <a:pt x="2251023" y="15165"/>
                  </a:lnTo>
                  <a:lnTo>
                    <a:pt x="2180679" y="14702"/>
                  </a:lnTo>
                  <a:lnTo>
                    <a:pt x="2110334" y="14238"/>
                  </a:lnTo>
                  <a:lnTo>
                    <a:pt x="2039990" y="13774"/>
                  </a:lnTo>
                  <a:lnTo>
                    <a:pt x="1969645" y="13309"/>
                  </a:lnTo>
                  <a:lnTo>
                    <a:pt x="1899301" y="12843"/>
                  </a:lnTo>
                  <a:lnTo>
                    <a:pt x="1828956" y="12377"/>
                  </a:lnTo>
                  <a:lnTo>
                    <a:pt x="1758612" y="11910"/>
                  </a:lnTo>
                  <a:lnTo>
                    <a:pt x="1688267" y="11442"/>
                  </a:lnTo>
                  <a:lnTo>
                    <a:pt x="1617923" y="10974"/>
                  </a:lnTo>
                  <a:lnTo>
                    <a:pt x="1547578" y="10504"/>
                  </a:lnTo>
                  <a:lnTo>
                    <a:pt x="1477234" y="10035"/>
                  </a:lnTo>
                  <a:lnTo>
                    <a:pt x="1406889" y="9564"/>
                  </a:lnTo>
                  <a:lnTo>
                    <a:pt x="1336545" y="9093"/>
                  </a:lnTo>
                  <a:lnTo>
                    <a:pt x="1266200" y="8620"/>
                  </a:lnTo>
                  <a:lnTo>
                    <a:pt x="1195856" y="8148"/>
                  </a:lnTo>
                  <a:lnTo>
                    <a:pt x="1125511" y="7674"/>
                  </a:lnTo>
                  <a:lnTo>
                    <a:pt x="1055167" y="7200"/>
                  </a:lnTo>
                  <a:lnTo>
                    <a:pt x="984822" y="6725"/>
                  </a:lnTo>
                  <a:lnTo>
                    <a:pt x="914478" y="6249"/>
                  </a:lnTo>
                  <a:lnTo>
                    <a:pt x="844133" y="5773"/>
                  </a:lnTo>
                  <a:lnTo>
                    <a:pt x="773789" y="5296"/>
                  </a:lnTo>
                  <a:lnTo>
                    <a:pt x="703444" y="4818"/>
                  </a:lnTo>
                  <a:lnTo>
                    <a:pt x="633100" y="4339"/>
                  </a:lnTo>
                  <a:lnTo>
                    <a:pt x="562755" y="3860"/>
                  </a:lnTo>
                  <a:lnTo>
                    <a:pt x="492411" y="3380"/>
                  </a:lnTo>
                  <a:lnTo>
                    <a:pt x="422066" y="2899"/>
                  </a:lnTo>
                  <a:lnTo>
                    <a:pt x="351722" y="2418"/>
                  </a:lnTo>
                  <a:lnTo>
                    <a:pt x="281377" y="1936"/>
                  </a:lnTo>
                  <a:lnTo>
                    <a:pt x="211033" y="1453"/>
                  </a:lnTo>
                  <a:lnTo>
                    <a:pt x="140688" y="969"/>
                  </a:lnTo>
                  <a:lnTo>
                    <a:pt x="70344" y="4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5312" y="2863987"/>
              <a:ext cx="6964104" cy="394235"/>
            </a:xfrm>
            <a:custGeom>
              <a:avLst/>
              <a:pathLst>
                <a:path w="6964104" h="394235">
                  <a:moveTo>
                    <a:pt x="0" y="0"/>
                  </a:moveTo>
                  <a:lnTo>
                    <a:pt x="70344" y="7148"/>
                  </a:lnTo>
                  <a:lnTo>
                    <a:pt x="140688" y="14200"/>
                  </a:lnTo>
                  <a:lnTo>
                    <a:pt x="211033" y="21159"/>
                  </a:lnTo>
                  <a:lnTo>
                    <a:pt x="281377" y="28025"/>
                  </a:lnTo>
                  <a:lnTo>
                    <a:pt x="351722" y="34800"/>
                  </a:lnTo>
                  <a:lnTo>
                    <a:pt x="422066" y="41484"/>
                  </a:lnTo>
                  <a:lnTo>
                    <a:pt x="492411" y="48079"/>
                  </a:lnTo>
                  <a:lnTo>
                    <a:pt x="562755" y="54586"/>
                  </a:lnTo>
                  <a:lnTo>
                    <a:pt x="633100" y="61007"/>
                  </a:lnTo>
                  <a:lnTo>
                    <a:pt x="703444" y="67342"/>
                  </a:lnTo>
                  <a:lnTo>
                    <a:pt x="773789" y="73592"/>
                  </a:lnTo>
                  <a:lnTo>
                    <a:pt x="844133" y="79760"/>
                  </a:lnTo>
                  <a:lnTo>
                    <a:pt x="914478" y="85845"/>
                  </a:lnTo>
                  <a:lnTo>
                    <a:pt x="984822" y="91848"/>
                  </a:lnTo>
                  <a:lnTo>
                    <a:pt x="1055167" y="97772"/>
                  </a:lnTo>
                  <a:lnTo>
                    <a:pt x="1125511" y="103617"/>
                  </a:lnTo>
                  <a:lnTo>
                    <a:pt x="1195856" y="109384"/>
                  </a:lnTo>
                  <a:lnTo>
                    <a:pt x="1266200" y="115074"/>
                  </a:lnTo>
                  <a:lnTo>
                    <a:pt x="1336545" y="120689"/>
                  </a:lnTo>
                  <a:lnTo>
                    <a:pt x="1406889" y="126228"/>
                  </a:lnTo>
                  <a:lnTo>
                    <a:pt x="1477234" y="131694"/>
                  </a:lnTo>
                  <a:lnTo>
                    <a:pt x="1547578" y="137087"/>
                  </a:lnTo>
                  <a:lnTo>
                    <a:pt x="1617923" y="142408"/>
                  </a:lnTo>
                  <a:lnTo>
                    <a:pt x="1688267" y="147658"/>
                  </a:lnTo>
                  <a:lnTo>
                    <a:pt x="1758612" y="152838"/>
                  </a:lnTo>
                  <a:lnTo>
                    <a:pt x="1828956" y="157949"/>
                  </a:lnTo>
                  <a:lnTo>
                    <a:pt x="1899301" y="162991"/>
                  </a:lnTo>
                  <a:lnTo>
                    <a:pt x="1969645" y="167967"/>
                  </a:lnTo>
                  <a:lnTo>
                    <a:pt x="2039990" y="172876"/>
                  </a:lnTo>
                  <a:lnTo>
                    <a:pt x="2110334" y="177720"/>
                  </a:lnTo>
                  <a:lnTo>
                    <a:pt x="2180679" y="182500"/>
                  </a:lnTo>
                  <a:lnTo>
                    <a:pt x="2251023" y="187215"/>
                  </a:lnTo>
                  <a:lnTo>
                    <a:pt x="2321368" y="191868"/>
                  </a:lnTo>
                  <a:lnTo>
                    <a:pt x="2391712" y="196459"/>
                  </a:lnTo>
                  <a:lnTo>
                    <a:pt x="2462057" y="200989"/>
                  </a:lnTo>
                  <a:lnTo>
                    <a:pt x="2532401" y="205458"/>
                  </a:lnTo>
                  <a:lnTo>
                    <a:pt x="2602746" y="209867"/>
                  </a:lnTo>
                  <a:lnTo>
                    <a:pt x="2673090" y="214218"/>
                  </a:lnTo>
                  <a:lnTo>
                    <a:pt x="2743435" y="218511"/>
                  </a:lnTo>
                  <a:lnTo>
                    <a:pt x="2813779" y="222747"/>
                  </a:lnTo>
                  <a:lnTo>
                    <a:pt x="2884124" y="226926"/>
                  </a:lnTo>
                  <a:lnTo>
                    <a:pt x="2954468" y="231050"/>
                  </a:lnTo>
                  <a:lnTo>
                    <a:pt x="3024813" y="235118"/>
                  </a:lnTo>
                  <a:lnTo>
                    <a:pt x="3095157" y="239132"/>
                  </a:lnTo>
                  <a:lnTo>
                    <a:pt x="3165502" y="243093"/>
                  </a:lnTo>
                  <a:lnTo>
                    <a:pt x="3235846" y="247001"/>
                  </a:lnTo>
                  <a:lnTo>
                    <a:pt x="3306191" y="250857"/>
                  </a:lnTo>
                  <a:lnTo>
                    <a:pt x="3376535" y="254662"/>
                  </a:lnTo>
                  <a:lnTo>
                    <a:pt x="3446880" y="258416"/>
                  </a:lnTo>
                  <a:lnTo>
                    <a:pt x="3517224" y="262120"/>
                  </a:lnTo>
                  <a:lnTo>
                    <a:pt x="3587569" y="265774"/>
                  </a:lnTo>
                  <a:lnTo>
                    <a:pt x="3657913" y="269380"/>
                  </a:lnTo>
                  <a:lnTo>
                    <a:pt x="3728257" y="272937"/>
                  </a:lnTo>
                  <a:lnTo>
                    <a:pt x="3798602" y="276448"/>
                  </a:lnTo>
                  <a:lnTo>
                    <a:pt x="3868946" y="279911"/>
                  </a:lnTo>
                  <a:lnTo>
                    <a:pt x="3939291" y="283328"/>
                  </a:lnTo>
                  <a:lnTo>
                    <a:pt x="4009635" y="286700"/>
                  </a:lnTo>
                  <a:lnTo>
                    <a:pt x="4079980" y="290027"/>
                  </a:lnTo>
                  <a:lnTo>
                    <a:pt x="4150324" y="293310"/>
                  </a:lnTo>
                  <a:lnTo>
                    <a:pt x="4220669" y="296548"/>
                  </a:lnTo>
                  <a:lnTo>
                    <a:pt x="4291013" y="299744"/>
                  </a:lnTo>
                  <a:lnTo>
                    <a:pt x="4361358" y="302897"/>
                  </a:lnTo>
                  <a:lnTo>
                    <a:pt x="4431702" y="306008"/>
                  </a:lnTo>
                  <a:lnTo>
                    <a:pt x="4502047" y="309077"/>
                  </a:lnTo>
                  <a:lnTo>
                    <a:pt x="4572391" y="312106"/>
                  </a:lnTo>
                  <a:lnTo>
                    <a:pt x="4642736" y="315094"/>
                  </a:lnTo>
                  <a:lnTo>
                    <a:pt x="4713080" y="318042"/>
                  </a:lnTo>
                  <a:lnTo>
                    <a:pt x="4783425" y="320952"/>
                  </a:lnTo>
                  <a:lnTo>
                    <a:pt x="4853769" y="323822"/>
                  </a:lnTo>
                  <a:lnTo>
                    <a:pt x="4924114" y="326654"/>
                  </a:lnTo>
                  <a:lnTo>
                    <a:pt x="4994458" y="329448"/>
                  </a:lnTo>
                  <a:lnTo>
                    <a:pt x="5064803" y="332205"/>
                  </a:lnTo>
                  <a:lnTo>
                    <a:pt x="5135147" y="334926"/>
                  </a:lnTo>
                  <a:lnTo>
                    <a:pt x="5205492" y="337610"/>
                  </a:lnTo>
                  <a:lnTo>
                    <a:pt x="5275836" y="340258"/>
                  </a:lnTo>
                  <a:lnTo>
                    <a:pt x="5346181" y="342871"/>
                  </a:lnTo>
                  <a:lnTo>
                    <a:pt x="5416525" y="345449"/>
                  </a:lnTo>
                  <a:lnTo>
                    <a:pt x="5486870" y="347993"/>
                  </a:lnTo>
                  <a:lnTo>
                    <a:pt x="5557214" y="350503"/>
                  </a:lnTo>
                  <a:lnTo>
                    <a:pt x="5627559" y="352979"/>
                  </a:lnTo>
                  <a:lnTo>
                    <a:pt x="5697903" y="355423"/>
                  </a:lnTo>
                  <a:lnTo>
                    <a:pt x="5768248" y="357834"/>
                  </a:lnTo>
                  <a:lnTo>
                    <a:pt x="5838592" y="360212"/>
                  </a:lnTo>
                  <a:lnTo>
                    <a:pt x="5908937" y="362559"/>
                  </a:lnTo>
                  <a:lnTo>
                    <a:pt x="5979281" y="364875"/>
                  </a:lnTo>
                  <a:lnTo>
                    <a:pt x="6049626" y="367160"/>
                  </a:lnTo>
                  <a:lnTo>
                    <a:pt x="6119970" y="369414"/>
                  </a:lnTo>
                  <a:lnTo>
                    <a:pt x="6190315" y="371639"/>
                  </a:lnTo>
                  <a:lnTo>
                    <a:pt x="6260659" y="373834"/>
                  </a:lnTo>
                  <a:lnTo>
                    <a:pt x="6331004" y="375999"/>
                  </a:lnTo>
                  <a:lnTo>
                    <a:pt x="6401348" y="378136"/>
                  </a:lnTo>
                  <a:lnTo>
                    <a:pt x="6471693" y="380244"/>
                  </a:lnTo>
                  <a:lnTo>
                    <a:pt x="6542037" y="382324"/>
                  </a:lnTo>
                  <a:lnTo>
                    <a:pt x="6612382" y="384376"/>
                  </a:lnTo>
                  <a:lnTo>
                    <a:pt x="6682726" y="386401"/>
                  </a:lnTo>
                  <a:lnTo>
                    <a:pt x="6753071" y="388399"/>
                  </a:lnTo>
                  <a:lnTo>
                    <a:pt x="6823415" y="390371"/>
                  </a:lnTo>
                  <a:lnTo>
                    <a:pt x="6893760" y="392316"/>
                  </a:lnTo>
                  <a:lnTo>
                    <a:pt x="6964104" y="3942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9250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12483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50859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19651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897531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648248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318177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61815" y="3662467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87106" y="1966152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(1.02-1.36), p_Bonf = 0.163 (n = 6)  |  per IQR decline (Δ = 28.0 %): 1.58 (1.05-2.36)  |  IQR: [-30.0, -2.0] 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87106" y="1739378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  <p:sp>
          <p:nvSpPr>
            <p:cNvPr id="44" name="pl44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00153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85204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70255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55306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440357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2540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104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695510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80561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142679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2772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1278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97831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82882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567933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65298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738035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3086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235312" y="4694165"/>
              <a:ext cx="6964104" cy="826156"/>
            </a:xfrm>
            <a:custGeom>
              <a:avLst/>
              <a:pathLst>
                <a:path w="6964104" h="826156">
                  <a:moveTo>
                    <a:pt x="0" y="0"/>
                  </a:moveTo>
                  <a:lnTo>
                    <a:pt x="70344" y="22487"/>
                  </a:lnTo>
                  <a:lnTo>
                    <a:pt x="140688" y="44413"/>
                  </a:lnTo>
                  <a:lnTo>
                    <a:pt x="211033" y="65790"/>
                  </a:lnTo>
                  <a:lnTo>
                    <a:pt x="281377" y="86633"/>
                  </a:lnTo>
                  <a:lnTo>
                    <a:pt x="351722" y="106955"/>
                  </a:lnTo>
                  <a:lnTo>
                    <a:pt x="422066" y="126769"/>
                  </a:lnTo>
                  <a:lnTo>
                    <a:pt x="492411" y="146087"/>
                  </a:lnTo>
                  <a:lnTo>
                    <a:pt x="562755" y="164923"/>
                  </a:lnTo>
                  <a:lnTo>
                    <a:pt x="633100" y="183288"/>
                  </a:lnTo>
                  <a:lnTo>
                    <a:pt x="703444" y="201193"/>
                  </a:lnTo>
                  <a:lnTo>
                    <a:pt x="773789" y="218651"/>
                  </a:lnTo>
                  <a:lnTo>
                    <a:pt x="844133" y="235673"/>
                  </a:lnTo>
                  <a:lnTo>
                    <a:pt x="914478" y="252269"/>
                  </a:lnTo>
                  <a:lnTo>
                    <a:pt x="984822" y="268450"/>
                  </a:lnTo>
                  <a:lnTo>
                    <a:pt x="1055167" y="284226"/>
                  </a:lnTo>
                  <a:lnTo>
                    <a:pt x="1125511" y="299608"/>
                  </a:lnTo>
                  <a:lnTo>
                    <a:pt x="1195856" y="314606"/>
                  </a:lnTo>
                  <a:lnTo>
                    <a:pt x="1266200" y="329229"/>
                  </a:lnTo>
                  <a:lnTo>
                    <a:pt x="1336545" y="343486"/>
                  </a:lnTo>
                  <a:lnTo>
                    <a:pt x="1406889" y="357386"/>
                  </a:lnTo>
                  <a:lnTo>
                    <a:pt x="1477234" y="370940"/>
                  </a:lnTo>
                  <a:lnTo>
                    <a:pt x="1547578" y="384154"/>
                  </a:lnTo>
                  <a:lnTo>
                    <a:pt x="1617923" y="397038"/>
                  </a:lnTo>
                  <a:lnTo>
                    <a:pt x="1688267" y="409600"/>
                  </a:lnTo>
                  <a:lnTo>
                    <a:pt x="1758612" y="421848"/>
                  </a:lnTo>
                  <a:lnTo>
                    <a:pt x="1828956" y="433789"/>
                  </a:lnTo>
                  <a:lnTo>
                    <a:pt x="1899301" y="445432"/>
                  </a:lnTo>
                  <a:lnTo>
                    <a:pt x="1969645" y="456785"/>
                  </a:lnTo>
                  <a:lnTo>
                    <a:pt x="2039990" y="467853"/>
                  </a:lnTo>
                  <a:lnTo>
                    <a:pt x="2110334" y="478644"/>
                  </a:lnTo>
                  <a:lnTo>
                    <a:pt x="2180679" y="489166"/>
                  </a:lnTo>
                  <a:lnTo>
                    <a:pt x="2251023" y="499425"/>
                  </a:lnTo>
                  <a:lnTo>
                    <a:pt x="2321368" y="509427"/>
                  </a:lnTo>
                  <a:lnTo>
                    <a:pt x="2391712" y="519179"/>
                  </a:lnTo>
                  <a:lnTo>
                    <a:pt x="2462057" y="528688"/>
                  </a:lnTo>
                  <a:lnTo>
                    <a:pt x="2532401" y="537958"/>
                  </a:lnTo>
                  <a:lnTo>
                    <a:pt x="2602746" y="546997"/>
                  </a:lnTo>
                  <a:lnTo>
                    <a:pt x="2673090" y="555810"/>
                  </a:lnTo>
                  <a:lnTo>
                    <a:pt x="2743435" y="564403"/>
                  </a:lnTo>
                  <a:lnTo>
                    <a:pt x="2813779" y="572781"/>
                  </a:lnTo>
                  <a:lnTo>
                    <a:pt x="2884124" y="580949"/>
                  </a:lnTo>
                  <a:lnTo>
                    <a:pt x="2954468" y="588913"/>
                  </a:lnTo>
                  <a:lnTo>
                    <a:pt x="3024813" y="596678"/>
                  </a:lnTo>
                  <a:lnTo>
                    <a:pt x="3095157" y="600432"/>
                  </a:lnTo>
                  <a:lnTo>
                    <a:pt x="3165502" y="600886"/>
                  </a:lnTo>
                  <a:lnTo>
                    <a:pt x="3235846" y="601339"/>
                  </a:lnTo>
                  <a:lnTo>
                    <a:pt x="3306191" y="601791"/>
                  </a:lnTo>
                  <a:lnTo>
                    <a:pt x="3376535" y="602243"/>
                  </a:lnTo>
                  <a:lnTo>
                    <a:pt x="3446880" y="602694"/>
                  </a:lnTo>
                  <a:lnTo>
                    <a:pt x="3517224" y="603144"/>
                  </a:lnTo>
                  <a:lnTo>
                    <a:pt x="3587569" y="603594"/>
                  </a:lnTo>
                  <a:lnTo>
                    <a:pt x="3657913" y="604043"/>
                  </a:lnTo>
                  <a:lnTo>
                    <a:pt x="3728257" y="604491"/>
                  </a:lnTo>
                  <a:lnTo>
                    <a:pt x="3798602" y="604939"/>
                  </a:lnTo>
                  <a:lnTo>
                    <a:pt x="3868946" y="605386"/>
                  </a:lnTo>
                  <a:lnTo>
                    <a:pt x="3939291" y="605832"/>
                  </a:lnTo>
                  <a:lnTo>
                    <a:pt x="4009635" y="606278"/>
                  </a:lnTo>
                  <a:lnTo>
                    <a:pt x="4079980" y="606723"/>
                  </a:lnTo>
                  <a:lnTo>
                    <a:pt x="4150324" y="607167"/>
                  </a:lnTo>
                  <a:lnTo>
                    <a:pt x="4220669" y="607611"/>
                  </a:lnTo>
                  <a:lnTo>
                    <a:pt x="4291013" y="608053"/>
                  </a:lnTo>
                  <a:lnTo>
                    <a:pt x="4361358" y="608496"/>
                  </a:lnTo>
                  <a:lnTo>
                    <a:pt x="4431702" y="608937"/>
                  </a:lnTo>
                  <a:lnTo>
                    <a:pt x="4502047" y="609378"/>
                  </a:lnTo>
                  <a:lnTo>
                    <a:pt x="4572391" y="609818"/>
                  </a:lnTo>
                  <a:lnTo>
                    <a:pt x="4642736" y="610258"/>
                  </a:lnTo>
                  <a:lnTo>
                    <a:pt x="4713080" y="610697"/>
                  </a:lnTo>
                  <a:lnTo>
                    <a:pt x="4783425" y="611135"/>
                  </a:lnTo>
                  <a:lnTo>
                    <a:pt x="4853769" y="611573"/>
                  </a:lnTo>
                  <a:lnTo>
                    <a:pt x="4924114" y="612009"/>
                  </a:lnTo>
                  <a:lnTo>
                    <a:pt x="4994458" y="612446"/>
                  </a:lnTo>
                  <a:lnTo>
                    <a:pt x="5064803" y="612881"/>
                  </a:lnTo>
                  <a:lnTo>
                    <a:pt x="5135147" y="613316"/>
                  </a:lnTo>
                  <a:lnTo>
                    <a:pt x="5205492" y="613750"/>
                  </a:lnTo>
                  <a:lnTo>
                    <a:pt x="5275836" y="614184"/>
                  </a:lnTo>
                  <a:lnTo>
                    <a:pt x="5346181" y="614617"/>
                  </a:lnTo>
                  <a:lnTo>
                    <a:pt x="5416525" y="615049"/>
                  </a:lnTo>
                  <a:lnTo>
                    <a:pt x="5486870" y="615481"/>
                  </a:lnTo>
                  <a:lnTo>
                    <a:pt x="5557214" y="615912"/>
                  </a:lnTo>
                  <a:lnTo>
                    <a:pt x="5627559" y="616342"/>
                  </a:lnTo>
                  <a:lnTo>
                    <a:pt x="5697903" y="616772"/>
                  </a:lnTo>
                  <a:lnTo>
                    <a:pt x="5768248" y="617201"/>
                  </a:lnTo>
                  <a:lnTo>
                    <a:pt x="5838592" y="617629"/>
                  </a:lnTo>
                  <a:lnTo>
                    <a:pt x="5908937" y="618057"/>
                  </a:lnTo>
                  <a:lnTo>
                    <a:pt x="5979281" y="618484"/>
                  </a:lnTo>
                  <a:lnTo>
                    <a:pt x="6049626" y="618910"/>
                  </a:lnTo>
                  <a:lnTo>
                    <a:pt x="6119970" y="619336"/>
                  </a:lnTo>
                  <a:lnTo>
                    <a:pt x="6190315" y="619761"/>
                  </a:lnTo>
                  <a:lnTo>
                    <a:pt x="6260659" y="620186"/>
                  </a:lnTo>
                  <a:lnTo>
                    <a:pt x="6331004" y="620609"/>
                  </a:lnTo>
                  <a:lnTo>
                    <a:pt x="6401348" y="621033"/>
                  </a:lnTo>
                  <a:lnTo>
                    <a:pt x="6471693" y="621455"/>
                  </a:lnTo>
                  <a:lnTo>
                    <a:pt x="6542037" y="621877"/>
                  </a:lnTo>
                  <a:lnTo>
                    <a:pt x="6612382" y="622298"/>
                  </a:lnTo>
                  <a:lnTo>
                    <a:pt x="6682726" y="622719"/>
                  </a:lnTo>
                  <a:lnTo>
                    <a:pt x="6753071" y="623139"/>
                  </a:lnTo>
                  <a:lnTo>
                    <a:pt x="6823415" y="623558"/>
                  </a:lnTo>
                  <a:lnTo>
                    <a:pt x="6893760" y="623977"/>
                  </a:lnTo>
                  <a:lnTo>
                    <a:pt x="6964104" y="624395"/>
                  </a:lnTo>
                  <a:lnTo>
                    <a:pt x="6964104" y="826156"/>
                  </a:lnTo>
                  <a:lnTo>
                    <a:pt x="6893760" y="824275"/>
                  </a:lnTo>
                  <a:lnTo>
                    <a:pt x="6823415" y="822346"/>
                  </a:lnTo>
                  <a:lnTo>
                    <a:pt x="6753071" y="820367"/>
                  </a:lnTo>
                  <a:lnTo>
                    <a:pt x="6682726" y="818338"/>
                  </a:lnTo>
                  <a:lnTo>
                    <a:pt x="6612382" y="816256"/>
                  </a:lnTo>
                  <a:lnTo>
                    <a:pt x="6542037" y="814121"/>
                  </a:lnTo>
                  <a:lnTo>
                    <a:pt x="6471693" y="811931"/>
                  </a:lnTo>
                  <a:lnTo>
                    <a:pt x="6401348" y="809686"/>
                  </a:lnTo>
                  <a:lnTo>
                    <a:pt x="6331004" y="807382"/>
                  </a:lnTo>
                  <a:lnTo>
                    <a:pt x="6260659" y="805020"/>
                  </a:lnTo>
                  <a:lnTo>
                    <a:pt x="6190315" y="802597"/>
                  </a:lnTo>
                  <a:lnTo>
                    <a:pt x="6119970" y="800111"/>
                  </a:lnTo>
                  <a:lnTo>
                    <a:pt x="6049626" y="797562"/>
                  </a:lnTo>
                  <a:lnTo>
                    <a:pt x="5979281" y="794948"/>
                  </a:lnTo>
                  <a:lnTo>
                    <a:pt x="5908937" y="792267"/>
                  </a:lnTo>
                  <a:lnTo>
                    <a:pt x="5838592" y="789517"/>
                  </a:lnTo>
                  <a:lnTo>
                    <a:pt x="5768248" y="786696"/>
                  </a:lnTo>
                  <a:lnTo>
                    <a:pt x="5697903" y="783803"/>
                  </a:lnTo>
                  <a:lnTo>
                    <a:pt x="5627559" y="780836"/>
                  </a:lnTo>
                  <a:lnTo>
                    <a:pt x="5557214" y="777793"/>
                  </a:lnTo>
                  <a:lnTo>
                    <a:pt x="5486870" y="774672"/>
                  </a:lnTo>
                  <a:lnTo>
                    <a:pt x="5416525" y="771471"/>
                  </a:lnTo>
                  <a:lnTo>
                    <a:pt x="5346181" y="768188"/>
                  </a:lnTo>
                  <a:lnTo>
                    <a:pt x="5275836" y="764820"/>
                  </a:lnTo>
                  <a:lnTo>
                    <a:pt x="5205492" y="761366"/>
                  </a:lnTo>
                  <a:lnTo>
                    <a:pt x="5135147" y="757824"/>
                  </a:lnTo>
                  <a:lnTo>
                    <a:pt x="5064803" y="754191"/>
                  </a:lnTo>
                  <a:lnTo>
                    <a:pt x="4994458" y="750464"/>
                  </a:lnTo>
                  <a:lnTo>
                    <a:pt x="4924114" y="746642"/>
                  </a:lnTo>
                  <a:lnTo>
                    <a:pt x="4853769" y="742723"/>
                  </a:lnTo>
                  <a:lnTo>
                    <a:pt x="4783425" y="738702"/>
                  </a:lnTo>
                  <a:lnTo>
                    <a:pt x="4713080" y="734579"/>
                  </a:lnTo>
                  <a:lnTo>
                    <a:pt x="4642736" y="730349"/>
                  </a:lnTo>
                  <a:lnTo>
                    <a:pt x="4572391" y="726012"/>
                  </a:lnTo>
                  <a:lnTo>
                    <a:pt x="4502047" y="721563"/>
                  </a:lnTo>
                  <a:lnTo>
                    <a:pt x="4431702" y="717000"/>
                  </a:lnTo>
                  <a:lnTo>
                    <a:pt x="4361358" y="712320"/>
                  </a:lnTo>
                  <a:lnTo>
                    <a:pt x="4291013" y="707520"/>
                  </a:lnTo>
                  <a:lnTo>
                    <a:pt x="4220669" y="702597"/>
                  </a:lnTo>
                  <a:lnTo>
                    <a:pt x="4150324" y="697548"/>
                  </a:lnTo>
                  <a:lnTo>
                    <a:pt x="4079980" y="692369"/>
                  </a:lnTo>
                  <a:lnTo>
                    <a:pt x="4009635" y="687058"/>
                  </a:lnTo>
                  <a:lnTo>
                    <a:pt x="3939291" y="681610"/>
                  </a:lnTo>
                  <a:lnTo>
                    <a:pt x="3868946" y="676023"/>
                  </a:lnTo>
                  <a:lnTo>
                    <a:pt x="3798602" y="670292"/>
                  </a:lnTo>
                  <a:lnTo>
                    <a:pt x="3728257" y="664414"/>
                  </a:lnTo>
                  <a:lnTo>
                    <a:pt x="3657913" y="658386"/>
                  </a:lnTo>
                  <a:lnTo>
                    <a:pt x="3587569" y="652203"/>
                  </a:lnTo>
                  <a:lnTo>
                    <a:pt x="3517224" y="645862"/>
                  </a:lnTo>
                  <a:lnTo>
                    <a:pt x="3446880" y="639358"/>
                  </a:lnTo>
                  <a:lnTo>
                    <a:pt x="3376535" y="632687"/>
                  </a:lnTo>
                  <a:lnTo>
                    <a:pt x="3306191" y="625845"/>
                  </a:lnTo>
                  <a:lnTo>
                    <a:pt x="3235846" y="618828"/>
                  </a:lnTo>
                  <a:lnTo>
                    <a:pt x="3165502" y="611631"/>
                  </a:lnTo>
                  <a:lnTo>
                    <a:pt x="3095157" y="604249"/>
                  </a:lnTo>
                  <a:lnTo>
                    <a:pt x="3024813" y="599977"/>
                  </a:lnTo>
                  <a:lnTo>
                    <a:pt x="2954468" y="599522"/>
                  </a:lnTo>
                  <a:lnTo>
                    <a:pt x="2884124" y="599066"/>
                  </a:lnTo>
                  <a:lnTo>
                    <a:pt x="2813779" y="598610"/>
                  </a:lnTo>
                  <a:lnTo>
                    <a:pt x="2743435" y="598152"/>
                  </a:lnTo>
                  <a:lnTo>
                    <a:pt x="2673090" y="597695"/>
                  </a:lnTo>
                  <a:lnTo>
                    <a:pt x="2602746" y="597236"/>
                  </a:lnTo>
                  <a:lnTo>
                    <a:pt x="2532401" y="596777"/>
                  </a:lnTo>
                  <a:lnTo>
                    <a:pt x="2462057" y="596317"/>
                  </a:lnTo>
                  <a:lnTo>
                    <a:pt x="2391712" y="595856"/>
                  </a:lnTo>
                  <a:lnTo>
                    <a:pt x="2321368" y="595394"/>
                  </a:lnTo>
                  <a:lnTo>
                    <a:pt x="2251023" y="594932"/>
                  </a:lnTo>
                  <a:lnTo>
                    <a:pt x="2180679" y="594469"/>
                  </a:lnTo>
                  <a:lnTo>
                    <a:pt x="2110334" y="594006"/>
                  </a:lnTo>
                  <a:lnTo>
                    <a:pt x="2039990" y="593542"/>
                  </a:lnTo>
                  <a:lnTo>
                    <a:pt x="1969645" y="593077"/>
                  </a:lnTo>
                  <a:lnTo>
                    <a:pt x="1899301" y="592611"/>
                  </a:lnTo>
                  <a:lnTo>
                    <a:pt x="1828956" y="592145"/>
                  </a:lnTo>
                  <a:lnTo>
                    <a:pt x="1758612" y="591677"/>
                  </a:lnTo>
                  <a:lnTo>
                    <a:pt x="1688267" y="591210"/>
                  </a:lnTo>
                  <a:lnTo>
                    <a:pt x="1617923" y="590741"/>
                  </a:lnTo>
                  <a:lnTo>
                    <a:pt x="1547578" y="590272"/>
                  </a:lnTo>
                  <a:lnTo>
                    <a:pt x="1477234" y="589802"/>
                  </a:lnTo>
                  <a:lnTo>
                    <a:pt x="1406889" y="589331"/>
                  </a:lnTo>
                  <a:lnTo>
                    <a:pt x="1336545" y="588860"/>
                  </a:lnTo>
                  <a:lnTo>
                    <a:pt x="1266200" y="588388"/>
                  </a:lnTo>
                  <a:lnTo>
                    <a:pt x="1195856" y="587915"/>
                  </a:lnTo>
                  <a:lnTo>
                    <a:pt x="1125511" y="587442"/>
                  </a:lnTo>
                  <a:lnTo>
                    <a:pt x="1055167" y="586967"/>
                  </a:lnTo>
                  <a:lnTo>
                    <a:pt x="984822" y="586493"/>
                  </a:lnTo>
                  <a:lnTo>
                    <a:pt x="914478" y="586017"/>
                  </a:lnTo>
                  <a:lnTo>
                    <a:pt x="844133" y="585540"/>
                  </a:lnTo>
                  <a:lnTo>
                    <a:pt x="773789" y="585063"/>
                  </a:lnTo>
                  <a:lnTo>
                    <a:pt x="703444" y="584586"/>
                  </a:lnTo>
                  <a:lnTo>
                    <a:pt x="633100" y="584107"/>
                  </a:lnTo>
                  <a:lnTo>
                    <a:pt x="562755" y="583628"/>
                  </a:lnTo>
                  <a:lnTo>
                    <a:pt x="492411" y="583148"/>
                  </a:lnTo>
                  <a:lnTo>
                    <a:pt x="422066" y="582667"/>
                  </a:lnTo>
                  <a:lnTo>
                    <a:pt x="351722" y="582185"/>
                  </a:lnTo>
                  <a:lnTo>
                    <a:pt x="281377" y="581703"/>
                  </a:lnTo>
                  <a:lnTo>
                    <a:pt x="211033" y="581220"/>
                  </a:lnTo>
                  <a:lnTo>
                    <a:pt x="140688" y="580737"/>
                  </a:lnTo>
                  <a:lnTo>
                    <a:pt x="70344" y="580252"/>
                  </a:lnTo>
                  <a:lnTo>
                    <a:pt x="0" y="57976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235312" y="4694165"/>
              <a:ext cx="6964104" cy="624395"/>
            </a:xfrm>
            <a:custGeom>
              <a:avLst/>
              <a:pathLst>
                <a:path w="6964104" h="624395">
                  <a:moveTo>
                    <a:pt x="0" y="0"/>
                  </a:moveTo>
                  <a:lnTo>
                    <a:pt x="70344" y="22487"/>
                  </a:lnTo>
                  <a:lnTo>
                    <a:pt x="140688" y="44413"/>
                  </a:lnTo>
                  <a:lnTo>
                    <a:pt x="211033" y="65790"/>
                  </a:lnTo>
                  <a:lnTo>
                    <a:pt x="281377" y="86633"/>
                  </a:lnTo>
                  <a:lnTo>
                    <a:pt x="351722" y="106955"/>
                  </a:lnTo>
                  <a:lnTo>
                    <a:pt x="422066" y="126769"/>
                  </a:lnTo>
                  <a:lnTo>
                    <a:pt x="492411" y="146087"/>
                  </a:lnTo>
                  <a:lnTo>
                    <a:pt x="562755" y="164923"/>
                  </a:lnTo>
                  <a:lnTo>
                    <a:pt x="633100" y="183288"/>
                  </a:lnTo>
                  <a:lnTo>
                    <a:pt x="703444" y="201193"/>
                  </a:lnTo>
                  <a:lnTo>
                    <a:pt x="773789" y="218651"/>
                  </a:lnTo>
                  <a:lnTo>
                    <a:pt x="844133" y="235673"/>
                  </a:lnTo>
                  <a:lnTo>
                    <a:pt x="914478" y="252269"/>
                  </a:lnTo>
                  <a:lnTo>
                    <a:pt x="984822" y="268450"/>
                  </a:lnTo>
                  <a:lnTo>
                    <a:pt x="1055167" y="284226"/>
                  </a:lnTo>
                  <a:lnTo>
                    <a:pt x="1125511" y="299608"/>
                  </a:lnTo>
                  <a:lnTo>
                    <a:pt x="1195856" y="314606"/>
                  </a:lnTo>
                  <a:lnTo>
                    <a:pt x="1266200" y="329229"/>
                  </a:lnTo>
                  <a:lnTo>
                    <a:pt x="1336545" y="343486"/>
                  </a:lnTo>
                  <a:lnTo>
                    <a:pt x="1406889" y="357386"/>
                  </a:lnTo>
                  <a:lnTo>
                    <a:pt x="1477234" y="370940"/>
                  </a:lnTo>
                  <a:lnTo>
                    <a:pt x="1547578" y="384154"/>
                  </a:lnTo>
                  <a:lnTo>
                    <a:pt x="1617923" y="397038"/>
                  </a:lnTo>
                  <a:lnTo>
                    <a:pt x="1688267" y="409600"/>
                  </a:lnTo>
                  <a:lnTo>
                    <a:pt x="1758612" y="421848"/>
                  </a:lnTo>
                  <a:lnTo>
                    <a:pt x="1828956" y="433789"/>
                  </a:lnTo>
                  <a:lnTo>
                    <a:pt x="1899301" y="445432"/>
                  </a:lnTo>
                  <a:lnTo>
                    <a:pt x="1969645" y="456785"/>
                  </a:lnTo>
                  <a:lnTo>
                    <a:pt x="2039990" y="467853"/>
                  </a:lnTo>
                  <a:lnTo>
                    <a:pt x="2110334" y="478644"/>
                  </a:lnTo>
                  <a:lnTo>
                    <a:pt x="2180679" y="489166"/>
                  </a:lnTo>
                  <a:lnTo>
                    <a:pt x="2251023" y="499425"/>
                  </a:lnTo>
                  <a:lnTo>
                    <a:pt x="2321368" y="509427"/>
                  </a:lnTo>
                  <a:lnTo>
                    <a:pt x="2391712" y="519179"/>
                  </a:lnTo>
                  <a:lnTo>
                    <a:pt x="2462057" y="528688"/>
                  </a:lnTo>
                  <a:lnTo>
                    <a:pt x="2532401" y="537958"/>
                  </a:lnTo>
                  <a:lnTo>
                    <a:pt x="2602746" y="546997"/>
                  </a:lnTo>
                  <a:lnTo>
                    <a:pt x="2673090" y="555810"/>
                  </a:lnTo>
                  <a:lnTo>
                    <a:pt x="2743435" y="564403"/>
                  </a:lnTo>
                  <a:lnTo>
                    <a:pt x="2813779" y="572781"/>
                  </a:lnTo>
                  <a:lnTo>
                    <a:pt x="2884124" y="580949"/>
                  </a:lnTo>
                  <a:lnTo>
                    <a:pt x="2954468" y="588913"/>
                  </a:lnTo>
                  <a:lnTo>
                    <a:pt x="3024813" y="596678"/>
                  </a:lnTo>
                  <a:lnTo>
                    <a:pt x="3095157" y="600432"/>
                  </a:lnTo>
                  <a:lnTo>
                    <a:pt x="3165502" y="600886"/>
                  </a:lnTo>
                  <a:lnTo>
                    <a:pt x="3235846" y="601339"/>
                  </a:lnTo>
                  <a:lnTo>
                    <a:pt x="3306191" y="601791"/>
                  </a:lnTo>
                  <a:lnTo>
                    <a:pt x="3376535" y="602243"/>
                  </a:lnTo>
                  <a:lnTo>
                    <a:pt x="3446880" y="602694"/>
                  </a:lnTo>
                  <a:lnTo>
                    <a:pt x="3517224" y="603144"/>
                  </a:lnTo>
                  <a:lnTo>
                    <a:pt x="3587569" y="603594"/>
                  </a:lnTo>
                  <a:lnTo>
                    <a:pt x="3657913" y="604043"/>
                  </a:lnTo>
                  <a:lnTo>
                    <a:pt x="3728257" y="604491"/>
                  </a:lnTo>
                  <a:lnTo>
                    <a:pt x="3798602" y="604939"/>
                  </a:lnTo>
                  <a:lnTo>
                    <a:pt x="3868946" y="605386"/>
                  </a:lnTo>
                  <a:lnTo>
                    <a:pt x="3939291" y="605832"/>
                  </a:lnTo>
                  <a:lnTo>
                    <a:pt x="4009635" y="606278"/>
                  </a:lnTo>
                  <a:lnTo>
                    <a:pt x="4079980" y="606723"/>
                  </a:lnTo>
                  <a:lnTo>
                    <a:pt x="4150324" y="607167"/>
                  </a:lnTo>
                  <a:lnTo>
                    <a:pt x="4220669" y="607611"/>
                  </a:lnTo>
                  <a:lnTo>
                    <a:pt x="4291013" y="608053"/>
                  </a:lnTo>
                  <a:lnTo>
                    <a:pt x="4361358" y="608496"/>
                  </a:lnTo>
                  <a:lnTo>
                    <a:pt x="4431702" y="608937"/>
                  </a:lnTo>
                  <a:lnTo>
                    <a:pt x="4502047" y="609378"/>
                  </a:lnTo>
                  <a:lnTo>
                    <a:pt x="4572391" y="609818"/>
                  </a:lnTo>
                  <a:lnTo>
                    <a:pt x="4642736" y="610258"/>
                  </a:lnTo>
                  <a:lnTo>
                    <a:pt x="4713080" y="610697"/>
                  </a:lnTo>
                  <a:lnTo>
                    <a:pt x="4783425" y="611135"/>
                  </a:lnTo>
                  <a:lnTo>
                    <a:pt x="4853769" y="611573"/>
                  </a:lnTo>
                  <a:lnTo>
                    <a:pt x="4924114" y="612009"/>
                  </a:lnTo>
                  <a:lnTo>
                    <a:pt x="4994458" y="612446"/>
                  </a:lnTo>
                  <a:lnTo>
                    <a:pt x="5064803" y="612881"/>
                  </a:lnTo>
                  <a:lnTo>
                    <a:pt x="5135147" y="613316"/>
                  </a:lnTo>
                  <a:lnTo>
                    <a:pt x="5205492" y="613750"/>
                  </a:lnTo>
                  <a:lnTo>
                    <a:pt x="5275836" y="614184"/>
                  </a:lnTo>
                  <a:lnTo>
                    <a:pt x="5346181" y="614617"/>
                  </a:lnTo>
                  <a:lnTo>
                    <a:pt x="5416525" y="615049"/>
                  </a:lnTo>
                  <a:lnTo>
                    <a:pt x="5486870" y="615481"/>
                  </a:lnTo>
                  <a:lnTo>
                    <a:pt x="5557214" y="615912"/>
                  </a:lnTo>
                  <a:lnTo>
                    <a:pt x="5627559" y="616342"/>
                  </a:lnTo>
                  <a:lnTo>
                    <a:pt x="5697903" y="616772"/>
                  </a:lnTo>
                  <a:lnTo>
                    <a:pt x="5768248" y="617201"/>
                  </a:lnTo>
                  <a:lnTo>
                    <a:pt x="5838592" y="617629"/>
                  </a:lnTo>
                  <a:lnTo>
                    <a:pt x="5908937" y="618057"/>
                  </a:lnTo>
                  <a:lnTo>
                    <a:pt x="5979281" y="618484"/>
                  </a:lnTo>
                  <a:lnTo>
                    <a:pt x="6049626" y="618910"/>
                  </a:lnTo>
                  <a:lnTo>
                    <a:pt x="6119970" y="619336"/>
                  </a:lnTo>
                  <a:lnTo>
                    <a:pt x="6190315" y="619761"/>
                  </a:lnTo>
                  <a:lnTo>
                    <a:pt x="6260659" y="620186"/>
                  </a:lnTo>
                  <a:lnTo>
                    <a:pt x="6331004" y="620609"/>
                  </a:lnTo>
                  <a:lnTo>
                    <a:pt x="6401348" y="621033"/>
                  </a:lnTo>
                  <a:lnTo>
                    <a:pt x="6471693" y="621455"/>
                  </a:lnTo>
                  <a:lnTo>
                    <a:pt x="6542037" y="621877"/>
                  </a:lnTo>
                  <a:lnTo>
                    <a:pt x="6612382" y="622298"/>
                  </a:lnTo>
                  <a:lnTo>
                    <a:pt x="6682726" y="622719"/>
                  </a:lnTo>
                  <a:lnTo>
                    <a:pt x="6753071" y="623139"/>
                  </a:lnTo>
                  <a:lnTo>
                    <a:pt x="6823415" y="623558"/>
                  </a:lnTo>
                  <a:lnTo>
                    <a:pt x="6893760" y="623977"/>
                  </a:lnTo>
                  <a:lnTo>
                    <a:pt x="6964104" y="6243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235312" y="5273933"/>
              <a:ext cx="6964104" cy="246389"/>
            </a:xfrm>
            <a:custGeom>
              <a:avLst/>
              <a:pathLst>
                <a:path w="6964104" h="246389">
                  <a:moveTo>
                    <a:pt x="6964104" y="246389"/>
                  </a:moveTo>
                  <a:lnTo>
                    <a:pt x="6893760" y="244508"/>
                  </a:lnTo>
                  <a:lnTo>
                    <a:pt x="6823415" y="242578"/>
                  </a:lnTo>
                  <a:lnTo>
                    <a:pt x="6753071" y="240600"/>
                  </a:lnTo>
                  <a:lnTo>
                    <a:pt x="6682726" y="238570"/>
                  </a:lnTo>
                  <a:lnTo>
                    <a:pt x="6612382" y="236489"/>
                  </a:lnTo>
                  <a:lnTo>
                    <a:pt x="6542037" y="234354"/>
                  </a:lnTo>
                  <a:lnTo>
                    <a:pt x="6471693" y="232164"/>
                  </a:lnTo>
                  <a:lnTo>
                    <a:pt x="6401348" y="229918"/>
                  </a:lnTo>
                  <a:lnTo>
                    <a:pt x="6331004" y="227615"/>
                  </a:lnTo>
                  <a:lnTo>
                    <a:pt x="6260659" y="225252"/>
                  </a:lnTo>
                  <a:lnTo>
                    <a:pt x="6190315" y="222829"/>
                  </a:lnTo>
                  <a:lnTo>
                    <a:pt x="6119970" y="220344"/>
                  </a:lnTo>
                  <a:lnTo>
                    <a:pt x="6049626" y="217795"/>
                  </a:lnTo>
                  <a:lnTo>
                    <a:pt x="5979281" y="215181"/>
                  </a:lnTo>
                  <a:lnTo>
                    <a:pt x="5908937" y="212499"/>
                  </a:lnTo>
                  <a:lnTo>
                    <a:pt x="5838592" y="209749"/>
                  </a:lnTo>
                  <a:lnTo>
                    <a:pt x="5768248" y="206929"/>
                  </a:lnTo>
                  <a:lnTo>
                    <a:pt x="5697903" y="204036"/>
                  </a:lnTo>
                  <a:lnTo>
                    <a:pt x="5627559" y="201069"/>
                  </a:lnTo>
                  <a:lnTo>
                    <a:pt x="5557214" y="198026"/>
                  </a:lnTo>
                  <a:lnTo>
                    <a:pt x="5486870" y="194905"/>
                  </a:lnTo>
                  <a:lnTo>
                    <a:pt x="5416525" y="191703"/>
                  </a:lnTo>
                  <a:lnTo>
                    <a:pt x="5346181" y="188420"/>
                  </a:lnTo>
                  <a:lnTo>
                    <a:pt x="5275836" y="185053"/>
                  </a:lnTo>
                  <a:lnTo>
                    <a:pt x="5205492" y="181599"/>
                  </a:lnTo>
                  <a:lnTo>
                    <a:pt x="5135147" y="178056"/>
                  </a:lnTo>
                  <a:lnTo>
                    <a:pt x="5064803" y="174423"/>
                  </a:lnTo>
                  <a:lnTo>
                    <a:pt x="4994458" y="170697"/>
                  </a:lnTo>
                  <a:lnTo>
                    <a:pt x="4924114" y="166875"/>
                  </a:lnTo>
                  <a:lnTo>
                    <a:pt x="4853769" y="162955"/>
                  </a:lnTo>
                  <a:lnTo>
                    <a:pt x="4783425" y="158935"/>
                  </a:lnTo>
                  <a:lnTo>
                    <a:pt x="4713080" y="154811"/>
                  </a:lnTo>
                  <a:lnTo>
                    <a:pt x="4642736" y="150582"/>
                  </a:lnTo>
                  <a:lnTo>
                    <a:pt x="4572391" y="146244"/>
                  </a:lnTo>
                  <a:lnTo>
                    <a:pt x="4502047" y="141795"/>
                  </a:lnTo>
                  <a:lnTo>
                    <a:pt x="4431702" y="137232"/>
                  </a:lnTo>
                  <a:lnTo>
                    <a:pt x="4361358" y="132553"/>
                  </a:lnTo>
                  <a:lnTo>
                    <a:pt x="4291013" y="127753"/>
                  </a:lnTo>
                  <a:lnTo>
                    <a:pt x="4220669" y="122830"/>
                  </a:lnTo>
                  <a:lnTo>
                    <a:pt x="4150324" y="117780"/>
                  </a:lnTo>
                  <a:lnTo>
                    <a:pt x="4079980" y="112602"/>
                  </a:lnTo>
                  <a:lnTo>
                    <a:pt x="4009635" y="107290"/>
                  </a:lnTo>
                  <a:lnTo>
                    <a:pt x="3939291" y="101842"/>
                  </a:lnTo>
                  <a:lnTo>
                    <a:pt x="3868946" y="96255"/>
                  </a:lnTo>
                  <a:lnTo>
                    <a:pt x="3798602" y="90524"/>
                  </a:lnTo>
                  <a:lnTo>
                    <a:pt x="3728257" y="84647"/>
                  </a:lnTo>
                  <a:lnTo>
                    <a:pt x="3657913" y="78619"/>
                  </a:lnTo>
                  <a:lnTo>
                    <a:pt x="3587569" y="72436"/>
                  </a:lnTo>
                  <a:lnTo>
                    <a:pt x="3517224" y="66094"/>
                  </a:lnTo>
                  <a:lnTo>
                    <a:pt x="3446880" y="59590"/>
                  </a:lnTo>
                  <a:lnTo>
                    <a:pt x="3376535" y="52920"/>
                  </a:lnTo>
                  <a:lnTo>
                    <a:pt x="3306191" y="46078"/>
                  </a:lnTo>
                  <a:lnTo>
                    <a:pt x="3235846" y="39061"/>
                  </a:lnTo>
                  <a:lnTo>
                    <a:pt x="3165502" y="31863"/>
                  </a:lnTo>
                  <a:lnTo>
                    <a:pt x="3095157" y="24482"/>
                  </a:lnTo>
                  <a:lnTo>
                    <a:pt x="3024813" y="20210"/>
                  </a:lnTo>
                  <a:lnTo>
                    <a:pt x="2954468" y="19755"/>
                  </a:lnTo>
                  <a:lnTo>
                    <a:pt x="2884124" y="19299"/>
                  </a:lnTo>
                  <a:lnTo>
                    <a:pt x="2813779" y="18842"/>
                  </a:lnTo>
                  <a:lnTo>
                    <a:pt x="2743435" y="18385"/>
                  </a:lnTo>
                  <a:lnTo>
                    <a:pt x="2673090" y="17927"/>
                  </a:lnTo>
                  <a:lnTo>
                    <a:pt x="2602746" y="17468"/>
                  </a:lnTo>
                  <a:lnTo>
                    <a:pt x="2532401" y="17009"/>
                  </a:lnTo>
                  <a:lnTo>
                    <a:pt x="2462057" y="16549"/>
                  </a:lnTo>
                  <a:lnTo>
                    <a:pt x="2391712" y="16088"/>
                  </a:lnTo>
                  <a:lnTo>
                    <a:pt x="2321368" y="15627"/>
                  </a:lnTo>
                  <a:lnTo>
                    <a:pt x="2251023" y="15165"/>
                  </a:lnTo>
                  <a:lnTo>
                    <a:pt x="2180679" y="14702"/>
                  </a:lnTo>
                  <a:lnTo>
                    <a:pt x="2110334" y="14238"/>
                  </a:lnTo>
                  <a:lnTo>
                    <a:pt x="2039990" y="13774"/>
                  </a:lnTo>
                  <a:lnTo>
                    <a:pt x="1969645" y="13309"/>
                  </a:lnTo>
                  <a:lnTo>
                    <a:pt x="1899301" y="12843"/>
                  </a:lnTo>
                  <a:lnTo>
                    <a:pt x="1828956" y="12377"/>
                  </a:lnTo>
                  <a:lnTo>
                    <a:pt x="1758612" y="11910"/>
                  </a:lnTo>
                  <a:lnTo>
                    <a:pt x="1688267" y="11442"/>
                  </a:lnTo>
                  <a:lnTo>
                    <a:pt x="1617923" y="10974"/>
                  </a:lnTo>
                  <a:lnTo>
                    <a:pt x="1547578" y="10504"/>
                  </a:lnTo>
                  <a:lnTo>
                    <a:pt x="1477234" y="10035"/>
                  </a:lnTo>
                  <a:lnTo>
                    <a:pt x="1406889" y="9564"/>
                  </a:lnTo>
                  <a:lnTo>
                    <a:pt x="1336545" y="9093"/>
                  </a:lnTo>
                  <a:lnTo>
                    <a:pt x="1266200" y="8620"/>
                  </a:lnTo>
                  <a:lnTo>
                    <a:pt x="1195856" y="8148"/>
                  </a:lnTo>
                  <a:lnTo>
                    <a:pt x="1125511" y="7674"/>
                  </a:lnTo>
                  <a:lnTo>
                    <a:pt x="1055167" y="7200"/>
                  </a:lnTo>
                  <a:lnTo>
                    <a:pt x="984822" y="6725"/>
                  </a:lnTo>
                  <a:lnTo>
                    <a:pt x="914478" y="6249"/>
                  </a:lnTo>
                  <a:lnTo>
                    <a:pt x="844133" y="5773"/>
                  </a:lnTo>
                  <a:lnTo>
                    <a:pt x="773789" y="5296"/>
                  </a:lnTo>
                  <a:lnTo>
                    <a:pt x="703444" y="4818"/>
                  </a:lnTo>
                  <a:lnTo>
                    <a:pt x="633100" y="4339"/>
                  </a:lnTo>
                  <a:lnTo>
                    <a:pt x="562755" y="3860"/>
                  </a:lnTo>
                  <a:lnTo>
                    <a:pt x="492411" y="3380"/>
                  </a:lnTo>
                  <a:lnTo>
                    <a:pt x="422066" y="2899"/>
                  </a:lnTo>
                  <a:lnTo>
                    <a:pt x="351722" y="2418"/>
                  </a:lnTo>
                  <a:lnTo>
                    <a:pt x="281377" y="1936"/>
                  </a:lnTo>
                  <a:lnTo>
                    <a:pt x="211033" y="1453"/>
                  </a:lnTo>
                  <a:lnTo>
                    <a:pt x="140688" y="969"/>
                  </a:lnTo>
                  <a:lnTo>
                    <a:pt x="70344" y="4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1235312" y="5057380"/>
              <a:ext cx="6964104" cy="394235"/>
            </a:xfrm>
            <a:custGeom>
              <a:avLst/>
              <a:pathLst>
                <a:path w="6964104" h="394235">
                  <a:moveTo>
                    <a:pt x="0" y="0"/>
                  </a:moveTo>
                  <a:lnTo>
                    <a:pt x="70344" y="7148"/>
                  </a:lnTo>
                  <a:lnTo>
                    <a:pt x="140688" y="14200"/>
                  </a:lnTo>
                  <a:lnTo>
                    <a:pt x="211033" y="21159"/>
                  </a:lnTo>
                  <a:lnTo>
                    <a:pt x="281377" y="28025"/>
                  </a:lnTo>
                  <a:lnTo>
                    <a:pt x="351722" y="34800"/>
                  </a:lnTo>
                  <a:lnTo>
                    <a:pt x="422066" y="41484"/>
                  </a:lnTo>
                  <a:lnTo>
                    <a:pt x="492411" y="48079"/>
                  </a:lnTo>
                  <a:lnTo>
                    <a:pt x="562755" y="54586"/>
                  </a:lnTo>
                  <a:lnTo>
                    <a:pt x="633100" y="61007"/>
                  </a:lnTo>
                  <a:lnTo>
                    <a:pt x="703444" y="67342"/>
                  </a:lnTo>
                  <a:lnTo>
                    <a:pt x="773789" y="73592"/>
                  </a:lnTo>
                  <a:lnTo>
                    <a:pt x="844133" y="79760"/>
                  </a:lnTo>
                  <a:lnTo>
                    <a:pt x="914478" y="85845"/>
                  </a:lnTo>
                  <a:lnTo>
                    <a:pt x="984822" y="91848"/>
                  </a:lnTo>
                  <a:lnTo>
                    <a:pt x="1055167" y="97772"/>
                  </a:lnTo>
                  <a:lnTo>
                    <a:pt x="1125511" y="103617"/>
                  </a:lnTo>
                  <a:lnTo>
                    <a:pt x="1195856" y="109384"/>
                  </a:lnTo>
                  <a:lnTo>
                    <a:pt x="1266200" y="115074"/>
                  </a:lnTo>
                  <a:lnTo>
                    <a:pt x="1336545" y="120689"/>
                  </a:lnTo>
                  <a:lnTo>
                    <a:pt x="1406889" y="126228"/>
                  </a:lnTo>
                  <a:lnTo>
                    <a:pt x="1477234" y="131694"/>
                  </a:lnTo>
                  <a:lnTo>
                    <a:pt x="1547578" y="137087"/>
                  </a:lnTo>
                  <a:lnTo>
                    <a:pt x="1617923" y="142408"/>
                  </a:lnTo>
                  <a:lnTo>
                    <a:pt x="1688267" y="147658"/>
                  </a:lnTo>
                  <a:lnTo>
                    <a:pt x="1758612" y="152838"/>
                  </a:lnTo>
                  <a:lnTo>
                    <a:pt x="1828956" y="157949"/>
                  </a:lnTo>
                  <a:lnTo>
                    <a:pt x="1899301" y="162991"/>
                  </a:lnTo>
                  <a:lnTo>
                    <a:pt x="1969645" y="167967"/>
                  </a:lnTo>
                  <a:lnTo>
                    <a:pt x="2039990" y="172876"/>
                  </a:lnTo>
                  <a:lnTo>
                    <a:pt x="2110334" y="177720"/>
                  </a:lnTo>
                  <a:lnTo>
                    <a:pt x="2180679" y="182500"/>
                  </a:lnTo>
                  <a:lnTo>
                    <a:pt x="2251023" y="187215"/>
                  </a:lnTo>
                  <a:lnTo>
                    <a:pt x="2321368" y="191868"/>
                  </a:lnTo>
                  <a:lnTo>
                    <a:pt x="2391712" y="196459"/>
                  </a:lnTo>
                  <a:lnTo>
                    <a:pt x="2462057" y="200989"/>
                  </a:lnTo>
                  <a:lnTo>
                    <a:pt x="2532401" y="205458"/>
                  </a:lnTo>
                  <a:lnTo>
                    <a:pt x="2602746" y="209867"/>
                  </a:lnTo>
                  <a:lnTo>
                    <a:pt x="2673090" y="214218"/>
                  </a:lnTo>
                  <a:lnTo>
                    <a:pt x="2743435" y="218511"/>
                  </a:lnTo>
                  <a:lnTo>
                    <a:pt x="2813779" y="222747"/>
                  </a:lnTo>
                  <a:lnTo>
                    <a:pt x="2884124" y="226926"/>
                  </a:lnTo>
                  <a:lnTo>
                    <a:pt x="2954468" y="231050"/>
                  </a:lnTo>
                  <a:lnTo>
                    <a:pt x="3024813" y="235118"/>
                  </a:lnTo>
                  <a:lnTo>
                    <a:pt x="3095157" y="239132"/>
                  </a:lnTo>
                  <a:lnTo>
                    <a:pt x="3165502" y="243093"/>
                  </a:lnTo>
                  <a:lnTo>
                    <a:pt x="3235846" y="247001"/>
                  </a:lnTo>
                  <a:lnTo>
                    <a:pt x="3306191" y="250857"/>
                  </a:lnTo>
                  <a:lnTo>
                    <a:pt x="3376535" y="254662"/>
                  </a:lnTo>
                  <a:lnTo>
                    <a:pt x="3446880" y="258416"/>
                  </a:lnTo>
                  <a:lnTo>
                    <a:pt x="3517224" y="262120"/>
                  </a:lnTo>
                  <a:lnTo>
                    <a:pt x="3587569" y="265774"/>
                  </a:lnTo>
                  <a:lnTo>
                    <a:pt x="3657913" y="269380"/>
                  </a:lnTo>
                  <a:lnTo>
                    <a:pt x="3728257" y="272937"/>
                  </a:lnTo>
                  <a:lnTo>
                    <a:pt x="3798602" y="276448"/>
                  </a:lnTo>
                  <a:lnTo>
                    <a:pt x="3868946" y="279911"/>
                  </a:lnTo>
                  <a:lnTo>
                    <a:pt x="3939291" y="283328"/>
                  </a:lnTo>
                  <a:lnTo>
                    <a:pt x="4009635" y="286700"/>
                  </a:lnTo>
                  <a:lnTo>
                    <a:pt x="4079980" y="290027"/>
                  </a:lnTo>
                  <a:lnTo>
                    <a:pt x="4150324" y="293310"/>
                  </a:lnTo>
                  <a:lnTo>
                    <a:pt x="4220669" y="296548"/>
                  </a:lnTo>
                  <a:lnTo>
                    <a:pt x="4291013" y="299744"/>
                  </a:lnTo>
                  <a:lnTo>
                    <a:pt x="4361358" y="302897"/>
                  </a:lnTo>
                  <a:lnTo>
                    <a:pt x="4431702" y="306008"/>
                  </a:lnTo>
                  <a:lnTo>
                    <a:pt x="4502047" y="309077"/>
                  </a:lnTo>
                  <a:lnTo>
                    <a:pt x="4572391" y="312106"/>
                  </a:lnTo>
                  <a:lnTo>
                    <a:pt x="4642736" y="315094"/>
                  </a:lnTo>
                  <a:lnTo>
                    <a:pt x="4713080" y="318042"/>
                  </a:lnTo>
                  <a:lnTo>
                    <a:pt x="4783425" y="320952"/>
                  </a:lnTo>
                  <a:lnTo>
                    <a:pt x="4853769" y="323822"/>
                  </a:lnTo>
                  <a:lnTo>
                    <a:pt x="4924114" y="326654"/>
                  </a:lnTo>
                  <a:lnTo>
                    <a:pt x="4994458" y="329448"/>
                  </a:lnTo>
                  <a:lnTo>
                    <a:pt x="5064803" y="332205"/>
                  </a:lnTo>
                  <a:lnTo>
                    <a:pt x="5135147" y="334926"/>
                  </a:lnTo>
                  <a:lnTo>
                    <a:pt x="5205492" y="337610"/>
                  </a:lnTo>
                  <a:lnTo>
                    <a:pt x="5275836" y="340258"/>
                  </a:lnTo>
                  <a:lnTo>
                    <a:pt x="5346181" y="342871"/>
                  </a:lnTo>
                  <a:lnTo>
                    <a:pt x="5416525" y="345449"/>
                  </a:lnTo>
                  <a:lnTo>
                    <a:pt x="5486870" y="347993"/>
                  </a:lnTo>
                  <a:lnTo>
                    <a:pt x="5557214" y="350503"/>
                  </a:lnTo>
                  <a:lnTo>
                    <a:pt x="5627559" y="352979"/>
                  </a:lnTo>
                  <a:lnTo>
                    <a:pt x="5697903" y="355423"/>
                  </a:lnTo>
                  <a:lnTo>
                    <a:pt x="5768248" y="357834"/>
                  </a:lnTo>
                  <a:lnTo>
                    <a:pt x="5838592" y="360212"/>
                  </a:lnTo>
                  <a:lnTo>
                    <a:pt x="5908937" y="362559"/>
                  </a:lnTo>
                  <a:lnTo>
                    <a:pt x="5979281" y="364875"/>
                  </a:lnTo>
                  <a:lnTo>
                    <a:pt x="6049626" y="367160"/>
                  </a:lnTo>
                  <a:lnTo>
                    <a:pt x="6119970" y="369414"/>
                  </a:lnTo>
                  <a:lnTo>
                    <a:pt x="6190315" y="371639"/>
                  </a:lnTo>
                  <a:lnTo>
                    <a:pt x="6260659" y="373834"/>
                  </a:lnTo>
                  <a:lnTo>
                    <a:pt x="6331004" y="375999"/>
                  </a:lnTo>
                  <a:lnTo>
                    <a:pt x="6401348" y="378136"/>
                  </a:lnTo>
                  <a:lnTo>
                    <a:pt x="6471693" y="380244"/>
                  </a:lnTo>
                  <a:lnTo>
                    <a:pt x="6542037" y="382324"/>
                  </a:lnTo>
                  <a:lnTo>
                    <a:pt x="6612382" y="384376"/>
                  </a:lnTo>
                  <a:lnTo>
                    <a:pt x="6682726" y="386401"/>
                  </a:lnTo>
                  <a:lnTo>
                    <a:pt x="6753071" y="388399"/>
                  </a:lnTo>
                  <a:lnTo>
                    <a:pt x="6823415" y="390371"/>
                  </a:lnTo>
                  <a:lnTo>
                    <a:pt x="6893760" y="392316"/>
                  </a:lnTo>
                  <a:lnTo>
                    <a:pt x="6964104" y="3942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429250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12483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5508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9" name="tx79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134600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219651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04702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389753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474804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5648248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646766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31817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816868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1561815" y="5855859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94" name="tx94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87106" y="4159544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(1.02-1.36), p_Bonf = 0.163 (n = 6)  |  per IQR decline (Δ = 28.0 %): 1.58 (1.05-2.36)  |  IQR: [-30.0, -2.0] %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887106" y="3932770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2026-07-22T07:57:31Z</dcterms:modified>
  <cp:category/>
</cp:coreProperties>
</file>