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72874" y="522217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72874" y="450567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72874" y="378917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72874" y="307267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91099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96138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201176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006214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72874" y="558042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72874" y="486392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72874" y="414742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72874" y="343092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72874" y="271442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93619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29865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103695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908733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320344" y="4906746"/>
              <a:ext cx="6949396" cy="642871"/>
            </a:xfrm>
            <a:custGeom>
              <a:avLst/>
              <a:pathLst>
                <a:path w="6949396" h="642871">
                  <a:moveTo>
                    <a:pt x="0" y="642871"/>
                  </a:moveTo>
                  <a:lnTo>
                    <a:pt x="180503" y="642871"/>
                  </a:lnTo>
                  <a:lnTo>
                    <a:pt x="180503" y="611646"/>
                  </a:lnTo>
                  <a:lnTo>
                    <a:pt x="361007" y="611646"/>
                  </a:lnTo>
                  <a:lnTo>
                    <a:pt x="361007" y="549359"/>
                  </a:lnTo>
                  <a:lnTo>
                    <a:pt x="451259" y="549359"/>
                  </a:lnTo>
                  <a:lnTo>
                    <a:pt x="451259" y="487101"/>
                  </a:lnTo>
                  <a:lnTo>
                    <a:pt x="541511" y="487101"/>
                  </a:lnTo>
                  <a:lnTo>
                    <a:pt x="541511" y="455416"/>
                  </a:lnTo>
                  <a:lnTo>
                    <a:pt x="631763" y="455416"/>
                  </a:lnTo>
                  <a:lnTo>
                    <a:pt x="631763" y="423524"/>
                  </a:lnTo>
                  <a:lnTo>
                    <a:pt x="1263526" y="423524"/>
                  </a:lnTo>
                  <a:lnTo>
                    <a:pt x="1263526" y="359529"/>
                  </a:lnTo>
                  <a:lnTo>
                    <a:pt x="1714786" y="359529"/>
                  </a:lnTo>
                  <a:lnTo>
                    <a:pt x="1714786" y="327440"/>
                  </a:lnTo>
                  <a:lnTo>
                    <a:pt x="1895290" y="327440"/>
                  </a:lnTo>
                  <a:lnTo>
                    <a:pt x="1895290" y="263425"/>
                  </a:lnTo>
                  <a:lnTo>
                    <a:pt x="1985541" y="263425"/>
                  </a:lnTo>
                  <a:lnTo>
                    <a:pt x="1985541" y="231128"/>
                  </a:lnTo>
                  <a:lnTo>
                    <a:pt x="2075793" y="231128"/>
                  </a:lnTo>
                  <a:lnTo>
                    <a:pt x="2075793" y="198881"/>
                  </a:lnTo>
                  <a:lnTo>
                    <a:pt x="2527053" y="198881"/>
                  </a:lnTo>
                  <a:lnTo>
                    <a:pt x="2527053" y="166376"/>
                  </a:lnTo>
                  <a:lnTo>
                    <a:pt x="2978312" y="166376"/>
                  </a:lnTo>
                  <a:lnTo>
                    <a:pt x="2978312" y="133431"/>
                  </a:lnTo>
                  <a:lnTo>
                    <a:pt x="3339320" y="133431"/>
                  </a:lnTo>
                  <a:lnTo>
                    <a:pt x="3339320" y="100538"/>
                  </a:lnTo>
                  <a:lnTo>
                    <a:pt x="6317633" y="100538"/>
                  </a:lnTo>
                  <a:lnTo>
                    <a:pt x="6317633" y="67413"/>
                  </a:lnTo>
                  <a:lnTo>
                    <a:pt x="6588389" y="67413"/>
                  </a:lnTo>
                  <a:lnTo>
                    <a:pt x="6588389" y="33691"/>
                  </a:lnTo>
                  <a:lnTo>
                    <a:pt x="6949396" y="33691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320344" y="2861938"/>
              <a:ext cx="6949396" cy="2584310"/>
            </a:xfrm>
            <a:custGeom>
              <a:avLst/>
              <a:pathLst>
                <a:path w="6949396" h="2584310">
                  <a:moveTo>
                    <a:pt x="0" y="2584310"/>
                  </a:moveTo>
                  <a:lnTo>
                    <a:pt x="180503" y="2584310"/>
                  </a:lnTo>
                  <a:lnTo>
                    <a:pt x="180503" y="2449359"/>
                  </a:lnTo>
                  <a:lnTo>
                    <a:pt x="361007" y="2449359"/>
                  </a:lnTo>
                  <a:lnTo>
                    <a:pt x="361007" y="2183263"/>
                  </a:lnTo>
                  <a:lnTo>
                    <a:pt x="451259" y="2183263"/>
                  </a:lnTo>
                  <a:lnTo>
                    <a:pt x="451259" y="1921328"/>
                  </a:lnTo>
                  <a:lnTo>
                    <a:pt x="541511" y="1921328"/>
                  </a:lnTo>
                  <a:lnTo>
                    <a:pt x="541511" y="1789541"/>
                  </a:lnTo>
                  <a:lnTo>
                    <a:pt x="631763" y="1789541"/>
                  </a:lnTo>
                  <a:lnTo>
                    <a:pt x="631763" y="1657900"/>
                  </a:lnTo>
                  <a:lnTo>
                    <a:pt x="1263526" y="1657900"/>
                  </a:lnTo>
                  <a:lnTo>
                    <a:pt x="1263526" y="1396771"/>
                  </a:lnTo>
                  <a:lnTo>
                    <a:pt x="1714786" y="1396771"/>
                  </a:lnTo>
                  <a:lnTo>
                    <a:pt x="1714786" y="1267317"/>
                  </a:lnTo>
                  <a:lnTo>
                    <a:pt x="1895290" y="1267317"/>
                  </a:lnTo>
                  <a:lnTo>
                    <a:pt x="1895290" y="1011972"/>
                  </a:lnTo>
                  <a:lnTo>
                    <a:pt x="1985541" y="1011972"/>
                  </a:lnTo>
                  <a:lnTo>
                    <a:pt x="1985541" y="884587"/>
                  </a:lnTo>
                  <a:lnTo>
                    <a:pt x="2075793" y="884587"/>
                  </a:lnTo>
                  <a:lnTo>
                    <a:pt x="2075793" y="758348"/>
                  </a:lnTo>
                  <a:lnTo>
                    <a:pt x="2527053" y="758348"/>
                  </a:lnTo>
                  <a:lnTo>
                    <a:pt x="2527053" y="632044"/>
                  </a:lnTo>
                  <a:lnTo>
                    <a:pt x="2978312" y="632044"/>
                  </a:lnTo>
                  <a:lnTo>
                    <a:pt x="2978312" y="504990"/>
                  </a:lnTo>
                  <a:lnTo>
                    <a:pt x="3339320" y="504990"/>
                  </a:lnTo>
                  <a:lnTo>
                    <a:pt x="3339320" y="379084"/>
                  </a:lnTo>
                  <a:lnTo>
                    <a:pt x="6317633" y="379084"/>
                  </a:lnTo>
                  <a:lnTo>
                    <a:pt x="6317633" y="253233"/>
                  </a:lnTo>
                  <a:lnTo>
                    <a:pt x="6588389" y="253233"/>
                  </a:lnTo>
                  <a:lnTo>
                    <a:pt x="6588389" y="126080"/>
                  </a:lnTo>
                  <a:lnTo>
                    <a:pt x="6949396" y="126080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tx23"/>
            <p:cNvSpPr/>
            <p:nvPr/>
          </p:nvSpPr>
          <p:spPr>
            <a:xfrm>
              <a:off x="692708" y="5540371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692708" y="4823871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0.02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692708" y="4107371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0.04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692708" y="3390872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0.06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2674372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0.08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243143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423647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04151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784655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80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197162" y="5925448"/>
              <a:ext cx="1195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33" name="tx33"/>
            <p:cNvSpPr/>
            <p:nvPr/>
          </p:nvSpPr>
          <p:spPr>
            <a:xfrm rot="-5400000">
              <a:off x="-87047" y="4103109"/>
              <a:ext cx="13278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34" name="pl34"/>
            <p:cNvSpPr/>
            <p:nvPr/>
          </p:nvSpPr>
          <p:spPr>
            <a:xfrm>
              <a:off x="3578565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819138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3845665" y="2224748"/>
              <a:ext cx="88193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&lt; +25 mg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086238" y="2224748"/>
              <a:ext cx="9472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&gt;= +25 mg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972874" y="1896563"/>
              <a:ext cx="3984498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Discrep &gt;= +25 vs &lt;+25: subHR = 4.37 (95% CI 1.59-12.00), p = 0.004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972874" y="1669789"/>
              <a:ext cx="20393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3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2026-09-28T17:00:38Z</dcterms:modified>
  <cp:category/>
</cp:coreProperties>
</file>