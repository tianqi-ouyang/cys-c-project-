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2217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50567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78917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07267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109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61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0117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0621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8639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147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4309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2714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9361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986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0369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0873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4906746"/>
              <a:ext cx="6949396" cy="642871"/>
            </a:xfrm>
            <a:custGeom>
              <a:avLst/>
              <a:pathLst>
                <a:path w="6949396" h="642871">
                  <a:moveTo>
                    <a:pt x="0" y="642871"/>
                  </a:moveTo>
                  <a:lnTo>
                    <a:pt x="180503" y="642871"/>
                  </a:lnTo>
                  <a:lnTo>
                    <a:pt x="180503" y="611646"/>
                  </a:lnTo>
                  <a:lnTo>
                    <a:pt x="361007" y="611646"/>
                  </a:lnTo>
                  <a:lnTo>
                    <a:pt x="361007" y="549359"/>
                  </a:lnTo>
                  <a:lnTo>
                    <a:pt x="451259" y="549359"/>
                  </a:lnTo>
                  <a:lnTo>
                    <a:pt x="451259" y="487101"/>
                  </a:lnTo>
                  <a:lnTo>
                    <a:pt x="541511" y="487101"/>
                  </a:lnTo>
                  <a:lnTo>
                    <a:pt x="541511" y="455416"/>
                  </a:lnTo>
                  <a:lnTo>
                    <a:pt x="631763" y="455416"/>
                  </a:lnTo>
                  <a:lnTo>
                    <a:pt x="631763" y="423524"/>
                  </a:lnTo>
                  <a:lnTo>
                    <a:pt x="1263526" y="423524"/>
                  </a:lnTo>
                  <a:lnTo>
                    <a:pt x="1263526" y="359529"/>
                  </a:lnTo>
                  <a:lnTo>
                    <a:pt x="1714786" y="359529"/>
                  </a:lnTo>
                  <a:lnTo>
                    <a:pt x="1714786" y="327440"/>
                  </a:lnTo>
                  <a:lnTo>
                    <a:pt x="1895290" y="327440"/>
                  </a:lnTo>
                  <a:lnTo>
                    <a:pt x="1895290" y="263425"/>
                  </a:lnTo>
                  <a:lnTo>
                    <a:pt x="1985541" y="263425"/>
                  </a:lnTo>
                  <a:lnTo>
                    <a:pt x="1985541" y="231128"/>
                  </a:lnTo>
                  <a:lnTo>
                    <a:pt x="2075793" y="231128"/>
                  </a:lnTo>
                  <a:lnTo>
                    <a:pt x="2075793" y="198881"/>
                  </a:lnTo>
                  <a:lnTo>
                    <a:pt x="2527053" y="198881"/>
                  </a:lnTo>
                  <a:lnTo>
                    <a:pt x="2527053" y="166376"/>
                  </a:lnTo>
                  <a:lnTo>
                    <a:pt x="2978312" y="166376"/>
                  </a:lnTo>
                  <a:lnTo>
                    <a:pt x="2978312" y="133431"/>
                  </a:lnTo>
                  <a:lnTo>
                    <a:pt x="3339320" y="133431"/>
                  </a:lnTo>
                  <a:lnTo>
                    <a:pt x="3339320" y="100538"/>
                  </a:lnTo>
                  <a:lnTo>
                    <a:pt x="6317633" y="100538"/>
                  </a:lnTo>
                  <a:lnTo>
                    <a:pt x="6317633" y="67413"/>
                  </a:lnTo>
                  <a:lnTo>
                    <a:pt x="6588389" y="67413"/>
                  </a:lnTo>
                  <a:lnTo>
                    <a:pt x="6588389" y="33691"/>
                  </a:lnTo>
                  <a:lnTo>
                    <a:pt x="6949396" y="33691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0344" y="2861938"/>
              <a:ext cx="6949396" cy="2584310"/>
            </a:xfrm>
            <a:custGeom>
              <a:avLst/>
              <a:pathLst>
                <a:path w="6949396" h="2584310">
                  <a:moveTo>
                    <a:pt x="0" y="2584310"/>
                  </a:moveTo>
                  <a:lnTo>
                    <a:pt x="180503" y="2584310"/>
                  </a:lnTo>
                  <a:lnTo>
                    <a:pt x="180503" y="2449359"/>
                  </a:lnTo>
                  <a:lnTo>
                    <a:pt x="361007" y="2449359"/>
                  </a:lnTo>
                  <a:lnTo>
                    <a:pt x="361007" y="2183263"/>
                  </a:lnTo>
                  <a:lnTo>
                    <a:pt x="451259" y="2183263"/>
                  </a:lnTo>
                  <a:lnTo>
                    <a:pt x="451259" y="1921328"/>
                  </a:lnTo>
                  <a:lnTo>
                    <a:pt x="541511" y="1921328"/>
                  </a:lnTo>
                  <a:lnTo>
                    <a:pt x="541511" y="1789541"/>
                  </a:lnTo>
                  <a:lnTo>
                    <a:pt x="631763" y="1789541"/>
                  </a:lnTo>
                  <a:lnTo>
                    <a:pt x="631763" y="1657900"/>
                  </a:lnTo>
                  <a:lnTo>
                    <a:pt x="1263526" y="1657900"/>
                  </a:lnTo>
                  <a:lnTo>
                    <a:pt x="1263526" y="1396771"/>
                  </a:lnTo>
                  <a:lnTo>
                    <a:pt x="1714786" y="1396771"/>
                  </a:lnTo>
                  <a:lnTo>
                    <a:pt x="1714786" y="1267317"/>
                  </a:lnTo>
                  <a:lnTo>
                    <a:pt x="1895290" y="1267317"/>
                  </a:lnTo>
                  <a:lnTo>
                    <a:pt x="1895290" y="1011972"/>
                  </a:lnTo>
                  <a:lnTo>
                    <a:pt x="1985541" y="1011972"/>
                  </a:lnTo>
                  <a:lnTo>
                    <a:pt x="1985541" y="884587"/>
                  </a:lnTo>
                  <a:lnTo>
                    <a:pt x="2075793" y="884587"/>
                  </a:lnTo>
                  <a:lnTo>
                    <a:pt x="2075793" y="758348"/>
                  </a:lnTo>
                  <a:lnTo>
                    <a:pt x="2527053" y="758348"/>
                  </a:lnTo>
                  <a:lnTo>
                    <a:pt x="2527053" y="632044"/>
                  </a:lnTo>
                  <a:lnTo>
                    <a:pt x="2978312" y="632044"/>
                  </a:lnTo>
                  <a:lnTo>
                    <a:pt x="2978312" y="504990"/>
                  </a:lnTo>
                  <a:lnTo>
                    <a:pt x="3339320" y="504990"/>
                  </a:lnTo>
                  <a:lnTo>
                    <a:pt x="3339320" y="379084"/>
                  </a:lnTo>
                  <a:lnTo>
                    <a:pt x="6317633" y="379084"/>
                  </a:lnTo>
                  <a:lnTo>
                    <a:pt x="6317633" y="253233"/>
                  </a:lnTo>
                  <a:lnTo>
                    <a:pt x="6588389" y="253233"/>
                  </a:lnTo>
                  <a:lnTo>
                    <a:pt x="6588389" y="126080"/>
                  </a:lnTo>
                  <a:lnTo>
                    <a:pt x="6949396" y="12608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8238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107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33908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26743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0.08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24314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2364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04151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8465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4" name="pl34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72874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4.37 (95% CI 1.59-12.00), p = 0.004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72874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2026-07-07T08:24:59Z</dcterms:modified>
  <cp:category/>
</cp:coreProperties>
</file>