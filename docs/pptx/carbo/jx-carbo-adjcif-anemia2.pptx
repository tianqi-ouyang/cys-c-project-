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0695" y="5061154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0695" y="4022617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0695" y="2984081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96158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2214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08271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14328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10695" y="558042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0695" y="4541886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0695" y="3503349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3130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9186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05243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1299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60991" y="3512017"/>
              <a:ext cx="7005923" cy="2046538"/>
            </a:xfrm>
            <a:custGeom>
              <a:avLst/>
              <a:pathLst>
                <a:path w="7005923" h="2046538">
                  <a:moveTo>
                    <a:pt x="0" y="2046538"/>
                  </a:moveTo>
                  <a:lnTo>
                    <a:pt x="82422" y="2046538"/>
                  </a:lnTo>
                  <a:lnTo>
                    <a:pt x="82422" y="2039181"/>
                  </a:lnTo>
                  <a:lnTo>
                    <a:pt x="164845" y="2039181"/>
                  </a:lnTo>
                  <a:lnTo>
                    <a:pt x="164845" y="2024520"/>
                  </a:lnTo>
                  <a:lnTo>
                    <a:pt x="247267" y="2024520"/>
                  </a:lnTo>
                  <a:lnTo>
                    <a:pt x="247267" y="1945668"/>
                  </a:lnTo>
                  <a:lnTo>
                    <a:pt x="329690" y="1945668"/>
                  </a:lnTo>
                  <a:lnTo>
                    <a:pt x="329690" y="1915803"/>
                  </a:lnTo>
                  <a:lnTo>
                    <a:pt x="412113" y="1915803"/>
                  </a:lnTo>
                  <a:lnTo>
                    <a:pt x="412113" y="1877199"/>
                  </a:lnTo>
                  <a:lnTo>
                    <a:pt x="494535" y="1877199"/>
                  </a:lnTo>
                  <a:lnTo>
                    <a:pt x="494535" y="1869237"/>
                  </a:lnTo>
                  <a:lnTo>
                    <a:pt x="576958" y="1869237"/>
                  </a:lnTo>
                  <a:lnTo>
                    <a:pt x="576958" y="1799269"/>
                  </a:lnTo>
                  <a:lnTo>
                    <a:pt x="659381" y="1799269"/>
                  </a:lnTo>
                  <a:lnTo>
                    <a:pt x="659381" y="1757996"/>
                  </a:lnTo>
                  <a:lnTo>
                    <a:pt x="741803" y="1757996"/>
                  </a:lnTo>
                  <a:lnTo>
                    <a:pt x="741803" y="1733311"/>
                  </a:lnTo>
                  <a:lnTo>
                    <a:pt x="824226" y="1733311"/>
                  </a:lnTo>
                  <a:lnTo>
                    <a:pt x="824226" y="1684540"/>
                  </a:lnTo>
                  <a:lnTo>
                    <a:pt x="906648" y="1684540"/>
                  </a:lnTo>
                  <a:lnTo>
                    <a:pt x="906648" y="1668136"/>
                  </a:lnTo>
                  <a:lnTo>
                    <a:pt x="989071" y="1668136"/>
                  </a:lnTo>
                  <a:lnTo>
                    <a:pt x="989071" y="1651850"/>
                  </a:lnTo>
                  <a:lnTo>
                    <a:pt x="1071494" y="1651850"/>
                  </a:lnTo>
                  <a:lnTo>
                    <a:pt x="1071494" y="1635452"/>
                  </a:lnTo>
                  <a:lnTo>
                    <a:pt x="1153916" y="1635452"/>
                  </a:lnTo>
                  <a:lnTo>
                    <a:pt x="1153916" y="1611143"/>
                  </a:lnTo>
                  <a:lnTo>
                    <a:pt x="1236339" y="1611143"/>
                  </a:lnTo>
                  <a:lnTo>
                    <a:pt x="1236339" y="1586995"/>
                  </a:lnTo>
                  <a:lnTo>
                    <a:pt x="1318762" y="1586995"/>
                  </a:lnTo>
                  <a:lnTo>
                    <a:pt x="1318762" y="1555016"/>
                  </a:lnTo>
                  <a:lnTo>
                    <a:pt x="1401184" y="1555016"/>
                  </a:lnTo>
                  <a:lnTo>
                    <a:pt x="1401184" y="1446081"/>
                  </a:lnTo>
                  <a:lnTo>
                    <a:pt x="1483607" y="1446081"/>
                  </a:lnTo>
                  <a:lnTo>
                    <a:pt x="1483607" y="1403684"/>
                  </a:lnTo>
                  <a:lnTo>
                    <a:pt x="1566029" y="1403684"/>
                  </a:lnTo>
                  <a:lnTo>
                    <a:pt x="1566029" y="1394909"/>
                  </a:lnTo>
                  <a:lnTo>
                    <a:pt x="1813297" y="1394909"/>
                  </a:lnTo>
                  <a:lnTo>
                    <a:pt x="1813297" y="1377329"/>
                  </a:lnTo>
                  <a:lnTo>
                    <a:pt x="1978143" y="1377329"/>
                  </a:lnTo>
                  <a:lnTo>
                    <a:pt x="1978143" y="1316338"/>
                  </a:lnTo>
                  <a:lnTo>
                    <a:pt x="2060565" y="1316338"/>
                  </a:lnTo>
                  <a:lnTo>
                    <a:pt x="2060565" y="1280796"/>
                  </a:lnTo>
                  <a:lnTo>
                    <a:pt x="2142988" y="1280796"/>
                  </a:lnTo>
                  <a:lnTo>
                    <a:pt x="2142988" y="1271934"/>
                  </a:lnTo>
                  <a:lnTo>
                    <a:pt x="2225410" y="1271934"/>
                  </a:lnTo>
                  <a:lnTo>
                    <a:pt x="2225410" y="1254336"/>
                  </a:lnTo>
                  <a:lnTo>
                    <a:pt x="2307833" y="1254336"/>
                  </a:lnTo>
                  <a:lnTo>
                    <a:pt x="2307833" y="1236527"/>
                  </a:lnTo>
                  <a:lnTo>
                    <a:pt x="2390256" y="1236527"/>
                  </a:lnTo>
                  <a:lnTo>
                    <a:pt x="2390256" y="1227635"/>
                  </a:lnTo>
                  <a:lnTo>
                    <a:pt x="2472678" y="1227635"/>
                  </a:lnTo>
                  <a:lnTo>
                    <a:pt x="2472678" y="1209977"/>
                  </a:lnTo>
                  <a:lnTo>
                    <a:pt x="2555101" y="1209977"/>
                  </a:lnTo>
                  <a:lnTo>
                    <a:pt x="2555101" y="1140789"/>
                  </a:lnTo>
                  <a:lnTo>
                    <a:pt x="2719946" y="1140789"/>
                  </a:lnTo>
                  <a:lnTo>
                    <a:pt x="2719946" y="1131923"/>
                  </a:lnTo>
                  <a:lnTo>
                    <a:pt x="2802369" y="1131923"/>
                  </a:lnTo>
                  <a:lnTo>
                    <a:pt x="2802369" y="1114330"/>
                  </a:lnTo>
                  <a:lnTo>
                    <a:pt x="2967214" y="1114330"/>
                  </a:lnTo>
                  <a:lnTo>
                    <a:pt x="2967214" y="1105546"/>
                  </a:lnTo>
                  <a:lnTo>
                    <a:pt x="3049637" y="1105546"/>
                  </a:lnTo>
                  <a:lnTo>
                    <a:pt x="3049637" y="1088104"/>
                  </a:lnTo>
                  <a:lnTo>
                    <a:pt x="3132059" y="1088104"/>
                  </a:lnTo>
                  <a:lnTo>
                    <a:pt x="3132059" y="906483"/>
                  </a:lnTo>
                  <a:lnTo>
                    <a:pt x="3214482" y="906483"/>
                  </a:lnTo>
                  <a:lnTo>
                    <a:pt x="3214482" y="864826"/>
                  </a:lnTo>
                  <a:lnTo>
                    <a:pt x="3296905" y="864826"/>
                  </a:lnTo>
                  <a:lnTo>
                    <a:pt x="3296905" y="839803"/>
                  </a:lnTo>
                  <a:lnTo>
                    <a:pt x="3379327" y="839803"/>
                  </a:lnTo>
                  <a:lnTo>
                    <a:pt x="3379327" y="823052"/>
                  </a:lnTo>
                  <a:lnTo>
                    <a:pt x="3461750" y="823052"/>
                  </a:lnTo>
                  <a:lnTo>
                    <a:pt x="3461750" y="806207"/>
                  </a:lnTo>
                  <a:lnTo>
                    <a:pt x="3544173" y="806207"/>
                  </a:lnTo>
                  <a:lnTo>
                    <a:pt x="3544173" y="789289"/>
                  </a:lnTo>
                  <a:lnTo>
                    <a:pt x="3709018" y="789289"/>
                  </a:lnTo>
                  <a:lnTo>
                    <a:pt x="3709018" y="772246"/>
                  </a:lnTo>
                  <a:lnTo>
                    <a:pt x="3791440" y="772246"/>
                  </a:lnTo>
                  <a:lnTo>
                    <a:pt x="3791440" y="746703"/>
                  </a:lnTo>
                  <a:lnTo>
                    <a:pt x="3956286" y="746703"/>
                  </a:lnTo>
                  <a:lnTo>
                    <a:pt x="3956286" y="721125"/>
                  </a:lnTo>
                  <a:lnTo>
                    <a:pt x="4038708" y="721125"/>
                  </a:lnTo>
                  <a:lnTo>
                    <a:pt x="4038708" y="712595"/>
                  </a:lnTo>
                  <a:lnTo>
                    <a:pt x="4121131" y="712595"/>
                  </a:lnTo>
                  <a:lnTo>
                    <a:pt x="4121131" y="704083"/>
                  </a:lnTo>
                  <a:lnTo>
                    <a:pt x="4203554" y="704083"/>
                  </a:lnTo>
                  <a:lnTo>
                    <a:pt x="4203554" y="687152"/>
                  </a:lnTo>
                  <a:lnTo>
                    <a:pt x="4285976" y="687152"/>
                  </a:lnTo>
                  <a:lnTo>
                    <a:pt x="4285976" y="670249"/>
                  </a:lnTo>
                  <a:lnTo>
                    <a:pt x="4368399" y="670249"/>
                  </a:lnTo>
                  <a:lnTo>
                    <a:pt x="4368399" y="653463"/>
                  </a:lnTo>
                  <a:lnTo>
                    <a:pt x="4533244" y="653463"/>
                  </a:lnTo>
                  <a:lnTo>
                    <a:pt x="4533244" y="636808"/>
                  </a:lnTo>
                  <a:lnTo>
                    <a:pt x="4615667" y="636808"/>
                  </a:lnTo>
                  <a:lnTo>
                    <a:pt x="4615667" y="612086"/>
                  </a:lnTo>
                  <a:lnTo>
                    <a:pt x="4698089" y="612086"/>
                  </a:lnTo>
                  <a:lnTo>
                    <a:pt x="4698089" y="603889"/>
                  </a:lnTo>
                  <a:lnTo>
                    <a:pt x="4780512" y="603889"/>
                  </a:lnTo>
                  <a:lnTo>
                    <a:pt x="4780512" y="595714"/>
                  </a:lnTo>
                  <a:lnTo>
                    <a:pt x="4862935" y="595714"/>
                  </a:lnTo>
                  <a:lnTo>
                    <a:pt x="4862935" y="476056"/>
                  </a:lnTo>
                  <a:lnTo>
                    <a:pt x="4945357" y="476056"/>
                  </a:lnTo>
                  <a:lnTo>
                    <a:pt x="4945357" y="467867"/>
                  </a:lnTo>
                  <a:lnTo>
                    <a:pt x="5027780" y="467867"/>
                  </a:lnTo>
                  <a:lnTo>
                    <a:pt x="5027780" y="451599"/>
                  </a:lnTo>
                  <a:lnTo>
                    <a:pt x="5110202" y="451599"/>
                  </a:lnTo>
                  <a:lnTo>
                    <a:pt x="5110202" y="435435"/>
                  </a:lnTo>
                  <a:lnTo>
                    <a:pt x="5192625" y="435435"/>
                  </a:lnTo>
                  <a:lnTo>
                    <a:pt x="5192625" y="427355"/>
                  </a:lnTo>
                  <a:lnTo>
                    <a:pt x="5439893" y="427355"/>
                  </a:lnTo>
                  <a:lnTo>
                    <a:pt x="5439893" y="419297"/>
                  </a:lnTo>
                  <a:lnTo>
                    <a:pt x="5522316" y="419297"/>
                  </a:lnTo>
                  <a:lnTo>
                    <a:pt x="5522316" y="411255"/>
                  </a:lnTo>
                  <a:lnTo>
                    <a:pt x="5604738" y="411255"/>
                  </a:lnTo>
                  <a:lnTo>
                    <a:pt x="5604738" y="387235"/>
                  </a:lnTo>
                  <a:lnTo>
                    <a:pt x="5769583" y="387235"/>
                  </a:lnTo>
                  <a:lnTo>
                    <a:pt x="5769583" y="339829"/>
                  </a:lnTo>
                  <a:lnTo>
                    <a:pt x="5852006" y="339829"/>
                  </a:lnTo>
                  <a:lnTo>
                    <a:pt x="5852006" y="316087"/>
                  </a:lnTo>
                  <a:lnTo>
                    <a:pt x="5934429" y="316087"/>
                  </a:lnTo>
                  <a:lnTo>
                    <a:pt x="5934429" y="300340"/>
                  </a:lnTo>
                  <a:lnTo>
                    <a:pt x="6016851" y="300340"/>
                  </a:lnTo>
                  <a:lnTo>
                    <a:pt x="6016851" y="269081"/>
                  </a:lnTo>
                  <a:lnTo>
                    <a:pt x="6099274" y="269081"/>
                  </a:lnTo>
                  <a:lnTo>
                    <a:pt x="6099274" y="261200"/>
                  </a:lnTo>
                  <a:lnTo>
                    <a:pt x="6181697" y="261200"/>
                  </a:lnTo>
                  <a:lnTo>
                    <a:pt x="6181697" y="253293"/>
                  </a:lnTo>
                  <a:lnTo>
                    <a:pt x="6264119" y="253293"/>
                  </a:lnTo>
                  <a:lnTo>
                    <a:pt x="6264119" y="237577"/>
                  </a:lnTo>
                  <a:lnTo>
                    <a:pt x="6346542" y="237577"/>
                  </a:lnTo>
                  <a:lnTo>
                    <a:pt x="6346542" y="213920"/>
                  </a:lnTo>
                  <a:lnTo>
                    <a:pt x="6428965" y="213920"/>
                  </a:lnTo>
                  <a:lnTo>
                    <a:pt x="6428965" y="190511"/>
                  </a:lnTo>
                  <a:lnTo>
                    <a:pt x="6511387" y="190511"/>
                  </a:lnTo>
                  <a:lnTo>
                    <a:pt x="6511387" y="174886"/>
                  </a:lnTo>
                  <a:lnTo>
                    <a:pt x="6593810" y="174886"/>
                  </a:lnTo>
                  <a:lnTo>
                    <a:pt x="6593810" y="83923"/>
                  </a:lnTo>
                  <a:lnTo>
                    <a:pt x="6676232" y="83923"/>
                  </a:lnTo>
                  <a:lnTo>
                    <a:pt x="6676232" y="53418"/>
                  </a:lnTo>
                  <a:lnTo>
                    <a:pt x="6758655" y="53418"/>
                  </a:lnTo>
                  <a:lnTo>
                    <a:pt x="6758655" y="38164"/>
                  </a:lnTo>
                  <a:lnTo>
                    <a:pt x="6841078" y="38164"/>
                  </a:lnTo>
                  <a:lnTo>
                    <a:pt x="6841078" y="30530"/>
                  </a:lnTo>
                  <a:lnTo>
                    <a:pt x="6923500" y="30530"/>
                  </a:lnTo>
                  <a:lnTo>
                    <a:pt x="6923500" y="22886"/>
                  </a:lnTo>
                  <a:lnTo>
                    <a:pt x="7005923" y="22886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260991" y="2861938"/>
              <a:ext cx="7005923" cy="2681585"/>
            </a:xfrm>
            <a:custGeom>
              <a:avLst/>
              <a:pathLst>
                <a:path w="7005923" h="2681585">
                  <a:moveTo>
                    <a:pt x="0" y="2681585"/>
                  </a:moveTo>
                  <a:lnTo>
                    <a:pt x="82422" y="2681585"/>
                  </a:lnTo>
                  <a:lnTo>
                    <a:pt x="82422" y="2669257"/>
                  </a:lnTo>
                  <a:lnTo>
                    <a:pt x="164845" y="2669257"/>
                  </a:lnTo>
                  <a:lnTo>
                    <a:pt x="164845" y="2644818"/>
                  </a:lnTo>
                  <a:lnTo>
                    <a:pt x="247267" y="2644818"/>
                  </a:lnTo>
                  <a:lnTo>
                    <a:pt x="247267" y="2516059"/>
                  </a:lnTo>
                  <a:lnTo>
                    <a:pt x="329690" y="2516059"/>
                  </a:lnTo>
                  <a:lnTo>
                    <a:pt x="329690" y="2468378"/>
                  </a:lnTo>
                  <a:lnTo>
                    <a:pt x="412113" y="2468378"/>
                  </a:lnTo>
                  <a:lnTo>
                    <a:pt x="412113" y="2407544"/>
                  </a:lnTo>
                  <a:lnTo>
                    <a:pt x="494535" y="2407544"/>
                  </a:lnTo>
                  <a:lnTo>
                    <a:pt x="494535" y="2395103"/>
                  </a:lnTo>
                  <a:lnTo>
                    <a:pt x="576958" y="2395103"/>
                  </a:lnTo>
                  <a:lnTo>
                    <a:pt x="576958" y="2287229"/>
                  </a:lnTo>
                  <a:lnTo>
                    <a:pt x="659381" y="2287229"/>
                  </a:lnTo>
                  <a:lnTo>
                    <a:pt x="659381" y="2224725"/>
                  </a:lnTo>
                  <a:lnTo>
                    <a:pt x="741803" y="2224725"/>
                  </a:lnTo>
                  <a:lnTo>
                    <a:pt x="741803" y="2187712"/>
                  </a:lnTo>
                  <a:lnTo>
                    <a:pt x="824226" y="2187712"/>
                  </a:lnTo>
                  <a:lnTo>
                    <a:pt x="824226" y="2115342"/>
                  </a:lnTo>
                  <a:lnTo>
                    <a:pt x="906648" y="2115342"/>
                  </a:lnTo>
                  <a:lnTo>
                    <a:pt x="906648" y="2091215"/>
                  </a:lnTo>
                  <a:lnTo>
                    <a:pt x="989071" y="2091215"/>
                  </a:lnTo>
                  <a:lnTo>
                    <a:pt x="989071" y="2067365"/>
                  </a:lnTo>
                  <a:lnTo>
                    <a:pt x="1071494" y="2067365"/>
                  </a:lnTo>
                  <a:lnTo>
                    <a:pt x="1071494" y="2043452"/>
                  </a:lnTo>
                  <a:lnTo>
                    <a:pt x="1153916" y="2043452"/>
                  </a:lnTo>
                  <a:lnTo>
                    <a:pt x="1153916" y="2008183"/>
                  </a:lnTo>
                  <a:lnTo>
                    <a:pt x="1236339" y="2008183"/>
                  </a:lnTo>
                  <a:lnTo>
                    <a:pt x="1236339" y="1973355"/>
                  </a:lnTo>
                  <a:lnTo>
                    <a:pt x="1318762" y="1973355"/>
                  </a:lnTo>
                  <a:lnTo>
                    <a:pt x="1318762" y="1927540"/>
                  </a:lnTo>
                  <a:lnTo>
                    <a:pt x="1401184" y="1927540"/>
                  </a:lnTo>
                  <a:lnTo>
                    <a:pt x="1401184" y="1773929"/>
                  </a:lnTo>
                  <a:lnTo>
                    <a:pt x="1483607" y="1773929"/>
                  </a:lnTo>
                  <a:lnTo>
                    <a:pt x="1483607" y="1715108"/>
                  </a:lnTo>
                  <a:lnTo>
                    <a:pt x="1566029" y="1715108"/>
                  </a:lnTo>
                  <a:lnTo>
                    <a:pt x="1566029" y="1702996"/>
                  </a:lnTo>
                  <a:lnTo>
                    <a:pt x="1813297" y="1702996"/>
                  </a:lnTo>
                  <a:lnTo>
                    <a:pt x="1813297" y="1678799"/>
                  </a:lnTo>
                  <a:lnTo>
                    <a:pt x="1978143" y="1678799"/>
                  </a:lnTo>
                  <a:lnTo>
                    <a:pt x="1978143" y="1595503"/>
                  </a:lnTo>
                  <a:lnTo>
                    <a:pt x="2060565" y="1595503"/>
                  </a:lnTo>
                  <a:lnTo>
                    <a:pt x="2060565" y="1547419"/>
                  </a:lnTo>
                  <a:lnTo>
                    <a:pt x="2142988" y="1547419"/>
                  </a:lnTo>
                  <a:lnTo>
                    <a:pt x="2142988" y="1535481"/>
                  </a:lnTo>
                  <a:lnTo>
                    <a:pt x="2225410" y="1535481"/>
                  </a:lnTo>
                  <a:lnTo>
                    <a:pt x="2225410" y="1511835"/>
                  </a:lnTo>
                  <a:lnTo>
                    <a:pt x="2307833" y="1511835"/>
                  </a:lnTo>
                  <a:lnTo>
                    <a:pt x="2307833" y="1487984"/>
                  </a:lnTo>
                  <a:lnTo>
                    <a:pt x="2390256" y="1487984"/>
                  </a:lnTo>
                  <a:lnTo>
                    <a:pt x="2390256" y="1476106"/>
                  </a:lnTo>
                  <a:lnTo>
                    <a:pt x="2472678" y="1476106"/>
                  </a:lnTo>
                  <a:lnTo>
                    <a:pt x="2472678" y="1452577"/>
                  </a:lnTo>
                  <a:lnTo>
                    <a:pt x="2555101" y="1452577"/>
                  </a:lnTo>
                  <a:lnTo>
                    <a:pt x="2555101" y="1361121"/>
                  </a:lnTo>
                  <a:lnTo>
                    <a:pt x="2719946" y="1361121"/>
                  </a:lnTo>
                  <a:lnTo>
                    <a:pt x="2719946" y="1349486"/>
                  </a:lnTo>
                  <a:lnTo>
                    <a:pt x="2802369" y="1349486"/>
                  </a:lnTo>
                  <a:lnTo>
                    <a:pt x="2802369" y="1326453"/>
                  </a:lnTo>
                  <a:lnTo>
                    <a:pt x="2967214" y="1326453"/>
                  </a:lnTo>
                  <a:lnTo>
                    <a:pt x="2967214" y="1314979"/>
                  </a:lnTo>
                  <a:lnTo>
                    <a:pt x="3049637" y="1314979"/>
                  </a:lnTo>
                  <a:lnTo>
                    <a:pt x="3049637" y="1292252"/>
                  </a:lnTo>
                  <a:lnTo>
                    <a:pt x="3132059" y="1292252"/>
                  </a:lnTo>
                  <a:lnTo>
                    <a:pt x="3132059" y="1059745"/>
                  </a:lnTo>
                  <a:lnTo>
                    <a:pt x="3214482" y="1059745"/>
                  </a:lnTo>
                  <a:lnTo>
                    <a:pt x="3214482" y="1007450"/>
                  </a:lnTo>
                  <a:lnTo>
                    <a:pt x="3296905" y="1007450"/>
                  </a:lnTo>
                  <a:lnTo>
                    <a:pt x="3296905" y="976219"/>
                  </a:lnTo>
                  <a:lnTo>
                    <a:pt x="3379327" y="976219"/>
                  </a:lnTo>
                  <a:lnTo>
                    <a:pt x="3379327" y="955386"/>
                  </a:lnTo>
                  <a:lnTo>
                    <a:pt x="3461750" y="955386"/>
                  </a:lnTo>
                  <a:lnTo>
                    <a:pt x="3461750" y="934496"/>
                  </a:lnTo>
                  <a:lnTo>
                    <a:pt x="3544173" y="934496"/>
                  </a:lnTo>
                  <a:lnTo>
                    <a:pt x="3544173" y="913576"/>
                  </a:lnTo>
                  <a:lnTo>
                    <a:pt x="3709018" y="913576"/>
                  </a:lnTo>
                  <a:lnTo>
                    <a:pt x="3709018" y="892564"/>
                  </a:lnTo>
                  <a:lnTo>
                    <a:pt x="3791440" y="892564"/>
                  </a:lnTo>
                  <a:lnTo>
                    <a:pt x="3791440" y="861184"/>
                  </a:lnTo>
                  <a:lnTo>
                    <a:pt x="3956286" y="861184"/>
                  </a:lnTo>
                  <a:lnTo>
                    <a:pt x="3956286" y="829897"/>
                  </a:lnTo>
                  <a:lnTo>
                    <a:pt x="4038708" y="829897"/>
                  </a:lnTo>
                  <a:lnTo>
                    <a:pt x="4038708" y="819494"/>
                  </a:lnTo>
                  <a:lnTo>
                    <a:pt x="4121131" y="819494"/>
                  </a:lnTo>
                  <a:lnTo>
                    <a:pt x="4121131" y="809127"/>
                  </a:lnTo>
                  <a:lnTo>
                    <a:pt x="4203554" y="809127"/>
                  </a:lnTo>
                  <a:lnTo>
                    <a:pt x="4203554" y="788551"/>
                  </a:lnTo>
                  <a:lnTo>
                    <a:pt x="4285976" y="788551"/>
                  </a:lnTo>
                  <a:lnTo>
                    <a:pt x="4285976" y="768065"/>
                  </a:lnTo>
                  <a:lnTo>
                    <a:pt x="4368399" y="768065"/>
                  </a:lnTo>
                  <a:lnTo>
                    <a:pt x="4368399" y="747780"/>
                  </a:lnTo>
                  <a:lnTo>
                    <a:pt x="4533244" y="747780"/>
                  </a:lnTo>
                  <a:lnTo>
                    <a:pt x="4533244" y="727710"/>
                  </a:lnTo>
                  <a:lnTo>
                    <a:pt x="4615667" y="727710"/>
                  </a:lnTo>
                  <a:lnTo>
                    <a:pt x="4615667" y="698021"/>
                  </a:lnTo>
                  <a:lnTo>
                    <a:pt x="4698089" y="698021"/>
                  </a:lnTo>
                  <a:lnTo>
                    <a:pt x="4698089" y="688204"/>
                  </a:lnTo>
                  <a:lnTo>
                    <a:pt x="4780512" y="688204"/>
                  </a:lnTo>
                  <a:lnTo>
                    <a:pt x="4780512" y="678427"/>
                  </a:lnTo>
                  <a:lnTo>
                    <a:pt x="4862935" y="678427"/>
                  </a:lnTo>
                  <a:lnTo>
                    <a:pt x="4862935" y="536817"/>
                  </a:lnTo>
                  <a:lnTo>
                    <a:pt x="4945357" y="536817"/>
                  </a:lnTo>
                  <a:lnTo>
                    <a:pt x="4945357" y="527227"/>
                  </a:lnTo>
                  <a:lnTo>
                    <a:pt x="5027780" y="527227"/>
                  </a:lnTo>
                  <a:lnTo>
                    <a:pt x="5027780" y="508215"/>
                  </a:lnTo>
                  <a:lnTo>
                    <a:pt x="5110202" y="508215"/>
                  </a:lnTo>
                  <a:lnTo>
                    <a:pt x="5110202" y="489374"/>
                  </a:lnTo>
                  <a:lnTo>
                    <a:pt x="5192625" y="489374"/>
                  </a:lnTo>
                  <a:lnTo>
                    <a:pt x="5192625" y="479975"/>
                  </a:lnTo>
                  <a:lnTo>
                    <a:pt x="5439893" y="479975"/>
                  </a:lnTo>
                  <a:lnTo>
                    <a:pt x="5439893" y="470614"/>
                  </a:lnTo>
                  <a:lnTo>
                    <a:pt x="5522316" y="470614"/>
                  </a:lnTo>
                  <a:lnTo>
                    <a:pt x="5522316" y="461283"/>
                  </a:lnTo>
                  <a:lnTo>
                    <a:pt x="5604738" y="461283"/>
                  </a:lnTo>
                  <a:lnTo>
                    <a:pt x="5604738" y="433486"/>
                  </a:lnTo>
                  <a:lnTo>
                    <a:pt x="5769583" y="433486"/>
                  </a:lnTo>
                  <a:lnTo>
                    <a:pt x="5769583" y="378947"/>
                  </a:lnTo>
                  <a:lnTo>
                    <a:pt x="5852006" y="378947"/>
                  </a:lnTo>
                  <a:lnTo>
                    <a:pt x="5852006" y="351788"/>
                  </a:lnTo>
                  <a:lnTo>
                    <a:pt x="5934429" y="351788"/>
                  </a:lnTo>
                  <a:lnTo>
                    <a:pt x="5934429" y="333834"/>
                  </a:lnTo>
                  <a:lnTo>
                    <a:pt x="6016851" y="333834"/>
                  </a:lnTo>
                  <a:lnTo>
                    <a:pt x="6016851" y="298328"/>
                  </a:lnTo>
                  <a:lnTo>
                    <a:pt x="6099274" y="298328"/>
                  </a:lnTo>
                  <a:lnTo>
                    <a:pt x="6099274" y="289405"/>
                  </a:lnTo>
                  <a:lnTo>
                    <a:pt x="6181697" y="289405"/>
                  </a:lnTo>
                  <a:lnTo>
                    <a:pt x="6181697" y="280463"/>
                  </a:lnTo>
                  <a:lnTo>
                    <a:pt x="6264119" y="280463"/>
                  </a:lnTo>
                  <a:lnTo>
                    <a:pt x="6264119" y="262725"/>
                  </a:lnTo>
                  <a:lnTo>
                    <a:pt x="6346542" y="262725"/>
                  </a:lnTo>
                  <a:lnTo>
                    <a:pt x="6346542" y="236110"/>
                  </a:lnTo>
                  <a:lnTo>
                    <a:pt x="6428965" y="236110"/>
                  </a:lnTo>
                  <a:lnTo>
                    <a:pt x="6428965" y="209873"/>
                  </a:lnTo>
                  <a:lnTo>
                    <a:pt x="6511387" y="209873"/>
                  </a:lnTo>
                  <a:lnTo>
                    <a:pt x="6511387" y="192415"/>
                  </a:lnTo>
                  <a:lnTo>
                    <a:pt x="6593810" y="192415"/>
                  </a:lnTo>
                  <a:lnTo>
                    <a:pt x="6593810" y="91657"/>
                  </a:lnTo>
                  <a:lnTo>
                    <a:pt x="6676232" y="91657"/>
                  </a:lnTo>
                  <a:lnTo>
                    <a:pt x="6676232" y="58196"/>
                  </a:lnTo>
                  <a:lnTo>
                    <a:pt x="6758655" y="58196"/>
                  </a:lnTo>
                  <a:lnTo>
                    <a:pt x="6758655" y="41526"/>
                  </a:lnTo>
                  <a:lnTo>
                    <a:pt x="6841078" y="41526"/>
                  </a:lnTo>
                  <a:lnTo>
                    <a:pt x="6841078" y="33199"/>
                  </a:lnTo>
                  <a:lnTo>
                    <a:pt x="6923500" y="33199"/>
                  </a:lnTo>
                  <a:lnTo>
                    <a:pt x="6923500" y="24871"/>
                  </a:lnTo>
                  <a:lnTo>
                    <a:pt x="7005923" y="24871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692708" y="554037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92708" y="450183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2708" y="3463299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90021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92968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499025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705081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16607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28" name="tx28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29" name="pl29"/>
            <p:cNvSpPr/>
            <p:nvPr/>
          </p:nvSpPr>
          <p:spPr>
            <a:xfrm>
              <a:off x="3547476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788049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381457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505514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910695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1.70 (95% CI 1.22-2.37), p = 0.002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10695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2026-09-28T17:00:37Z</dcterms:modified>
  <cp:category/>
</cp:coreProperties>
</file>