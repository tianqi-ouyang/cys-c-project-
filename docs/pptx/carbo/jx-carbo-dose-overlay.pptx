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49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086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823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5599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2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948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672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397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217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954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691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1428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085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810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05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5759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62795" y="4539120"/>
              <a:ext cx="117036" cy="9089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79832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696869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13905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047978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165015" y="4291230"/>
              <a:ext cx="117036" cy="11568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282052" y="4952270"/>
              <a:ext cx="117036" cy="4957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39908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516125" y="3464930"/>
              <a:ext cx="117036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867235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10130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218345" y="3630190"/>
              <a:ext cx="117036" cy="18178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335382" y="2969149"/>
              <a:ext cx="117036" cy="24789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45241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569455" y="3547560"/>
              <a:ext cx="117036" cy="19004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686491" y="3712820"/>
              <a:ext cx="117036" cy="17352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920565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037601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15463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271675" y="4125970"/>
              <a:ext cx="117036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88711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50574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622785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739821" y="5034900"/>
              <a:ext cx="117036" cy="4131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85685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973895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090931" y="5365421"/>
              <a:ext cx="117036" cy="826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207968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442041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559078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676114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93151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228722" y="5365421"/>
              <a:ext cx="117036" cy="826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345759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462795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579832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696869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81390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930942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16501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282052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399088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516125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86723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101308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21834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335382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452418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569455" y="2803889"/>
              <a:ext cx="117036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686491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92056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037601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154638" y="3134409"/>
              <a:ext cx="117036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27167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388711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50574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622785" y="3630190"/>
              <a:ext cx="117036" cy="18178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739821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85685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97389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090931" y="4787010"/>
              <a:ext cx="117036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207968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559078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676114" y="5200160"/>
              <a:ext cx="117036" cy="2478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793151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756929" y="45707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3744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9181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0918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1900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625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93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9" name="tx109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1" name="rc111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2026-05-21T09:01:40Z</dcterms:modified>
  <cp:category/>
</cp:coreProperties>
</file>