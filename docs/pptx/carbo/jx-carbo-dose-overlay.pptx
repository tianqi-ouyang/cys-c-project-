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49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086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823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5599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22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948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3672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7397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62175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379545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296914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214284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085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810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05351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5759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62795" y="4539120"/>
              <a:ext cx="117036" cy="9089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579832" y="3878080"/>
              <a:ext cx="117036" cy="1569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696869" y="3878080"/>
              <a:ext cx="117036" cy="1569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13905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047978" y="4208600"/>
              <a:ext cx="117036" cy="12394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165015" y="4291230"/>
              <a:ext cx="117036" cy="11568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282052" y="4952270"/>
              <a:ext cx="117036" cy="4957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399088" y="4621750"/>
              <a:ext cx="117036" cy="8263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516125" y="3464930"/>
              <a:ext cx="117036" cy="19831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633162" y="4704380"/>
              <a:ext cx="117036" cy="7436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750198" y="4373860"/>
              <a:ext cx="117036" cy="10741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867235" y="4208600"/>
              <a:ext cx="117036" cy="12394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984272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101308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218345" y="3630190"/>
              <a:ext cx="117036" cy="18178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335382" y="2969149"/>
              <a:ext cx="117036" cy="24789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452418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569455" y="3547560"/>
              <a:ext cx="117036" cy="19004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686491" y="3712820"/>
              <a:ext cx="117036" cy="17352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803528" y="3299669"/>
              <a:ext cx="117036" cy="214838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920565" y="3382300"/>
              <a:ext cx="117036" cy="206575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037601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154638" y="3299669"/>
              <a:ext cx="117036" cy="214838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271675" y="4125970"/>
              <a:ext cx="117036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88711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505748" y="4621750"/>
              <a:ext cx="117036" cy="8263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622785" y="4704380"/>
              <a:ext cx="117036" cy="7436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739821" y="5034900"/>
              <a:ext cx="117036" cy="4131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856858" y="4373860"/>
              <a:ext cx="117036" cy="10741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973895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090931" y="5365421"/>
              <a:ext cx="117036" cy="826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207968" y="5117530"/>
              <a:ext cx="117036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325004" y="4869640"/>
              <a:ext cx="117036" cy="5784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442041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559078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676114" y="5117530"/>
              <a:ext cx="117036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793151" y="3382300"/>
              <a:ext cx="117036" cy="206575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228722" y="5365421"/>
              <a:ext cx="117036" cy="826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345759" y="4952270"/>
              <a:ext cx="117036" cy="4957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462795" y="4621750"/>
              <a:ext cx="117036" cy="8263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579832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696869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81390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930942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165015" y="4208600"/>
              <a:ext cx="117036" cy="123945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282052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399088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516125" y="3960710"/>
              <a:ext cx="117036" cy="14873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633162" y="4704380"/>
              <a:ext cx="117036" cy="74367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750198" y="4373860"/>
              <a:ext cx="117036" cy="10741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286723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2984272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101308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21834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335382" y="3960710"/>
              <a:ext cx="117036" cy="14873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452418" y="3382300"/>
              <a:ext cx="117036" cy="206575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569455" y="2803889"/>
              <a:ext cx="117036" cy="264416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686491" y="3382300"/>
              <a:ext cx="117036" cy="206575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803528" y="3299669"/>
              <a:ext cx="117036" cy="214838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3920565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037601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154638" y="3134409"/>
              <a:ext cx="117036" cy="231364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271675" y="4208600"/>
              <a:ext cx="117036" cy="123945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388711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505748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622785" y="3630190"/>
              <a:ext cx="117036" cy="18178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739821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856858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973895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090931" y="4787010"/>
              <a:ext cx="117036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207968" y="4952270"/>
              <a:ext cx="117036" cy="4957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325004" y="4869640"/>
              <a:ext cx="117036" cy="5784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559078" y="4869640"/>
              <a:ext cx="117036" cy="5784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676114" y="5200160"/>
              <a:ext cx="117036" cy="2478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793151" y="4621750"/>
              <a:ext cx="117036" cy="8263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tx100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756929" y="45707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756929" y="37444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29181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56929" y="209187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21900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356254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493501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9" name="tx109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1" name="rc111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tx113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2026-07-19T08:40:09Z</dcterms:modified>
  <cp:category/>
</cp:coreProperties>
</file>