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5034900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208600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382300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555999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2236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9482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6728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3974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94649" y="5448051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94649" y="4621750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94649" y="3795450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2969149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2142849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0859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8105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05351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28722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345759" y="5200160"/>
              <a:ext cx="117036" cy="24789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462795" y="4539120"/>
              <a:ext cx="117036" cy="90893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579832" y="3878080"/>
              <a:ext cx="117036" cy="156997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696869" y="3878080"/>
              <a:ext cx="117036" cy="156997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813905" y="4043340"/>
              <a:ext cx="117036" cy="140471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930942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047978" y="4208600"/>
              <a:ext cx="117036" cy="123945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165015" y="4291230"/>
              <a:ext cx="117036" cy="115682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282052" y="4952270"/>
              <a:ext cx="117036" cy="49578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399088" y="4621750"/>
              <a:ext cx="117036" cy="8263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516125" y="3464930"/>
              <a:ext cx="117036" cy="198312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633162" y="4704380"/>
              <a:ext cx="117036" cy="74367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750198" y="4373860"/>
              <a:ext cx="117036" cy="107419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867235" y="4208600"/>
              <a:ext cx="117036" cy="123945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84272" y="4043340"/>
              <a:ext cx="117036" cy="140471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101308" y="3960710"/>
              <a:ext cx="117036" cy="148734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218345" y="3630190"/>
              <a:ext cx="117036" cy="181786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335382" y="2969149"/>
              <a:ext cx="117036" cy="247890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52418" y="3960710"/>
              <a:ext cx="117036" cy="148734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569455" y="3547560"/>
              <a:ext cx="117036" cy="190049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686491" y="3712820"/>
              <a:ext cx="117036" cy="173523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803528" y="3299669"/>
              <a:ext cx="117036" cy="214838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920565" y="3382300"/>
              <a:ext cx="117036" cy="206575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037601" y="3960710"/>
              <a:ext cx="117036" cy="148734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154638" y="3299669"/>
              <a:ext cx="117036" cy="214838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271675" y="4125970"/>
              <a:ext cx="117036" cy="132208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388711" y="4043340"/>
              <a:ext cx="117036" cy="140471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505748" y="4621750"/>
              <a:ext cx="117036" cy="8263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622785" y="4704380"/>
              <a:ext cx="117036" cy="74367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739821" y="5034900"/>
              <a:ext cx="117036" cy="41315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856858" y="4373860"/>
              <a:ext cx="117036" cy="107419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973895" y="2142849"/>
              <a:ext cx="117036" cy="330520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090931" y="5365421"/>
              <a:ext cx="117036" cy="8263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207968" y="5117530"/>
              <a:ext cx="117036" cy="33052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325004" y="4869640"/>
              <a:ext cx="117036" cy="57841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442041" y="5200160"/>
              <a:ext cx="117036" cy="24789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59078" y="5200160"/>
              <a:ext cx="117036" cy="24789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5676114" y="5117530"/>
              <a:ext cx="117036" cy="33052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793151" y="3382300"/>
              <a:ext cx="117036" cy="206575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228722" y="5365421"/>
              <a:ext cx="117036" cy="8263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345759" y="4952270"/>
              <a:ext cx="117036" cy="49578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462795" y="4621750"/>
              <a:ext cx="117036" cy="8263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579832" y="4291230"/>
              <a:ext cx="117036" cy="11568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696869" y="4456490"/>
              <a:ext cx="117036" cy="99156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813905" y="4291230"/>
              <a:ext cx="117036" cy="11568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930942" y="3464930"/>
              <a:ext cx="117036" cy="19831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047978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165015" y="4208600"/>
              <a:ext cx="117036" cy="123945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282052" y="4539120"/>
              <a:ext cx="117036" cy="90893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399088" y="4456490"/>
              <a:ext cx="117036" cy="99156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516125" y="3960710"/>
              <a:ext cx="117036" cy="148734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633162" y="4704380"/>
              <a:ext cx="117036" cy="74367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750198" y="4373860"/>
              <a:ext cx="117036" cy="107419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867235" y="4291230"/>
              <a:ext cx="117036" cy="11568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984272" y="4043340"/>
              <a:ext cx="117036" cy="140471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3101308" y="4539120"/>
              <a:ext cx="117036" cy="90893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218345" y="4291230"/>
              <a:ext cx="117036" cy="11568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335382" y="3960710"/>
              <a:ext cx="117036" cy="148734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452418" y="3382300"/>
              <a:ext cx="117036" cy="206575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569455" y="2803889"/>
              <a:ext cx="117036" cy="264416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686491" y="3382300"/>
              <a:ext cx="117036" cy="206575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3803528" y="3299669"/>
              <a:ext cx="117036" cy="214838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3920565" y="3464930"/>
              <a:ext cx="117036" cy="19831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037601" y="3464930"/>
              <a:ext cx="117036" cy="19831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154638" y="3134409"/>
              <a:ext cx="117036" cy="231364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271675" y="4208600"/>
              <a:ext cx="117036" cy="123945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388711" y="4456490"/>
              <a:ext cx="117036" cy="99156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505748" y="4043340"/>
              <a:ext cx="117036" cy="140471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622785" y="3630190"/>
              <a:ext cx="117036" cy="181786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739821" y="4539120"/>
              <a:ext cx="117036" cy="90893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856858" y="4043340"/>
              <a:ext cx="117036" cy="140471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973895" y="3464930"/>
              <a:ext cx="117036" cy="198312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090931" y="4787010"/>
              <a:ext cx="117036" cy="66104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207968" y="4952270"/>
              <a:ext cx="117036" cy="49578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325004" y="4869640"/>
              <a:ext cx="117036" cy="57841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442041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559078" y="4869640"/>
              <a:ext cx="117036" cy="57841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676114" y="5200160"/>
              <a:ext cx="117036" cy="24789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793151" y="4621750"/>
              <a:ext cx="117036" cy="8263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756929" y="457077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56929" y="374447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56929" y="291817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56929" y="2091871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2190086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562548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935010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3154546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109" name="tx109"/>
            <p:cNvSpPr/>
            <p:nvPr/>
          </p:nvSpPr>
          <p:spPr>
            <a:xfrm rot="-5400000">
              <a:off x="-151233" y="3731670"/>
              <a:ext cx="1521561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Patients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111" name="rc111"/>
            <p:cNvSpPr/>
            <p:nvPr/>
          </p:nvSpPr>
          <p:spPr>
            <a:xfrm>
              <a:off x="6418965" y="3712717"/>
              <a:ext cx="201455" cy="20145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6418965" y="3932173"/>
              <a:ext cx="201455" cy="20145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994649" y="1688767"/>
              <a:ext cx="2773832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2026-09-28T16:58:02Z</dcterms:modified>
  <cp:category/>
</cp:coreProperties>
</file>