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923856"/>
              <a:ext cx="7090630" cy="1121692"/>
            </a:xfrm>
            <a:custGeom>
              <a:avLst/>
              <a:pathLst>
                <a:path w="7090630" h="1121692">
                  <a:moveTo>
                    <a:pt x="0" y="489032"/>
                  </a:moveTo>
                  <a:lnTo>
                    <a:pt x="71622" y="495596"/>
                  </a:lnTo>
                  <a:lnTo>
                    <a:pt x="143245" y="502123"/>
                  </a:lnTo>
                  <a:lnTo>
                    <a:pt x="214867" y="508612"/>
                  </a:lnTo>
                  <a:lnTo>
                    <a:pt x="286490" y="515064"/>
                  </a:lnTo>
                  <a:lnTo>
                    <a:pt x="358112" y="521478"/>
                  </a:lnTo>
                  <a:lnTo>
                    <a:pt x="429735" y="527855"/>
                  </a:lnTo>
                  <a:lnTo>
                    <a:pt x="501357" y="534196"/>
                  </a:lnTo>
                  <a:lnTo>
                    <a:pt x="572980" y="540499"/>
                  </a:lnTo>
                  <a:lnTo>
                    <a:pt x="644602" y="546767"/>
                  </a:lnTo>
                  <a:lnTo>
                    <a:pt x="716225" y="552998"/>
                  </a:lnTo>
                  <a:lnTo>
                    <a:pt x="787847" y="559193"/>
                  </a:lnTo>
                  <a:lnTo>
                    <a:pt x="859470" y="565352"/>
                  </a:lnTo>
                  <a:lnTo>
                    <a:pt x="931092" y="571476"/>
                  </a:lnTo>
                  <a:lnTo>
                    <a:pt x="1002715" y="577565"/>
                  </a:lnTo>
                  <a:lnTo>
                    <a:pt x="1074337" y="583618"/>
                  </a:lnTo>
                  <a:lnTo>
                    <a:pt x="1145960" y="589636"/>
                  </a:lnTo>
                  <a:lnTo>
                    <a:pt x="1217582" y="595620"/>
                  </a:lnTo>
                  <a:lnTo>
                    <a:pt x="1289205" y="601569"/>
                  </a:lnTo>
                  <a:lnTo>
                    <a:pt x="1360827" y="607483"/>
                  </a:lnTo>
                  <a:lnTo>
                    <a:pt x="1432450" y="613364"/>
                  </a:lnTo>
                  <a:lnTo>
                    <a:pt x="1504073" y="619210"/>
                  </a:lnTo>
                  <a:lnTo>
                    <a:pt x="1575695" y="625023"/>
                  </a:lnTo>
                  <a:lnTo>
                    <a:pt x="1647318" y="630802"/>
                  </a:lnTo>
                  <a:lnTo>
                    <a:pt x="1718940" y="636547"/>
                  </a:lnTo>
                  <a:lnTo>
                    <a:pt x="1790563" y="642260"/>
                  </a:lnTo>
                  <a:lnTo>
                    <a:pt x="1862185" y="647939"/>
                  </a:lnTo>
                  <a:lnTo>
                    <a:pt x="1933808" y="653586"/>
                  </a:lnTo>
                  <a:lnTo>
                    <a:pt x="2005430" y="659200"/>
                  </a:lnTo>
                  <a:lnTo>
                    <a:pt x="2077053" y="664782"/>
                  </a:lnTo>
                  <a:lnTo>
                    <a:pt x="2148675" y="670331"/>
                  </a:lnTo>
                  <a:lnTo>
                    <a:pt x="2220298" y="675848"/>
                  </a:lnTo>
                  <a:lnTo>
                    <a:pt x="2291920" y="681334"/>
                  </a:lnTo>
                  <a:lnTo>
                    <a:pt x="2363543" y="686787"/>
                  </a:lnTo>
                  <a:lnTo>
                    <a:pt x="2435165" y="692210"/>
                  </a:lnTo>
                  <a:lnTo>
                    <a:pt x="2506788" y="697601"/>
                  </a:lnTo>
                  <a:lnTo>
                    <a:pt x="2578410" y="702960"/>
                  </a:lnTo>
                  <a:lnTo>
                    <a:pt x="2650033" y="708289"/>
                  </a:lnTo>
                  <a:lnTo>
                    <a:pt x="2721655" y="713587"/>
                  </a:lnTo>
                  <a:lnTo>
                    <a:pt x="2793278" y="718855"/>
                  </a:lnTo>
                  <a:lnTo>
                    <a:pt x="2864901" y="724092"/>
                  </a:lnTo>
                  <a:lnTo>
                    <a:pt x="2936523" y="729298"/>
                  </a:lnTo>
                  <a:lnTo>
                    <a:pt x="3008146" y="734475"/>
                  </a:lnTo>
                  <a:lnTo>
                    <a:pt x="3079768" y="739622"/>
                  </a:lnTo>
                  <a:lnTo>
                    <a:pt x="3151391" y="744739"/>
                  </a:lnTo>
                  <a:lnTo>
                    <a:pt x="3223013" y="749826"/>
                  </a:lnTo>
                  <a:lnTo>
                    <a:pt x="3294636" y="754884"/>
                  </a:lnTo>
                  <a:lnTo>
                    <a:pt x="3366258" y="746949"/>
                  </a:lnTo>
                  <a:lnTo>
                    <a:pt x="3437881" y="736492"/>
                  </a:lnTo>
                  <a:lnTo>
                    <a:pt x="3509503" y="725911"/>
                  </a:lnTo>
                  <a:lnTo>
                    <a:pt x="3581126" y="715204"/>
                  </a:lnTo>
                  <a:lnTo>
                    <a:pt x="3652748" y="704369"/>
                  </a:lnTo>
                  <a:lnTo>
                    <a:pt x="3724371" y="693405"/>
                  </a:lnTo>
                  <a:lnTo>
                    <a:pt x="3795993" y="682311"/>
                  </a:lnTo>
                  <a:lnTo>
                    <a:pt x="3867616" y="671084"/>
                  </a:lnTo>
                  <a:lnTo>
                    <a:pt x="3939238" y="659724"/>
                  </a:lnTo>
                  <a:lnTo>
                    <a:pt x="4010861" y="648229"/>
                  </a:lnTo>
                  <a:lnTo>
                    <a:pt x="4082483" y="636597"/>
                  </a:lnTo>
                  <a:lnTo>
                    <a:pt x="4154106" y="624826"/>
                  </a:lnTo>
                  <a:lnTo>
                    <a:pt x="4225729" y="612916"/>
                  </a:lnTo>
                  <a:lnTo>
                    <a:pt x="4297351" y="600863"/>
                  </a:lnTo>
                  <a:lnTo>
                    <a:pt x="4368974" y="588667"/>
                  </a:lnTo>
                  <a:lnTo>
                    <a:pt x="4440596" y="576326"/>
                  </a:lnTo>
                  <a:lnTo>
                    <a:pt x="4512219" y="563838"/>
                  </a:lnTo>
                  <a:lnTo>
                    <a:pt x="4583841" y="551201"/>
                  </a:lnTo>
                  <a:lnTo>
                    <a:pt x="4655464" y="538414"/>
                  </a:lnTo>
                  <a:lnTo>
                    <a:pt x="4727086" y="525475"/>
                  </a:lnTo>
                  <a:lnTo>
                    <a:pt x="4798709" y="512381"/>
                  </a:lnTo>
                  <a:lnTo>
                    <a:pt x="4870331" y="499132"/>
                  </a:lnTo>
                  <a:lnTo>
                    <a:pt x="4941954" y="485725"/>
                  </a:lnTo>
                  <a:lnTo>
                    <a:pt x="5013576" y="472159"/>
                  </a:lnTo>
                  <a:lnTo>
                    <a:pt x="5085199" y="458430"/>
                  </a:lnTo>
                  <a:lnTo>
                    <a:pt x="5156821" y="444539"/>
                  </a:lnTo>
                  <a:lnTo>
                    <a:pt x="5228444" y="430482"/>
                  </a:lnTo>
                  <a:lnTo>
                    <a:pt x="5300066" y="416258"/>
                  </a:lnTo>
                  <a:lnTo>
                    <a:pt x="5371689" y="401864"/>
                  </a:lnTo>
                  <a:lnTo>
                    <a:pt x="5443311" y="387299"/>
                  </a:lnTo>
                  <a:lnTo>
                    <a:pt x="5514934" y="372561"/>
                  </a:lnTo>
                  <a:lnTo>
                    <a:pt x="5586557" y="357647"/>
                  </a:lnTo>
                  <a:lnTo>
                    <a:pt x="5658179" y="342556"/>
                  </a:lnTo>
                  <a:lnTo>
                    <a:pt x="5729802" y="327285"/>
                  </a:lnTo>
                  <a:lnTo>
                    <a:pt x="5801424" y="311832"/>
                  </a:lnTo>
                  <a:lnTo>
                    <a:pt x="5873047" y="296196"/>
                  </a:lnTo>
                  <a:lnTo>
                    <a:pt x="5944669" y="280373"/>
                  </a:lnTo>
                  <a:lnTo>
                    <a:pt x="6016292" y="264361"/>
                  </a:lnTo>
                  <a:lnTo>
                    <a:pt x="6087914" y="248160"/>
                  </a:lnTo>
                  <a:lnTo>
                    <a:pt x="6159537" y="231765"/>
                  </a:lnTo>
                  <a:lnTo>
                    <a:pt x="6231159" y="215175"/>
                  </a:lnTo>
                  <a:lnTo>
                    <a:pt x="6302782" y="198388"/>
                  </a:lnTo>
                  <a:lnTo>
                    <a:pt x="6374404" y="181401"/>
                  </a:lnTo>
                  <a:lnTo>
                    <a:pt x="6446027" y="164211"/>
                  </a:lnTo>
                  <a:lnTo>
                    <a:pt x="6517649" y="146817"/>
                  </a:lnTo>
                  <a:lnTo>
                    <a:pt x="6589272" y="129216"/>
                  </a:lnTo>
                  <a:lnTo>
                    <a:pt x="6660894" y="111405"/>
                  </a:lnTo>
                  <a:lnTo>
                    <a:pt x="6732517" y="93383"/>
                  </a:lnTo>
                  <a:lnTo>
                    <a:pt x="6804139" y="75145"/>
                  </a:lnTo>
                  <a:lnTo>
                    <a:pt x="6875762" y="56691"/>
                  </a:lnTo>
                  <a:lnTo>
                    <a:pt x="6947385" y="38017"/>
                  </a:lnTo>
                  <a:lnTo>
                    <a:pt x="7019007" y="19121"/>
                  </a:lnTo>
                  <a:lnTo>
                    <a:pt x="7090630" y="0"/>
                  </a:lnTo>
                  <a:lnTo>
                    <a:pt x="7090630" y="985041"/>
                  </a:lnTo>
                  <a:lnTo>
                    <a:pt x="7019007" y="981321"/>
                  </a:lnTo>
                  <a:lnTo>
                    <a:pt x="6947385" y="977578"/>
                  </a:lnTo>
                  <a:lnTo>
                    <a:pt x="6875762" y="973814"/>
                  </a:lnTo>
                  <a:lnTo>
                    <a:pt x="6804139" y="970028"/>
                  </a:lnTo>
                  <a:lnTo>
                    <a:pt x="6732517" y="966220"/>
                  </a:lnTo>
                  <a:lnTo>
                    <a:pt x="6660894" y="962390"/>
                  </a:lnTo>
                  <a:lnTo>
                    <a:pt x="6589272" y="958538"/>
                  </a:lnTo>
                  <a:lnTo>
                    <a:pt x="6517649" y="954663"/>
                  </a:lnTo>
                  <a:lnTo>
                    <a:pt x="6446027" y="950766"/>
                  </a:lnTo>
                  <a:lnTo>
                    <a:pt x="6374404" y="946846"/>
                  </a:lnTo>
                  <a:lnTo>
                    <a:pt x="6302782" y="942904"/>
                  </a:lnTo>
                  <a:lnTo>
                    <a:pt x="6231159" y="938938"/>
                  </a:lnTo>
                  <a:lnTo>
                    <a:pt x="6159537" y="934950"/>
                  </a:lnTo>
                  <a:lnTo>
                    <a:pt x="6087914" y="930938"/>
                  </a:lnTo>
                  <a:lnTo>
                    <a:pt x="6016292" y="926903"/>
                  </a:lnTo>
                  <a:lnTo>
                    <a:pt x="5944669" y="922844"/>
                  </a:lnTo>
                  <a:lnTo>
                    <a:pt x="5873047" y="918762"/>
                  </a:lnTo>
                  <a:lnTo>
                    <a:pt x="5801424" y="914657"/>
                  </a:lnTo>
                  <a:lnTo>
                    <a:pt x="5729802" y="910527"/>
                  </a:lnTo>
                  <a:lnTo>
                    <a:pt x="5658179" y="906373"/>
                  </a:lnTo>
                  <a:lnTo>
                    <a:pt x="5586557" y="902196"/>
                  </a:lnTo>
                  <a:lnTo>
                    <a:pt x="5514934" y="897993"/>
                  </a:lnTo>
                  <a:lnTo>
                    <a:pt x="5443311" y="893767"/>
                  </a:lnTo>
                  <a:lnTo>
                    <a:pt x="5371689" y="889516"/>
                  </a:lnTo>
                  <a:lnTo>
                    <a:pt x="5300066" y="885240"/>
                  </a:lnTo>
                  <a:lnTo>
                    <a:pt x="5228444" y="880940"/>
                  </a:lnTo>
                  <a:lnTo>
                    <a:pt x="5156821" y="876614"/>
                  </a:lnTo>
                  <a:lnTo>
                    <a:pt x="5085199" y="872263"/>
                  </a:lnTo>
                  <a:lnTo>
                    <a:pt x="5013576" y="867887"/>
                  </a:lnTo>
                  <a:lnTo>
                    <a:pt x="4941954" y="863486"/>
                  </a:lnTo>
                  <a:lnTo>
                    <a:pt x="4870331" y="859059"/>
                  </a:lnTo>
                  <a:lnTo>
                    <a:pt x="4798709" y="854606"/>
                  </a:lnTo>
                  <a:lnTo>
                    <a:pt x="4727086" y="850128"/>
                  </a:lnTo>
                  <a:lnTo>
                    <a:pt x="4655464" y="845623"/>
                  </a:lnTo>
                  <a:lnTo>
                    <a:pt x="4583841" y="841092"/>
                  </a:lnTo>
                  <a:lnTo>
                    <a:pt x="4512219" y="836535"/>
                  </a:lnTo>
                  <a:lnTo>
                    <a:pt x="4440596" y="831951"/>
                  </a:lnTo>
                  <a:lnTo>
                    <a:pt x="4368974" y="827341"/>
                  </a:lnTo>
                  <a:lnTo>
                    <a:pt x="4297351" y="822704"/>
                  </a:lnTo>
                  <a:lnTo>
                    <a:pt x="4225729" y="818040"/>
                  </a:lnTo>
                  <a:lnTo>
                    <a:pt x="4154106" y="813349"/>
                  </a:lnTo>
                  <a:lnTo>
                    <a:pt x="4082483" y="808631"/>
                  </a:lnTo>
                  <a:lnTo>
                    <a:pt x="4010861" y="803885"/>
                  </a:lnTo>
                  <a:lnTo>
                    <a:pt x="3939238" y="799112"/>
                  </a:lnTo>
                  <a:lnTo>
                    <a:pt x="3867616" y="794311"/>
                  </a:lnTo>
                  <a:lnTo>
                    <a:pt x="3795993" y="789482"/>
                  </a:lnTo>
                  <a:lnTo>
                    <a:pt x="3724371" y="784625"/>
                  </a:lnTo>
                  <a:lnTo>
                    <a:pt x="3652748" y="779740"/>
                  </a:lnTo>
                  <a:lnTo>
                    <a:pt x="3581126" y="774826"/>
                  </a:lnTo>
                  <a:lnTo>
                    <a:pt x="3509503" y="769884"/>
                  </a:lnTo>
                  <a:lnTo>
                    <a:pt x="3437881" y="764913"/>
                  </a:lnTo>
                  <a:lnTo>
                    <a:pt x="3366258" y="759913"/>
                  </a:lnTo>
                  <a:lnTo>
                    <a:pt x="3294636" y="757283"/>
                  </a:lnTo>
                  <a:lnTo>
                    <a:pt x="3223013" y="767495"/>
                  </a:lnTo>
                  <a:lnTo>
                    <a:pt x="3151391" y="777587"/>
                  </a:lnTo>
                  <a:lnTo>
                    <a:pt x="3079768" y="787561"/>
                  </a:lnTo>
                  <a:lnTo>
                    <a:pt x="3008146" y="797417"/>
                  </a:lnTo>
                  <a:lnTo>
                    <a:pt x="2936523" y="807157"/>
                  </a:lnTo>
                  <a:lnTo>
                    <a:pt x="2864901" y="816783"/>
                  </a:lnTo>
                  <a:lnTo>
                    <a:pt x="2793278" y="826295"/>
                  </a:lnTo>
                  <a:lnTo>
                    <a:pt x="2721655" y="835695"/>
                  </a:lnTo>
                  <a:lnTo>
                    <a:pt x="2650033" y="844985"/>
                  </a:lnTo>
                  <a:lnTo>
                    <a:pt x="2578410" y="854166"/>
                  </a:lnTo>
                  <a:lnTo>
                    <a:pt x="2506788" y="863238"/>
                  </a:lnTo>
                  <a:lnTo>
                    <a:pt x="2435165" y="872204"/>
                  </a:lnTo>
                  <a:lnTo>
                    <a:pt x="2363543" y="881064"/>
                  </a:lnTo>
                  <a:lnTo>
                    <a:pt x="2291920" y="889820"/>
                  </a:lnTo>
                  <a:lnTo>
                    <a:pt x="2220298" y="898473"/>
                  </a:lnTo>
                  <a:lnTo>
                    <a:pt x="2148675" y="907025"/>
                  </a:lnTo>
                  <a:lnTo>
                    <a:pt x="2077053" y="915475"/>
                  </a:lnTo>
                  <a:lnTo>
                    <a:pt x="2005430" y="923827"/>
                  </a:lnTo>
                  <a:lnTo>
                    <a:pt x="1933808" y="932080"/>
                  </a:lnTo>
                  <a:lnTo>
                    <a:pt x="1862185" y="940236"/>
                  </a:lnTo>
                  <a:lnTo>
                    <a:pt x="1790563" y="948295"/>
                  </a:lnTo>
                  <a:lnTo>
                    <a:pt x="1718940" y="956261"/>
                  </a:lnTo>
                  <a:lnTo>
                    <a:pt x="1647318" y="964132"/>
                  </a:lnTo>
                  <a:lnTo>
                    <a:pt x="1575695" y="971911"/>
                  </a:lnTo>
                  <a:lnTo>
                    <a:pt x="1504073" y="979598"/>
                  </a:lnTo>
                  <a:lnTo>
                    <a:pt x="1432450" y="987195"/>
                  </a:lnTo>
                  <a:lnTo>
                    <a:pt x="1360827" y="994703"/>
                  </a:lnTo>
                  <a:lnTo>
                    <a:pt x="1289205" y="1002122"/>
                  </a:lnTo>
                  <a:lnTo>
                    <a:pt x="1217582" y="1009454"/>
                  </a:lnTo>
                  <a:lnTo>
                    <a:pt x="1145960" y="1016699"/>
                  </a:lnTo>
                  <a:lnTo>
                    <a:pt x="1074337" y="1023860"/>
                  </a:lnTo>
                  <a:lnTo>
                    <a:pt x="1002715" y="1030936"/>
                  </a:lnTo>
                  <a:lnTo>
                    <a:pt x="931092" y="1037929"/>
                  </a:lnTo>
                  <a:lnTo>
                    <a:pt x="859470" y="1044840"/>
                  </a:lnTo>
                  <a:lnTo>
                    <a:pt x="787847" y="1051669"/>
                  </a:lnTo>
                  <a:lnTo>
                    <a:pt x="716225" y="1058418"/>
                  </a:lnTo>
                  <a:lnTo>
                    <a:pt x="644602" y="1065088"/>
                  </a:lnTo>
                  <a:lnTo>
                    <a:pt x="572980" y="1071679"/>
                  </a:lnTo>
                  <a:lnTo>
                    <a:pt x="501357" y="1078192"/>
                  </a:lnTo>
                  <a:lnTo>
                    <a:pt x="429735" y="1084629"/>
                  </a:lnTo>
                  <a:lnTo>
                    <a:pt x="358112" y="1090991"/>
                  </a:lnTo>
                  <a:lnTo>
                    <a:pt x="286490" y="1097277"/>
                  </a:lnTo>
                  <a:lnTo>
                    <a:pt x="214867" y="1103489"/>
                  </a:lnTo>
                  <a:lnTo>
                    <a:pt x="143245" y="1109629"/>
                  </a:lnTo>
                  <a:lnTo>
                    <a:pt x="71622" y="1115696"/>
                  </a:lnTo>
                  <a:lnTo>
                    <a:pt x="0" y="112169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923856"/>
              <a:ext cx="7090630" cy="754884"/>
            </a:xfrm>
            <a:custGeom>
              <a:avLst/>
              <a:pathLst>
                <a:path w="7090630" h="754884">
                  <a:moveTo>
                    <a:pt x="0" y="489032"/>
                  </a:moveTo>
                  <a:lnTo>
                    <a:pt x="71622" y="495596"/>
                  </a:lnTo>
                  <a:lnTo>
                    <a:pt x="143245" y="502123"/>
                  </a:lnTo>
                  <a:lnTo>
                    <a:pt x="214867" y="508612"/>
                  </a:lnTo>
                  <a:lnTo>
                    <a:pt x="286490" y="515064"/>
                  </a:lnTo>
                  <a:lnTo>
                    <a:pt x="358112" y="521478"/>
                  </a:lnTo>
                  <a:lnTo>
                    <a:pt x="429735" y="527855"/>
                  </a:lnTo>
                  <a:lnTo>
                    <a:pt x="501357" y="534196"/>
                  </a:lnTo>
                  <a:lnTo>
                    <a:pt x="572980" y="540499"/>
                  </a:lnTo>
                  <a:lnTo>
                    <a:pt x="644602" y="546767"/>
                  </a:lnTo>
                  <a:lnTo>
                    <a:pt x="716225" y="552998"/>
                  </a:lnTo>
                  <a:lnTo>
                    <a:pt x="787847" y="559193"/>
                  </a:lnTo>
                  <a:lnTo>
                    <a:pt x="859470" y="565352"/>
                  </a:lnTo>
                  <a:lnTo>
                    <a:pt x="931092" y="571476"/>
                  </a:lnTo>
                  <a:lnTo>
                    <a:pt x="1002715" y="577565"/>
                  </a:lnTo>
                  <a:lnTo>
                    <a:pt x="1074337" y="583618"/>
                  </a:lnTo>
                  <a:lnTo>
                    <a:pt x="1145960" y="589636"/>
                  </a:lnTo>
                  <a:lnTo>
                    <a:pt x="1217582" y="595620"/>
                  </a:lnTo>
                  <a:lnTo>
                    <a:pt x="1289205" y="601569"/>
                  </a:lnTo>
                  <a:lnTo>
                    <a:pt x="1360827" y="607483"/>
                  </a:lnTo>
                  <a:lnTo>
                    <a:pt x="1432450" y="613364"/>
                  </a:lnTo>
                  <a:lnTo>
                    <a:pt x="1504073" y="619210"/>
                  </a:lnTo>
                  <a:lnTo>
                    <a:pt x="1575695" y="625023"/>
                  </a:lnTo>
                  <a:lnTo>
                    <a:pt x="1647318" y="630802"/>
                  </a:lnTo>
                  <a:lnTo>
                    <a:pt x="1718940" y="636547"/>
                  </a:lnTo>
                  <a:lnTo>
                    <a:pt x="1790563" y="642260"/>
                  </a:lnTo>
                  <a:lnTo>
                    <a:pt x="1862185" y="647939"/>
                  </a:lnTo>
                  <a:lnTo>
                    <a:pt x="1933808" y="653586"/>
                  </a:lnTo>
                  <a:lnTo>
                    <a:pt x="2005430" y="659200"/>
                  </a:lnTo>
                  <a:lnTo>
                    <a:pt x="2077053" y="664782"/>
                  </a:lnTo>
                  <a:lnTo>
                    <a:pt x="2148675" y="670331"/>
                  </a:lnTo>
                  <a:lnTo>
                    <a:pt x="2220298" y="675848"/>
                  </a:lnTo>
                  <a:lnTo>
                    <a:pt x="2291920" y="681334"/>
                  </a:lnTo>
                  <a:lnTo>
                    <a:pt x="2363543" y="686787"/>
                  </a:lnTo>
                  <a:lnTo>
                    <a:pt x="2435165" y="692210"/>
                  </a:lnTo>
                  <a:lnTo>
                    <a:pt x="2506788" y="697601"/>
                  </a:lnTo>
                  <a:lnTo>
                    <a:pt x="2578410" y="702960"/>
                  </a:lnTo>
                  <a:lnTo>
                    <a:pt x="2650033" y="708289"/>
                  </a:lnTo>
                  <a:lnTo>
                    <a:pt x="2721655" y="713587"/>
                  </a:lnTo>
                  <a:lnTo>
                    <a:pt x="2793278" y="718855"/>
                  </a:lnTo>
                  <a:lnTo>
                    <a:pt x="2864901" y="724092"/>
                  </a:lnTo>
                  <a:lnTo>
                    <a:pt x="2936523" y="729298"/>
                  </a:lnTo>
                  <a:lnTo>
                    <a:pt x="3008146" y="734475"/>
                  </a:lnTo>
                  <a:lnTo>
                    <a:pt x="3079768" y="739622"/>
                  </a:lnTo>
                  <a:lnTo>
                    <a:pt x="3151391" y="744739"/>
                  </a:lnTo>
                  <a:lnTo>
                    <a:pt x="3223013" y="749826"/>
                  </a:lnTo>
                  <a:lnTo>
                    <a:pt x="3294636" y="754884"/>
                  </a:lnTo>
                  <a:lnTo>
                    <a:pt x="3366258" y="746949"/>
                  </a:lnTo>
                  <a:lnTo>
                    <a:pt x="3437881" y="736492"/>
                  </a:lnTo>
                  <a:lnTo>
                    <a:pt x="3509503" y="725911"/>
                  </a:lnTo>
                  <a:lnTo>
                    <a:pt x="3581126" y="715204"/>
                  </a:lnTo>
                  <a:lnTo>
                    <a:pt x="3652748" y="704369"/>
                  </a:lnTo>
                  <a:lnTo>
                    <a:pt x="3724371" y="693405"/>
                  </a:lnTo>
                  <a:lnTo>
                    <a:pt x="3795993" y="682311"/>
                  </a:lnTo>
                  <a:lnTo>
                    <a:pt x="3867616" y="671084"/>
                  </a:lnTo>
                  <a:lnTo>
                    <a:pt x="3939238" y="659724"/>
                  </a:lnTo>
                  <a:lnTo>
                    <a:pt x="4010861" y="648229"/>
                  </a:lnTo>
                  <a:lnTo>
                    <a:pt x="4082483" y="636597"/>
                  </a:lnTo>
                  <a:lnTo>
                    <a:pt x="4154106" y="624826"/>
                  </a:lnTo>
                  <a:lnTo>
                    <a:pt x="4225729" y="612916"/>
                  </a:lnTo>
                  <a:lnTo>
                    <a:pt x="4297351" y="600863"/>
                  </a:lnTo>
                  <a:lnTo>
                    <a:pt x="4368974" y="588667"/>
                  </a:lnTo>
                  <a:lnTo>
                    <a:pt x="4440596" y="576326"/>
                  </a:lnTo>
                  <a:lnTo>
                    <a:pt x="4512219" y="563838"/>
                  </a:lnTo>
                  <a:lnTo>
                    <a:pt x="4583841" y="551201"/>
                  </a:lnTo>
                  <a:lnTo>
                    <a:pt x="4655464" y="538414"/>
                  </a:lnTo>
                  <a:lnTo>
                    <a:pt x="4727086" y="525475"/>
                  </a:lnTo>
                  <a:lnTo>
                    <a:pt x="4798709" y="512381"/>
                  </a:lnTo>
                  <a:lnTo>
                    <a:pt x="4870331" y="499132"/>
                  </a:lnTo>
                  <a:lnTo>
                    <a:pt x="4941954" y="485725"/>
                  </a:lnTo>
                  <a:lnTo>
                    <a:pt x="5013576" y="472159"/>
                  </a:lnTo>
                  <a:lnTo>
                    <a:pt x="5085199" y="458430"/>
                  </a:lnTo>
                  <a:lnTo>
                    <a:pt x="5156821" y="444539"/>
                  </a:lnTo>
                  <a:lnTo>
                    <a:pt x="5228444" y="430482"/>
                  </a:lnTo>
                  <a:lnTo>
                    <a:pt x="5300066" y="416258"/>
                  </a:lnTo>
                  <a:lnTo>
                    <a:pt x="5371689" y="401864"/>
                  </a:lnTo>
                  <a:lnTo>
                    <a:pt x="5443311" y="387299"/>
                  </a:lnTo>
                  <a:lnTo>
                    <a:pt x="5514934" y="372561"/>
                  </a:lnTo>
                  <a:lnTo>
                    <a:pt x="5586557" y="357647"/>
                  </a:lnTo>
                  <a:lnTo>
                    <a:pt x="5658179" y="342556"/>
                  </a:lnTo>
                  <a:lnTo>
                    <a:pt x="5729802" y="327285"/>
                  </a:lnTo>
                  <a:lnTo>
                    <a:pt x="5801424" y="311832"/>
                  </a:lnTo>
                  <a:lnTo>
                    <a:pt x="5873047" y="296196"/>
                  </a:lnTo>
                  <a:lnTo>
                    <a:pt x="5944669" y="280373"/>
                  </a:lnTo>
                  <a:lnTo>
                    <a:pt x="6016292" y="264361"/>
                  </a:lnTo>
                  <a:lnTo>
                    <a:pt x="6087914" y="248160"/>
                  </a:lnTo>
                  <a:lnTo>
                    <a:pt x="6159537" y="231765"/>
                  </a:lnTo>
                  <a:lnTo>
                    <a:pt x="6231159" y="215175"/>
                  </a:lnTo>
                  <a:lnTo>
                    <a:pt x="6302782" y="198388"/>
                  </a:lnTo>
                  <a:lnTo>
                    <a:pt x="6374404" y="181401"/>
                  </a:lnTo>
                  <a:lnTo>
                    <a:pt x="6446027" y="164211"/>
                  </a:lnTo>
                  <a:lnTo>
                    <a:pt x="6517649" y="146817"/>
                  </a:lnTo>
                  <a:lnTo>
                    <a:pt x="6589272" y="129216"/>
                  </a:lnTo>
                  <a:lnTo>
                    <a:pt x="6660894" y="111405"/>
                  </a:lnTo>
                  <a:lnTo>
                    <a:pt x="6732517" y="93383"/>
                  </a:lnTo>
                  <a:lnTo>
                    <a:pt x="6804139" y="75145"/>
                  </a:lnTo>
                  <a:lnTo>
                    <a:pt x="6875762" y="56691"/>
                  </a:lnTo>
                  <a:lnTo>
                    <a:pt x="6947385" y="38017"/>
                  </a:lnTo>
                  <a:lnTo>
                    <a:pt x="7019007" y="19121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1139"/>
              <a:ext cx="7090630" cy="364408"/>
            </a:xfrm>
            <a:custGeom>
              <a:avLst/>
              <a:pathLst>
                <a:path w="7090630" h="364408">
                  <a:moveTo>
                    <a:pt x="7090630" y="227758"/>
                  </a:moveTo>
                  <a:lnTo>
                    <a:pt x="7019007" y="224037"/>
                  </a:lnTo>
                  <a:lnTo>
                    <a:pt x="6947385" y="220295"/>
                  </a:lnTo>
                  <a:lnTo>
                    <a:pt x="6875762" y="216531"/>
                  </a:lnTo>
                  <a:lnTo>
                    <a:pt x="6804139" y="212745"/>
                  </a:lnTo>
                  <a:lnTo>
                    <a:pt x="6732517" y="208937"/>
                  </a:lnTo>
                  <a:lnTo>
                    <a:pt x="6660894" y="205107"/>
                  </a:lnTo>
                  <a:lnTo>
                    <a:pt x="6589272" y="201255"/>
                  </a:lnTo>
                  <a:lnTo>
                    <a:pt x="6517649" y="197380"/>
                  </a:lnTo>
                  <a:lnTo>
                    <a:pt x="6446027" y="193483"/>
                  </a:lnTo>
                  <a:lnTo>
                    <a:pt x="6374404" y="189563"/>
                  </a:lnTo>
                  <a:lnTo>
                    <a:pt x="6302782" y="185620"/>
                  </a:lnTo>
                  <a:lnTo>
                    <a:pt x="6231159" y="181655"/>
                  </a:lnTo>
                  <a:lnTo>
                    <a:pt x="6159537" y="177666"/>
                  </a:lnTo>
                  <a:lnTo>
                    <a:pt x="6087914" y="173655"/>
                  </a:lnTo>
                  <a:lnTo>
                    <a:pt x="6016292" y="169620"/>
                  </a:lnTo>
                  <a:lnTo>
                    <a:pt x="5944669" y="165561"/>
                  </a:lnTo>
                  <a:lnTo>
                    <a:pt x="5873047" y="161479"/>
                  </a:lnTo>
                  <a:lnTo>
                    <a:pt x="5801424" y="157373"/>
                  </a:lnTo>
                  <a:lnTo>
                    <a:pt x="5729802" y="153243"/>
                  </a:lnTo>
                  <a:lnTo>
                    <a:pt x="5658179" y="149090"/>
                  </a:lnTo>
                  <a:lnTo>
                    <a:pt x="5586557" y="144912"/>
                  </a:lnTo>
                  <a:lnTo>
                    <a:pt x="5514934" y="140710"/>
                  </a:lnTo>
                  <a:lnTo>
                    <a:pt x="5443311" y="136484"/>
                  </a:lnTo>
                  <a:lnTo>
                    <a:pt x="5371689" y="132232"/>
                  </a:lnTo>
                  <a:lnTo>
                    <a:pt x="5300066" y="127957"/>
                  </a:lnTo>
                  <a:lnTo>
                    <a:pt x="5228444" y="123656"/>
                  </a:lnTo>
                  <a:lnTo>
                    <a:pt x="5156821" y="119331"/>
                  </a:lnTo>
                  <a:lnTo>
                    <a:pt x="5085199" y="114980"/>
                  </a:lnTo>
                  <a:lnTo>
                    <a:pt x="5013576" y="110604"/>
                  </a:lnTo>
                  <a:lnTo>
                    <a:pt x="4941954" y="106202"/>
                  </a:lnTo>
                  <a:lnTo>
                    <a:pt x="4870331" y="101775"/>
                  </a:lnTo>
                  <a:lnTo>
                    <a:pt x="4798709" y="97323"/>
                  </a:lnTo>
                  <a:lnTo>
                    <a:pt x="4727086" y="92844"/>
                  </a:lnTo>
                  <a:lnTo>
                    <a:pt x="4655464" y="88340"/>
                  </a:lnTo>
                  <a:lnTo>
                    <a:pt x="4583841" y="83809"/>
                  </a:lnTo>
                  <a:lnTo>
                    <a:pt x="4512219" y="79252"/>
                  </a:lnTo>
                  <a:lnTo>
                    <a:pt x="4440596" y="74668"/>
                  </a:lnTo>
                  <a:lnTo>
                    <a:pt x="4368974" y="70058"/>
                  </a:lnTo>
                  <a:lnTo>
                    <a:pt x="4297351" y="65421"/>
                  </a:lnTo>
                  <a:lnTo>
                    <a:pt x="4225729" y="60757"/>
                  </a:lnTo>
                  <a:lnTo>
                    <a:pt x="4154106" y="56066"/>
                  </a:lnTo>
                  <a:lnTo>
                    <a:pt x="4082483" y="51347"/>
                  </a:lnTo>
                  <a:lnTo>
                    <a:pt x="4010861" y="46602"/>
                  </a:lnTo>
                  <a:lnTo>
                    <a:pt x="3939238" y="41828"/>
                  </a:lnTo>
                  <a:lnTo>
                    <a:pt x="3867616" y="37027"/>
                  </a:lnTo>
                  <a:lnTo>
                    <a:pt x="3795993" y="32198"/>
                  </a:lnTo>
                  <a:lnTo>
                    <a:pt x="3724371" y="27341"/>
                  </a:lnTo>
                  <a:lnTo>
                    <a:pt x="3652748" y="22456"/>
                  </a:lnTo>
                  <a:lnTo>
                    <a:pt x="3581126" y="17542"/>
                  </a:lnTo>
                  <a:lnTo>
                    <a:pt x="3509503" y="12600"/>
                  </a:lnTo>
                  <a:lnTo>
                    <a:pt x="3437881" y="7629"/>
                  </a:lnTo>
                  <a:lnTo>
                    <a:pt x="3366258" y="2630"/>
                  </a:lnTo>
                  <a:lnTo>
                    <a:pt x="3294636" y="0"/>
                  </a:lnTo>
                  <a:lnTo>
                    <a:pt x="3223013" y="10212"/>
                  </a:lnTo>
                  <a:lnTo>
                    <a:pt x="3151391" y="20304"/>
                  </a:lnTo>
                  <a:lnTo>
                    <a:pt x="3079768" y="30277"/>
                  </a:lnTo>
                  <a:lnTo>
                    <a:pt x="3008146" y="40133"/>
                  </a:lnTo>
                  <a:lnTo>
                    <a:pt x="2936523" y="49874"/>
                  </a:lnTo>
                  <a:lnTo>
                    <a:pt x="2864901" y="59499"/>
                  </a:lnTo>
                  <a:lnTo>
                    <a:pt x="2793278" y="69011"/>
                  </a:lnTo>
                  <a:lnTo>
                    <a:pt x="2721655" y="78412"/>
                  </a:lnTo>
                  <a:lnTo>
                    <a:pt x="2650033" y="87702"/>
                  </a:lnTo>
                  <a:lnTo>
                    <a:pt x="2578410" y="96882"/>
                  </a:lnTo>
                  <a:lnTo>
                    <a:pt x="2506788" y="105955"/>
                  </a:lnTo>
                  <a:lnTo>
                    <a:pt x="2435165" y="114920"/>
                  </a:lnTo>
                  <a:lnTo>
                    <a:pt x="2363543" y="123781"/>
                  </a:lnTo>
                  <a:lnTo>
                    <a:pt x="2291920" y="132537"/>
                  </a:lnTo>
                  <a:lnTo>
                    <a:pt x="2220298" y="141190"/>
                  </a:lnTo>
                  <a:lnTo>
                    <a:pt x="2148675" y="149741"/>
                  </a:lnTo>
                  <a:lnTo>
                    <a:pt x="2077053" y="158192"/>
                  </a:lnTo>
                  <a:lnTo>
                    <a:pt x="2005430" y="166543"/>
                  </a:lnTo>
                  <a:lnTo>
                    <a:pt x="1933808" y="174796"/>
                  </a:lnTo>
                  <a:lnTo>
                    <a:pt x="1862185" y="182952"/>
                  </a:lnTo>
                  <a:lnTo>
                    <a:pt x="1790563" y="191012"/>
                  </a:lnTo>
                  <a:lnTo>
                    <a:pt x="1718940" y="198977"/>
                  </a:lnTo>
                  <a:lnTo>
                    <a:pt x="1647318" y="206849"/>
                  </a:lnTo>
                  <a:lnTo>
                    <a:pt x="1575695" y="214627"/>
                  </a:lnTo>
                  <a:lnTo>
                    <a:pt x="1504073" y="222315"/>
                  </a:lnTo>
                  <a:lnTo>
                    <a:pt x="1432450" y="229912"/>
                  </a:lnTo>
                  <a:lnTo>
                    <a:pt x="1360827" y="237419"/>
                  </a:lnTo>
                  <a:lnTo>
                    <a:pt x="1289205" y="244838"/>
                  </a:lnTo>
                  <a:lnTo>
                    <a:pt x="1217582" y="252170"/>
                  </a:lnTo>
                  <a:lnTo>
                    <a:pt x="1145960" y="259416"/>
                  </a:lnTo>
                  <a:lnTo>
                    <a:pt x="1074337" y="266576"/>
                  </a:lnTo>
                  <a:lnTo>
                    <a:pt x="1002715" y="273652"/>
                  </a:lnTo>
                  <a:lnTo>
                    <a:pt x="931092" y="280645"/>
                  </a:lnTo>
                  <a:lnTo>
                    <a:pt x="859470" y="287556"/>
                  </a:lnTo>
                  <a:lnTo>
                    <a:pt x="787847" y="294385"/>
                  </a:lnTo>
                  <a:lnTo>
                    <a:pt x="716225" y="301134"/>
                  </a:lnTo>
                  <a:lnTo>
                    <a:pt x="644602" y="307804"/>
                  </a:lnTo>
                  <a:lnTo>
                    <a:pt x="572980" y="314395"/>
                  </a:lnTo>
                  <a:lnTo>
                    <a:pt x="501357" y="320909"/>
                  </a:lnTo>
                  <a:lnTo>
                    <a:pt x="429735" y="327346"/>
                  </a:lnTo>
                  <a:lnTo>
                    <a:pt x="358112" y="333707"/>
                  </a:lnTo>
                  <a:lnTo>
                    <a:pt x="286490" y="339993"/>
                  </a:lnTo>
                  <a:lnTo>
                    <a:pt x="214867" y="346206"/>
                  </a:lnTo>
                  <a:lnTo>
                    <a:pt x="143245" y="352345"/>
                  </a:lnTo>
                  <a:lnTo>
                    <a:pt x="71622" y="358412"/>
                  </a:lnTo>
                  <a:lnTo>
                    <a:pt x="0" y="3644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529046"/>
              <a:ext cx="7090630" cy="263644"/>
            </a:xfrm>
            <a:custGeom>
              <a:avLst/>
              <a:pathLst>
                <a:path w="7090630" h="263644">
                  <a:moveTo>
                    <a:pt x="0" y="263644"/>
                  </a:moveTo>
                  <a:lnTo>
                    <a:pt x="71622" y="261355"/>
                  </a:lnTo>
                  <a:lnTo>
                    <a:pt x="143245" y="259060"/>
                  </a:lnTo>
                  <a:lnTo>
                    <a:pt x="214867" y="256758"/>
                  </a:lnTo>
                  <a:lnTo>
                    <a:pt x="286490" y="254449"/>
                  </a:lnTo>
                  <a:lnTo>
                    <a:pt x="358112" y="252133"/>
                  </a:lnTo>
                  <a:lnTo>
                    <a:pt x="429735" y="249810"/>
                  </a:lnTo>
                  <a:lnTo>
                    <a:pt x="501357" y="247480"/>
                  </a:lnTo>
                  <a:lnTo>
                    <a:pt x="572980" y="245143"/>
                  </a:lnTo>
                  <a:lnTo>
                    <a:pt x="644602" y="242799"/>
                  </a:lnTo>
                  <a:lnTo>
                    <a:pt x="716225" y="240447"/>
                  </a:lnTo>
                  <a:lnTo>
                    <a:pt x="787847" y="238089"/>
                  </a:lnTo>
                  <a:lnTo>
                    <a:pt x="859470" y="235724"/>
                  </a:lnTo>
                  <a:lnTo>
                    <a:pt x="931092" y="233351"/>
                  </a:lnTo>
                  <a:lnTo>
                    <a:pt x="1002715" y="230971"/>
                  </a:lnTo>
                  <a:lnTo>
                    <a:pt x="1074337" y="228584"/>
                  </a:lnTo>
                  <a:lnTo>
                    <a:pt x="1145960" y="226190"/>
                  </a:lnTo>
                  <a:lnTo>
                    <a:pt x="1217582" y="223788"/>
                  </a:lnTo>
                  <a:lnTo>
                    <a:pt x="1289205" y="221379"/>
                  </a:lnTo>
                  <a:lnTo>
                    <a:pt x="1360827" y="218963"/>
                  </a:lnTo>
                  <a:lnTo>
                    <a:pt x="1432450" y="216540"/>
                  </a:lnTo>
                  <a:lnTo>
                    <a:pt x="1504073" y="214109"/>
                  </a:lnTo>
                  <a:lnTo>
                    <a:pt x="1575695" y="211671"/>
                  </a:lnTo>
                  <a:lnTo>
                    <a:pt x="1647318" y="209226"/>
                  </a:lnTo>
                  <a:lnTo>
                    <a:pt x="1718940" y="206773"/>
                  </a:lnTo>
                  <a:lnTo>
                    <a:pt x="1790563" y="204313"/>
                  </a:lnTo>
                  <a:lnTo>
                    <a:pt x="1862185" y="201845"/>
                  </a:lnTo>
                  <a:lnTo>
                    <a:pt x="1933808" y="199370"/>
                  </a:lnTo>
                  <a:lnTo>
                    <a:pt x="2005430" y="196887"/>
                  </a:lnTo>
                  <a:lnTo>
                    <a:pt x="2077053" y="194397"/>
                  </a:lnTo>
                  <a:lnTo>
                    <a:pt x="2148675" y="191900"/>
                  </a:lnTo>
                  <a:lnTo>
                    <a:pt x="2220298" y="189394"/>
                  </a:lnTo>
                  <a:lnTo>
                    <a:pt x="2291920" y="186882"/>
                  </a:lnTo>
                  <a:lnTo>
                    <a:pt x="2363543" y="184361"/>
                  </a:lnTo>
                  <a:lnTo>
                    <a:pt x="2435165" y="181833"/>
                  </a:lnTo>
                  <a:lnTo>
                    <a:pt x="2506788" y="179297"/>
                  </a:lnTo>
                  <a:lnTo>
                    <a:pt x="2578410" y="176754"/>
                  </a:lnTo>
                  <a:lnTo>
                    <a:pt x="2650033" y="174203"/>
                  </a:lnTo>
                  <a:lnTo>
                    <a:pt x="2721655" y="171644"/>
                  </a:lnTo>
                  <a:lnTo>
                    <a:pt x="2793278" y="169078"/>
                  </a:lnTo>
                  <a:lnTo>
                    <a:pt x="2864901" y="166504"/>
                  </a:lnTo>
                  <a:lnTo>
                    <a:pt x="2936523" y="163922"/>
                  </a:lnTo>
                  <a:lnTo>
                    <a:pt x="3008146" y="161332"/>
                  </a:lnTo>
                  <a:lnTo>
                    <a:pt x="3079768" y="158734"/>
                  </a:lnTo>
                  <a:lnTo>
                    <a:pt x="3151391" y="156129"/>
                  </a:lnTo>
                  <a:lnTo>
                    <a:pt x="3223013" y="153515"/>
                  </a:lnTo>
                  <a:lnTo>
                    <a:pt x="3294636" y="150894"/>
                  </a:lnTo>
                  <a:lnTo>
                    <a:pt x="3366258" y="148265"/>
                  </a:lnTo>
                  <a:lnTo>
                    <a:pt x="3437881" y="145627"/>
                  </a:lnTo>
                  <a:lnTo>
                    <a:pt x="3509503" y="142982"/>
                  </a:lnTo>
                  <a:lnTo>
                    <a:pt x="3581126" y="140329"/>
                  </a:lnTo>
                  <a:lnTo>
                    <a:pt x="3652748" y="137668"/>
                  </a:lnTo>
                  <a:lnTo>
                    <a:pt x="3724371" y="134999"/>
                  </a:lnTo>
                  <a:lnTo>
                    <a:pt x="3795993" y="132321"/>
                  </a:lnTo>
                  <a:lnTo>
                    <a:pt x="3867616" y="129636"/>
                  </a:lnTo>
                  <a:lnTo>
                    <a:pt x="3939238" y="126942"/>
                  </a:lnTo>
                  <a:lnTo>
                    <a:pt x="4010861" y="124241"/>
                  </a:lnTo>
                  <a:lnTo>
                    <a:pt x="4082483" y="121531"/>
                  </a:lnTo>
                  <a:lnTo>
                    <a:pt x="4154106" y="118813"/>
                  </a:lnTo>
                  <a:lnTo>
                    <a:pt x="4225729" y="116086"/>
                  </a:lnTo>
                  <a:lnTo>
                    <a:pt x="4297351" y="113352"/>
                  </a:lnTo>
                  <a:lnTo>
                    <a:pt x="4368974" y="110609"/>
                  </a:lnTo>
                  <a:lnTo>
                    <a:pt x="4440596" y="107858"/>
                  </a:lnTo>
                  <a:lnTo>
                    <a:pt x="4512219" y="105099"/>
                  </a:lnTo>
                  <a:lnTo>
                    <a:pt x="4583841" y="102331"/>
                  </a:lnTo>
                  <a:lnTo>
                    <a:pt x="4655464" y="99555"/>
                  </a:lnTo>
                  <a:lnTo>
                    <a:pt x="4727086" y="96770"/>
                  </a:lnTo>
                  <a:lnTo>
                    <a:pt x="4798709" y="93977"/>
                  </a:lnTo>
                  <a:lnTo>
                    <a:pt x="4870331" y="91176"/>
                  </a:lnTo>
                  <a:lnTo>
                    <a:pt x="4941954" y="88366"/>
                  </a:lnTo>
                  <a:lnTo>
                    <a:pt x="5013576" y="85547"/>
                  </a:lnTo>
                  <a:lnTo>
                    <a:pt x="5085199" y="82721"/>
                  </a:lnTo>
                  <a:lnTo>
                    <a:pt x="5156821" y="79885"/>
                  </a:lnTo>
                  <a:lnTo>
                    <a:pt x="5228444" y="77041"/>
                  </a:lnTo>
                  <a:lnTo>
                    <a:pt x="5300066" y="74188"/>
                  </a:lnTo>
                  <a:lnTo>
                    <a:pt x="5371689" y="71327"/>
                  </a:lnTo>
                  <a:lnTo>
                    <a:pt x="5443311" y="68457"/>
                  </a:lnTo>
                  <a:lnTo>
                    <a:pt x="5514934" y="65579"/>
                  </a:lnTo>
                  <a:lnTo>
                    <a:pt x="5586557" y="62691"/>
                  </a:lnTo>
                  <a:lnTo>
                    <a:pt x="5658179" y="59795"/>
                  </a:lnTo>
                  <a:lnTo>
                    <a:pt x="5729802" y="56891"/>
                  </a:lnTo>
                  <a:lnTo>
                    <a:pt x="5801424" y="53977"/>
                  </a:lnTo>
                  <a:lnTo>
                    <a:pt x="5873047" y="51055"/>
                  </a:lnTo>
                  <a:lnTo>
                    <a:pt x="5944669" y="48123"/>
                  </a:lnTo>
                  <a:lnTo>
                    <a:pt x="6016292" y="45183"/>
                  </a:lnTo>
                  <a:lnTo>
                    <a:pt x="6087914" y="42234"/>
                  </a:lnTo>
                  <a:lnTo>
                    <a:pt x="6159537" y="39276"/>
                  </a:lnTo>
                  <a:lnTo>
                    <a:pt x="6231159" y="36310"/>
                  </a:lnTo>
                  <a:lnTo>
                    <a:pt x="6302782" y="33334"/>
                  </a:lnTo>
                  <a:lnTo>
                    <a:pt x="6374404" y="30349"/>
                  </a:lnTo>
                  <a:lnTo>
                    <a:pt x="6446027" y="27355"/>
                  </a:lnTo>
                  <a:lnTo>
                    <a:pt x="6517649" y="24352"/>
                  </a:lnTo>
                  <a:lnTo>
                    <a:pt x="6589272" y="21340"/>
                  </a:lnTo>
                  <a:lnTo>
                    <a:pt x="6660894" y="18319"/>
                  </a:lnTo>
                  <a:lnTo>
                    <a:pt x="6732517" y="15289"/>
                  </a:lnTo>
                  <a:lnTo>
                    <a:pt x="6804139" y="12249"/>
                  </a:lnTo>
                  <a:lnTo>
                    <a:pt x="6875762" y="9201"/>
                  </a:lnTo>
                  <a:lnTo>
                    <a:pt x="6947385" y="6143"/>
                  </a:lnTo>
                  <a:lnTo>
                    <a:pt x="7019007" y="307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6815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2026-09-28T16:51:13Z</dcterms:modified>
  <cp:category/>
</cp:coreProperties>
</file>