
<file path=[Content_Types].xml><?xml version="1.0" encoding="utf-8"?>
<Types xmlns="http://schemas.openxmlformats.org/package/2006/content-types">
  <Default Extension="xml" ContentType="application/xml"/>
  <Default Extension="jpeg" ContentType="image/jpeg"/>
  <Default Extension="bin" ContentType="application/vnd.openxmlformats-officedocument.presentationml.printerSettings"/>
  <Default Extension="rels" ContentType="application/vnd.openxmlformats-package.relationships+xml"/>
  <Default Extension="gif" ContentType="image/gif"/>
  <Default Extension="png" ContentType="image/png"/>
  <Default Extension="svg" ContentType="image/svg+xml"/>
  <Default Extension="bmp" ContentType="image/bmp"/>
  <Default Extension="emf" ContentType="image/x-emf"/>
  <Default Extension="wmf" ContentType="image/x-wmf"/>
  <Default Extension="tiff" ContentType="image/tiff"/>
  <Default Extension="jpg" ContentType="application/octet-stream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tags/tag1.xml" ContentType="application/vnd.openxmlformats-officedocument.presentationml.tags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docProps/core.xml" ContentType="application/vnd.openxmlformats-package.core-properties+xml"/>
  <Override PartName="/docProps/app.xml" ContentType="application/vnd.openxmlformats-officedocument.extended-properties+xml"/>
  <Override PartName="/ppt/slides/slide1.xml" ContentType="application/vnd.openxmlformats-officedocument.presentationml.slide+xml"/>
</Types>
</file>

<file path=_rels/.rels><?xml version="1.0" encoding="UTF-8" standalone="yes"?>

<Relationships  xmlns="http://schemas.openxmlformats.org/package/2006/relationships">
<Relationship Id="rId3" Type="http://schemas.openxmlformats.org/package/2006/relationships/metadata/core-properties" Target="docProps/core.xml"/>
<Relationship Id="rId4" Type="http://schemas.openxmlformats.org/officeDocument/2006/relationships/extended-properties" Target="docProps/app.xml"/>
<Relationship Id="rId1" Type="http://schemas.openxmlformats.org/officeDocument/2006/relationships/officeDocument" Target="ppt/presentation.xml"/>
<Relationship Id="rId2" Type="http://schemas.openxmlformats.org/package/2006/relationships/metadata/thumbnail" Target="docProps/thumbnail.jpeg"/>
</Relationships>
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>
  <p:sldMasterIdLst>
    <p:sldMasterId id="2147483648" r:id="rId1"/>
  </p:sldMasterIdLst>
  <p:sldIdLst>
    <p:sldId id="256" r:id="rId8"/>
  </p:sldIdLst>
  <p:sldSz cx="9144000" cy="6858000" type="screen4x3"/>
  <p:notesSz cx="6858000" cy="9144000"/>
  <p:custDataLst>
    <p:tags r:id="rId3"/>
  </p:custDataLst>
  <p:defaultTextStyle>
    <a:defPPr>
      <a:defRPr lang="en-US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15620"/>
    <p:restoredTop sz="94660"/>
  </p:normalViewPr>
  <p:slideViewPr>
    <p:cSldViewPr>
      <p:cViewPr varScale="1">
        <p:scale>
          <a:sx n="92" d="100"/>
          <a:sy n="92" d="100"/>
        </p:scale>
        <p:origin x="-1376" y="-104"/>
      </p:cViewPr>
      <p:guideLst>
        <p:guide orient="horz" pos="2160"/>
        <p:guide pos="2880"/>
      </p:guideLst>
    </p:cSldViewPr>
  </p:slideViewPr>
  <p:notesTextViewPr>
    <p:cViewPr>
      <p:scale>
        <a:sx n="1" d="1"/>
        <a:sy n="1" d="1"/>
      </p:scale>
      <p:origin x="0" y="0"/>
    </p:cViewPr>
  </p:notesTextViewPr>
  <p:gridSpacing cx="72008" cy="72008"/>
</p:viewPr>
</file>

<file path=ppt/_rels/presentation.xml.rels><?xml version="1.0" encoding="UTF-8" standalone="yes"?>

<Relationships  xmlns="http://schemas.openxmlformats.org/package/2006/relationships">
<Relationship Id="rId3" Type="http://schemas.openxmlformats.org/officeDocument/2006/relationships/tags" Target="tags/tag1.xml"/>
<Relationship Id="rId4" Type="http://schemas.openxmlformats.org/officeDocument/2006/relationships/presProps" Target="presProps.xml"/>
<Relationship Id="rId5" Type="http://schemas.openxmlformats.org/officeDocument/2006/relationships/viewProps" Target="viewProps.xml"/>
<Relationship Id="rId6" Type="http://schemas.openxmlformats.org/officeDocument/2006/relationships/theme" Target="theme/theme1.xml"/>
<Relationship Id="rId7" Type="http://schemas.openxmlformats.org/officeDocument/2006/relationships/tableStyles" Target="tableStyles.xml"/>
<Relationship Id="rId1" Type="http://schemas.openxmlformats.org/officeDocument/2006/relationships/slideMaster" Target="slideMasters/slideMaster1.xml"/>
<Relationship Id="rId2" Type="http://schemas.openxmlformats.org/officeDocument/2006/relationships/printerSettings" Target="printerSettings/printerSettings1.bin"/>
<Relationship Id="rId8" Type="http://schemas.openxmlformats.org/officeDocument/2006/relationships/slide" Target="slides/slide1.xml"/>
</Relationships>
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GB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4214881138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71576982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143154558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468392282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120349123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1385807973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755996059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theme" Target="../theme/theme1.xml"/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307823620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</p:sldLayoutIdLst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anose="020B0604020202020204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2.xml"/>
</Relationships>
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 xmlns:pic="http://schemas.openxmlformats.org/drawingml/2006/picture">
        <p:nvGrpSpPr>
          <p:cNvPr id="2" name="Content Placeholder 2"/>
          <p:cNvGrpSpPr/>
          <p:nvPr/>
        </p:nvGrpSpPr>
        <p:grpSpPr>
          <a:xfrm>
            <a:off x="457200" y="1600200"/>
            <a:ext cx="8229600" cy="4525963"/>
            <a:chOff x="457200" y="1600200"/>
            <a:chExt cx="8229600" cy="4525963"/>
          </a:xfrm>
        </p:grpSpPr>
        <p:sp>
          <p:nvSpPr>
            <p:cNvPr id="3" name="rc3"/>
            <p:cNvSpPr/>
            <p:nvPr/>
          </p:nvSpPr>
          <p:spPr>
            <a:xfrm>
              <a:off x="457200" y="1600200"/>
              <a:ext cx="8229600" cy="4525962"/>
            </a:xfrm>
            <a:prstGeom prst="rect">
              <a:avLst/>
            </a:prstGeom>
            <a:solidFill>
              <a:srgbClr val="FFFFFF">
                <a:alpha val="100000"/>
              </a:srgbClr>
            </a:solidFill>
            <a:ln w="9525" cap="rnd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" name="pl4"/>
            <p:cNvSpPr/>
            <p:nvPr/>
          </p:nvSpPr>
          <p:spPr>
            <a:xfrm>
              <a:off x="817517" y="5114368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" name="pl5"/>
            <p:cNvSpPr/>
            <p:nvPr/>
          </p:nvSpPr>
          <p:spPr>
            <a:xfrm>
              <a:off x="817517" y="4244691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" name="pl6"/>
            <p:cNvSpPr/>
            <p:nvPr/>
          </p:nvSpPr>
          <p:spPr>
            <a:xfrm>
              <a:off x="817517" y="3375014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" name="pl7"/>
            <p:cNvSpPr/>
            <p:nvPr/>
          </p:nvSpPr>
          <p:spPr>
            <a:xfrm>
              <a:off x="817517" y="2505337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" name="pl8"/>
            <p:cNvSpPr/>
            <p:nvPr/>
          </p:nvSpPr>
          <p:spPr>
            <a:xfrm>
              <a:off x="854876" y="1896563"/>
              <a:ext cx="0" cy="3826579"/>
            </a:xfrm>
            <a:custGeom>
              <a:avLst/>
              <a:pathLst>
                <a:path w="0" h="3826579">
                  <a:moveTo>
                    <a:pt x="0" y="382657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" name="pl9"/>
            <p:cNvSpPr/>
            <p:nvPr/>
          </p:nvSpPr>
          <p:spPr>
            <a:xfrm>
              <a:off x="3276216" y="1896563"/>
              <a:ext cx="0" cy="3826579"/>
            </a:xfrm>
            <a:custGeom>
              <a:avLst/>
              <a:pathLst>
                <a:path w="0" h="3826579">
                  <a:moveTo>
                    <a:pt x="0" y="382657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" name="pl10"/>
            <p:cNvSpPr/>
            <p:nvPr/>
          </p:nvSpPr>
          <p:spPr>
            <a:xfrm>
              <a:off x="5697556" y="1896563"/>
              <a:ext cx="0" cy="3826579"/>
            </a:xfrm>
            <a:custGeom>
              <a:avLst/>
              <a:pathLst>
                <a:path w="0" h="3826579">
                  <a:moveTo>
                    <a:pt x="0" y="382657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" name="pl11"/>
            <p:cNvSpPr/>
            <p:nvPr/>
          </p:nvSpPr>
          <p:spPr>
            <a:xfrm>
              <a:off x="8118895" y="1896563"/>
              <a:ext cx="0" cy="3826579"/>
            </a:xfrm>
            <a:custGeom>
              <a:avLst/>
              <a:pathLst>
                <a:path w="0" h="3826579">
                  <a:moveTo>
                    <a:pt x="0" y="382657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" name="pl12"/>
            <p:cNvSpPr/>
            <p:nvPr/>
          </p:nvSpPr>
          <p:spPr>
            <a:xfrm>
              <a:off x="817517" y="5549207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" name="pl13"/>
            <p:cNvSpPr/>
            <p:nvPr/>
          </p:nvSpPr>
          <p:spPr>
            <a:xfrm>
              <a:off x="817517" y="4679530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" name="pl14"/>
            <p:cNvSpPr/>
            <p:nvPr/>
          </p:nvSpPr>
          <p:spPr>
            <a:xfrm>
              <a:off x="817517" y="3809853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" name="pl15"/>
            <p:cNvSpPr/>
            <p:nvPr/>
          </p:nvSpPr>
          <p:spPr>
            <a:xfrm>
              <a:off x="817517" y="2940175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" name="pl16"/>
            <p:cNvSpPr/>
            <p:nvPr/>
          </p:nvSpPr>
          <p:spPr>
            <a:xfrm>
              <a:off x="817517" y="2070498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" name="pl17"/>
            <p:cNvSpPr/>
            <p:nvPr/>
          </p:nvSpPr>
          <p:spPr>
            <a:xfrm>
              <a:off x="2065546" y="1896563"/>
              <a:ext cx="0" cy="3826579"/>
            </a:xfrm>
            <a:custGeom>
              <a:avLst/>
              <a:pathLst>
                <a:path w="0" h="3826579">
                  <a:moveTo>
                    <a:pt x="0" y="382657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" name="pl18"/>
            <p:cNvSpPr/>
            <p:nvPr/>
          </p:nvSpPr>
          <p:spPr>
            <a:xfrm>
              <a:off x="4486886" y="1896563"/>
              <a:ext cx="0" cy="3826579"/>
            </a:xfrm>
            <a:custGeom>
              <a:avLst/>
              <a:pathLst>
                <a:path w="0" h="3826579">
                  <a:moveTo>
                    <a:pt x="0" y="382657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" name="pl19"/>
            <p:cNvSpPr/>
            <p:nvPr/>
          </p:nvSpPr>
          <p:spPr>
            <a:xfrm>
              <a:off x="6908225" y="1896563"/>
              <a:ext cx="0" cy="3826579"/>
            </a:xfrm>
            <a:custGeom>
              <a:avLst/>
              <a:pathLst>
                <a:path w="0" h="3826579">
                  <a:moveTo>
                    <a:pt x="0" y="382657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" name="pg20"/>
            <p:cNvSpPr/>
            <p:nvPr/>
          </p:nvSpPr>
          <p:spPr>
            <a:xfrm>
              <a:off x="1172049" y="3923856"/>
              <a:ext cx="7090630" cy="1121692"/>
            </a:xfrm>
            <a:custGeom>
              <a:avLst/>
              <a:pathLst>
                <a:path w="7090630" h="1121692">
                  <a:moveTo>
                    <a:pt x="0" y="489032"/>
                  </a:moveTo>
                  <a:lnTo>
                    <a:pt x="71622" y="495596"/>
                  </a:lnTo>
                  <a:lnTo>
                    <a:pt x="143245" y="502123"/>
                  </a:lnTo>
                  <a:lnTo>
                    <a:pt x="214867" y="508612"/>
                  </a:lnTo>
                  <a:lnTo>
                    <a:pt x="286490" y="515064"/>
                  </a:lnTo>
                  <a:lnTo>
                    <a:pt x="358112" y="521478"/>
                  </a:lnTo>
                  <a:lnTo>
                    <a:pt x="429735" y="527855"/>
                  </a:lnTo>
                  <a:lnTo>
                    <a:pt x="501357" y="534196"/>
                  </a:lnTo>
                  <a:lnTo>
                    <a:pt x="572980" y="540499"/>
                  </a:lnTo>
                  <a:lnTo>
                    <a:pt x="644602" y="546767"/>
                  </a:lnTo>
                  <a:lnTo>
                    <a:pt x="716225" y="552998"/>
                  </a:lnTo>
                  <a:lnTo>
                    <a:pt x="787847" y="559193"/>
                  </a:lnTo>
                  <a:lnTo>
                    <a:pt x="859470" y="565352"/>
                  </a:lnTo>
                  <a:lnTo>
                    <a:pt x="931092" y="571476"/>
                  </a:lnTo>
                  <a:lnTo>
                    <a:pt x="1002715" y="577565"/>
                  </a:lnTo>
                  <a:lnTo>
                    <a:pt x="1074337" y="583618"/>
                  </a:lnTo>
                  <a:lnTo>
                    <a:pt x="1145960" y="589636"/>
                  </a:lnTo>
                  <a:lnTo>
                    <a:pt x="1217582" y="595620"/>
                  </a:lnTo>
                  <a:lnTo>
                    <a:pt x="1289205" y="601569"/>
                  </a:lnTo>
                  <a:lnTo>
                    <a:pt x="1360827" y="607483"/>
                  </a:lnTo>
                  <a:lnTo>
                    <a:pt x="1432450" y="613364"/>
                  </a:lnTo>
                  <a:lnTo>
                    <a:pt x="1504073" y="619210"/>
                  </a:lnTo>
                  <a:lnTo>
                    <a:pt x="1575695" y="625023"/>
                  </a:lnTo>
                  <a:lnTo>
                    <a:pt x="1647318" y="630802"/>
                  </a:lnTo>
                  <a:lnTo>
                    <a:pt x="1718940" y="636547"/>
                  </a:lnTo>
                  <a:lnTo>
                    <a:pt x="1790563" y="642260"/>
                  </a:lnTo>
                  <a:lnTo>
                    <a:pt x="1862185" y="647939"/>
                  </a:lnTo>
                  <a:lnTo>
                    <a:pt x="1933808" y="653586"/>
                  </a:lnTo>
                  <a:lnTo>
                    <a:pt x="2005430" y="659200"/>
                  </a:lnTo>
                  <a:lnTo>
                    <a:pt x="2077053" y="664782"/>
                  </a:lnTo>
                  <a:lnTo>
                    <a:pt x="2148675" y="670331"/>
                  </a:lnTo>
                  <a:lnTo>
                    <a:pt x="2220298" y="675848"/>
                  </a:lnTo>
                  <a:lnTo>
                    <a:pt x="2291920" y="681334"/>
                  </a:lnTo>
                  <a:lnTo>
                    <a:pt x="2363543" y="686787"/>
                  </a:lnTo>
                  <a:lnTo>
                    <a:pt x="2435165" y="692210"/>
                  </a:lnTo>
                  <a:lnTo>
                    <a:pt x="2506788" y="697601"/>
                  </a:lnTo>
                  <a:lnTo>
                    <a:pt x="2578410" y="702960"/>
                  </a:lnTo>
                  <a:lnTo>
                    <a:pt x="2650033" y="708289"/>
                  </a:lnTo>
                  <a:lnTo>
                    <a:pt x="2721655" y="713587"/>
                  </a:lnTo>
                  <a:lnTo>
                    <a:pt x="2793278" y="718855"/>
                  </a:lnTo>
                  <a:lnTo>
                    <a:pt x="2864901" y="724092"/>
                  </a:lnTo>
                  <a:lnTo>
                    <a:pt x="2936523" y="729298"/>
                  </a:lnTo>
                  <a:lnTo>
                    <a:pt x="3008146" y="734475"/>
                  </a:lnTo>
                  <a:lnTo>
                    <a:pt x="3079768" y="739622"/>
                  </a:lnTo>
                  <a:lnTo>
                    <a:pt x="3151391" y="744739"/>
                  </a:lnTo>
                  <a:lnTo>
                    <a:pt x="3223013" y="749826"/>
                  </a:lnTo>
                  <a:lnTo>
                    <a:pt x="3294636" y="754884"/>
                  </a:lnTo>
                  <a:lnTo>
                    <a:pt x="3366258" y="746949"/>
                  </a:lnTo>
                  <a:lnTo>
                    <a:pt x="3437881" y="736492"/>
                  </a:lnTo>
                  <a:lnTo>
                    <a:pt x="3509503" y="725911"/>
                  </a:lnTo>
                  <a:lnTo>
                    <a:pt x="3581126" y="715204"/>
                  </a:lnTo>
                  <a:lnTo>
                    <a:pt x="3652748" y="704369"/>
                  </a:lnTo>
                  <a:lnTo>
                    <a:pt x="3724371" y="693405"/>
                  </a:lnTo>
                  <a:lnTo>
                    <a:pt x="3795993" y="682311"/>
                  </a:lnTo>
                  <a:lnTo>
                    <a:pt x="3867616" y="671084"/>
                  </a:lnTo>
                  <a:lnTo>
                    <a:pt x="3939238" y="659724"/>
                  </a:lnTo>
                  <a:lnTo>
                    <a:pt x="4010861" y="648229"/>
                  </a:lnTo>
                  <a:lnTo>
                    <a:pt x="4082483" y="636597"/>
                  </a:lnTo>
                  <a:lnTo>
                    <a:pt x="4154106" y="624826"/>
                  </a:lnTo>
                  <a:lnTo>
                    <a:pt x="4225729" y="612916"/>
                  </a:lnTo>
                  <a:lnTo>
                    <a:pt x="4297351" y="600863"/>
                  </a:lnTo>
                  <a:lnTo>
                    <a:pt x="4368974" y="588667"/>
                  </a:lnTo>
                  <a:lnTo>
                    <a:pt x="4440596" y="576326"/>
                  </a:lnTo>
                  <a:lnTo>
                    <a:pt x="4512219" y="563838"/>
                  </a:lnTo>
                  <a:lnTo>
                    <a:pt x="4583841" y="551201"/>
                  </a:lnTo>
                  <a:lnTo>
                    <a:pt x="4655464" y="538414"/>
                  </a:lnTo>
                  <a:lnTo>
                    <a:pt x="4727086" y="525475"/>
                  </a:lnTo>
                  <a:lnTo>
                    <a:pt x="4798709" y="512381"/>
                  </a:lnTo>
                  <a:lnTo>
                    <a:pt x="4870331" y="499132"/>
                  </a:lnTo>
                  <a:lnTo>
                    <a:pt x="4941954" y="485725"/>
                  </a:lnTo>
                  <a:lnTo>
                    <a:pt x="5013576" y="472159"/>
                  </a:lnTo>
                  <a:lnTo>
                    <a:pt x="5085199" y="458430"/>
                  </a:lnTo>
                  <a:lnTo>
                    <a:pt x="5156821" y="444539"/>
                  </a:lnTo>
                  <a:lnTo>
                    <a:pt x="5228444" y="430482"/>
                  </a:lnTo>
                  <a:lnTo>
                    <a:pt x="5300066" y="416258"/>
                  </a:lnTo>
                  <a:lnTo>
                    <a:pt x="5371689" y="401864"/>
                  </a:lnTo>
                  <a:lnTo>
                    <a:pt x="5443311" y="387299"/>
                  </a:lnTo>
                  <a:lnTo>
                    <a:pt x="5514934" y="372561"/>
                  </a:lnTo>
                  <a:lnTo>
                    <a:pt x="5586557" y="357647"/>
                  </a:lnTo>
                  <a:lnTo>
                    <a:pt x="5658179" y="342556"/>
                  </a:lnTo>
                  <a:lnTo>
                    <a:pt x="5729802" y="327285"/>
                  </a:lnTo>
                  <a:lnTo>
                    <a:pt x="5801424" y="311832"/>
                  </a:lnTo>
                  <a:lnTo>
                    <a:pt x="5873047" y="296196"/>
                  </a:lnTo>
                  <a:lnTo>
                    <a:pt x="5944669" y="280373"/>
                  </a:lnTo>
                  <a:lnTo>
                    <a:pt x="6016292" y="264361"/>
                  </a:lnTo>
                  <a:lnTo>
                    <a:pt x="6087914" y="248160"/>
                  </a:lnTo>
                  <a:lnTo>
                    <a:pt x="6159537" y="231765"/>
                  </a:lnTo>
                  <a:lnTo>
                    <a:pt x="6231159" y="215175"/>
                  </a:lnTo>
                  <a:lnTo>
                    <a:pt x="6302782" y="198388"/>
                  </a:lnTo>
                  <a:lnTo>
                    <a:pt x="6374404" y="181401"/>
                  </a:lnTo>
                  <a:lnTo>
                    <a:pt x="6446027" y="164211"/>
                  </a:lnTo>
                  <a:lnTo>
                    <a:pt x="6517649" y="146817"/>
                  </a:lnTo>
                  <a:lnTo>
                    <a:pt x="6589272" y="129216"/>
                  </a:lnTo>
                  <a:lnTo>
                    <a:pt x="6660894" y="111405"/>
                  </a:lnTo>
                  <a:lnTo>
                    <a:pt x="6732517" y="93383"/>
                  </a:lnTo>
                  <a:lnTo>
                    <a:pt x="6804139" y="75145"/>
                  </a:lnTo>
                  <a:lnTo>
                    <a:pt x="6875762" y="56691"/>
                  </a:lnTo>
                  <a:lnTo>
                    <a:pt x="6947385" y="38017"/>
                  </a:lnTo>
                  <a:lnTo>
                    <a:pt x="7019007" y="19121"/>
                  </a:lnTo>
                  <a:lnTo>
                    <a:pt x="7090630" y="0"/>
                  </a:lnTo>
                  <a:lnTo>
                    <a:pt x="7090630" y="985041"/>
                  </a:lnTo>
                  <a:lnTo>
                    <a:pt x="7019007" y="981321"/>
                  </a:lnTo>
                  <a:lnTo>
                    <a:pt x="6947385" y="977578"/>
                  </a:lnTo>
                  <a:lnTo>
                    <a:pt x="6875762" y="973814"/>
                  </a:lnTo>
                  <a:lnTo>
                    <a:pt x="6804139" y="970028"/>
                  </a:lnTo>
                  <a:lnTo>
                    <a:pt x="6732517" y="966220"/>
                  </a:lnTo>
                  <a:lnTo>
                    <a:pt x="6660894" y="962390"/>
                  </a:lnTo>
                  <a:lnTo>
                    <a:pt x="6589272" y="958538"/>
                  </a:lnTo>
                  <a:lnTo>
                    <a:pt x="6517649" y="954663"/>
                  </a:lnTo>
                  <a:lnTo>
                    <a:pt x="6446027" y="950766"/>
                  </a:lnTo>
                  <a:lnTo>
                    <a:pt x="6374404" y="946846"/>
                  </a:lnTo>
                  <a:lnTo>
                    <a:pt x="6302782" y="942904"/>
                  </a:lnTo>
                  <a:lnTo>
                    <a:pt x="6231159" y="938938"/>
                  </a:lnTo>
                  <a:lnTo>
                    <a:pt x="6159537" y="934950"/>
                  </a:lnTo>
                  <a:lnTo>
                    <a:pt x="6087914" y="930938"/>
                  </a:lnTo>
                  <a:lnTo>
                    <a:pt x="6016292" y="926903"/>
                  </a:lnTo>
                  <a:lnTo>
                    <a:pt x="5944669" y="922844"/>
                  </a:lnTo>
                  <a:lnTo>
                    <a:pt x="5873047" y="918762"/>
                  </a:lnTo>
                  <a:lnTo>
                    <a:pt x="5801424" y="914657"/>
                  </a:lnTo>
                  <a:lnTo>
                    <a:pt x="5729802" y="910527"/>
                  </a:lnTo>
                  <a:lnTo>
                    <a:pt x="5658179" y="906373"/>
                  </a:lnTo>
                  <a:lnTo>
                    <a:pt x="5586557" y="902196"/>
                  </a:lnTo>
                  <a:lnTo>
                    <a:pt x="5514934" y="897993"/>
                  </a:lnTo>
                  <a:lnTo>
                    <a:pt x="5443311" y="893767"/>
                  </a:lnTo>
                  <a:lnTo>
                    <a:pt x="5371689" y="889516"/>
                  </a:lnTo>
                  <a:lnTo>
                    <a:pt x="5300066" y="885240"/>
                  </a:lnTo>
                  <a:lnTo>
                    <a:pt x="5228444" y="880940"/>
                  </a:lnTo>
                  <a:lnTo>
                    <a:pt x="5156821" y="876614"/>
                  </a:lnTo>
                  <a:lnTo>
                    <a:pt x="5085199" y="872263"/>
                  </a:lnTo>
                  <a:lnTo>
                    <a:pt x="5013576" y="867887"/>
                  </a:lnTo>
                  <a:lnTo>
                    <a:pt x="4941954" y="863486"/>
                  </a:lnTo>
                  <a:lnTo>
                    <a:pt x="4870331" y="859059"/>
                  </a:lnTo>
                  <a:lnTo>
                    <a:pt x="4798709" y="854606"/>
                  </a:lnTo>
                  <a:lnTo>
                    <a:pt x="4727086" y="850128"/>
                  </a:lnTo>
                  <a:lnTo>
                    <a:pt x="4655464" y="845623"/>
                  </a:lnTo>
                  <a:lnTo>
                    <a:pt x="4583841" y="841092"/>
                  </a:lnTo>
                  <a:lnTo>
                    <a:pt x="4512219" y="836535"/>
                  </a:lnTo>
                  <a:lnTo>
                    <a:pt x="4440596" y="831951"/>
                  </a:lnTo>
                  <a:lnTo>
                    <a:pt x="4368974" y="827341"/>
                  </a:lnTo>
                  <a:lnTo>
                    <a:pt x="4297351" y="822704"/>
                  </a:lnTo>
                  <a:lnTo>
                    <a:pt x="4225729" y="818040"/>
                  </a:lnTo>
                  <a:lnTo>
                    <a:pt x="4154106" y="813349"/>
                  </a:lnTo>
                  <a:lnTo>
                    <a:pt x="4082483" y="808631"/>
                  </a:lnTo>
                  <a:lnTo>
                    <a:pt x="4010861" y="803885"/>
                  </a:lnTo>
                  <a:lnTo>
                    <a:pt x="3939238" y="799112"/>
                  </a:lnTo>
                  <a:lnTo>
                    <a:pt x="3867616" y="794311"/>
                  </a:lnTo>
                  <a:lnTo>
                    <a:pt x="3795993" y="789482"/>
                  </a:lnTo>
                  <a:lnTo>
                    <a:pt x="3724371" y="784625"/>
                  </a:lnTo>
                  <a:lnTo>
                    <a:pt x="3652748" y="779740"/>
                  </a:lnTo>
                  <a:lnTo>
                    <a:pt x="3581126" y="774826"/>
                  </a:lnTo>
                  <a:lnTo>
                    <a:pt x="3509503" y="769884"/>
                  </a:lnTo>
                  <a:lnTo>
                    <a:pt x="3437881" y="764913"/>
                  </a:lnTo>
                  <a:lnTo>
                    <a:pt x="3366258" y="759913"/>
                  </a:lnTo>
                  <a:lnTo>
                    <a:pt x="3294636" y="757283"/>
                  </a:lnTo>
                  <a:lnTo>
                    <a:pt x="3223013" y="767495"/>
                  </a:lnTo>
                  <a:lnTo>
                    <a:pt x="3151391" y="777587"/>
                  </a:lnTo>
                  <a:lnTo>
                    <a:pt x="3079768" y="787561"/>
                  </a:lnTo>
                  <a:lnTo>
                    <a:pt x="3008146" y="797417"/>
                  </a:lnTo>
                  <a:lnTo>
                    <a:pt x="2936523" y="807157"/>
                  </a:lnTo>
                  <a:lnTo>
                    <a:pt x="2864901" y="816783"/>
                  </a:lnTo>
                  <a:lnTo>
                    <a:pt x="2793278" y="826295"/>
                  </a:lnTo>
                  <a:lnTo>
                    <a:pt x="2721655" y="835695"/>
                  </a:lnTo>
                  <a:lnTo>
                    <a:pt x="2650033" y="844985"/>
                  </a:lnTo>
                  <a:lnTo>
                    <a:pt x="2578410" y="854166"/>
                  </a:lnTo>
                  <a:lnTo>
                    <a:pt x="2506788" y="863238"/>
                  </a:lnTo>
                  <a:lnTo>
                    <a:pt x="2435165" y="872204"/>
                  </a:lnTo>
                  <a:lnTo>
                    <a:pt x="2363543" y="881064"/>
                  </a:lnTo>
                  <a:lnTo>
                    <a:pt x="2291920" y="889820"/>
                  </a:lnTo>
                  <a:lnTo>
                    <a:pt x="2220298" y="898473"/>
                  </a:lnTo>
                  <a:lnTo>
                    <a:pt x="2148675" y="907025"/>
                  </a:lnTo>
                  <a:lnTo>
                    <a:pt x="2077053" y="915475"/>
                  </a:lnTo>
                  <a:lnTo>
                    <a:pt x="2005430" y="923827"/>
                  </a:lnTo>
                  <a:lnTo>
                    <a:pt x="1933808" y="932080"/>
                  </a:lnTo>
                  <a:lnTo>
                    <a:pt x="1862185" y="940236"/>
                  </a:lnTo>
                  <a:lnTo>
                    <a:pt x="1790563" y="948295"/>
                  </a:lnTo>
                  <a:lnTo>
                    <a:pt x="1718940" y="956261"/>
                  </a:lnTo>
                  <a:lnTo>
                    <a:pt x="1647318" y="964132"/>
                  </a:lnTo>
                  <a:lnTo>
                    <a:pt x="1575695" y="971911"/>
                  </a:lnTo>
                  <a:lnTo>
                    <a:pt x="1504073" y="979598"/>
                  </a:lnTo>
                  <a:lnTo>
                    <a:pt x="1432450" y="987195"/>
                  </a:lnTo>
                  <a:lnTo>
                    <a:pt x="1360827" y="994703"/>
                  </a:lnTo>
                  <a:lnTo>
                    <a:pt x="1289205" y="1002122"/>
                  </a:lnTo>
                  <a:lnTo>
                    <a:pt x="1217582" y="1009454"/>
                  </a:lnTo>
                  <a:lnTo>
                    <a:pt x="1145960" y="1016699"/>
                  </a:lnTo>
                  <a:lnTo>
                    <a:pt x="1074337" y="1023860"/>
                  </a:lnTo>
                  <a:lnTo>
                    <a:pt x="1002715" y="1030936"/>
                  </a:lnTo>
                  <a:lnTo>
                    <a:pt x="931092" y="1037929"/>
                  </a:lnTo>
                  <a:lnTo>
                    <a:pt x="859470" y="1044840"/>
                  </a:lnTo>
                  <a:lnTo>
                    <a:pt x="787847" y="1051669"/>
                  </a:lnTo>
                  <a:lnTo>
                    <a:pt x="716225" y="1058418"/>
                  </a:lnTo>
                  <a:lnTo>
                    <a:pt x="644602" y="1065088"/>
                  </a:lnTo>
                  <a:lnTo>
                    <a:pt x="572980" y="1071679"/>
                  </a:lnTo>
                  <a:lnTo>
                    <a:pt x="501357" y="1078192"/>
                  </a:lnTo>
                  <a:lnTo>
                    <a:pt x="429735" y="1084629"/>
                  </a:lnTo>
                  <a:lnTo>
                    <a:pt x="358112" y="1090991"/>
                  </a:lnTo>
                  <a:lnTo>
                    <a:pt x="286490" y="1097277"/>
                  </a:lnTo>
                  <a:lnTo>
                    <a:pt x="214867" y="1103489"/>
                  </a:lnTo>
                  <a:lnTo>
                    <a:pt x="143245" y="1109629"/>
                  </a:lnTo>
                  <a:lnTo>
                    <a:pt x="71622" y="1115696"/>
                  </a:lnTo>
                  <a:lnTo>
                    <a:pt x="0" y="1121692"/>
                  </a:lnTo>
                  <a:close/>
                </a:path>
              </a:pathLst>
            </a:custGeom>
            <a:solidFill>
              <a:srgbClr val="FF8C00">
                <a:alpha val="20000"/>
              </a:srgbClr>
            </a:solidFill>
          </p:spPr>
          <p:txBody>
            <a:bodyPr/>
            <a:lstStyle/>
            <a:p/>
          </p:txBody>
        </p:sp>
        <p:sp>
          <p:nvSpPr>
            <p:cNvPr id="21" name="pl21"/>
            <p:cNvSpPr/>
            <p:nvPr/>
          </p:nvSpPr>
          <p:spPr>
            <a:xfrm>
              <a:off x="1172049" y="3923856"/>
              <a:ext cx="7090630" cy="754884"/>
            </a:xfrm>
            <a:custGeom>
              <a:avLst/>
              <a:pathLst>
                <a:path w="7090630" h="754884">
                  <a:moveTo>
                    <a:pt x="0" y="489032"/>
                  </a:moveTo>
                  <a:lnTo>
                    <a:pt x="71622" y="495596"/>
                  </a:lnTo>
                  <a:lnTo>
                    <a:pt x="143245" y="502123"/>
                  </a:lnTo>
                  <a:lnTo>
                    <a:pt x="214867" y="508612"/>
                  </a:lnTo>
                  <a:lnTo>
                    <a:pt x="286490" y="515064"/>
                  </a:lnTo>
                  <a:lnTo>
                    <a:pt x="358112" y="521478"/>
                  </a:lnTo>
                  <a:lnTo>
                    <a:pt x="429735" y="527855"/>
                  </a:lnTo>
                  <a:lnTo>
                    <a:pt x="501357" y="534196"/>
                  </a:lnTo>
                  <a:lnTo>
                    <a:pt x="572980" y="540499"/>
                  </a:lnTo>
                  <a:lnTo>
                    <a:pt x="644602" y="546767"/>
                  </a:lnTo>
                  <a:lnTo>
                    <a:pt x="716225" y="552998"/>
                  </a:lnTo>
                  <a:lnTo>
                    <a:pt x="787847" y="559193"/>
                  </a:lnTo>
                  <a:lnTo>
                    <a:pt x="859470" y="565352"/>
                  </a:lnTo>
                  <a:lnTo>
                    <a:pt x="931092" y="571476"/>
                  </a:lnTo>
                  <a:lnTo>
                    <a:pt x="1002715" y="577565"/>
                  </a:lnTo>
                  <a:lnTo>
                    <a:pt x="1074337" y="583618"/>
                  </a:lnTo>
                  <a:lnTo>
                    <a:pt x="1145960" y="589636"/>
                  </a:lnTo>
                  <a:lnTo>
                    <a:pt x="1217582" y="595620"/>
                  </a:lnTo>
                  <a:lnTo>
                    <a:pt x="1289205" y="601569"/>
                  </a:lnTo>
                  <a:lnTo>
                    <a:pt x="1360827" y="607483"/>
                  </a:lnTo>
                  <a:lnTo>
                    <a:pt x="1432450" y="613364"/>
                  </a:lnTo>
                  <a:lnTo>
                    <a:pt x="1504073" y="619210"/>
                  </a:lnTo>
                  <a:lnTo>
                    <a:pt x="1575695" y="625023"/>
                  </a:lnTo>
                  <a:lnTo>
                    <a:pt x="1647318" y="630802"/>
                  </a:lnTo>
                  <a:lnTo>
                    <a:pt x="1718940" y="636547"/>
                  </a:lnTo>
                  <a:lnTo>
                    <a:pt x="1790563" y="642260"/>
                  </a:lnTo>
                  <a:lnTo>
                    <a:pt x="1862185" y="647939"/>
                  </a:lnTo>
                  <a:lnTo>
                    <a:pt x="1933808" y="653586"/>
                  </a:lnTo>
                  <a:lnTo>
                    <a:pt x="2005430" y="659200"/>
                  </a:lnTo>
                  <a:lnTo>
                    <a:pt x="2077053" y="664782"/>
                  </a:lnTo>
                  <a:lnTo>
                    <a:pt x="2148675" y="670331"/>
                  </a:lnTo>
                  <a:lnTo>
                    <a:pt x="2220298" y="675848"/>
                  </a:lnTo>
                  <a:lnTo>
                    <a:pt x="2291920" y="681334"/>
                  </a:lnTo>
                  <a:lnTo>
                    <a:pt x="2363543" y="686787"/>
                  </a:lnTo>
                  <a:lnTo>
                    <a:pt x="2435165" y="692210"/>
                  </a:lnTo>
                  <a:lnTo>
                    <a:pt x="2506788" y="697601"/>
                  </a:lnTo>
                  <a:lnTo>
                    <a:pt x="2578410" y="702960"/>
                  </a:lnTo>
                  <a:lnTo>
                    <a:pt x="2650033" y="708289"/>
                  </a:lnTo>
                  <a:lnTo>
                    <a:pt x="2721655" y="713587"/>
                  </a:lnTo>
                  <a:lnTo>
                    <a:pt x="2793278" y="718855"/>
                  </a:lnTo>
                  <a:lnTo>
                    <a:pt x="2864901" y="724092"/>
                  </a:lnTo>
                  <a:lnTo>
                    <a:pt x="2936523" y="729298"/>
                  </a:lnTo>
                  <a:lnTo>
                    <a:pt x="3008146" y="734475"/>
                  </a:lnTo>
                  <a:lnTo>
                    <a:pt x="3079768" y="739622"/>
                  </a:lnTo>
                  <a:lnTo>
                    <a:pt x="3151391" y="744739"/>
                  </a:lnTo>
                  <a:lnTo>
                    <a:pt x="3223013" y="749826"/>
                  </a:lnTo>
                  <a:lnTo>
                    <a:pt x="3294636" y="754884"/>
                  </a:lnTo>
                  <a:lnTo>
                    <a:pt x="3366258" y="746949"/>
                  </a:lnTo>
                  <a:lnTo>
                    <a:pt x="3437881" y="736492"/>
                  </a:lnTo>
                  <a:lnTo>
                    <a:pt x="3509503" y="725911"/>
                  </a:lnTo>
                  <a:lnTo>
                    <a:pt x="3581126" y="715204"/>
                  </a:lnTo>
                  <a:lnTo>
                    <a:pt x="3652748" y="704369"/>
                  </a:lnTo>
                  <a:lnTo>
                    <a:pt x="3724371" y="693405"/>
                  </a:lnTo>
                  <a:lnTo>
                    <a:pt x="3795993" y="682311"/>
                  </a:lnTo>
                  <a:lnTo>
                    <a:pt x="3867616" y="671084"/>
                  </a:lnTo>
                  <a:lnTo>
                    <a:pt x="3939238" y="659724"/>
                  </a:lnTo>
                  <a:lnTo>
                    <a:pt x="4010861" y="648229"/>
                  </a:lnTo>
                  <a:lnTo>
                    <a:pt x="4082483" y="636597"/>
                  </a:lnTo>
                  <a:lnTo>
                    <a:pt x="4154106" y="624826"/>
                  </a:lnTo>
                  <a:lnTo>
                    <a:pt x="4225729" y="612916"/>
                  </a:lnTo>
                  <a:lnTo>
                    <a:pt x="4297351" y="600863"/>
                  </a:lnTo>
                  <a:lnTo>
                    <a:pt x="4368974" y="588667"/>
                  </a:lnTo>
                  <a:lnTo>
                    <a:pt x="4440596" y="576326"/>
                  </a:lnTo>
                  <a:lnTo>
                    <a:pt x="4512219" y="563838"/>
                  </a:lnTo>
                  <a:lnTo>
                    <a:pt x="4583841" y="551201"/>
                  </a:lnTo>
                  <a:lnTo>
                    <a:pt x="4655464" y="538414"/>
                  </a:lnTo>
                  <a:lnTo>
                    <a:pt x="4727086" y="525475"/>
                  </a:lnTo>
                  <a:lnTo>
                    <a:pt x="4798709" y="512381"/>
                  </a:lnTo>
                  <a:lnTo>
                    <a:pt x="4870331" y="499132"/>
                  </a:lnTo>
                  <a:lnTo>
                    <a:pt x="4941954" y="485725"/>
                  </a:lnTo>
                  <a:lnTo>
                    <a:pt x="5013576" y="472159"/>
                  </a:lnTo>
                  <a:lnTo>
                    <a:pt x="5085199" y="458430"/>
                  </a:lnTo>
                  <a:lnTo>
                    <a:pt x="5156821" y="444539"/>
                  </a:lnTo>
                  <a:lnTo>
                    <a:pt x="5228444" y="430482"/>
                  </a:lnTo>
                  <a:lnTo>
                    <a:pt x="5300066" y="416258"/>
                  </a:lnTo>
                  <a:lnTo>
                    <a:pt x="5371689" y="401864"/>
                  </a:lnTo>
                  <a:lnTo>
                    <a:pt x="5443311" y="387299"/>
                  </a:lnTo>
                  <a:lnTo>
                    <a:pt x="5514934" y="372561"/>
                  </a:lnTo>
                  <a:lnTo>
                    <a:pt x="5586557" y="357647"/>
                  </a:lnTo>
                  <a:lnTo>
                    <a:pt x="5658179" y="342556"/>
                  </a:lnTo>
                  <a:lnTo>
                    <a:pt x="5729802" y="327285"/>
                  </a:lnTo>
                  <a:lnTo>
                    <a:pt x="5801424" y="311832"/>
                  </a:lnTo>
                  <a:lnTo>
                    <a:pt x="5873047" y="296196"/>
                  </a:lnTo>
                  <a:lnTo>
                    <a:pt x="5944669" y="280373"/>
                  </a:lnTo>
                  <a:lnTo>
                    <a:pt x="6016292" y="264361"/>
                  </a:lnTo>
                  <a:lnTo>
                    <a:pt x="6087914" y="248160"/>
                  </a:lnTo>
                  <a:lnTo>
                    <a:pt x="6159537" y="231765"/>
                  </a:lnTo>
                  <a:lnTo>
                    <a:pt x="6231159" y="215175"/>
                  </a:lnTo>
                  <a:lnTo>
                    <a:pt x="6302782" y="198388"/>
                  </a:lnTo>
                  <a:lnTo>
                    <a:pt x="6374404" y="181401"/>
                  </a:lnTo>
                  <a:lnTo>
                    <a:pt x="6446027" y="164211"/>
                  </a:lnTo>
                  <a:lnTo>
                    <a:pt x="6517649" y="146817"/>
                  </a:lnTo>
                  <a:lnTo>
                    <a:pt x="6589272" y="129216"/>
                  </a:lnTo>
                  <a:lnTo>
                    <a:pt x="6660894" y="111405"/>
                  </a:lnTo>
                  <a:lnTo>
                    <a:pt x="6732517" y="93383"/>
                  </a:lnTo>
                  <a:lnTo>
                    <a:pt x="6804139" y="75145"/>
                  </a:lnTo>
                  <a:lnTo>
                    <a:pt x="6875762" y="56691"/>
                  </a:lnTo>
                  <a:lnTo>
                    <a:pt x="6947385" y="38017"/>
                  </a:lnTo>
                  <a:lnTo>
                    <a:pt x="7019007" y="19121"/>
                  </a:lnTo>
                  <a:lnTo>
                    <a:pt x="7090630" y="0"/>
                  </a:lnTo>
                </a:path>
              </a:pathLst>
            </a:custGeom>
          </p:spPr>
          <p:txBody>
            <a:bodyPr/>
            <a:lstStyle/>
            <a:p/>
          </p:txBody>
        </p:sp>
        <p:sp>
          <p:nvSpPr>
            <p:cNvPr id="22" name="pl22"/>
            <p:cNvSpPr/>
            <p:nvPr/>
          </p:nvSpPr>
          <p:spPr>
            <a:xfrm>
              <a:off x="1172049" y="4681139"/>
              <a:ext cx="7090630" cy="364408"/>
            </a:xfrm>
            <a:custGeom>
              <a:avLst/>
              <a:pathLst>
                <a:path w="7090630" h="364408">
                  <a:moveTo>
                    <a:pt x="7090630" y="227758"/>
                  </a:moveTo>
                  <a:lnTo>
                    <a:pt x="7019007" y="224037"/>
                  </a:lnTo>
                  <a:lnTo>
                    <a:pt x="6947385" y="220295"/>
                  </a:lnTo>
                  <a:lnTo>
                    <a:pt x="6875762" y="216531"/>
                  </a:lnTo>
                  <a:lnTo>
                    <a:pt x="6804139" y="212745"/>
                  </a:lnTo>
                  <a:lnTo>
                    <a:pt x="6732517" y="208937"/>
                  </a:lnTo>
                  <a:lnTo>
                    <a:pt x="6660894" y="205107"/>
                  </a:lnTo>
                  <a:lnTo>
                    <a:pt x="6589272" y="201255"/>
                  </a:lnTo>
                  <a:lnTo>
                    <a:pt x="6517649" y="197380"/>
                  </a:lnTo>
                  <a:lnTo>
                    <a:pt x="6446027" y="193483"/>
                  </a:lnTo>
                  <a:lnTo>
                    <a:pt x="6374404" y="189563"/>
                  </a:lnTo>
                  <a:lnTo>
                    <a:pt x="6302782" y="185620"/>
                  </a:lnTo>
                  <a:lnTo>
                    <a:pt x="6231159" y="181655"/>
                  </a:lnTo>
                  <a:lnTo>
                    <a:pt x="6159537" y="177666"/>
                  </a:lnTo>
                  <a:lnTo>
                    <a:pt x="6087914" y="173655"/>
                  </a:lnTo>
                  <a:lnTo>
                    <a:pt x="6016292" y="169620"/>
                  </a:lnTo>
                  <a:lnTo>
                    <a:pt x="5944669" y="165561"/>
                  </a:lnTo>
                  <a:lnTo>
                    <a:pt x="5873047" y="161479"/>
                  </a:lnTo>
                  <a:lnTo>
                    <a:pt x="5801424" y="157373"/>
                  </a:lnTo>
                  <a:lnTo>
                    <a:pt x="5729802" y="153243"/>
                  </a:lnTo>
                  <a:lnTo>
                    <a:pt x="5658179" y="149090"/>
                  </a:lnTo>
                  <a:lnTo>
                    <a:pt x="5586557" y="144912"/>
                  </a:lnTo>
                  <a:lnTo>
                    <a:pt x="5514934" y="140710"/>
                  </a:lnTo>
                  <a:lnTo>
                    <a:pt x="5443311" y="136484"/>
                  </a:lnTo>
                  <a:lnTo>
                    <a:pt x="5371689" y="132232"/>
                  </a:lnTo>
                  <a:lnTo>
                    <a:pt x="5300066" y="127957"/>
                  </a:lnTo>
                  <a:lnTo>
                    <a:pt x="5228444" y="123656"/>
                  </a:lnTo>
                  <a:lnTo>
                    <a:pt x="5156821" y="119331"/>
                  </a:lnTo>
                  <a:lnTo>
                    <a:pt x="5085199" y="114980"/>
                  </a:lnTo>
                  <a:lnTo>
                    <a:pt x="5013576" y="110604"/>
                  </a:lnTo>
                  <a:lnTo>
                    <a:pt x="4941954" y="106202"/>
                  </a:lnTo>
                  <a:lnTo>
                    <a:pt x="4870331" y="101775"/>
                  </a:lnTo>
                  <a:lnTo>
                    <a:pt x="4798709" y="97323"/>
                  </a:lnTo>
                  <a:lnTo>
                    <a:pt x="4727086" y="92844"/>
                  </a:lnTo>
                  <a:lnTo>
                    <a:pt x="4655464" y="88340"/>
                  </a:lnTo>
                  <a:lnTo>
                    <a:pt x="4583841" y="83809"/>
                  </a:lnTo>
                  <a:lnTo>
                    <a:pt x="4512219" y="79252"/>
                  </a:lnTo>
                  <a:lnTo>
                    <a:pt x="4440596" y="74668"/>
                  </a:lnTo>
                  <a:lnTo>
                    <a:pt x="4368974" y="70058"/>
                  </a:lnTo>
                  <a:lnTo>
                    <a:pt x="4297351" y="65421"/>
                  </a:lnTo>
                  <a:lnTo>
                    <a:pt x="4225729" y="60757"/>
                  </a:lnTo>
                  <a:lnTo>
                    <a:pt x="4154106" y="56066"/>
                  </a:lnTo>
                  <a:lnTo>
                    <a:pt x="4082483" y="51347"/>
                  </a:lnTo>
                  <a:lnTo>
                    <a:pt x="4010861" y="46602"/>
                  </a:lnTo>
                  <a:lnTo>
                    <a:pt x="3939238" y="41828"/>
                  </a:lnTo>
                  <a:lnTo>
                    <a:pt x="3867616" y="37027"/>
                  </a:lnTo>
                  <a:lnTo>
                    <a:pt x="3795993" y="32198"/>
                  </a:lnTo>
                  <a:lnTo>
                    <a:pt x="3724371" y="27341"/>
                  </a:lnTo>
                  <a:lnTo>
                    <a:pt x="3652748" y="22456"/>
                  </a:lnTo>
                  <a:lnTo>
                    <a:pt x="3581126" y="17542"/>
                  </a:lnTo>
                  <a:lnTo>
                    <a:pt x="3509503" y="12600"/>
                  </a:lnTo>
                  <a:lnTo>
                    <a:pt x="3437881" y="7629"/>
                  </a:lnTo>
                  <a:lnTo>
                    <a:pt x="3366258" y="2630"/>
                  </a:lnTo>
                  <a:lnTo>
                    <a:pt x="3294636" y="0"/>
                  </a:lnTo>
                  <a:lnTo>
                    <a:pt x="3223013" y="10212"/>
                  </a:lnTo>
                  <a:lnTo>
                    <a:pt x="3151391" y="20304"/>
                  </a:lnTo>
                  <a:lnTo>
                    <a:pt x="3079768" y="30277"/>
                  </a:lnTo>
                  <a:lnTo>
                    <a:pt x="3008146" y="40133"/>
                  </a:lnTo>
                  <a:lnTo>
                    <a:pt x="2936523" y="49874"/>
                  </a:lnTo>
                  <a:lnTo>
                    <a:pt x="2864901" y="59499"/>
                  </a:lnTo>
                  <a:lnTo>
                    <a:pt x="2793278" y="69011"/>
                  </a:lnTo>
                  <a:lnTo>
                    <a:pt x="2721655" y="78412"/>
                  </a:lnTo>
                  <a:lnTo>
                    <a:pt x="2650033" y="87702"/>
                  </a:lnTo>
                  <a:lnTo>
                    <a:pt x="2578410" y="96882"/>
                  </a:lnTo>
                  <a:lnTo>
                    <a:pt x="2506788" y="105955"/>
                  </a:lnTo>
                  <a:lnTo>
                    <a:pt x="2435165" y="114920"/>
                  </a:lnTo>
                  <a:lnTo>
                    <a:pt x="2363543" y="123781"/>
                  </a:lnTo>
                  <a:lnTo>
                    <a:pt x="2291920" y="132537"/>
                  </a:lnTo>
                  <a:lnTo>
                    <a:pt x="2220298" y="141190"/>
                  </a:lnTo>
                  <a:lnTo>
                    <a:pt x="2148675" y="149741"/>
                  </a:lnTo>
                  <a:lnTo>
                    <a:pt x="2077053" y="158192"/>
                  </a:lnTo>
                  <a:lnTo>
                    <a:pt x="2005430" y="166543"/>
                  </a:lnTo>
                  <a:lnTo>
                    <a:pt x="1933808" y="174796"/>
                  </a:lnTo>
                  <a:lnTo>
                    <a:pt x="1862185" y="182952"/>
                  </a:lnTo>
                  <a:lnTo>
                    <a:pt x="1790563" y="191012"/>
                  </a:lnTo>
                  <a:lnTo>
                    <a:pt x="1718940" y="198977"/>
                  </a:lnTo>
                  <a:lnTo>
                    <a:pt x="1647318" y="206849"/>
                  </a:lnTo>
                  <a:lnTo>
                    <a:pt x="1575695" y="214627"/>
                  </a:lnTo>
                  <a:lnTo>
                    <a:pt x="1504073" y="222315"/>
                  </a:lnTo>
                  <a:lnTo>
                    <a:pt x="1432450" y="229912"/>
                  </a:lnTo>
                  <a:lnTo>
                    <a:pt x="1360827" y="237419"/>
                  </a:lnTo>
                  <a:lnTo>
                    <a:pt x="1289205" y="244838"/>
                  </a:lnTo>
                  <a:lnTo>
                    <a:pt x="1217582" y="252170"/>
                  </a:lnTo>
                  <a:lnTo>
                    <a:pt x="1145960" y="259416"/>
                  </a:lnTo>
                  <a:lnTo>
                    <a:pt x="1074337" y="266576"/>
                  </a:lnTo>
                  <a:lnTo>
                    <a:pt x="1002715" y="273652"/>
                  </a:lnTo>
                  <a:lnTo>
                    <a:pt x="931092" y="280645"/>
                  </a:lnTo>
                  <a:lnTo>
                    <a:pt x="859470" y="287556"/>
                  </a:lnTo>
                  <a:lnTo>
                    <a:pt x="787847" y="294385"/>
                  </a:lnTo>
                  <a:lnTo>
                    <a:pt x="716225" y="301134"/>
                  </a:lnTo>
                  <a:lnTo>
                    <a:pt x="644602" y="307804"/>
                  </a:lnTo>
                  <a:lnTo>
                    <a:pt x="572980" y="314395"/>
                  </a:lnTo>
                  <a:lnTo>
                    <a:pt x="501357" y="320909"/>
                  </a:lnTo>
                  <a:lnTo>
                    <a:pt x="429735" y="327346"/>
                  </a:lnTo>
                  <a:lnTo>
                    <a:pt x="358112" y="333707"/>
                  </a:lnTo>
                  <a:lnTo>
                    <a:pt x="286490" y="339993"/>
                  </a:lnTo>
                  <a:lnTo>
                    <a:pt x="214867" y="346206"/>
                  </a:lnTo>
                  <a:lnTo>
                    <a:pt x="143245" y="352345"/>
                  </a:lnTo>
                  <a:lnTo>
                    <a:pt x="71622" y="358412"/>
                  </a:lnTo>
                  <a:lnTo>
                    <a:pt x="0" y="364408"/>
                  </a:lnTo>
                </a:path>
              </a:pathLst>
            </a:custGeom>
          </p:spPr>
          <p:txBody>
            <a:bodyPr/>
            <a:lstStyle/>
            <a:p/>
          </p:txBody>
        </p:sp>
        <p:sp>
          <p:nvSpPr>
            <p:cNvPr id="23" name="pl23"/>
            <p:cNvSpPr/>
            <p:nvPr/>
          </p:nvSpPr>
          <p:spPr>
            <a:xfrm>
              <a:off x="1172049" y="4529046"/>
              <a:ext cx="7090630" cy="263644"/>
            </a:xfrm>
            <a:custGeom>
              <a:avLst/>
              <a:pathLst>
                <a:path w="7090630" h="263644">
                  <a:moveTo>
                    <a:pt x="0" y="263644"/>
                  </a:moveTo>
                  <a:lnTo>
                    <a:pt x="71622" y="261355"/>
                  </a:lnTo>
                  <a:lnTo>
                    <a:pt x="143245" y="259060"/>
                  </a:lnTo>
                  <a:lnTo>
                    <a:pt x="214867" y="256758"/>
                  </a:lnTo>
                  <a:lnTo>
                    <a:pt x="286490" y="254449"/>
                  </a:lnTo>
                  <a:lnTo>
                    <a:pt x="358112" y="252133"/>
                  </a:lnTo>
                  <a:lnTo>
                    <a:pt x="429735" y="249810"/>
                  </a:lnTo>
                  <a:lnTo>
                    <a:pt x="501357" y="247480"/>
                  </a:lnTo>
                  <a:lnTo>
                    <a:pt x="572980" y="245143"/>
                  </a:lnTo>
                  <a:lnTo>
                    <a:pt x="644602" y="242799"/>
                  </a:lnTo>
                  <a:lnTo>
                    <a:pt x="716225" y="240447"/>
                  </a:lnTo>
                  <a:lnTo>
                    <a:pt x="787847" y="238089"/>
                  </a:lnTo>
                  <a:lnTo>
                    <a:pt x="859470" y="235724"/>
                  </a:lnTo>
                  <a:lnTo>
                    <a:pt x="931092" y="233351"/>
                  </a:lnTo>
                  <a:lnTo>
                    <a:pt x="1002715" y="230971"/>
                  </a:lnTo>
                  <a:lnTo>
                    <a:pt x="1074337" y="228584"/>
                  </a:lnTo>
                  <a:lnTo>
                    <a:pt x="1145960" y="226190"/>
                  </a:lnTo>
                  <a:lnTo>
                    <a:pt x="1217582" y="223788"/>
                  </a:lnTo>
                  <a:lnTo>
                    <a:pt x="1289205" y="221379"/>
                  </a:lnTo>
                  <a:lnTo>
                    <a:pt x="1360827" y="218963"/>
                  </a:lnTo>
                  <a:lnTo>
                    <a:pt x="1432450" y="216540"/>
                  </a:lnTo>
                  <a:lnTo>
                    <a:pt x="1504073" y="214109"/>
                  </a:lnTo>
                  <a:lnTo>
                    <a:pt x="1575695" y="211671"/>
                  </a:lnTo>
                  <a:lnTo>
                    <a:pt x="1647318" y="209226"/>
                  </a:lnTo>
                  <a:lnTo>
                    <a:pt x="1718940" y="206773"/>
                  </a:lnTo>
                  <a:lnTo>
                    <a:pt x="1790563" y="204313"/>
                  </a:lnTo>
                  <a:lnTo>
                    <a:pt x="1862185" y="201845"/>
                  </a:lnTo>
                  <a:lnTo>
                    <a:pt x="1933808" y="199370"/>
                  </a:lnTo>
                  <a:lnTo>
                    <a:pt x="2005430" y="196887"/>
                  </a:lnTo>
                  <a:lnTo>
                    <a:pt x="2077053" y="194397"/>
                  </a:lnTo>
                  <a:lnTo>
                    <a:pt x="2148675" y="191900"/>
                  </a:lnTo>
                  <a:lnTo>
                    <a:pt x="2220298" y="189394"/>
                  </a:lnTo>
                  <a:lnTo>
                    <a:pt x="2291920" y="186882"/>
                  </a:lnTo>
                  <a:lnTo>
                    <a:pt x="2363543" y="184361"/>
                  </a:lnTo>
                  <a:lnTo>
                    <a:pt x="2435165" y="181833"/>
                  </a:lnTo>
                  <a:lnTo>
                    <a:pt x="2506788" y="179297"/>
                  </a:lnTo>
                  <a:lnTo>
                    <a:pt x="2578410" y="176754"/>
                  </a:lnTo>
                  <a:lnTo>
                    <a:pt x="2650033" y="174203"/>
                  </a:lnTo>
                  <a:lnTo>
                    <a:pt x="2721655" y="171644"/>
                  </a:lnTo>
                  <a:lnTo>
                    <a:pt x="2793278" y="169078"/>
                  </a:lnTo>
                  <a:lnTo>
                    <a:pt x="2864901" y="166504"/>
                  </a:lnTo>
                  <a:lnTo>
                    <a:pt x="2936523" y="163922"/>
                  </a:lnTo>
                  <a:lnTo>
                    <a:pt x="3008146" y="161332"/>
                  </a:lnTo>
                  <a:lnTo>
                    <a:pt x="3079768" y="158734"/>
                  </a:lnTo>
                  <a:lnTo>
                    <a:pt x="3151391" y="156129"/>
                  </a:lnTo>
                  <a:lnTo>
                    <a:pt x="3223013" y="153515"/>
                  </a:lnTo>
                  <a:lnTo>
                    <a:pt x="3294636" y="150894"/>
                  </a:lnTo>
                  <a:lnTo>
                    <a:pt x="3366258" y="148265"/>
                  </a:lnTo>
                  <a:lnTo>
                    <a:pt x="3437881" y="145627"/>
                  </a:lnTo>
                  <a:lnTo>
                    <a:pt x="3509503" y="142982"/>
                  </a:lnTo>
                  <a:lnTo>
                    <a:pt x="3581126" y="140329"/>
                  </a:lnTo>
                  <a:lnTo>
                    <a:pt x="3652748" y="137668"/>
                  </a:lnTo>
                  <a:lnTo>
                    <a:pt x="3724371" y="134999"/>
                  </a:lnTo>
                  <a:lnTo>
                    <a:pt x="3795993" y="132321"/>
                  </a:lnTo>
                  <a:lnTo>
                    <a:pt x="3867616" y="129636"/>
                  </a:lnTo>
                  <a:lnTo>
                    <a:pt x="3939238" y="126942"/>
                  </a:lnTo>
                  <a:lnTo>
                    <a:pt x="4010861" y="124241"/>
                  </a:lnTo>
                  <a:lnTo>
                    <a:pt x="4082483" y="121531"/>
                  </a:lnTo>
                  <a:lnTo>
                    <a:pt x="4154106" y="118813"/>
                  </a:lnTo>
                  <a:lnTo>
                    <a:pt x="4225729" y="116086"/>
                  </a:lnTo>
                  <a:lnTo>
                    <a:pt x="4297351" y="113352"/>
                  </a:lnTo>
                  <a:lnTo>
                    <a:pt x="4368974" y="110609"/>
                  </a:lnTo>
                  <a:lnTo>
                    <a:pt x="4440596" y="107858"/>
                  </a:lnTo>
                  <a:lnTo>
                    <a:pt x="4512219" y="105099"/>
                  </a:lnTo>
                  <a:lnTo>
                    <a:pt x="4583841" y="102331"/>
                  </a:lnTo>
                  <a:lnTo>
                    <a:pt x="4655464" y="99555"/>
                  </a:lnTo>
                  <a:lnTo>
                    <a:pt x="4727086" y="96770"/>
                  </a:lnTo>
                  <a:lnTo>
                    <a:pt x="4798709" y="93977"/>
                  </a:lnTo>
                  <a:lnTo>
                    <a:pt x="4870331" y="91176"/>
                  </a:lnTo>
                  <a:lnTo>
                    <a:pt x="4941954" y="88366"/>
                  </a:lnTo>
                  <a:lnTo>
                    <a:pt x="5013576" y="85547"/>
                  </a:lnTo>
                  <a:lnTo>
                    <a:pt x="5085199" y="82721"/>
                  </a:lnTo>
                  <a:lnTo>
                    <a:pt x="5156821" y="79885"/>
                  </a:lnTo>
                  <a:lnTo>
                    <a:pt x="5228444" y="77041"/>
                  </a:lnTo>
                  <a:lnTo>
                    <a:pt x="5300066" y="74188"/>
                  </a:lnTo>
                  <a:lnTo>
                    <a:pt x="5371689" y="71327"/>
                  </a:lnTo>
                  <a:lnTo>
                    <a:pt x="5443311" y="68457"/>
                  </a:lnTo>
                  <a:lnTo>
                    <a:pt x="5514934" y="65579"/>
                  </a:lnTo>
                  <a:lnTo>
                    <a:pt x="5586557" y="62691"/>
                  </a:lnTo>
                  <a:lnTo>
                    <a:pt x="5658179" y="59795"/>
                  </a:lnTo>
                  <a:lnTo>
                    <a:pt x="5729802" y="56891"/>
                  </a:lnTo>
                  <a:lnTo>
                    <a:pt x="5801424" y="53977"/>
                  </a:lnTo>
                  <a:lnTo>
                    <a:pt x="5873047" y="51055"/>
                  </a:lnTo>
                  <a:lnTo>
                    <a:pt x="5944669" y="48123"/>
                  </a:lnTo>
                  <a:lnTo>
                    <a:pt x="6016292" y="45183"/>
                  </a:lnTo>
                  <a:lnTo>
                    <a:pt x="6087914" y="42234"/>
                  </a:lnTo>
                  <a:lnTo>
                    <a:pt x="6159537" y="39276"/>
                  </a:lnTo>
                  <a:lnTo>
                    <a:pt x="6231159" y="36310"/>
                  </a:lnTo>
                  <a:lnTo>
                    <a:pt x="6302782" y="33334"/>
                  </a:lnTo>
                  <a:lnTo>
                    <a:pt x="6374404" y="30349"/>
                  </a:lnTo>
                  <a:lnTo>
                    <a:pt x="6446027" y="27355"/>
                  </a:lnTo>
                  <a:lnTo>
                    <a:pt x="6517649" y="24352"/>
                  </a:lnTo>
                  <a:lnTo>
                    <a:pt x="6589272" y="21340"/>
                  </a:lnTo>
                  <a:lnTo>
                    <a:pt x="6660894" y="18319"/>
                  </a:lnTo>
                  <a:lnTo>
                    <a:pt x="6732517" y="15289"/>
                  </a:lnTo>
                  <a:lnTo>
                    <a:pt x="6804139" y="12249"/>
                  </a:lnTo>
                  <a:lnTo>
                    <a:pt x="6875762" y="9201"/>
                  </a:lnTo>
                  <a:lnTo>
                    <a:pt x="6947385" y="6143"/>
                  </a:lnTo>
                  <a:lnTo>
                    <a:pt x="7019007" y="3076"/>
                  </a:lnTo>
                  <a:lnTo>
                    <a:pt x="7090630" y="0"/>
                  </a:lnTo>
                </a:path>
              </a:pathLst>
            </a:custGeom>
            <a:ln w="27101" cap="flat">
              <a:solidFill>
                <a:srgbClr val="FF8C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4" name="pl24"/>
            <p:cNvSpPr/>
            <p:nvPr/>
          </p:nvSpPr>
          <p:spPr>
            <a:xfrm>
              <a:off x="817517" y="4679530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13550" cap="flat">
              <a:solidFill>
                <a:srgbClr val="7F7F7F">
                  <a:alpha val="100000"/>
                </a:srgbClr>
              </a:solidFill>
              <a:prstDash val="dash"/>
              <a:round/>
            </a:ln>
          </p:spPr>
          <p:txBody>
            <a:bodyPr/>
            <a:lstStyle/>
            <a:p/>
          </p:txBody>
        </p:sp>
        <p:sp>
          <p:nvSpPr>
            <p:cNvPr id="25" name="pl25"/>
            <p:cNvSpPr/>
            <p:nvPr/>
          </p:nvSpPr>
          <p:spPr>
            <a:xfrm>
              <a:off x="4477897" y="1896563"/>
              <a:ext cx="0" cy="3826579"/>
            </a:xfrm>
            <a:custGeom>
              <a:avLst/>
              <a:pathLst>
                <a:path w="0" h="3826579">
                  <a:moveTo>
                    <a:pt x="0" y="382657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666666">
                  <a:alpha val="100000"/>
                </a:srgbClr>
              </a:solidFill>
              <a:prstDash val="dot"/>
              <a:round/>
            </a:ln>
          </p:spPr>
          <p:txBody>
            <a:bodyPr/>
            <a:lstStyle/>
            <a:p/>
          </p:txBody>
        </p:sp>
        <p:sp>
          <p:nvSpPr>
            <p:cNvPr id="26" name="tx26"/>
            <p:cNvSpPr/>
            <p:nvPr/>
          </p:nvSpPr>
          <p:spPr>
            <a:xfrm>
              <a:off x="692708" y="5509156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0</a:t>
              </a:r>
            </a:p>
          </p:txBody>
        </p:sp>
        <p:sp>
          <p:nvSpPr>
            <p:cNvPr id="27" name="tx27"/>
            <p:cNvSpPr/>
            <p:nvPr/>
          </p:nvSpPr>
          <p:spPr>
            <a:xfrm>
              <a:off x="692708" y="4639479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1</a:t>
              </a:r>
            </a:p>
          </p:txBody>
        </p:sp>
        <p:sp>
          <p:nvSpPr>
            <p:cNvPr id="28" name="tx28"/>
            <p:cNvSpPr/>
            <p:nvPr/>
          </p:nvSpPr>
          <p:spPr>
            <a:xfrm>
              <a:off x="692708" y="3769802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2</a:t>
              </a:r>
            </a:p>
          </p:txBody>
        </p:sp>
        <p:sp>
          <p:nvSpPr>
            <p:cNvPr id="29" name="tx29"/>
            <p:cNvSpPr/>
            <p:nvPr/>
          </p:nvSpPr>
          <p:spPr>
            <a:xfrm>
              <a:off x="692708" y="2900125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3</a:t>
              </a:r>
            </a:p>
          </p:txBody>
        </p:sp>
        <p:sp>
          <p:nvSpPr>
            <p:cNvPr id="30" name="tx30"/>
            <p:cNvSpPr/>
            <p:nvPr/>
          </p:nvSpPr>
          <p:spPr>
            <a:xfrm>
              <a:off x="692708" y="2030448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4</a:t>
              </a:r>
            </a:p>
          </p:txBody>
        </p:sp>
        <p:sp>
          <p:nvSpPr>
            <p:cNvPr id="31" name="tx31"/>
            <p:cNvSpPr/>
            <p:nvPr/>
          </p:nvSpPr>
          <p:spPr>
            <a:xfrm>
              <a:off x="1953669" y="5785772"/>
              <a:ext cx="223753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-100</a:t>
              </a:r>
            </a:p>
          </p:txBody>
        </p:sp>
        <p:sp>
          <p:nvSpPr>
            <p:cNvPr id="32" name="tx32"/>
            <p:cNvSpPr/>
            <p:nvPr/>
          </p:nvSpPr>
          <p:spPr>
            <a:xfrm>
              <a:off x="4455796" y="5785772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0</a:t>
              </a:r>
            </a:p>
          </p:txBody>
        </p:sp>
        <p:sp>
          <p:nvSpPr>
            <p:cNvPr id="33" name="tx33"/>
            <p:cNvSpPr/>
            <p:nvPr/>
          </p:nvSpPr>
          <p:spPr>
            <a:xfrm>
              <a:off x="6814957" y="5785772"/>
              <a:ext cx="186537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100</a:t>
              </a:r>
            </a:p>
          </p:txBody>
        </p:sp>
        <p:sp>
          <p:nvSpPr>
            <p:cNvPr id="34" name="tx34"/>
            <p:cNvSpPr/>
            <p:nvPr/>
          </p:nvSpPr>
          <p:spPr>
            <a:xfrm>
              <a:off x="3987536" y="5925448"/>
              <a:ext cx="1459656" cy="100218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0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Dose Discrepancy (mg)</a:t>
              </a:r>
            </a:p>
          </p:txBody>
        </p:sp>
        <p:sp>
          <p:nvSpPr>
            <p:cNvPr id="35" name="tx35"/>
            <p:cNvSpPr/>
            <p:nvPr/>
          </p:nvSpPr>
          <p:spPr>
            <a:xfrm rot="-5400000">
              <a:off x="68446" y="3759743"/>
              <a:ext cx="1016904" cy="100218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0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subHR (95% CI)</a:t>
              </a:r>
            </a:p>
          </p:txBody>
        </p:sp>
        <p:sp>
          <p:nvSpPr>
            <p:cNvPr id="36" name="tx36"/>
            <p:cNvSpPr/>
            <p:nvPr/>
          </p:nvSpPr>
          <p:spPr>
            <a:xfrm>
              <a:off x="817517" y="1669789"/>
              <a:ext cx="2681569" cy="120152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32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32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Overall Hospitalization (Carboplatin)</a:t>
              </a:r>
            </a:p>
          </p:txBody>
        </p:sp>
      </p:grpSp>
    </p:spTree>
  </p:cSld>
  <p:clrMapOvr>
    <a:masterClrMapping/>
  </p:clrMapOvr>
</p:sld>
</file>

<file path=ppt/tags/tag1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_AMO_UNIQUEIDENTIFIER" val="Empty"/>
</p:tagLst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shade val="51000"/>
                <a:satMod val="130000"/>
              </a:schemeClr>
            </a:gs>
            <a:gs pos="80000">
              <a:schemeClr val="phClr">
                <a:shade val="93000"/>
                <a:satMod val="130000"/>
              </a:schemeClr>
            </a:gs>
            <a:gs pos="100000">
              <a:schemeClr val="phClr">
                <a:shade val="94000"/>
                <a:satMod val="135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/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Macintosh PowerPoint</Application>
  <PresentationFormat>Présentation à l'écran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Thème</vt:lpstr>
      </vt:variant>
      <vt:variant>
        <vt:i4>1</vt:i4>
      </vt:variant>
      <vt:variant>
        <vt:lpstr>Titres des diapositives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mitype="http://purl.org/dc/dcmitype/" xmlns:dcterms="http://purl.org/dc/terms/" xmlns:xsi="http://www.w3.org/2001/XMLSchema-instance">
  <dc:title/>
  <dc:subject/>
  <dc:creator/>
  <cp:keywords/>
  <dc:description/>
  <cp:lastModifiedBy>to909</cp:lastModifiedBy>
  <cp:revision>3</cp:revision>
  <dcterms:created xsi:type="dcterms:W3CDTF">2017-02-13T16:18:36Z</dcterms:created>
  <dcterms:modified xsi:type="dcterms:W3CDTF">2026-07-07T08:49:14Z</dcterms:modified>
  <cp:category/>
</cp:coreProperties>
</file>