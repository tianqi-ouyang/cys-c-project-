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7039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1653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9626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70881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4549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3434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0896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83574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5818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2073503"/>
              <a:ext cx="7090630" cy="3160543"/>
            </a:xfrm>
            <a:custGeom>
              <a:avLst/>
              <a:pathLst>
                <a:path w="7090630" h="3160543">
                  <a:moveTo>
                    <a:pt x="893540" y="0"/>
                  </a:moveTo>
                  <a:lnTo>
                    <a:pt x="931092" y="50153"/>
                  </a:lnTo>
                  <a:lnTo>
                    <a:pt x="1002715" y="143216"/>
                  </a:lnTo>
                  <a:lnTo>
                    <a:pt x="1074337" y="233756"/>
                  </a:lnTo>
                  <a:lnTo>
                    <a:pt x="1145960" y="321843"/>
                  </a:lnTo>
                  <a:lnTo>
                    <a:pt x="1217582" y="407542"/>
                  </a:lnTo>
                  <a:lnTo>
                    <a:pt x="1289205" y="490918"/>
                  </a:lnTo>
                  <a:lnTo>
                    <a:pt x="1360827" y="572035"/>
                  </a:lnTo>
                  <a:lnTo>
                    <a:pt x="1432450" y="650952"/>
                  </a:lnTo>
                  <a:lnTo>
                    <a:pt x="1504073" y="727731"/>
                  </a:lnTo>
                  <a:lnTo>
                    <a:pt x="1575695" y="802429"/>
                  </a:lnTo>
                  <a:lnTo>
                    <a:pt x="1647318" y="875103"/>
                  </a:lnTo>
                  <a:lnTo>
                    <a:pt x="1718940" y="945806"/>
                  </a:lnTo>
                  <a:lnTo>
                    <a:pt x="1790563" y="1014594"/>
                  </a:lnTo>
                  <a:lnTo>
                    <a:pt x="1862185" y="1081517"/>
                  </a:lnTo>
                  <a:lnTo>
                    <a:pt x="1933808" y="1146626"/>
                  </a:lnTo>
                  <a:lnTo>
                    <a:pt x="2005430" y="1209970"/>
                  </a:lnTo>
                  <a:lnTo>
                    <a:pt x="2077053" y="1271598"/>
                  </a:lnTo>
                  <a:lnTo>
                    <a:pt x="2148675" y="1331555"/>
                  </a:lnTo>
                  <a:lnTo>
                    <a:pt x="2220298" y="1389887"/>
                  </a:lnTo>
                  <a:lnTo>
                    <a:pt x="2291920" y="1446638"/>
                  </a:lnTo>
                  <a:lnTo>
                    <a:pt x="2363543" y="1501851"/>
                  </a:lnTo>
                  <a:lnTo>
                    <a:pt x="2435165" y="1555568"/>
                  </a:lnTo>
                  <a:lnTo>
                    <a:pt x="2506788" y="1607828"/>
                  </a:lnTo>
                  <a:lnTo>
                    <a:pt x="2578410" y="1658673"/>
                  </a:lnTo>
                  <a:lnTo>
                    <a:pt x="2650033" y="1708139"/>
                  </a:lnTo>
                  <a:lnTo>
                    <a:pt x="2721655" y="1756264"/>
                  </a:lnTo>
                  <a:lnTo>
                    <a:pt x="2793278" y="1803085"/>
                  </a:lnTo>
                  <a:lnTo>
                    <a:pt x="2864901" y="1848637"/>
                  </a:lnTo>
                  <a:lnTo>
                    <a:pt x="2936523" y="1892954"/>
                  </a:lnTo>
                  <a:lnTo>
                    <a:pt x="3008146" y="1936071"/>
                  </a:lnTo>
                  <a:lnTo>
                    <a:pt x="3079768" y="1978018"/>
                  </a:lnTo>
                  <a:lnTo>
                    <a:pt x="3151391" y="2018829"/>
                  </a:lnTo>
                  <a:lnTo>
                    <a:pt x="3223013" y="2058534"/>
                  </a:lnTo>
                  <a:lnTo>
                    <a:pt x="3294636" y="2097162"/>
                  </a:lnTo>
                  <a:lnTo>
                    <a:pt x="3366258" y="2134743"/>
                  </a:lnTo>
                  <a:lnTo>
                    <a:pt x="3437881" y="2171306"/>
                  </a:lnTo>
                  <a:lnTo>
                    <a:pt x="3509503" y="2206878"/>
                  </a:lnTo>
                  <a:lnTo>
                    <a:pt x="3581126" y="2241486"/>
                  </a:lnTo>
                  <a:lnTo>
                    <a:pt x="3652748" y="2275156"/>
                  </a:lnTo>
                  <a:lnTo>
                    <a:pt x="3724371" y="2307913"/>
                  </a:lnTo>
                  <a:lnTo>
                    <a:pt x="3795993" y="2339782"/>
                  </a:lnTo>
                  <a:lnTo>
                    <a:pt x="3867616" y="2370788"/>
                  </a:lnTo>
                  <a:lnTo>
                    <a:pt x="3939238" y="2400953"/>
                  </a:lnTo>
                  <a:lnTo>
                    <a:pt x="4010861" y="2430301"/>
                  </a:lnTo>
                  <a:lnTo>
                    <a:pt x="4082483" y="2458853"/>
                  </a:lnTo>
                  <a:lnTo>
                    <a:pt x="4154106" y="2486631"/>
                  </a:lnTo>
                  <a:lnTo>
                    <a:pt x="4225729" y="2513656"/>
                  </a:lnTo>
                  <a:lnTo>
                    <a:pt x="4297351" y="2539949"/>
                  </a:lnTo>
                  <a:lnTo>
                    <a:pt x="4368974" y="2565530"/>
                  </a:lnTo>
                  <a:lnTo>
                    <a:pt x="4440596" y="2590417"/>
                  </a:lnTo>
                  <a:lnTo>
                    <a:pt x="4512219" y="2614629"/>
                  </a:lnTo>
                  <a:lnTo>
                    <a:pt x="4583841" y="2638185"/>
                  </a:lnTo>
                  <a:lnTo>
                    <a:pt x="4655464" y="2656604"/>
                  </a:lnTo>
                  <a:lnTo>
                    <a:pt x="4727086" y="2664281"/>
                  </a:lnTo>
                  <a:lnTo>
                    <a:pt x="4798709" y="2671887"/>
                  </a:lnTo>
                  <a:lnTo>
                    <a:pt x="4870331" y="2679423"/>
                  </a:lnTo>
                  <a:lnTo>
                    <a:pt x="4941954" y="2686889"/>
                  </a:lnTo>
                  <a:lnTo>
                    <a:pt x="5013576" y="2694285"/>
                  </a:lnTo>
                  <a:lnTo>
                    <a:pt x="5085199" y="2701613"/>
                  </a:lnTo>
                  <a:lnTo>
                    <a:pt x="5156821" y="2708872"/>
                  </a:lnTo>
                  <a:lnTo>
                    <a:pt x="5228444" y="2716064"/>
                  </a:lnTo>
                  <a:lnTo>
                    <a:pt x="5300066" y="2723190"/>
                  </a:lnTo>
                  <a:lnTo>
                    <a:pt x="5371689" y="2730249"/>
                  </a:lnTo>
                  <a:lnTo>
                    <a:pt x="5443311" y="2737243"/>
                  </a:lnTo>
                  <a:lnTo>
                    <a:pt x="5514934" y="2744172"/>
                  </a:lnTo>
                  <a:lnTo>
                    <a:pt x="5586557" y="2751037"/>
                  </a:lnTo>
                  <a:lnTo>
                    <a:pt x="5658179" y="2757838"/>
                  </a:lnTo>
                  <a:lnTo>
                    <a:pt x="5729802" y="2764575"/>
                  </a:lnTo>
                  <a:lnTo>
                    <a:pt x="5801424" y="2771251"/>
                  </a:lnTo>
                  <a:lnTo>
                    <a:pt x="5873047" y="2777864"/>
                  </a:lnTo>
                  <a:lnTo>
                    <a:pt x="5944669" y="2784416"/>
                  </a:lnTo>
                  <a:lnTo>
                    <a:pt x="6016292" y="2790907"/>
                  </a:lnTo>
                  <a:lnTo>
                    <a:pt x="6087914" y="2797338"/>
                  </a:lnTo>
                  <a:lnTo>
                    <a:pt x="6159537" y="2803709"/>
                  </a:lnTo>
                  <a:lnTo>
                    <a:pt x="6231159" y="2810021"/>
                  </a:lnTo>
                  <a:lnTo>
                    <a:pt x="6302782" y="2816274"/>
                  </a:lnTo>
                  <a:lnTo>
                    <a:pt x="6374404" y="2822470"/>
                  </a:lnTo>
                  <a:lnTo>
                    <a:pt x="6446027" y="2828607"/>
                  </a:lnTo>
                  <a:lnTo>
                    <a:pt x="6517649" y="2834688"/>
                  </a:lnTo>
                  <a:lnTo>
                    <a:pt x="6589272" y="2840713"/>
                  </a:lnTo>
                  <a:lnTo>
                    <a:pt x="6660894" y="2846681"/>
                  </a:lnTo>
                  <a:lnTo>
                    <a:pt x="6732517" y="2852595"/>
                  </a:lnTo>
                  <a:lnTo>
                    <a:pt x="6804139" y="2858453"/>
                  </a:lnTo>
                  <a:lnTo>
                    <a:pt x="6875762" y="2864257"/>
                  </a:lnTo>
                  <a:lnTo>
                    <a:pt x="6947385" y="2870007"/>
                  </a:lnTo>
                  <a:lnTo>
                    <a:pt x="7019007" y="2875703"/>
                  </a:lnTo>
                  <a:lnTo>
                    <a:pt x="7090630" y="2881347"/>
                  </a:lnTo>
                  <a:lnTo>
                    <a:pt x="7090630" y="3160543"/>
                  </a:lnTo>
                  <a:lnTo>
                    <a:pt x="7019007" y="3151539"/>
                  </a:lnTo>
                  <a:lnTo>
                    <a:pt x="6947385" y="3142284"/>
                  </a:lnTo>
                  <a:lnTo>
                    <a:pt x="6875762" y="3132772"/>
                  </a:lnTo>
                  <a:lnTo>
                    <a:pt x="6804139" y="3122994"/>
                  </a:lnTo>
                  <a:lnTo>
                    <a:pt x="6732517" y="3112944"/>
                  </a:lnTo>
                  <a:lnTo>
                    <a:pt x="6660894" y="3102614"/>
                  </a:lnTo>
                  <a:lnTo>
                    <a:pt x="6589272" y="3091996"/>
                  </a:lnTo>
                  <a:lnTo>
                    <a:pt x="6517649" y="3081082"/>
                  </a:lnTo>
                  <a:lnTo>
                    <a:pt x="6446027" y="3069865"/>
                  </a:lnTo>
                  <a:lnTo>
                    <a:pt x="6374404" y="3058334"/>
                  </a:lnTo>
                  <a:lnTo>
                    <a:pt x="6302782" y="3046483"/>
                  </a:lnTo>
                  <a:lnTo>
                    <a:pt x="6231159" y="3034301"/>
                  </a:lnTo>
                  <a:lnTo>
                    <a:pt x="6159537" y="3021780"/>
                  </a:lnTo>
                  <a:lnTo>
                    <a:pt x="6087914" y="3008911"/>
                  </a:lnTo>
                  <a:lnTo>
                    <a:pt x="6016292" y="2995682"/>
                  </a:lnTo>
                  <a:lnTo>
                    <a:pt x="5944669" y="2982086"/>
                  </a:lnTo>
                  <a:lnTo>
                    <a:pt x="5873047" y="2968110"/>
                  </a:lnTo>
                  <a:lnTo>
                    <a:pt x="5801424" y="2953745"/>
                  </a:lnTo>
                  <a:lnTo>
                    <a:pt x="5729802" y="2938980"/>
                  </a:lnTo>
                  <a:lnTo>
                    <a:pt x="5658179" y="2923803"/>
                  </a:lnTo>
                  <a:lnTo>
                    <a:pt x="5586557" y="2908204"/>
                  </a:lnTo>
                  <a:lnTo>
                    <a:pt x="5514934" y="2892170"/>
                  </a:lnTo>
                  <a:lnTo>
                    <a:pt x="5443311" y="2875690"/>
                  </a:lnTo>
                  <a:lnTo>
                    <a:pt x="5371689" y="2858750"/>
                  </a:lnTo>
                  <a:lnTo>
                    <a:pt x="5300066" y="2841339"/>
                  </a:lnTo>
                  <a:lnTo>
                    <a:pt x="5228444" y="2823442"/>
                  </a:lnTo>
                  <a:lnTo>
                    <a:pt x="5156821" y="2805047"/>
                  </a:lnTo>
                  <a:lnTo>
                    <a:pt x="5085199" y="2786139"/>
                  </a:lnTo>
                  <a:lnTo>
                    <a:pt x="5013576" y="2766705"/>
                  </a:lnTo>
                  <a:lnTo>
                    <a:pt x="4941954" y="2746729"/>
                  </a:lnTo>
                  <a:lnTo>
                    <a:pt x="4870331" y="2726196"/>
                  </a:lnTo>
                  <a:lnTo>
                    <a:pt x="4798709" y="2705092"/>
                  </a:lnTo>
                  <a:lnTo>
                    <a:pt x="4727086" y="2683400"/>
                  </a:lnTo>
                  <a:lnTo>
                    <a:pt x="4655464" y="2661103"/>
                  </a:lnTo>
                  <a:lnTo>
                    <a:pt x="4583841" y="2648854"/>
                  </a:lnTo>
                  <a:lnTo>
                    <a:pt x="4512219" y="2641033"/>
                  </a:lnTo>
                  <a:lnTo>
                    <a:pt x="4440596" y="2633137"/>
                  </a:lnTo>
                  <a:lnTo>
                    <a:pt x="4368974" y="2625168"/>
                  </a:lnTo>
                  <a:lnTo>
                    <a:pt x="4297351" y="2617124"/>
                  </a:lnTo>
                  <a:lnTo>
                    <a:pt x="4225729" y="2609005"/>
                  </a:lnTo>
                  <a:lnTo>
                    <a:pt x="4154106" y="2600810"/>
                  </a:lnTo>
                  <a:lnTo>
                    <a:pt x="4082483" y="2592538"/>
                  </a:lnTo>
                  <a:lnTo>
                    <a:pt x="4010861" y="2584188"/>
                  </a:lnTo>
                  <a:lnTo>
                    <a:pt x="3939238" y="2575760"/>
                  </a:lnTo>
                  <a:lnTo>
                    <a:pt x="3867616" y="2567254"/>
                  </a:lnTo>
                  <a:lnTo>
                    <a:pt x="3795993" y="2558667"/>
                  </a:lnTo>
                  <a:lnTo>
                    <a:pt x="3724371" y="2550000"/>
                  </a:lnTo>
                  <a:lnTo>
                    <a:pt x="3652748" y="2541252"/>
                  </a:lnTo>
                  <a:lnTo>
                    <a:pt x="3581126" y="2532422"/>
                  </a:lnTo>
                  <a:lnTo>
                    <a:pt x="3509503" y="2523509"/>
                  </a:lnTo>
                  <a:lnTo>
                    <a:pt x="3437881" y="2514513"/>
                  </a:lnTo>
                  <a:lnTo>
                    <a:pt x="3366258" y="2505432"/>
                  </a:lnTo>
                  <a:lnTo>
                    <a:pt x="3294636" y="2496267"/>
                  </a:lnTo>
                  <a:lnTo>
                    <a:pt x="3223013" y="2487015"/>
                  </a:lnTo>
                  <a:lnTo>
                    <a:pt x="3151391" y="2477677"/>
                  </a:lnTo>
                  <a:lnTo>
                    <a:pt x="3079768" y="2468251"/>
                  </a:lnTo>
                  <a:lnTo>
                    <a:pt x="3008146" y="2458738"/>
                  </a:lnTo>
                  <a:lnTo>
                    <a:pt x="2936523" y="2449134"/>
                  </a:lnTo>
                  <a:lnTo>
                    <a:pt x="2864901" y="2439441"/>
                  </a:lnTo>
                  <a:lnTo>
                    <a:pt x="2793278" y="2429657"/>
                  </a:lnTo>
                  <a:lnTo>
                    <a:pt x="2721655" y="2419782"/>
                  </a:lnTo>
                  <a:lnTo>
                    <a:pt x="2650033" y="2409814"/>
                  </a:lnTo>
                  <a:lnTo>
                    <a:pt x="2578410" y="2399752"/>
                  </a:lnTo>
                  <a:lnTo>
                    <a:pt x="2506788" y="2389597"/>
                  </a:lnTo>
                  <a:lnTo>
                    <a:pt x="2435165" y="2379346"/>
                  </a:lnTo>
                  <a:lnTo>
                    <a:pt x="2363543" y="2368999"/>
                  </a:lnTo>
                  <a:lnTo>
                    <a:pt x="2291920" y="2358555"/>
                  </a:lnTo>
                  <a:lnTo>
                    <a:pt x="2220298" y="2348013"/>
                  </a:lnTo>
                  <a:lnTo>
                    <a:pt x="2148675" y="2337373"/>
                  </a:lnTo>
                  <a:lnTo>
                    <a:pt x="2077053" y="2326633"/>
                  </a:lnTo>
                  <a:lnTo>
                    <a:pt x="2005430" y="2315792"/>
                  </a:lnTo>
                  <a:lnTo>
                    <a:pt x="1933808" y="2304850"/>
                  </a:lnTo>
                  <a:lnTo>
                    <a:pt x="1862185" y="2293805"/>
                  </a:lnTo>
                  <a:lnTo>
                    <a:pt x="1790563" y="2282656"/>
                  </a:lnTo>
                  <a:lnTo>
                    <a:pt x="1718940" y="2271404"/>
                  </a:lnTo>
                  <a:lnTo>
                    <a:pt x="1647318" y="2260045"/>
                  </a:lnTo>
                  <a:lnTo>
                    <a:pt x="1575695" y="2248581"/>
                  </a:lnTo>
                  <a:lnTo>
                    <a:pt x="1504073" y="2237009"/>
                  </a:lnTo>
                  <a:lnTo>
                    <a:pt x="1432450" y="2225328"/>
                  </a:lnTo>
                  <a:lnTo>
                    <a:pt x="1360827" y="2213538"/>
                  </a:lnTo>
                  <a:lnTo>
                    <a:pt x="1289205" y="2201638"/>
                  </a:lnTo>
                  <a:lnTo>
                    <a:pt x="1217582" y="2189626"/>
                  </a:lnTo>
                  <a:lnTo>
                    <a:pt x="1145960" y="2177502"/>
                  </a:lnTo>
                  <a:lnTo>
                    <a:pt x="1074337" y="2165264"/>
                  </a:lnTo>
                  <a:lnTo>
                    <a:pt x="1002715" y="2152911"/>
                  </a:lnTo>
                  <a:lnTo>
                    <a:pt x="931092" y="2140443"/>
                  </a:lnTo>
                  <a:lnTo>
                    <a:pt x="859470" y="2127858"/>
                  </a:lnTo>
                  <a:lnTo>
                    <a:pt x="787847" y="2115155"/>
                  </a:lnTo>
                  <a:lnTo>
                    <a:pt x="716225" y="2102333"/>
                  </a:lnTo>
                  <a:lnTo>
                    <a:pt x="644602" y="2089390"/>
                  </a:lnTo>
                  <a:lnTo>
                    <a:pt x="572980" y="2076327"/>
                  </a:lnTo>
                  <a:lnTo>
                    <a:pt x="501357" y="2063141"/>
                  </a:lnTo>
                  <a:lnTo>
                    <a:pt x="429735" y="2049832"/>
                  </a:lnTo>
                  <a:lnTo>
                    <a:pt x="358112" y="2036398"/>
                  </a:lnTo>
                  <a:lnTo>
                    <a:pt x="286490" y="2022838"/>
                  </a:lnTo>
                  <a:lnTo>
                    <a:pt x="214867" y="2009151"/>
                  </a:lnTo>
                  <a:lnTo>
                    <a:pt x="143245" y="1995336"/>
                  </a:lnTo>
                  <a:lnTo>
                    <a:pt x="71622" y="1981391"/>
                  </a:lnTo>
                  <a:lnTo>
                    <a:pt x="0" y="1967316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65589" y="2073503"/>
              <a:ext cx="6197090" cy="2881347"/>
            </a:xfrm>
            <a:custGeom>
              <a:avLst/>
              <a:pathLst>
                <a:path w="6197090" h="2881347">
                  <a:moveTo>
                    <a:pt x="0" y="0"/>
                  </a:moveTo>
                  <a:lnTo>
                    <a:pt x="37552" y="50153"/>
                  </a:lnTo>
                  <a:lnTo>
                    <a:pt x="109175" y="143216"/>
                  </a:lnTo>
                  <a:lnTo>
                    <a:pt x="180797" y="233756"/>
                  </a:lnTo>
                  <a:lnTo>
                    <a:pt x="252420" y="321843"/>
                  </a:lnTo>
                  <a:lnTo>
                    <a:pt x="324042" y="407542"/>
                  </a:lnTo>
                  <a:lnTo>
                    <a:pt x="395665" y="490918"/>
                  </a:lnTo>
                  <a:lnTo>
                    <a:pt x="467287" y="572035"/>
                  </a:lnTo>
                  <a:lnTo>
                    <a:pt x="538910" y="650952"/>
                  </a:lnTo>
                  <a:lnTo>
                    <a:pt x="610532" y="727731"/>
                  </a:lnTo>
                  <a:lnTo>
                    <a:pt x="682155" y="802429"/>
                  </a:lnTo>
                  <a:lnTo>
                    <a:pt x="753778" y="875103"/>
                  </a:lnTo>
                  <a:lnTo>
                    <a:pt x="825400" y="945806"/>
                  </a:lnTo>
                  <a:lnTo>
                    <a:pt x="897023" y="1014594"/>
                  </a:lnTo>
                  <a:lnTo>
                    <a:pt x="968645" y="1081517"/>
                  </a:lnTo>
                  <a:lnTo>
                    <a:pt x="1040268" y="1146626"/>
                  </a:lnTo>
                  <a:lnTo>
                    <a:pt x="1111890" y="1209970"/>
                  </a:lnTo>
                  <a:lnTo>
                    <a:pt x="1183513" y="1271598"/>
                  </a:lnTo>
                  <a:lnTo>
                    <a:pt x="1255135" y="1331555"/>
                  </a:lnTo>
                  <a:lnTo>
                    <a:pt x="1326758" y="1389887"/>
                  </a:lnTo>
                  <a:lnTo>
                    <a:pt x="1398380" y="1446638"/>
                  </a:lnTo>
                  <a:lnTo>
                    <a:pt x="1470003" y="1501851"/>
                  </a:lnTo>
                  <a:lnTo>
                    <a:pt x="1541625" y="1555568"/>
                  </a:lnTo>
                  <a:lnTo>
                    <a:pt x="1613248" y="1607828"/>
                  </a:lnTo>
                  <a:lnTo>
                    <a:pt x="1684870" y="1658673"/>
                  </a:lnTo>
                  <a:lnTo>
                    <a:pt x="1756493" y="1708139"/>
                  </a:lnTo>
                  <a:lnTo>
                    <a:pt x="1828115" y="1756264"/>
                  </a:lnTo>
                  <a:lnTo>
                    <a:pt x="1899738" y="1803085"/>
                  </a:lnTo>
                  <a:lnTo>
                    <a:pt x="1971360" y="1848637"/>
                  </a:lnTo>
                  <a:lnTo>
                    <a:pt x="2042983" y="1892954"/>
                  </a:lnTo>
                  <a:lnTo>
                    <a:pt x="2114606" y="1936071"/>
                  </a:lnTo>
                  <a:lnTo>
                    <a:pt x="2186228" y="1978018"/>
                  </a:lnTo>
                  <a:lnTo>
                    <a:pt x="2257851" y="2018829"/>
                  </a:lnTo>
                  <a:lnTo>
                    <a:pt x="2329473" y="2058534"/>
                  </a:lnTo>
                  <a:lnTo>
                    <a:pt x="2401096" y="2097162"/>
                  </a:lnTo>
                  <a:lnTo>
                    <a:pt x="2472718" y="2134743"/>
                  </a:lnTo>
                  <a:lnTo>
                    <a:pt x="2544341" y="2171306"/>
                  </a:lnTo>
                  <a:lnTo>
                    <a:pt x="2615963" y="2206878"/>
                  </a:lnTo>
                  <a:lnTo>
                    <a:pt x="2687586" y="2241486"/>
                  </a:lnTo>
                  <a:lnTo>
                    <a:pt x="2759208" y="2275156"/>
                  </a:lnTo>
                  <a:lnTo>
                    <a:pt x="2830831" y="2307913"/>
                  </a:lnTo>
                  <a:lnTo>
                    <a:pt x="2902453" y="2339782"/>
                  </a:lnTo>
                  <a:lnTo>
                    <a:pt x="2974076" y="2370788"/>
                  </a:lnTo>
                  <a:lnTo>
                    <a:pt x="3045698" y="2400953"/>
                  </a:lnTo>
                  <a:lnTo>
                    <a:pt x="3117321" y="2430301"/>
                  </a:lnTo>
                  <a:lnTo>
                    <a:pt x="3188943" y="2458853"/>
                  </a:lnTo>
                  <a:lnTo>
                    <a:pt x="3260566" y="2486631"/>
                  </a:lnTo>
                  <a:lnTo>
                    <a:pt x="3332188" y="2513656"/>
                  </a:lnTo>
                  <a:lnTo>
                    <a:pt x="3403811" y="2539949"/>
                  </a:lnTo>
                  <a:lnTo>
                    <a:pt x="3475434" y="2565530"/>
                  </a:lnTo>
                  <a:lnTo>
                    <a:pt x="3547056" y="2590417"/>
                  </a:lnTo>
                  <a:lnTo>
                    <a:pt x="3618679" y="2614629"/>
                  </a:lnTo>
                  <a:lnTo>
                    <a:pt x="3690301" y="2638185"/>
                  </a:lnTo>
                  <a:lnTo>
                    <a:pt x="3761924" y="2656604"/>
                  </a:lnTo>
                  <a:lnTo>
                    <a:pt x="3833546" y="2664281"/>
                  </a:lnTo>
                  <a:lnTo>
                    <a:pt x="3905169" y="2671887"/>
                  </a:lnTo>
                  <a:lnTo>
                    <a:pt x="3976791" y="2679423"/>
                  </a:lnTo>
                  <a:lnTo>
                    <a:pt x="4048414" y="2686889"/>
                  </a:lnTo>
                  <a:lnTo>
                    <a:pt x="4120036" y="2694285"/>
                  </a:lnTo>
                  <a:lnTo>
                    <a:pt x="4191659" y="2701613"/>
                  </a:lnTo>
                  <a:lnTo>
                    <a:pt x="4263281" y="2708872"/>
                  </a:lnTo>
                  <a:lnTo>
                    <a:pt x="4334904" y="2716064"/>
                  </a:lnTo>
                  <a:lnTo>
                    <a:pt x="4406526" y="2723190"/>
                  </a:lnTo>
                  <a:lnTo>
                    <a:pt x="4478149" y="2730249"/>
                  </a:lnTo>
                  <a:lnTo>
                    <a:pt x="4549771" y="2737243"/>
                  </a:lnTo>
                  <a:lnTo>
                    <a:pt x="4621394" y="2744172"/>
                  </a:lnTo>
                  <a:lnTo>
                    <a:pt x="4693016" y="2751037"/>
                  </a:lnTo>
                  <a:lnTo>
                    <a:pt x="4764639" y="2757838"/>
                  </a:lnTo>
                  <a:lnTo>
                    <a:pt x="4836262" y="2764575"/>
                  </a:lnTo>
                  <a:lnTo>
                    <a:pt x="4907884" y="2771251"/>
                  </a:lnTo>
                  <a:lnTo>
                    <a:pt x="4979507" y="2777864"/>
                  </a:lnTo>
                  <a:lnTo>
                    <a:pt x="5051129" y="2784416"/>
                  </a:lnTo>
                  <a:lnTo>
                    <a:pt x="5122752" y="2790907"/>
                  </a:lnTo>
                  <a:lnTo>
                    <a:pt x="5194374" y="2797338"/>
                  </a:lnTo>
                  <a:lnTo>
                    <a:pt x="5265997" y="2803709"/>
                  </a:lnTo>
                  <a:lnTo>
                    <a:pt x="5337619" y="2810021"/>
                  </a:lnTo>
                  <a:lnTo>
                    <a:pt x="5409242" y="2816274"/>
                  </a:lnTo>
                  <a:lnTo>
                    <a:pt x="5480864" y="2822470"/>
                  </a:lnTo>
                  <a:lnTo>
                    <a:pt x="5552487" y="2828607"/>
                  </a:lnTo>
                  <a:lnTo>
                    <a:pt x="5624109" y="2834688"/>
                  </a:lnTo>
                  <a:lnTo>
                    <a:pt x="5695732" y="2840713"/>
                  </a:lnTo>
                  <a:lnTo>
                    <a:pt x="5767354" y="2846681"/>
                  </a:lnTo>
                  <a:lnTo>
                    <a:pt x="5838977" y="2852595"/>
                  </a:lnTo>
                  <a:lnTo>
                    <a:pt x="5910599" y="2858453"/>
                  </a:lnTo>
                  <a:lnTo>
                    <a:pt x="5982222" y="2864257"/>
                  </a:lnTo>
                  <a:lnTo>
                    <a:pt x="6053844" y="2870007"/>
                  </a:lnTo>
                  <a:lnTo>
                    <a:pt x="6125467" y="2875703"/>
                  </a:lnTo>
                  <a:lnTo>
                    <a:pt x="6197090" y="288134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040819"/>
              <a:ext cx="7090630" cy="1193227"/>
            </a:xfrm>
            <a:custGeom>
              <a:avLst/>
              <a:pathLst>
                <a:path w="7090630" h="1193227">
                  <a:moveTo>
                    <a:pt x="7090630" y="1193227"/>
                  </a:moveTo>
                  <a:lnTo>
                    <a:pt x="7019007" y="1184223"/>
                  </a:lnTo>
                  <a:lnTo>
                    <a:pt x="6947385" y="1174968"/>
                  </a:lnTo>
                  <a:lnTo>
                    <a:pt x="6875762" y="1165456"/>
                  </a:lnTo>
                  <a:lnTo>
                    <a:pt x="6804139" y="1155678"/>
                  </a:lnTo>
                  <a:lnTo>
                    <a:pt x="6732517" y="1145628"/>
                  </a:lnTo>
                  <a:lnTo>
                    <a:pt x="6660894" y="1135298"/>
                  </a:lnTo>
                  <a:lnTo>
                    <a:pt x="6589272" y="1124680"/>
                  </a:lnTo>
                  <a:lnTo>
                    <a:pt x="6517649" y="1113766"/>
                  </a:lnTo>
                  <a:lnTo>
                    <a:pt x="6446027" y="1102548"/>
                  </a:lnTo>
                  <a:lnTo>
                    <a:pt x="6374404" y="1091018"/>
                  </a:lnTo>
                  <a:lnTo>
                    <a:pt x="6302782" y="1079167"/>
                  </a:lnTo>
                  <a:lnTo>
                    <a:pt x="6231159" y="1066985"/>
                  </a:lnTo>
                  <a:lnTo>
                    <a:pt x="6159537" y="1054464"/>
                  </a:lnTo>
                  <a:lnTo>
                    <a:pt x="6087914" y="1041595"/>
                  </a:lnTo>
                  <a:lnTo>
                    <a:pt x="6016292" y="1028366"/>
                  </a:lnTo>
                  <a:lnTo>
                    <a:pt x="5944669" y="1014769"/>
                  </a:lnTo>
                  <a:lnTo>
                    <a:pt x="5873047" y="1000794"/>
                  </a:lnTo>
                  <a:lnTo>
                    <a:pt x="5801424" y="986429"/>
                  </a:lnTo>
                  <a:lnTo>
                    <a:pt x="5729802" y="971664"/>
                  </a:lnTo>
                  <a:lnTo>
                    <a:pt x="5658179" y="956487"/>
                  </a:lnTo>
                  <a:lnTo>
                    <a:pt x="5586557" y="940888"/>
                  </a:lnTo>
                  <a:lnTo>
                    <a:pt x="5514934" y="924854"/>
                  </a:lnTo>
                  <a:lnTo>
                    <a:pt x="5443311" y="908374"/>
                  </a:lnTo>
                  <a:lnTo>
                    <a:pt x="5371689" y="891434"/>
                  </a:lnTo>
                  <a:lnTo>
                    <a:pt x="5300066" y="874022"/>
                  </a:lnTo>
                  <a:lnTo>
                    <a:pt x="5228444" y="856126"/>
                  </a:lnTo>
                  <a:lnTo>
                    <a:pt x="5156821" y="837731"/>
                  </a:lnTo>
                  <a:lnTo>
                    <a:pt x="5085199" y="818823"/>
                  </a:lnTo>
                  <a:lnTo>
                    <a:pt x="5013576" y="799388"/>
                  </a:lnTo>
                  <a:lnTo>
                    <a:pt x="4941954" y="779413"/>
                  </a:lnTo>
                  <a:lnTo>
                    <a:pt x="4870331" y="758880"/>
                  </a:lnTo>
                  <a:lnTo>
                    <a:pt x="4798709" y="737776"/>
                  </a:lnTo>
                  <a:lnTo>
                    <a:pt x="4727086" y="716084"/>
                  </a:lnTo>
                  <a:lnTo>
                    <a:pt x="4655464" y="693787"/>
                  </a:lnTo>
                  <a:lnTo>
                    <a:pt x="4583841" y="681538"/>
                  </a:lnTo>
                  <a:lnTo>
                    <a:pt x="4512219" y="673716"/>
                  </a:lnTo>
                  <a:lnTo>
                    <a:pt x="4440596" y="665821"/>
                  </a:lnTo>
                  <a:lnTo>
                    <a:pt x="4368974" y="657852"/>
                  </a:lnTo>
                  <a:lnTo>
                    <a:pt x="4297351" y="649808"/>
                  </a:lnTo>
                  <a:lnTo>
                    <a:pt x="4225729" y="641689"/>
                  </a:lnTo>
                  <a:lnTo>
                    <a:pt x="4154106" y="633494"/>
                  </a:lnTo>
                  <a:lnTo>
                    <a:pt x="4082483" y="625222"/>
                  </a:lnTo>
                  <a:lnTo>
                    <a:pt x="4010861" y="616872"/>
                  </a:lnTo>
                  <a:lnTo>
                    <a:pt x="3939238" y="608444"/>
                  </a:lnTo>
                  <a:lnTo>
                    <a:pt x="3867616" y="599937"/>
                  </a:lnTo>
                  <a:lnTo>
                    <a:pt x="3795993" y="591351"/>
                  </a:lnTo>
                  <a:lnTo>
                    <a:pt x="3724371" y="582684"/>
                  </a:lnTo>
                  <a:lnTo>
                    <a:pt x="3652748" y="573936"/>
                  </a:lnTo>
                  <a:lnTo>
                    <a:pt x="3581126" y="565106"/>
                  </a:lnTo>
                  <a:lnTo>
                    <a:pt x="3509503" y="556193"/>
                  </a:lnTo>
                  <a:lnTo>
                    <a:pt x="3437881" y="547197"/>
                  </a:lnTo>
                  <a:lnTo>
                    <a:pt x="3366258" y="538116"/>
                  </a:lnTo>
                  <a:lnTo>
                    <a:pt x="3294636" y="528951"/>
                  </a:lnTo>
                  <a:lnTo>
                    <a:pt x="3223013" y="519699"/>
                  </a:lnTo>
                  <a:lnTo>
                    <a:pt x="3151391" y="510361"/>
                  </a:lnTo>
                  <a:lnTo>
                    <a:pt x="3079768" y="500935"/>
                  </a:lnTo>
                  <a:lnTo>
                    <a:pt x="3008146" y="491421"/>
                  </a:lnTo>
                  <a:lnTo>
                    <a:pt x="2936523" y="481818"/>
                  </a:lnTo>
                  <a:lnTo>
                    <a:pt x="2864901" y="472125"/>
                  </a:lnTo>
                  <a:lnTo>
                    <a:pt x="2793278" y="462341"/>
                  </a:lnTo>
                  <a:lnTo>
                    <a:pt x="2721655" y="452466"/>
                  </a:lnTo>
                  <a:lnTo>
                    <a:pt x="2650033" y="442498"/>
                  </a:lnTo>
                  <a:lnTo>
                    <a:pt x="2578410" y="432436"/>
                  </a:lnTo>
                  <a:lnTo>
                    <a:pt x="2506788" y="422280"/>
                  </a:lnTo>
                  <a:lnTo>
                    <a:pt x="2435165" y="412030"/>
                  </a:lnTo>
                  <a:lnTo>
                    <a:pt x="2363543" y="401683"/>
                  </a:lnTo>
                  <a:lnTo>
                    <a:pt x="2291920" y="391239"/>
                  </a:lnTo>
                  <a:lnTo>
                    <a:pt x="2220298" y="380697"/>
                  </a:lnTo>
                  <a:lnTo>
                    <a:pt x="2148675" y="370057"/>
                  </a:lnTo>
                  <a:lnTo>
                    <a:pt x="2077053" y="359316"/>
                  </a:lnTo>
                  <a:lnTo>
                    <a:pt x="2005430" y="348476"/>
                  </a:lnTo>
                  <a:lnTo>
                    <a:pt x="1933808" y="337533"/>
                  </a:lnTo>
                  <a:lnTo>
                    <a:pt x="1862185" y="326488"/>
                  </a:lnTo>
                  <a:lnTo>
                    <a:pt x="1790563" y="315340"/>
                  </a:lnTo>
                  <a:lnTo>
                    <a:pt x="1718940" y="304087"/>
                  </a:lnTo>
                  <a:lnTo>
                    <a:pt x="1647318" y="292729"/>
                  </a:lnTo>
                  <a:lnTo>
                    <a:pt x="1575695" y="281265"/>
                  </a:lnTo>
                  <a:lnTo>
                    <a:pt x="1504073" y="269693"/>
                  </a:lnTo>
                  <a:lnTo>
                    <a:pt x="1432450" y="258012"/>
                  </a:lnTo>
                  <a:lnTo>
                    <a:pt x="1360827" y="246222"/>
                  </a:lnTo>
                  <a:lnTo>
                    <a:pt x="1289205" y="234322"/>
                  </a:lnTo>
                  <a:lnTo>
                    <a:pt x="1217582" y="222310"/>
                  </a:lnTo>
                  <a:lnTo>
                    <a:pt x="1145960" y="210186"/>
                  </a:lnTo>
                  <a:lnTo>
                    <a:pt x="1074337" y="197948"/>
                  </a:lnTo>
                  <a:lnTo>
                    <a:pt x="1002715" y="185595"/>
                  </a:lnTo>
                  <a:lnTo>
                    <a:pt x="931092" y="173127"/>
                  </a:lnTo>
                  <a:lnTo>
                    <a:pt x="859470" y="160542"/>
                  </a:lnTo>
                  <a:lnTo>
                    <a:pt x="787847" y="147839"/>
                  </a:lnTo>
                  <a:lnTo>
                    <a:pt x="716225" y="135016"/>
                  </a:lnTo>
                  <a:lnTo>
                    <a:pt x="644602" y="122074"/>
                  </a:lnTo>
                  <a:lnTo>
                    <a:pt x="572980" y="109011"/>
                  </a:lnTo>
                  <a:lnTo>
                    <a:pt x="501357" y="95825"/>
                  </a:lnTo>
                  <a:lnTo>
                    <a:pt x="429735" y="82516"/>
                  </a:lnTo>
                  <a:lnTo>
                    <a:pt x="358112" y="69082"/>
                  </a:lnTo>
                  <a:lnTo>
                    <a:pt x="286490" y="55522"/>
                  </a:lnTo>
                  <a:lnTo>
                    <a:pt x="214867" y="41835"/>
                  </a:lnTo>
                  <a:lnTo>
                    <a:pt x="143245" y="28019"/>
                  </a:lnTo>
                  <a:lnTo>
                    <a:pt x="71622" y="14075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2829196"/>
              <a:ext cx="7090630" cy="2286808"/>
            </a:xfrm>
            <a:custGeom>
              <a:avLst/>
              <a:pathLst>
                <a:path w="7090630" h="2286808">
                  <a:moveTo>
                    <a:pt x="0" y="0"/>
                  </a:moveTo>
                  <a:lnTo>
                    <a:pt x="71622" y="49741"/>
                  </a:lnTo>
                  <a:lnTo>
                    <a:pt x="143245" y="98575"/>
                  </a:lnTo>
                  <a:lnTo>
                    <a:pt x="214867" y="146518"/>
                  </a:lnTo>
                  <a:lnTo>
                    <a:pt x="286490" y="193588"/>
                  </a:lnTo>
                  <a:lnTo>
                    <a:pt x="358112" y="239799"/>
                  </a:lnTo>
                  <a:lnTo>
                    <a:pt x="429735" y="285168"/>
                  </a:lnTo>
                  <a:lnTo>
                    <a:pt x="501357" y="329710"/>
                  </a:lnTo>
                  <a:lnTo>
                    <a:pt x="572980" y="373439"/>
                  </a:lnTo>
                  <a:lnTo>
                    <a:pt x="644602" y="416371"/>
                  </a:lnTo>
                  <a:lnTo>
                    <a:pt x="716225" y="458520"/>
                  </a:lnTo>
                  <a:lnTo>
                    <a:pt x="787847" y="499901"/>
                  </a:lnTo>
                  <a:lnTo>
                    <a:pt x="859470" y="540527"/>
                  </a:lnTo>
                  <a:lnTo>
                    <a:pt x="931092" y="580413"/>
                  </a:lnTo>
                  <a:lnTo>
                    <a:pt x="1002715" y="619571"/>
                  </a:lnTo>
                  <a:lnTo>
                    <a:pt x="1074337" y="658016"/>
                  </a:lnTo>
                  <a:lnTo>
                    <a:pt x="1145960" y="695759"/>
                  </a:lnTo>
                  <a:lnTo>
                    <a:pt x="1217582" y="732814"/>
                  </a:lnTo>
                  <a:lnTo>
                    <a:pt x="1289205" y="769194"/>
                  </a:lnTo>
                  <a:lnTo>
                    <a:pt x="1360827" y="804910"/>
                  </a:lnTo>
                  <a:lnTo>
                    <a:pt x="1432450" y="839975"/>
                  </a:lnTo>
                  <a:lnTo>
                    <a:pt x="1504073" y="874400"/>
                  </a:lnTo>
                  <a:lnTo>
                    <a:pt x="1575695" y="908198"/>
                  </a:lnTo>
                  <a:lnTo>
                    <a:pt x="1647318" y="941380"/>
                  </a:lnTo>
                  <a:lnTo>
                    <a:pt x="1718940" y="973957"/>
                  </a:lnTo>
                  <a:lnTo>
                    <a:pt x="1790563" y="1005940"/>
                  </a:lnTo>
                  <a:lnTo>
                    <a:pt x="1862185" y="1037339"/>
                  </a:lnTo>
                  <a:lnTo>
                    <a:pt x="1933808" y="1068166"/>
                  </a:lnTo>
                  <a:lnTo>
                    <a:pt x="2005430" y="1098431"/>
                  </a:lnTo>
                  <a:lnTo>
                    <a:pt x="2077053" y="1128144"/>
                  </a:lnTo>
                  <a:lnTo>
                    <a:pt x="2148675" y="1157316"/>
                  </a:lnTo>
                  <a:lnTo>
                    <a:pt x="2220298" y="1185955"/>
                  </a:lnTo>
                  <a:lnTo>
                    <a:pt x="2291920" y="1214073"/>
                  </a:lnTo>
                  <a:lnTo>
                    <a:pt x="2363543" y="1241677"/>
                  </a:lnTo>
                  <a:lnTo>
                    <a:pt x="2435165" y="1268779"/>
                  </a:lnTo>
                  <a:lnTo>
                    <a:pt x="2506788" y="1295386"/>
                  </a:lnTo>
                  <a:lnTo>
                    <a:pt x="2578410" y="1321508"/>
                  </a:lnTo>
                  <a:lnTo>
                    <a:pt x="2650033" y="1347154"/>
                  </a:lnTo>
                  <a:lnTo>
                    <a:pt x="2721655" y="1372332"/>
                  </a:lnTo>
                  <a:lnTo>
                    <a:pt x="2793278" y="1397051"/>
                  </a:lnTo>
                  <a:lnTo>
                    <a:pt x="2864901" y="1421319"/>
                  </a:lnTo>
                  <a:lnTo>
                    <a:pt x="2936523" y="1445145"/>
                  </a:lnTo>
                  <a:lnTo>
                    <a:pt x="3008146" y="1468537"/>
                  </a:lnTo>
                  <a:lnTo>
                    <a:pt x="3079768" y="1491502"/>
                  </a:lnTo>
                  <a:lnTo>
                    <a:pt x="3151391" y="1514048"/>
                  </a:lnTo>
                  <a:lnTo>
                    <a:pt x="3223013" y="1536183"/>
                  </a:lnTo>
                  <a:lnTo>
                    <a:pt x="3294636" y="1557915"/>
                  </a:lnTo>
                  <a:lnTo>
                    <a:pt x="3366258" y="1579250"/>
                  </a:lnTo>
                  <a:lnTo>
                    <a:pt x="3437881" y="1600196"/>
                  </a:lnTo>
                  <a:lnTo>
                    <a:pt x="3509503" y="1620761"/>
                  </a:lnTo>
                  <a:lnTo>
                    <a:pt x="3581126" y="1640950"/>
                  </a:lnTo>
                  <a:lnTo>
                    <a:pt x="3652748" y="1660771"/>
                  </a:lnTo>
                  <a:lnTo>
                    <a:pt x="3724371" y="1680231"/>
                  </a:lnTo>
                  <a:lnTo>
                    <a:pt x="3795993" y="1699337"/>
                  </a:lnTo>
                  <a:lnTo>
                    <a:pt x="3867616" y="1718093"/>
                  </a:lnTo>
                  <a:lnTo>
                    <a:pt x="3939238" y="1736508"/>
                  </a:lnTo>
                  <a:lnTo>
                    <a:pt x="4010861" y="1754587"/>
                  </a:lnTo>
                  <a:lnTo>
                    <a:pt x="4082483" y="1772336"/>
                  </a:lnTo>
                  <a:lnTo>
                    <a:pt x="4154106" y="1789762"/>
                  </a:lnTo>
                  <a:lnTo>
                    <a:pt x="4225729" y="1806870"/>
                  </a:lnTo>
                  <a:lnTo>
                    <a:pt x="4297351" y="1823666"/>
                  </a:lnTo>
                  <a:lnTo>
                    <a:pt x="4368974" y="1840156"/>
                  </a:lnTo>
                  <a:lnTo>
                    <a:pt x="4440596" y="1856345"/>
                  </a:lnTo>
                  <a:lnTo>
                    <a:pt x="4512219" y="1872239"/>
                  </a:lnTo>
                  <a:lnTo>
                    <a:pt x="4583841" y="1887843"/>
                  </a:lnTo>
                  <a:lnTo>
                    <a:pt x="4655464" y="1903163"/>
                  </a:lnTo>
                  <a:lnTo>
                    <a:pt x="4727086" y="1918204"/>
                  </a:lnTo>
                  <a:lnTo>
                    <a:pt x="4798709" y="1932970"/>
                  </a:lnTo>
                  <a:lnTo>
                    <a:pt x="4870331" y="1947467"/>
                  </a:lnTo>
                  <a:lnTo>
                    <a:pt x="4941954" y="1961699"/>
                  </a:lnTo>
                  <a:lnTo>
                    <a:pt x="5013576" y="1975672"/>
                  </a:lnTo>
                  <a:lnTo>
                    <a:pt x="5085199" y="1989390"/>
                  </a:lnTo>
                  <a:lnTo>
                    <a:pt x="5156821" y="2002859"/>
                  </a:lnTo>
                  <a:lnTo>
                    <a:pt x="5228444" y="2016081"/>
                  </a:lnTo>
                  <a:lnTo>
                    <a:pt x="5300066" y="2029063"/>
                  </a:lnTo>
                  <a:lnTo>
                    <a:pt x="5371689" y="2041807"/>
                  </a:lnTo>
                  <a:lnTo>
                    <a:pt x="5443311" y="2054320"/>
                  </a:lnTo>
                  <a:lnTo>
                    <a:pt x="5514934" y="2066604"/>
                  </a:lnTo>
                  <a:lnTo>
                    <a:pt x="5586557" y="2078665"/>
                  </a:lnTo>
                  <a:lnTo>
                    <a:pt x="5658179" y="2090505"/>
                  </a:lnTo>
                  <a:lnTo>
                    <a:pt x="5729802" y="2102129"/>
                  </a:lnTo>
                  <a:lnTo>
                    <a:pt x="5801424" y="2113542"/>
                  </a:lnTo>
                  <a:lnTo>
                    <a:pt x="5873047" y="2124747"/>
                  </a:lnTo>
                  <a:lnTo>
                    <a:pt x="5944669" y="2135747"/>
                  </a:lnTo>
                  <a:lnTo>
                    <a:pt x="6016292" y="2146546"/>
                  </a:lnTo>
                  <a:lnTo>
                    <a:pt x="6087914" y="2157149"/>
                  </a:lnTo>
                  <a:lnTo>
                    <a:pt x="6159537" y="2167558"/>
                  </a:lnTo>
                  <a:lnTo>
                    <a:pt x="6231159" y="2177778"/>
                  </a:lnTo>
                  <a:lnTo>
                    <a:pt x="6302782" y="2187811"/>
                  </a:lnTo>
                  <a:lnTo>
                    <a:pt x="6374404" y="2197662"/>
                  </a:lnTo>
                  <a:lnTo>
                    <a:pt x="6446027" y="2207332"/>
                  </a:lnTo>
                  <a:lnTo>
                    <a:pt x="6517649" y="2216827"/>
                  </a:lnTo>
                  <a:lnTo>
                    <a:pt x="6589272" y="2226148"/>
                  </a:lnTo>
                  <a:lnTo>
                    <a:pt x="6660894" y="2235299"/>
                  </a:lnTo>
                  <a:lnTo>
                    <a:pt x="6732517" y="2244284"/>
                  </a:lnTo>
                  <a:lnTo>
                    <a:pt x="6804139" y="2253104"/>
                  </a:lnTo>
                  <a:lnTo>
                    <a:pt x="6875762" y="2261764"/>
                  </a:lnTo>
                  <a:lnTo>
                    <a:pt x="6947385" y="2270266"/>
                  </a:lnTo>
                  <a:lnTo>
                    <a:pt x="7019007" y="2278613"/>
                  </a:lnTo>
                  <a:lnTo>
                    <a:pt x="7090630" y="2286808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80599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7321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7522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26267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400881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804651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51970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70585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mL/min decline: 1.25 (1.12-1.40), p_Bonf = &lt;0.001 (n = 6)  |  per IQR decline (Δ = 23.1): 1.68 (1.30-2.17)  |  IQR: [-12.6, 10.5]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2821289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3 AEs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2026-09-28T17:00:30Z</dcterms:modified>
  <cp:category/>
</cp:coreProperties>
</file>