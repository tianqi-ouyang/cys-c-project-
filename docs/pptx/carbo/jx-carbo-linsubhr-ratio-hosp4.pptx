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403783" cy="3635548"/>
            </a:xfrm>
            <a:custGeom>
              <a:avLst/>
              <a:pathLst>
                <a:path w="7403783" h="3635548">
                  <a:moveTo>
                    <a:pt x="1947393" y="0"/>
                  </a:moveTo>
                  <a:lnTo>
                    <a:pt x="1962872" y="56827"/>
                  </a:lnTo>
                  <a:lnTo>
                    <a:pt x="2039504" y="317762"/>
                  </a:lnTo>
                  <a:lnTo>
                    <a:pt x="2116137" y="559762"/>
                  </a:lnTo>
                  <a:lnTo>
                    <a:pt x="2192769" y="784201"/>
                  </a:lnTo>
                  <a:lnTo>
                    <a:pt x="2269402" y="992353"/>
                  </a:lnTo>
                  <a:lnTo>
                    <a:pt x="2346034" y="1185401"/>
                  </a:lnTo>
                  <a:lnTo>
                    <a:pt x="2422667" y="1364439"/>
                  </a:lnTo>
                  <a:lnTo>
                    <a:pt x="2499300" y="1530486"/>
                  </a:lnTo>
                  <a:lnTo>
                    <a:pt x="2575932" y="1684483"/>
                  </a:lnTo>
                  <a:lnTo>
                    <a:pt x="2652565" y="1827305"/>
                  </a:lnTo>
                  <a:lnTo>
                    <a:pt x="2729197" y="1959763"/>
                  </a:lnTo>
                  <a:lnTo>
                    <a:pt x="2805830" y="2082609"/>
                  </a:lnTo>
                  <a:lnTo>
                    <a:pt x="2882462" y="2196541"/>
                  </a:lnTo>
                  <a:lnTo>
                    <a:pt x="2959095" y="2302204"/>
                  </a:lnTo>
                  <a:lnTo>
                    <a:pt x="3035727" y="2400201"/>
                  </a:lnTo>
                  <a:lnTo>
                    <a:pt x="3112360" y="2491086"/>
                  </a:lnTo>
                  <a:lnTo>
                    <a:pt x="3188993" y="2575376"/>
                  </a:lnTo>
                  <a:lnTo>
                    <a:pt x="3265625" y="2653549"/>
                  </a:lnTo>
                  <a:lnTo>
                    <a:pt x="3342258" y="2726050"/>
                  </a:lnTo>
                  <a:lnTo>
                    <a:pt x="3418890" y="2781504"/>
                  </a:lnTo>
                  <a:lnTo>
                    <a:pt x="3495523" y="2772220"/>
                  </a:lnTo>
                  <a:lnTo>
                    <a:pt x="3572155" y="2762837"/>
                  </a:lnTo>
                  <a:lnTo>
                    <a:pt x="3648788" y="2753354"/>
                  </a:lnTo>
                  <a:lnTo>
                    <a:pt x="3725420" y="2743770"/>
                  </a:lnTo>
                  <a:lnTo>
                    <a:pt x="3802053" y="2734084"/>
                  </a:lnTo>
                  <a:lnTo>
                    <a:pt x="3878685" y="2724295"/>
                  </a:lnTo>
                  <a:lnTo>
                    <a:pt x="3955318" y="2714401"/>
                  </a:lnTo>
                  <a:lnTo>
                    <a:pt x="4031951" y="2704402"/>
                  </a:lnTo>
                  <a:lnTo>
                    <a:pt x="4108583" y="2694297"/>
                  </a:lnTo>
                  <a:lnTo>
                    <a:pt x="4185216" y="2684084"/>
                  </a:lnTo>
                  <a:lnTo>
                    <a:pt x="4261848" y="2673761"/>
                  </a:lnTo>
                  <a:lnTo>
                    <a:pt x="4338481" y="2663329"/>
                  </a:lnTo>
                  <a:lnTo>
                    <a:pt x="4415113" y="2652786"/>
                  </a:lnTo>
                  <a:lnTo>
                    <a:pt x="4491746" y="2642130"/>
                  </a:lnTo>
                  <a:lnTo>
                    <a:pt x="4568378" y="2631361"/>
                  </a:lnTo>
                  <a:lnTo>
                    <a:pt x="4645011" y="2620477"/>
                  </a:lnTo>
                  <a:lnTo>
                    <a:pt x="4721644" y="2609477"/>
                  </a:lnTo>
                  <a:lnTo>
                    <a:pt x="4798276" y="2598360"/>
                  </a:lnTo>
                  <a:lnTo>
                    <a:pt x="4874909" y="2587124"/>
                  </a:lnTo>
                  <a:lnTo>
                    <a:pt x="4951541" y="2575769"/>
                  </a:lnTo>
                  <a:lnTo>
                    <a:pt x="5028174" y="2564292"/>
                  </a:lnTo>
                  <a:lnTo>
                    <a:pt x="5104806" y="2552694"/>
                  </a:lnTo>
                  <a:lnTo>
                    <a:pt x="5181439" y="2540971"/>
                  </a:lnTo>
                  <a:lnTo>
                    <a:pt x="5258071" y="2529124"/>
                  </a:lnTo>
                  <a:lnTo>
                    <a:pt x="5334704" y="2517150"/>
                  </a:lnTo>
                  <a:lnTo>
                    <a:pt x="5411336" y="2505049"/>
                  </a:lnTo>
                  <a:lnTo>
                    <a:pt x="5487969" y="2492819"/>
                  </a:lnTo>
                  <a:lnTo>
                    <a:pt x="5564602" y="2480459"/>
                  </a:lnTo>
                  <a:lnTo>
                    <a:pt x="5641234" y="2467967"/>
                  </a:lnTo>
                  <a:lnTo>
                    <a:pt x="5717867" y="2455341"/>
                  </a:lnTo>
                  <a:lnTo>
                    <a:pt x="5794499" y="2442581"/>
                  </a:lnTo>
                  <a:lnTo>
                    <a:pt x="5871132" y="2429686"/>
                  </a:lnTo>
                  <a:lnTo>
                    <a:pt x="5947764" y="2416652"/>
                  </a:lnTo>
                  <a:lnTo>
                    <a:pt x="6024397" y="2403480"/>
                  </a:lnTo>
                  <a:lnTo>
                    <a:pt x="6101029" y="2390167"/>
                  </a:lnTo>
                  <a:lnTo>
                    <a:pt x="6177662" y="2376713"/>
                  </a:lnTo>
                  <a:lnTo>
                    <a:pt x="6254294" y="2363115"/>
                  </a:lnTo>
                  <a:lnTo>
                    <a:pt x="6330927" y="2349373"/>
                  </a:lnTo>
                  <a:lnTo>
                    <a:pt x="6407560" y="2335483"/>
                  </a:lnTo>
                  <a:lnTo>
                    <a:pt x="6484192" y="2321446"/>
                  </a:lnTo>
                  <a:lnTo>
                    <a:pt x="6560825" y="2307259"/>
                  </a:lnTo>
                  <a:lnTo>
                    <a:pt x="6637457" y="2292921"/>
                  </a:lnTo>
                  <a:lnTo>
                    <a:pt x="6714090" y="2278431"/>
                  </a:lnTo>
                  <a:lnTo>
                    <a:pt x="6790722" y="2263785"/>
                  </a:lnTo>
                  <a:lnTo>
                    <a:pt x="6867355" y="2248984"/>
                  </a:lnTo>
                  <a:lnTo>
                    <a:pt x="6943987" y="2234025"/>
                  </a:lnTo>
                  <a:lnTo>
                    <a:pt x="7020620" y="2218906"/>
                  </a:lnTo>
                  <a:lnTo>
                    <a:pt x="7097253" y="2203627"/>
                  </a:lnTo>
                  <a:lnTo>
                    <a:pt x="7173885" y="2188184"/>
                  </a:lnTo>
                  <a:lnTo>
                    <a:pt x="7250518" y="2172577"/>
                  </a:lnTo>
                  <a:lnTo>
                    <a:pt x="7327150" y="2156804"/>
                  </a:lnTo>
                  <a:lnTo>
                    <a:pt x="7403783" y="2140863"/>
                  </a:lnTo>
                  <a:lnTo>
                    <a:pt x="7403783" y="3635548"/>
                  </a:lnTo>
                  <a:lnTo>
                    <a:pt x="7327150" y="3634210"/>
                  </a:lnTo>
                  <a:lnTo>
                    <a:pt x="7250518" y="3632768"/>
                  </a:lnTo>
                  <a:lnTo>
                    <a:pt x="7173885" y="3631213"/>
                  </a:lnTo>
                  <a:lnTo>
                    <a:pt x="7097253" y="3629536"/>
                  </a:lnTo>
                  <a:lnTo>
                    <a:pt x="7020620" y="3627728"/>
                  </a:lnTo>
                  <a:lnTo>
                    <a:pt x="6943987" y="3625778"/>
                  </a:lnTo>
                  <a:lnTo>
                    <a:pt x="6867355" y="3623676"/>
                  </a:lnTo>
                  <a:lnTo>
                    <a:pt x="6790722" y="3621410"/>
                  </a:lnTo>
                  <a:lnTo>
                    <a:pt x="6714090" y="3618966"/>
                  </a:lnTo>
                  <a:lnTo>
                    <a:pt x="6637457" y="3616331"/>
                  </a:lnTo>
                  <a:lnTo>
                    <a:pt x="6560825" y="3613490"/>
                  </a:lnTo>
                  <a:lnTo>
                    <a:pt x="6484192" y="3610426"/>
                  </a:lnTo>
                  <a:lnTo>
                    <a:pt x="6407560" y="3607123"/>
                  </a:lnTo>
                  <a:lnTo>
                    <a:pt x="6330927" y="3603561"/>
                  </a:lnTo>
                  <a:lnTo>
                    <a:pt x="6254294" y="3599721"/>
                  </a:lnTo>
                  <a:lnTo>
                    <a:pt x="6177662" y="3595580"/>
                  </a:lnTo>
                  <a:lnTo>
                    <a:pt x="6101029" y="3591115"/>
                  </a:lnTo>
                  <a:lnTo>
                    <a:pt x="6024397" y="3586301"/>
                  </a:lnTo>
                  <a:lnTo>
                    <a:pt x="5947764" y="3581110"/>
                  </a:lnTo>
                  <a:lnTo>
                    <a:pt x="5871132" y="3575513"/>
                  </a:lnTo>
                  <a:lnTo>
                    <a:pt x="5794499" y="3569478"/>
                  </a:lnTo>
                  <a:lnTo>
                    <a:pt x="5717867" y="3562971"/>
                  </a:lnTo>
                  <a:lnTo>
                    <a:pt x="5641234" y="3555955"/>
                  </a:lnTo>
                  <a:lnTo>
                    <a:pt x="5564602" y="3548389"/>
                  </a:lnTo>
                  <a:lnTo>
                    <a:pt x="5487969" y="3540232"/>
                  </a:lnTo>
                  <a:lnTo>
                    <a:pt x="5411336" y="3531436"/>
                  </a:lnTo>
                  <a:lnTo>
                    <a:pt x="5334704" y="3521953"/>
                  </a:lnTo>
                  <a:lnTo>
                    <a:pt x="5258071" y="3511727"/>
                  </a:lnTo>
                  <a:lnTo>
                    <a:pt x="5181439" y="3500701"/>
                  </a:lnTo>
                  <a:lnTo>
                    <a:pt x="5104806" y="3488813"/>
                  </a:lnTo>
                  <a:lnTo>
                    <a:pt x="5028174" y="3475994"/>
                  </a:lnTo>
                  <a:lnTo>
                    <a:pt x="4951541" y="3462172"/>
                  </a:lnTo>
                  <a:lnTo>
                    <a:pt x="4874909" y="3447269"/>
                  </a:lnTo>
                  <a:lnTo>
                    <a:pt x="4798276" y="3431199"/>
                  </a:lnTo>
                  <a:lnTo>
                    <a:pt x="4721644" y="3413873"/>
                  </a:lnTo>
                  <a:lnTo>
                    <a:pt x="4645011" y="3395190"/>
                  </a:lnTo>
                  <a:lnTo>
                    <a:pt x="4568378" y="3375046"/>
                  </a:lnTo>
                  <a:lnTo>
                    <a:pt x="4491746" y="3353326"/>
                  </a:lnTo>
                  <a:lnTo>
                    <a:pt x="4415113" y="3329906"/>
                  </a:lnTo>
                  <a:lnTo>
                    <a:pt x="4338481" y="3304653"/>
                  </a:lnTo>
                  <a:lnTo>
                    <a:pt x="4261848" y="3277425"/>
                  </a:lnTo>
                  <a:lnTo>
                    <a:pt x="4185216" y="3248067"/>
                  </a:lnTo>
                  <a:lnTo>
                    <a:pt x="4108583" y="3216411"/>
                  </a:lnTo>
                  <a:lnTo>
                    <a:pt x="4031951" y="3182278"/>
                  </a:lnTo>
                  <a:lnTo>
                    <a:pt x="3955318" y="3145475"/>
                  </a:lnTo>
                  <a:lnTo>
                    <a:pt x="3878685" y="3105792"/>
                  </a:lnTo>
                  <a:lnTo>
                    <a:pt x="3802053" y="3063004"/>
                  </a:lnTo>
                  <a:lnTo>
                    <a:pt x="3725420" y="3016868"/>
                  </a:lnTo>
                  <a:lnTo>
                    <a:pt x="3648788" y="2967122"/>
                  </a:lnTo>
                  <a:lnTo>
                    <a:pt x="3572155" y="2913484"/>
                  </a:lnTo>
                  <a:lnTo>
                    <a:pt x="3495523" y="2855649"/>
                  </a:lnTo>
                  <a:lnTo>
                    <a:pt x="3418890" y="2793289"/>
                  </a:lnTo>
                  <a:lnTo>
                    <a:pt x="3342258" y="2790690"/>
                  </a:lnTo>
                  <a:lnTo>
                    <a:pt x="3265625" y="2799779"/>
                  </a:lnTo>
                  <a:lnTo>
                    <a:pt x="3188993" y="2808772"/>
                  </a:lnTo>
                  <a:lnTo>
                    <a:pt x="3112360" y="2817671"/>
                  </a:lnTo>
                  <a:lnTo>
                    <a:pt x="3035727" y="2826475"/>
                  </a:lnTo>
                  <a:lnTo>
                    <a:pt x="2959095" y="2835187"/>
                  </a:lnTo>
                  <a:lnTo>
                    <a:pt x="2882462" y="2843807"/>
                  </a:lnTo>
                  <a:lnTo>
                    <a:pt x="2805830" y="2852336"/>
                  </a:lnTo>
                  <a:lnTo>
                    <a:pt x="2729197" y="2860775"/>
                  </a:lnTo>
                  <a:lnTo>
                    <a:pt x="2652565" y="2869125"/>
                  </a:lnTo>
                  <a:lnTo>
                    <a:pt x="2575932" y="2877387"/>
                  </a:lnTo>
                  <a:lnTo>
                    <a:pt x="2499300" y="2885562"/>
                  </a:lnTo>
                  <a:lnTo>
                    <a:pt x="2422667" y="2893651"/>
                  </a:lnTo>
                  <a:lnTo>
                    <a:pt x="2346034" y="2901654"/>
                  </a:lnTo>
                  <a:lnTo>
                    <a:pt x="2269402" y="2909573"/>
                  </a:lnTo>
                  <a:lnTo>
                    <a:pt x="2192769" y="2917409"/>
                  </a:lnTo>
                  <a:lnTo>
                    <a:pt x="2116137" y="2925162"/>
                  </a:lnTo>
                  <a:lnTo>
                    <a:pt x="2039504" y="2932833"/>
                  </a:lnTo>
                  <a:lnTo>
                    <a:pt x="1962872" y="2940423"/>
                  </a:lnTo>
                  <a:lnTo>
                    <a:pt x="1886239" y="2947933"/>
                  </a:lnTo>
                  <a:lnTo>
                    <a:pt x="1809607" y="2955364"/>
                  </a:lnTo>
                  <a:lnTo>
                    <a:pt x="1732974" y="2962717"/>
                  </a:lnTo>
                  <a:lnTo>
                    <a:pt x="1656342" y="2969992"/>
                  </a:lnTo>
                  <a:lnTo>
                    <a:pt x="1579709" y="2977191"/>
                  </a:lnTo>
                  <a:lnTo>
                    <a:pt x="1503076" y="2984313"/>
                  </a:lnTo>
                  <a:lnTo>
                    <a:pt x="1426444" y="2991360"/>
                  </a:lnTo>
                  <a:lnTo>
                    <a:pt x="1349811" y="2998334"/>
                  </a:lnTo>
                  <a:lnTo>
                    <a:pt x="1273179" y="3005233"/>
                  </a:lnTo>
                  <a:lnTo>
                    <a:pt x="1196546" y="3012060"/>
                  </a:lnTo>
                  <a:lnTo>
                    <a:pt x="1119914" y="3018815"/>
                  </a:lnTo>
                  <a:lnTo>
                    <a:pt x="1043281" y="3025498"/>
                  </a:lnTo>
                  <a:lnTo>
                    <a:pt x="966649" y="3032111"/>
                  </a:lnTo>
                  <a:lnTo>
                    <a:pt x="890016" y="3038655"/>
                  </a:lnTo>
                  <a:lnTo>
                    <a:pt x="813384" y="3045129"/>
                  </a:lnTo>
                  <a:lnTo>
                    <a:pt x="736751" y="3051535"/>
                  </a:lnTo>
                  <a:lnTo>
                    <a:pt x="660118" y="3057874"/>
                  </a:lnTo>
                  <a:lnTo>
                    <a:pt x="583486" y="3064146"/>
                  </a:lnTo>
                  <a:lnTo>
                    <a:pt x="506853" y="3070351"/>
                  </a:lnTo>
                  <a:lnTo>
                    <a:pt x="430221" y="3076491"/>
                  </a:lnTo>
                  <a:lnTo>
                    <a:pt x="353588" y="3082567"/>
                  </a:lnTo>
                  <a:lnTo>
                    <a:pt x="276956" y="3088578"/>
                  </a:lnTo>
                  <a:lnTo>
                    <a:pt x="200323" y="3094526"/>
                  </a:lnTo>
                  <a:lnTo>
                    <a:pt x="123691" y="3100411"/>
                  </a:lnTo>
                  <a:lnTo>
                    <a:pt x="47058" y="3106234"/>
                  </a:lnTo>
                  <a:lnTo>
                    <a:pt x="0" y="31097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64911" y="1896563"/>
              <a:ext cx="5456389" cy="2781504"/>
            </a:xfrm>
            <a:custGeom>
              <a:avLst/>
              <a:pathLst>
                <a:path w="5456389" h="2781504">
                  <a:moveTo>
                    <a:pt x="0" y="0"/>
                  </a:moveTo>
                  <a:lnTo>
                    <a:pt x="15478" y="56827"/>
                  </a:lnTo>
                  <a:lnTo>
                    <a:pt x="92110" y="317762"/>
                  </a:lnTo>
                  <a:lnTo>
                    <a:pt x="168743" y="559762"/>
                  </a:lnTo>
                  <a:lnTo>
                    <a:pt x="245375" y="784201"/>
                  </a:lnTo>
                  <a:lnTo>
                    <a:pt x="322008" y="992353"/>
                  </a:lnTo>
                  <a:lnTo>
                    <a:pt x="398641" y="1185401"/>
                  </a:lnTo>
                  <a:lnTo>
                    <a:pt x="475273" y="1364439"/>
                  </a:lnTo>
                  <a:lnTo>
                    <a:pt x="551906" y="1530486"/>
                  </a:lnTo>
                  <a:lnTo>
                    <a:pt x="628538" y="1684483"/>
                  </a:lnTo>
                  <a:lnTo>
                    <a:pt x="705171" y="1827305"/>
                  </a:lnTo>
                  <a:lnTo>
                    <a:pt x="781803" y="1959763"/>
                  </a:lnTo>
                  <a:lnTo>
                    <a:pt x="858436" y="2082609"/>
                  </a:lnTo>
                  <a:lnTo>
                    <a:pt x="935068" y="2196541"/>
                  </a:lnTo>
                  <a:lnTo>
                    <a:pt x="1011701" y="2302204"/>
                  </a:lnTo>
                  <a:lnTo>
                    <a:pt x="1088333" y="2400201"/>
                  </a:lnTo>
                  <a:lnTo>
                    <a:pt x="1164966" y="2491086"/>
                  </a:lnTo>
                  <a:lnTo>
                    <a:pt x="1241599" y="2575376"/>
                  </a:lnTo>
                  <a:lnTo>
                    <a:pt x="1318231" y="2653549"/>
                  </a:lnTo>
                  <a:lnTo>
                    <a:pt x="1394864" y="2726050"/>
                  </a:lnTo>
                  <a:lnTo>
                    <a:pt x="1471496" y="2781504"/>
                  </a:lnTo>
                  <a:lnTo>
                    <a:pt x="1548129" y="2772220"/>
                  </a:lnTo>
                  <a:lnTo>
                    <a:pt x="1624761" y="2762837"/>
                  </a:lnTo>
                  <a:lnTo>
                    <a:pt x="1701394" y="2753354"/>
                  </a:lnTo>
                  <a:lnTo>
                    <a:pt x="1778026" y="2743770"/>
                  </a:lnTo>
                  <a:lnTo>
                    <a:pt x="1854659" y="2734084"/>
                  </a:lnTo>
                  <a:lnTo>
                    <a:pt x="1931291" y="2724295"/>
                  </a:lnTo>
                  <a:lnTo>
                    <a:pt x="2007924" y="2714401"/>
                  </a:lnTo>
                  <a:lnTo>
                    <a:pt x="2084557" y="2704402"/>
                  </a:lnTo>
                  <a:lnTo>
                    <a:pt x="2161189" y="2694297"/>
                  </a:lnTo>
                  <a:lnTo>
                    <a:pt x="2237822" y="2684084"/>
                  </a:lnTo>
                  <a:lnTo>
                    <a:pt x="2314454" y="2673761"/>
                  </a:lnTo>
                  <a:lnTo>
                    <a:pt x="2391087" y="2663329"/>
                  </a:lnTo>
                  <a:lnTo>
                    <a:pt x="2467719" y="2652786"/>
                  </a:lnTo>
                  <a:lnTo>
                    <a:pt x="2544352" y="2642130"/>
                  </a:lnTo>
                  <a:lnTo>
                    <a:pt x="2620984" y="2631361"/>
                  </a:lnTo>
                  <a:lnTo>
                    <a:pt x="2697617" y="2620477"/>
                  </a:lnTo>
                  <a:lnTo>
                    <a:pt x="2774250" y="2609477"/>
                  </a:lnTo>
                  <a:lnTo>
                    <a:pt x="2850882" y="2598360"/>
                  </a:lnTo>
                  <a:lnTo>
                    <a:pt x="2927515" y="2587124"/>
                  </a:lnTo>
                  <a:lnTo>
                    <a:pt x="3004147" y="2575769"/>
                  </a:lnTo>
                  <a:lnTo>
                    <a:pt x="3080780" y="2564292"/>
                  </a:lnTo>
                  <a:lnTo>
                    <a:pt x="3157412" y="2552694"/>
                  </a:lnTo>
                  <a:lnTo>
                    <a:pt x="3234045" y="2540971"/>
                  </a:lnTo>
                  <a:lnTo>
                    <a:pt x="3310677" y="2529124"/>
                  </a:lnTo>
                  <a:lnTo>
                    <a:pt x="3387310" y="2517150"/>
                  </a:lnTo>
                  <a:lnTo>
                    <a:pt x="3463942" y="2505049"/>
                  </a:lnTo>
                  <a:lnTo>
                    <a:pt x="3540575" y="2492819"/>
                  </a:lnTo>
                  <a:lnTo>
                    <a:pt x="3617208" y="2480459"/>
                  </a:lnTo>
                  <a:lnTo>
                    <a:pt x="3693840" y="2467967"/>
                  </a:lnTo>
                  <a:lnTo>
                    <a:pt x="3770473" y="2455341"/>
                  </a:lnTo>
                  <a:lnTo>
                    <a:pt x="3847105" y="2442581"/>
                  </a:lnTo>
                  <a:lnTo>
                    <a:pt x="3923738" y="2429686"/>
                  </a:lnTo>
                  <a:lnTo>
                    <a:pt x="4000370" y="2416652"/>
                  </a:lnTo>
                  <a:lnTo>
                    <a:pt x="4077003" y="2403480"/>
                  </a:lnTo>
                  <a:lnTo>
                    <a:pt x="4153635" y="2390167"/>
                  </a:lnTo>
                  <a:lnTo>
                    <a:pt x="4230268" y="2376713"/>
                  </a:lnTo>
                  <a:lnTo>
                    <a:pt x="4306901" y="2363115"/>
                  </a:lnTo>
                  <a:lnTo>
                    <a:pt x="4383533" y="2349373"/>
                  </a:lnTo>
                  <a:lnTo>
                    <a:pt x="4460166" y="2335483"/>
                  </a:lnTo>
                  <a:lnTo>
                    <a:pt x="4536798" y="2321446"/>
                  </a:lnTo>
                  <a:lnTo>
                    <a:pt x="4613431" y="2307259"/>
                  </a:lnTo>
                  <a:lnTo>
                    <a:pt x="4690063" y="2292921"/>
                  </a:lnTo>
                  <a:lnTo>
                    <a:pt x="4766696" y="2278431"/>
                  </a:lnTo>
                  <a:lnTo>
                    <a:pt x="4843328" y="2263785"/>
                  </a:lnTo>
                  <a:lnTo>
                    <a:pt x="4919961" y="2248984"/>
                  </a:lnTo>
                  <a:lnTo>
                    <a:pt x="4996593" y="2234025"/>
                  </a:lnTo>
                  <a:lnTo>
                    <a:pt x="5073226" y="2218906"/>
                  </a:lnTo>
                  <a:lnTo>
                    <a:pt x="5149859" y="2203627"/>
                  </a:lnTo>
                  <a:lnTo>
                    <a:pt x="5226491" y="2188184"/>
                  </a:lnTo>
                  <a:lnTo>
                    <a:pt x="5303124" y="2172577"/>
                  </a:lnTo>
                  <a:lnTo>
                    <a:pt x="5379756" y="2156804"/>
                  </a:lnTo>
                  <a:lnTo>
                    <a:pt x="5456389" y="2140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7253"/>
              <a:ext cx="7403783" cy="844858"/>
            </a:xfrm>
            <a:custGeom>
              <a:avLst/>
              <a:pathLst>
                <a:path w="7403783" h="844858">
                  <a:moveTo>
                    <a:pt x="7403783" y="844858"/>
                  </a:moveTo>
                  <a:lnTo>
                    <a:pt x="7327150" y="843520"/>
                  </a:lnTo>
                  <a:lnTo>
                    <a:pt x="7250518" y="842078"/>
                  </a:lnTo>
                  <a:lnTo>
                    <a:pt x="7173885" y="840523"/>
                  </a:lnTo>
                  <a:lnTo>
                    <a:pt x="7097253" y="838846"/>
                  </a:lnTo>
                  <a:lnTo>
                    <a:pt x="7020620" y="837038"/>
                  </a:lnTo>
                  <a:lnTo>
                    <a:pt x="6943987" y="835088"/>
                  </a:lnTo>
                  <a:lnTo>
                    <a:pt x="6867355" y="832986"/>
                  </a:lnTo>
                  <a:lnTo>
                    <a:pt x="6790722" y="830720"/>
                  </a:lnTo>
                  <a:lnTo>
                    <a:pt x="6714090" y="828276"/>
                  </a:lnTo>
                  <a:lnTo>
                    <a:pt x="6637457" y="825641"/>
                  </a:lnTo>
                  <a:lnTo>
                    <a:pt x="6560825" y="822800"/>
                  </a:lnTo>
                  <a:lnTo>
                    <a:pt x="6484192" y="819736"/>
                  </a:lnTo>
                  <a:lnTo>
                    <a:pt x="6407560" y="816433"/>
                  </a:lnTo>
                  <a:lnTo>
                    <a:pt x="6330927" y="812871"/>
                  </a:lnTo>
                  <a:lnTo>
                    <a:pt x="6254294" y="809031"/>
                  </a:lnTo>
                  <a:lnTo>
                    <a:pt x="6177662" y="804890"/>
                  </a:lnTo>
                  <a:lnTo>
                    <a:pt x="6101029" y="800425"/>
                  </a:lnTo>
                  <a:lnTo>
                    <a:pt x="6024397" y="795611"/>
                  </a:lnTo>
                  <a:lnTo>
                    <a:pt x="5947764" y="790420"/>
                  </a:lnTo>
                  <a:lnTo>
                    <a:pt x="5871132" y="784823"/>
                  </a:lnTo>
                  <a:lnTo>
                    <a:pt x="5794499" y="778788"/>
                  </a:lnTo>
                  <a:lnTo>
                    <a:pt x="5717867" y="772281"/>
                  </a:lnTo>
                  <a:lnTo>
                    <a:pt x="5641234" y="765264"/>
                  </a:lnTo>
                  <a:lnTo>
                    <a:pt x="5564602" y="757699"/>
                  </a:lnTo>
                  <a:lnTo>
                    <a:pt x="5487969" y="749542"/>
                  </a:lnTo>
                  <a:lnTo>
                    <a:pt x="5411336" y="740746"/>
                  </a:lnTo>
                  <a:lnTo>
                    <a:pt x="5334704" y="731263"/>
                  </a:lnTo>
                  <a:lnTo>
                    <a:pt x="5258071" y="721037"/>
                  </a:lnTo>
                  <a:lnTo>
                    <a:pt x="5181439" y="710011"/>
                  </a:lnTo>
                  <a:lnTo>
                    <a:pt x="5104806" y="698122"/>
                  </a:lnTo>
                  <a:lnTo>
                    <a:pt x="5028174" y="685304"/>
                  </a:lnTo>
                  <a:lnTo>
                    <a:pt x="4951541" y="671482"/>
                  </a:lnTo>
                  <a:lnTo>
                    <a:pt x="4874909" y="656578"/>
                  </a:lnTo>
                  <a:lnTo>
                    <a:pt x="4798276" y="640509"/>
                  </a:lnTo>
                  <a:lnTo>
                    <a:pt x="4721644" y="623182"/>
                  </a:lnTo>
                  <a:lnTo>
                    <a:pt x="4645011" y="604500"/>
                  </a:lnTo>
                  <a:lnTo>
                    <a:pt x="4568378" y="584356"/>
                  </a:lnTo>
                  <a:lnTo>
                    <a:pt x="4491746" y="562635"/>
                  </a:lnTo>
                  <a:lnTo>
                    <a:pt x="4415113" y="539216"/>
                  </a:lnTo>
                  <a:lnTo>
                    <a:pt x="4338481" y="513963"/>
                  </a:lnTo>
                  <a:lnTo>
                    <a:pt x="4261848" y="486735"/>
                  </a:lnTo>
                  <a:lnTo>
                    <a:pt x="4185216" y="457376"/>
                  </a:lnTo>
                  <a:lnTo>
                    <a:pt x="4108583" y="425721"/>
                  </a:lnTo>
                  <a:lnTo>
                    <a:pt x="4031951" y="391588"/>
                  </a:lnTo>
                  <a:lnTo>
                    <a:pt x="3955318" y="354785"/>
                  </a:lnTo>
                  <a:lnTo>
                    <a:pt x="3878685" y="315102"/>
                  </a:lnTo>
                  <a:lnTo>
                    <a:pt x="3802053" y="272314"/>
                  </a:lnTo>
                  <a:lnTo>
                    <a:pt x="3725420" y="226178"/>
                  </a:lnTo>
                  <a:lnTo>
                    <a:pt x="3648788" y="176432"/>
                  </a:lnTo>
                  <a:lnTo>
                    <a:pt x="3572155" y="122794"/>
                  </a:lnTo>
                  <a:lnTo>
                    <a:pt x="3495523" y="64959"/>
                  </a:lnTo>
                  <a:lnTo>
                    <a:pt x="3418890" y="2599"/>
                  </a:lnTo>
                  <a:lnTo>
                    <a:pt x="3342258" y="0"/>
                  </a:lnTo>
                  <a:lnTo>
                    <a:pt x="3265625" y="9089"/>
                  </a:lnTo>
                  <a:lnTo>
                    <a:pt x="3188993" y="18082"/>
                  </a:lnTo>
                  <a:lnTo>
                    <a:pt x="3112360" y="26980"/>
                  </a:lnTo>
                  <a:lnTo>
                    <a:pt x="3035727" y="35785"/>
                  </a:lnTo>
                  <a:lnTo>
                    <a:pt x="2959095" y="44497"/>
                  </a:lnTo>
                  <a:lnTo>
                    <a:pt x="2882462" y="53117"/>
                  </a:lnTo>
                  <a:lnTo>
                    <a:pt x="2805830" y="61646"/>
                  </a:lnTo>
                  <a:lnTo>
                    <a:pt x="2729197" y="70085"/>
                  </a:lnTo>
                  <a:lnTo>
                    <a:pt x="2652565" y="78435"/>
                  </a:lnTo>
                  <a:lnTo>
                    <a:pt x="2575932" y="86697"/>
                  </a:lnTo>
                  <a:lnTo>
                    <a:pt x="2499300" y="94872"/>
                  </a:lnTo>
                  <a:lnTo>
                    <a:pt x="2422667" y="102961"/>
                  </a:lnTo>
                  <a:lnTo>
                    <a:pt x="2346034" y="110964"/>
                  </a:lnTo>
                  <a:lnTo>
                    <a:pt x="2269402" y="118883"/>
                  </a:lnTo>
                  <a:lnTo>
                    <a:pt x="2192769" y="126719"/>
                  </a:lnTo>
                  <a:lnTo>
                    <a:pt x="2116137" y="134471"/>
                  </a:lnTo>
                  <a:lnTo>
                    <a:pt x="2039504" y="142143"/>
                  </a:lnTo>
                  <a:lnTo>
                    <a:pt x="1962872" y="149733"/>
                  </a:lnTo>
                  <a:lnTo>
                    <a:pt x="1886239" y="157243"/>
                  </a:lnTo>
                  <a:lnTo>
                    <a:pt x="1809607" y="164674"/>
                  </a:lnTo>
                  <a:lnTo>
                    <a:pt x="1732974" y="172027"/>
                  </a:lnTo>
                  <a:lnTo>
                    <a:pt x="1656342" y="179302"/>
                  </a:lnTo>
                  <a:lnTo>
                    <a:pt x="1579709" y="186500"/>
                  </a:lnTo>
                  <a:lnTo>
                    <a:pt x="1503076" y="193623"/>
                  </a:lnTo>
                  <a:lnTo>
                    <a:pt x="1426444" y="200670"/>
                  </a:lnTo>
                  <a:lnTo>
                    <a:pt x="1349811" y="207643"/>
                  </a:lnTo>
                  <a:lnTo>
                    <a:pt x="1273179" y="214543"/>
                  </a:lnTo>
                  <a:lnTo>
                    <a:pt x="1196546" y="221370"/>
                  </a:lnTo>
                  <a:lnTo>
                    <a:pt x="1119914" y="228125"/>
                  </a:lnTo>
                  <a:lnTo>
                    <a:pt x="1043281" y="234808"/>
                  </a:lnTo>
                  <a:lnTo>
                    <a:pt x="966649" y="241421"/>
                  </a:lnTo>
                  <a:lnTo>
                    <a:pt x="890016" y="247965"/>
                  </a:lnTo>
                  <a:lnTo>
                    <a:pt x="813384" y="254439"/>
                  </a:lnTo>
                  <a:lnTo>
                    <a:pt x="736751" y="260845"/>
                  </a:lnTo>
                  <a:lnTo>
                    <a:pt x="660118" y="267184"/>
                  </a:lnTo>
                  <a:lnTo>
                    <a:pt x="583486" y="273455"/>
                  </a:lnTo>
                  <a:lnTo>
                    <a:pt x="506853" y="279661"/>
                  </a:lnTo>
                  <a:lnTo>
                    <a:pt x="430221" y="285801"/>
                  </a:lnTo>
                  <a:lnTo>
                    <a:pt x="353588" y="291877"/>
                  </a:lnTo>
                  <a:lnTo>
                    <a:pt x="276956" y="297888"/>
                  </a:lnTo>
                  <a:lnTo>
                    <a:pt x="200323" y="303836"/>
                  </a:lnTo>
                  <a:lnTo>
                    <a:pt x="123691" y="309721"/>
                  </a:lnTo>
                  <a:lnTo>
                    <a:pt x="47058" y="315544"/>
                  </a:lnTo>
                  <a:lnTo>
                    <a:pt x="0" y="3190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26802" y="1896563"/>
              <a:ext cx="7394498" cy="3491881"/>
            </a:xfrm>
            <a:custGeom>
              <a:avLst/>
              <a:pathLst>
                <a:path w="7394498" h="3491881">
                  <a:moveTo>
                    <a:pt x="0" y="0"/>
                  </a:moveTo>
                  <a:lnTo>
                    <a:pt x="37773" y="58283"/>
                  </a:lnTo>
                  <a:lnTo>
                    <a:pt x="114406" y="172758"/>
                  </a:lnTo>
                  <a:lnTo>
                    <a:pt x="191039" y="283586"/>
                  </a:lnTo>
                  <a:lnTo>
                    <a:pt x="267671" y="390885"/>
                  </a:lnTo>
                  <a:lnTo>
                    <a:pt x="344304" y="494767"/>
                  </a:lnTo>
                  <a:lnTo>
                    <a:pt x="420936" y="595340"/>
                  </a:lnTo>
                  <a:lnTo>
                    <a:pt x="497569" y="692711"/>
                  </a:lnTo>
                  <a:lnTo>
                    <a:pt x="574201" y="786980"/>
                  </a:lnTo>
                  <a:lnTo>
                    <a:pt x="650834" y="878246"/>
                  </a:lnTo>
                  <a:lnTo>
                    <a:pt x="727466" y="966606"/>
                  </a:lnTo>
                  <a:lnTo>
                    <a:pt x="804099" y="1052152"/>
                  </a:lnTo>
                  <a:lnTo>
                    <a:pt x="880732" y="1134974"/>
                  </a:lnTo>
                  <a:lnTo>
                    <a:pt x="957364" y="1215158"/>
                  </a:lnTo>
                  <a:lnTo>
                    <a:pt x="1033997" y="1292788"/>
                  </a:lnTo>
                  <a:lnTo>
                    <a:pt x="1110629" y="1367945"/>
                  </a:lnTo>
                  <a:lnTo>
                    <a:pt x="1187262" y="1440709"/>
                  </a:lnTo>
                  <a:lnTo>
                    <a:pt x="1263894" y="1511156"/>
                  </a:lnTo>
                  <a:lnTo>
                    <a:pt x="1340527" y="1579359"/>
                  </a:lnTo>
                  <a:lnTo>
                    <a:pt x="1417159" y="1645389"/>
                  </a:lnTo>
                  <a:lnTo>
                    <a:pt x="1493792" y="1709317"/>
                  </a:lnTo>
                  <a:lnTo>
                    <a:pt x="1570424" y="1771209"/>
                  </a:lnTo>
                  <a:lnTo>
                    <a:pt x="1647057" y="1831130"/>
                  </a:lnTo>
                  <a:lnTo>
                    <a:pt x="1723690" y="1889142"/>
                  </a:lnTo>
                  <a:lnTo>
                    <a:pt x="1800322" y="1945307"/>
                  </a:lnTo>
                  <a:lnTo>
                    <a:pt x="1876955" y="1999683"/>
                  </a:lnTo>
                  <a:lnTo>
                    <a:pt x="1953587" y="2052327"/>
                  </a:lnTo>
                  <a:lnTo>
                    <a:pt x="2030220" y="2103294"/>
                  </a:lnTo>
                  <a:lnTo>
                    <a:pt x="2106852" y="2152638"/>
                  </a:lnTo>
                  <a:lnTo>
                    <a:pt x="2183485" y="2200411"/>
                  </a:lnTo>
                  <a:lnTo>
                    <a:pt x="2260117" y="2246662"/>
                  </a:lnTo>
                  <a:lnTo>
                    <a:pt x="2336750" y="2291441"/>
                  </a:lnTo>
                  <a:lnTo>
                    <a:pt x="2413382" y="2334793"/>
                  </a:lnTo>
                  <a:lnTo>
                    <a:pt x="2490015" y="2376764"/>
                  </a:lnTo>
                  <a:lnTo>
                    <a:pt x="2566648" y="2417399"/>
                  </a:lnTo>
                  <a:lnTo>
                    <a:pt x="2643280" y="2456739"/>
                  </a:lnTo>
                  <a:lnTo>
                    <a:pt x="2719913" y="2494827"/>
                  </a:lnTo>
                  <a:lnTo>
                    <a:pt x="2796545" y="2531702"/>
                  </a:lnTo>
                  <a:lnTo>
                    <a:pt x="2873178" y="2567402"/>
                  </a:lnTo>
                  <a:lnTo>
                    <a:pt x="2949810" y="2601965"/>
                  </a:lnTo>
                  <a:lnTo>
                    <a:pt x="3026443" y="2635427"/>
                  </a:lnTo>
                  <a:lnTo>
                    <a:pt x="3103075" y="2667824"/>
                  </a:lnTo>
                  <a:lnTo>
                    <a:pt x="3179708" y="2699189"/>
                  </a:lnTo>
                  <a:lnTo>
                    <a:pt x="3256341" y="2729555"/>
                  </a:lnTo>
                  <a:lnTo>
                    <a:pt x="3332973" y="2758954"/>
                  </a:lnTo>
                  <a:lnTo>
                    <a:pt x="3409606" y="2787416"/>
                  </a:lnTo>
                  <a:lnTo>
                    <a:pt x="3486238" y="2814973"/>
                  </a:lnTo>
                  <a:lnTo>
                    <a:pt x="3562871" y="2841651"/>
                  </a:lnTo>
                  <a:lnTo>
                    <a:pt x="3639503" y="2867480"/>
                  </a:lnTo>
                  <a:lnTo>
                    <a:pt x="3716136" y="2892486"/>
                  </a:lnTo>
                  <a:lnTo>
                    <a:pt x="3792768" y="2916696"/>
                  </a:lnTo>
                  <a:lnTo>
                    <a:pt x="3869401" y="2940135"/>
                  </a:lnTo>
                  <a:lnTo>
                    <a:pt x="3946033" y="2962827"/>
                  </a:lnTo>
                  <a:lnTo>
                    <a:pt x="4022666" y="2984796"/>
                  </a:lnTo>
                  <a:lnTo>
                    <a:pt x="4099299" y="3006066"/>
                  </a:lnTo>
                  <a:lnTo>
                    <a:pt x="4175931" y="3026659"/>
                  </a:lnTo>
                  <a:lnTo>
                    <a:pt x="4252564" y="3046595"/>
                  </a:lnTo>
                  <a:lnTo>
                    <a:pt x="4329196" y="3065897"/>
                  </a:lnTo>
                  <a:lnTo>
                    <a:pt x="4405829" y="3084584"/>
                  </a:lnTo>
                  <a:lnTo>
                    <a:pt x="4482461" y="3102676"/>
                  </a:lnTo>
                  <a:lnTo>
                    <a:pt x="4559094" y="3120191"/>
                  </a:lnTo>
                  <a:lnTo>
                    <a:pt x="4635726" y="3137149"/>
                  </a:lnTo>
                  <a:lnTo>
                    <a:pt x="4712359" y="3153567"/>
                  </a:lnTo>
                  <a:lnTo>
                    <a:pt x="4788991" y="3169461"/>
                  </a:lnTo>
                  <a:lnTo>
                    <a:pt x="4865624" y="3184850"/>
                  </a:lnTo>
                  <a:lnTo>
                    <a:pt x="4942257" y="3199748"/>
                  </a:lnTo>
                  <a:lnTo>
                    <a:pt x="5018889" y="3214172"/>
                  </a:lnTo>
                  <a:lnTo>
                    <a:pt x="5095522" y="3228137"/>
                  </a:lnTo>
                  <a:lnTo>
                    <a:pt x="5172154" y="3241657"/>
                  </a:lnTo>
                  <a:lnTo>
                    <a:pt x="5248787" y="3254746"/>
                  </a:lnTo>
                  <a:lnTo>
                    <a:pt x="5325419" y="3267418"/>
                  </a:lnTo>
                  <a:lnTo>
                    <a:pt x="5402052" y="3279687"/>
                  </a:lnTo>
                  <a:lnTo>
                    <a:pt x="5478684" y="3291565"/>
                  </a:lnTo>
                  <a:lnTo>
                    <a:pt x="5555317" y="3303065"/>
                  </a:lnTo>
                  <a:lnTo>
                    <a:pt x="5631950" y="3314199"/>
                  </a:lnTo>
                  <a:lnTo>
                    <a:pt x="5708582" y="3324977"/>
                  </a:lnTo>
                  <a:lnTo>
                    <a:pt x="5785215" y="3335413"/>
                  </a:lnTo>
                  <a:lnTo>
                    <a:pt x="5861847" y="3345516"/>
                  </a:lnTo>
                  <a:lnTo>
                    <a:pt x="5938480" y="3355298"/>
                  </a:lnTo>
                  <a:lnTo>
                    <a:pt x="6015112" y="3364768"/>
                  </a:lnTo>
                  <a:lnTo>
                    <a:pt x="6091745" y="3373936"/>
                  </a:lnTo>
                  <a:lnTo>
                    <a:pt x="6168377" y="3382813"/>
                  </a:lnTo>
                  <a:lnTo>
                    <a:pt x="6245010" y="3391406"/>
                  </a:lnTo>
                  <a:lnTo>
                    <a:pt x="6321642" y="3399726"/>
                  </a:lnTo>
                  <a:lnTo>
                    <a:pt x="6398275" y="3407781"/>
                  </a:lnTo>
                  <a:lnTo>
                    <a:pt x="6474908" y="3415580"/>
                  </a:lnTo>
                  <a:lnTo>
                    <a:pt x="6551540" y="3423130"/>
                  </a:lnTo>
                  <a:lnTo>
                    <a:pt x="6628173" y="3430439"/>
                  </a:lnTo>
                  <a:lnTo>
                    <a:pt x="6704805" y="3437516"/>
                  </a:lnTo>
                  <a:lnTo>
                    <a:pt x="6781438" y="3444368"/>
                  </a:lnTo>
                  <a:lnTo>
                    <a:pt x="6858070" y="3451001"/>
                  </a:lnTo>
                  <a:lnTo>
                    <a:pt x="6934703" y="3457423"/>
                  </a:lnTo>
                  <a:lnTo>
                    <a:pt x="7011335" y="3463640"/>
                  </a:lnTo>
                  <a:lnTo>
                    <a:pt x="7087968" y="3469660"/>
                  </a:lnTo>
                  <a:lnTo>
                    <a:pt x="7164601" y="3475488"/>
                  </a:lnTo>
                  <a:lnTo>
                    <a:pt x="7241233" y="3481130"/>
                  </a:lnTo>
                  <a:lnTo>
                    <a:pt x="7317866" y="3486592"/>
                  </a:lnTo>
                  <a:lnTo>
                    <a:pt x="7394498" y="34918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8584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2026-05-26T09:05:53Z</dcterms:modified>
  <cp:category/>
</cp:coreProperties>
</file>