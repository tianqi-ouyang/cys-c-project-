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1318"/>
            </a:xfrm>
            <a:custGeom>
              <a:avLst/>
              <a:pathLst>
                <a:path w="6964104" h="1251318">
                  <a:moveTo>
                    <a:pt x="1955437" y="0"/>
                  </a:moveTo>
                  <a:lnTo>
                    <a:pt x="1969645" y="19559"/>
                  </a:lnTo>
                  <a:lnTo>
                    <a:pt x="2039990" y="109370"/>
                  </a:lnTo>
                  <a:lnTo>
                    <a:pt x="2110334" y="192664"/>
                  </a:lnTo>
                  <a:lnTo>
                    <a:pt x="2180679" y="269914"/>
                  </a:lnTo>
                  <a:lnTo>
                    <a:pt x="2251023" y="341557"/>
                  </a:lnTo>
                  <a:lnTo>
                    <a:pt x="2321368" y="408002"/>
                  </a:lnTo>
                  <a:lnTo>
                    <a:pt x="2391712" y="469626"/>
                  </a:lnTo>
                  <a:lnTo>
                    <a:pt x="2462057" y="526777"/>
                  </a:lnTo>
                  <a:lnTo>
                    <a:pt x="2532401" y="579781"/>
                  </a:lnTo>
                  <a:lnTo>
                    <a:pt x="2602746" y="628939"/>
                  </a:lnTo>
                  <a:lnTo>
                    <a:pt x="2673090" y="674530"/>
                  </a:lnTo>
                  <a:lnTo>
                    <a:pt x="2743435" y="716812"/>
                  </a:lnTo>
                  <a:lnTo>
                    <a:pt x="2813779" y="756026"/>
                  </a:lnTo>
                  <a:lnTo>
                    <a:pt x="2884124" y="792395"/>
                  </a:lnTo>
                  <a:lnTo>
                    <a:pt x="2954468" y="826124"/>
                  </a:lnTo>
                  <a:lnTo>
                    <a:pt x="3024813" y="857406"/>
                  </a:lnTo>
                  <a:lnTo>
                    <a:pt x="3095157" y="886417"/>
                  </a:lnTo>
                  <a:lnTo>
                    <a:pt x="3165502" y="913324"/>
                  </a:lnTo>
                  <a:lnTo>
                    <a:pt x="3235846" y="938278"/>
                  </a:lnTo>
                  <a:lnTo>
                    <a:pt x="3306191" y="957365"/>
                  </a:lnTo>
                  <a:lnTo>
                    <a:pt x="3376535" y="954169"/>
                  </a:lnTo>
                  <a:lnTo>
                    <a:pt x="3446880" y="950940"/>
                  </a:lnTo>
                  <a:lnTo>
                    <a:pt x="3517224" y="947676"/>
                  </a:lnTo>
                  <a:lnTo>
                    <a:pt x="3587569" y="944377"/>
                  </a:lnTo>
                  <a:lnTo>
                    <a:pt x="3657913" y="941043"/>
                  </a:lnTo>
                  <a:lnTo>
                    <a:pt x="3728257" y="937674"/>
                  </a:lnTo>
                  <a:lnTo>
                    <a:pt x="3798602" y="934269"/>
                  </a:lnTo>
                  <a:lnTo>
                    <a:pt x="3868946" y="930827"/>
                  </a:lnTo>
                  <a:lnTo>
                    <a:pt x="3939291" y="927349"/>
                  </a:lnTo>
                  <a:lnTo>
                    <a:pt x="4009635" y="923834"/>
                  </a:lnTo>
                  <a:lnTo>
                    <a:pt x="4079980" y="920281"/>
                  </a:lnTo>
                  <a:lnTo>
                    <a:pt x="4150324" y="916690"/>
                  </a:lnTo>
                  <a:lnTo>
                    <a:pt x="4220669" y="913061"/>
                  </a:lnTo>
                  <a:lnTo>
                    <a:pt x="4291013" y="909394"/>
                  </a:lnTo>
                  <a:lnTo>
                    <a:pt x="4361358" y="905687"/>
                  </a:lnTo>
                  <a:lnTo>
                    <a:pt x="4431702" y="901941"/>
                  </a:lnTo>
                  <a:lnTo>
                    <a:pt x="4502047" y="898155"/>
                  </a:lnTo>
                  <a:lnTo>
                    <a:pt x="4572391" y="894328"/>
                  </a:lnTo>
                  <a:lnTo>
                    <a:pt x="4642736" y="890461"/>
                  </a:lnTo>
                  <a:lnTo>
                    <a:pt x="4713080" y="886553"/>
                  </a:lnTo>
                  <a:lnTo>
                    <a:pt x="4783425" y="882603"/>
                  </a:lnTo>
                  <a:lnTo>
                    <a:pt x="4853769" y="878610"/>
                  </a:lnTo>
                  <a:lnTo>
                    <a:pt x="4924114" y="874576"/>
                  </a:lnTo>
                  <a:lnTo>
                    <a:pt x="4994458" y="870498"/>
                  </a:lnTo>
                  <a:lnTo>
                    <a:pt x="5064803" y="866377"/>
                  </a:lnTo>
                  <a:lnTo>
                    <a:pt x="5135147" y="862212"/>
                  </a:lnTo>
                  <a:lnTo>
                    <a:pt x="5205492" y="858002"/>
                  </a:lnTo>
                  <a:lnTo>
                    <a:pt x="5275836" y="853748"/>
                  </a:lnTo>
                  <a:lnTo>
                    <a:pt x="5346181" y="849448"/>
                  </a:lnTo>
                  <a:lnTo>
                    <a:pt x="5416525" y="845103"/>
                  </a:lnTo>
                  <a:lnTo>
                    <a:pt x="5486870" y="840711"/>
                  </a:lnTo>
                  <a:lnTo>
                    <a:pt x="5557214" y="836272"/>
                  </a:lnTo>
                  <a:lnTo>
                    <a:pt x="5627559" y="831786"/>
                  </a:lnTo>
                  <a:lnTo>
                    <a:pt x="5697903" y="827253"/>
                  </a:lnTo>
                  <a:lnTo>
                    <a:pt x="5768248" y="822671"/>
                  </a:lnTo>
                  <a:lnTo>
                    <a:pt x="5838592" y="818040"/>
                  </a:lnTo>
                  <a:lnTo>
                    <a:pt x="5908937" y="813360"/>
                  </a:lnTo>
                  <a:lnTo>
                    <a:pt x="5979281" y="808629"/>
                  </a:lnTo>
                  <a:lnTo>
                    <a:pt x="6049626" y="803849"/>
                  </a:lnTo>
                  <a:lnTo>
                    <a:pt x="6119970" y="799017"/>
                  </a:lnTo>
                  <a:lnTo>
                    <a:pt x="6190315" y="794135"/>
                  </a:lnTo>
                  <a:lnTo>
                    <a:pt x="6260659" y="789200"/>
                  </a:lnTo>
                  <a:lnTo>
                    <a:pt x="6331004" y="784212"/>
                  </a:lnTo>
                  <a:lnTo>
                    <a:pt x="6401348" y="779171"/>
                  </a:lnTo>
                  <a:lnTo>
                    <a:pt x="6471693" y="774077"/>
                  </a:lnTo>
                  <a:lnTo>
                    <a:pt x="6542037" y="768928"/>
                  </a:lnTo>
                  <a:lnTo>
                    <a:pt x="6612382" y="763724"/>
                  </a:lnTo>
                  <a:lnTo>
                    <a:pt x="6682726" y="758465"/>
                  </a:lnTo>
                  <a:lnTo>
                    <a:pt x="6753071" y="753150"/>
                  </a:lnTo>
                  <a:lnTo>
                    <a:pt x="6823415" y="747778"/>
                  </a:lnTo>
                  <a:lnTo>
                    <a:pt x="6893760" y="742349"/>
                  </a:lnTo>
                  <a:lnTo>
                    <a:pt x="6964104" y="736863"/>
                  </a:lnTo>
                  <a:lnTo>
                    <a:pt x="6964104" y="1251318"/>
                  </a:lnTo>
                  <a:lnTo>
                    <a:pt x="6893760" y="1250857"/>
                  </a:lnTo>
                  <a:lnTo>
                    <a:pt x="6823415" y="1250361"/>
                  </a:lnTo>
                  <a:lnTo>
                    <a:pt x="6753071" y="1249826"/>
                  </a:lnTo>
                  <a:lnTo>
                    <a:pt x="6682726" y="1249248"/>
                  </a:lnTo>
                  <a:lnTo>
                    <a:pt x="6612382" y="1248626"/>
                  </a:lnTo>
                  <a:lnTo>
                    <a:pt x="6542037" y="1247955"/>
                  </a:lnTo>
                  <a:lnTo>
                    <a:pt x="6471693" y="1247232"/>
                  </a:lnTo>
                  <a:lnTo>
                    <a:pt x="6401348" y="1246452"/>
                  </a:lnTo>
                  <a:lnTo>
                    <a:pt x="6331004" y="1245610"/>
                  </a:lnTo>
                  <a:lnTo>
                    <a:pt x="6260659" y="1244704"/>
                  </a:lnTo>
                  <a:lnTo>
                    <a:pt x="6190315" y="1243726"/>
                  </a:lnTo>
                  <a:lnTo>
                    <a:pt x="6119970" y="1242671"/>
                  </a:lnTo>
                  <a:lnTo>
                    <a:pt x="6049626" y="1241534"/>
                  </a:lnTo>
                  <a:lnTo>
                    <a:pt x="5979281" y="1240308"/>
                  </a:lnTo>
                  <a:lnTo>
                    <a:pt x="5908937" y="1238986"/>
                  </a:lnTo>
                  <a:lnTo>
                    <a:pt x="5838592" y="1237561"/>
                  </a:lnTo>
                  <a:lnTo>
                    <a:pt x="5768248" y="1236024"/>
                  </a:lnTo>
                  <a:lnTo>
                    <a:pt x="5697903" y="1234367"/>
                  </a:lnTo>
                  <a:lnTo>
                    <a:pt x="5627559" y="1232581"/>
                  </a:lnTo>
                  <a:lnTo>
                    <a:pt x="5557214" y="1230654"/>
                  </a:lnTo>
                  <a:lnTo>
                    <a:pt x="5486870" y="1228577"/>
                  </a:lnTo>
                  <a:lnTo>
                    <a:pt x="5416525" y="1226338"/>
                  </a:lnTo>
                  <a:lnTo>
                    <a:pt x="5346181" y="1223923"/>
                  </a:lnTo>
                  <a:lnTo>
                    <a:pt x="5275836" y="1221319"/>
                  </a:lnTo>
                  <a:lnTo>
                    <a:pt x="5205492" y="1218511"/>
                  </a:lnTo>
                  <a:lnTo>
                    <a:pt x="5135147" y="1215484"/>
                  </a:lnTo>
                  <a:lnTo>
                    <a:pt x="5064803" y="1212219"/>
                  </a:lnTo>
                  <a:lnTo>
                    <a:pt x="4994458" y="1208700"/>
                  </a:lnTo>
                  <a:lnTo>
                    <a:pt x="4924114" y="1204905"/>
                  </a:lnTo>
                  <a:lnTo>
                    <a:pt x="4853769" y="1200813"/>
                  </a:lnTo>
                  <a:lnTo>
                    <a:pt x="4783425" y="1196401"/>
                  </a:lnTo>
                  <a:lnTo>
                    <a:pt x="4713080" y="1191644"/>
                  </a:lnTo>
                  <a:lnTo>
                    <a:pt x="4642736" y="1186514"/>
                  </a:lnTo>
                  <a:lnTo>
                    <a:pt x="4572391" y="1180983"/>
                  </a:lnTo>
                  <a:lnTo>
                    <a:pt x="4502047" y="1175019"/>
                  </a:lnTo>
                  <a:lnTo>
                    <a:pt x="4431702" y="1168589"/>
                  </a:lnTo>
                  <a:lnTo>
                    <a:pt x="4361358" y="1161656"/>
                  </a:lnTo>
                  <a:lnTo>
                    <a:pt x="4291013" y="1154180"/>
                  </a:lnTo>
                  <a:lnTo>
                    <a:pt x="4220669" y="1146119"/>
                  </a:lnTo>
                  <a:lnTo>
                    <a:pt x="4150324" y="1137427"/>
                  </a:lnTo>
                  <a:lnTo>
                    <a:pt x="4079980" y="1128056"/>
                  </a:lnTo>
                  <a:lnTo>
                    <a:pt x="4009635" y="1117951"/>
                  </a:lnTo>
                  <a:lnTo>
                    <a:pt x="3939291" y="1107055"/>
                  </a:lnTo>
                  <a:lnTo>
                    <a:pt x="3868946" y="1095307"/>
                  </a:lnTo>
                  <a:lnTo>
                    <a:pt x="3798602" y="1082640"/>
                  </a:lnTo>
                  <a:lnTo>
                    <a:pt x="3728257" y="1068981"/>
                  </a:lnTo>
                  <a:lnTo>
                    <a:pt x="3657913" y="1054254"/>
                  </a:lnTo>
                  <a:lnTo>
                    <a:pt x="3587569" y="1038374"/>
                  </a:lnTo>
                  <a:lnTo>
                    <a:pt x="3517224" y="1021253"/>
                  </a:lnTo>
                  <a:lnTo>
                    <a:pt x="3446880" y="1002791"/>
                  </a:lnTo>
                  <a:lnTo>
                    <a:pt x="3376535" y="982885"/>
                  </a:lnTo>
                  <a:lnTo>
                    <a:pt x="3306191" y="961421"/>
                  </a:lnTo>
                  <a:lnTo>
                    <a:pt x="3235846" y="960526"/>
                  </a:lnTo>
                  <a:lnTo>
                    <a:pt x="3165502" y="963655"/>
                  </a:lnTo>
                  <a:lnTo>
                    <a:pt x="3095157" y="966750"/>
                  </a:lnTo>
                  <a:lnTo>
                    <a:pt x="3024813" y="969813"/>
                  </a:lnTo>
                  <a:lnTo>
                    <a:pt x="2954468" y="972843"/>
                  </a:lnTo>
                  <a:lnTo>
                    <a:pt x="2884124" y="975842"/>
                  </a:lnTo>
                  <a:lnTo>
                    <a:pt x="2813779" y="978809"/>
                  </a:lnTo>
                  <a:lnTo>
                    <a:pt x="2743435" y="981744"/>
                  </a:lnTo>
                  <a:lnTo>
                    <a:pt x="2673090" y="984649"/>
                  </a:lnTo>
                  <a:lnTo>
                    <a:pt x="2602746" y="987523"/>
                  </a:lnTo>
                  <a:lnTo>
                    <a:pt x="2532401" y="990367"/>
                  </a:lnTo>
                  <a:lnTo>
                    <a:pt x="2462057" y="993180"/>
                  </a:lnTo>
                  <a:lnTo>
                    <a:pt x="2391712" y="995964"/>
                  </a:lnTo>
                  <a:lnTo>
                    <a:pt x="2321368" y="998719"/>
                  </a:lnTo>
                  <a:lnTo>
                    <a:pt x="2251023" y="1001445"/>
                  </a:lnTo>
                  <a:lnTo>
                    <a:pt x="2180679" y="1004142"/>
                  </a:lnTo>
                  <a:lnTo>
                    <a:pt x="2110334" y="1006810"/>
                  </a:lnTo>
                  <a:lnTo>
                    <a:pt x="2039990" y="1009450"/>
                  </a:lnTo>
                  <a:lnTo>
                    <a:pt x="1969645" y="1012063"/>
                  </a:lnTo>
                  <a:lnTo>
                    <a:pt x="1899301" y="1014648"/>
                  </a:lnTo>
                  <a:lnTo>
                    <a:pt x="1828956" y="1017206"/>
                  </a:lnTo>
                  <a:lnTo>
                    <a:pt x="1758612" y="1019736"/>
                  </a:lnTo>
                  <a:lnTo>
                    <a:pt x="1688267" y="1022240"/>
                  </a:lnTo>
                  <a:lnTo>
                    <a:pt x="1617923" y="1024718"/>
                  </a:lnTo>
                  <a:lnTo>
                    <a:pt x="1547578" y="1027169"/>
                  </a:lnTo>
                  <a:lnTo>
                    <a:pt x="1477234" y="1029595"/>
                  </a:lnTo>
                  <a:lnTo>
                    <a:pt x="1406889" y="1031995"/>
                  </a:lnTo>
                  <a:lnTo>
                    <a:pt x="1336545" y="1034370"/>
                  </a:lnTo>
                  <a:lnTo>
                    <a:pt x="1266200" y="1036720"/>
                  </a:lnTo>
                  <a:lnTo>
                    <a:pt x="1195856" y="1039045"/>
                  </a:lnTo>
                  <a:lnTo>
                    <a:pt x="1125511" y="1041345"/>
                  </a:lnTo>
                  <a:lnTo>
                    <a:pt x="1055167" y="1043621"/>
                  </a:lnTo>
                  <a:lnTo>
                    <a:pt x="984822" y="1045873"/>
                  </a:lnTo>
                  <a:lnTo>
                    <a:pt x="914478" y="1048102"/>
                  </a:lnTo>
                  <a:lnTo>
                    <a:pt x="844133" y="1050307"/>
                  </a:lnTo>
                  <a:lnTo>
                    <a:pt x="773789" y="1052488"/>
                  </a:lnTo>
                  <a:lnTo>
                    <a:pt x="703444" y="1054647"/>
                  </a:lnTo>
                  <a:lnTo>
                    <a:pt x="633100" y="1056783"/>
                  </a:lnTo>
                  <a:lnTo>
                    <a:pt x="562755" y="1058896"/>
                  </a:lnTo>
                  <a:lnTo>
                    <a:pt x="492411" y="1060987"/>
                  </a:lnTo>
                  <a:lnTo>
                    <a:pt x="422066" y="1063056"/>
                  </a:lnTo>
                  <a:lnTo>
                    <a:pt x="351722" y="1065104"/>
                  </a:lnTo>
                  <a:lnTo>
                    <a:pt x="281377" y="1067129"/>
                  </a:lnTo>
                  <a:lnTo>
                    <a:pt x="211033" y="1069134"/>
                  </a:lnTo>
                  <a:lnTo>
                    <a:pt x="140688" y="1071117"/>
                  </a:lnTo>
                  <a:lnTo>
                    <a:pt x="70344" y="1073079"/>
                  </a:lnTo>
                  <a:lnTo>
                    <a:pt x="0" y="10750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90749" y="2143092"/>
              <a:ext cx="5008667" cy="957365"/>
            </a:xfrm>
            <a:custGeom>
              <a:avLst/>
              <a:pathLst>
                <a:path w="5008667" h="957365">
                  <a:moveTo>
                    <a:pt x="0" y="0"/>
                  </a:moveTo>
                  <a:lnTo>
                    <a:pt x="14208" y="19559"/>
                  </a:lnTo>
                  <a:lnTo>
                    <a:pt x="84552" y="109370"/>
                  </a:lnTo>
                  <a:lnTo>
                    <a:pt x="154897" y="192664"/>
                  </a:lnTo>
                  <a:lnTo>
                    <a:pt x="225241" y="269914"/>
                  </a:lnTo>
                  <a:lnTo>
                    <a:pt x="295586" y="341557"/>
                  </a:lnTo>
                  <a:lnTo>
                    <a:pt x="365930" y="408002"/>
                  </a:lnTo>
                  <a:lnTo>
                    <a:pt x="436275" y="469626"/>
                  </a:lnTo>
                  <a:lnTo>
                    <a:pt x="506619" y="526777"/>
                  </a:lnTo>
                  <a:lnTo>
                    <a:pt x="576964" y="579781"/>
                  </a:lnTo>
                  <a:lnTo>
                    <a:pt x="647308" y="628939"/>
                  </a:lnTo>
                  <a:lnTo>
                    <a:pt x="717653" y="674530"/>
                  </a:lnTo>
                  <a:lnTo>
                    <a:pt x="787997" y="716812"/>
                  </a:lnTo>
                  <a:lnTo>
                    <a:pt x="858342" y="756026"/>
                  </a:lnTo>
                  <a:lnTo>
                    <a:pt x="928686" y="792395"/>
                  </a:lnTo>
                  <a:lnTo>
                    <a:pt x="999031" y="826124"/>
                  </a:lnTo>
                  <a:lnTo>
                    <a:pt x="1069375" y="857406"/>
                  </a:lnTo>
                  <a:lnTo>
                    <a:pt x="1139720" y="886417"/>
                  </a:lnTo>
                  <a:lnTo>
                    <a:pt x="1210064" y="913324"/>
                  </a:lnTo>
                  <a:lnTo>
                    <a:pt x="1280409" y="938278"/>
                  </a:lnTo>
                  <a:lnTo>
                    <a:pt x="1350753" y="957365"/>
                  </a:lnTo>
                  <a:lnTo>
                    <a:pt x="1421098" y="954169"/>
                  </a:lnTo>
                  <a:lnTo>
                    <a:pt x="1491442" y="950940"/>
                  </a:lnTo>
                  <a:lnTo>
                    <a:pt x="1561786" y="947676"/>
                  </a:lnTo>
                  <a:lnTo>
                    <a:pt x="1632131" y="944377"/>
                  </a:lnTo>
                  <a:lnTo>
                    <a:pt x="1702475" y="941043"/>
                  </a:lnTo>
                  <a:lnTo>
                    <a:pt x="1772820" y="937674"/>
                  </a:lnTo>
                  <a:lnTo>
                    <a:pt x="1843164" y="934269"/>
                  </a:lnTo>
                  <a:lnTo>
                    <a:pt x="1913509" y="930827"/>
                  </a:lnTo>
                  <a:lnTo>
                    <a:pt x="1983853" y="927349"/>
                  </a:lnTo>
                  <a:lnTo>
                    <a:pt x="2054198" y="923834"/>
                  </a:lnTo>
                  <a:lnTo>
                    <a:pt x="2124542" y="920281"/>
                  </a:lnTo>
                  <a:lnTo>
                    <a:pt x="2194887" y="916690"/>
                  </a:lnTo>
                  <a:lnTo>
                    <a:pt x="2265231" y="913061"/>
                  </a:lnTo>
                  <a:lnTo>
                    <a:pt x="2335576" y="909394"/>
                  </a:lnTo>
                  <a:lnTo>
                    <a:pt x="2405920" y="905687"/>
                  </a:lnTo>
                  <a:lnTo>
                    <a:pt x="2476265" y="901941"/>
                  </a:lnTo>
                  <a:lnTo>
                    <a:pt x="2546609" y="898155"/>
                  </a:lnTo>
                  <a:lnTo>
                    <a:pt x="2616954" y="894328"/>
                  </a:lnTo>
                  <a:lnTo>
                    <a:pt x="2687298" y="890461"/>
                  </a:lnTo>
                  <a:lnTo>
                    <a:pt x="2757643" y="886553"/>
                  </a:lnTo>
                  <a:lnTo>
                    <a:pt x="2827987" y="882603"/>
                  </a:lnTo>
                  <a:lnTo>
                    <a:pt x="2898332" y="878610"/>
                  </a:lnTo>
                  <a:lnTo>
                    <a:pt x="2968676" y="874576"/>
                  </a:lnTo>
                  <a:lnTo>
                    <a:pt x="3039021" y="870498"/>
                  </a:lnTo>
                  <a:lnTo>
                    <a:pt x="3109365" y="866377"/>
                  </a:lnTo>
                  <a:lnTo>
                    <a:pt x="3179710" y="862212"/>
                  </a:lnTo>
                  <a:lnTo>
                    <a:pt x="3250054" y="858002"/>
                  </a:lnTo>
                  <a:lnTo>
                    <a:pt x="3320399" y="853748"/>
                  </a:lnTo>
                  <a:lnTo>
                    <a:pt x="3390743" y="849448"/>
                  </a:lnTo>
                  <a:lnTo>
                    <a:pt x="3461088" y="845103"/>
                  </a:lnTo>
                  <a:lnTo>
                    <a:pt x="3531432" y="840711"/>
                  </a:lnTo>
                  <a:lnTo>
                    <a:pt x="3601777" y="836272"/>
                  </a:lnTo>
                  <a:lnTo>
                    <a:pt x="3672121" y="831786"/>
                  </a:lnTo>
                  <a:lnTo>
                    <a:pt x="3742466" y="827253"/>
                  </a:lnTo>
                  <a:lnTo>
                    <a:pt x="3812810" y="822671"/>
                  </a:lnTo>
                  <a:lnTo>
                    <a:pt x="3883155" y="818040"/>
                  </a:lnTo>
                  <a:lnTo>
                    <a:pt x="3953499" y="813360"/>
                  </a:lnTo>
                  <a:lnTo>
                    <a:pt x="4023844" y="808629"/>
                  </a:lnTo>
                  <a:lnTo>
                    <a:pt x="4094188" y="803849"/>
                  </a:lnTo>
                  <a:lnTo>
                    <a:pt x="4164533" y="799017"/>
                  </a:lnTo>
                  <a:lnTo>
                    <a:pt x="4234877" y="794135"/>
                  </a:lnTo>
                  <a:lnTo>
                    <a:pt x="4305222" y="789200"/>
                  </a:lnTo>
                  <a:lnTo>
                    <a:pt x="4375566" y="784212"/>
                  </a:lnTo>
                  <a:lnTo>
                    <a:pt x="4445911" y="779171"/>
                  </a:lnTo>
                  <a:lnTo>
                    <a:pt x="4516255" y="774077"/>
                  </a:lnTo>
                  <a:lnTo>
                    <a:pt x="4586600" y="768928"/>
                  </a:lnTo>
                  <a:lnTo>
                    <a:pt x="4656944" y="763724"/>
                  </a:lnTo>
                  <a:lnTo>
                    <a:pt x="4727289" y="758465"/>
                  </a:lnTo>
                  <a:lnTo>
                    <a:pt x="4797633" y="753150"/>
                  </a:lnTo>
                  <a:lnTo>
                    <a:pt x="4867978" y="747778"/>
                  </a:lnTo>
                  <a:lnTo>
                    <a:pt x="4938322" y="742349"/>
                  </a:lnTo>
                  <a:lnTo>
                    <a:pt x="5008667" y="736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3618"/>
              <a:ext cx="6964104" cy="290791"/>
            </a:xfrm>
            <a:custGeom>
              <a:avLst/>
              <a:pathLst>
                <a:path w="6964104" h="290791">
                  <a:moveTo>
                    <a:pt x="6964104" y="290791"/>
                  </a:moveTo>
                  <a:lnTo>
                    <a:pt x="6893760" y="290331"/>
                  </a:lnTo>
                  <a:lnTo>
                    <a:pt x="6823415" y="289834"/>
                  </a:lnTo>
                  <a:lnTo>
                    <a:pt x="6753071" y="289299"/>
                  </a:lnTo>
                  <a:lnTo>
                    <a:pt x="6682726" y="288722"/>
                  </a:lnTo>
                  <a:lnTo>
                    <a:pt x="6612382" y="288099"/>
                  </a:lnTo>
                  <a:lnTo>
                    <a:pt x="6542037" y="287428"/>
                  </a:lnTo>
                  <a:lnTo>
                    <a:pt x="6471693" y="286705"/>
                  </a:lnTo>
                  <a:lnTo>
                    <a:pt x="6401348" y="285925"/>
                  </a:lnTo>
                  <a:lnTo>
                    <a:pt x="6331004" y="285084"/>
                  </a:lnTo>
                  <a:lnTo>
                    <a:pt x="6260659" y="284177"/>
                  </a:lnTo>
                  <a:lnTo>
                    <a:pt x="6190315" y="283199"/>
                  </a:lnTo>
                  <a:lnTo>
                    <a:pt x="6119970" y="282144"/>
                  </a:lnTo>
                  <a:lnTo>
                    <a:pt x="6049626" y="281007"/>
                  </a:lnTo>
                  <a:lnTo>
                    <a:pt x="5979281" y="279782"/>
                  </a:lnTo>
                  <a:lnTo>
                    <a:pt x="5908937" y="278460"/>
                  </a:lnTo>
                  <a:lnTo>
                    <a:pt x="5838592" y="277034"/>
                  </a:lnTo>
                  <a:lnTo>
                    <a:pt x="5768248" y="275498"/>
                  </a:lnTo>
                  <a:lnTo>
                    <a:pt x="5697903" y="273841"/>
                  </a:lnTo>
                  <a:lnTo>
                    <a:pt x="5627559" y="272054"/>
                  </a:lnTo>
                  <a:lnTo>
                    <a:pt x="5557214" y="270128"/>
                  </a:lnTo>
                  <a:lnTo>
                    <a:pt x="5486870" y="268050"/>
                  </a:lnTo>
                  <a:lnTo>
                    <a:pt x="5416525" y="265811"/>
                  </a:lnTo>
                  <a:lnTo>
                    <a:pt x="5346181" y="263396"/>
                  </a:lnTo>
                  <a:lnTo>
                    <a:pt x="5275836" y="260792"/>
                  </a:lnTo>
                  <a:lnTo>
                    <a:pt x="5205492" y="257984"/>
                  </a:lnTo>
                  <a:lnTo>
                    <a:pt x="5135147" y="254957"/>
                  </a:lnTo>
                  <a:lnTo>
                    <a:pt x="5064803" y="251693"/>
                  </a:lnTo>
                  <a:lnTo>
                    <a:pt x="4994458" y="248173"/>
                  </a:lnTo>
                  <a:lnTo>
                    <a:pt x="4924114" y="244378"/>
                  </a:lnTo>
                  <a:lnTo>
                    <a:pt x="4853769" y="240286"/>
                  </a:lnTo>
                  <a:lnTo>
                    <a:pt x="4783425" y="235874"/>
                  </a:lnTo>
                  <a:lnTo>
                    <a:pt x="4713080" y="231117"/>
                  </a:lnTo>
                  <a:lnTo>
                    <a:pt x="4642736" y="225987"/>
                  </a:lnTo>
                  <a:lnTo>
                    <a:pt x="4572391" y="220456"/>
                  </a:lnTo>
                  <a:lnTo>
                    <a:pt x="4502047" y="214493"/>
                  </a:lnTo>
                  <a:lnTo>
                    <a:pt x="4431702" y="208062"/>
                  </a:lnTo>
                  <a:lnTo>
                    <a:pt x="4361358" y="201129"/>
                  </a:lnTo>
                  <a:lnTo>
                    <a:pt x="4291013" y="193653"/>
                  </a:lnTo>
                  <a:lnTo>
                    <a:pt x="4220669" y="185592"/>
                  </a:lnTo>
                  <a:lnTo>
                    <a:pt x="4150324" y="176900"/>
                  </a:lnTo>
                  <a:lnTo>
                    <a:pt x="4079980" y="167529"/>
                  </a:lnTo>
                  <a:lnTo>
                    <a:pt x="4009635" y="157424"/>
                  </a:lnTo>
                  <a:lnTo>
                    <a:pt x="3939291" y="146528"/>
                  </a:lnTo>
                  <a:lnTo>
                    <a:pt x="3868946" y="134780"/>
                  </a:lnTo>
                  <a:lnTo>
                    <a:pt x="3798602" y="122113"/>
                  </a:lnTo>
                  <a:lnTo>
                    <a:pt x="3728257" y="108454"/>
                  </a:lnTo>
                  <a:lnTo>
                    <a:pt x="3657913" y="93727"/>
                  </a:lnTo>
                  <a:lnTo>
                    <a:pt x="3587569" y="77848"/>
                  </a:lnTo>
                  <a:lnTo>
                    <a:pt x="3517224" y="60726"/>
                  </a:lnTo>
                  <a:lnTo>
                    <a:pt x="3446880" y="42264"/>
                  </a:lnTo>
                  <a:lnTo>
                    <a:pt x="3376535" y="22358"/>
                  </a:lnTo>
                  <a:lnTo>
                    <a:pt x="3306191" y="894"/>
                  </a:lnTo>
                  <a:lnTo>
                    <a:pt x="3235846" y="0"/>
                  </a:lnTo>
                  <a:lnTo>
                    <a:pt x="3165502" y="3128"/>
                  </a:lnTo>
                  <a:lnTo>
                    <a:pt x="3095157" y="6223"/>
                  </a:lnTo>
                  <a:lnTo>
                    <a:pt x="3024813" y="9286"/>
                  </a:lnTo>
                  <a:lnTo>
                    <a:pt x="2954468" y="12316"/>
                  </a:lnTo>
                  <a:lnTo>
                    <a:pt x="2884124" y="15315"/>
                  </a:lnTo>
                  <a:lnTo>
                    <a:pt x="2813779" y="18282"/>
                  </a:lnTo>
                  <a:lnTo>
                    <a:pt x="2743435" y="21217"/>
                  </a:lnTo>
                  <a:lnTo>
                    <a:pt x="2673090" y="24122"/>
                  </a:lnTo>
                  <a:lnTo>
                    <a:pt x="2602746" y="26996"/>
                  </a:lnTo>
                  <a:lnTo>
                    <a:pt x="2532401" y="29840"/>
                  </a:lnTo>
                  <a:lnTo>
                    <a:pt x="2462057" y="32654"/>
                  </a:lnTo>
                  <a:lnTo>
                    <a:pt x="2391712" y="35438"/>
                  </a:lnTo>
                  <a:lnTo>
                    <a:pt x="2321368" y="38192"/>
                  </a:lnTo>
                  <a:lnTo>
                    <a:pt x="2251023" y="40918"/>
                  </a:lnTo>
                  <a:lnTo>
                    <a:pt x="2180679" y="43615"/>
                  </a:lnTo>
                  <a:lnTo>
                    <a:pt x="2110334" y="46283"/>
                  </a:lnTo>
                  <a:lnTo>
                    <a:pt x="2039990" y="48924"/>
                  </a:lnTo>
                  <a:lnTo>
                    <a:pt x="1969645" y="51536"/>
                  </a:lnTo>
                  <a:lnTo>
                    <a:pt x="1899301" y="54121"/>
                  </a:lnTo>
                  <a:lnTo>
                    <a:pt x="1828956" y="56679"/>
                  </a:lnTo>
                  <a:lnTo>
                    <a:pt x="1758612" y="59210"/>
                  </a:lnTo>
                  <a:lnTo>
                    <a:pt x="1688267" y="61714"/>
                  </a:lnTo>
                  <a:lnTo>
                    <a:pt x="1617923" y="64191"/>
                  </a:lnTo>
                  <a:lnTo>
                    <a:pt x="1547578" y="66643"/>
                  </a:lnTo>
                  <a:lnTo>
                    <a:pt x="1477234" y="69068"/>
                  </a:lnTo>
                  <a:lnTo>
                    <a:pt x="1406889" y="71468"/>
                  </a:lnTo>
                  <a:lnTo>
                    <a:pt x="1336545" y="73843"/>
                  </a:lnTo>
                  <a:lnTo>
                    <a:pt x="1266200" y="76193"/>
                  </a:lnTo>
                  <a:lnTo>
                    <a:pt x="1195856" y="78518"/>
                  </a:lnTo>
                  <a:lnTo>
                    <a:pt x="1125511" y="80818"/>
                  </a:lnTo>
                  <a:lnTo>
                    <a:pt x="1055167" y="83094"/>
                  </a:lnTo>
                  <a:lnTo>
                    <a:pt x="984822" y="85347"/>
                  </a:lnTo>
                  <a:lnTo>
                    <a:pt x="914478" y="87575"/>
                  </a:lnTo>
                  <a:lnTo>
                    <a:pt x="844133" y="89780"/>
                  </a:lnTo>
                  <a:lnTo>
                    <a:pt x="773789" y="91962"/>
                  </a:lnTo>
                  <a:lnTo>
                    <a:pt x="703444" y="94120"/>
                  </a:lnTo>
                  <a:lnTo>
                    <a:pt x="633100" y="96256"/>
                  </a:lnTo>
                  <a:lnTo>
                    <a:pt x="562755" y="98370"/>
                  </a:lnTo>
                  <a:lnTo>
                    <a:pt x="492411" y="100461"/>
                  </a:lnTo>
                  <a:lnTo>
                    <a:pt x="422066" y="102530"/>
                  </a:lnTo>
                  <a:lnTo>
                    <a:pt x="351722" y="104577"/>
                  </a:lnTo>
                  <a:lnTo>
                    <a:pt x="281377" y="106602"/>
                  </a:lnTo>
                  <a:lnTo>
                    <a:pt x="211033" y="108607"/>
                  </a:lnTo>
                  <a:lnTo>
                    <a:pt x="140688" y="110590"/>
                  </a:lnTo>
                  <a:lnTo>
                    <a:pt x="70344" y="112552"/>
                  </a:lnTo>
                  <a:lnTo>
                    <a:pt x="0" y="11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11671" y="2143092"/>
              <a:ext cx="6787745" cy="1201869"/>
            </a:xfrm>
            <a:custGeom>
              <a:avLst/>
              <a:pathLst>
                <a:path w="6787745" h="1201869">
                  <a:moveTo>
                    <a:pt x="0" y="0"/>
                  </a:moveTo>
                  <a:lnTo>
                    <a:pt x="34674" y="20060"/>
                  </a:lnTo>
                  <a:lnTo>
                    <a:pt x="105018" y="59461"/>
                  </a:lnTo>
                  <a:lnTo>
                    <a:pt x="175363" y="97607"/>
                  </a:lnTo>
                  <a:lnTo>
                    <a:pt x="245707" y="134538"/>
                  </a:lnTo>
                  <a:lnTo>
                    <a:pt x="316052" y="170293"/>
                  </a:lnTo>
                  <a:lnTo>
                    <a:pt x="386396" y="204910"/>
                  </a:lnTo>
                  <a:lnTo>
                    <a:pt x="456741" y="238423"/>
                  </a:lnTo>
                  <a:lnTo>
                    <a:pt x="527085" y="270870"/>
                  </a:lnTo>
                  <a:lnTo>
                    <a:pt x="597430" y="302283"/>
                  </a:lnTo>
                  <a:lnTo>
                    <a:pt x="667774" y="332696"/>
                  </a:lnTo>
                  <a:lnTo>
                    <a:pt x="738119" y="362140"/>
                  </a:lnTo>
                  <a:lnTo>
                    <a:pt x="808463" y="390646"/>
                  </a:lnTo>
                  <a:lnTo>
                    <a:pt x="878808" y="418244"/>
                  </a:lnTo>
                  <a:lnTo>
                    <a:pt x="949152" y="444964"/>
                  </a:lnTo>
                  <a:lnTo>
                    <a:pt x="1019497" y="470832"/>
                  </a:lnTo>
                  <a:lnTo>
                    <a:pt x="1089841" y="495877"/>
                  </a:lnTo>
                  <a:lnTo>
                    <a:pt x="1160186" y="520124"/>
                  </a:lnTo>
                  <a:lnTo>
                    <a:pt x="1230530" y="543599"/>
                  </a:lnTo>
                  <a:lnTo>
                    <a:pt x="1300875" y="566326"/>
                  </a:lnTo>
                  <a:lnTo>
                    <a:pt x="1371219" y="588329"/>
                  </a:lnTo>
                  <a:lnTo>
                    <a:pt x="1441564" y="609632"/>
                  </a:lnTo>
                  <a:lnTo>
                    <a:pt x="1511908" y="630256"/>
                  </a:lnTo>
                  <a:lnTo>
                    <a:pt x="1582253" y="650223"/>
                  </a:lnTo>
                  <a:lnTo>
                    <a:pt x="1652597" y="669554"/>
                  </a:lnTo>
                  <a:lnTo>
                    <a:pt x="1722942" y="688270"/>
                  </a:lnTo>
                  <a:lnTo>
                    <a:pt x="1793286" y="706389"/>
                  </a:lnTo>
                  <a:lnTo>
                    <a:pt x="1863631" y="723932"/>
                  </a:lnTo>
                  <a:lnTo>
                    <a:pt x="1933975" y="740916"/>
                  </a:lnTo>
                  <a:lnTo>
                    <a:pt x="2004320" y="757359"/>
                  </a:lnTo>
                  <a:lnTo>
                    <a:pt x="2074664" y="773278"/>
                  </a:lnTo>
                  <a:lnTo>
                    <a:pt x="2145009" y="788690"/>
                  </a:lnTo>
                  <a:lnTo>
                    <a:pt x="2215353" y="803611"/>
                  </a:lnTo>
                  <a:lnTo>
                    <a:pt x="2285698" y="818057"/>
                  </a:lnTo>
                  <a:lnTo>
                    <a:pt x="2356042" y="832043"/>
                  </a:lnTo>
                  <a:lnTo>
                    <a:pt x="2426387" y="845584"/>
                  </a:lnTo>
                  <a:lnTo>
                    <a:pt x="2496731" y="858693"/>
                  </a:lnTo>
                  <a:lnTo>
                    <a:pt x="2567076" y="871385"/>
                  </a:lnTo>
                  <a:lnTo>
                    <a:pt x="2637420" y="883673"/>
                  </a:lnTo>
                  <a:lnTo>
                    <a:pt x="2707765" y="895569"/>
                  </a:lnTo>
                  <a:lnTo>
                    <a:pt x="2778109" y="907087"/>
                  </a:lnTo>
                  <a:lnTo>
                    <a:pt x="2848454" y="918237"/>
                  </a:lnTo>
                  <a:lnTo>
                    <a:pt x="2918798" y="929033"/>
                  </a:lnTo>
                  <a:lnTo>
                    <a:pt x="2989143" y="939484"/>
                  </a:lnTo>
                  <a:lnTo>
                    <a:pt x="3059487" y="949603"/>
                  </a:lnTo>
                  <a:lnTo>
                    <a:pt x="3129832" y="959400"/>
                  </a:lnTo>
                  <a:lnTo>
                    <a:pt x="3200176" y="968884"/>
                  </a:lnTo>
                  <a:lnTo>
                    <a:pt x="3270520" y="978067"/>
                  </a:lnTo>
                  <a:lnTo>
                    <a:pt x="3340865" y="986957"/>
                  </a:lnTo>
                  <a:lnTo>
                    <a:pt x="3411209" y="995564"/>
                  </a:lnTo>
                  <a:lnTo>
                    <a:pt x="3481554" y="1003896"/>
                  </a:lnTo>
                  <a:lnTo>
                    <a:pt x="3551898" y="1011964"/>
                  </a:lnTo>
                  <a:lnTo>
                    <a:pt x="3622243" y="1019774"/>
                  </a:lnTo>
                  <a:lnTo>
                    <a:pt x="3692587" y="1027336"/>
                  </a:lnTo>
                  <a:lnTo>
                    <a:pt x="3762932" y="1034657"/>
                  </a:lnTo>
                  <a:lnTo>
                    <a:pt x="3833276" y="1041744"/>
                  </a:lnTo>
                  <a:lnTo>
                    <a:pt x="3903621" y="1048606"/>
                  </a:lnTo>
                  <a:lnTo>
                    <a:pt x="3973965" y="1055250"/>
                  </a:lnTo>
                  <a:lnTo>
                    <a:pt x="4044310" y="1061682"/>
                  </a:lnTo>
                  <a:lnTo>
                    <a:pt x="4114654" y="1067909"/>
                  </a:lnTo>
                  <a:lnTo>
                    <a:pt x="4184999" y="1073937"/>
                  </a:lnTo>
                  <a:lnTo>
                    <a:pt x="4255343" y="1079774"/>
                  </a:lnTo>
                  <a:lnTo>
                    <a:pt x="4325688" y="1085425"/>
                  </a:lnTo>
                  <a:lnTo>
                    <a:pt x="4396032" y="1090896"/>
                  </a:lnTo>
                  <a:lnTo>
                    <a:pt x="4466377" y="1096192"/>
                  </a:lnTo>
                  <a:lnTo>
                    <a:pt x="4536721" y="1101320"/>
                  </a:lnTo>
                  <a:lnTo>
                    <a:pt x="4607066" y="1106285"/>
                  </a:lnTo>
                  <a:lnTo>
                    <a:pt x="4677410" y="1111091"/>
                  </a:lnTo>
                  <a:lnTo>
                    <a:pt x="4747755" y="1115744"/>
                  </a:lnTo>
                  <a:lnTo>
                    <a:pt x="4818099" y="1120250"/>
                  </a:lnTo>
                  <a:lnTo>
                    <a:pt x="4888444" y="1124611"/>
                  </a:lnTo>
                  <a:lnTo>
                    <a:pt x="4958788" y="1128834"/>
                  </a:lnTo>
                  <a:lnTo>
                    <a:pt x="5029133" y="1132922"/>
                  </a:lnTo>
                  <a:lnTo>
                    <a:pt x="5099477" y="1136881"/>
                  </a:lnTo>
                  <a:lnTo>
                    <a:pt x="5169822" y="1140713"/>
                  </a:lnTo>
                  <a:lnTo>
                    <a:pt x="5240166" y="1144423"/>
                  </a:lnTo>
                  <a:lnTo>
                    <a:pt x="5310511" y="1148014"/>
                  </a:lnTo>
                  <a:lnTo>
                    <a:pt x="5380855" y="1151492"/>
                  </a:lnTo>
                  <a:lnTo>
                    <a:pt x="5451200" y="1154859"/>
                  </a:lnTo>
                  <a:lnTo>
                    <a:pt x="5521544" y="1158118"/>
                  </a:lnTo>
                  <a:lnTo>
                    <a:pt x="5591889" y="1161274"/>
                  </a:lnTo>
                  <a:lnTo>
                    <a:pt x="5662233" y="1164329"/>
                  </a:lnTo>
                  <a:lnTo>
                    <a:pt x="5732578" y="1167287"/>
                  </a:lnTo>
                  <a:lnTo>
                    <a:pt x="5802922" y="1170150"/>
                  </a:lnTo>
                  <a:lnTo>
                    <a:pt x="5873267" y="1172923"/>
                  </a:lnTo>
                  <a:lnTo>
                    <a:pt x="5943611" y="1175607"/>
                  </a:lnTo>
                  <a:lnTo>
                    <a:pt x="6013956" y="1178206"/>
                  </a:lnTo>
                  <a:lnTo>
                    <a:pt x="6084300" y="1180722"/>
                  </a:lnTo>
                  <a:lnTo>
                    <a:pt x="6154645" y="1183157"/>
                  </a:lnTo>
                  <a:lnTo>
                    <a:pt x="6224989" y="1185515"/>
                  </a:lnTo>
                  <a:lnTo>
                    <a:pt x="6295334" y="1187799"/>
                  </a:lnTo>
                  <a:lnTo>
                    <a:pt x="6365678" y="1190009"/>
                  </a:lnTo>
                  <a:lnTo>
                    <a:pt x="6436023" y="1192149"/>
                  </a:lnTo>
                  <a:lnTo>
                    <a:pt x="6506367" y="1194221"/>
                  </a:lnTo>
                  <a:lnTo>
                    <a:pt x="6576712" y="1196227"/>
                  </a:lnTo>
                  <a:lnTo>
                    <a:pt x="6647056" y="1198169"/>
                  </a:lnTo>
                  <a:lnTo>
                    <a:pt x="6717401" y="1200049"/>
                  </a:lnTo>
                  <a:lnTo>
                    <a:pt x="6787745" y="12018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1318"/>
            </a:xfrm>
            <a:custGeom>
              <a:avLst/>
              <a:pathLst>
                <a:path w="6964104" h="1251318">
                  <a:moveTo>
                    <a:pt x="1955437" y="0"/>
                  </a:moveTo>
                  <a:lnTo>
                    <a:pt x="1969645" y="19559"/>
                  </a:lnTo>
                  <a:lnTo>
                    <a:pt x="2039990" y="109370"/>
                  </a:lnTo>
                  <a:lnTo>
                    <a:pt x="2110334" y="192664"/>
                  </a:lnTo>
                  <a:lnTo>
                    <a:pt x="2180679" y="269914"/>
                  </a:lnTo>
                  <a:lnTo>
                    <a:pt x="2251023" y="341557"/>
                  </a:lnTo>
                  <a:lnTo>
                    <a:pt x="2321368" y="408002"/>
                  </a:lnTo>
                  <a:lnTo>
                    <a:pt x="2391712" y="469626"/>
                  </a:lnTo>
                  <a:lnTo>
                    <a:pt x="2462057" y="526777"/>
                  </a:lnTo>
                  <a:lnTo>
                    <a:pt x="2532401" y="579781"/>
                  </a:lnTo>
                  <a:lnTo>
                    <a:pt x="2602746" y="628939"/>
                  </a:lnTo>
                  <a:lnTo>
                    <a:pt x="2673090" y="674530"/>
                  </a:lnTo>
                  <a:lnTo>
                    <a:pt x="2743435" y="716812"/>
                  </a:lnTo>
                  <a:lnTo>
                    <a:pt x="2813779" y="756026"/>
                  </a:lnTo>
                  <a:lnTo>
                    <a:pt x="2884124" y="792395"/>
                  </a:lnTo>
                  <a:lnTo>
                    <a:pt x="2954468" y="826124"/>
                  </a:lnTo>
                  <a:lnTo>
                    <a:pt x="3024813" y="857406"/>
                  </a:lnTo>
                  <a:lnTo>
                    <a:pt x="3095157" y="886417"/>
                  </a:lnTo>
                  <a:lnTo>
                    <a:pt x="3165502" y="913324"/>
                  </a:lnTo>
                  <a:lnTo>
                    <a:pt x="3235846" y="938278"/>
                  </a:lnTo>
                  <a:lnTo>
                    <a:pt x="3306191" y="957365"/>
                  </a:lnTo>
                  <a:lnTo>
                    <a:pt x="3376535" y="954169"/>
                  </a:lnTo>
                  <a:lnTo>
                    <a:pt x="3446880" y="950940"/>
                  </a:lnTo>
                  <a:lnTo>
                    <a:pt x="3517224" y="947676"/>
                  </a:lnTo>
                  <a:lnTo>
                    <a:pt x="3587569" y="944377"/>
                  </a:lnTo>
                  <a:lnTo>
                    <a:pt x="3657913" y="941043"/>
                  </a:lnTo>
                  <a:lnTo>
                    <a:pt x="3728257" y="937674"/>
                  </a:lnTo>
                  <a:lnTo>
                    <a:pt x="3798602" y="934269"/>
                  </a:lnTo>
                  <a:lnTo>
                    <a:pt x="3868946" y="930827"/>
                  </a:lnTo>
                  <a:lnTo>
                    <a:pt x="3939291" y="927349"/>
                  </a:lnTo>
                  <a:lnTo>
                    <a:pt x="4009635" y="923834"/>
                  </a:lnTo>
                  <a:lnTo>
                    <a:pt x="4079980" y="920281"/>
                  </a:lnTo>
                  <a:lnTo>
                    <a:pt x="4150324" y="916690"/>
                  </a:lnTo>
                  <a:lnTo>
                    <a:pt x="4220669" y="913061"/>
                  </a:lnTo>
                  <a:lnTo>
                    <a:pt x="4291013" y="909394"/>
                  </a:lnTo>
                  <a:lnTo>
                    <a:pt x="4361358" y="905687"/>
                  </a:lnTo>
                  <a:lnTo>
                    <a:pt x="4431702" y="901941"/>
                  </a:lnTo>
                  <a:lnTo>
                    <a:pt x="4502047" y="898155"/>
                  </a:lnTo>
                  <a:lnTo>
                    <a:pt x="4572391" y="894328"/>
                  </a:lnTo>
                  <a:lnTo>
                    <a:pt x="4642736" y="890461"/>
                  </a:lnTo>
                  <a:lnTo>
                    <a:pt x="4713080" y="886553"/>
                  </a:lnTo>
                  <a:lnTo>
                    <a:pt x="4783425" y="882603"/>
                  </a:lnTo>
                  <a:lnTo>
                    <a:pt x="4853769" y="878610"/>
                  </a:lnTo>
                  <a:lnTo>
                    <a:pt x="4924114" y="874576"/>
                  </a:lnTo>
                  <a:lnTo>
                    <a:pt x="4994458" y="870498"/>
                  </a:lnTo>
                  <a:lnTo>
                    <a:pt x="5064803" y="866377"/>
                  </a:lnTo>
                  <a:lnTo>
                    <a:pt x="5135147" y="862212"/>
                  </a:lnTo>
                  <a:lnTo>
                    <a:pt x="5205492" y="858002"/>
                  </a:lnTo>
                  <a:lnTo>
                    <a:pt x="5275836" y="853748"/>
                  </a:lnTo>
                  <a:lnTo>
                    <a:pt x="5346181" y="849448"/>
                  </a:lnTo>
                  <a:lnTo>
                    <a:pt x="5416525" y="845103"/>
                  </a:lnTo>
                  <a:lnTo>
                    <a:pt x="5486870" y="840711"/>
                  </a:lnTo>
                  <a:lnTo>
                    <a:pt x="5557214" y="836272"/>
                  </a:lnTo>
                  <a:lnTo>
                    <a:pt x="5627559" y="831786"/>
                  </a:lnTo>
                  <a:lnTo>
                    <a:pt x="5697903" y="827253"/>
                  </a:lnTo>
                  <a:lnTo>
                    <a:pt x="5768248" y="822671"/>
                  </a:lnTo>
                  <a:lnTo>
                    <a:pt x="5838592" y="818040"/>
                  </a:lnTo>
                  <a:lnTo>
                    <a:pt x="5908937" y="813360"/>
                  </a:lnTo>
                  <a:lnTo>
                    <a:pt x="5979281" y="808629"/>
                  </a:lnTo>
                  <a:lnTo>
                    <a:pt x="6049626" y="803849"/>
                  </a:lnTo>
                  <a:lnTo>
                    <a:pt x="6119970" y="799017"/>
                  </a:lnTo>
                  <a:lnTo>
                    <a:pt x="6190315" y="794135"/>
                  </a:lnTo>
                  <a:lnTo>
                    <a:pt x="6260659" y="789200"/>
                  </a:lnTo>
                  <a:lnTo>
                    <a:pt x="6331004" y="784212"/>
                  </a:lnTo>
                  <a:lnTo>
                    <a:pt x="6401348" y="779171"/>
                  </a:lnTo>
                  <a:lnTo>
                    <a:pt x="6471693" y="774077"/>
                  </a:lnTo>
                  <a:lnTo>
                    <a:pt x="6542037" y="768928"/>
                  </a:lnTo>
                  <a:lnTo>
                    <a:pt x="6612382" y="763724"/>
                  </a:lnTo>
                  <a:lnTo>
                    <a:pt x="6682726" y="758465"/>
                  </a:lnTo>
                  <a:lnTo>
                    <a:pt x="6753071" y="753150"/>
                  </a:lnTo>
                  <a:lnTo>
                    <a:pt x="6823415" y="747778"/>
                  </a:lnTo>
                  <a:lnTo>
                    <a:pt x="6893760" y="742349"/>
                  </a:lnTo>
                  <a:lnTo>
                    <a:pt x="6964104" y="736863"/>
                  </a:lnTo>
                  <a:lnTo>
                    <a:pt x="6964104" y="1251318"/>
                  </a:lnTo>
                  <a:lnTo>
                    <a:pt x="6893760" y="1250857"/>
                  </a:lnTo>
                  <a:lnTo>
                    <a:pt x="6823415" y="1250361"/>
                  </a:lnTo>
                  <a:lnTo>
                    <a:pt x="6753071" y="1249826"/>
                  </a:lnTo>
                  <a:lnTo>
                    <a:pt x="6682726" y="1249248"/>
                  </a:lnTo>
                  <a:lnTo>
                    <a:pt x="6612382" y="1248626"/>
                  </a:lnTo>
                  <a:lnTo>
                    <a:pt x="6542037" y="1247955"/>
                  </a:lnTo>
                  <a:lnTo>
                    <a:pt x="6471693" y="1247232"/>
                  </a:lnTo>
                  <a:lnTo>
                    <a:pt x="6401348" y="1246452"/>
                  </a:lnTo>
                  <a:lnTo>
                    <a:pt x="6331004" y="1245610"/>
                  </a:lnTo>
                  <a:lnTo>
                    <a:pt x="6260659" y="1244704"/>
                  </a:lnTo>
                  <a:lnTo>
                    <a:pt x="6190315" y="1243726"/>
                  </a:lnTo>
                  <a:lnTo>
                    <a:pt x="6119970" y="1242671"/>
                  </a:lnTo>
                  <a:lnTo>
                    <a:pt x="6049626" y="1241534"/>
                  </a:lnTo>
                  <a:lnTo>
                    <a:pt x="5979281" y="1240308"/>
                  </a:lnTo>
                  <a:lnTo>
                    <a:pt x="5908937" y="1238986"/>
                  </a:lnTo>
                  <a:lnTo>
                    <a:pt x="5838592" y="1237561"/>
                  </a:lnTo>
                  <a:lnTo>
                    <a:pt x="5768248" y="1236024"/>
                  </a:lnTo>
                  <a:lnTo>
                    <a:pt x="5697903" y="1234367"/>
                  </a:lnTo>
                  <a:lnTo>
                    <a:pt x="5627559" y="1232581"/>
                  </a:lnTo>
                  <a:lnTo>
                    <a:pt x="5557214" y="1230654"/>
                  </a:lnTo>
                  <a:lnTo>
                    <a:pt x="5486870" y="1228577"/>
                  </a:lnTo>
                  <a:lnTo>
                    <a:pt x="5416525" y="1226338"/>
                  </a:lnTo>
                  <a:lnTo>
                    <a:pt x="5346181" y="1223923"/>
                  </a:lnTo>
                  <a:lnTo>
                    <a:pt x="5275836" y="1221319"/>
                  </a:lnTo>
                  <a:lnTo>
                    <a:pt x="5205492" y="1218511"/>
                  </a:lnTo>
                  <a:lnTo>
                    <a:pt x="5135147" y="1215484"/>
                  </a:lnTo>
                  <a:lnTo>
                    <a:pt x="5064803" y="1212219"/>
                  </a:lnTo>
                  <a:lnTo>
                    <a:pt x="4994458" y="1208700"/>
                  </a:lnTo>
                  <a:lnTo>
                    <a:pt x="4924114" y="1204905"/>
                  </a:lnTo>
                  <a:lnTo>
                    <a:pt x="4853769" y="1200813"/>
                  </a:lnTo>
                  <a:lnTo>
                    <a:pt x="4783425" y="1196401"/>
                  </a:lnTo>
                  <a:lnTo>
                    <a:pt x="4713080" y="1191644"/>
                  </a:lnTo>
                  <a:lnTo>
                    <a:pt x="4642736" y="1186514"/>
                  </a:lnTo>
                  <a:lnTo>
                    <a:pt x="4572391" y="1180983"/>
                  </a:lnTo>
                  <a:lnTo>
                    <a:pt x="4502047" y="1175019"/>
                  </a:lnTo>
                  <a:lnTo>
                    <a:pt x="4431702" y="1168589"/>
                  </a:lnTo>
                  <a:lnTo>
                    <a:pt x="4361358" y="1161656"/>
                  </a:lnTo>
                  <a:lnTo>
                    <a:pt x="4291013" y="1154180"/>
                  </a:lnTo>
                  <a:lnTo>
                    <a:pt x="4220669" y="1146119"/>
                  </a:lnTo>
                  <a:lnTo>
                    <a:pt x="4150324" y="1137427"/>
                  </a:lnTo>
                  <a:lnTo>
                    <a:pt x="4079980" y="1128056"/>
                  </a:lnTo>
                  <a:lnTo>
                    <a:pt x="4009635" y="1117951"/>
                  </a:lnTo>
                  <a:lnTo>
                    <a:pt x="3939291" y="1107055"/>
                  </a:lnTo>
                  <a:lnTo>
                    <a:pt x="3868946" y="1095307"/>
                  </a:lnTo>
                  <a:lnTo>
                    <a:pt x="3798602" y="1082640"/>
                  </a:lnTo>
                  <a:lnTo>
                    <a:pt x="3728257" y="1068981"/>
                  </a:lnTo>
                  <a:lnTo>
                    <a:pt x="3657913" y="1054254"/>
                  </a:lnTo>
                  <a:lnTo>
                    <a:pt x="3587569" y="1038374"/>
                  </a:lnTo>
                  <a:lnTo>
                    <a:pt x="3517224" y="1021253"/>
                  </a:lnTo>
                  <a:lnTo>
                    <a:pt x="3446880" y="1002791"/>
                  </a:lnTo>
                  <a:lnTo>
                    <a:pt x="3376535" y="982885"/>
                  </a:lnTo>
                  <a:lnTo>
                    <a:pt x="3306191" y="961421"/>
                  </a:lnTo>
                  <a:lnTo>
                    <a:pt x="3235846" y="960526"/>
                  </a:lnTo>
                  <a:lnTo>
                    <a:pt x="3165502" y="963655"/>
                  </a:lnTo>
                  <a:lnTo>
                    <a:pt x="3095157" y="966750"/>
                  </a:lnTo>
                  <a:lnTo>
                    <a:pt x="3024813" y="969813"/>
                  </a:lnTo>
                  <a:lnTo>
                    <a:pt x="2954468" y="972843"/>
                  </a:lnTo>
                  <a:lnTo>
                    <a:pt x="2884124" y="975842"/>
                  </a:lnTo>
                  <a:lnTo>
                    <a:pt x="2813779" y="978809"/>
                  </a:lnTo>
                  <a:lnTo>
                    <a:pt x="2743435" y="981744"/>
                  </a:lnTo>
                  <a:lnTo>
                    <a:pt x="2673090" y="984649"/>
                  </a:lnTo>
                  <a:lnTo>
                    <a:pt x="2602746" y="987523"/>
                  </a:lnTo>
                  <a:lnTo>
                    <a:pt x="2532401" y="990367"/>
                  </a:lnTo>
                  <a:lnTo>
                    <a:pt x="2462057" y="993180"/>
                  </a:lnTo>
                  <a:lnTo>
                    <a:pt x="2391712" y="995964"/>
                  </a:lnTo>
                  <a:lnTo>
                    <a:pt x="2321368" y="998719"/>
                  </a:lnTo>
                  <a:lnTo>
                    <a:pt x="2251023" y="1001445"/>
                  </a:lnTo>
                  <a:lnTo>
                    <a:pt x="2180679" y="1004142"/>
                  </a:lnTo>
                  <a:lnTo>
                    <a:pt x="2110334" y="1006810"/>
                  </a:lnTo>
                  <a:lnTo>
                    <a:pt x="2039990" y="1009450"/>
                  </a:lnTo>
                  <a:lnTo>
                    <a:pt x="1969645" y="1012063"/>
                  </a:lnTo>
                  <a:lnTo>
                    <a:pt x="1899301" y="1014648"/>
                  </a:lnTo>
                  <a:lnTo>
                    <a:pt x="1828956" y="1017206"/>
                  </a:lnTo>
                  <a:lnTo>
                    <a:pt x="1758612" y="1019736"/>
                  </a:lnTo>
                  <a:lnTo>
                    <a:pt x="1688267" y="1022240"/>
                  </a:lnTo>
                  <a:lnTo>
                    <a:pt x="1617923" y="1024718"/>
                  </a:lnTo>
                  <a:lnTo>
                    <a:pt x="1547578" y="1027169"/>
                  </a:lnTo>
                  <a:lnTo>
                    <a:pt x="1477234" y="1029595"/>
                  </a:lnTo>
                  <a:lnTo>
                    <a:pt x="1406889" y="1031995"/>
                  </a:lnTo>
                  <a:lnTo>
                    <a:pt x="1336545" y="1034370"/>
                  </a:lnTo>
                  <a:lnTo>
                    <a:pt x="1266200" y="1036720"/>
                  </a:lnTo>
                  <a:lnTo>
                    <a:pt x="1195856" y="1039045"/>
                  </a:lnTo>
                  <a:lnTo>
                    <a:pt x="1125511" y="1041345"/>
                  </a:lnTo>
                  <a:lnTo>
                    <a:pt x="1055167" y="1043621"/>
                  </a:lnTo>
                  <a:lnTo>
                    <a:pt x="984822" y="1045873"/>
                  </a:lnTo>
                  <a:lnTo>
                    <a:pt x="914478" y="1048102"/>
                  </a:lnTo>
                  <a:lnTo>
                    <a:pt x="844133" y="1050307"/>
                  </a:lnTo>
                  <a:lnTo>
                    <a:pt x="773789" y="1052488"/>
                  </a:lnTo>
                  <a:lnTo>
                    <a:pt x="703444" y="1054647"/>
                  </a:lnTo>
                  <a:lnTo>
                    <a:pt x="633100" y="1056783"/>
                  </a:lnTo>
                  <a:lnTo>
                    <a:pt x="562755" y="1058896"/>
                  </a:lnTo>
                  <a:lnTo>
                    <a:pt x="492411" y="1060987"/>
                  </a:lnTo>
                  <a:lnTo>
                    <a:pt x="422066" y="1063056"/>
                  </a:lnTo>
                  <a:lnTo>
                    <a:pt x="351722" y="1065104"/>
                  </a:lnTo>
                  <a:lnTo>
                    <a:pt x="281377" y="1067129"/>
                  </a:lnTo>
                  <a:lnTo>
                    <a:pt x="211033" y="1069134"/>
                  </a:lnTo>
                  <a:lnTo>
                    <a:pt x="140688" y="1071117"/>
                  </a:lnTo>
                  <a:lnTo>
                    <a:pt x="70344" y="1073079"/>
                  </a:lnTo>
                  <a:lnTo>
                    <a:pt x="0" y="10750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190749" y="4336484"/>
              <a:ext cx="5008667" cy="957365"/>
            </a:xfrm>
            <a:custGeom>
              <a:avLst/>
              <a:pathLst>
                <a:path w="5008667" h="957365">
                  <a:moveTo>
                    <a:pt x="0" y="0"/>
                  </a:moveTo>
                  <a:lnTo>
                    <a:pt x="14208" y="19559"/>
                  </a:lnTo>
                  <a:lnTo>
                    <a:pt x="84552" y="109370"/>
                  </a:lnTo>
                  <a:lnTo>
                    <a:pt x="154897" y="192664"/>
                  </a:lnTo>
                  <a:lnTo>
                    <a:pt x="225241" y="269914"/>
                  </a:lnTo>
                  <a:lnTo>
                    <a:pt x="295586" y="341557"/>
                  </a:lnTo>
                  <a:lnTo>
                    <a:pt x="365930" y="408002"/>
                  </a:lnTo>
                  <a:lnTo>
                    <a:pt x="436275" y="469626"/>
                  </a:lnTo>
                  <a:lnTo>
                    <a:pt x="506619" y="526777"/>
                  </a:lnTo>
                  <a:lnTo>
                    <a:pt x="576964" y="579781"/>
                  </a:lnTo>
                  <a:lnTo>
                    <a:pt x="647308" y="628939"/>
                  </a:lnTo>
                  <a:lnTo>
                    <a:pt x="717653" y="674530"/>
                  </a:lnTo>
                  <a:lnTo>
                    <a:pt x="787997" y="716812"/>
                  </a:lnTo>
                  <a:lnTo>
                    <a:pt x="858342" y="756026"/>
                  </a:lnTo>
                  <a:lnTo>
                    <a:pt x="928686" y="792395"/>
                  </a:lnTo>
                  <a:lnTo>
                    <a:pt x="999031" y="826124"/>
                  </a:lnTo>
                  <a:lnTo>
                    <a:pt x="1069375" y="857406"/>
                  </a:lnTo>
                  <a:lnTo>
                    <a:pt x="1139720" y="886417"/>
                  </a:lnTo>
                  <a:lnTo>
                    <a:pt x="1210064" y="913324"/>
                  </a:lnTo>
                  <a:lnTo>
                    <a:pt x="1280409" y="938278"/>
                  </a:lnTo>
                  <a:lnTo>
                    <a:pt x="1350753" y="957365"/>
                  </a:lnTo>
                  <a:lnTo>
                    <a:pt x="1421098" y="954169"/>
                  </a:lnTo>
                  <a:lnTo>
                    <a:pt x="1491442" y="950940"/>
                  </a:lnTo>
                  <a:lnTo>
                    <a:pt x="1561786" y="947676"/>
                  </a:lnTo>
                  <a:lnTo>
                    <a:pt x="1632131" y="944377"/>
                  </a:lnTo>
                  <a:lnTo>
                    <a:pt x="1702475" y="941043"/>
                  </a:lnTo>
                  <a:lnTo>
                    <a:pt x="1772820" y="937674"/>
                  </a:lnTo>
                  <a:lnTo>
                    <a:pt x="1843164" y="934269"/>
                  </a:lnTo>
                  <a:lnTo>
                    <a:pt x="1913509" y="930827"/>
                  </a:lnTo>
                  <a:lnTo>
                    <a:pt x="1983853" y="927349"/>
                  </a:lnTo>
                  <a:lnTo>
                    <a:pt x="2054198" y="923834"/>
                  </a:lnTo>
                  <a:lnTo>
                    <a:pt x="2124542" y="920281"/>
                  </a:lnTo>
                  <a:lnTo>
                    <a:pt x="2194887" y="916690"/>
                  </a:lnTo>
                  <a:lnTo>
                    <a:pt x="2265231" y="913061"/>
                  </a:lnTo>
                  <a:lnTo>
                    <a:pt x="2335576" y="909394"/>
                  </a:lnTo>
                  <a:lnTo>
                    <a:pt x="2405920" y="905687"/>
                  </a:lnTo>
                  <a:lnTo>
                    <a:pt x="2476265" y="901941"/>
                  </a:lnTo>
                  <a:lnTo>
                    <a:pt x="2546609" y="898155"/>
                  </a:lnTo>
                  <a:lnTo>
                    <a:pt x="2616954" y="894328"/>
                  </a:lnTo>
                  <a:lnTo>
                    <a:pt x="2687298" y="890461"/>
                  </a:lnTo>
                  <a:lnTo>
                    <a:pt x="2757643" y="886553"/>
                  </a:lnTo>
                  <a:lnTo>
                    <a:pt x="2827987" y="882603"/>
                  </a:lnTo>
                  <a:lnTo>
                    <a:pt x="2898332" y="878610"/>
                  </a:lnTo>
                  <a:lnTo>
                    <a:pt x="2968676" y="874576"/>
                  </a:lnTo>
                  <a:lnTo>
                    <a:pt x="3039021" y="870498"/>
                  </a:lnTo>
                  <a:lnTo>
                    <a:pt x="3109365" y="866377"/>
                  </a:lnTo>
                  <a:lnTo>
                    <a:pt x="3179710" y="862212"/>
                  </a:lnTo>
                  <a:lnTo>
                    <a:pt x="3250054" y="858002"/>
                  </a:lnTo>
                  <a:lnTo>
                    <a:pt x="3320399" y="853748"/>
                  </a:lnTo>
                  <a:lnTo>
                    <a:pt x="3390743" y="849448"/>
                  </a:lnTo>
                  <a:lnTo>
                    <a:pt x="3461088" y="845103"/>
                  </a:lnTo>
                  <a:lnTo>
                    <a:pt x="3531432" y="840711"/>
                  </a:lnTo>
                  <a:lnTo>
                    <a:pt x="3601777" y="836272"/>
                  </a:lnTo>
                  <a:lnTo>
                    <a:pt x="3672121" y="831786"/>
                  </a:lnTo>
                  <a:lnTo>
                    <a:pt x="3742466" y="827253"/>
                  </a:lnTo>
                  <a:lnTo>
                    <a:pt x="3812810" y="822671"/>
                  </a:lnTo>
                  <a:lnTo>
                    <a:pt x="3883155" y="818040"/>
                  </a:lnTo>
                  <a:lnTo>
                    <a:pt x="3953499" y="813360"/>
                  </a:lnTo>
                  <a:lnTo>
                    <a:pt x="4023844" y="808629"/>
                  </a:lnTo>
                  <a:lnTo>
                    <a:pt x="4094188" y="803849"/>
                  </a:lnTo>
                  <a:lnTo>
                    <a:pt x="4164533" y="799017"/>
                  </a:lnTo>
                  <a:lnTo>
                    <a:pt x="4234877" y="794135"/>
                  </a:lnTo>
                  <a:lnTo>
                    <a:pt x="4305222" y="789200"/>
                  </a:lnTo>
                  <a:lnTo>
                    <a:pt x="4375566" y="784212"/>
                  </a:lnTo>
                  <a:lnTo>
                    <a:pt x="4445911" y="779171"/>
                  </a:lnTo>
                  <a:lnTo>
                    <a:pt x="4516255" y="774077"/>
                  </a:lnTo>
                  <a:lnTo>
                    <a:pt x="4586600" y="768928"/>
                  </a:lnTo>
                  <a:lnTo>
                    <a:pt x="4656944" y="763724"/>
                  </a:lnTo>
                  <a:lnTo>
                    <a:pt x="4727289" y="758465"/>
                  </a:lnTo>
                  <a:lnTo>
                    <a:pt x="4797633" y="753150"/>
                  </a:lnTo>
                  <a:lnTo>
                    <a:pt x="4867978" y="747778"/>
                  </a:lnTo>
                  <a:lnTo>
                    <a:pt x="4938322" y="742349"/>
                  </a:lnTo>
                  <a:lnTo>
                    <a:pt x="5008667" y="736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7011"/>
              <a:ext cx="6964104" cy="290791"/>
            </a:xfrm>
            <a:custGeom>
              <a:avLst/>
              <a:pathLst>
                <a:path w="6964104" h="290791">
                  <a:moveTo>
                    <a:pt x="6964104" y="290791"/>
                  </a:moveTo>
                  <a:lnTo>
                    <a:pt x="6893760" y="290331"/>
                  </a:lnTo>
                  <a:lnTo>
                    <a:pt x="6823415" y="289834"/>
                  </a:lnTo>
                  <a:lnTo>
                    <a:pt x="6753071" y="289299"/>
                  </a:lnTo>
                  <a:lnTo>
                    <a:pt x="6682726" y="288722"/>
                  </a:lnTo>
                  <a:lnTo>
                    <a:pt x="6612382" y="288099"/>
                  </a:lnTo>
                  <a:lnTo>
                    <a:pt x="6542037" y="287428"/>
                  </a:lnTo>
                  <a:lnTo>
                    <a:pt x="6471693" y="286705"/>
                  </a:lnTo>
                  <a:lnTo>
                    <a:pt x="6401348" y="285925"/>
                  </a:lnTo>
                  <a:lnTo>
                    <a:pt x="6331004" y="285084"/>
                  </a:lnTo>
                  <a:lnTo>
                    <a:pt x="6260659" y="284177"/>
                  </a:lnTo>
                  <a:lnTo>
                    <a:pt x="6190315" y="283199"/>
                  </a:lnTo>
                  <a:lnTo>
                    <a:pt x="6119970" y="282144"/>
                  </a:lnTo>
                  <a:lnTo>
                    <a:pt x="6049626" y="281007"/>
                  </a:lnTo>
                  <a:lnTo>
                    <a:pt x="5979281" y="279782"/>
                  </a:lnTo>
                  <a:lnTo>
                    <a:pt x="5908937" y="278460"/>
                  </a:lnTo>
                  <a:lnTo>
                    <a:pt x="5838592" y="277034"/>
                  </a:lnTo>
                  <a:lnTo>
                    <a:pt x="5768248" y="275498"/>
                  </a:lnTo>
                  <a:lnTo>
                    <a:pt x="5697903" y="273841"/>
                  </a:lnTo>
                  <a:lnTo>
                    <a:pt x="5627559" y="272054"/>
                  </a:lnTo>
                  <a:lnTo>
                    <a:pt x="5557214" y="270128"/>
                  </a:lnTo>
                  <a:lnTo>
                    <a:pt x="5486870" y="268050"/>
                  </a:lnTo>
                  <a:lnTo>
                    <a:pt x="5416525" y="265811"/>
                  </a:lnTo>
                  <a:lnTo>
                    <a:pt x="5346181" y="263396"/>
                  </a:lnTo>
                  <a:lnTo>
                    <a:pt x="5275836" y="260792"/>
                  </a:lnTo>
                  <a:lnTo>
                    <a:pt x="5205492" y="257984"/>
                  </a:lnTo>
                  <a:lnTo>
                    <a:pt x="5135147" y="254957"/>
                  </a:lnTo>
                  <a:lnTo>
                    <a:pt x="5064803" y="251693"/>
                  </a:lnTo>
                  <a:lnTo>
                    <a:pt x="4994458" y="248173"/>
                  </a:lnTo>
                  <a:lnTo>
                    <a:pt x="4924114" y="244378"/>
                  </a:lnTo>
                  <a:lnTo>
                    <a:pt x="4853769" y="240286"/>
                  </a:lnTo>
                  <a:lnTo>
                    <a:pt x="4783425" y="235874"/>
                  </a:lnTo>
                  <a:lnTo>
                    <a:pt x="4713080" y="231117"/>
                  </a:lnTo>
                  <a:lnTo>
                    <a:pt x="4642736" y="225987"/>
                  </a:lnTo>
                  <a:lnTo>
                    <a:pt x="4572391" y="220456"/>
                  </a:lnTo>
                  <a:lnTo>
                    <a:pt x="4502047" y="214493"/>
                  </a:lnTo>
                  <a:lnTo>
                    <a:pt x="4431702" y="208062"/>
                  </a:lnTo>
                  <a:lnTo>
                    <a:pt x="4361358" y="201129"/>
                  </a:lnTo>
                  <a:lnTo>
                    <a:pt x="4291013" y="193653"/>
                  </a:lnTo>
                  <a:lnTo>
                    <a:pt x="4220669" y="185592"/>
                  </a:lnTo>
                  <a:lnTo>
                    <a:pt x="4150324" y="176900"/>
                  </a:lnTo>
                  <a:lnTo>
                    <a:pt x="4079980" y="167529"/>
                  </a:lnTo>
                  <a:lnTo>
                    <a:pt x="4009635" y="157424"/>
                  </a:lnTo>
                  <a:lnTo>
                    <a:pt x="3939291" y="146528"/>
                  </a:lnTo>
                  <a:lnTo>
                    <a:pt x="3868946" y="134780"/>
                  </a:lnTo>
                  <a:lnTo>
                    <a:pt x="3798602" y="122113"/>
                  </a:lnTo>
                  <a:lnTo>
                    <a:pt x="3728257" y="108454"/>
                  </a:lnTo>
                  <a:lnTo>
                    <a:pt x="3657913" y="93727"/>
                  </a:lnTo>
                  <a:lnTo>
                    <a:pt x="3587569" y="77848"/>
                  </a:lnTo>
                  <a:lnTo>
                    <a:pt x="3517224" y="60726"/>
                  </a:lnTo>
                  <a:lnTo>
                    <a:pt x="3446880" y="42264"/>
                  </a:lnTo>
                  <a:lnTo>
                    <a:pt x="3376535" y="22358"/>
                  </a:lnTo>
                  <a:lnTo>
                    <a:pt x="3306191" y="894"/>
                  </a:lnTo>
                  <a:lnTo>
                    <a:pt x="3235846" y="0"/>
                  </a:lnTo>
                  <a:lnTo>
                    <a:pt x="3165502" y="3128"/>
                  </a:lnTo>
                  <a:lnTo>
                    <a:pt x="3095157" y="6223"/>
                  </a:lnTo>
                  <a:lnTo>
                    <a:pt x="3024813" y="9286"/>
                  </a:lnTo>
                  <a:lnTo>
                    <a:pt x="2954468" y="12316"/>
                  </a:lnTo>
                  <a:lnTo>
                    <a:pt x="2884124" y="15315"/>
                  </a:lnTo>
                  <a:lnTo>
                    <a:pt x="2813779" y="18282"/>
                  </a:lnTo>
                  <a:lnTo>
                    <a:pt x="2743435" y="21217"/>
                  </a:lnTo>
                  <a:lnTo>
                    <a:pt x="2673090" y="24122"/>
                  </a:lnTo>
                  <a:lnTo>
                    <a:pt x="2602746" y="26996"/>
                  </a:lnTo>
                  <a:lnTo>
                    <a:pt x="2532401" y="29840"/>
                  </a:lnTo>
                  <a:lnTo>
                    <a:pt x="2462057" y="32654"/>
                  </a:lnTo>
                  <a:lnTo>
                    <a:pt x="2391712" y="35438"/>
                  </a:lnTo>
                  <a:lnTo>
                    <a:pt x="2321368" y="38192"/>
                  </a:lnTo>
                  <a:lnTo>
                    <a:pt x="2251023" y="40918"/>
                  </a:lnTo>
                  <a:lnTo>
                    <a:pt x="2180679" y="43615"/>
                  </a:lnTo>
                  <a:lnTo>
                    <a:pt x="2110334" y="46283"/>
                  </a:lnTo>
                  <a:lnTo>
                    <a:pt x="2039990" y="48924"/>
                  </a:lnTo>
                  <a:lnTo>
                    <a:pt x="1969645" y="51536"/>
                  </a:lnTo>
                  <a:lnTo>
                    <a:pt x="1899301" y="54121"/>
                  </a:lnTo>
                  <a:lnTo>
                    <a:pt x="1828956" y="56679"/>
                  </a:lnTo>
                  <a:lnTo>
                    <a:pt x="1758612" y="59210"/>
                  </a:lnTo>
                  <a:lnTo>
                    <a:pt x="1688267" y="61714"/>
                  </a:lnTo>
                  <a:lnTo>
                    <a:pt x="1617923" y="64191"/>
                  </a:lnTo>
                  <a:lnTo>
                    <a:pt x="1547578" y="66643"/>
                  </a:lnTo>
                  <a:lnTo>
                    <a:pt x="1477234" y="69068"/>
                  </a:lnTo>
                  <a:lnTo>
                    <a:pt x="1406889" y="71468"/>
                  </a:lnTo>
                  <a:lnTo>
                    <a:pt x="1336545" y="73843"/>
                  </a:lnTo>
                  <a:lnTo>
                    <a:pt x="1266200" y="76193"/>
                  </a:lnTo>
                  <a:lnTo>
                    <a:pt x="1195856" y="78518"/>
                  </a:lnTo>
                  <a:lnTo>
                    <a:pt x="1125511" y="80818"/>
                  </a:lnTo>
                  <a:lnTo>
                    <a:pt x="1055167" y="83094"/>
                  </a:lnTo>
                  <a:lnTo>
                    <a:pt x="984822" y="85347"/>
                  </a:lnTo>
                  <a:lnTo>
                    <a:pt x="914478" y="87575"/>
                  </a:lnTo>
                  <a:lnTo>
                    <a:pt x="844133" y="89780"/>
                  </a:lnTo>
                  <a:lnTo>
                    <a:pt x="773789" y="91962"/>
                  </a:lnTo>
                  <a:lnTo>
                    <a:pt x="703444" y="94120"/>
                  </a:lnTo>
                  <a:lnTo>
                    <a:pt x="633100" y="96256"/>
                  </a:lnTo>
                  <a:lnTo>
                    <a:pt x="562755" y="98370"/>
                  </a:lnTo>
                  <a:lnTo>
                    <a:pt x="492411" y="100461"/>
                  </a:lnTo>
                  <a:lnTo>
                    <a:pt x="422066" y="102530"/>
                  </a:lnTo>
                  <a:lnTo>
                    <a:pt x="351722" y="104577"/>
                  </a:lnTo>
                  <a:lnTo>
                    <a:pt x="281377" y="106602"/>
                  </a:lnTo>
                  <a:lnTo>
                    <a:pt x="211033" y="108607"/>
                  </a:lnTo>
                  <a:lnTo>
                    <a:pt x="140688" y="110590"/>
                  </a:lnTo>
                  <a:lnTo>
                    <a:pt x="70344" y="112552"/>
                  </a:lnTo>
                  <a:lnTo>
                    <a:pt x="0" y="11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411671" y="4336484"/>
              <a:ext cx="6787745" cy="1201869"/>
            </a:xfrm>
            <a:custGeom>
              <a:avLst/>
              <a:pathLst>
                <a:path w="6787745" h="1201869">
                  <a:moveTo>
                    <a:pt x="0" y="0"/>
                  </a:moveTo>
                  <a:lnTo>
                    <a:pt x="34674" y="20060"/>
                  </a:lnTo>
                  <a:lnTo>
                    <a:pt x="105018" y="59461"/>
                  </a:lnTo>
                  <a:lnTo>
                    <a:pt x="175363" y="97607"/>
                  </a:lnTo>
                  <a:lnTo>
                    <a:pt x="245707" y="134538"/>
                  </a:lnTo>
                  <a:lnTo>
                    <a:pt x="316052" y="170293"/>
                  </a:lnTo>
                  <a:lnTo>
                    <a:pt x="386396" y="204910"/>
                  </a:lnTo>
                  <a:lnTo>
                    <a:pt x="456741" y="238423"/>
                  </a:lnTo>
                  <a:lnTo>
                    <a:pt x="527085" y="270870"/>
                  </a:lnTo>
                  <a:lnTo>
                    <a:pt x="597430" y="302283"/>
                  </a:lnTo>
                  <a:lnTo>
                    <a:pt x="667774" y="332696"/>
                  </a:lnTo>
                  <a:lnTo>
                    <a:pt x="738119" y="362140"/>
                  </a:lnTo>
                  <a:lnTo>
                    <a:pt x="808463" y="390646"/>
                  </a:lnTo>
                  <a:lnTo>
                    <a:pt x="878808" y="418244"/>
                  </a:lnTo>
                  <a:lnTo>
                    <a:pt x="949152" y="444964"/>
                  </a:lnTo>
                  <a:lnTo>
                    <a:pt x="1019497" y="470832"/>
                  </a:lnTo>
                  <a:lnTo>
                    <a:pt x="1089841" y="495877"/>
                  </a:lnTo>
                  <a:lnTo>
                    <a:pt x="1160186" y="520124"/>
                  </a:lnTo>
                  <a:lnTo>
                    <a:pt x="1230530" y="543599"/>
                  </a:lnTo>
                  <a:lnTo>
                    <a:pt x="1300875" y="566326"/>
                  </a:lnTo>
                  <a:lnTo>
                    <a:pt x="1371219" y="588329"/>
                  </a:lnTo>
                  <a:lnTo>
                    <a:pt x="1441564" y="609632"/>
                  </a:lnTo>
                  <a:lnTo>
                    <a:pt x="1511908" y="630256"/>
                  </a:lnTo>
                  <a:lnTo>
                    <a:pt x="1582253" y="650223"/>
                  </a:lnTo>
                  <a:lnTo>
                    <a:pt x="1652597" y="669554"/>
                  </a:lnTo>
                  <a:lnTo>
                    <a:pt x="1722942" y="688270"/>
                  </a:lnTo>
                  <a:lnTo>
                    <a:pt x="1793286" y="706389"/>
                  </a:lnTo>
                  <a:lnTo>
                    <a:pt x="1863631" y="723932"/>
                  </a:lnTo>
                  <a:lnTo>
                    <a:pt x="1933975" y="740916"/>
                  </a:lnTo>
                  <a:lnTo>
                    <a:pt x="2004320" y="757359"/>
                  </a:lnTo>
                  <a:lnTo>
                    <a:pt x="2074664" y="773278"/>
                  </a:lnTo>
                  <a:lnTo>
                    <a:pt x="2145009" y="788690"/>
                  </a:lnTo>
                  <a:lnTo>
                    <a:pt x="2215353" y="803611"/>
                  </a:lnTo>
                  <a:lnTo>
                    <a:pt x="2285698" y="818057"/>
                  </a:lnTo>
                  <a:lnTo>
                    <a:pt x="2356042" y="832043"/>
                  </a:lnTo>
                  <a:lnTo>
                    <a:pt x="2426387" y="845584"/>
                  </a:lnTo>
                  <a:lnTo>
                    <a:pt x="2496731" y="858693"/>
                  </a:lnTo>
                  <a:lnTo>
                    <a:pt x="2567076" y="871385"/>
                  </a:lnTo>
                  <a:lnTo>
                    <a:pt x="2637420" y="883673"/>
                  </a:lnTo>
                  <a:lnTo>
                    <a:pt x="2707765" y="895569"/>
                  </a:lnTo>
                  <a:lnTo>
                    <a:pt x="2778109" y="907087"/>
                  </a:lnTo>
                  <a:lnTo>
                    <a:pt x="2848454" y="918237"/>
                  </a:lnTo>
                  <a:lnTo>
                    <a:pt x="2918798" y="929033"/>
                  </a:lnTo>
                  <a:lnTo>
                    <a:pt x="2989143" y="939484"/>
                  </a:lnTo>
                  <a:lnTo>
                    <a:pt x="3059487" y="949603"/>
                  </a:lnTo>
                  <a:lnTo>
                    <a:pt x="3129832" y="959400"/>
                  </a:lnTo>
                  <a:lnTo>
                    <a:pt x="3200176" y="968884"/>
                  </a:lnTo>
                  <a:lnTo>
                    <a:pt x="3270520" y="978067"/>
                  </a:lnTo>
                  <a:lnTo>
                    <a:pt x="3340865" y="986957"/>
                  </a:lnTo>
                  <a:lnTo>
                    <a:pt x="3411209" y="995564"/>
                  </a:lnTo>
                  <a:lnTo>
                    <a:pt x="3481554" y="1003896"/>
                  </a:lnTo>
                  <a:lnTo>
                    <a:pt x="3551898" y="1011964"/>
                  </a:lnTo>
                  <a:lnTo>
                    <a:pt x="3622243" y="1019774"/>
                  </a:lnTo>
                  <a:lnTo>
                    <a:pt x="3692587" y="1027336"/>
                  </a:lnTo>
                  <a:lnTo>
                    <a:pt x="3762932" y="1034657"/>
                  </a:lnTo>
                  <a:lnTo>
                    <a:pt x="3833276" y="1041744"/>
                  </a:lnTo>
                  <a:lnTo>
                    <a:pt x="3903621" y="1048606"/>
                  </a:lnTo>
                  <a:lnTo>
                    <a:pt x="3973965" y="1055250"/>
                  </a:lnTo>
                  <a:lnTo>
                    <a:pt x="4044310" y="1061682"/>
                  </a:lnTo>
                  <a:lnTo>
                    <a:pt x="4114654" y="1067909"/>
                  </a:lnTo>
                  <a:lnTo>
                    <a:pt x="4184999" y="1073937"/>
                  </a:lnTo>
                  <a:lnTo>
                    <a:pt x="4255343" y="1079774"/>
                  </a:lnTo>
                  <a:lnTo>
                    <a:pt x="4325688" y="1085425"/>
                  </a:lnTo>
                  <a:lnTo>
                    <a:pt x="4396032" y="1090896"/>
                  </a:lnTo>
                  <a:lnTo>
                    <a:pt x="4466377" y="1096192"/>
                  </a:lnTo>
                  <a:lnTo>
                    <a:pt x="4536721" y="1101320"/>
                  </a:lnTo>
                  <a:lnTo>
                    <a:pt x="4607066" y="1106285"/>
                  </a:lnTo>
                  <a:lnTo>
                    <a:pt x="4677410" y="1111091"/>
                  </a:lnTo>
                  <a:lnTo>
                    <a:pt x="4747755" y="1115744"/>
                  </a:lnTo>
                  <a:lnTo>
                    <a:pt x="4818099" y="1120250"/>
                  </a:lnTo>
                  <a:lnTo>
                    <a:pt x="4888444" y="1124611"/>
                  </a:lnTo>
                  <a:lnTo>
                    <a:pt x="4958788" y="1128834"/>
                  </a:lnTo>
                  <a:lnTo>
                    <a:pt x="5029133" y="1132922"/>
                  </a:lnTo>
                  <a:lnTo>
                    <a:pt x="5099477" y="1136881"/>
                  </a:lnTo>
                  <a:lnTo>
                    <a:pt x="5169822" y="1140713"/>
                  </a:lnTo>
                  <a:lnTo>
                    <a:pt x="5240166" y="1144423"/>
                  </a:lnTo>
                  <a:lnTo>
                    <a:pt x="5310511" y="1148014"/>
                  </a:lnTo>
                  <a:lnTo>
                    <a:pt x="5380855" y="1151492"/>
                  </a:lnTo>
                  <a:lnTo>
                    <a:pt x="5451200" y="1154859"/>
                  </a:lnTo>
                  <a:lnTo>
                    <a:pt x="5521544" y="1158118"/>
                  </a:lnTo>
                  <a:lnTo>
                    <a:pt x="5591889" y="1161274"/>
                  </a:lnTo>
                  <a:lnTo>
                    <a:pt x="5662233" y="1164329"/>
                  </a:lnTo>
                  <a:lnTo>
                    <a:pt x="5732578" y="1167287"/>
                  </a:lnTo>
                  <a:lnTo>
                    <a:pt x="5802922" y="1170150"/>
                  </a:lnTo>
                  <a:lnTo>
                    <a:pt x="5873267" y="1172923"/>
                  </a:lnTo>
                  <a:lnTo>
                    <a:pt x="5943611" y="1175607"/>
                  </a:lnTo>
                  <a:lnTo>
                    <a:pt x="6013956" y="1178206"/>
                  </a:lnTo>
                  <a:lnTo>
                    <a:pt x="6084300" y="1180722"/>
                  </a:lnTo>
                  <a:lnTo>
                    <a:pt x="6154645" y="1183157"/>
                  </a:lnTo>
                  <a:lnTo>
                    <a:pt x="6224989" y="1185515"/>
                  </a:lnTo>
                  <a:lnTo>
                    <a:pt x="6295334" y="1187799"/>
                  </a:lnTo>
                  <a:lnTo>
                    <a:pt x="6365678" y="1190009"/>
                  </a:lnTo>
                  <a:lnTo>
                    <a:pt x="6436023" y="1192149"/>
                  </a:lnTo>
                  <a:lnTo>
                    <a:pt x="6506367" y="1194221"/>
                  </a:lnTo>
                  <a:lnTo>
                    <a:pt x="6576712" y="1196227"/>
                  </a:lnTo>
                  <a:lnTo>
                    <a:pt x="6647056" y="1198169"/>
                  </a:lnTo>
                  <a:lnTo>
                    <a:pt x="6717401" y="1200049"/>
                  </a:lnTo>
                  <a:lnTo>
                    <a:pt x="6787745" y="12018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2026-07-22T07:57:24Z</dcterms:modified>
  <cp:category/>
</cp:coreProperties>
</file>