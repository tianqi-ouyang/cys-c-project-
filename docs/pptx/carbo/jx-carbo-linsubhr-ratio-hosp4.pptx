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67441"/>
            </a:xfrm>
            <a:custGeom>
              <a:avLst/>
              <a:pathLst>
                <a:path w="7090630" h="3467441">
                  <a:moveTo>
                    <a:pt x="1990964" y="0"/>
                  </a:moveTo>
                  <a:lnTo>
                    <a:pt x="2005430" y="54199"/>
                  </a:lnTo>
                  <a:lnTo>
                    <a:pt x="2077053" y="303069"/>
                  </a:lnTo>
                  <a:lnTo>
                    <a:pt x="2148675" y="533879"/>
                  </a:lnTo>
                  <a:lnTo>
                    <a:pt x="2220298" y="747940"/>
                  </a:lnTo>
                  <a:lnTo>
                    <a:pt x="2291920" y="946467"/>
                  </a:lnTo>
                  <a:lnTo>
                    <a:pt x="2363543" y="1130588"/>
                  </a:lnTo>
                  <a:lnTo>
                    <a:pt x="2435165" y="1301348"/>
                  </a:lnTo>
                  <a:lnTo>
                    <a:pt x="2506788" y="1459717"/>
                  </a:lnTo>
                  <a:lnTo>
                    <a:pt x="2578410" y="1606593"/>
                  </a:lnTo>
                  <a:lnTo>
                    <a:pt x="2650033" y="1742811"/>
                  </a:lnTo>
                  <a:lnTo>
                    <a:pt x="2721655" y="1869144"/>
                  </a:lnTo>
                  <a:lnTo>
                    <a:pt x="2793278" y="1986310"/>
                  </a:lnTo>
                  <a:lnTo>
                    <a:pt x="2864901" y="2094973"/>
                  </a:lnTo>
                  <a:lnTo>
                    <a:pt x="2936523" y="2195751"/>
                  </a:lnTo>
                  <a:lnTo>
                    <a:pt x="3008146" y="2289216"/>
                  </a:lnTo>
                  <a:lnTo>
                    <a:pt x="3079768" y="2375899"/>
                  </a:lnTo>
                  <a:lnTo>
                    <a:pt x="3151391" y="2456291"/>
                  </a:lnTo>
                  <a:lnTo>
                    <a:pt x="3223013" y="2530850"/>
                  </a:lnTo>
                  <a:lnTo>
                    <a:pt x="3294636" y="2599998"/>
                  </a:lnTo>
                  <a:lnTo>
                    <a:pt x="3366258" y="2652888"/>
                  </a:lnTo>
                  <a:lnTo>
                    <a:pt x="3437881" y="2644033"/>
                  </a:lnTo>
                  <a:lnTo>
                    <a:pt x="3509503" y="2635084"/>
                  </a:lnTo>
                  <a:lnTo>
                    <a:pt x="3581126" y="2626040"/>
                  </a:lnTo>
                  <a:lnTo>
                    <a:pt x="3652748" y="2616899"/>
                  </a:lnTo>
                  <a:lnTo>
                    <a:pt x="3724371" y="2607661"/>
                  </a:lnTo>
                  <a:lnTo>
                    <a:pt x="3795993" y="2598325"/>
                  </a:lnTo>
                  <a:lnTo>
                    <a:pt x="3867616" y="2588888"/>
                  </a:lnTo>
                  <a:lnTo>
                    <a:pt x="3939238" y="2579352"/>
                  </a:lnTo>
                  <a:lnTo>
                    <a:pt x="4010861" y="2569713"/>
                  </a:lnTo>
                  <a:lnTo>
                    <a:pt x="4082483" y="2559972"/>
                  </a:lnTo>
                  <a:lnTo>
                    <a:pt x="4154106" y="2550128"/>
                  </a:lnTo>
                  <a:lnTo>
                    <a:pt x="4225729" y="2540178"/>
                  </a:lnTo>
                  <a:lnTo>
                    <a:pt x="4297351" y="2530122"/>
                  </a:lnTo>
                  <a:lnTo>
                    <a:pt x="4368974" y="2519959"/>
                  </a:lnTo>
                  <a:lnTo>
                    <a:pt x="4440596" y="2509688"/>
                  </a:lnTo>
                  <a:lnTo>
                    <a:pt x="4512219" y="2499307"/>
                  </a:lnTo>
                  <a:lnTo>
                    <a:pt x="4583841" y="2488816"/>
                  </a:lnTo>
                  <a:lnTo>
                    <a:pt x="4655464" y="2478213"/>
                  </a:lnTo>
                  <a:lnTo>
                    <a:pt x="4727086" y="2467497"/>
                  </a:lnTo>
                  <a:lnTo>
                    <a:pt x="4798709" y="2456666"/>
                  </a:lnTo>
                  <a:lnTo>
                    <a:pt x="4870331" y="2445720"/>
                  </a:lnTo>
                  <a:lnTo>
                    <a:pt x="4941954" y="2434658"/>
                  </a:lnTo>
                  <a:lnTo>
                    <a:pt x="5013576" y="2423478"/>
                  </a:lnTo>
                  <a:lnTo>
                    <a:pt x="5085199" y="2412178"/>
                  </a:lnTo>
                  <a:lnTo>
                    <a:pt x="5156821" y="2400758"/>
                  </a:lnTo>
                  <a:lnTo>
                    <a:pt x="5228444" y="2389217"/>
                  </a:lnTo>
                  <a:lnTo>
                    <a:pt x="5300066" y="2377552"/>
                  </a:lnTo>
                  <a:lnTo>
                    <a:pt x="5371689" y="2365763"/>
                  </a:lnTo>
                  <a:lnTo>
                    <a:pt x="5443311" y="2353849"/>
                  </a:lnTo>
                  <a:lnTo>
                    <a:pt x="5514934" y="2341807"/>
                  </a:lnTo>
                  <a:lnTo>
                    <a:pt x="5586557" y="2329637"/>
                  </a:lnTo>
                  <a:lnTo>
                    <a:pt x="5658179" y="2317338"/>
                  </a:lnTo>
                  <a:lnTo>
                    <a:pt x="5729802" y="2304907"/>
                  </a:lnTo>
                  <a:lnTo>
                    <a:pt x="5801424" y="2292344"/>
                  </a:lnTo>
                  <a:lnTo>
                    <a:pt x="5873047" y="2279647"/>
                  </a:lnTo>
                  <a:lnTo>
                    <a:pt x="5944669" y="2266815"/>
                  </a:lnTo>
                  <a:lnTo>
                    <a:pt x="6016292" y="2253846"/>
                  </a:lnTo>
                  <a:lnTo>
                    <a:pt x="6087914" y="2240738"/>
                  </a:lnTo>
                  <a:lnTo>
                    <a:pt x="6159537" y="2227491"/>
                  </a:lnTo>
                  <a:lnTo>
                    <a:pt x="6231159" y="2214103"/>
                  </a:lnTo>
                  <a:lnTo>
                    <a:pt x="6302782" y="2200572"/>
                  </a:lnTo>
                  <a:lnTo>
                    <a:pt x="6374404" y="2186897"/>
                  </a:lnTo>
                  <a:lnTo>
                    <a:pt x="6446027" y="2173077"/>
                  </a:lnTo>
                  <a:lnTo>
                    <a:pt x="6517649" y="2159109"/>
                  </a:lnTo>
                  <a:lnTo>
                    <a:pt x="6589272" y="2144992"/>
                  </a:lnTo>
                  <a:lnTo>
                    <a:pt x="6660894" y="2130724"/>
                  </a:lnTo>
                  <a:lnTo>
                    <a:pt x="6732517" y="2116305"/>
                  </a:lnTo>
                  <a:lnTo>
                    <a:pt x="6804139" y="2101732"/>
                  </a:lnTo>
                  <a:lnTo>
                    <a:pt x="6875762" y="2087004"/>
                  </a:lnTo>
                  <a:lnTo>
                    <a:pt x="6947385" y="2072118"/>
                  </a:lnTo>
                  <a:lnTo>
                    <a:pt x="7019007" y="2057074"/>
                  </a:lnTo>
                  <a:lnTo>
                    <a:pt x="7090630" y="2041870"/>
                  </a:lnTo>
                  <a:lnTo>
                    <a:pt x="7090630" y="3467441"/>
                  </a:lnTo>
                  <a:lnTo>
                    <a:pt x="7019007" y="3466166"/>
                  </a:lnTo>
                  <a:lnTo>
                    <a:pt x="6947385" y="3464790"/>
                  </a:lnTo>
                  <a:lnTo>
                    <a:pt x="6875762" y="3463307"/>
                  </a:lnTo>
                  <a:lnTo>
                    <a:pt x="6804139" y="3461708"/>
                  </a:lnTo>
                  <a:lnTo>
                    <a:pt x="6732517" y="3459983"/>
                  </a:lnTo>
                  <a:lnTo>
                    <a:pt x="6660894" y="3458124"/>
                  </a:lnTo>
                  <a:lnTo>
                    <a:pt x="6589272" y="3456119"/>
                  </a:lnTo>
                  <a:lnTo>
                    <a:pt x="6517649" y="3453957"/>
                  </a:lnTo>
                  <a:lnTo>
                    <a:pt x="6446027" y="3451626"/>
                  </a:lnTo>
                  <a:lnTo>
                    <a:pt x="6374404" y="3449113"/>
                  </a:lnTo>
                  <a:lnTo>
                    <a:pt x="6302782" y="3446403"/>
                  </a:lnTo>
                  <a:lnTo>
                    <a:pt x="6231159" y="3443482"/>
                  </a:lnTo>
                  <a:lnTo>
                    <a:pt x="6159537" y="3440331"/>
                  </a:lnTo>
                  <a:lnTo>
                    <a:pt x="6087914" y="3436934"/>
                  </a:lnTo>
                  <a:lnTo>
                    <a:pt x="6016292" y="3433271"/>
                  </a:lnTo>
                  <a:lnTo>
                    <a:pt x="5944669" y="3429322"/>
                  </a:lnTo>
                  <a:lnTo>
                    <a:pt x="5873047" y="3425063"/>
                  </a:lnTo>
                  <a:lnTo>
                    <a:pt x="5801424" y="3420472"/>
                  </a:lnTo>
                  <a:lnTo>
                    <a:pt x="5729802" y="3415521"/>
                  </a:lnTo>
                  <a:lnTo>
                    <a:pt x="5658179" y="3410183"/>
                  </a:lnTo>
                  <a:lnTo>
                    <a:pt x="5586557" y="3404427"/>
                  </a:lnTo>
                  <a:lnTo>
                    <a:pt x="5514934" y="3398220"/>
                  </a:lnTo>
                  <a:lnTo>
                    <a:pt x="5443311" y="3391529"/>
                  </a:lnTo>
                  <a:lnTo>
                    <a:pt x="5371689" y="3384313"/>
                  </a:lnTo>
                  <a:lnTo>
                    <a:pt x="5300066" y="3376533"/>
                  </a:lnTo>
                  <a:lnTo>
                    <a:pt x="5228444" y="3368144"/>
                  </a:lnTo>
                  <a:lnTo>
                    <a:pt x="5156821" y="3359099"/>
                  </a:lnTo>
                  <a:lnTo>
                    <a:pt x="5085199" y="3349346"/>
                  </a:lnTo>
                  <a:lnTo>
                    <a:pt x="5013576" y="3338830"/>
                  </a:lnTo>
                  <a:lnTo>
                    <a:pt x="4941954" y="3327491"/>
                  </a:lnTo>
                  <a:lnTo>
                    <a:pt x="4870331" y="3315265"/>
                  </a:lnTo>
                  <a:lnTo>
                    <a:pt x="4798709" y="3302082"/>
                  </a:lnTo>
                  <a:lnTo>
                    <a:pt x="4727086" y="3287868"/>
                  </a:lnTo>
                  <a:lnTo>
                    <a:pt x="4655464" y="3272542"/>
                  </a:lnTo>
                  <a:lnTo>
                    <a:pt x="4583841" y="3256016"/>
                  </a:lnTo>
                  <a:lnTo>
                    <a:pt x="4512219" y="3238198"/>
                  </a:lnTo>
                  <a:lnTo>
                    <a:pt x="4440596" y="3218985"/>
                  </a:lnTo>
                  <a:lnTo>
                    <a:pt x="4368974" y="3198269"/>
                  </a:lnTo>
                  <a:lnTo>
                    <a:pt x="4297351" y="3175932"/>
                  </a:lnTo>
                  <a:lnTo>
                    <a:pt x="4225729" y="3151847"/>
                  </a:lnTo>
                  <a:lnTo>
                    <a:pt x="4154106" y="3125878"/>
                  </a:lnTo>
                  <a:lnTo>
                    <a:pt x="4082483" y="3097877"/>
                  </a:lnTo>
                  <a:lnTo>
                    <a:pt x="4010861" y="3067685"/>
                  </a:lnTo>
                  <a:lnTo>
                    <a:pt x="3939238" y="3035131"/>
                  </a:lnTo>
                  <a:lnTo>
                    <a:pt x="3867616" y="3000029"/>
                  </a:lnTo>
                  <a:lnTo>
                    <a:pt x="3795993" y="2962181"/>
                  </a:lnTo>
                  <a:lnTo>
                    <a:pt x="3724371" y="2921372"/>
                  </a:lnTo>
                  <a:lnTo>
                    <a:pt x="3652748" y="2877369"/>
                  </a:lnTo>
                  <a:lnTo>
                    <a:pt x="3581126" y="2829924"/>
                  </a:lnTo>
                  <a:lnTo>
                    <a:pt x="3509503" y="2778766"/>
                  </a:lnTo>
                  <a:lnTo>
                    <a:pt x="3437881" y="2723605"/>
                  </a:lnTo>
                  <a:lnTo>
                    <a:pt x="3366258" y="2664128"/>
                  </a:lnTo>
                  <a:lnTo>
                    <a:pt x="3294636" y="2661649"/>
                  </a:lnTo>
                  <a:lnTo>
                    <a:pt x="3223013" y="2670318"/>
                  </a:lnTo>
                  <a:lnTo>
                    <a:pt x="3151391" y="2678895"/>
                  </a:lnTo>
                  <a:lnTo>
                    <a:pt x="3079768" y="2687382"/>
                  </a:lnTo>
                  <a:lnTo>
                    <a:pt x="3008146" y="2695780"/>
                  </a:lnTo>
                  <a:lnTo>
                    <a:pt x="2936523" y="2704089"/>
                  </a:lnTo>
                  <a:lnTo>
                    <a:pt x="2864901" y="2712310"/>
                  </a:lnTo>
                  <a:lnTo>
                    <a:pt x="2793278" y="2720445"/>
                  </a:lnTo>
                  <a:lnTo>
                    <a:pt x="2721655" y="2728494"/>
                  </a:lnTo>
                  <a:lnTo>
                    <a:pt x="2650033" y="2736458"/>
                  </a:lnTo>
                  <a:lnTo>
                    <a:pt x="2578410" y="2744338"/>
                  </a:lnTo>
                  <a:lnTo>
                    <a:pt x="2506788" y="2752135"/>
                  </a:lnTo>
                  <a:lnTo>
                    <a:pt x="2435165" y="2759849"/>
                  </a:lnTo>
                  <a:lnTo>
                    <a:pt x="2363543" y="2767483"/>
                  </a:lnTo>
                  <a:lnTo>
                    <a:pt x="2291920" y="2775036"/>
                  </a:lnTo>
                  <a:lnTo>
                    <a:pt x="2220298" y="2782509"/>
                  </a:lnTo>
                  <a:lnTo>
                    <a:pt x="2148675" y="2789903"/>
                  </a:lnTo>
                  <a:lnTo>
                    <a:pt x="2077053" y="2797220"/>
                  </a:lnTo>
                  <a:lnTo>
                    <a:pt x="2005430" y="2804459"/>
                  </a:lnTo>
                  <a:lnTo>
                    <a:pt x="1933808" y="2811622"/>
                  </a:lnTo>
                  <a:lnTo>
                    <a:pt x="1862185" y="2818709"/>
                  </a:lnTo>
                  <a:lnTo>
                    <a:pt x="1790563" y="2825722"/>
                  </a:lnTo>
                  <a:lnTo>
                    <a:pt x="1718940" y="2832661"/>
                  </a:lnTo>
                  <a:lnTo>
                    <a:pt x="1647318" y="2839526"/>
                  </a:lnTo>
                  <a:lnTo>
                    <a:pt x="1575695" y="2846319"/>
                  </a:lnTo>
                  <a:lnTo>
                    <a:pt x="1504073" y="2853041"/>
                  </a:lnTo>
                  <a:lnTo>
                    <a:pt x="1432450" y="2859692"/>
                  </a:lnTo>
                  <a:lnTo>
                    <a:pt x="1360827" y="2866272"/>
                  </a:lnTo>
                  <a:lnTo>
                    <a:pt x="1289205" y="2872783"/>
                  </a:lnTo>
                  <a:lnTo>
                    <a:pt x="1217582" y="2879226"/>
                  </a:lnTo>
                  <a:lnTo>
                    <a:pt x="1145960" y="2885600"/>
                  </a:lnTo>
                  <a:lnTo>
                    <a:pt x="1074337" y="2891908"/>
                  </a:lnTo>
                  <a:lnTo>
                    <a:pt x="1002715" y="2898149"/>
                  </a:lnTo>
                  <a:lnTo>
                    <a:pt x="931092" y="2904324"/>
                  </a:lnTo>
                  <a:lnTo>
                    <a:pt x="859470" y="2910433"/>
                  </a:lnTo>
                  <a:lnTo>
                    <a:pt x="787847" y="2916479"/>
                  </a:lnTo>
                  <a:lnTo>
                    <a:pt x="716225" y="2922461"/>
                  </a:lnTo>
                  <a:lnTo>
                    <a:pt x="644602" y="2928379"/>
                  </a:lnTo>
                  <a:lnTo>
                    <a:pt x="572980" y="2934236"/>
                  </a:lnTo>
                  <a:lnTo>
                    <a:pt x="501357" y="2940030"/>
                  </a:lnTo>
                  <a:lnTo>
                    <a:pt x="429735" y="2945763"/>
                  </a:lnTo>
                  <a:lnTo>
                    <a:pt x="358112" y="2951436"/>
                  </a:lnTo>
                  <a:lnTo>
                    <a:pt x="286490" y="2957049"/>
                  </a:lnTo>
                  <a:lnTo>
                    <a:pt x="214867" y="2962603"/>
                  </a:lnTo>
                  <a:lnTo>
                    <a:pt x="143245" y="2968099"/>
                  </a:lnTo>
                  <a:lnTo>
                    <a:pt x="71622" y="2973536"/>
                  </a:lnTo>
                  <a:lnTo>
                    <a:pt x="0" y="297891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163013" y="2073503"/>
              <a:ext cx="5099665" cy="2652888"/>
            </a:xfrm>
            <a:custGeom>
              <a:avLst/>
              <a:pathLst>
                <a:path w="5099665" h="2652888">
                  <a:moveTo>
                    <a:pt x="0" y="0"/>
                  </a:moveTo>
                  <a:lnTo>
                    <a:pt x="14466" y="54199"/>
                  </a:lnTo>
                  <a:lnTo>
                    <a:pt x="86088" y="303069"/>
                  </a:lnTo>
                  <a:lnTo>
                    <a:pt x="157711" y="533879"/>
                  </a:lnTo>
                  <a:lnTo>
                    <a:pt x="229333" y="747940"/>
                  </a:lnTo>
                  <a:lnTo>
                    <a:pt x="300956" y="946467"/>
                  </a:lnTo>
                  <a:lnTo>
                    <a:pt x="372578" y="1130588"/>
                  </a:lnTo>
                  <a:lnTo>
                    <a:pt x="444201" y="1301348"/>
                  </a:lnTo>
                  <a:lnTo>
                    <a:pt x="515824" y="1459717"/>
                  </a:lnTo>
                  <a:lnTo>
                    <a:pt x="587446" y="1606593"/>
                  </a:lnTo>
                  <a:lnTo>
                    <a:pt x="659069" y="1742811"/>
                  </a:lnTo>
                  <a:lnTo>
                    <a:pt x="730691" y="1869144"/>
                  </a:lnTo>
                  <a:lnTo>
                    <a:pt x="802314" y="1986310"/>
                  </a:lnTo>
                  <a:lnTo>
                    <a:pt x="873936" y="2094973"/>
                  </a:lnTo>
                  <a:lnTo>
                    <a:pt x="945559" y="2195751"/>
                  </a:lnTo>
                  <a:lnTo>
                    <a:pt x="1017181" y="2289216"/>
                  </a:lnTo>
                  <a:lnTo>
                    <a:pt x="1088804" y="2375899"/>
                  </a:lnTo>
                  <a:lnTo>
                    <a:pt x="1160426" y="2456291"/>
                  </a:lnTo>
                  <a:lnTo>
                    <a:pt x="1232049" y="2530850"/>
                  </a:lnTo>
                  <a:lnTo>
                    <a:pt x="1303671" y="2599998"/>
                  </a:lnTo>
                  <a:lnTo>
                    <a:pt x="1375294" y="2652888"/>
                  </a:lnTo>
                  <a:lnTo>
                    <a:pt x="1446916" y="2644033"/>
                  </a:lnTo>
                  <a:lnTo>
                    <a:pt x="1518539" y="2635084"/>
                  </a:lnTo>
                  <a:lnTo>
                    <a:pt x="1590161" y="2626040"/>
                  </a:lnTo>
                  <a:lnTo>
                    <a:pt x="1661784" y="2616899"/>
                  </a:lnTo>
                  <a:lnTo>
                    <a:pt x="1733406" y="2607661"/>
                  </a:lnTo>
                  <a:lnTo>
                    <a:pt x="1805029" y="2598325"/>
                  </a:lnTo>
                  <a:lnTo>
                    <a:pt x="1876652" y="2588888"/>
                  </a:lnTo>
                  <a:lnTo>
                    <a:pt x="1948274" y="2579352"/>
                  </a:lnTo>
                  <a:lnTo>
                    <a:pt x="2019897" y="2569713"/>
                  </a:lnTo>
                  <a:lnTo>
                    <a:pt x="2091519" y="2559972"/>
                  </a:lnTo>
                  <a:lnTo>
                    <a:pt x="2163142" y="2550128"/>
                  </a:lnTo>
                  <a:lnTo>
                    <a:pt x="2234764" y="2540178"/>
                  </a:lnTo>
                  <a:lnTo>
                    <a:pt x="2306387" y="2530122"/>
                  </a:lnTo>
                  <a:lnTo>
                    <a:pt x="2378009" y="2519959"/>
                  </a:lnTo>
                  <a:lnTo>
                    <a:pt x="2449632" y="2509688"/>
                  </a:lnTo>
                  <a:lnTo>
                    <a:pt x="2521254" y="2499307"/>
                  </a:lnTo>
                  <a:lnTo>
                    <a:pt x="2592877" y="2488816"/>
                  </a:lnTo>
                  <a:lnTo>
                    <a:pt x="2664499" y="2478213"/>
                  </a:lnTo>
                  <a:lnTo>
                    <a:pt x="2736122" y="2467497"/>
                  </a:lnTo>
                  <a:lnTo>
                    <a:pt x="2807744" y="2456666"/>
                  </a:lnTo>
                  <a:lnTo>
                    <a:pt x="2879367" y="2445720"/>
                  </a:lnTo>
                  <a:lnTo>
                    <a:pt x="2950989" y="2434658"/>
                  </a:lnTo>
                  <a:lnTo>
                    <a:pt x="3022612" y="2423478"/>
                  </a:lnTo>
                  <a:lnTo>
                    <a:pt x="3094234" y="2412178"/>
                  </a:lnTo>
                  <a:lnTo>
                    <a:pt x="3165857" y="2400758"/>
                  </a:lnTo>
                  <a:lnTo>
                    <a:pt x="3237480" y="2389217"/>
                  </a:lnTo>
                  <a:lnTo>
                    <a:pt x="3309102" y="2377552"/>
                  </a:lnTo>
                  <a:lnTo>
                    <a:pt x="3380725" y="2365763"/>
                  </a:lnTo>
                  <a:lnTo>
                    <a:pt x="3452347" y="2353849"/>
                  </a:lnTo>
                  <a:lnTo>
                    <a:pt x="3523970" y="2341807"/>
                  </a:lnTo>
                  <a:lnTo>
                    <a:pt x="3595592" y="2329637"/>
                  </a:lnTo>
                  <a:lnTo>
                    <a:pt x="3667215" y="2317338"/>
                  </a:lnTo>
                  <a:lnTo>
                    <a:pt x="3738837" y="2304907"/>
                  </a:lnTo>
                  <a:lnTo>
                    <a:pt x="3810460" y="2292344"/>
                  </a:lnTo>
                  <a:lnTo>
                    <a:pt x="3882082" y="2279647"/>
                  </a:lnTo>
                  <a:lnTo>
                    <a:pt x="3953705" y="2266815"/>
                  </a:lnTo>
                  <a:lnTo>
                    <a:pt x="4025327" y="2253846"/>
                  </a:lnTo>
                  <a:lnTo>
                    <a:pt x="4096950" y="2240738"/>
                  </a:lnTo>
                  <a:lnTo>
                    <a:pt x="4168572" y="2227491"/>
                  </a:lnTo>
                  <a:lnTo>
                    <a:pt x="4240195" y="2214103"/>
                  </a:lnTo>
                  <a:lnTo>
                    <a:pt x="4311817" y="2200572"/>
                  </a:lnTo>
                  <a:lnTo>
                    <a:pt x="4383440" y="2186897"/>
                  </a:lnTo>
                  <a:lnTo>
                    <a:pt x="4455062" y="2173077"/>
                  </a:lnTo>
                  <a:lnTo>
                    <a:pt x="4526685" y="2159109"/>
                  </a:lnTo>
                  <a:lnTo>
                    <a:pt x="4598308" y="2144992"/>
                  </a:lnTo>
                  <a:lnTo>
                    <a:pt x="4669930" y="2130724"/>
                  </a:lnTo>
                  <a:lnTo>
                    <a:pt x="4741553" y="2116305"/>
                  </a:lnTo>
                  <a:lnTo>
                    <a:pt x="4813175" y="2101732"/>
                  </a:lnTo>
                  <a:lnTo>
                    <a:pt x="4884798" y="2087004"/>
                  </a:lnTo>
                  <a:lnTo>
                    <a:pt x="4956420" y="2072118"/>
                  </a:lnTo>
                  <a:lnTo>
                    <a:pt x="5028043" y="2057074"/>
                  </a:lnTo>
                  <a:lnTo>
                    <a:pt x="5099665" y="20418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35152"/>
              <a:ext cx="7090630" cy="805792"/>
            </a:xfrm>
            <a:custGeom>
              <a:avLst/>
              <a:pathLst>
                <a:path w="7090630" h="805792">
                  <a:moveTo>
                    <a:pt x="7090630" y="805792"/>
                  </a:moveTo>
                  <a:lnTo>
                    <a:pt x="7019007" y="804516"/>
                  </a:lnTo>
                  <a:lnTo>
                    <a:pt x="6947385" y="803140"/>
                  </a:lnTo>
                  <a:lnTo>
                    <a:pt x="6875762" y="801657"/>
                  </a:lnTo>
                  <a:lnTo>
                    <a:pt x="6804139" y="800058"/>
                  </a:lnTo>
                  <a:lnTo>
                    <a:pt x="6732517" y="798333"/>
                  </a:lnTo>
                  <a:lnTo>
                    <a:pt x="6660894" y="796474"/>
                  </a:lnTo>
                  <a:lnTo>
                    <a:pt x="6589272" y="794469"/>
                  </a:lnTo>
                  <a:lnTo>
                    <a:pt x="6517649" y="792308"/>
                  </a:lnTo>
                  <a:lnTo>
                    <a:pt x="6446027" y="789977"/>
                  </a:lnTo>
                  <a:lnTo>
                    <a:pt x="6374404" y="787464"/>
                  </a:lnTo>
                  <a:lnTo>
                    <a:pt x="6302782" y="784754"/>
                  </a:lnTo>
                  <a:lnTo>
                    <a:pt x="6231159" y="781832"/>
                  </a:lnTo>
                  <a:lnTo>
                    <a:pt x="6159537" y="778681"/>
                  </a:lnTo>
                  <a:lnTo>
                    <a:pt x="6087914" y="775284"/>
                  </a:lnTo>
                  <a:lnTo>
                    <a:pt x="6016292" y="771622"/>
                  </a:lnTo>
                  <a:lnTo>
                    <a:pt x="5944669" y="767672"/>
                  </a:lnTo>
                  <a:lnTo>
                    <a:pt x="5873047" y="763414"/>
                  </a:lnTo>
                  <a:lnTo>
                    <a:pt x="5801424" y="758822"/>
                  </a:lnTo>
                  <a:lnTo>
                    <a:pt x="5729802" y="753871"/>
                  </a:lnTo>
                  <a:lnTo>
                    <a:pt x="5658179" y="748533"/>
                  </a:lnTo>
                  <a:lnTo>
                    <a:pt x="5586557" y="742777"/>
                  </a:lnTo>
                  <a:lnTo>
                    <a:pt x="5514934" y="736571"/>
                  </a:lnTo>
                  <a:lnTo>
                    <a:pt x="5443311" y="729879"/>
                  </a:lnTo>
                  <a:lnTo>
                    <a:pt x="5371689" y="722663"/>
                  </a:lnTo>
                  <a:lnTo>
                    <a:pt x="5300066" y="714883"/>
                  </a:lnTo>
                  <a:lnTo>
                    <a:pt x="5228444" y="706494"/>
                  </a:lnTo>
                  <a:lnTo>
                    <a:pt x="5156821" y="697449"/>
                  </a:lnTo>
                  <a:lnTo>
                    <a:pt x="5085199" y="687696"/>
                  </a:lnTo>
                  <a:lnTo>
                    <a:pt x="5013576" y="677180"/>
                  </a:lnTo>
                  <a:lnTo>
                    <a:pt x="4941954" y="665841"/>
                  </a:lnTo>
                  <a:lnTo>
                    <a:pt x="4870331" y="653615"/>
                  </a:lnTo>
                  <a:lnTo>
                    <a:pt x="4798709" y="640433"/>
                  </a:lnTo>
                  <a:lnTo>
                    <a:pt x="4727086" y="626219"/>
                  </a:lnTo>
                  <a:lnTo>
                    <a:pt x="4655464" y="610892"/>
                  </a:lnTo>
                  <a:lnTo>
                    <a:pt x="4583841" y="594367"/>
                  </a:lnTo>
                  <a:lnTo>
                    <a:pt x="4512219" y="576548"/>
                  </a:lnTo>
                  <a:lnTo>
                    <a:pt x="4440596" y="557335"/>
                  </a:lnTo>
                  <a:lnTo>
                    <a:pt x="4368974" y="536619"/>
                  </a:lnTo>
                  <a:lnTo>
                    <a:pt x="4297351" y="514282"/>
                  </a:lnTo>
                  <a:lnTo>
                    <a:pt x="4225729" y="490198"/>
                  </a:lnTo>
                  <a:lnTo>
                    <a:pt x="4154106" y="464229"/>
                  </a:lnTo>
                  <a:lnTo>
                    <a:pt x="4082483" y="436227"/>
                  </a:lnTo>
                  <a:lnTo>
                    <a:pt x="4010861" y="406035"/>
                  </a:lnTo>
                  <a:lnTo>
                    <a:pt x="3939238" y="373481"/>
                  </a:lnTo>
                  <a:lnTo>
                    <a:pt x="3867616" y="338379"/>
                  </a:lnTo>
                  <a:lnTo>
                    <a:pt x="3795993" y="300531"/>
                  </a:lnTo>
                  <a:lnTo>
                    <a:pt x="3724371" y="259722"/>
                  </a:lnTo>
                  <a:lnTo>
                    <a:pt x="3652748" y="215719"/>
                  </a:lnTo>
                  <a:lnTo>
                    <a:pt x="3581126" y="168274"/>
                  </a:lnTo>
                  <a:lnTo>
                    <a:pt x="3509503" y="117116"/>
                  </a:lnTo>
                  <a:lnTo>
                    <a:pt x="3437881" y="61955"/>
                  </a:lnTo>
                  <a:lnTo>
                    <a:pt x="3366258" y="2479"/>
                  </a:lnTo>
                  <a:lnTo>
                    <a:pt x="3294636" y="0"/>
                  </a:lnTo>
                  <a:lnTo>
                    <a:pt x="3223013" y="8668"/>
                  </a:lnTo>
                  <a:lnTo>
                    <a:pt x="3151391" y="17246"/>
                  </a:lnTo>
                  <a:lnTo>
                    <a:pt x="3079768" y="25733"/>
                  </a:lnTo>
                  <a:lnTo>
                    <a:pt x="3008146" y="34130"/>
                  </a:lnTo>
                  <a:lnTo>
                    <a:pt x="2936523" y="42439"/>
                  </a:lnTo>
                  <a:lnTo>
                    <a:pt x="2864901" y="50661"/>
                  </a:lnTo>
                  <a:lnTo>
                    <a:pt x="2793278" y="58795"/>
                  </a:lnTo>
                  <a:lnTo>
                    <a:pt x="2721655" y="66844"/>
                  </a:lnTo>
                  <a:lnTo>
                    <a:pt x="2650033" y="74808"/>
                  </a:lnTo>
                  <a:lnTo>
                    <a:pt x="2578410" y="82688"/>
                  </a:lnTo>
                  <a:lnTo>
                    <a:pt x="2506788" y="90485"/>
                  </a:lnTo>
                  <a:lnTo>
                    <a:pt x="2435165" y="98200"/>
                  </a:lnTo>
                  <a:lnTo>
                    <a:pt x="2363543" y="105833"/>
                  </a:lnTo>
                  <a:lnTo>
                    <a:pt x="2291920" y="113386"/>
                  </a:lnTo>
                  <a:lnTo>
                    <a:pt x="2220298" y="120859"/>
                  </a:lnTo>
                  <a:lnTo>
                    <a:pt x="2148675" y="128254"/>
                  </a:lnTo>
                  <a:lnTo>
                    <a:pt x="2077053" y="135570"/>
                  </a:lnTo>
                  <a:lnTo>
                    <a:pt x="2005430" y="142809"/>
                  </a:lnTo>
                  <a:lnTo>
                    <a:pt x="1933808" y="149972"/>
                  </a:lnTo>
                  <a:lnTo>
                    <a:pt x="1862185" y="157060"/>
                  </a:lnTo>
                  <a:lnTo>
                    <a:pt x="1790563" y="164072"/>
                  </a:lnTo>
                  <a:lnTo>
                    <a:pt x="1718940" y="171011"/>
                  </a:lnTo>
                  <a:lnTo>
                    <a:pt x="1647318" y="177877"/>
                  </a:lnTo>
                  <a:lnTo>
                    <a:pt x="1575695" y="184670"/>
                  </a:lnTo>
                  <a:lnTo>
                    <a:pt x="1504073" y="191391"/>
                  </a:lnTo>
                  <a:lnTo>
                    <a:pt x="1432450" y="198042"/>
                  </a:lnTo>
                  <a:lnTo>
                    <a:pt x="1360827" y="204623"/>
                  </a:lnTo>
                  <a:lnTo>
                    <a:pt x="1289205" y="211134"/>
                  </a:lnTo>
                  <a:lnTo>
                    <a:pt x="1217582" y="217576"/>
                  </a:lnTo>
                  <a:lnTo>
                    <a:pt x="1145960" y="223951"/>
                  </a:lnTo>
                  <a:lnTo>
                    <a:pt x="1074337" y="230258"/>
                  </a:lnTo>
                  <a:lnTo>
                    <a:pt x="1002715" y="236499"/>
                  </a:lnTo>
                  <a:lnTo>
                    <a:pt x="931092" y="242674"/>
                  </a:lnTo>
                  <a:lnTo>
                    <a:pt x="859470" y="248784"/>
                  </a:lnTo>
                  <a:lnTo>
                    <a:pt x="787847" y="254829"/>
                  </a:lnTo>
                  <a:lnTo>
                    <a:pt x="716225" y="260811"/>
                  </a:lnTo>
                  <a:lnTo>
                    <a:pt x="644602" y="266730"/>
                  </a:lnTo>
                  <a:lnTo>
                    <a:pt x="572980" y="272586"/>
                  </a:lnTo>
                  <a:lnTo>
                    <a:pt x="501357" y="278380"/>
                  </a:lnTo>
                  <a:lnTo>
                    <a:pt x="429735" y="284114"/>
                  </a:lnTo>
                  <a:lnTo>
                    <a:pt x="358112" y="289787"/>
                  </a:lnTo>
                  <a:lnTo>
                    <a:pt x="286490" y="295400"/>
                  </a:lnTo>
                  <a:lnTo>
                    <a:pt x="214867" y="300954"/>
                  </a:lnTo>
                  <a:lnTo>
                    <a:pt x="143245" y="306449"/>
                  </a:lnTo>
                  <a:lnTo>
                    <a:pt x="71622" y="311886"/>
                  </a:lnTo>
                  <a:lnTo>
                    <a:pt x="0" y="3172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51612" y="2073503"/>
              <a:ext cx="6911066" cy="3330417"/>
            </a:xfrm>
            <a:custGeom>
              <a:avLst/>
              <a:pathLst>
                <a:path w="6911066" h="3330417">
                  <a:moveTo>
                    <a:pt x="0" y="0"/>
                  </a:moveTo>
                  <a:lnTo>
                    <a:pt x="35304" y="55588"/>
                  </a:lnTo>
                  <a:lnTo>
                    <a:pt x="106926" y="164769"/>
                  </a:lnTo>
                  <a:lnTo>
                    <a:pt x="178549" y="270473"/>
                  </a:lnTo>
                  <a:lnTo>
                    <a:pt x="250171" y="372811"/>
                  </a:lnTo>
                  <a:lnTo>
                    <a:pt x="321794" y="471889"/>
                  </a:lnTo>
                  <a:lnTo>
                    <a:pt x="393417" y="567812"/>
                  </a:lnTo>
                  <a:lnTo>
                    <a:pt x="465039" y="660680"/>
                  </a:lnTo>
                  <a:lnTo>
                    <a:pt x="536662" y="750590"/>
                  </a:lnTo>
                  <a:lnTo>
                    <a:pt x="608284" y="837637"/>
                  </a:lnTo>
                  <a:lnTo>
                    <a:pt x="679907" y="921911"/>
                  </a:lnTo>
                  <a:lnTo>
                    <a:pt x="751529" y="1003501"/>
                  </a:lnTo>
                  <a:lnTo>
                    <a:pt x="823152" y="1082493"/>
                  </a:lnTo>
                  <a:lnTo>
                    <a:pt x="894774" y="1158969"/>
                  </a:lnTo>
                  <a:lnTo>
                    <a:pt x="966397" y="1233010"/>
                  </a:lnTo>
                  <a:lnTo>
                    <a:pt x="1038019" y="1304692"/>
                  </a:lnTo>
                  <a:lnTo>
                    <a:pt x="1109642" y="1374091"/>
                  </a:lnTo>
                  <a:lnTo>
                    <a:pt x="1181264" y="1441280"/>
                  </a:lnTo>
                  <a:lnTo>
                    <a:pt x="1252887" y="1506330"/>
                  </a:lnTo>
                  <a:lnTo>
                    <a:pt x="1324509" y="1569307"/>
                  </a:lnTo>
                  <a:lnTo>
                    <a:pt x="1396132" y="1630279"/>
                  </a:lnTo>
                  <a:lnTo>
                    <a:pt x="1467754" y="1689309"/>
                  </a:lnTo>
                  <a:lnTo>
                    <a:pt x="1539377" y="1746459"/>
                  </a:lnTo>
                  <a:lnTo>
                    <a:pt x="1610999" y="1801789"/>
                  </a:lnTo>
                  <a:lnTo>
                    <a:pt x="1682622" y="1855356"/>
                  </a:lnTo>
                  <a:lnTo>
                    <a:pt x="1754245" y="1907218"/>
                  </a:lnTo>
                  <a:lnTo>
                    <a:pt x="1825867" y="1957428"/>
                  </a:lnTo>
                  <a:lnTo>
                    <a:pt x="1897490" y="2006039"/>
                  </a:lnTo>
                  <a:lnTo>
                    <a:pt x="1969112" y="2053101"/>
                  </a:lnTo>
                  <a:lnTo>
                    <a:pt x="2040735" y="2098665"/>
                  </a:lnTo>
                  <a:lnTo>
                    <a:pt x="2112357" y="2142778"/>
                  </a:lnTo>
                  <a:lnTo>
                    <a:pt x="2183980" y="2185485"/>
                  </a:lnTo>
                  <a:lnTo>
                    <a:pt x="2255602" y="2226833"/>
                  </a:lnTo>
                  <a:lnTo>
                    <a:pt x="2327225" y="2266864"/>
                  </a:lnTo>
                  <a:lnTo>
                    <a:pt x="2398847" y="2305619"/>
                  </a:lnTo>
                  <a:lnTo>
                    <a:pt x="2470470" y="2343141"/>
                  </a:lnTo>
                  <a:lnTo>
                    <a:pt x="2542092" y="2379467"/>
                  </a:lnTo>
                  <a:lnTo>
                    <a:pt x="2613715" y="2414637"/>
                  </a:lnTo>
                  <a:lnTo>
                    <a:pt x="2685337" y="2448686"/>
                  </a:lnTo>
                  <a:lnTo>
                    <a:pt x="2756960" y="2481651"/>
                  </a:lnTo>
                  <a:lnTo>
                    <a:pt x="2828582" y="2513566"/>
                  </a:lnTo>
                  <a:lnTo>
                    <a:pt x="2900205" y="2544465"/>
                  </a:lnTo>
                  <a:lnTo>
                    <a:pt x="2971827" y="2574380"/>
                  </a:lnTo>
                  <a:lnTo>
                    <a:pt x="3043450" y="2603341"/>
                  </a:lnTo>
                  <a:lnTo>
                    <a:pt x="3115073" y="2631381"/>
                  </a:lnTo>
                  <a:lnTo>
                    <a:pt x="3186695" y="2658527"/>
                  </a:lnTo>
                  <a:lnTo>
                    <a:pt x="3258318" y="2684809"/>
                  </a:lnTo>
                  <a:lnTo>
                    <a:pt x="3329940" y="2710254"/>
                  </a:lnTo>
                  <a:lnTo>
                    <a:pt x="3401563" y="2734889"/>
                  </a:lnTo>
                  <a:lnTo>
                    <a:pt x="3473185" y="2758739"/>
                  </a:lnTo>
                  <a:lnTo>
                    <a:pt x="3544808" y="2781829"/>
                  </a:lnTo>
                  <a:lnTo>
                    <a:pt x="3616430" y="2804184"/>
                  </a:lnTo>
                  <a:lnTo>
                    <a:pt x="3688053" y="2825827"/>
                  </a:lnTo>
                  <a:lnTo>
                    <a:pt x="3759675" y="2846780"/>
                  </a:lnTo>
                  <a:lnTo>
                    <a:pt x="3831298" y="2867067"/>
                  </a:lnTo>
                  <a:lnTo>
                    <a:pt x="3902920" y="2886707"/>
                  </a:lnTo>
                  <a:lnTo>
                    <a:pt x="3974543" y="2905722"/>
                  </a:lnTo>
                  <a:lnTo>
                    <a:pt x="4046165" y="2924131"/>
                  </a:lnTo>
                  <a:lnTo>
                    <a:pt x="4117788" y="2941954"/>
                  </a:lnTo>
                  <a:lnTo>
                    <a:pt x="4189410" y="2959209"/>
                  </a:lnTo>
                  <a:lnTo>
                    <a:pt x="4261033" y="2975915"/>
                  </a:lnTo>
                  <a:lnTo>
                    <a:pt x="4332655" y="2992088"/>
                  </a:lnTo>
                  <a:lnTo>
                    <a:pt x="4404278" y="3007747"/>
                  </a:lnTo>
                  <a:lnTo>
                    <a:pt x="4475901" y="3022907"/>
                  </a:lnTo>
                  <a:lnTo>
                    <a:pt x="4547523" y="3037584"/>
                  </a:lnTo>
                  <a:lnTo>
                    <a:pt x="4619146" y="3051793"/>
                  </a:lnTo>
                  <a:lnTo>
                    <a:pt x="4690768" y="3065550"/>
                  </a:lnTo>
                  <a:lnTo>
                    <a:pt x="4762391" y="3078869"/>
                  </a:lnTo>
                  <a:lnTo>
                    <a:pt x="4834013" y="3091764"/>
                  </a:lnTo>
                  <a:lnTo>
                    <a:pt x="4905636" y="3104248"/>
                  </a:lnTo>
                  <a:lnTo>
                    <a:pt x="4977258" y="3116334"/>
                  </a:lnTo>
                  <a:lnTo>
                    <a:pt x="5048881" y="3128036"/>
                  </a:lnTo>
                  <a:lnTo>
                    <a:pt x="5120503" y="3139365"/>
                  </a:lnTo>
                  <a:lnTo>
                    <a:pt x="5192126" y="3150333"/>
                  </a:lnTo>
                  <a:lnTo>
                    <a:pt x="5263748" y="3160951"/>
                  </a:lnTo>
                  <a:lnTo>
                    <a:pt x="5335371" y="3171232"/>
                  </a:lnTo>
                  <a:lnTo>
                    <a:pt x="5406993" y="3181185"/>
                  </a:lnTo>
                  <a:lnTo>
                    <a:pt x="5478616" y="3190821"/>
                  </a:lnTo>
                  <a:lnTo>
                    <a:pt x="5550238" y="3200150"/>
                  </a:lnTo>
                  <a:lnTo>
                    <a:pt x="5621861" y="3209182"/>
                  </a:lnTo>
                  <a:lnTo>
                    <a:pt x="5693483" y="3217927"/>
                  </a:lnTo>
                  <a:lnTo>
                    <a:pt x="5765106" y="3226393"/>
                  </a:lnTo>
                  <a:lnTo>
                    <a:pt x="5836729" y="3234589"/>
                  </a:lnTo>
                  <a:lnTo>
                    <a:pt x="5908351" y="3242524"/>
                  </a:lnTo>
                  <a:lnTo>
                    <a:pt x="5979974" y="3250207"/>
                  </a:lnTo>
                  <a:lnTo>
                    <a:pt x="6051596" y="3257645"/>
                  </a:lnTo>
                  <a:lnTo>
                    <a:pt x="6123219" y="3264846"/>
                  </a:lnTo>
                  <a:lnTo>
                    <a:pt x="6194841" y="3271817"/>
                  </a:lnTo>
                  <a:lnTo>
                    <a:pt x="6266464" y="3278567"/>
                  </a:lnTo>
                  <a:lnTo>
                    <a:pt x="6338086" y="3285101"/>
                  </a:lnTo>
                  <a:lnTo>
                    <a:pt x="6409709" y="3291428"/>
                  </a:lnTo>
                  <a:lnTo>
                    <a:pt x="6481331" y="3297553"/>
                  </a:lnTo>
                  <a:lnTo>
                    <a:pt x="6552954" y="3303483"/>
                  </a:lnTo>
                  <a:lnTo>
                    <a:pt x="6624576" y="3309224"/>
                  </a:lnTo>
                  <a:lnTo>
                    <a:pt x="6696199" y="3314782"/>
                  </a:lnTo>
                  <a:lnTo>
                    <a:pt x="6767821" y="3320164"/>
                  </a:lnTo>
                  <a:lnTo>
                    <a:pt x="6839444" y="3325373"/>
                  </a:lnTo>
                  <a:lnTo>
                    <a:pt x="6911066" y="333041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1.45 (0.88-2.39), p = 0.140  |  per IQR decline (Δ = 29.9 %): 3.06 (0.69-13.55)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8584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2026-09-28T16:51:15Z</dcterms:modified>
  <cp:category/>
</cp:coreProperties>
</file>