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7441"/>
            </a:xfrm>
            <a:custGeom>
              <a:avLst/>
              <a:pathLst>
                <a:path w="7403783" h="3467441">
                  <a:moveTo>
                    <a:pt x="1947393" y="0"/>
                  </a:moveTo>
                  <a:lnTo>
                    <a:pt x="1962872" y="54199"/>
                  </a:lnTo>
                  <a:lnTo>
                    <a:pt x="2039504" y="303069"/>
                  </a:lnTo>
                  <a:lnTo>
                    <a:pt x="2116137" y="533879"/>
                  </a:lnTo>
                  <a:lnTo>
                    <a:pt x="2192769" y="747940"/>
                  </a:lnTo>
                  <a:lnTo>
                    <a:pt x="2269402" y="946467"/>
                  </a:lnTo>
                  <a:lnTo>
                    <a:pt x="2346034" y="1130588"/>
                  </a:lnTo>
                  <a:lnTo>
                    <a:pt x="2422667" y="1301348"/>
                  </a:lnTo>
                  <a:lnTo>
                    <a:pt x="2499300" y="1459717"/>
                  </a:lnTo>
                  <a:lnTo>
                    <a:pt x="2575932" y="1606593"/>
                  </a:lnTo>
                  <a:lnTo>
                    <a:pt x="2652565" y="1742811"/>
                  </a:lnTo>
                  <a:lnTo>
                    <a:pt x="2729197" y="1869144"/>
                  </a:lnTo>
                  <a:lnTo>
                    <a:pt x="2805830" y="1986310"/>
                  </a:lnTo>
                  <a:lnTo>
                    <a:pt x="2882462" y="2094973"/>
                  </a:lnTo>
                  <a:lnTo>
                    <a:pt x="2959095" y="2195751"/>
                  </a:lnTo>
                  <a:lnTo>
                    <a:pt x="3035727" y="2289216"/>
                  </a:lnTo>
                  <a:lnTo>
                    <a:pt x="3112360" y="2375899"/>
                  </a:lnTo>
                  <a:lnTo>
                    <a:pt x="3188993" y="2456291"/>
                  </a:lnTo>
                  <a:lnTo>
                    <a:pt x="3265625" y="2530850"/>
                  </a:lnTo>
                  <a:lnTo>
                    <a:pt x="3342258" y="2599998"/>
                  </a:lnTo>
                  <a:lnTo>
                    <a:pt x="3418890" y="2652888"/>
                  </a:lnTo>
                  <a:lnTo>
                    <a:pt x="3495523" y="2644033"/>
                  </a:lnTo>
                  <a:lnTo>
                    <a:pt x="3572155" y="2635084"/>
                  </a:lnTo>
                  <a:lnTo>
                    <a:pt x="3648788" y="2626040"/>
                  </a:lnTo>
                  <a:lnTo>
                    <a:pt x="3725420" y="2616899"/>
                  </a:lnTo>
                  <a:lnTo>
                    <a:pt x="3802053" y="2607661"/>
                  </a:lnTo>
                  <a:lnTo>
                    <a:pt x="3878685" y="2598325"/>
                  </a:lnTo>
                  <a:lnTo>
                    <a:pt x="3955318" y="2588888"/>
                  </a:lnTo>
                  <a:lnTo>
                    <a:pt x="4031951" y="2579352"/>
                  </a:lnTo>
                  <a:lnTo>
                    <a:pt x="4108583" y="2569713"/>
                  </a:lnTo>
                  <a:lnTo>
                    <a:pt x="4185216" y="2559972"/>
                  </a:lnTo>
                  <a:lnTo>
                    <a:pt x="4261848" y="2550128"/>
                  </a:lnTo>
                  <a:lnTo>
                    <a:pt x="4338481" y="2540178"/>
                  </a:lnTo>
                  <a:lnTo>
                    <a:pt x="4415113" y="2530122"/>
                  </a:lnTo>
                  <a:lnTo>
                    <a:pt x="4491746" y="2519959"/>
                  </a:lnTo>
                  <a:lnTo>
                    <a:pt x="4568378" y="2509688"/>
                  </a:lnTo>
                  <a:lnTo>
                    <a:pt x="4645011" y="2499307"/>
                  </a:lnTo>
                  <a:lnTo>
                    <a:pt x="4721644" y="2488816"/>
                  </a:lnTo>
                  <a:lnTo>
                    <a:pt x="4798276" y="2478213"/>
                  </a:lnTo>
                  <a:lnTo>
                    <a:pt x="4874909" y="2467497"/>
                  </a:lnTo>
                  <a:lnTo>
                    <a:pt x="4951541" y="2456666"/>
                  </a:lnTo>
                  <a:lnTo>
                    <a:pt x="5028174" y="2445720"/>
                  </a:lnTo>
                  <a:lnTo>
                    <a:pt x="5104806" y="2434658"/>
                  </a:lnTo>
                  <a:lnTo>
                    <a:pt x="5181439" y="2423478"/>
                  </a:lnTo>
                  <a:lnTo>
                    <a:pt x="5258071" y="2412178"/>
                  </a:lnTo>
                  <a:lnTo>
                    <a:pt x="5334704" y="2400758"/>
                  </a:lnTo>
                  <a:lnTo>
                    <a:pt x="5411336" y="2389217"/>
                  </a:lnTo>
                  <a:lnTo>
                    <a:pt x="5487969" y="2377552"/>
                  </a:lnTo>
                  <a:lnTo>
                    <a:pt x="5564602" y="2365763"/>
                  </a:lnTo>
                  <a:lnTo>
                    <a:pt x="5641234" y="2353849"/>
                  </a:lnTo>
                  <a:lnTo>
                    <a:pt x="5717867" y="2341807"/>
                  </a:lnTo>
                  <a:lnTo>
                    <a:pt x="5794499" y="2329637"/>
                  </a:lnTo>
                  <a:lnTo>
                    <a:pt x="5871132" y="2317338"/>
                  </a:lnTo>
                  <a:lnTo>
                    <a:pt x="5947764" y="2304907"/>
                  </a:lnTo>
                  <a:lnTo>
                    <a:pt x="6024397" y="2292344"/>
                  </a:lnTo>
                  <a:lnTo>
                    <a:pt x="6101029" y="2279647"/>
                  </a:lnTo>
                  <a:lnTo>
                    <a:pt x="6177662" y="2266815"/>
                  </a:lnTo>
                  <a:lnTo>
                    <a:pt x="6254294" y="2253846"/>
                  </a:lnTo>
                  <a:lnTo>
                    <a:pt x="6330927" y="2240738"/>
                  </a:lnTo>
                  <a:lnTo>
                    <a:pt x="6407560" y="2227491"/>
                  </a:lnTo>
                  <a:lnTo>
                    <a:pt x="6484192" y="2214103"/>
                  </a:lnTo>
                  <a:lnTo>
                    <a:pt x="6560825" y="2200572"/>
                  </a:lnTo>
                  <a:lnTo>
                    <a:pt x="6637457" y="2186897"/>
                  </a:lnTo>
                  <a:lnTo>
                    <a:pt x="6714090" y="2173077"/>
                  </a:lnTo>
                  <a:lnTo>
                    <a:pt x="6790722" y="2159109"/>
                  </a:lnTo>
                  <a:lnTo>
                    <a:pt x="6867355" y="2144992"/>
                  </a:lnTo>
                  <a:lnTo>
                    <a:pt x="6943987" y="2130724"/>
                  </a:lnTo>
                  <a:lnTo>
                    <a:pt x="7020620" y="2116305"/>
                  </a:lnTo>
                  <a:lnTo>
                    <a:pt x="7097253" y="2101732"/>
                  </a:lnTo>
                  <a:lnTo>
                    <a:pt x="7173885" y="2087004"/>
                  </a:lnTo>
                  <a:lnTo>
                    <a:pt x="7250518" y="2072118"/>
                  </a:lnTo>
                  <a:lnTo>
                    <a:pt x="7327150" y="2057074"/>
                  </a:lnTo>
                  <a:lnTo>
                    <a:pt x="7403783" y="2041870"/>
                  </a:lnTo>
                  <a:lnTo>
                    <a:pt x="7403783" y="3467441"/>
                  </a:lnTo>
                  <a:lnTo>
                    <a:pt x="7327150" y="3466166"/>
                  </a:lnTo>
                  <a:lnTo>
                    <a:pt x="7250518" y="3464790"/>
                  </a:lnTo>
                  <a:lnTo>
                    <a:pt x="7173885" y="3463307"/>
                  </a:lnTo>
                  <a:lnTo>
                    <a:pt x="7097253" y="3461708"/>
                  </a:lnTo>
                  <a:lnTo>
                    <a:pt x="7020620" y="3459983"/>
                  </a:lnTo>
                  <a:lnTo>
                    <a:pt x="6943987" y="3458124"/>
                  </a:lnTo>
                  <a:lnTo>
                    <a:pt x="6867355" y="3456119"/>
                  </a:lnTo>
                  <a:lnTo>
                    <a:pt x="6790722" y="3453957"/>
                  </a:lnTo>
                  <a:lnTo>
                    <a:pt x="6714090" y="3451626"/>
                  </a:lnTo>
                  <a:lnTo>
                    <a:pt x="6637457" y="3449113"/>
                  </a:lnTo>
                  <a:lnTo>
                    <a:pt x="6560825" y="3446403"/>
                  </a:lnTo>
                  <a:lnTo>
                    <a:pt x="6484192" y="3443482"/>
                  </a:lnTo>
                  <a:lnTo>
                    <a:pt x="6407560" y="3440331"/>
                  </a:lnTo>
                  <a:lnTo>
                    <a:pt x="6330927" y="3436934"/>
                  </a:lnTo>
                  <a:lnTo>
                    <a:pt x="6254294" y="3433271"/>
                  </a:lnTo>
                  <a:lnTo>
                    <a:pt x="6177662" y="3429322"/>
                  </a:lnTo>
                  <a:lnTo>
                    <a:pt x="6101029" y="3425063"/>
                  </a:lnTo>
                  <a:lnTo>
                    <a:pt x="6024397" y="3420472"/>
                  </a:lnTo>
                  <a:lnTo>
                    <a:pt x="5947764" y="3415521"/>
                  </a:lnTo>
                  <a:lnTo>
                    <a:pt x="5871132" y="3410183"/>
                  </a:lnTo>
                  <a:lnTo>
                    <a:pt x="5794499" y="3404427"/>
                  </a:lnTo>
                  <a:lnTo>
                    <a:pt x="5717867" y="3398220"/>
                  </a:lnTo>
                  <a:lnTo>
                    <a:pt x="5641234" y="3391529"/>
                  </a:lnTo>
                  <a:lnTo>
                    <a:pt x="5564602" y="3384313"/>
                  </a:lnTo>
                  <a:lnTo>
                    <a:pt x="5487969" y="3376533"/>
                  </a:lnTo>
                  <a:lnTo>
                    <a:pt x="5411336" y="3368144"/>
                  </a:lnTo>
                  <a:lnTo>
                    <a:pt x="5334704" y="3359099"/>
                  </a:lnTo>
                  <a:lnTo>
                    <a:pt x="5258071" y="3349346"/>
                  </a:lnTo>
                  <a:lnTo>
                    <a:pt x="5181439" y="3338830"/>
                  </a:lnTo>
                  <a:lnTo>
                    <a:pt x="5104806" y="3327491"/>
                  </a:lnTo>
                  <a:lnTo>
                    <a:pt x="5028174" y="3315265"/>
                  </a:lnTo>
                  <a:lnTo>
                    <a:pt x="4951541" y="3302082"/>
                  </a:lnTo>
                  <a:lnTo>
                    <a:pt x="4874909" y="3287868"/>
                  </a:lnTo>
                  <a:lnTo>
                    <a:pt x="4798276" y="3272542"/>
                  </a:lnTo>
                  <a:lnTo>
                    <a:pt x="4721644" y="3256016"/>
                  </a:lnTo>
                  <a:lnTo>
                    <a:pt x="4645011" y="3238198"/>
                  </a:lnTo>
                  <a:lnTo>
                    <a:pt x="4568378" y="3218985"/>
                  </a:lnTo>
                  <a:lnTo>
                    <a:pt x="4491746" y="3198269"/>
                  </a:lnTo>
                  <a:lnTo>
                    <a:pt x="4415113" y="3175932"/>
                  </a:lnTo>
                  <a:lnTo>
                    <a:pt x="4338481" y="3151847"/>
                  </a:lnTo>
                  <a:lnTo>
                    <a:pt x="4261848" y="3125878"/>
                  </a:lnTo>
                  <a:lnTo>
                    <a:pt x="4185216" y="3097877"/>
                  </a:lnTo>
                  <a:lnTo>
                    <a:pt x="4108583" y="3067685"/>
                  </a:lnTo>
                  <a:lnTo>
                    <a:pt x="4031951" y="3035131"/>
                  </a:lnTo>
                  <a:lnTo>
                    <a:pt x="3955318" y="3000029"/>
                  </a:lnTo>
                  <a:lnTo>
                    <a:pt x="3878685" y="2962181"/>
                  </a:lnTo>
                  <a:lnTo>
                    <a:pt x="3802053" y="2921372"/>
                  </a:lnTo>
                  <a:lnTo>
                    <a:pt x="3725420" y="2877369"/>
                  </a:lnTo>
                  <a:lnTo>
                    <a:pt x="3648788" y="2829924"/>
                  </a:lnTo>
                  <a:lnTo>
                    <a:pt x="3572155" y="2778766"/>
                  </a:lnTo>
                  <a:lnTo>
                    <a:pt x="3495523" y="2723605"/>
                  </a:lnTo>
                  <a:lnTo>
                    <a:pt x="3418890" y="2664128"/>
                  </a:lnTo>
                  <a:lnTo>
                    <a:pt x="3342258" y="2661649"/>
                  </a:lnTo>
                  <a:lnTo>
                    <a:pt x="3265625" y="2670318"/>
                  </a:lnTo>
                  <a:lnTo>
                    <a:pt x="3188993" y="2678895"/>
                  </a:lnTo>
                  <a:lnTo>
                    <a:pt x="3112360" y="2687382"/>
                  </a:lnTo>
                  <a:lnTo>
                    <a:pt x="3035727" y="2695780"/>
                  </a:lnTo>
                  <a:lnTo>
                    <a:pt x="2959095" y="2704089"/>
                  </a:lnTo>
                  <a:lnTo>
                    <a:pt x="2882462" y="2712310"/>
                  </a:lnTo>
                  <a:lnTo>
                    <a:pt x="2805830" y="2720445"/>
                  </a:lnTo>
                  <a:lnTo>
                    <a:pt x="2729197" y="2728494"/>
                  </a:lnTo>
                  <a:lnTo>
                    <a:pt x="2652565" y="2736458"/>
                  </a:lnTo>
                  <a:lnTo>
                    <a:pt x="2575932" y="2744338"/>
                  </a:lnTo>
                  <a:lnTo>
                    <a:pt x="2499300" y="2752135"/>
                  </a:lnTo>
                  <a:lnTo>
                    <a:pt x="2422667" y="2759849"/>
                  </a:lnTo>
                  <a:lnTo>
                    <a:pt x="2346034" y="2767483"/>
                  </a:lnTo>
                  <a:lnTo>
                    <a:pt x="2269402" y="2775036"/>
                  </a:lnTo>
                  <a:lnTo>
                    <a:pt x="2192769" y="2782509"/>
                  </a:lnTo>
                  <a:lnTo>
                    <a:pt x="2116137" y="2789903"/>
                  </a:lnTo>
                  <a:lnTo>
                    <a:pt x="2039504" y="2797220"/>
                  </a:lnTo>
                  <a:lnTo>
                    <a:pt x="1962872" y="2804459"/>
                  </a:lnTo>
                  <a:lnTo>
                    <a:pt x="1886239" y="2811622"/>
                  </a:lnTo>
                  <a:lnTo>
                    <a:pt x="1809607" y="2818709"/>
                  </a:lnTo>
                  <a:lnTo>
                    <a:pt x="1732974" y="2825722"/>
                  </a:lnTo>
                  <a:lnTo>
                    <a:pt x="1656342" y="2832661"/>
                  </a:lnTo>
                  <a:lnTo>
                    <a:pt x="1579709" y="2839526"/>
                  </a:lnTo>
                  <a:lnTo>
                    <a:pt x="1503076" y="2846319"/>
                  </a:lnTo>
                  <a:lnTo>
                    <a:pt x="1426444" y="2853041"/>
                  </a:lnTo>
                  <a:lnTo>
                    <a:pt x="1349811" y="2859692"/>
                  </a:lnTo>
                  <a:lnTo>
                    <a:pt x="1273179" y="2866272"/>
                  </a:lnTo>
                  <a:lnTo>
                    <a:pt x="1196546" y="2872783"/>
                  </a:lnTo>
                  <a:lnTo>
                    <a:pt x="1119914" y="2879226"/>
                  </a:lnTo>
                  <a:lnTo>
                    <a:pt x="1043281" y="2885600"/>
                  </a:lnTo>
                  <a:lnTo>
                    <a:pt x="966649" y="2891908"/>
                  </a:lnTo>
                  <a:lnTo>
                    <a:pt x="890016" y="2898149"/>
                  </a:lnTo>
                  <a:lnTo>
                    <a:pt x="813384" y="2904324"/>
                  </a:lnTo>
                  <a:lnTo>
                    <a:pt x="736751" y="2910433"/>
                  </a:lnTo>
                  <a:lnTo>
                    <a:pt x="660118" y="2916479"/>
                  </a:lnTo>
                  <a:lnTo>
                    <a:pt x="583486" y="2922461"/>
                  </a:lnTo>
                  <a:lnTo>
                    <a:pt x="506853" y="2928379"/>
                  </a:lnTo>
                  <a:lnTo>
                    <a:pt x="430221" y="2934236"/>
                  </a:lnTo>
                  <a:lnTo>
                    <a:pt x="353588" y="2940030"/>
                  </a:lnTo>
                  <a:lnTo>
                    <a:pt x="276956" y="2945763"/>
                  </a:lnTo>
                  <a:lnTo>
                    <a:pt x="200323" y="2951436"/>
                  </a:lnTo>
                  <a:lnTo>
                    <a:pt x="123691" y="2957049"/>
                  </a:lnTo>
                  <a:lnTo>
                    <a:pt x="47058" y="2962603"/>
                  </a:lnTo>
                  <a:lnTo>
                    <a:pt x="0" y="29659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2073503"/>
              <a:ext cx="5456389" cy="2652888"/>
            </a:xfrm>
            <a:custGeom>
              <a:avLst/>
              <a:pathLst>
                <a:path w="5456389" h="2652888">
                  <a:moveTo>
                    <a:pt x="0" y="0"/>
                  </a:moveTo>
                  <a:lnTo>
                    <a:pt x="15478" y="54199"/>
                  </a:lnTo>
                  <a:lnTo>
                    <a:pt x="92110" y="303069"/>
                  </a:lnTo>
                  <a:lnTo>
                    <a:pt x="168743" y="533879"/>
                  </a:lnTo>
                  <a:lnTo>
                    <a:pt x="245375" y="747940"/>
                  </a:lnTo>
                  <a:lnTo>
                    <a:pt x="322008" y="946467"/>
                  </a:lnTo>
                  <a:lnTo>
                    <a:pt x="398641" y="1130588"/>
                  </a:lnTo>
                  <a:lnTo>
                    <a:pt x="475273" y="1301348"/>
                  </a:lnTo>
                  <a:lnTo>
                    <a:pt x="551906" y="1459717"/>
                  </a:lnTo>
                  <a:lnTo>
                    <a:pt x="628538" y="1606593"/>
                  </a:lnTo>
                  <a:lnTo>
                    <a:pt x="705171" y="1742811"/>
                  </a:lnTo>
                  <a:lnTo>
                    <a:pt x="781803" y="1869144"/>
                  </a:lnTo>
                  <a:lnTo>
                    <a:pt x="858436" y="1986310"/>
                  </a:lnTo>
                  <a:lnTo>
                    <a:pt x="935068" y="2094973"/>
                  </a:lnTo>
                  <a:lnTo>
                    <a:pt x="1011701" y="2195751"/>
                  </a:lnTo>
                  <a:lnTo>
                    <a:pt x="1088333" y="2289216"/>
                  </a:lnTo>
                  <a:lnTo>
                    <a:pt x="1164966" y="2375899"/>
                  </a:lnTo>
                  <a:lnTo>
                    <a:pt x="1241599" y="2456291"/>
                  </a:lnTo>
                  <a:lnTo>
                    <a:pt x="1318231" y="2530850"/>
                  </a:lnTo>
                  <a:lnTo>
                    <a:pt x="1394864" y="2599998"/>
                  </a:lnTo>
                  <a:lnTo>
                    <a:pt x="1471496" y="2652888"/>
                  </a:lnTo>
                  <a:lnTo>
                    <a:pt x="1548129" y="2644033"/>
                  </a:lnTo>
                  <a:lnTo>
                    <a:pt x="1624761" y="2635084"/>
                  </a:lnTo>
                  <a:lnTo>
                    <a:pt x="1701394" y="2626040"/>
                  </a:lnTo>
                  <a:lnTo>
                    <a:pt x="1778026" y="2616899"/>
                  </a:lnTo>
                  <a:lnTo>
                    <a:pt x="1854659" y="2607661"/>
                  </a:lnTo>
                  <a:lnTo>
                    <a:pt x="1931291" y="2598325"/>
                  </a:lnTo>
                  <a:lnTo>
                    <a:pt x="2007924" y="2588888"/>
                  </a:lnTo>
                  <a:lnTo>
                    <a:pt x="2084557" y="2579352"/>
                  </a:lnTo>
                  <a:lnTo>
                    <a:pt x="2161189" y="2569713"/>
                  </a:lnTo>
                  <a:lnTo>
                    <a:pt x="2237822" y="2559972"/>
                  </a:lnTo>
                  <a:lnTo>
                    <a:pt x="2314454" y="2550128"/>
                  </a:lnTo>
                  <a:lnTo>
                    <a:pt x="2391087" y="2540178"/>
                  </a:lnTo>
                  <a:lnTo>
                    <a:pt x="2467719" y="2530122"/>
                  </a:lnTo>
                  <a:lnTo>
                    <a:pt x="2544352" y="2519959"/>
                  </a:lnTo>
                  <a:lnTo>
                    <a:pt x="2620984" y="2509688"/>
                  </a:lnTo>
                  <a:lnTo>
                    <a:pt x="2697617" y="2499307"/>
                  </a:lnTo>
                  <a:lnTo>
                    <a:pt x="2774250" y="2488816"/>
                  </a:lnTo>
                  <a:lnTo>
                    <a:pt x="2850882" y="2478213"/>
                  </a:lnTo>
                  <a:lnTo>
                    <a:pt x="2927515" y="2467497"/>
                  </a:lnTo>
                  <a:lnTo>
                    <a:pt x="3004147" y="2456666"/>
                  </a:lnTo>
                  <a:lnTo>
                    <a:pt x="3080780" y="2445720"/>
                  </a:lnTo>
                  <a:lnTo>
                    <a:pt x="3157412" y="2434658"/>
                  </a:lnTo>
                  <a:lnTo>
                    <a:pt x="3234045" y="2423478"/>
                  </a:lnTo>
                  <a:lnTo>
                    <a:pt x="3310677" y="2412178"/>
                  </a:lnTo>
                  <a:lnTo>
                    <a:pt x="3387310" y="2400758"/>
                  </a:lnTo>
                  <a:lnTo>
                    <a:pt x="3463942" y="2389217"/>
                  </a:lnTo>
                  <a:lnTo>
                    <a:pt x="3540575" y="2377552"/>
                  </a:lnTo>
                  <a:lnTo>
                    <a:pt x="3617208" y="2365763"/>
                  </a:lnTo>
                  <a:lnTo>
                    <a:pt x="3693840" y="2353849"/>
                  </a:lnTo>
                  <a:lnTo>
                    <a:pt x="3770473" y="2341807"/>
                  </a:lnTo>
                  <a:lnTo>
                    <a:pt x="3847105" y="2329637"/>
                  </a:lnTo>
                  <a:lnTo>
                    <a:pt x="3923738" y="2317338"/>
                  </a:lnTo>
                  <a:lnTo>
                    <a:pt x="4000370" y="2304907"/>
                  </a:lnTo>
                  <a:lnTo>
                    <a:pt x="4077003" y="2292344"/>
                  </a:lnTo>
                  <a:lnTo>
                    <a:pt x="4153635" y="2279647"/>
                  </a:lnTo>
                  <a:lnTo>
                    <a:pt x="4230268" y="2266815"/>
                  </a:lnTo>
                  <a:lnTo>
                    <a:pt x="4306901" y="2253846"/>
                  </a:lnTo>
                  <a:lnTo>
                    <a:pt x="4383533" y="2240738"/>
                  </a:lnTo>
                  <a:lnTo>
                    <a:pt x="4460166" y="2227491"/>
                  </a:lnTo>
                  <a:lnTo>
                    <a:pt x="4536798" y="2214103"/>
                  </a:lnTo>
                  <a:lnTo>
                    <a:pt x="4613431" y="2200572"/>
                  </a:lnTo>
                  <a:lnTo>
                    <a:pt x="4690063" y="2186897"/>
                  </a:lnTo>
                  <a:lnTo>
                    <a:pt x="4766696" y="2173077"/>
                  </a:lnTo>
                  <a:lnTo>
                    <a:pt x="4843328" y="2159109"/>
                  </a:lnTo>
                  <a:lnTo>
                    <a:pt x="4919961" y="2144992"/>
                  </a:lnTo>
                  <a:lnTo>
                    <a:pt x="4996593" y="2130724"/>
                  </a:lnTo>
                  <a:lnTo>
                    <a:pt x="5073226" y="2116305"/>
                  </a:lnTo>
                  <a:lnTo>
                    <a:pt x="5149859" y="2101732"/>
                  </a:lnTo>
                  <a:lnTo>
                    <a:pt x="5226491" y="2087004"/>
                  </a:lnTo>
                  <a:lnTo>
                    <a:pt x="5303124" y="2072118"/>
                  </a:lnTo>
                  <a:lnTo>
                    <a:pt x="5379756" y="2057074"/>
                  </a:lnTo>
                  <a:lnTo>
                    <a:pt x="5456389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152"/>
              <a:ext cx="7403783" cy="805792"/>
            </a:xfrm>
            <a:custGeom>
              <a:avLst/>
              <a:pathLst>
                <a:path w="7403783" h="805792">
                  <a:moveTo>
                    <a:pt x="7403783" y="805792"/>
                  </a:moveTo>
                  <a:lnTo>
                    <a:pt x="7327150" y="804516"/>
                  </a:lnTo>
                  <a:lnTo>
                    <a:pt x="7250518" y="803140"/>
                  </a:lnTo>
                  <a:lnTo>
                    <a:pt x="7173885" y="801657"/>
                  </a:lnTo>
                  <a:lnTo>
                    <a:pt x="7097253" y="800058"/>
                  </a:lnTo>
                  <a:lnTo>
                    <a:pt x="7020620" y="798333"/>
                  </a:lnTo>
                  <a:lnTo>
                    <a:pt x="6943987" y="796474"/>
                  </a:lnTo>
                  <a:lnTo>
                    <a:pt x="6867355" y="794469"/>
                  </a:lnTo>
                  <a:lnTo>
                    <a:pt x="6790722" y="792308"/>
                  </a:lnTo>
                  <a:lnTo>
                    <a:pt x="6714090" y="789977"/>
                  </a:lnTo>
                  <a:lnTo>
                    <a:pt x="6637457" y="787464"/>
                  </a:lnTo>
                  <a:lnTo>
                    <a:pt x="6560825" y="784754"/>
                  </a:lnTo>
                  <a:lnTo>
                    <a:pt x="6484192" y="781832"/>
                  </a:lnTo>
                  <a:lnTo>
                    <a:pt x="6407560" y="778681"/>
                  </a:lnTo>
                  <a:lnTo>
                    <a:pt x="6330927" y="775284"/>
                  </a:lnTo>
                  <a:lnTo>
                    <a:pt x="6254294" y="771622"/>
                  </a:lnTo>
                  <a:lnTo>
                    <a:pt x="6177662" y="767672"/>
                  </a:lnTo>
                  <a:lnTo>
                    <a:pt x="6101029" y="763414"/>
                  </a:lnTo>
                  <a:lnTo>
                    <a:pt x="6024397" y="758822"/>
                  </a:lnTo>
                  <a:lnTo>
                    <a:pt x="5947764" y="753871"/>
                  </a:lnTo>
                  <a:lnTo>
                    <a:pt x="5871132" y="748533"/>
                  </a:lnTo>
                  <a:lnTo>
                    <a:pt x="5794499" y="742777"/>
                  </a:lnTo>
                  <a:lnTo>
                    <a:pt x="5717867" y="736571"/>
                  </a:lnTo>
                  <a:lnTo>
                    <a:pt x="5641234" y="729879"/>
                  </a:lnTo>
                  <a:lnTo>
                    <a:pt x="5564602" y="722663"/>
                  </a:lnTo>
                  <a:lnTo>
                    <a:pt x="5487969" y="714883"/>
                  </a:lnTo>
                  <a:lnTo>
                    <a:pt x="5411336" y="706494"/>
                  </a:lnTo>
                  <a:lnTo>
                    <a:pt x="5334704" y="697449"/>
                  </a:lnTo>
                  <a:lnTo>
                    <a:pt x="5258071" y="687696"/>
                  </a:lnTo>
                  <a:lnTo>
                    <a:pt x="5181439" y="677180"/>
                  </a:lnTo>
                  <a:lnTo>
                    <a:pt x="5104806" y="665841"/>
                  </a:lnTo>
                  <a:lnTo>
                    <a:pt x="5028174" y="653615"/>
                  </a:lnTo>
                  <a:lnTo>
                    <a:pt x="4951541" y="640433"/>
                  </a:lnTo>
                  <a:lnTo>
                    <a:pt x="4874909" y="626219"/>
                  </a:lnTo>
                  <a:lnTo>
                    <a:pt x="4798276" y="610892"/>
                  </a:lnTo>
                  <a:lnTo>
                    <a:pt x="4721644" y="594367"/>
                  </a:lnTo>
                  <a:lnTo>
                    <a:pt x="4645011" y="576548"/>
                  </a:lnTo>
                  <a:lnTo>
                    <a:pt x="4568378" y="557335"/>
                  </a:lnTo>
                  <a:lnTo>
                    <a:pt x="4491746" y="536619"/>
                  </a:lnTo>
                  <a:lnTo>
                    <a:pt x="4415113" y="514282"/>
                  </a:lnTo>
                  <a:lnTo>
                    <a:pt x="4338481" y="490198"/>
                  </a:lnTo>
                  <a:lnTo>
                    <a:pt x="4261848" y="464229"/>
                  </a:lnTo>
                  <a:lnTo>
                    <a:pt x="4185216" y="436227"/>
                  </a:lnTo>
                  <a:lnTo>
                    <a:pt x="4108583" y="406035"/>
                  </a:lnTo>
                  <a:lnTo>
                    <a:pt x="4031951" y="373481"/>
                  </a:lnTo>
                  <a:lnTo>
                    <a:pt x="3955318" y="338379"/>
                  </a:lnTo>
                  <a:lnTo>
                    <a:pt x="3878685" y="300531"/>
                  </a:lnTo>
                  <a:lnTo>
                    <a:pt x="3802053" y="259722"/>
                  </a:lnTo>
                  <a:lnTo>
                    <a:pt x="3725420" y="215719"/>
                  </a:lnTo>
                  <a:lnTo>
                    <a:pt x="3648788" y="168274"/>
                  </a:lnTo>
                  <a:lnTo>
                    <a:pt x="3572155" y="117116"/>
                  </a:lnTo>
                  <a:lnTo>
                    <a:pt x="3495523" y="61955"/>
                  </a:lnTo>
                  <a:lnTo>
                    <a:pt x="3418890" y="2479"/>
                  </a:lnTo>
                  <a:lnTo>
                    <a:pt x="3342258" y="0"/>
                  </a:lnTo>
                  <a:lnTo>
                    <a:pt x="3265625" y="8668"/>
                  </a:lnTo>
                  <a:lnTo>
                    <a:pt x="3188993" y="17246"/>
                  </a:lnTo>
                  <a:lnTo>
                    <a:pt x="3112360" y="25733"/>
                  </a:lnTo>
                  <a:lnTo>
                    <a:pt x="3035727" y="34130"/>
                  </a:lnTo>
                  <a:lnTo>
                    <a:pt x="2959095" y="42439"/>
                  </a:lnTo>
                  <a:lnTo>
                    <a:pt x="2882462" y="50661"/>
                  </a:lnTo>
                  <a:lnTo>
                    <a:pt x="2805830" y="58795"/>
                  </a:lnTo>
                  <a:lnTo>
                    <a:pt x="2729197" y="66844"/>
                  </a:lnTo>
                  <a:lnTo>
                    <a:pt x="2652565" y="74808"/>
                  </a:lnTo>
                  <a:lnTo>
                    <a:pt x="2575932" y="82688"/>
                  </a:lnTo>
                  <a:lnTo>
                    <a:pt x="2499300" y="90485"/>
                  </a:lnTo>
                  <a:lnTo>
                    <a:pt x="2422667" y="98200"/>
                  </a:lnTo>
                  <a:lnTo>
                    <a:pt x="2346034" y="105833"/>
                  </a:lnTo>
                  <a:lnTo>
                    <a:pt x="2269402" y="113386"/>
                  </a:lnTo>
                  <a:lnTo>
                    <a:pt x="2192769" y="120859"/>
                  </a:lnTo>
                  <a:lnTo>
                    <a:pt x="2116137" y="128254"/>
                  </a:lnTo>
                  <a:lnTo>
                    <a:pt x="2039504" y="135570"/>
                  </a:lnTo>
                  <a:lnTo>
                    <a:pt x="1962872" y="142809"/>
                  </a:lnTo>
                  <a:lnTo>
                    <a:pt x="1886239" y="149972"/>
                  </a:lnTo>
                  <a:lnTo>
                    <a:pt x="1809607" y="157060"/>
                  </a:lnTo>
                  <a:lnTo>
                    <a:pt x="1732974" y="164072"/>
                  </a:lnTo>
                  <a:lnTo>
                    <a:pt x="1656342" y="171011"/>
                  </a:lnTo>
                  <a:lnTo>
                    <a:pt x="1579709" y="177877"/>
                  </a:lnTo>
                  <a:lnTo>
                    <a:pt x="1503076" y="184670"/>
                  </a:lnTo>
                  <a:lnTo>
                    <a:pt x="1426444" y="191391"/>
                  </a:lnTo>
                  <a:lnTo>
                    <a:pt x="1349811" y="198042"/>
                  </a:lnTo>
                  <a:lnTo>
                    <a:pt x="1273179" y="204623"/>
                  </a:lnTo>
                  <a:lnTo>
                    <a:pt x="1196546" y="211134"/>
                  </a:lnTo>
                  <a:lnTo>
                    <a:pt x="1119914" y="217576"/>
                  </a:lnTo>
                  <a:lnTo>
                    <a:pt x="1043281" y="223951"/>
                  </a:lnTo>
                  <a:lnTo>
                    <a:pt x="966649" y="230258"/>
                  </a:lnTo>
                  <a:lnTo>
                    <a:pt x="890016" y="236499"/>
                  </a:lnTo>
                  <a:lnTo>
                    <a:pt x="813384" y="242674"/>
                  </a:lnTo>
                  <a:lnTo>
                    <a:pt x="736751" y="248784"/>
                  </a:lnTo>
                  <a:lnTo>
                    <a:pt x="660118" y="254829"/>
                  </a:lnTo>
                  <a:lnTo>
                    <a:pt x="583486" y="260811"/>
                  </a:lnTo>
                  <a:lnTo>
                    <a:pt x="506853" y="266730"/>
                  </a:lnTo>
                  <a:lnTo>
                    <a:pt x="430221" y="272586"/>
                  </a:lnTo>
                  <a:lnTo>
                    <a:pt x="353588" y="278380"/>
                  </a:lnTo>
                  <a:lnTo>
                    <a:pt x="276956" y="284114"/>
                  </a:lnTo>
                  <a:lnTo>
                    <a:pt x="200323" y="289787"/>
                  </a:lnTo>
                  <a:lnTo>
                    <a:pt x="123691" y="295400"/>
                  </a:lnTo>
                  <a:lnTo>
                    <a:pt x="47058" y="300954"/>
                  </a:lnTo>
                  <a:lnTo>
                    <a:pt x="0" y="30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2073503"/>
              <a:ext cx="7394498" cy="3330417"/>
            </a:xfrm>
            <a:custGeom>
              <a:avLst/>
              <a:pathLst>
                <a:path w="7394498" h="3330417">
                  <a:moveTo>
                    <a:pt x="0" y="0"/>
                  </a:moveTo>
                  <a:lnTo>
                    <a:pt x="37773" y="55588"/>
                  </a:lnTo>
                  <a:lnTo>
                    <a:pt x="114406" y="164769"/>
                  </a:lnTo>
                  <a:lnTo>
                    <a:pt x="191039" y="270473"/>
                  </a:lnTo>
                  <a:lnTo>
                    <a:pt x="267671" y="372811"/>
                  </a:lnTo>
                  <a:lnTo>
                    <a:pt x="344304" y="471889"/>
                  </a:lnTo>
                  <a:lnTo>
                    <a:pt x="420936" y="567812"/>
                  </a:lnTo>
                  <a:lnTo>
                    <a:pt x="497569" y="660680"/>
                  </a:lnTo>
                  <a:lnTo>
                    <a:pt x="574201" y="750590"/>
                  </a:lnTo>
                  <a:lnTo>
                    <a:pt x="650834" y="837637"/>
                  </a:lnTo>
                  <a:lnTo>
                    <a:pt x="727466" y="921911"/>
                  </a:lnTo>
                  <a:lnTo>
                    <a:pt x="804099" y="1003501"/>
                  </a:lnTo>
                  <a:lnTo>
                    <a:pt x="880732" y="1082493"/>
                  </a:lnTo>
                  <a:lnTo>
                    <a:pt x="957364" y="1158969"/>
                  </a:lnTo>
                  <a:lnTo>
                    <a:pt x="1033997" y="1233010"/>
                  </a:lnTo>
                  <a:lnTo>
                    <a:pt x="1110629" y="1304692"/>
                  </a:lnTo>
                  <a:lnTo>
                    <a:pt x="1187262" y="1374091"/>
                  </a:lnTo>
                  <a:lnTo>
                    <a:pt x="1263894" y="1441280"/>
                  </a:lnTo>
                  <a:lnTo>
                    <a:pt x="1340527" y="1506330"/>
                  </a:lnTo>
                  <a:lnTo>
                    <a:pt x="1417159" y="1569307"/>
                  </a:lnTo>
                  <a:lnTo>
                    <a:pt x="1493792" y="1630279"/>
                  </a:lnTo>
                  <a:lnTo>
                    <a:pt x="1570424" y="1689309"/>
                  </a:lnTo>
                  <a:lnTo>
                    <a:pt x="1647057" y="1746459"/>
                  </a:lnTo>
                  <a:lnTo>
                    <a:pt x="1723690" y="1801789"/>
                  </a:lnTo>
                  <a:lnTo>
                    <a:pt x="1800322" y="1855356"/>
                  </a:lnTo>
                  <a:lnTo>
                    <a:pt x="1876955" y="1907218"/>
                  </a:lnTo>
                  <a:lnTo>
                    <a:pt x="1953587" y="1957428"/>
                  </a:lnTo>
                  <a:lnTo>
                    <a:pt x="2030220" y="2006039"/>
                  </a:lnTo>
                  <a:lnTo>
                    <a:pt x="2106852" y="2053101"/>
                  </a:lnTo>
                  <a:lnTo>
                    <a:pt x="2183485" y="2098665"/>
                  </a:lnTo>
                  <a:lnTo>
                    <a:pt x="2260117" y="2142778"/>
                  </a:lnTo>
                  <a:lnTo>
                    <a:pt x="2336750" y="2185485"/>
                  </a:lnTo>
                  <a:lnTo>
                    <a:pt x="2413382" y="2226833"/>
                  </a:lnTo>
                  <a:lnTo>
                    <a:pt x="2490015" y="2266864"/>
                  </a:lnTo>
                  <a:lnTo>
                    <a:pt x="2566648" y="2305619"/>
                  </a:lnTo>
                  <a:lnTo>
                    <a:pt x="2643280" y="2343141"/>
                  </a:lnTo>
                  <a:lnTo>
                    <a:pt x="2719913" y="2379467"/>
                  </a:lnTo>
                  <a:lnTo>
                    <a:pt x="2796545" y="2414637"/>
                  </a:lnTo>
                  <a:lnTo>
                    <a:pt x="2873178" y="2448686"/>
                  </a:lnTo>
                  <a:lnTo>
                    <a:pt x="2949810" y="2481651"/>
                  </a:lnTo>
                  <a:lnTo>
                    <a:pt x="3026443" y="2513566"/>
                  </a:lnTo>
                  <a:lnTo>
                    <a:pt x="3103075" y="2544465"/>
                  </a:lnTo>
                  <a:lnTo>
                    <a:pt x="3179708" y="2574380"/>
                  </a:lnTo>
                  <a:lnTo>
                    <a:pt x="3256341" y="2603341"/>
                  </a:lnTo>
                  <a:lnTo>
                    <a:pt x="3332973" y="2631381"/>
                  </a:lnTo>
                  <a:lnTo>
                    <a:pt x="3409606" y="2658527"/>
                  </a:lnTo>
                  <a:lnTo>
                    <a:pt x="3486238" y="2684809"/>
                  </a:lnTo>
                  <a:lnTo>
                    <a:pt x="3562871" y="2710254"/>
                  </a:lnTo>
                  <a:lnTo>
                    <a:pt x="3639503" y="2734889"/>
                  </a:lnTo>
                  <a:lnTo>
                    <a:pt x="3716136" y="2758739"/>
                  </a:lnTo>
                  <a:lnTo>
                    <a:pt x="3792768" y="2781829"/>
                  </a:lnTo>
                  <a:lnTo>
                    <a:pt x="3869401" y="2804184"/>
                  </a:lnTo>
                  <a:lnTo>
                    <a:pt x="3946033" y="2825827"/>
                  </a:lnTo>
                  <a:lnTo>
                    <a:pt x="4022666" y="2846780"/>
                  </a:lnTo>
                  <a:lnTo>
                    <a:pt x="4099299" y="2867067"/>
                  </a:lnTo>
                  <a:lnTo>
                    <a:pt x="4175931" y="2886707"/>
                  </a:lnTo>
                  <a:lnTo>
                    <a:pt x="4252564" y="2905722"/>
                  </a:lnTo>
                  <a:lnTo>
                    <a:pt x="4329196" y="2924131"/>
                  </a:lnTo>
                  <a:lnTo>
                    <a:pt x="4405829" y="2941954"/>
                  </a:lnTo>
                  <a:lnTo>
                    <a:pt x="4482461" y="2959209"/>
                  </a:lnTo>
                  <a:lnTo>
                    <a:pt x="4559094" y="2975915"/>
                  </a:lnTo>
                  <a:lnTo>
                    <a:pt x="4635726" y="2992088"/>
                  </a:lnTo>
                  <a:lnTo>
                    <a:pt x="4712359" y="3007747"/>
                  </a:lnTo>
                  <a:lnTo>
                    <a:pt x="4788991" y="3022907"/>
                  </a:lnTo>
                  <a:lnTo>
                    <a:pt x="4865624" y="3037584"/>
                  </a:lnTo>
                  <a:lnTo>
                    <a:pt x="4942257" y="3051793"/>
                  </a:lnTo>
                  <a:lnTo>
                    <a:pt x="5018889" y="3065550"/>
                  </a:lnTo>
                  <a:lnTo>
                    <a:pt x="5095522" y="3078869"/>
                  </a:lnTo>
                  <a:lnTo>
                    <a:pt x="5172154" y="3091764"/>
                  </a:lnTo>
                  <a:lnTo>
                    <a:pt x="5248787" y="3104248"/>
                  </a:lnTo>
                  <a:lnTo>
                    <a:pt x="5325419" y="3116334"/>
                  </a:lnTo>
                  <a:lnTo>
                    <a:pt x="5402052" y="3128036"/>
                  </a:lnTo>
                  <a:lnTo>
                    <a:pt x="5478684" y="3139365"/>
                  </a:lnTo>
                  <a:lnTo>
                    <a:pt x="5555317" y="3150333"/>
                  </a:lnTo>
                  <a:lnTo>
                    <a:pt x="5631950" y="3160951"/>
                  </a:lnTo>
                  <a:lnTo>
                    <a:pt x="5708582" y="3171232"/>
                  </a:lnTo>
                  <a:lnTo>
                    <a:pt x="5785215" y="3181185"/>
                  </a:lnTo>
                  <a:lnTo>
                    <a:pt x="5861847" y="3190821"/>
                  </a:lnTo>
                  <a:lnTo>
                    <a:pt x="5938480" y="3200150"/>
                  </a:lnTo>
                  <a:lnTo>
                    <a:pt x="6015112" y="3209182"/>
                  </a:lnTo>
                  <a:lnTo>
                    <a:pt x="6091745" y="3217927"/>
                  </a:lnTo>
                  <a:lnTo>
                    <a:pt x="6168377" y="3226393"/>
                  </a:lnTo>
                  <a:lnTo>
                    <a:pt x="6245010" y="3234589"/>
                  </a:lnTo>
                  <a:lnTo>
                    <a:pt x="6321642" y="3242524"/>
                  </a:lnTo>
                  <a:lnTo>
                    <a:pt x="6398275" y="3250207"/>
                  </a:lnTo>
                  <a:lnTo>
                    <a:pt x="6474908" y="3257645"/>
                  </a:lnTo>
                  <a:lnTo>
                    <a:pt x="6551540" y="3264846"/>
                  </a:lnTo>
                  <a:lnTo>
                    <a:pt x="6628173" y="3271817"/>
                  </a:lnTo>
                  <a:lnTo>
                    <a:pt x="6704805" y="3278567"/>
                  </a:lnTo>
                  <a:lnTo>
                    <a:pt x="6781438" y="3285101"/>
                  </a:lnTo>
                  <a:lnTo>
                    <a:pt x="6858070" y="3291428"/>
                  </a:lnTo>
                  <a:lnTo>
                    <a:pt x="6934703" y="3297553"/>
                  </a:lnTo>
                  <a:lnTo>
                    <a:pt x="7011335" y="3303483"/>
                  </a:lnTo>
                  <a:lnTo>
                    <a:pt x="7087968" y="3309224"/>
                  </a:lnTo>
                  <a:lnTo>
                    <a:pt x="7164601" y="3314782"/>
                  </a:lnTo>
                  <a:lnTo>
                    <a:pt x="7241233" y="3320164"/>
                  </a:lnTo>
                  <a:lnTo>
                    <a:pt x="7317866" y="3325373"/>
                  </a:lnTo>
                  <a:lnTo>
                    <a:pt x="7394498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(0.88-2.39), p = 0.140  |  per IQR decline (Δ = 0.30): 3.06 (0.69-13.55)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2026-07-04T10:33:49Z</dcterms:modified>
  <cp:category/>
</cp:coreProperties>
</file>