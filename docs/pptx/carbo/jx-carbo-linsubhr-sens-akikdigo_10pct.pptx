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926832"/>
              <a:ext cx="7090630" cy="2440635"/>
            </a:xfrm>
            <a:custGeom>
              <a:avLst/>
              <a:pathLst>
                <a:path w="7090630" h="2440635">
                  <a:moveTo>
                    <a:pt x="0" y="0"/>
                  </a:moveTo>
                  <a:lnTo>
                    <a:pt x="71622" y="68933"/>
                  </a:lnTo>
                  <a:lnTo>
                    <a:pt x="143245" y="136060"/>
                  </a:lnTo>
                  <a:lnTo>
                    <a:pt x="214867" y="201427"/>
                  </a:lnTo>
                  <a:lnTo>
                    <a:pt x="286490" y="265082"/>
                  </a:lnTo>
                  <a:lnTo>
                    <a:pt x="358112" y="327069"/>
                  </a:lnTo>
                  <a:lnTo>
                    <a:pt x="429735" y="387431"/>
                  </a:lnTo>
                  <a:lnTo>
                    <a:pt x="501357" y="446211"/>
                  </a:lnTo>
                  <a:lnTo>
                    <a:pt x="572980" y="503451"/>
                  </a:lnTo>
                  <a:lnTo>
                    <a:pt x="644602" y="559191"/>
                  </a:lnTo>
                  <a:lnTo>
                    <a:pt x="716225" y="613470"/>
                  </a:lnTo>
                  <a:lnTo>
                    <a:pt x="787847" y="666326"/>
                  </a:lnTo>
                  <a:lnTo>
                    <a:pt x="859470" y="717798"/>
                  </a:lnTo>
                  <a:lnTo>
                    <a:pt x="931092" y="767920"/>
                  </a:lnTo>
                  <a:lnTo>
                    <a:pt x="1002715" y="816729"/>
                  </a:lnTo>
                  <a:lnTo>
                    <a:pt x="1074337" y="864259"/>
                  </a:lnTo>
                  <a:lnTo>
                    <a:pt x="1145960" y="910544"/>
                  </a:lnTo>
                  <a:lnTo>
                    <a:pt x="1217582" y="955615"/>
                  </a:lnTo>
                  <a:lnTo>
                    <a:pt x="1289205" y="999505"/>
                  </a:lnTo>
                  <a:lnTo>
                    <a:pt x="1360827" y="1042245"/>
                  </a:lnTo>
                  <a:lnTo>
                    <a:pt x="1432450" y="1083865"/>
                  </a:lnTo>
                  <a:lnTo>
                    <a:pt x="1504073" y="1124395"/>
                  </a:lnTo>
                  <a:lnTo>
                    <a:pt x="1575695" y="1163862"/>
                  </a:lnTo>
                  <a:lnTo>
                    <a:pt x="1647318" y="1202295"/>
                  </a:lnTo>
                  <a:lnTo>
                    <a:pt x="1718940" y="1239720"/>
                  </a:lnTo>
                  <a:lnTo>
                    <a:pt x="1790563" y="1276165"/>
                  </a:lnTo>
                  <a:lnTo>
                    <a:pt x="1862185" y="1311655"/>
                  </a:lnTo>
                  <a:lnTo>
                    <a:pt x="1933808" y="1346215"/>
                  </a:lnTo>
                  <a:lnTo>
                    <a:pt x="2005430" y="1379869"/>
                  </a:lnTo>
                  <a:lnTo>
                    <a:pt x="2077053" y="1412641"/>
                  </a:lnTo>
                  <a:lnTo>
                    <a:pt x="2148675" y="1444555"/>
                  </a:lnTo>
                  <a:lnTo>
                    <a:pt x="2220298" y="1475632"/>
                  </a:lnTo>
                  <a:lnTo>
                    <a:pt x="2291920" y="1505894"/>
                  </a:lnTo>
                  <a:lnTo>
                    <a:pt x="2363543" y="1535364"/>
                  </a:lnTo>
                  <a:lnTo>
                    <a:pt x="2435165" y="1564061"/>
                  </a:lnTo>
                  <a:lnTo>
                    <a:pt x="2506788" y="1592006"/>
                  </a:lnTo>
                  <a:lnTo>
                    <a:pt x="2578410" y="1619219"/>
                  </a:lnTo>
                  <a:lnTo>
                    <a:pt x="2650033" y="1645719"/>
                  </a:lnTo>
                  <a:lnTo>
                    <a:pt x="2721655" y="1671524"/>
                  </a:lnTo>
                  <a:lnTo>
                    <a:pt x="2793278" y="1696653"/>
                  </a:lnTo>
                  <a:lnTo>
                    <a:pt x="2864901" y="1721123"/>
                  </a:lnTo>
                  <a:lnTo>
                    <a:pt x="2936523" y="1744953"/>
                  </a:lnTo>
                  <a:lnTo>
                    <a:pt x="3008146" y="1768157"/>
                  </a:lnTo>
                  <a:lnTo>
                    <a:pt x="3079768" y="1790754"/>
                  </a:lnTo>
                  <a:lnTo>
                    <a:pt x="3151391" y="1799491"/>
                  </a:lnTo>
                  <a:lnTo>
                    <a:pt x="3223013" y="1796774"/>
                  </a:lnTo>
                  <a:lnTo>
                    <a:pt x="3294636" y="1794049"/>
                  </a:lnTo>
                  <a:lnTo>
                    <a:pt x="3366258" y="1791314"/>
                  </a:lnTo>
                  <a:lnTo>
                    <a:pt x="3437881" y="1788571"/>
                  </a:lnTo>
                  <a:lnTo>
                    <a:pt x="3509503" y="1785819"/>
                  </a:lnTo>
                  <a:lnTo>
                    <a:pt x="3581126" y="1783057"/>
                  </a:lnTo>
                  <a:lnTo>
                    <a:pt x="3652748" y="1780287"/>
                  </a:lnTo>
                  <a:lnTo>
                    <a:pt x="3724371" y="1777507"/>
                  </a:lnTo>
                  <a:lnTo>
                    <a:pt x="3795993" y="1774719"/>
                  </a:lnTo>
                  <a:lnTo>
                    <a:pt x="3867616" y="1771921"/>
                  </a:lnTo>
                  <a:lnTo>
                    <a:pt x="3939238" y="1769114"/>
                  </a:lnTo>
                  <a:lnTo>
                    <a:pt x="4010861" y="1766298"/>
                  </a:lnTo>
                  <a:lnTo>
                    <a:pt x="4082483" y="1763473"/>
                  </a:lnTo>
                  <a:lnTo>
                    <a:pt x="4154106" y="1760638"/>
                  </a:lnTo>
                  <a:lnTo>
                    <a:pt x="4225729" y="1757795"/>
                  </a:lnTo>
                  <a:lnTo>
                    <a:pt x="4297351" y="1754942"/>
                  </a:lnTo>
                  <a:lnTo>
                    <a:pt x="4368974" y="1752079"/>
                  </a:lnTo>
                  <a:lnTo>
                    <a:pt x="4440596" y="1749208"/>
                  </a:lnTo>
                  <a:lnTo>
                    <a:pt x="4512219" y="1746327"/>
                  </a:lnTo>
                  <a:lnTo>
                    <a:pt x="4583841" y="1743436"/>
                  </a:lnTo>
                  <a:lnTo>
                    <a:pt x="4655464" y="1740536"/>
                  </a:lnTo>
                  <a:lnTo>
                    <a:pt x="4727086" y="1737627"/>
                  </a:lnTo>
                  <a:lnTo>
                    <a:pt x="4798709" y="1734708"/>
                  </a:lnTo>
                  <a:lnTo>
                    <a:pt x="4870331" y="1731779"/>
                  </a:lnTo>
                  <a:lnTo>
                    <a:pt x="4941954" y="1728841"/>
                  </a:lnTo>
                  <a:lnTo>
                    <a:pt x="5013576" y="1725893"/>
                  </a:lnTo>
                  <a:lnTo>
                    <a:pt x="5085199" y="1722936"/>
                  </a:lnTo>
                  <a:lnTo>
                    <a:pt x="5156821" y="1719969"/>
                  </a:lnTo>
                  <a:lnTo>
                    <a:pt x="5228444" y="1716992"/>
                  </a:lnTo>
                  <a:lnTo>
                    <a:pt x="5300066" y="1714006"/>
                  </a:lnTo>
                  <a:lnTo>
                    <a:pt x="5371689" y="1711010"/>
                  </a:lnTo>
                  <a:lnTo>
                    <a:pt x="5443311" y="1708004"/>
                  </a:lnTo>
                  <a:lnTo>
                    <a:pt x="5514934" y="1704988"/>
                  </a:lnTo>
                  <a:lnTo>
                    <a:pt x="5586557" y="1701962"/>
                  </a:lnTo>
                  <a:lnTo>
                    <a:pt x="5658179" y="1698927"/>
                  </a:lnTo>
                  <a:lnTo>
                    <a:pt x="5729802" y="1695881"/>
                  </a:lnTo>
                  <a:lnTo>
                    <a:pt x="5801424" y="1692826"/>
                  </a:lnTo>
                  <a:lnTo>
                    <a:pt x="5873047" y="1689760"/>
                  </a:lnTo>
                  <a:lnTo>
                    <a:pt x="5944669" y="1686685"/>
                  </a:lnTo>
                  <a:lnTo>
                    <a:pt x="6016292" y="1683599"/>
                  </a:lnTo>
                  <a:lnTo>
                    <a:pt x="6087914" y="1680504"/>
                  </a:lnTo>
                  <a:lnTo>
                    <a:pt x="6159537" y="1677398"/>
                  </a:lnTo>
                  <a:lnTo>
                    <a:pt x="6231159" y="1674282"/>
                  </a:lnTo>
                  <a:lnTo>
                    <a:pt x="6302782" y="1671156"/>
                  </a:lnTo>
                  <a:lnTo>
                    <a:pt x="6374404" y="1668020"/>
                  </a:lnTo>
                  <a:lnTo>
                    <a:pt x="6446027" y="1664873"/>
                  </a:lnTo>
                  <a:lnTo>
                    <a:pt x="6517649" y="1661717"/>
                  </a:lnTo>
                  <a:lnTo>
                    <a:pt x="6589272" y="1658549"/>
                  </a:lnTo>
                  <a:lnTo>
                    <a:pt x="6660894" y="1655372"/>
                  </a:lnTo>
                  <a:lnTo>
                    <a:pt x="6732517" y="1652184"/>
                  </a:lnTo>
                  <a:lnTo>
                    <a:pt x="6804139" y="1648986"/>
                  </a:lnTo>
                  <a:lnTo>
                    <a:pt x="6875762" y="1645777"/>
                  </a:lnTo>
                  <a:lnTo>
                    <a:pt x="6947385" y="1642558"/>
                  </a:lnTo>
                  <a:lnTo>
                    <a:pt x="7019007" y="1639328"/>
                  </a:lnTo>
                  <a:lnTo>
                    <a:pt x="7090630" y="1636088"/>
                  </a:lnTo>
                  <a:lnTo>
                    <a:pt x="7090630" y="2440635"/>
                  </a:lnTo>
                  <a:lnTo>
                    <a:pt x="7019007" y="2435527"/>
                  </a:lnTo>
                  <a:lnTo>
                    <a:pt x="6947385" y="2430283"/>
                  </a:lnTo>
                  <a:lnTo>
                    <a:pt x="6875762" y="2424897"/>
                  </a:lnTo>
                  <a:lnTo>
                    <a:pt x="6804139" y="2419366"/>
                  </a:lnTo>
                  <a:lnTo>
                    <a:pt x="6732517" y="2413686"/>
                  </a:lnTo>
                  <a:lnTo>
                    <a:pt x="6660894" y="2407853"/>
                  </a:lnTo>
                  <a:lnTo>
                    <a:pt x="6589272" y="2401864"/>
                  </a:lnTo>
                  <a:lnTo>
                    <a:pt x="6517649" y="2395713"/>
                  </a:lnTo>
                  <a:lnTo>
                    <a:pt x="6446027" y="2389397"/>
                  </a:lnTo>
                  <a:lnTo>
                    <a:pt x="6374404" y="2382911"/>
                  </a:lnTo>
                  <a:lnTo>
                    <a:pt x="6302782" y="2376250"/>
                  </a:lnTo>
                  <a:lnTo>
                    <a:pt x="6231159" y="2369410"/>
                  </a:lnTo>
                  <a:lnTo>
                    <a:pt x="6159537" y="2362386"/>
                  </a:lnTo>
                  <a:lnTo>
                    <a:pt x="6087914" y="2355173"/>
                  </a:lnTo>
                  <a:lnTo>
                    <a:pt x="6016292" y="2347766"/>
                  </a:lnTo>
                  <a:lnTo>
                    <a:pt x="5944669" y="2340159"/>
                  </a:lnTo>
                  <a:lnTo>
                    <a:pt x="5873047" y="2332348"/>
                  </a:lnTo>
                  <a:lnTo>
                    <a:pt x="5801424" y="2324326"/>
                  </a:lnTo>
                  <a:lnTo>
                    <a:pt x="5729802" y="2316089"/>
                  </a:lnTo>
                  <a:lnTo>
                    <a:pt x="5658179" y="2307630"/>
                  </a:lnTo>
                  <a:lnTo>
                    <a:pt x="5586557" y="2298943"/>
                  </a:lnTo>
                  <a:lnTo>
                    <a:pt x="5514934" y="2290023"/>
                  </a:lnTo>
                  <a:lnTo>
                    <a:pt x="5443311" y="2280862"/>
                  </a:lnTo>
                  <a:lnTo>
                    <a:pt x="5371689" y="2271455"/>
                  </a:lnTo>
                  <a:lnTo>
                    <a:pt x="5300066" y="2261795"/>
                  </a:lnTo>
                  <a:lnTo>
                    <a:pt x="5228444" y="2251875"/>
                  </a:lnTo>
                  <a:lnTo>
                    <a:pt x="5156821" y="2241687"/>
                  </a:lnTo>
                  <a:lnTo>
                    <a:pt x="5085199" y="2231226"/>
                  </a:lnTo>
                  <a:lnTo>
                    <a:pt x="5013576" y="2220483"/>
                  </a:lnTo>
                  <a:lnTo>
                    <a:pt x="4941954" y="2209451"/>
                  </a:lnTo>
                  <a:lnTo>
                    <a:pt x="4870331" y="2198123"/>
                  </a:lnTo>
                  <a:lnTo>
                    <a:pt x="4798709" y="2186489"/>
                  </a:lnTo>
                  <a:lnTo>
                    <a:pt x="4727086" y="2174542"/>
                  </a:lnTo>
                  <a:lnTo>
                    <a:pt x="4655464" y="2162274"/>
                  </a:lnTo>
                  <a:lnTo>
                    <a:pt x="4583841" y="2149675"/>
                  </a:lnTo>
                  <a:lnTo>
                    <a:pt x="4512219" y="2136738"/>
                  </a:lnTo>
                  <a:lnTo>
                    <a:pt x="4440596" y="2123452"/>
                  </a:lnTo>
                  <a:lnTo>
                    <a:pt x="4368974" y="2109809"/>
                  </a:lnTo>
                  <a:lnTo>
                    <a:pt x="4297351" y="2095799"/>
                  </a:lnTo>
                  <a:lnTo>
                    <a:pt x="4225729" y="2081411"/>
                  </a:lnTo>
                  <a:lnTo>
                    <a:pt x="4154106" y="2066637"/>
                  </a:lnTo>
                  <a:lnTo>
                    <a:pt x="4082483" y="2051465"/>
                  </a:lnTo>
                  <a:lnTo>
                    <a:pt x="4010861" y="2035884"/>
                  </a:lnTo>
                  <a:lnTo>
                    <a:pt x="3939238" y="2019884"/>
                  </a:lnTo>
                  <a:lnTo>
                    <a:pt x="3867616" y="2003454"/>
                  </a:lnTo>
                  <a:lnTo>
                    <a:pt x="3795993" y="1986581"/>
                  </a:lnTo>
                  <a:lnTo>
                    <a:pt x="3724371" y="1969255"/>
                  </a:lnTo>
                  <a:lnTo>
                    <a:pt x="3652748" y="1951462"/>
                  </a:lnTo>
                  <a:lnTo>
                    <a:pt x="3581126" y="1933190"/>
                  </a:lnTo>
                  <a:lnTo>
                    <a:pt x="3509503" y="1914427"/>
                  </a:lnTo>
                  <a:lnTo>
                    <a:pt x="3437881" y="1895159"/>
                  </a:lnTo>
                  <a:lnTo>
                    <a:pt x="3366258" y="1875372"/>
                  </a:lnTo>
                  <a:lnTo>
                    <a:pt x="3294636" y="1855052"/>
                  </a:lnTo>
                  <a:lnTo>
                    <a:pt x="3223013" y="1834186"/>
                  </a:lnTo>
                  <a:lnTo>
                    <a:pt x="3151391" y="1812758"/>
                  </a:lnTo>
                  <a:lnTo>
                    <a:pt x="3079768" y="1802199"/>
                  </a:lnTo>
                  <a:lnTo>
                    <a:pt x="3008146" y="1804898"/>
                  </a:lnTo>
                  <a:lnTo>
                    <a:pt x="2936523" y="1807588"/>
                  </a:lnTo>
                  <a:lnTo>
                    <a:pt x="2864901" y="1810270"/>
                  </a:lnTo>
                  <a:lnTo>
                    <a:pt x="2793278" y="1812942"/>
                  </a:lnTo>
                  <a:lnTo>
                    <a:pt x="2721655" y="1815606"/>
                  </a:lnTo>
                  <a:lnTo>
                    <a:pt x="2650033" y="1818262"/>
                  </a:lnTo>
                  <a:lnTo>
                    <a:pt x="2578410" y="1820908"/>
                  </a:lnTo>
                  <a:lnTo>
                    <a:pt x="2506788" y="1823546"/>
                  </a:lnTo>
                  <a:lnTo>
                    <a:pt x="2435165" y="1826176"/>
                  </a:lnTo>
                  <a:lnTo>
                    <a:pt x="2363543" y="1828797"/>
                  </a:lnTo>
                  <a:lnTo>
                    <a:pt x="2291920" y="1831409"/>
                  </a:lnTo>
                  <a:lnTo>
                    <a:pt x="2220298" y="1834013"/>
                  </a:lnTo>
                  <a:lnTo>
                    <a:pt x="2148675" y="1836608"/>
                  </a:lnTo>
                  <a:lnTo>
                    <a:pt x="2077053" y="1839195"/>
                  </a:lnTo>
                  <a:lnTo>
                    <a:pt x="2005430" y="1841774"/>
                  </a:lnTo>
                  <a:lnTo>
                    <a:pt x="1933808" y="1844344"/>
                  </a:lnTo>
                  <a:lnTo>
                    <a:pt x="1862185" y="1846905"/>
                  </a:lnTo>
                  <a:lnTo>
                    <a:pt x="1790563" y="1849459"/>
                  </a:lnTo>
                  <a:lnTo>
                    <a:pt x="1718940" y="1852004"/>
                  </a:lnTo>
                  <a:lnTo>
                    <a:pt x="1647318" y="1854540"/>
                  </a:lnTo>
                  <a:lnTo>
                    <a:pt x="1575695" y="1857069"/>
                  </a:lnTo>
                  <a:lnTo>
                    <a:pt x="1504073" y="1859589"/>
                  </a:lnTo>
                  <a:lnTo>
                    <a:pt x="1432450" y="1862101"/>
                  </a:lnTo>
                  <a:lnTo>
                    <a:pt x="1360827" y="1864605"/>
                  </a:lnTo>
                  <a:lnTo>
                    <a:pt x="1289205" y="1867101"/>
                  </a:lnTo>
                  <a:lnTo>
                    <a:pt x="1217582" y="1869588"/>
                  </a:lnTo>
                  <a:lnTo>
                    <a:pt x="1145960" y="1872067"/>
                  </a:lnTo>
                  <a:lnTo>
                    <a:pt x="1074337" y="1874539"/>
                  </a:lnTo>
                  <a:lnTo>
                    <a:pt x="1002715" y="1877002"/>
                  </a:lnTo>
                  <a:lnTo>
                    <a:pt x="931092" y="1879457"/>
                  </a:lnTo>
                  <a:lnTo>
                    <a:pt x="859470" y="1881905"/>
                  </a:lnTo>
                  <a:lnTo>
                    <a:pt x="787847" y="1884344"/>
                  </a:lnTo>
                  <a:lnTo>
                    <a:pt x="716225" y="1886775"/>
                  </a:lnTo>
                  <a:lnTo>
                    <a:pt x="644602" y="1889199"/>
                  </a:lnTo>
                  <a:lnTo>
                    <a:pt x="572980" y="1891614"/>
                  </a:lnTo>
                  <a:lnTo>
                    <a:pt x="501357" y="1894022"/>
                  </a:lnTo>
                  <a:lnTo>
                    <a:pt x="429735" y="1896421"/>
                  </a:lnTo>
                  <a:lnTo>
                    <a:pt x="358112" y="1898813"/>
                  </a:lnTo>
                  <a:lnTo>
                    <a:pt x="286490" y="1901198"/>
                  </a:lnTo>
                  <a:lnTo>
                    <a:pt x="214867" y="1903574"/>
                  </a:lnTo>
                  <a:lnTo>
                    <a:pt x="143245" y="1905943"/>
                  </a:lnTo>
                  <a:lnTo>
                    <a:pt x="71622" y="1908304"/>
                  </a:lnTo>
                  <a:lnTo>
                    <a:pt x="0" y="19106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926832"/>
              <a:ext cx="7090630" cy="1799491"/>
            </a:xfrm>
            <a:custGeom>
              <a:avLst/>
              <a:pathLst>
                <a:path w="7090630" h="1799491">
                  <a:moveTo>
                    <a:pt x="0" y="0"/>
                  </a:moveTo>
                  <a:lnTo>
                    <a:pt x="71622" y="68933"/>
                  </a:lnTo>
                  <a:lnTo>
                    <a:pt x="143245" y="136060"/>
                  </a:lnTo>
                  <a:lnTo>
                    <a:pt x="214867" y="201427"/>
                  </a:lnTo>
                  <a:lnTo>
                    <a:pt x="286490" y="265082"/>
                  </a:lnTo>
                  <a:lnTo>
                    <a:pt x="358112" y="327069"/>
                  </a:lnTo>
                  <a:lnTo>
                    <a:pt x="429735" y="387431"/>
                  </a:lnTo>
                  <a:lnTo>
                    <a:pt x="501357" y="446211"/>
                  </a:lnTo>
                  <a:lnTo>
                    <a:pt x="572980" y="503451"/>
                  </a:lnTo>
                  <a:lnTo>
                    <a:pt x="644602" y="559191"/>
                  </a:lnTo>
                  <a:lnTo>
                    <a:pt x="716225" y="613470"/>
                  </a:lnTo>
                  <a:lnTo>
                    <a:pt x="787847" y="666326"/>
                  </a:lnTo>
                  <a:lnTo>
                    <a:pt x="859470" y="717798"/>
                  </a:lnTo>
                  <a:lnTo>
                    <a:pt x="931092" y="767920"/>
                  </a:lnTo>
                  <a:lnTo>
                    <a:pt x="1002715" y="816729"/>
                  </a:lnTo>
                  <a:lnTo>
                    <a:pt x="1074337" y="864259"/>
                  </a:lnTo>
                  <a:lnTo>
                    <a:pt x="1145960" y="910544"/>
                  </a:lnTo>
                  <a:lnTo>
                    <a:pt x="1217582" y="955615"/>
                  </a:lnTo>
                  <a:lnTo>
                    <a:pt x="1289205" y="999505"/>
                  </a:lnTo>
                  <a:lnTo>
                    <a:pt x="1360827" y="1042245"/>
                  </a:lnTo>
                  <a:lnTo>
                    <a:pt x="1432450" y="1083865"/>
                  </a:lnTo>
                  <a:lnTo>
                    <a:pt x="1504073" y="1124395"/>
                  </a:lnTo>
                  <a:lnTo>
                    <a:pt x="1575695" y="1163862"/>
                  </a:lnTo>
                  <a:lnTo>
                    <a:pt x="1647318" y="1202295"/>
                  </a:lnTo>
                  <a:lnTo>
                    <a:pt x="1718940" y="1239720"/>
                  </a:lnTo>
                  <a:lnTo>
                    <a:pt x="1790563" y="1276165"/>
                  </a:lnTo>
                  <a:lnTo>
                    <a:pt x="1862185" y="1311655"/>
                  </a:lnTo>
                  <a:lnTo>
                    <a:pt x="1933808" y="1346215"/>
                  </a:lnTo>
                  <a:lnTo>
                    <a:pt x="2005430" y="1379869"/>
                  </a:lnTo>
                  <a:lnTo>
                    <a:pt x="2077053" y="1412641"/>
                  </a:lnTo>
                  <a:lnTo>
                    <a:pt x="2148675" y="1444555"/>
                  </a:lnTo>
                  <a:lnTo>
                    <a:pt x="2220298" y="1475632"/>
                  </a:lnTo>
                  <a:lnTo>
                    <a:pt x="2291920" y="1505894"/>
                  </a:lnTo>
                  <a:lnTo>
                    <a:pt x="2363543" y="1535364"/>
                  </a:lnTo>
                  <a:lnTo>
                    <a:pt x="2435165" y="1564061"/>
                  </a:lnTo>
                  <a:lnTo>
                    <a:pt x="2506788" y="1592006"/>
                  </a:lnTo>
                  <a:lnTo>
                    <a:pt x="2578410" y="1619219"/>
                  </a:lnTo>
                  <a:lnTo>
                    <a:pt x="2650033" y="1645719"/>
                  </a:lnTo>
                  <a:lnTo>
                    <a:pt x="2721655" y="1671524"/>
                  </a:lnTo>
                  <a:lnTo>
                    <a:pt x="2793278" y="1696653"/>
                  </a:lnTo>
                  <a:lnTo>
                    <a:pt x="2864901" y="1721123"/>
                  </a:lnTo>
                  <a:lnTo>
                    <a:pt x="2936523" y="1744953"/>
                  </a:lnTo>
                  <a:lnTo>
                    <a:pt x="3008146" y="1768157"/>
                  </a:lnTo>
                  <a:lnTo>
                    <a:pt x="3079768" y="1790754"/>
                  </a:lnTo>
                  <a:lnTo>
                    <a:pt x="3151391" y="1799491"/>
                  </a:lnTo>
                  <a:lnTo>
                    <a:pt x="3223013" y="1796774"/>
                  </a:lnTo>
                  <a:lnTo>
                    <a:pt x="3294636" y="1794049"/>
                  </a:lnTo>
                  <a:lnTo>
                    <a:pt x="3366258" y="1791314"/>
                  </a:lnTo>
                  <a:lnTo>
                    <a:pt x="3437881" y="1788571"/>
                  </a:lnTo>
                  <a:lnTo>
                    <a:pt x="3509503" y="1785819"/>
                  </a:lnTo>
                  <a:lnTo>
                    <a:pt x="3581126" y="1783057"/>
                  </a:lnTo>
                  <a:lnTo>
                    <a:pt x="3652748" y="1780287"/>
                  </a:lnTo>
                  <a:lnTo>
                    <a:pt x="3724371" y="1777507"/>
                  </a:lnTo>
                  <a:lnTo>
                    <a:pt x="3795993" y="1774719"/>
                  </a:lnTo>
                  <a:lnTo>
                    <a:pt x="3867616" y="1771921"/>
                  </a:lnTo>
                  <a:lnTo>
                    <a:pt x="3939238" y="1769114"/>
                  </a:lnTo>
                  <a:lnTo>
                    <a:pt x="4010861" y="1766298"/>
                  </a:lnTo>
                  <a:lnTo>
                    <a:pt x="4082483" y="1763473"/>
                  </a:lnTo>
                  <a:lnTo>
                    <a:pt x="4154106" y="1760638"/>
                  </a:lnTo>
                  <a:lnTo>
                    <a:pt x="4225729" y="1757795"/>
                  </a:lnTo>
                  <a:lnTo>
                    <a:pt x="4297351" y="1754942"/>
                  </a:lnTo>
                  <a:lnTo>
                    <a:pt x="4368974" y="1752079"/>
                  </a:lnTo>
                  <a:lnTo>
                    <a:pt x="4440596" y="1749208"/>
                  </a:lnTo>
                  <a:lnTo>
                    <a:pt x="4512219" y="1746327"/>
                  </a:lnTo>
                  <a:lnTo>
                    <a:pt x="4583841" y="1743436"/>
                  </a:lnTo>
                  <a:lnTo>
                    <a:pt x="4655464" y="1740536"/>
                  </a:lnTo>
                  <a:lnTo>
                    <a:pt x="4727086" y="1737627"/>
                  </a:lnTo>
                  <a:lnTo>
                    <a:pt x="4798709" y="1734708"/>
                  </a:lnTo>
                  <a:lnTo>
                    <a:pt x="4870331" y="1731779"/>
                  </a:lnTo>
                  <a:lnTo>
                    <a:pt x="4941954" y="1728841"/>
                  </a:lnTo>
                  <a:lnTo>
                    <a:pt x="5013576" y="1725893"/>
                  </a:lnTo>
                  <a:lnTo>
                    <a:pt x="5085199" y="1722936"/>
                  </a:lnTo>
                  <a:lnTo>
                    <a:pt x="5156821" y="1719969"/>
                  </a:lnTo>
                  <a:lnTo>
                    <a:pt x="5228444" y="1716992"/>
                  </a:lnTo>
                  <a:lnTo>
                    <a:pt x="5300066" y="1714006"/>
                  </a:lnTo>
                  <a:lnTo>
                    <a:pt x="5371689" y="1711010"/>
                  </a:lnTo>
                  <a:lnTo>
                    <a:pt x="5443311" y="1708004"/>
                  </a:lnTo>
                  <a:lnTo>
                    <a:pt x="5514934" y="1704988"/>
                  </a:lnTo>
                  <a:lnTo>
                    <a:pt x="5586557" y="1701962"/>
                  </a:lnTo>
                  <a:lnTo>
                    <a:pt x="5658179" y="1698927"/>
                  </a:lnTo>
                  <a:lnTo>
                    <a:pt x="5729802" y="1695881"/>
                  </a:lnTo>
                  <a:lnTo>
                    <a:pt x="5801424" y="1692826"/>
                  </a:lnTo>
                  <a:lnTo>
                    <a:pt x="5873047" y="1689760"/>
                  </a:lnTo>
                  <a:lnTo>
                    <a:pt x="5944669" y="1686685"/>
                  </a:lnTo>
                  <a:lnTo>
                    <a:pt x="6016292" y="1683599"/>
                  </a:lnTo>
                  <a:lnTo>
                    <a:pt x="6087914" y="1680504"/>
                  </a:lnTo>
                  <a:lnTo>
                    <a:pt x="6159537" y="1677398"/>
                  </a:lnTo>
                  <a:lnTo>
                    <a:pt x="6231159" y="1674282"/>
                  </a:lnTo>
                  <a:lnTo>
                    <a:pt x="6302782" y="1671156"/>
                  </a:lnTo>
                  <a:lnTo>
                    <a:pt x="6374404" y="1668020"/>
                  </a:lnTo>
                  <a:lnTo>
                    <a:pt x="6446027" y="1664873"/>
                  </a:lnTo>
                  <a:lnTo>
                    <a:pt x="6517649" y="1661717"/>
                  </a:lnTo>
                  <a:lnTo>
                    <a:pt x="6589272" y="1658549"/>
                  </a:lnTo>
                  <a:lnTo>
                    <a:pt x="6660894" y="1655372"/>
                  </a:lnTo>
                  <a:lnTo>
                    <a:pt x="6732517" y="1652184"/>
                  </a:lnTo>
                  <a:lnTo>
                    <a:pt x="6804139" y="1648986"/>
                  </a:lnTo>
                  <a:lnTo>
                    <a:pt x="6875762" y="1645777"/>
                  </a:lnTo>
                  <a:lnTo>
                    <a:pt x="6947385" y="1642558"/>
                  </a:lnTo>
                  <a:lnTo>
                    <a:pt x="7019007" y="1639328"/>
                  </a:lnTo>
                  <a:lnTo>
                    <a:pt x="7090630" y="16360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29031"/>
              <a:ext cx="7090630" cy="638435"/>
            </a:xfrm>
            <a:custGeom>
              <a:avLst/>
              <a:pathLst>
                <a:path w="7090630" h="638435">
                  <a:moveTo>
                    <a:pt x="7090630" y="638435"/>
                  </a:moveTo>
                  <a:lnTo>
                    <a:pt x="7019007" y="633328"/>
                  </a:lnTo>
                  <a:lnTo>
                    <a:pt x="6947385" y="628083"/>
                  </a:lnTo>
                  <a:lnTo>
                    <a:pt x="6875762" y="622697"/>
                  </a:lnTo>
                  <a:lnTo>
                    <a:pt x="6804139" y="617166"/>
                  </a:lnTo>
                  <a:lnTo>
                    <a:pt x="6732517" y="611487"/>
                  </a:lnTo>
                  <a:lnTo>
                    <a:pt x="6660894" y="605654"/>
                  </a:lnTo>
                  <a:lnTo>
                    <a:pt x="6589272" y="599664"/>
                  </a:lnTo>
                  <a:lnTo>
                    <a:pt x="6517649" y="593514"/>
                  </a:lnTo>
                  <a:lnTo>
                    <a:pt x="6446027" y="587197"/>
                  </a:lnTo>
                  <a:lnTo>
                    <a:pt x="6374404" y="580711"/>
                  </a:lnTo>
                  <a:lnTo>
                    <a:pt x="6302782" y="574050"/>
                  </a:lnTo>
                  <a:lnTo>
                    <a:pt x="6231159" y="567210"/>
                  </a:lnTo>
                  <a:lnTo>
                    <a:pt x="6159537" y="560186"/>
                  </a:lnTo>
                  <a:lnTo>
                    <a:pt x="6087914" y="552973"/>
                  </a:lnTo>
                  <a:lnTo>
                    <a:pt x="6016292" y="545566"/>
                  </a:lnTo>
                  <a:lnTo>
                    <a:pt x="5944669" y="537959"/>
                  </a:lnTo>
                  <a:lnTo>
                    <a:pt x="5873047" y="530148"/>
                  </a:lnTo>
                  <a:lnTo>
                    <a:pt x="5801424" y="522127"/>
                  </a:lnTo>
                  <a:lnTo>
                    <a:pt x="5729802" y="513889"/>
                  </a:lnTo>
                  <a:lnTo>
                    <a:pt x="5658179" y="505430"/>
                  </a:lnTo>
                  <a:lnTo>
                    <a:pt x="5586557" y="496744"/>
                  </a:lnTo>
                  <a:lnTo>
                    <a:pt x="5514934" y="487823"/>
                  </a:lnTo>
                  <a:lnTo>
                    <a:pt x="5443311" y="478663"/>
                  </a:lnTo>
                  <a:lnTo>
                    <a:pt x="5371689" y="469255"/>
                  </a:lnTo>
                  <a:lnTo>
                    <a:pt x="5300066" y="459595"/>
                  </a:lnTo>
                  <a:lnTo>
                    <a:pt x="5228444" y="449675"/>
                  </a:lnTo>
                  <a:lnTo>
                    <a:pt x="5156821" y="439488"/>
                  </a:lnTo>
                  <a:lnTo>
                    <a:pt x="5085199" y="429027"/>
                  </a:lnTo>
                  <a:lnTo>
                    <a:pt x="5013576" y="418284"/>
                  </a:lnTo>
                  <a:lnTo>
                    <a:pt x="4941954" y="407252"/>
                  </a:lnTo>
                  <a:lnTo>
                    <a:pt x="4870331" y="395923"/>
                  </a:lnTo>
                  <a:lnTo>
                    <a:pt x="4798709" y="384289"/>
                  </a:lnTo>
                  <a:lnTo>
                    <a:pt x="4727086" y="372343"/>
                  </a:lnTo>
                  <a:lnTo>
                    <a:pt x="4655464" y="360074"/>
                  </a:lnTo>
                  <a:lnTo>
                    <a:pt x="4583841" y="347476"/>
                  </a:lnTo>
                  <a:lnTo>
                    <a:pt x="4512219" y="334538"/>
                  </a:lnTo>
                  <a:lnTo>
                    <a:pt x="4440596" y="321253"/>
                  </a:lnTo>
                  <a:lnTo>
                    <a:pt x="4368974" y="307610"/>
                  </a:lnTo>
                  <a:lnTo>
                    <a:pt x="4297351" y="293599"/>
                  </a:lnTo>
                  <a:lnTo>
                    <a:pt x="4225729" y="279212"/>
                  </a:lnTo>
                  <a:lnTo>
                    <a:pt x="4154106" y="264437"/>
                  </a:lnTo>
                  <a:lnTo>
                    <a:pt x="4082483" y="249265"/>
                  </a:lnTo>
                  <a:lnTo>
                    <a:pt x="4010861" y="233685"/>
                  </a:lnTo>
                  <a:lnTo>
                    <a:pt x="3939238" y="217685"/>
                  </a:lnTo>
                  <a:lnTo>
                    <a:pt x="3867616" y="201254"/>
                  </a:lnTo>
                  <a:lnTo>
                    <a:pt x="3795993" y="184382"/>
                  </a:lnTo>
                  <a:lnTo>
                    <a:pt x="3724371" y="167055"/>
                  </a:lnTo>
                  <a:lnTo>
                    <a:pt x="3652748" y="149263"/>
                  </a:lnTo>
                  <a:lnTo>
                    <a:pt x="3581126" y="130991"/>
                  </a:lnTo>
                  <a:lnTo>
                    <a:pt x="3509503" y="112227"/>
                  </a:lnTo>
                  <a:lnTo>
                    <a:pt x="3437881" y="92959"/>
                  </a:lnTo>
                  <a:lnTo>
                    <a:pt x="3366258" y="73172"/>
                  </a:lnTo>
                  <a:lnTo>
                    <a:pt x="3294636" y="52853"/>
                  </a:lnTo>
                  <a:lnTo>
                    <a:pt x="3223013" y="31987"/>
                  </a:lnTo>
                  <a:lnTo>
                    <a:pt x="3151391" y="10559"/>
                  </a:lnTo>
                  <a:lnTo>
                    <a:pt x="3079768" y="0"/>
                  </a:lnTo>
                  <a:lnTo>
                    <a:pt x="3008146" y="2699"/>
                  </a:lnTo>
                  <a:lnTo>
                    <a:pt x="2936523" y="5389"/>
                  </a:lnTo>
                  <a:lnTo>
                    <a:pt x="2864901" y="8070"/>
                  </a:lnTo>
                  <a:lnTo>
                    <a:pt x="2793278" y="10743"/>
                  </a:lnTo>
                  <a:lnTo>
                    <a:pt x="2721655" y="13407"/>
                  </a:lnTo>
                  <a:lnTo>
                    <a:pt x="2650033" y="16062"/>
                  </a:lnTo>
                  <a:lnTo>
                    <a:pt x="2578410" y="18709"/>
                  </a:lnTo>
                  <a:lnTo>
                    <a:pt x="2506788" y="21347"/>
                  </a:lnTo>
                  <a:lnTo>
                    <a:pt x="2435165" y="23976"/>
                  </a:lnTo>
                  <a:lnTo>
                    <a:pt x="2363543" y="26597"/>
                  </a:lnTo>
                  <a:lnTo>
                    <a:pt x="2291920" y="29210"/>
                  </a:lnTo>
                  <a:lnTo>
                    <a:pt x="2220298" y="31813"/>
                  </a:lnTo>
                  <a:lnTo>
                    <a:pt x="2148675" y="34409"/>
                  </a:lnTo>
                  <a:lnTo>
                    <a:pt x="2077053" y="36996"/>
                  </a:lnTo>
                  <a:lnTo>
                    <a:pt x="2005430" y="39574"/>
                  </a:lnTo>
                  <a:lnTo>
                    <a:pt x="1933808" y="42144"/>
                  </a:lnTo>
                  <a:lnTo>
                    <a:pt x="1862185" y="44706"/>
                  </a:lnTo>
                  <a:lnTo>
                    <a:pt x="1790563" y="47259"/>
                  </a:lnTo>
                  <a:lnTo>
                    <a:pt x="1718940" y="49804"/>
                  </a:lnTo>
                  <a:lnTo>
                    <a:pt x="1647318" y="52341"/>
                  </a:lnTo>
                  <a:lnTo>
                    <a:pt x="1575695" y="54869"/>
                  </a:lnTo>
                  <a:lnTo>
                    <a:pt x="1504073" y="57390"/>
                  </a:lnTo>
                  <a:lnTo>
                    <a:pt x="1432450" y="59902"/>
                  </a:lnTo>
                  <a:lnTo>
                    <a:pt x="1360827" y="62405"/>
                  </a:lnTo>
                  <a:lnTo>
                    <a:pt x="1289205" y="64901"/>
                  </a:lnTo>
                  <a:lnTo>
                    <a:pt x="1217582" y="67389"/>
                  </a:lnTo>
                  <a:lnTo>
                    <a:pt x="1145960" y="69868"/>
                  </a:lnTo>
                  <a:lnTo>
                    <a:pt x="1074337" y="72339"/>
                  </a:lnTo>
                  <a:lnTo>
                    <a:pt x="1002715" y="74803"/>
                  </a:lnTo>
                  <a:lnTo>
                    <a:pt x="931092" y="77258"/>
                  </a:lnTo>
                  <a:lnTo>
                    <a:pt x="859470" y="79705"/>
                  </a:lnTo>
                  <a:lnTo>
                    <a:pt x="787847" y="82144"/>
                  </a:lnTo>
                  <a:lnTo>
                    <a:pt x="716225" y="84576"/>
                  </a:lnTo>
                  <a:lnTo>
                    <a:pt x="644602" y="86999"/>
                  </a:lnTo>
                  <a:lnTo>
                    <a:pt x="572980" y="89415"/>
                  </a:lnTo>
                  <a:lnTo>
                    <a:pt x="501357" y="91822"/>
                  </a:lnTo>
                  <a:lnTo>
                    <a:pt x="429735" y="94222"/>
                  </a:lnTo>
                  <a:lnTo>
                    <a:pt x="358112" y="96614"/>
                  </a:lnTo>
                  <a:lnTo>
                    <a:pt x="286490" y="98998"/>
                  </a:lnTo>
                  <a:lnTo>
                    <a:pt x="214867" y="101374"/>
                  </a:lnTo>
                  <a:lnTo>
                    <a:pt x="143245" y="103743"/>
                  </a:lnTo>
                  <a:lnTo>
                    <a:pt x="71622" y="106104"/>
                  </a:lnTo>
                  <a:lnTo>
                    <a:pt x="0" y="1084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181288"/>
              <a:ext cx="7090630" cy="941558"/>
            </a:xfrm>
            <a:custGeom>
              <a:avLst/>
              <a:pathLst>
                <a:path w="7090630" h="941558">
                  <a:moveTo>
                    <a:pt x="0" y="0"/>
                  </a:moveTo>
                  <a:lnTo>
                    <a:pt x="71622" y="15931"/>
                  </a:lnTo>
                  <a:lnTo>
                    <a:pt x="143245" y="31677"/>
                  </a:lnTo>
                  <a:lnTo>
                    <a:pt x="214867" y="47242"/>
                  </a:lnTo>
                  <a:lnTo>
                    <a:pt x="286490" y="62626"/>
                  </a:lnTo>
                  <a:lnTo>
                    <a:pt x="358112" y="77832"/>
                  </a:lnTo>
                  <a:lnTo>
                    <a:pt x="429735" y="92862"/>
                  </a:lnTo>
                  <a:lnTo>
                    <a:pt x="501357" y="107718"/>
                  </a:lnTo>
                  <a:lnTo>
                    <a:pt x="572980" y="122402"/>
                  </a:lnTo>
                  <a:lnTo>
                    <a:pt x="644602" y="136916"/>
                  </a:lnTo>
                  <a:lnTo>
                    <a:pt x="716225" y="151262"/>
                  </a:lnTo>
                  <a:lnTo>
                    <a:pt x="787847" y="165442"/>
                  </a:lnTo>
                  <a:lnTo>
                    <a:pt x="859470" y="179458"/>
                  </a:lnTo>
                  <a:lnTo>
                    <a:pt x="931092" y="193311"/>
                  </a:lnTo>
                  <a:lnTo>
                    <a:pt x="1002715" y="207004"/>
                  </a:lnTo>
                  <a:lnTo>
                    <a:pt x="1074337" y="220539"/>
                  </a:lnTo>
                  <a:lnTo>
                    <a:pt x="1145960" y="233917"/>
                  </a:lnTo>
                  <a:lnTo>
                    <a:pt x="1217582" y="247140"/>
                  </a:lnTo>
                  <a:lnTo>
                    <a:pt x="1289205" y="260209"/>
                  </a:lnTo>
                  <a:lnTo>
                    <a:pt x="1360827" y="273128"/>
                  </a:lnTo>
                  <a:lnTo>
                    <a:pt x="1432450" y="285897"/>
                  </a:lnTo>
                  <a:lnTo>
                    <a:pt x="1504073" y="298518"/>
                  </a:lnTo>
                  <a:lnTo>
                    <a:pt x="1575695" y="310993"/>
                  </a:lnTo>
                  <a:lnTo>
                    <a:pt x="1647318" y="323323"/>
                  </a:lnTo>
                  <a:lnTo>
                    <a:pt x="1718940" y="335511"/>
                  </a:lnTo>
                  <a:lnTo>
                    <a:pt x="1790563" y="347557"/>
                  </a:lnTo>
                  <a:lnTo>
                    <a:pt x="1862185" y="359464"/>
                  </a:lnTo>
                  <a:lnTo>
                    <a:pt x="1933808" y="371234"/>
                  </a:lnTo>
                  <a:lnTo>
                    <a:pt x="2005430" y="382867"/>
                  </a:lnTo>
                  <a:lnTo>
                    <a:pt x="2077053" y="394365"/>
                  </a:lnTo>
                  <a:lnTo>
                    <a:pt x="2148675" y="405730"/>
                  </a:lnTo>
                  <a:lnTo>
                    <a:pt x="2220298" y="416964"/>
                  </a:lnTo>
                  <a:lnTo>
                    <a:pt x="2291920" y="428067"/>
                  </a:lnTo>
                  <a:lnTo>
                    <a:pt x="2363543" y="439042"/>
                  </a:lnTo>
                  <a:lnTo>
                    <a:pt x="2435165" y="449890"/>
                  </a:lnTo>
                  <a:lnTo>
                    <a:pt x="2506788" y="460612"/>
                  </a:lnTo>
                  <a:lnTo>
                    <a:pt x="2578410" y="471210"/>
                  </a:lnTo>
                  <a:lnTo>
                    <a:pt x="2650033" y="481686"/>
                  </a:lnTo>
                  <a:lnTo>
                    <a:pt x="2721655" y="492040"/>
                  </a:lnTo>
                  <a:lnTo>
                    <a:pt x="2793278" y="502274"/>
                  </a:lnTo>
                  <a:lnTo>
                    <a:pt x="2864901" y="512390"/>
                  </a:lnTo>
                  <a:lnTo>
                    <a:pt x="2936523" y="522389"/>
                  </a:lnTo>
                  <a:lnTo>
                    <a:pt x="3008146" y="532272"/>
                  </a:lnTo>
                  <a:lnTo>
                    <a:pt x="3079768" y="542040"/>
                  </a:lnTo>
                  <a:lnTo>
                    <a:pt x="3151391" y="551695"/>
                  </a:lnTo>
                  <a:lnTo>
                    <a:pt x="3223013" y="561239"/>
                  </a:lnTo>
                  <a:lnTo>
                    <a:pt x="3294636" y="570672"/>
                  </a:lnTo>
                  <a:lnTo>
                    <a:pt x="3366258" y="579996"/>
                  </a:lnTo>
                  <a:lnTo>
                    <a:pt x="3437881" y="589212"/>
                  </a:lnTo>
                  <a:lnTo>
                    <a:pt x="3509503" y="598321"/>
                  </a:lnTo>
                  <a:lnTo>
                    <a:pt x="3581126" y="607325"/>
                  </a:lnTo>
                  <a:lnTo>
                    <a:pt x="3652748" y="616224"/>
                  </a:lnTo>
                  <a:lnTo>
                    <a:pt x="3724371" y="625021"/>
                  </a:lnTo>
                  <a:lnTo>
                    <a:pt x="3795993" y="633715"/>
                  </a:lnTo>
                  <a:lnTo>
                    <a:pt x="3867616" y="642309"/>
                  </a:lnTo>
                  <a:lnTo>
                    <a:pt x="3939238" y="650803"/>
                  </a:lnTo>
                  <a:lnTo>
                    <a:pt x="4010861" y="659199"/>
                  </a:lnTo>
                  <a:lnTo>
                    <a:pt x="4082483" y="667498"/>
                  </a:lnTo>
                  <a:lnTo>
                    <a:pt x="4154106" y="675701"/>
                  </a:lnTo>
                  <a:lnTo>
                    <a:pt x="4225729" y="683809"/>
                  </a:lnTo>
                  <a:lnTo>
                    <a:pt x="4297351" y="691823"/>
                  </a:lnTo>
                  <a:lnTo>
                    <a:pt x="4368974" y="699744"/>
                  </a:lnTo>
                  <a:lnTo>
                    <a:pt x="4440596" y="707573"/>
                  </a:lnTo>
                  <a:lnTo>
                    <a:pt x="4512219" y="715312"/>
                  </a:lnTo>
                  <a:lnTo>
                    <a:pt x="4583841" y="722961"/>
                  </a:lnTo>
                  <a:lnTo>
                    <a:pt x="4655464" y="730522"/>
                  </a:lnTo>
                  <a:lnTo>
                    <a:pt x="4727086" y="737995"/>
                  </a:lnTo>
                  <a:lnTo>
                    <a:pt x="4798709" y="745381"/>
                  </a:lnTo>
                  <a:lnTo>
                    <a:pt x="4870331" y="752682"/>
                  </a:lnTo>
                  <a:lnTo>
                    <a:pt x="4941954" y="759899"/>
                  </a:lnTo>
                  <a:lnTo>
                    <a:pt x="5013576" y="767032"/>
                  </a:lnTo>
                  <a:lnTo>
                    <a:pt x="5085199" y="774082"/>
                  </a:lnTo>
                  <a:lnTo>
                    <a:pt x="5156821" y="781051"/>
                  </a:lnTo>
                  <a:lnTo>
                    <a:pt x="5228444" y="787939"/>
                  </a:lnTo>
                  <a:lnTo>
                    <a:pt x="5300066" y="794747"/>
                  </a:lnTo>
                  <a:lnTo>
                    <a:pt x="5371689" y="801477"/>
                  </a:lnTo>
                  <a:lnTo>
                    <a:pt x="5443311" y="808128"/>
                  </a:lnTo>
                  <a:lnTo>
                    <a:pt x="5514934" y="814703"/>
                  </a:lnTo>
                  <a:lnTo>
                    <a:pt x="5586557" y="821201"/>
                  </a:lnTo>
                  <a:lnTo>
                    <a:pt x="5658179" y="827624"/>
                  </a:lnTo>
                  <a:lnTo>
                    <a:pt x="5729802" y="833973"/>
                  </a:lnTo>
                  <a:lnTo>
                    <a:pt x="5801424" y="840248"/>
                  </a:lnTo>
                  <a:lnTo>
                    <a:pt x="5873047" y="846451"/>
                  </a:lnTo>
                  <a:lnTo>
                    <a:pt x="5944669" y="852582"/>
                  </a:lnTo>
                  <a:lnTo>
                    <a:pt x="6016292" y="858642"/>
                  </a:lnTo>
                  <a:lnTo>
                    <a:pt x="6087914" y="864631"/>
                  </a:lnTo>
                  <a:lnTo>
                    <a:pt x="6159537" y="870551"/>
                  </a:lnTo>
                  <a:lnTo>
                    <a:pt x="6231159" y="876403"/>
                  </a:lnTo>
                  <a:lnTo>
                    <a:pt x="6302782" y="882187"/>
                  </a:lnTo>
                  <a:lnTo>
                    <a:pt x="6374404" y="887904"/>
                  </a:lnTo>
                  <a:lnTo>
                    <a:pt x="6446027" y="893555"/>
                  </a:lnTo>
                  <a:lnTo>
                    <a:pt x="6517649" y="899141"/>
                  </a:lnTo>
                  <a:lnTo>
                    <a:pt x="6589272" y="904661"/>
                  </a:lnTo>
                  <a:lnTo>
                    <a:pt x="6660894" y="910118"/>
                  </a:lnTo>
                  <a:lnTo>
                    <a:pt x="6732517" y="915512"/>
                  </a:lnTo>
                  <a:lnTo>
                    <a:pt x="6804139" y="920843"/>
                  </a:lnTo>
                  <a:lnTo>
                    <a:pt x="6875762" y="926112"/>
                  </a:lnTo>
                  <a:lnTo>
                    <a:pt x="6947385" y="931321"/>
                  </a:lnTo>
                  <a:lnTo>
                    <a:pt x="7019007" y="936469"/>
                  </a:lnTo>
                  <a:lnTo>
                    <a:pt x="7090630" y="94155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1.15 (0.96-1.38), p_Bonf = 0.755 (n = 6)  |  per IQR decline (Δ = 28.0 %): 1.48 (0.90-2.46)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283006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2026-09-28T17:00:42Z</dcterms:modified>
  <cp:category/>
</cp:coreProperties>
</file>