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1436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2446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37501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50533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5487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7621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9755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1889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4920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098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94017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07049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06554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48688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90822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3178530"/>
              <a:ext cx="7090630" cy="2008472"/>
            </a:xfrm>
            <a:custGeom>
              <a:avLst/>
              <a:pathLst>
                <a:path w="7090630" h="2008472">
                  <a:moveTo>
                    <a:pt x="0" y="1038157"/>
                  </a:moveTo>
                  <a:lnTo>
                    <a:pt x="71622" y="1050419"/>
                  </a:lnTo>
                  <a:lnTo>
                    <a:pt x="143245" y="1062568"/>
                  </a:lnTo>
                  <a:lnTo>
                    <a:pt x="214867" y="1074606"/>
                  </a:lnTo>
                  <a:lnTo>
                    <a:pt x="286490" y="1086532"/>
                  </a:lnTo>
                  <a:lnTo>
                    <a:pt x="358112" y="1098349"/>
                  </a:lnTo>
                  <a:lnTo>
                    <a:pt x="429735" y="1110057"/>
                  </a:lnTo>
                  <a:lnTo>
                    <a:pt x="501357" y="1121658"/>
                  </a:lnTo>
                  <a:lnTo>
                    <a:pt x="572980" y="1133151"/>
                  </a:lnTo>
                  <a:lnTo>
                    <a:pt x="644602" y="1144539"/>
                  </a:lnTo>
                  <a:lnTo>
                    <a:pt x="716225" y="1155822"/>
                  </a:lnTo>
                  <a:lnTo>
                    <a:pt x="787847" y="1167001"/>
                  </a:lnTo>
                  <a:lnTo>
                    <a:pt x="859470" y="1178078"/>
                  </a:lnTo>
                  <a:lnTo>
                    <a:pt x="931092" y="1189052"/>
                  </a:lnTo>
                  <a:lnTo>
                    <a:pt x="1002715" y="1199926"/>
                  </a:lnTo>
                  <a:lnTo>
                    <a:pt x="1074337" y="1210699"/>
                  </a:lnTo>
                  <a:lnTo>
                    <a:pt x="1145960" y="1221373"/>
                  </a:lnTo>
                  <a:lnTo>
                    <a:pt x="1217582" y="1231949"/>
                  </a:lnTo>
                  <a:lnTo>
                    <a:pt x="1289205" y="1242428"/>
                  </a:lnTo>
                  <a:lnTo>
                    <a:pt x="1360827" y="1252810"/>
                  </a:lnTo>
                  <a:lnTo>
                    <a:pt x="1432450" y="1263097"/>
                  </a:lnTo>
                  <a:lnTo>
                    <a:pt x="1504073" y="1273289"/>
                  </a:lnTo>
                  <a:lnTo>
                    <a:pt x="1575695" y="1283388"/>
                  </a:lnTo>
                  <a:lnTo>
                    <a:pt x="1647318" y="1293393"/>
                  </a:lnTo>
                  <a:lnTo>
                    <a:pt x="1718940" y="1303306"/>
                  </a:lnTo>
                  <a:lnTo>
                    <a:pt x="1790563" y="1313128"/>
                  </a:lnTo>
                  <a:lnTo>
                    <a:pt x="1862185" y="1322860"/>
                  </a:lnTo>
                  <a:lnTo>
                    <a:pt x="1933808" y="1332502"/>
                  </a:lnTo>
                  <a:lnTo>
                    <a:pt x="2005430" y="1342056"/>
                  </a:lnTo>
                  <a:lnTo>
                    <a:pt x="2077053" y="1351521"/>
                  </a:lnTo>
                  <a:lnTo>
                    <a:pt x="2148675" y="1360900"/>
                  </a:lnTo>
                  <a:lnTo>
                    <a:pt x="2220298" y="1370192"/>
                  </a:lnTo>
                  <a:lnTo>
                    <a:pt x="2291920" y="1379398"/>
                  </a:lnTo>
                  <a:lnTo>
                    <a:pt x="2363543" y="1388520"/>
                  </a:lnTo>
                  <a:lnTo>
                    <a:pt x="2435165" y="1397558"/>
                  </a:lnTo>
                  <a:lnTo>
                    <a:pt x="2506788" y="1406513"/>
                  </a:lnTo>
                  <a:lnTo>
                    <a:pt x="2578410" y="1415385"/>
                  </a:lnTo>
                  <a:lnTo>
                    <a:pt x="2650033" y="1424176"/>
                  </a:lnTo>
                  <a:lnTo>
                    <a:pt x="2721655" y="1432886"/>
                  </a:lnTo>
                  <a:lnTo>
                    <a:pt x="2793278" y="1441515"/>
                  </a:lnTo>
                  <a:lnTo>
                    <a:pt x="2864901" y="1450066"/>
                  </a:lnTo>
                  <a:lnTo>
                    <a:pt x="2936523" y="1458537"/>
                  </a:lnTo>
                  <a:lnTo>
                    <a:pt x="3008146" y="1466931"/>
                  </a:lnTo>
                  <a:lnTo>
                    <a:pt x="3079768" y="1475247"/>
                  </a:lnTo>
                  <a:lnTo>
                    <a:pt x="3151391" y="1483487"/>
                  </a:lnTo>
                  <a:lnTo>
                    <a:pt x="3223013" y="1491651"/>
                  </a:lnTo>
                  <a:lnTo>
                    <a:pt x="3294636" y="1499740"/>
                  </a:lnTo>
                  <a:lnTo>
                    <a:pt x="3366258" y="1486967"/>
                  </a:lnTo>
                  <a:lnTo>
                    <a:pt x="3437881" y="1470037"/>
                  </a:lnTo>
                  <a:lnTo>
                    <a:pt x="3509503" y="1452782"/>
                  </a:lnTo>
                  <a:lnTo>
                    <a:pt x="3581126" y="1435197"/>
                  </a:lnTo>
                  <a:lnTo>
                    <a:pt x="3652748" y="1417275"/>
                  </a:lnTo>
                  <a:lnTo>
                    <a:pt x="3724371" y="1399010"/>
                  </a:lnTo>
                  <a:lnTo>
                    <a:pt x="3795993" y="1380394"/>
                  </a:lnTo>
                  <a:lnTo>
                    <a:pt x="3867616" y="1361422"/>
                  </a:lnTo>
                  <a:lnTo>
                    <a:pt x="3939238" y="1342087"/>
                  </a:lnTo>
                  <a:lnTo>
                    <a:pt x="4010861" y="1322381"/>
                  </a:lnTo>
                  <a:lnTo>
                    <a:pt x="4082483" y="1302297"/>
                  </a:lnTo>
                  <a:lnTo>
                    <a:pt x="4154106" y="1281829"/>
                  </a:lnTo>
                  <a:lnTo>
                    <a:pt x="4225729" y="1260969"/>
                  </a:lnTo>
                  <a:lnTo>
                    <a:pt x="4297351" y="1239709"/>
                  </a:lnTo>
                  <a:lnTo>
                    <a:pt x="4368974" y="1218042"/>
                  </a:lnTo>
                  <a:lnTo>
                    <a:pt x="4440596" y="1195959"/>
                  </a:lnTo>
                  <a:lnTo>
                    <a:pt x="4512219" y="1173454"/>
                  </a:lnTo>
                  <a:lnTo>
                    <a:pt x="4583841" y="1150517"/>
                  </a:lnTo>
                  <a:lnTo>
                    <a:pt x="4655464" y="1127141"/>
                  </a:lnTo>
                  <a:lnTo>
                    <a:pt x="4727086" y="1103317"/>
                  </a:lnTo>
                  <a:lnTo>
                    <a:pt x="4798709" y="1079037"/>
                  </a:lnTo>
                  <a:lnTo>
                    <a:pt x="4870331" y="1054291"/>
                  </a:lnTo>
                  <a:lnTo>
                    <a:pt x="4941954" y="1029072"/>
                  </a:lnTo>
                  <a:lnTo>
                    <a:pt x="5013576" y="1003369"/>
                  </a:lnTo>
                  <a:lnTo>
                    <a:pt x="5085199" y="977174"/>
                  </a:lnTo>
                  <a:lnTo>
                    <a:pt x="5156821" y="950477"/>
                  </a:lnTo>
                  <a:lnTo>
                    <a:pt x="5228444" y="923269"/>
                  </a:lnTo>
                  <a:lnTo>
                    <a:pt x="5300066" y="895539"/>
                  </a:lnTo>
                  <a:lnTo>
                    <a:pt x="5371689" y="867278"/>
                  </a:lnTo>
                  <a:lnTo>
                    <a:pt x="5443311" y="838476"/>
                  </a:lnTo>
                  <a:lnTo>
                    <a:pt x="5514934" y="809121"/>
                  </a:lnTo>
                  <a:lnTo>
                    <a:pt x="5586557" y="779205"/>
                  </a:lnTo>
                  <a:lnTo>
                    <a:pt x="5658179" y="748715"/>
                  </a:lnTo>
                  <a:lnTo>
                    <a:pt x="5729802" y="717641"/>
                  </a:lnTo>
                  <a:lnTo>
                    <a:pt x="5801424" y="685972"/>
                  </a:lnTo>
                  <a:lnTo>
                    <a:pt x="5873047" y="653696"/>
                  </a:lnTo>
                  <a:lnTo>
                    <a:pt x="5944669" y="620802"/>
                  </a:lnTo>
                  <a:lnTo>
                    <a:pt x="6016292" y="587278"/>
                  </a:lnTo>
                  <a:lnTo>
                    <a:pt x="6087914" y="553111"/>
                  </a:lnTo>
                  <a:lnTo>
                    <a:pt x="6159537" y="518290"/>
                  </a:lnTo>
                  <a:lnTo>
                    <a:pt x="6231159" y="482801"/>
                  </a:lnTo>
                  <a:lnTo>
                    <a:pt x="6302782" y="446633"/>
                  </a:lnTo>
                  <a:lnTo>
                    <a:pt x="6374404" y="409772"/>
                  </a:lnTo>
                  <a:lnTo>
                    <a:pt x="6446027" y="372205"/>
                  </a:lnTo>
                  <a:lnTo>
                    <a:pt x="6517649" y="333918"/>
                  </a:lnTo>
                  <a:lnTo>
                    <a:pt x="6589272" y="294897"/>
                  </a:lnTo>
                  <a:lnTo>
                    <a:pt x="6660894" y="255129"/>
                  </a:lnTo>
                  <a:lnTo>
                    <a:pt x="6732517" y="214599"/>
                  </a:lnTo>
                  <a:lnTo>
                    <a:pt x="6804139" y="173292"/>
                  </a:lnTo>
                  <a:lnTo>
                    <a:pt x="6875762" y="131194"/>
                  </a:lnTo>
                  <a:lnTo>
                    <a:pt x="6947385" y="88290"/>
                  </a:lnTo>
                  <a:lnTo>
                    <a:pt x="7019007" y="44564"/>
                  </a:lnTo>
                  <a:lnTo>
                    <a:pt x="7090630" y="0"/>
                  </a:lnTo>
                  <a:lnTo>
                    <a:pt x="7090630" y="1837102"/>
                  </a:lnTo>
                  <a:lnTo>
                    <a:pt x="7019007" y="1832147"/>
                  </a:lnTo>
                  <a:lnTo>
                    <a:pt x="6947385" y="1827145"/>
                  </a:lnTo>
                  <a:lnTo>
                    <a:pt x="6875762" y="1822097"/>
                  </a:lnTo>
                  <a:lnTo>
                    <a:pt x="6804139" y="1817002"/>
                  </a:lnTo>
                  <a:lnTo>
                    <a:pt x="6732517" y="1811860"/>
                  </a:lnTo>
                  <a:lnTo>
                    <a:pt x="6660894" y="1806670"/>
                  </a:lnTo>
                  <a:lnTo>
                    <a:pt x="6589272" y="1801431"/>
                  </a:lnTo>
                  <a:lnTo>
                    <a:pt x="6517649" y="1796144"/>
                  </a:lnTo>
                  <a:lnTo>
                    <a:pt x="6446027" y="1790808"/>
                  </a:lnTo>
                  <a:lnTo>
                    <a:pt x="6374404" y="1785423"/>
                  </a:lnTo>
                  <a:lnTo>
                    <a:pt x="6302782" y="1779987"/>
                  </a:lnTo>
                  <a:lnTo>
                    <a:pt x="6231159" y="1774501"/>
                  </a:lnTo>
                  <a:lnTo>
                    <a:pt x="6159537" y="1768964"/>
                  </a:lnTo>
                  <a:lnTo>
                    <a:pt x="6087914" y="1763376"/>
                  </a:lnTo>
                  <a:lnTo>
                    <a:pt x="6016292" y="1757735"/>
                  </a:lnTo>
                  <a:lnTo>
                    <a:pt x="5944669" y="1752042"/>
                  </a:lnTo>
                  <a:lnTo>
                    <a:pt x="5873047" y="1746297"/>
                  </a:lnTo>
                  <a:lnTo>
                    <a:pt x="5801424" y="1740498"/>
                  </a:lnTo>
                  <a:lnTo>
                    <a:pt x="5729802" y="1734645"/>
                  </a:lnTo>
                  <a:lnTo>
                    <a:pt x="5658179" y="1728738"/>
                  </a:lnTo>
                  <a:lnTo>
                    <a:pt x="5586557" y="1722776"/>
                  </a:lnTo>
                  <a:lnTo>
                    <a:pt x="5514934" y="1716758"/>
                  </a:lnTo>
                  <a:lnTo>
                    <a:pt x="5443311" y="1710685"/>
                  </a:lnTo>
                  <a:lnTo>
                    <a:pt x="5371689" y="1704555"/>
                  </a:lnTo>
                  <a:lnTo>
                    <a:pt x="5300066" y="1698369"/>
                  </a:lnTo>
                  <a:lnTo>
                    <a:pt x="5228444" y="1692124"/>
                  </a:lnTo>
                  <a:lnTo>
                    <a:pt x="5156821" y="1685822"/>
                  </a:lnTo>
                  <a:lnTo>
                    <a:pt x="5085199" y="1679462"/>
                  </a:lnTo>
                  <a:lnTo>
                    <a:pt x="5013576" y="1673042"/>
                  </a:lnTo>
                  <a:lnTo>
                    <a:pt x="4941954" y="1666563"/>
                  </a:lnTo>
                  <a:lnTo>
                    <a:pt x="4870331" y="1660023"/>
                  </a:lnTo>
                  <a:lnTo>
                    <a:pt x="4798709" y="1653423"/>
                  </a:lnTo>
                  <a:lnTo>
                    <a:pt x="4727086" y="1646761"/>
                  </a:lnTo>
                  <a:lnTo>
                    <a:pt x="4655464" y="1640038"/>
                  </a:lnTo>
                  <a:lnTo>
                    <a:pt x="4583841" y="1633252"/>
                  </a:lnTo>
                  <a:lnTo>
                    <a:pt x="4512219" y="1626403"/>
                  </a:lnTo>
                  <a:lnTo>
                    <a:pt x="4440596" y="1619491"/>
                  </a:lnTo>
                  <a:lnTo>
                    <a:pt x="4368974" y="1612514"/>
                  </a:lnTo>
                  <a:lnTo>
                    <a:pt x="4297351" y="1605472"/>
                  </a:lnTo>
                  <a:lnTo>
                    <a:pt x="4225729" y="1598365"/>
                  </a:lnTo>
                  <a:lnTo>
                    <a:pt x="4154106" y="1591192"/>
                  </a:lnTo>
                  <a:lnTo>
                    <a:pt x="4082483" y="1583953"/>
                  </a:lnTo>
                  <a:lnTo>
                    <a:pt x="4010861" y="1576646"/>
                  </a:lnTo>
                  <a:lnTo>
                    <a:pt x="3939238" y="1569272"/>
                  </a:lnTo>
                  <a:lnTo>
                    <a:pt x="3867616" y="1561828"/>
                  </a:lnTo>
                  <a:lnTo>
                    <a:pt x="3795993" y="1554316"/>
                  </a:lnTo>
                  <a:lnTo>
                    <a:pt x="3724371" y="1546734"/>
                  </a:lnTo>
                  <a:lnTo>
                    <a:pt x="3652748" y="1539082"/>
                  </a:lnTo>
                  <a:lnTo>
                    <a:pt x="3581126" y="1531358"/>
                  </a:lnTo>
                  <a:lnTo>
                    <a:pt x="3509503" y="1523563"/>
                  </a:lnTo>
                  <a:lnTo>
                    <a:pt x="3437881" y="1515695"/>
                  </a:lnTo>
                  <a:lnTo>
                    <a:pt x="3366258" y="1507755"/>
                  </a:lnTo>
                  <a:lnTo>
                    <a:pt x="3294636" y="1503579"/>
                  </a:lnTo>
                  <a:lnTo>
                    <a:pt x="3223013" y="1519879"/>
                  </a:lnTo>
                  <a:lnTo>
                    <a:pt x="3151391" y="1535872"/>
                  </a:lnTo>
                  <a:lnTo>
                    <a:pt x="3079768" y="1551565"/>
                  </a:lnTo>
                  <a:lnTo>
                    <a:pt x="3008146" y="1566963"/>
                  </a:lnTo>
                  <a:lnTo>
                    <a:pt x="2936523" y="1582071"/>
                  </a:lnTo>
                  <a:lnTo>
                    <a:pt x="2864901" y="1596895"/>
                  </a:lnTo>
                  <a:lnTo>
                    <a:pt x="2793278" y="1611441"/>
                  </a:lnTo>
                  <a:lnTo>
                    <a:pt x="2721655" y="1625713"/>
                  </a:lnTo>
                  <a:lnTo>
                    <a:pt x="2650033" y="1639717"/>
                  </a:lnTo>
                  <a:lnTo>
                    <a:pt x="2578410" y="1653457"/>
                  </a:lnTo>
                  <a:lnTo>
                    <a:pt x="2506788" y="1666940"/>
                  </a:lnTo>
                  <a:lnTo>
                    <a:pt x="2435165" y="1680169"/>
                  </a:lnTo>
                  <a:lnTo>
                    <a:pt x="2363543" y="1693149"/>
                  </a:lnTo>
                  <a:lnTo>
                    <a:pt x="2291920" y="1705885"/>
                  </a:lnTo>
                  <a:lnTo>
                    <a:pt x="2220298" y="1718382"/>
                  </a:lnTo>
                  <a:lnTo>
                    <a:pt x="2148675" y="1730644"/>
                  </a:lnTo>
                  <a:lnTo>
                    <a:pt x="2077053" y="1742675"/>
                  </a:lnTo>
                  <a:lnTo>
                    <a:pt x="2005430" y="1754480"/>
                  </a:lnTo>
                  <a:lnTo>
                    <a:pt x="1933808" y="1766063"/>
                  </a:lnTo>
                  <a:lnTo>
                    <a:pt x="1862185" y="1777429"/>
                  </a:lnTo>
                  <a:lnTo>
                    <a:pt x="1790563" y="1788581"/>
                  </a:lnTo>
                  <a:lnTo>
                    <a:pt x="1718940" y="1799523"/>
                  </a:lnTo>
                  <a:lnTo>
                    <a:pt x="1647318" y="1810260"/>
                  </a:lnTo>
                  <a:lnTo>
                    <a:pt x="1575695" y="1820794"/>
                  </a:lnTo>
                  <a:lnTo>
                    <a:pt x="1504073" y="1831131"/>
                  </a:lnTo>
                  <a:lnTo>
                    <a:pt x="1432450" y="1841274"/>
                  </a:lnTo>
                  <a:lnTo>
                    <a:pt x="1360827" y="1851225"/>
                  </a:lnTo>
                  <a:lnTo>
                    <a:pt x="1289205" y="1860990"/>
                  </a:lnTo>
                  <a:lnTo>
                    <a:pt x="1217582" y="1870571"/>
                  </a:lnTo>
                  <a:lnTo>
                    <a:pt x="1145960" y="1879972"/>
                  </a:lnTo>
                  <a:lnTo>
                    <a:pt x="1074337" y="1889196"/>
                  </a:lnTo>
                  <a:lnTo>
                    <a:pt x="1002715" y="1898247"/>
                  </a:lnTo>
                  <a:lnTo>
                    <a:pt x="931092" y="1907128"/>
                  </a:lnTo>
                  <a:lnTo>
                    <a:pt x="859470" y="1915842"/>
                  </a:lnTo>
                  <a:lnTo>
                    <a:pt x="787847" y="1924392"/>
                  </a:lnTo>
                  <a:lnTo>
                    <a:pt x="716225" y="1932781"/>
                  </a:lnTo>
                  <a:lnTo>
                    <a:pt x="644602" y="1941013"/>
                  </a:lnTo>
                  <a:lnTo>
                    <a:pt x="572980" y="1949090"/>
                  </a:lnTo>
                  <a:lnTo>
                    <a:pt x="501357" y="1957015"/>
                  </a:lnTo>
                  <a:lnTo>
                    <a:pt x="429735" y="1964791"/>
                  </a:lnTo>
                  <a:lnTo>
                    <a:pt x="358112" y="1972420"/>
                  </a:lnTo>
                  <a:lnTo>
                    <a:pt x="286490" y="1979907"/>
                  </a:lnTo>
                  <a:lnTo>
                    <a:pt x="214867" y="1987253"/>
                  </a:lnTo>
                  <a:lnTo>
                    <a:pt x="143245" y="1994460"/>
                  </a:lnTo>
                  <a:lnTo>
                    <a:pt x="71622" y="2001532"/>
                  </a:lnTo>
                  <a:lnTo>
                    <a:pt x="0" y="200847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3178530"/>
              <a:ext cx="7090630" cy="1499740"/>
            </a:xfrm>
            <a:custGeom>
              <a:avLst/>
              <a:pathLst>
                <a:path w="7090630" h="1499740">
                  <a:moveTo>
                    <a:pt x="0" y="1038157"/>
                  </a:moveTo>
                  <a:lnTo>
                    <a:pt x="71622" y="1050419"/>
                  </a:lnTo>
                  <a:lnTo>
                    <a:pt x="143245" y="1062568"/>
                  </a:lnTo>
                  <a:lnTo>
                    <a:pt x="214867" y="1074606"/>
                  </a:lnTo>
                  <a:lnTo>
                    <a:pt x="286490" y="1086532"/>
                  </a:lnTo>
                  <a:lnTo>
                    <a:pt x="358112" y="1098349"/>
                  </a:lnTo>
                  <a:lnTo>
                    <a:pt x="429735" y="1110057"/>
                  </a:lnTo>
                  <a:lnTo>
                    <a:pt x="501357" y="1121658"/>
                  </a:lnTo>
                  <a:lnTo>
                    <a:pt x="572980" y="1133151"/>
                  </a:lnTo>
                  <a:lnTo>
                    <a:pt x="644602" y="1144539"/>
                  </a:lnTo>
                  <a:lnTo>
                    <a:pt x="716225" y="1155822"/>
                  </a:lnTo>
                  <a:lnTo>
                    <a:pt x="787847" y="1167001"/>
                  </a:lnTo>
                  <a:lnTo>
                    <a:pt x="859470" y="1178078"/>
                  </a:lnTo>
                  <a:lnTo>
                    <a:pt x="931092" y="1189052"/>
                  </a:lnTo>
                  <a:lnTo>
                    <a:pt x="1002715" y="1199926"/>
                  </a:lnTo>
                  <a:lnTo>
                    <a:pt x="1074337" y="1210699"/>
                  </a:lnTo>
                  <a:lnTo>
                    <a:pt x="1145960" y="1221373"/>
                  </a:lnTo>
                  <a:lnTo>
                    <a:pt x="1217582" y="1231949"/>
                  </a:lnTo>
                  <a:lnTo>
                    <a:pt x="1289205" y="1242428"/>
                  </a:lnTo>
                  <a:lnTo>
                    <a:pt x="1360827" y="1252810"/>
                  </a:lnTo>
                  <a:lnTo>
                    <a:pt x="1432450" y="1263097"/>
                  </a:lnTo>
                  <a:lnTo>
                    <a:pt x="1504073" y="1273289"/>
                  </a:lnTo>
                  <a:lnTo>
                    <a:pt x="1575695" y="1283388"/>
                  </a:lnTo>
                  <a:lnTo>
                    <a:pt x="1647318" y="1293393"/>
                  </a:lnTo>
                  <a:lnTo>
                    <a:pt x="1718940" y="1303306"/>
                  </a:lnTo>
                  <a:lnTo>
                    <a:pt x="1790563" y="1313128"/>
                  </a:lnTo>
                  <a:lnTo>
                    <a:pt x="1862185" y="1322860"/>
                  </a:lnTo>
                  <a:lnTo>
                    <a:pt x="1933808" y="1332502"/>
                  </a:lnTo>
                  <a:lnTo>
                    <a:pt x="2005430" y="1342056"/>
                  </a:lnTo>
                  <a:lnTo>
                    <a:pt x="2077053" y="1351521"/>
                  </a:lnTo>
                  <a:lnTo>
                    <a:pt x="2148675" y="1360900"/>
                  </a:lnTo>
                  <a:lnTo>
                    <a:pt x="2220298" y="1370192"/>
                  </a:lnTo>
                  <a:lnTo>
                    <a:pt x="2291920" y="1379398"/>
                  </a:lnTo>
                  <a:lnTo>
                    <a:pt x="2363543" y="1388520"/>
                  </a:lnTo>
                  <a:lnTo>
                    <a:pt x="2435165" y="1397558"/>
                  </a:lnTo>
                  <a:lnTo>
                    <a:pt x="2506788" y="1406513"/>
                  </a:lnTo>
                  <a:lnTo>
                    <a:pt x="2578410" y="1415385"/>
                  </a:lnTo>
                  <a:lnTo>
                    <a:pt x="2650033" y="1424176"/>
                  </a:lnTo>
                  <a:lnTo>
                    <a:pt x="2721655" y="1432886"/>
                  </a:lnTo>
                  <a:lnTo>
                    <a:pt x="2793278" y="1441515"/>
                  </a:lnTo>
                  <a:lnTo>
                    <a:pt x="2864901" y="1450066"/>
                  </a:lnTo>
                  <a:lnTo>
                    <a:pt x="2936523" y="1458537"/>
                  </a:lnTo>
                  <a:lnTo>
                    <a:pt x="3008146" y="1466931"/>
                  </a:lnTo>
                  <a:lnTo>
                    <a:pt x="3079768" y="1475247"/>
                  </a:lnTo>
                  <a:lnTo>
                    <a:pt x="3151391" y="1483487"/>
                  </a:lnTo>
                  <a:lnTo>
                    <a:pt x="3223013" y="1491651"/>
                  </a:lnTo>
                  <a:lnTo>
                    <a:pt x="3294636" y="1499740"/>
                  </a:lnTo>
                  <a:lnTo>
                    <a:pt x="3366258" y="1486967"/>
                  </a:lnTo>
                  <a:lnTo>
                    <a:pt x="3437881" y="1470037"/>
                  </a:lnTo>
                  <a:lnTo>
                    <a:pt x="3509503" y="1452782"/>
                  </a:lnTo>
                  <a:lnTo>
                    <a:pt x="3581126" y="1435197"/>
                  </a:lnTo>
                  <a:lnTo>
                    <a:pt x="3652748" y="1417275"/>
                  </a:lnTo>
                  <a:lnTo>
                    <a:pt x="3724371" y="1399010"/>
                  </a:lnTo>
                  <a:lnTo>
                    <a:pt x="3795993" y="1380394"/>
                  </a:lnTo>
                  <a:lnTo>
                    <a:pt x="3867616" y="1361422"/>
                  </a:lnTo>
                  <a:lnTo>
                    <a:pt x="3939238" y="1342087"/>
                  </a:lnTo>
                  <a:lnTo>
                    <a:pt x="4010861" y="1322381"/>
                  </a:lnTo>
                  <a:lnTo>
                    <a:pt x="4082483" y="1302297"/>
                  </a:lnTo>
                  <a:lnTo>
                    <a:pt x="4154106" y="1281829"/>
                  </a:lnTo>
                  <a:lnTo>
                    <a:pt x="4225729" y="1260969"/>
                  </a:lnTo>
                  <a:lnTo>
                    <a:pt x="4297351" y="1239709"/>
                  </a:lnTo>
                  <a:lnTo>
                    <a:pt x="4368974" y="1218042"/>
                  </a:lnTo>
                  <a:lnTo>
                    <a:pt x="4440596" y="1195959"/>
                  </a:lnTo>
                  <a:lnTo>
                    <a:pt x="4512219" y="1173454"/>
                  </a:lnTo>
                  <a:lnTo>
                    <a:pt x="4583841" y="1150517"/>
                  </a:lnTo>
                  <a:lnTo>
                    <a:pt x="4655464" y="1127141"/>
                  </a:lnTo>
                  <a:lnTo>
                    <a:pt x="4727086" y="1103317"/>
                  </a:lnTo>
                  <a:lnTo>
                    <a:pt x="4798709" y="1079037"/>
                  </a:lnTo>
                  <a:lnTo>
                    <a:pt x="4870331" y="1054291"/>
                  </a:lnTo>
                  <a:lnTo>
                    <a:pt x="4941954" y="1029072"/>
                  </a:lnTo>
                  <a:lnTo>
                    <a:pt x="5013576" y="1003369"/>
                  </a:lnTo>
                  <a:lnTo>
                    <a:pt x="5085199" y="977174"/>
                  </a:lnTo>
                  <a:lnTo>
                    <a:pt x="5156821" y="950477"/>
                  </a:lnTo>
                  <a:lnTo>
                    <a:pt x="5228444" y="923269"/>
                  </a:lnTo>
                  <a:lnTo>
                    <a:pt x="5300066" y="895539"/>
                  </a:lnTo>
                  <a:lnTo>
                    <a:pt x="5371689" y="867278"/>
                  </a:lnTo>
                  <a:lnTo>
                    <a:pt x="5443311" y="838476"/>
                  </a:lnTo>
                  <a:lnTo>
                    <a:pt x="5514934" y="809121"/>
                  </a:lnTo>
                  <a:lnTo>
                    <a:pt x="5586557" y="779205"/>
                  </a:lnTo>
                  <a:lnTo>
                    <a:pt x="5658179" y="748715"/>
                  </a:lnTo>
                  <a:lnTo>
                    <a:pt x="5729802" y="717641"/>
                  </a:lnTo>
                  <a:lnTo>
                    <a:pt x="5801424" y="685972"/>
                  </a:lnTo>
                  <a:lnTo>
                    <a:pt x="5873047" y="653696"/>
                  </a:lnTo>
                  <a:lnTo>
                    <a:pt x="5944669" y="620802"/>
                  </a:lnTo>
                  <a:lnTo>
                    <a:pt x="6016292" y="587278"/>
                  </a:lnTo>
                  <a:lnTo>
                    <a:pt x="6087914" y="553111"/>
                  </a:lnTo>
                  <a:lnTo>
                    <a:pt x="6159537" y="518290"/>
                  </a:lnTo>
                  <a:lnTo>
                    <a:pt x="6231159" y="482801"/>
                  </a:lnTo>
                  <a:lnTo>
                    <a:pt x="6302782" y="446633"/>
                  </a:lnTo>
                  <a:lnTo>
                    <a:pt x="6374404" y="409772"/>
                  </a:lnTo>
                  <a:lnTo>
                    <a:pt x="6446027" y="372205"/>
                  </a:lnTo>
                  <a:lnTo>
                    <a:pt x="6517649" y="333918"/>
                  </a:lnTo>
                  <a:lnTo>
                    <a:pt x="6589272" y="294897"/>
                  </a:lnTo>
                  <a:lnTo>
                    <a:pt x="6660894" y="255129"/>
                  </a:lnTo>
                  <a:lnTo>
                    <a:pt x="6732517" y="214599"/>
                  </a:lnTo>
                  <a:lnTo>
                    <a:pt x="6804139" y="173292"/>
                  </a:lnTo>
                  <a:lnTo>
                    <a:pt x="6875762" y="131194"/>
                  </a:lnTo>
                  <a:lnTo>
                    <a:pt x="6947385" y="88290"/>
                  </a:lnTo>
                  <a:lnTo>
                    <a:pt x="7019007" y="44564"/>
                  </a:lnTo>
                  <a:lnTo>
                    <a:pt x="709063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682109"/>
              <a:ext cx="7090630" cy="504892"/>
            </a:xfrm>
            <a:custGeom>
              <a:avLst/>
              <a:pathLst>
                <a:path w="7090630" h="504892">
                  <a:moveTo>
                    <a:pt x="7090630" y="333523"/>
                  </a:moveTo>
                  <a:lnTo>
                    <a:pt x="7019007" y="328567"/>
                  </a:lnTo>
                  <a:lnTo>
                    <a:pt x="6947385" y="323565"/>
                  </a:lnTo>
                  <a:lnTo>
                    <a:pt x="6875762" y="318517"/>
                  </a:lnTo>
                  <a:lnTo>
                    <a:pt x="6804139" y="313422"/>
                  </a:lnTo>
                  <a:lnTo>
                    <a:pt x="6732517" y="308280"/>
                  </a:lnTo>
                  <a:lnTo>
                    <a:pt x="6660894" y="303090"/>
                  </a:lnTo>
                  <a:lnTo>
                    <a:pt x="6589272" y="297852"/>
                  </a:lnTo>
                  <a:lnTo>
                    <a:pt x="6517649" y="292565"/>
                  </a:lnTo>
                  <a:lnTo>
                    <a:pt x="6446027" y="287229"/>
                  </a:lnTo>
                  <a:lnTo>
                    <a:pt x="6374404" y="281843"/>
                  </a:lnTo>
                  <a:lnTo>
                    <a:pt x="6302782" y="276408"/>
                  </a:lnTo>
                  <a:lnTo>
                    <a:pt x="6231159" y="270921"/>
                  </a:lnTo>
                  <a:lnTo>
                    <a:pt x="6159537" y="265384"/>
                  </a:lnTo>
                  <a:lnTo>
                    <a:pt x="6087914" y="259796"/>
                  </a:lnTo>
                  <a:lnTo>
                    <a:pt x="6016292" y="254156"/>
                  </a:lnTo>
                  <a:lnTo>
                    <a:pt x="5944669" y="248463"/>
                  </a:lnTo>
                  <a:lnTo>
                    <a:pt x="5873047" y="242717"/>
                  </a:lnTo>
                  <a:lnTo>
                    <a:pt x="5801424" y="236918"/>
                  </a:lnTo>
                  <a:lnTo>
                    <a:pt x="5729802" y="231065"/>
                  </a:lnTo>
                  <a:lnTo>
                    <a:pt x="5658179" y="225158"/>
                  </a:lnTo>
                  <a:lnTo>
                    <a:pt x="5586557" y="219196"/>
                  </a:lnTo>
                  <a:lnTo>
                    <a:pt x="5514934" y="213179"/>
                  </a:lnTo>
                  <a:lnTo>
                    <a:pt x="5443311" y="207105"/>
                  </a:lnTo>
                  <a:lnTo>
                    <a:pt x="5371689" y="200976"/>
                  </a:lnTo>
                  <a:lnTo>
                    <a:pt x="5300066" y="194789"/>
                  </a:lnTo>
                  <a:lnTo>
                    <a:pt x="5228444" y="188545"/>
                  </a:lnTo>
                  <a:lnTo>
                    <a:pt x="5156821" y="182243"/>
                  </a:lnTo>
                  <a:lnTo>
                    <a:pt x="5085199" y="175882"/>
                  </a:lnTo>
                  <a:lnTo>
                    <a:pt x="5013576" y="169462"/>
                  </a:lnTo>
                  <a:lnTo>
                    <a:pt x="4941954" y="162983"/>
                  </a:lnTo>
                  <a:lnTo>
                    <a:pt x="4870331" y="156443"/>
                  </a:lnTo>
                  <a:lnTo>
                    <a:pt x="4798709" y="149843"/>
                  </a:lnTo>
                  <a:lnTo>
                    <a:pt x="4727086" y="143182"/>
                  </a:lnTo>
                  <a:lnTo>
                    <a:pt x="4655464" y="136458"/>
                  </a:lnTo>
                  <a:lnTo>
                    <a:pt x="4583841" y="129672"/>
                  </a:lnTo>
                  <a:lnTo>
                    <a:pt x="4512219" y="122823"/>
                  </a:lnTo>
                  <a:lnTo>
                    <a:pt x="4440596" y="115911"/>
                  </a:lnTo>
                  <a:lnTo>
                    <a:pt x="4368974" y="108934"/>
                  </a:lnTo>
                  <a:lnTo>
                    <a:pt x="4297351" y="101893"/>
                  </a:lnTo>
                  <a:lnTo>
                    <a:pt x="4225729" y="94786"/>
                  </a:lnTo>
                  <a:lnTo>
                    <a:pt x="4154106" y="87613"/>
                  </a:lnTo>
                  <a:lnTo>
                    <a:pt x="4082483" y="80373"/>
                  </a:lnTo>
                  <a:lnTo>
                    <a:pt x="4010861" y="73066"/>
                  </a:lnTo>
                  <a:lnTo>
                    <a:pt x="3939238" y="65692"/>
                  </a:lnTo>
                  <a:lnTo>
                    <a:pt x="3867616" y="58249"/>
                  </a:lnTo>
                  <a:lnTo>
                    <a:pt x="3795993" y="50736"/>
                  </a:lnTo>
                  <a:lnTo>
                    <a:pt x="3724371" y="43154"/>
                  </a:lnTo>
                  <a:lnTo>
                    <a:pt x="3652748" y="35502"/>
                  </a:lnTo>
                  <a:lnTo>
                    <a:pt x="3581126" y="27778"/>
                  </a:lnTo>
                  <a:lnTo>
                    <a:pt x="3509503" y="19983"/>
                  </a:lnTo>
                  <a:lnTo>
                    <a:pt x="3437881" y="12116"/>
                  </a:lnTo>
                  <a:lnTo>
                    <a:pt x="3366258" y="4175"/>
                  </a:lnTo>
                  <a:lnTo>
                    <a:pt x="3294636" y="0"/>
                  </a:lnTo>
                  <a:lnTo>
                    <a:pt x="3223013" y="16299"/>
                  </a:lnTo>
                  <a:lnTo>
                    <a:pt x="3151391" y="32293"/>
                  </a:lnTo>
                  <a:lnTo>
                    <a:pt x="3079768" y="47985"/>
                  </a:lnTo>
                  <a:lnTo>
                    <a:pt x="3008146" y="63383"/>
                  </a:lnTo>
                  <a:lnTo>
                    <a:pt x="2936523" y="78491"/>
                  </a:lnTo>
                  <a:lnTo>
                    <a:pt x="2864901" y="93315"/>
                  </a:lnTo>
                  <a:lnTo>
                    <a:pt x="2793278" y="107861"/>
                  </a:lnTo>
                  <a:lnTo>
                    <a:pt x="2721655" y="122133"/>
                  </a:lnTo>
                  <a:lnTo>
                    <a:pt x="2650033" y="136137"/>
                  </a:lnTo>
                  <a:lnTo>
                    <a:pt x="2578410" y="149878"/>
                  </a:lnTo>
                  <a:lnTo>
                    <a:pt x="2506788" y="163360"/>
                  </a:lnTo>
                  <a:lnTo>
                    <a:pt x="2435165" y="176589"/>
                  </a:lnTo>
                  <a:lnTo>
                    <a:pt x="2363543" y="189569"/>
                  </a:lnTo>
                  <a:lnTo>
                    <a:pt x="2291920" y="202305"/>
                  </a:lnTo>
                  <a:lnTo>
                    <a:pt x="2220298" y="214802"/>
                  </a:lnTo>
                  <a:lnTo>
                    <a:pt x="2148675" y="227064"/>
                  </a:lnTo>
                  <a:lnTo>
                    <a:pt x="2077053" y="239095"/>
                  </a:lnTo>
                  <a:lnTo>
                    <a:pt x="2005430" y="250900"/>
                  </a:lnTo>
                  <a:lnTo>
                    <a:pt x="1933808" y="262484"/>
                  </a:lnTo>
                  <a:lnTo>
                    <a:pt x="1862185" y="273849"/>
                  </a:lnTo>
                  <a:lnTo>
                    <a:pt x="1790563" y="285001"/>
                  </a:lnTo>
                  <a:lnTo>
                    <a:pt x="1718940" y="295943"/>
                  </a:lnTo>
                  <a:lnTo>
                    <a:pt x="1647318" y="306680"/>
                  </a:lnTo>
                  <a:lnTo>
                    <a:pt x="1575695" y="317215"/>
                  </a:lnTo>
                  <a:lnTo>
                    <a:pt x="1504073" y="327551"/>
                  </a:lnTo>
                  <a:lnTo>
                    <a:pt x="1432450" y="337694"/>
                  </a:lnTo>
                  <a:lnTo>
                    <a:pt x="1360827" y="347646"/>
                  </a:lnTo>
                  <a:lnTo>
                    <a:pt x="1289205" y="357410"/>
                  </a:lnTo>
                  <a:lnTo>
                    <a:pt x="1217582" y="366991"/>
                  </a:lnTo>
                  <a:lnTo>
                    <a:pt x="1145960" y="376392"/>
                  </a:lnTo>
                  <a:lnTo>
                    <a:pt x="1074337" y="385617"/>
                  </a:lnTo>
                  <a:lnTo>
                    <a:pt x="1002715" y="394668"/>
                  </a:lnTo>
                  <a:lnTo>
                    <a:pt x="931092" y="403548"/>
                  </a:lnTo>
                  <a:lnTo>
                    <a:pt x="859470" y="412262"/>
                  </a:lnTo>
                  <a:lnTo>
                    <a:pt x="787847" y="420812"/>
                  </a:lnTo>
                  <a:lnTo>
                    <a:pt x="716225" y="429201"/>
                  </a:lnTo>
                  <a:lnTo>
                    <a:pt x="644602" y="437433"/>
                  </a:lnTo>
                  <a:lnTo>
                    <a:pt x="572980" y="445510"/>
                  </a:lnTo>
                  <a:lnTo>
                    <a:pt x="501357" y="453435"/>
                  </a:lnTo>
                  <a:lnTo>
                    <a:pt x="429735" y="461211"/>
                  </a:lnTo>
                  <a:lnTo>
                    <a:pt x="358112" y="468841"/>
                  </a:lnTo>
                  <a:lnTo>
                    <a:pt x="286490" y="476327"/>
                  </a:lnTo>
                  <a:lnTo>
                    <a:pt x="214867" y="483673"/>
                  </a:lnTo>
                  <a:lnTo>
                    <a:pt x="143245" y="490881"/>
                  </a:lnTo>
                  <a:lnTo>
                    <a:pt x="71622" y="497953"/>
                  </a:lnTo>
                  <a:lnTo>
                    <a:pt x="0" y="50489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424515"/>
              <a:ext cx="7090630" cy="429965"/>
            </a:xfrm>
            <a:custGeom>
              <a:avLst/>
              <a:pathLst>
                <a:path w="7090630" h="429965">
                  <a:moveTo>
                    <a:pt x="0" y="429965"/>
                  </a:moveTo>
                  <a:lnTo>
                    <a:pt x="71622" y="426576"/>
                  </a:lnTo>
                  <a:lnTo>
                    <a:pt x="143245" y="423171"/>
                  </a:lnTo>
                  <a:lnTo>
                    <a:pt x="214867" y="419748"/>
                  </a:lnTo>
                  <a:lnTo>
                    <a:pt x="286490" y="416310"/>
                  </a:lnTo>
                  <a:lnTo>
                    <a:pt x="358112" y="412854"/>
                  </a:lnTo>
                  <a:lnTo>
                    <a:pt x="429735" y="409382"/>
                  </a:lnTo>
                  <a:lnTo>
                    <a:pt x="501357" y="405893"/>
                  </a:lnTo>
                  <a:lnTo>
                    <a:pt x="572980" y="402386"/>
                  </a:lnTo>
                  <a:lnTo>
                    <a:pt x="644602" y="398863"/>
                  </a:lnTo>
                  <a:lnTo>
                    <a:pt x="716225" y="395322"/>
                  </a:lnTo>
                  <a:lnTo>
                    <a:pt x="787847" y="391765"/>
                  </a:lnTo>
                  <a:lnTo>
                    <a:pt x="859470" y="388189"/>
                  </a:lnTo>
                  <a:lnTo>
                    <a:pt x="931092" y="384597"/>
                  </a:lnTo>
                  <a:lnTo>
                    <a:pt x="1002715" y="380987"/>
                  </a:lnTo>
                  <a:lnTo>
                    <a:pt x="1074337" y="377359"/>
                  </a:lnTo>
                  <a:lnTo>
                    <a:pt x="1145960" y="373713"/>
                  </a:lnTo>
                  <a:lnTo>
                    <a:pt x="1217582" y="370050"/>
                  </a:lnTo>
                  <a:lnTo>
                    <a:pt x="1289205" y="366369"/>
                  </a:lnTo>
                  <a:lnTo>
                    <a:pt x="1360827" y="362670"/>
                  </a:lnTo>
                  <a:lnTo>
                    <a:pt x="1432450" y="358953"/>
                  </a:lnTo>
                  <a:lnTo>
                    <a:pt x="1504073" y="355218"/>
                  </a:lnTo>
                  <a:lnTo>
                    <a:pt x="1575695" y="351464"/>
                  </a:lnTo>
                  <a:lnTo>
                    <a:pt x="1647318" y="347692"/>
                  </a:lnTo>
                  <a:lnTo>
                    <a:pt x="1718940" y="343902"/>
                  </a:lnTo>
                  <a:lnTo>
                    <a:pt x="1790563" y="340093"/>
                  </a:lnTo>
                  <a:lnTo>
                    <a:pt x="1862185" y="336266"/>
                  </a:lnTo>
                  <a:lnTo>
                    <a:pt x="1933808" y="332420"/>
                  </a:lnTo>
                  <a:lnTo>
                    <a:pt x="2005430" y="328556"/>
                  </a:lnTo>
                  <a:lnTo>
                    <a:pt x="2077053" y="324672"/>
                  </a:lnTo>
                  <a:lnTo>
                    <a:pt x="2148675" y="320770"/>
                  </a:lnTo>
                  <a:lnTo>
                    <a:pt x="2220298" y="316848"/>
                  </a:lnTo>
                  <a:lnTo>
                    <a:pt x="2291920" y="312907"/>
                  </a:lnTo>
                  <a:lnTo>
                    <a:pt x="2363543" y="308948"/>
                  </a:lnTo>
                  <a:lnTo>
                    <a:pt x="2435165" y="304968"/>
                  </a:lnTo>
                  <a:lnTo>
                    <a:pt x="2506788" y="300970"/>
                  </a:lnTo>
                  <a:lnTo>
                    <a:pt x="2578410" y="296952"/>
                  </a:lnTo>
                  <a:lnTo>
                    <a:pt x="2650033" y="292914"/>
                  </a:lnTo>
                  <a:lnTo>
                    <a:pt x="2721655" y="288857"/>
                  </a:lnTo>
                  <a:lnTo>
                    <a:pt x="2793278" y="284779"/>
                  </a:lnTo>
                  <a:lnTo>
                    <a:pt x="2864901" y="280682"/>
                  </a:lnTo>
                  <a:lnTo>
                    <a:pt x="2936523" y="276565"/>
                  </a:lnTo>
                  <a:lnTo>
                    <a:pt x="3008146" y="272428"/>
                  </a:lnTo>
                  <a:lnTo>
                    <a:pt x="3079768" y="268271"/>
                  </a:lnTo>
                  <a:lnTo>
                    <a:pt x="3151391" y="264093"/>
                  </a:lnTo>
                  <a:lnTo>
                    <a:pt x="3223013" y="259895"/>
                  </a:lnTo>
                  <a:lnTo>
                    <a:pt x="3294636" y="255677"/>
                  </a:lnTo>
                  <a:lnTo>
                    <a:pt x="3366258" y="251438"/>
                  </a:lnTo>
                  <a:lnTo>
                    <a:pt x="3437881" y="247178"/>
                  </a:lnTo>
                  <a:lnTo>
                    <a:pt x="3509503" y="242897"/>
                  </a:lnTo>
                  <a:lnTo>
                    <a:pt x="3581126" y="238596"/>
                  </a:lnTo>
                  <a:lnTo>
                    <a:pt x="3652748" y="234274"/>
                  </a:lnTo>
                  <a:lnTo>
                    <a:pt x="3724371" y="229930"/>
                  </a:lnTo>
                  <a:lnTo>
                    <a:pt x="3795993" y="225566"/>
                  </a:lnTo>
                  <a:lnTo>
                    <a:pt x="3867616" y="221180"/>
                  </a:lnTo>
                  <a:lnTo>
                    <a:pt x="3939238" y="216772"/>
                  </a:lnTo>
                  <a:lnTo>
                    <a:pt x="4010861" y="212344"/>
                  </a:lnTo>
                  <a:lnTo>
                    <a:pt x="4082483" y="207893"/>
                  </a:lnTo>
                  <a:lnTo>
                    <a:pt x="4154106" y="203421"/>
                  </a:lnTo>
                  <a:lnTo>
                    <a:pt x="4225729" y="198927"/>
                  </a:lnTo>
                  <a:lnTo>
                    <a:pt x="4297351" y="194411"/>
                  </a:lnTo>
                  <a:lnTo>
                    <a:pt x="4368974" y="189873"/>
                  </a:lnTo>
                  <a:lnTo>
                    <a:pt x="4440596" y="185313"/>
                  </a:lnTo>
                  <a:lnTo>
                    <a:pt x="4512219" y="180731"/>
                  </a:lnTo>
                  <a:lnTo>
                    <a:pt x="4583841" y="176127"/>
                  </a:lnTo>
                  <a:lnTo>
                    <a:pt x="4655464" y="171499"/>
                  </a:lnTo>
                  <a:lnTo>
                    <a:pt x="4727086" y="166850"/>
                  </a:lnTo>
                  <a:lnTo>
                    <a:pt x="4798709" y="162177"/>
                  </a:lnTo>
                  <a:lnTo>
                    <a:pt x="4870331" y="157482"/>
                  </a:lnTo>
                  <a:lnTo>
                    <a:pt x="4941954" y="152764"/>
                  </a:lnTo>
                  <a:lnTo>
                    <a:pt x="5013576" y="148023"/>
                  </a:lnTo>
                  <a:lnTo>
                    <a:pt x="5085199" y="143259"/>
                  </a:lnTo>
                  <a:lnTo>
                    <a:pt x="5156821" y="138472"/>
                  </a:lnTo>
                  <a:lnTo>
                    <a:pt x="5228444" y="133661"/>
                  </a:lnTo>
                  <a:lnTo>
                    <a:pt x="5300066" y="128827"/>
                  </a:lnTo>
                  <a:lnTo>
                    <a:pt x="5371689" y="123969"/>
                  </a:lnTo>
                  <a:lnTo>
                    <a:pt x="5443311" y="119087"/>
                  </a:lnTo>
                  <a:lnTo>
                    <a:pt x="5514934" y="114182"/>
                  </a:lnTo>
                  <a:lnTo>
                    <a:pt x="5586557" y="109253"/>
                  </a:lnTo>
                  <a:lnTo>
                    <a:pt x="5658179" y="104300"/>
                  </a:lnTo>
                  <a:lnTo>
                    <a:pt x="5729802" y="99322"/>
                  </a:lnTo>
                  <a:lnTo>
                    <a:pt x="5801424" y="94320"/>
                  </a:lnTo>
                  <a:lnTo>
                    <a:pt x="5873047" y="89294"/>
                  </a:lnTo>
                  <a:lnTo>
                    <a:pt x="5944669" y="84244"/>
                  </a:lnTo>
                  <a:lnTo>
                    <a:pt x="6016292" y="79168"/>
                  </a:lnTo>
                  <a:lnTo>
                    <a:pt x="6087914" y="74068"/>
                  </a:lnTo>
                  <a:lnTo>
                    <a:pt x="6159537" y="68943"/>
                  </a:lnTo>
                  <a:lnTo>
                    <a:pt x="6231159" y="63793"/>
                  </a:lnTo>
                  <a:lnTo>
                    <a:pt x="6302782" y="58618"/>
                  </a:lnTo>
                  <a:lnTo>
                    <a:pt x="6374404" y="53418"/>
                  </a:lnTo>
                  <a:lnTo>
                    <a:pt x="6446027" y="48192"/>
                  </a:lnTo>
                  <a:lnTo>
                    <a:pt x="6517649" y="42941"/>
                  </a:lnTo>
                  <a:lnTo>
                    <a:pt x="6589272" y="37665"/>
                  </a:lnTo>
                  <a:lnTo>
                    <a:pt x="6660894" y="32362"/>
                  </a:lnTo>
                  <a:lnTo>
                    <a:pt x="6732517" y="27034"/>
                  </a:lnTo>
                  <a:lnTo>
                    <a:pt x="6804139" y="21679"/>
                  </a:lnTo>
                  <a:lnTo>
                    <a:pt x="6875762" y="16299"/>
                  </a:lnTo>
                  <a:lnTo>
                    <a:pt x="6947385" y="10892"/>
                  </a:lnTo>
                  <a:lnTo>
                    <a:pt x="7019007" y="5459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47789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3947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7698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90012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03044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953669" y="5785772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4557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814957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987536" y="5925448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75974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669789"/>
              <a:ext cx="198287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2026-09-28T16:51:13Z</dcterms:modified>
  <cp:category/>
</cp:coreProperties>
</file>