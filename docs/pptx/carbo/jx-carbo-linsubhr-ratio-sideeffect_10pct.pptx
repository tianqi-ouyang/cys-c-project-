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08327"/>
            </a:xfrm>
            <a:custGeom>
              <a:avLst/>
              <a:pathLst>
                <a:path w="7090630" h="3408327">
                  <a:moveTo>
                    <a:pt x="1119380" y="0"/>
                  </a:moveTo>
                  <a:lnTo>
                    <a:pt x="1145960" y="59775"/>
                  </a:lnTo>
                  <a:lnTo>
                    <a:pt x="1217582" y="213611"/>
                  </a:lnTo>
                  <a:lnTo>
                    <a:pt x="1289205" y="360536"/>
                  </a:lnTo>
                  <a:lnTo>
                    <a:pt x="1360827" y="500859"/>
                  </a:lnTo>
                  <a:lnTo>
                    <a:pt x="1432450" y="634878"/>
                  </a:lnTo>
                  <a:lnTo>
                    <a:pt x="1504073" y="762875"/>
                  </a:lnTo>
                  <a:lnTo>
                    <a:pt x="1575695" y="885122"/>
                  </a:lnTo>
                  <a:lnTo>
                    <a:pt x="1647318" y="1001876"/>
                  </a:lnTo>
                  <a:lnTo>
                    <a:pt x="1718940" y="1113384"/>
                  </a:lnTo>
                  <a:lnTo>
                    <a:pt x="1790563" y="1219883"/>
                  </a:lnTo>
                  <a:lnTo>
                    <a:pt x="1862185" y="1321596"/>
                  </a:lnTo>
                  <a:lnTo>
                    <a:pt x="1933808" y="1418740"/>
                  </a:lnTo>
                  <a:lnTo>
                    <a:pt x="2005430" y="1511519"/>
                  </a:lnTo>
                  <a:lnTo>
                    <a:pt x="2077053" y="1600130"/>
                  </a:lnTo>
                  <a:lnTo>
                    <a:pt x="2148675" y="1684759"/>
                  </a:lnTo>
                  <a:lnTo>
                    <a:pt x="2220298" y="1765586"/>
                  </a:lnTo>
                  <a:lnTo>
                    <a:pt x="2291920" y="1842782"/>
                  </a:lnTo>
                  <a:lnTo>
                    <a:pt x="2363543" y="1916509"/>
                  </a:lnTo>
                  <a:lnTo>
                    <a:pt x="2435165" y="1986924"/>
                  </a:lnTo>
                  <a:lnTo>
                    <a:pt x="2506788" y="2054175"/>
                  </a:lnTo>
                  <a:lnTo>
                    <a:pt x="2578410" y="2118404"/>
                  </a:lnTo>
                  <a:lnTo>
                    <a:pt x="2650033" y="2179748"/>
                  </a:lnTo>
                  <a:lnTo>
                    <a:pt x="2721655" y="2238335"/>
                  </a:lnTo>
                  <a:lnTo>
                    <a:pt x="2793278" y="2294291"/>
                  </a:lnTo>
                  <a:lnTo>
                    <a:pt x="2864901" y="2347732"/>
                  </a:lnTo>
                  <a:lnTo>
                    <a:pt x="2936523" y="2398772"/>
                  </a:lnTo>
                  <a:lnTo>
                    <a:pt x="3008146" y="2447519"/>
                  </a:lnTo>
                  <a:lnTo>
                    <a:pt x="3079768" y="2494076"/>
                  </a:lnTo>
                  <a:lnTo>
                    <a:pt x="3151391" y="2538541"/>
                  </a:lnTo>
                  <a:lnTo>
                    <a:pt x="3223013" y="2581008"/>
                  </a:lnTo>
                  <a:lnTo>
                    <a:pt x="3294636" y="2621568"/>
                  </a:lnTo>
                  <a:lnTo>
                    <a:pt x="3366258" y="2656696"/>
                  </a:lnTo>
                  <a:lnTo>
                    <a:pt x="3437881" y="2671761"/>
                  </a:lnTo>
                  <a:lnTo>
                    <a:pt x="3509503" y="2686551"/>
                  </a:lnTo>
                  <a:lnTo>
                    <a:pt x="3581126" y="2701071"/>
                  </a:lnTo>
                  <a:lnTo>
                    <a:pt x="3652748" y="2715327"/>
                  </a:lnTo>
                  <a:lnTo>
                    <a:pt x="3724371" y="2729324"/>
                  </a:lnTo>
                  <a:lnTo>
                    <a:pt x="3795993" y="2743065"/>
                  </a:lnTo>
                  <a:lnTo>
                    <a:pt x="3867616" y="2756557"/>
                  </a:lnTo>
                  <a:lnTo>
                    <a:pt x="3939238" y="2769802"/>
                  </a:lnTo>
                  <a:lnTo>
                    <a:pt x="4010861" y="2782806"/>
                  </a:lnTo>
                  <a:lnTo>
                    <a:pt x="4082483" y="2795574"/>
                  </a:lnTo>
                  <a:lnTo>
                    <a:pt x="4154106" y="2808109"/>
                  </a:lnTo>
                  <a:lnTo>
                    <a:pt x="4225729" y="2820415"/>
                  </a:lnTo>
                  <a:lnTo>
                    <a:pt x="4297351" y="2832497"/>
                  </a:lnTo>
                  <a:lnTo>
                    <a:pt x="4368974" y="2844360"/>
                  </a:lnTo>
                  <a:lnTo>
                    <a:pt x="4440596" y="2856006"/>
                  </a:lnTo>
                  <a:lnTo>
                    <a:pt x="4512219" y="2867440"/>
                  </a:lnTo>
                  <a:lnTo>
                    <a:pt x="4583841" y="2878666"/>
                  </a:lnTo>
                  <a:lnTo>
                    <a:pt x="4655464" y="2889687"/>
                  </a:lnTo>
                  <a:lnTo>
                    <a:pt x="4727086" y="2900508"/>
                  </a:lnTo>
                  <a:lnTo>
                    <a:pt x="4798709" y="2911131"/>
                  </a:lnTo>
                  <a:lnTo>
                    <a:pt x="4870331" y="2921561"/>
                  </a:lnTo>
                  <a:lnTo>
                    <a:pt x="4941954" y="2931801"/>
                  </a:lnTo>
                  <a:lnTo>
                    <a:pt x="5013576" y="2941855"/>
                  </a:lnTo>
                  <a:lnTo>
                    <a:pt x="5085199" y="2951725"/>
                  </a:lnTo>
                  <a:lnTo>
                    <a:pt x="5156821" y="2961416"/>
                  </a:lnTo>
                  <a:lnTo>
                    <a:pt x="5228444" y="2970930"/>
                  </a:lnTo>
                  <a:lnTo>
                    <a:pt x="5300066" y="2980271"/>
                  </a:lnTo>
                  <a:lnTo>
                    <a:pt x="5371689" y="2989441"/>
                  </a:lnTo>
                  <a:lnTo>
                    <a:pt x="5443311" y="2998445"/>
                  </a:lnTo>
                  <a:lnTo>
                    <a:pt x="5514934" y="3007284"/>
                  </a:lnTo>
                  <a:lnTo>
                    <a:pt x="5586557" y="3015963"/>
                  </a:lnTo>
                  <a:lnTo>
                    <a:pt x="5658179" y="3024483"/>
                  </a:lnTo>
                  <a:lnTo>
                    <a:pt x="5729802" y="3032849"/>
                  </a:lnTo>
                  <a:lnTo>
                    <a:pt x="5801424" y="3041062"/>
                  </a:lnTo>
                  <a:lnTo>
                    <a:pt x="5873047" y="3049125"/>
                  </a:lnTo>
                  <a:lnTo>
                    <a:pt x="5944669" y="3057042"/>
                  </a:lnTo>
                  <a:lnTo>
                    <a:pt x="6016292" y="3064814"/>
                  </a:lnTo>
                  <a:lnTo>
                    <a:pt x="6087914" y="3072445"/>
                  </a:lnTo>
                  <a:lnTo>
                    <a:pt x="6159537" y="3079936"/>
                  </a:lnTo>
                  <a:lnTo>
                    <a:pt x="6231159" y="3087291"/>
                  </a:lnTo>
                  <a:lnTo>
                    <a:pt x="6302782" y="3094513"/>
                  </a:lnTo>
                  <a:lnTo>
                    <a:pt x="6374404" y="3101603"/>
                  </a:lnTo>
                  <a:lnTo>
                    <a:pt x="6446027" y="3108563"/>
                  </a:lnTo>
                  <a:lnTo>
                    <a:pt x="6517649" y="3115397"/>
                  </a:lnTo>
                  <a:lnTo>
                    <a:pt x="6589272" y="3122106"/>
                  </a:lnTo>
                  <a:lnTo>
                    <a:pt x="6660894" y="3128693"/>
                  </a:lnTo>
                  <a:lnTo>
                    <a:pt x="6732517" y="3135161"/>
                  </a:lnTo>
                  <a:lnTo>
                    <a:pt x="6804139" y="3141510"/>
                  </a:lnTo>
                  <a:lnTo>
                    <a:pt x="6875762" y="3147744"/>
                  </a:lnTo>
                  <a:lnTo>
                    <a:pt x="6947385" y="3153864"/>
                  </a:lnTo>
                  <a:lnTo>
                    <a:pt x="7019007" y="3159873"/>
                  </a:lnTo>
                  <a:lnTo>
                    <a:pt x="7090630" y="3165772"/>
                  </a:lnTo>
                  <a:lnTo>
                    <a:pt x="7090630" y="3408327"/>
                  </a:lnTo>
                  <a:lnTo>
                    <a:pt x="7019007" y="3404779"/>
                  </a:lnTo>
                  <a:lnTo>
                    <a:pt x="6947385" y="3401064"/>
                  </a:lnTo>
                  <a:lnTo>
                    <a:pt x="6875762" y="3397175"/>
                  </a:lnTo>
                  <a:lnTo>
                    <a:pt x="6804139" y="3393102"/>
                  </a:lnTo>
                  <a:lnTo>
                    <a:pt x="6732517" y="3388838"/>
                  </a:lnTo>
                  <a:lnTo>
                    <a:pt x="6660894" y="3384373"/>
                  </a:lnTo>
                  <a:lnTo>
                    <a:pt x="6589272" y="3379698"/>
                  </a:lnTo>
                  <a:lnTo>
                    <a:pt x="6517649" y="3374804"/>
                  </a:lnTo>
                  <a:lnTo>
                    <a:pt x="6446027" y="3369679"/>
                  </a:lnTo>
                  <a:lnTo>
                    <a:pt x="6374404" y="3364313"/>
                  </a:lnTo>
                  <a:lnTo>
                    <a:pt x="6302782" y="3358694"/>
                  </a:lnTo>
                  <a:lnTo>
                    <a:pt x="6231159" y="3352811"/>
                  </a:lnTo>
                  <a:lnTo>
                    <a:pt x="6159537" y="3346652"/>
                  </a:lnTo>
                  <a:lnTo>
                    <a:pt x="6087914" y="3340203"/>
                  </a:lnTo>
                  <a:lnTo>
                    <a:pt x="6016292" y="3333450"/>
                  </a:lnTo>
                  <a:lnTo>
                    <a:pt x="5944669" y="3326380"/>
                  </a:lnTo>
                  <a:lnTo>
                    <a:pt x="5873047" y="3318977"/>
                  </a:lnTo>
                  <a:lnTo>
                    <a:pt x="5801424" y="3311225"/>
                  </a:lnTo>
                  <a:lnTo>
                    <a:pt x="5729802" y="3303109"/>
                  </a:lnTo>
                  <a:lnTo>
                    <a:pt x="5658179" y="3294612"/>
                  </a:lnTo>
                  <a:lnTo>
                    <a:pt x="5586557" y="3285714"/>
                  </a:lnTo>
                  <a:lnTo>
                    <a:pt x="5514934" y="3276398"/>
                  </a:lnTo>
                  <a:lnTo>
                    <a:pt x="5443311" y="3266644"/>
                  </a:lnTo>
                  <a:lnTo>
                    <a:pt x="5371689" y="3256431"/>
                  </a:lnTo>
                  <a:lnTo>
                    <a:pt x="5300066" y="3245737"/>
                  </a:lnTo>
                  <a:lnTo>
                    <a:pt x="5228444" y="3234541"/>
                  </a:lnTo>
                  <a:lnTo>
                    <a:pt x="5156821" y="3222818"/>
                  </a:lnTo>
                  <a:lnTo>
                    <a:pt x="5085199" y="3210543"/>
                  </a:lnTo>
                  <a:lnTo>
                    <a:pt x="5013576" y="3197690"/>
                  </a:lnTo>
                  <a:lnTo>
                    <a:pt x="4941954" y="3184234"/>
                  </a:lnTo>
                  <a:lnTo>
                    <a:pt x="4870331" y="3170144"/>
                  </a:lnTo>
                  <a:lnTo>
                    <a:pt x="4798709" y="3155391"/>
                  </a:lnTo>
                  <a:lnTo>
                    <a:pt x="4727086" y="3139944"/>
                  </a:lnTo>
                  <a:lnTo>
                    <a:pt x="4655464" y="3123771"/>
                  </a:lnTo>
                  <a:lnTo>
                    <a:pt x="4583841" y="3106837"/>
                  </a:lnTo>
                  <a:lnTo>
                    <a:pt x="4512219" y="3089106"/>
                  </a:lnTo>
                  <a:lnTo>
                    <a:pt x="4440596" y="3070541"/>
                  </a:lnTo>
                  <a:lnTo>
                    <a:pt x="4368974" y="3051102"/>
                  </a:lnTo>
                  <a:lnTo>
                    <a:pt x="4297351" y="3030749"/>
                  </a:lnTo>
                  <a:lnTo>
                    <a:pt x="4225729" y="3009439"/>
                  </a:lnTo>
                  <a:lnTo>
                    <a:pt x="4154106" y="2987127"/>
                  </a:lnTo>
                  <a:lnTo>
                    <a:pt x="4082483" y="2963764"/>
                  </a:lnTo>
                  <a:lnTo>
                    <a:pt x="4010861" y="2939303"/>
                  </a:lnTo>
                  <a:lnTo>
                    <a:pt x="3939238" y="2913691"/>
                  </a:lnTo>
                  <a:lnTo>
                    <a:pt x="3867616" y="2886874"/>
                  </a:lnTo>
                  <a:lnTo>
                    <a:pt x="3795993" y="2858795"/>
                  </a:lnTo>
                  <a:lnTo>
                    <a:pt x="3724371" y="2829396"/>
                  </a:lnTo>
                  <a:lnTo>
                    <a:pt x="3652748" y="2798613"/>
                  </a:lnTo>
                  <a:lnTo>
                    <a:pt x="3581126" y="2766382"/>
                  </a:lnTo>
                  <a:lnTo>
                    <a:pt x="3509503" y="2732636"/>
                  </a:lnTo>
                  <a:lnTo>
                    <a:pt x="3437881" y="2697301"/>
                  </a:lnTo>
                  <a:lnTo>
                    <a:pt x="3366258" y="2660305"/>
                  </a:lnTo>
                  <a:lnTo>
                    <a:pt x="3294636" y="2641352"/>
                  </a:lnTo>
                  <a:lnTo>
                    <a:pt x="3223013" y="2625724"/>
                  </a:lnTo>
                  <a:lnTo>
                    <a:pt x="3151391" y="2609805"/>
                  </a:lnTo>
                  <a:lnTo>
                    <a:pt x="3079768" y="2593591"/>
                  </a:lnTo>
                  <a:lnTo>
                    <a:pt x="3008146" y="2577077"/>
                  </a:lnTo>
                  <a:lnTo>
                    <a:pt x="2936523" y="2560256"/>
                  </a:lnTo>
                  <a:lnTo>
                    <a:pt x="2864901" y="2543122"/>
                  </a:lnTo>
                  <a:lnTo>
                    <a:pt x="2793278" y="2525671"/>
                  </a:lnTo>
                  <a:lnTo>
                    <a:pt x="2721655" y="2507897"/>
                  </a:lnTo>
                  <a:lnTo>
                    <a:pt x="2650033" y="2489792"/>
                  </a:lnTo>
                  <a:lnTo>
                    <a:pt x="2578410" y="2471352"/>
                  </a:lnTo>
                  <a:lnTo>
                    <a:pt x="2506788" y="2452569"/>
                  </a:lnTo>
                  <a:lnTo>
                    <a:pt x="2435165" y="2433438"/>
                  </a:lnTo>
                  <a:lnTo>
                    <a:pt x="2363543" y="2413952"/>
                  </a:lnTo>
                  <a:lnTo>
                    <a:pt x="2291920" y="2394105"/>
                  </a:lnTo>
                  <a:lnTo>
                    <a:pt x="2220298" y="2373889"/>
                  </a:lnTo>
                  <a:lnTo>
                    <a:pt x="2148675" y="2353298"/>
                  </a:lnTo>
                  <a:lnTo>
                    <a:pt x="2077053" y="2332326"/>
                  </a:lnTo>
                  <a:lnTo>
                    <a:pt x="2005430" y="2310964"/>
                  </a:lnTo>
                  <a:lnTo>
                    <a:pt x="1933808" y="2289206"/>
                  </a:lnTo>
                  <a:lnTo>
                    <a:pt x="1862185" y="2267044"/>
                  </a:lnTo>
                  <a:lnTo>
                    <a:pt x="1790563" y="2244471"/>
                  </a:lnTo>
                  <a:lnTo>
                    <a:pt x="1718940" y="2221479"/>
                  </a:lnTo>
                  <a:lnTo>
                    <a:pt x="1647318" y="2198061"/>
                  </a:lnTo>
                  <a:lnTo>
                    <a:pt x="1575695" y="2174208"/>
                  </a:lnTo>
                  <a:lnTo>
                    <a:pt x="1504073" y="2149913"/>
                  </a:lnTo>
                  <a:lnTo>
                    <a:pt x="1432450" y="2125167"/>
                  </a:lnTo>
                  <a:lnTo>
                    <a:pt x="1360827" y="2099962"/>
                  </a:lnTo>
                  <a:lnTo>
                    <a:pt x="1289205" y="2074289"/>
                  </a:lnTo>
                  <a:lnTo>
                    <a:pt x="1217582" y="2048140"/>
                  </a:lnTo>
                  <a:lnTo>
                    <a:pt x="1145960" y="2021506"/>
                  </a:lnTo>
                  <a:lnTo>
                    <a:pt x="1074337" y="1994377"/>
                  </a:lnTo>
                  <a:lnTo>
                    <a:pt x="1002715" y="1966746"/>
                  </a:lnTo>
                  <a:lnTo>
                    <a:pt x="931092" y="1938601"/>
                  </a:lnTo>
                  <a:lnTo>
                    <a:pt x="859470" y="1909935"/>
                  </a:lnTo>
                  <a:lnTo>
                    <a:pt x="787847" y="1880737"/>
                  </a:lnTo>
                  <a:lnTo>
                    <a:pt x="716225" y="1850997"/>
                  </a:lnTo>
                  <a:lnTo>
                    <a:pt x="644602" y="1820705"/>
                  </a:lnTo>
                  <a:lnTo>
                    <a:pt x="572980" y="1789851"/>
                  </a:lnTo>
                  <a:lnTo>
                    <a:pt x="501357" y="1758425"/>
                  </a:lnTo>
                  <a:lnTo>
                    <a:pt x="429735" y="1726416"/>
                  </a:lnTo>
                  <a:lnTo>
                    <a:pt x="358112" y="1693813"/>
                  </a:lnTo>
                  <a:lnTo>
                    <a:pt x="286490" y="1660605"/>
                  </a:lnTo>
                  <a:lnTo>
                    <a:pt x="214867" y="1626781"/>
                  </a:lnTo>
                  <a:lnTo>
                    <a:pt x="143245" y="1592330"/>
                  </a:lnTo>
                  <a:lnTo>
                    <a:pt x="71622" y="1557239"/>
                  </a:lnTo>
                  <a:lnTo>
                    <a:pt x="0" y="152149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291430" y="2073503"/>
              <a:ext cx="5971249" cy="3165772"/>
            </a:xfrm>
            <a:custGeom>
              <a:avLst/>
              <a:pathLst>
                <a:path w="5971249" h="3165772">
                  <a:moveTo>
                    <a:pt x="0" y="0"/>
                  </a:moveTo>
                  <a:lnTo>
                    <a:pt x="26579" y="59775"/>
                  </a:lnTo>
                  <a:lnTo>
                    <a:pt x="98202" y="213611"/>
                  </a:lnTo>
                  <a:lnTo>
                    <a:pt x="169824" y="360536"/>
                  </a:lnTo>
                  <a:lnTo>
                    <a:pt x="241447" y="500859"/>
                  </a:lnTo>
                  <a:lnTo>
                    <a:pt x="313069" y="634878"/>
                  </a:lnTo>
                  <a:lnTo>
                    <a:pt x="384692" y="762875"/>
                  </a:lnTo>
                  <a:lnTo>
                    <a:pt x="456314" y="885122"/>
                  </a:lnTo>
                  <a:lnTo>
                    <a:pt x="527937" y="1001876"/>
                  </a:lnTo>
                  <a:lnTo>
                    <a:pt x="599559" y="1113384"/>
                  </a:lnTo>
                  <a:lnTo>
                    <a:pt x="671182" y="1219883"/>
                  </a:lnTo>
                  <a:lnTo>
                    <a:pt x="742805" y="1321596"/>
                  </a:lnTo>
                  <a:lnTo>
                    <a:pt x="814427" y="1418740"/>
                  </a:lnTo>
                  <a:lnTo>
                    <a:pt x="886050" y="1511519"/>
                  </a:lnTo>
                  <a:lnTo>
                    <a:pt x="957672" y="1600130"/>
                  </a:lnTo>
                  <a:lnTo>
                    <a:pt x="1029295" y="1684759"/>
                  </a:lnTo>
                  <a:lnTo>
                    <a:pt x="1100917" y="1765586"/>
                  </a:lnTo>
                  <a:lnTo>
                    <a:pt x="1172540" y="1842782"/>
                  </a:lnTo>
                  <a:lnTo>
                    <a:pt x="1244162" y="1916509"/>
                  </a:lnTo>
                  <a:lnTo>
                    <a:pt x="1315785" y="1986924"/>
                  </a:lnTo>
                  <a:lnTo>
                    <a:pt x="1387407" y="2054175"/>
                  </a:lnTo>
                  <a:lnTo>
                    <a:pt x="1459030" y="2118404"/>
                  </a:lnTo>
                  <a:lnTo>
                    <a:pt x="1530652" y="2179748"/>
                  </a:lnTo>
                  <a:lnTo>
                    <a:pt x="1602275" y="2238335"/>
                  </a:lnTo>
                  <a:lnTo>
                    <a:pt x="1673897" y="2294291"/>
                  </a:lnTo>
                  <a:lnTo>
                    <a:pt x="1745520" y="2347732"/>
                  </a:lnTo>
                  <a:lnTo>
                    <a:pt x="1817142" y="2398772"/>
                  </a:lnTo>
                  <a:lnTo>
                    <a:pt x="1888765" y="2447519"/>
                  </a:lnTo>
                  <a:lnTo>
                    <a:pt x="1960387" y="2494076"/>
                  </a:lnTo>
                  <a:lnTo>
                    <a:pt x="2032010" y="2538541"/>
                  </a:lnTo>
                  <a:lnTo>
                    <a:pt x="2103633" y="2581008"/>
                  </a:lnTo>
                  <a:lnTo>
                    <a:pt x="2175255" y="2621568"/>
                  </a:lnTo>
                  <a:lnTo>
                    <a:pt x="2246878" y="2656696"/>
                  </a:lnTo>
                  <a:lnTo>
                    <a:pt x="2318500" y="2671761"/>
                  </a:lnTo>
                  <a:lnTo>
                    <a:pt x="2390123" y="2686551"/>
                  </a:lnTo>
                  <a:lnTo>
                    <a:pt x="2461745" y="2701071"/>
                  </a:lnTo>
                  <a:lnTo>
                    <a:pt x="2533368" y="2715327"/>
                  </a:lnTo>
                  <a:lnTo>
                    <a:pt x="2604990" y="2729324"/>
                  </a:lnTo>
                  <a:lnTo>
                    <a:pt x="2676613" y="2743065"/>
                  </a:lnTo>
                  <a:lnTo>
                    <a:pt x="2748235" y="2756557"/>
                  </a:lnTo>
                  <a:lnTo>
                    <a:pt x="2819858" y="2769802"/>
                  </a:lnTo>
                  <a:lnTo>
                    <a:pt x="2891480" y="2782806"/>
                  </a:lnTo>
                  <a:lnTo>
                    <a:pt x="2963103" y="2795574"/>
                  </a:lnTo>
                  <a:lnTo>
                    <a:pt x="3034725" y="2808109"/>
                  </a:lnTo>
                  <a:lnTo>
                    <a:pt x="3106348" y="2820415"/>
                  </a:lnTo>
                  <a:lnTo>
                    <a:pt x="3177970" y="2832497"/>
                  </a:lnTo>
                  <a:lnTo>
                    <a:pt x="3249593" y="2844360"/>
                  </a:lnTo>
                  <a:lnTo>
                    <a:pt x="3321215" y="2856006"/>
                  </a:lnTo>
                  <a:lnTo>
                    <a:pt x="3392838" y="2867440"/>
                  </a:lnTo>
                  <a:lnTo>
                    <a:pt x="3464461" y="2878666"/>
                  </a:lnTo>
                  <a:lnTo>
                    <a:pt x="3536083" y="2889687"/>
                  </a:lnTo>
                  <a:lnTo>
                    <a:pt x="3607706" y="2900508"/>
                  </a:lnTo>
                  <a:lnTo>
                    <a:pt x="3679328" y="2911131"/>
                  </a:lnTo>
                  <a:lnTo>
                    <a:pt x="3750951" y="2921561"/>
                  </a:lnTo>
                  <a:lnTo>
                    <a:pt x="3822573" y="2931801"/>
                  </a:lnTo>
                  <a:lnTo>
                    <a:pt x="3894196" y="2941855"/>
                  </a:lnTo>
                  <a:lnTo>
                    <a:pt x="3965818" y="2951725"/>
                  </a:lnTo>
                  <a:lnTo>
                    <a:pt x="4037441" y="2961416"/>
                  </a:lnTo>
                  <a:lnTo>
                    <a:pt x="4109063" y="2970930"/>
                  </a:lnTo>
                  <a:lnTo>
                    <a:pt x="4180686" y="2980271"/>
                  </a:lnTo>
                  <a:lnTo>
                    <a:pt x="4252308" y="2989441"/>
                  </a:lnTo>
                  <a:lnTo>
                    <a:pt x="4323931" y="2998445"/>
                  </a:lnTo>
                  <a:lnTo>
                    <a:pt x="4395553" y="3007284"/>
                  </a:lnTo>
                  <a:lnTo>
                    <a:pt x="4467176" y="3015963"/>
                  </a:lnTo>
                  <a:lnTo>
                    <a:pt x="4538798" y="3024483"/>
                  </a:lnTo>
                  <a:lnTo>
                    <a:pt x="4610421" y="3032849"/>
                  </a:lnTo>
                  <a:lnTo>
                    <a:pt x="4682043" y="3041062"/>
                  </a:lnTo>
                  <a:lnTo>
                    <a:pt x="4753666" y="3049125"/>
                  </a:lnTo>
                  <a:lnTo>
                    <a:pt x="4825289" y="3057042"/>
                  </a:lnTo>
                  <a:lnTo>
                    <a:pt x="4896911" y="3064814"/>
                  </a:lnTo>
                  <a:lnTo>
                    <a:pt x="4968534" y="3072445"/>
                  </a:lnTo>
                  <a:lnTo>
                    <a:pt x="5040156" y="3079936"/>
                  </a:lnTo>
                  <a:lnTo>
                    <a:pt x="5111779" y="3087291"/>
                  </a:lnTo>
                  <a:lnTo>
                    <a:pt x="5183401" y="3094513"/>
                  </a:lnTo>
                  <a:lnTo>
                    <a:pt x="5255024" y="3101603"/>
                  </a:lnTo>
                  <a:lnTo>
                    <a:pt x="5326646" y="3108563"/>
                  </a:lnTo>
                  <a:lnTo>
                    <a:pt x="5398269" y="3115397"/>
                  </a:lnTo>
                  <a:lnTo>
                    <a:pt x="5469891" y="3122106"/>
                  </a:lnTo>
                  <a:lnTo>
                    <a:pt x="5541514" y="3128693"/>
                  </a:lnTo>
                  <a:lnTo>
                    <a:pt x="5613136" y="3135161"/>
                  </a:lnTo>
                  <a:lnTo>
                    <a:pt x="5684759" y="3141510"/>
                  </a:lnTo>
                  <a:lnTo>
                    <a:pt x="5756381" y="3147744"/>
                  </a:lnTo>
                  <a:lnTo>
                    <a:pt x="5828004" y="3153864"/>
                  </a:lnTo>
                  <a:lnTo>
                    <a:pt x="5899626" y="3159873"/>
                  </a:lnTo>
                  <a:lnTo>
                    <a:pt x="5971249" y="31657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595000"/>
              <a:ext cx="7090630" cy="1886829"/>
            </a:xfrm>
            <a:custGeom>
              <a:avLst/>
              <a:pathLst>
                <a:path w="7090630" h="1886829">
                  <a:moveTo>
                    <a:pt x="7090630" y="1886829"/>
                  </a:moveTo>
                  <a:lnTo>
                    <a:pt x="7019007" y="1883281"/>
                  </a:lnTo>
                  <a:lnTo>
                    <a:pt x="6947385" y="1879566"/>
                  </a:lnTo>
                  <a:lnTo>
                    <a:pt x="6875762" y="1875677"/>
                  </a:lnTo>
                  <a:lnTo>
                    <a:pt x="6804139" y="1871604"/>
                  </a:lnTo>
                  <a:lnTo>
                    <a:pt x="6732517" y="1867340"/>
                  </a:lnTo>
                  <a:lnTo>
                    <a:pt x="6660894" y="1862875"/>
                  </a:lnTo>
                  <a:lnTo>
                    <a:pt x="6589272" y="1858201"/>
                  </a:lnTo>
                  <a:lnTo>
                    <a:pt x="6517649" y="1853306"/>
                  </a:lnTo>
                  <a:lnTo>
                    <a:pt x="6446027" y="1848181"/>
                  </a:lnTo>
                  <a:lnTo>
                    <a:pt x="6374404" y="1842815"/>
                  </a:lnTo>
                  <a:lnTo>
                    <a:pt x="6302782" y="1837196"/>
                  </a:lnTo>
                  <a:lnTo>
                    <a:pt x="6231159" y="1831314"/>
                  </a:lnTo>
                  <a:lnTo>
                    <a:pt x="6159537" y="1825154"/>
                  </a:lnTo>
                  <a:lnTo>
                    <a:pt x="6087914" y="1818705"/>
                  </a:lnTo>
                  <a:lnTo>
                    <a:pt x="6016292" y="1811952"/>
                  </a:lnTo>
                  <a:lnTo>
                    <a:pt x="5944669" y="1804882"/>
                  </a:lnTo>
                  <a:lnTo>
                    <a:pt x="5873047" y="1797479"/>
                  </a:lnTo>
                  <a:lnTo>
                    <a:pt x="5801424" y="1789727"/>
                  </a:lnTo>
                  <a:lnTo>
                    <a:pt x="5729802" y="1781612"/>
                  </a:lnTo>
                  <a:lnTo>
                    <a:pt x="5658179" y="1773114"/>
                  </a:lnTo>
                  <a:lnTo>
                    <a:pt x="5586557" y="1764216"/>
                  </a:lnTo>
                  <a:lnTo>
                    <a:pt x="5514934" y="1754900"/>
                  </a:lnTo>
                  <a:lnTo>
                    <a:pt x="5443311" y="1745146"/>
                  </a:lnTo>
                  <a:lnTo>
                    <a:pt x="5371689" y="1734933"/>
                  </a:lnTo>
                  <a:lnTo>
                    <a:pt x="5300066" y="1724240"/>
                  </a:lnTo>
                  <a:lnTo>
                    <a:pt x="5228444" y="1713043"/>
                  </a:lnTo>
                  <a:lnTo>
                    <a:pt x="5156821" y="1701320"/>
                  </a:lnTo>
                  <a:lnTo>
                    <a:pt x="5085199" y="1689045"/>
                  </a:lnTo>
                  <a:lnTo>
                    <a:pt x="5013576" y="1676193"/>
                  </a:lnTo>
                  <a:lnTo>
                    <a:pt x="4941954" y="1662736"/>
                  </a:lnTo>
                  <a:lnTo>
                    <a:pt x="4870331" y="1648646"/>
                  </a:lnTo>
                  <a:lnTo>
                    <a:pt x="4798709" y="1633893"/>
                  </a:lnTo>
                  <a:lnTo>
                    <a:pt x="4727086" y="1618446"/>
                  </a:lnTo>
                  <a:lnTo>
                    <a:pt x="4655464" y="1602273"/>
                  </a:lnTo>
                  <a:lnTo>
                    <a:pt x="4583841" y="1585339"/>
                  </a:lnTo>
                  <a:lnTo>
                    <a:pt x="4512219" y="1567608"/>
                  </a:lnTo>
                  <a:lnTo>
                    <a:pt x="4440596" y="1549043"/>
                  </a:lnTo>
                  <a:lnTo>
                    <a:pt x="4368974" y="1529604"/>
                  </a:lnTo>
                  <a:lnTo>
                    <a:pt x="4297351" y="1509252"/>
                  </a:lnTo>
                  <a:lnTo>
                    <a:pt x="4225729" y="1487941"/>
                  </a:lnTo>
                  <a:lnTo>
                    <a:pt x="4154106" y="1465629"/>
                  </a:lnTo>
                  <a:lnTo>
                    <a:pt x="4082483" y="1442266"/>
                  </a:lnTo>
                  <a:lnTo>
                    <a:pt x="4010861" y="1417805"/>
                  </a:lnTo>
                  <a:lnTo>
                    <a:pt x="3939238" y="1392193"/>
                  </a:lnTo>
                  <a:lnTo>
                    <a:pt x="3867616" y="1365376"/>
                  </a:lnTo>
                  <a:lnTo>
                    <a:pt x="3795993" y="1337297"/>
                  </a:lnTo>
                  <a:lnTo>
                    <a:pt x="3724371" y="1307898"/>
                  </a:lnTo>
                  <a:lnTo>
                    <a:pt x="3652748" y="1277115"/>
                  </a:lnTo>
                  <a:lnTo>
                    <a:pt x="3581126" y="1244885"/>
                  </a:lnTo>
                  <a:lnTo>
                    <a:pt x="3509503" y="1211138"/>
                  </a:lnTo>
                  <a:lnTo>
                    <a:pt x="3437881" y="1175803"/>
                  </a:lnTo>
                  <a:lnTo>
                    <a:pt x="3366258" y="1138807"/>
                  </a:lnTo>
                  <a:lnTo>
                    <a:pt x="3294636" y="1119854"/>
                  </a:lnTo>
                  <a:lnTo>
                    <a:pt x="3223013" y="1104226"/>
                  </a:lnTo>
                  <a:lnTo>
                    <a:pt x="3151391" y="1088307"/>
                  </a:lnTo>
                  <a:lnTo>
                    <a:pt x="3079768" y="1072093"/>
                  </a:lnTo>
                  <a:lnTo>
                    <a:pt x="3008146" y="1055579"/>
                  </a:lnTo>
                  <a:lnTo>
                    <a:pt x="2936523" y="1038758"/>
                  </a:lnTo>
                  <a:lnTo>
                    <a:pt x="2864901" y="1021625"/>
                  </a:lnTo>
                  <a:lnTo>
                    <a:pt x="2793278" y="1004174"/>
                  </a:lnTo>
                  <a:lnTo>
                    <a:pt x="2721655" y="986399"/>
                  </a:lnTo>
                  <a:lnTo>
                    <a:pt x="2650033" y="968294"/>
                  </a:lnTo>
                  <a:lnTo>
                    <a:pt x="2578410" y="949854"/>
                  </a:lnTo>
                  <a:lnTo>
                    <a:pt x="2506788" y="931071"/>
                  </a:lnTo>
                  <a:lnTo>
                    <a:pt x="2435165" y="911940"/>
                  </a:lnTo>
                  <a:lnTo>
                    <a:pt x="2363543" y="892454"/>
                  </a:lnTo>
                  <a:lnTo>
                    <a:pt x="2291920" y="872607"/>
                  </a:lnTo>
                  <a:lnTo>
                    <a:pt x="2220298" y="852391"/>
                  </a:lnTo>
                  <a:lnTo>
                    <a:pt x="2148675" y="831801"/>
                  </a:lnTo>
                  <a:lnTo>
                    <a:pt x="2077053" y="810828"/>
                  </a:lnTo>
                  <a:lnTo>
                    <a:pt x="2005430" y="789466"/>
                  </a:lnTo>
                  <a:lnTo>
                    <a:pt x="1933808" y="767708"/>
                  </a:lnTo>
                  <a:lnTo>
                    <a:pt x="1862185" y="745546"/>
                  </a:lnTo>
                  <a:lnTo>
                    <a:pt x="1790563" y="722973"/>
                  </a:lnTo>
                  <a:lnTo>
                    <a:pt x="1718940" y="699981"/>
                  </a:lnTo>
                  <a:lnTo>
                    <a:pt x="1647318" y="676563"/>
                  </a:lnTo>
                  <a:lnTo>
                    <a:pt x="1575695" y="652710"/>
                  </a:lnTo>
                  <a:lnTo>
                    <a:pt x="1504073" y="628415"/>
                  </a:lnTo>
                  <a:lnTo>
                    <a:pt x="1432450" y="603669"/>
                  </a:lnTo>
                  <a:lnTo>
                    <a:pt x="1360827" y="578464"/>
                  </a:lnTo>
                  <a:lnTo>
                    <a:pt x="1289205" y="552791"/>
                  </a:lnTo>
                  <a:lnTo>
                    <a:pt x="1217582" y="526642"/>
                  </a:lnTo>
                  <a:lnTo>
                    <a:pt x="1145960" y="500008"/>
                  </a:lnTo>
                  <a:lnTo>
                    <a:pt x="1074337" y="472879"/>
                  </a:lnTo>
                  <a:lnTo>
                    <a:pt x="1002715" y="445248"/>
                  </a:lnTo>
                  <a:lnTo>
                    <a:pt x="931092" y="417104"/>
                  </a:lnTo>
                  <a:lnTo>
                    <a:pt x="859470" y="388437"/>
                  </a:lnTo>
                  <a:lnTo>
                    <a:pt x="787847" y="359239"/>
                  </a:lnTo>
                  <a:lnTo>
                    <a:pt x="716225" y="329499"/>
                  </a:lnTo>
                  <a:lnTo>
                    <a:pt x="644602" y="299207"/>
                  </a:lnTo>
                  <a:lnTo>
                    <a:pt x="572980" y="268353"/>
                  </a:lnTo>
                  <a:lnTo>
                    <a:pt x="501357" y="236927"/>
                  </a:lnTo>
                  <a:lnTo>
                    <a:pt x="429735" y="204918"/>
                  </a:lnTo>
                  <a:lnTo>
                    <a:pt x="358112" y="172315"/>
                  </a:lnTo>
                  <a:lnTo>
                    <a:pt x="286490" y="139107"/>
                  </a:lnTo>
                  <a:lnTo>
                    <a:pt x="214867" y="105283"/>
                  </a:lnTo>
                  <a:lnTo>
                    <a:pt x="143245" y="70832"/>
                  </a:lnTo>
                  <a:lnTo>
                    <a:pt x="71622" y="3574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332742" y="2073503"/>
              <a:ext cx="6929936" cy="3328887"/>
            </a:xfrm>
            <a:custGeom>
              <a:avLst/>
              <a:pathLst>
                <a:path w="6929936" h="3328887">
                  <a:moveTo>
                    <a:pt x="0" y="0"/>
                  </a:moveTo>
                  <a:lnTo>
                    <a:pt x="54174" y="84085"/>
                  </a:lnTo>
                  <a:lnTo>
                    <a:pt x="125796" y="191732"/>
                  </a:lnTo>
                  <a:lnTo>
                    <a:pt x="197419" y="295970"/>
                  </a:lnTo>
                  <a:lnTo>
                    <a:pt x="269041" y="396908"/>
                  </a:lnTo>
                  <a:lnTo>
                    <a:pt x="340664" y="494650"/>
                  </a:lnTo>
                  <a:lnTo>
                    <a:pt x="412286" y="589297"/>
                  </a:lnTo>
                  <a:lnTo>
                    <a:pt x="483909" y="680947"/>
                  </a:lnTo>
                  <a:lnTo>
                    <a:pt x="555531" y="769695"/>
                  </a:lnTo>
                  <a:lnTo>
                    <a:pt x="627154" y="855632"/>
                  </a:lnTo>
                  <a:lnTo>
                    <a:pt x="698776" y="938849"/>
                  </a:lnTo>
                  <a:lnTo>
                    <a:pt x="770399" y="1019431"/>
                  </a:lnTo>
                  <a:lnTo>
                    <a:pt x="842021" y="1097461"/>
                  </a:lnTo>
                  <a:lnTo>
                    <a:pt x="913644" y="1173020"/>
                  </a:lnTo>
                  <a:lnTo>
                    <a:pt x="985267" y="1246187"/>
                  </a:lnTo>
                  <a:lnTo>
                    <a:pt x="1056889" y="1317038"/>
                  </a:lnTo>
                  <a:lnTo>
                    <a:pt x="1128512" y="1385644"/>
                  </a:lnTo>
                  <a:lnTo>
                    <a:pt x="1200134" y="1452079"/>
                  </a:lnTo>
                  <a:lnTo>
                    <a:pt x="1271757" y="1516410"/>
                  </a:lnTo>
                  <a:lnTo>
                    <a:pt x="1343379" y="1578703"/>
                  </a:lnTo>
                  <a:lnTo>
                    <a:pt x="1415002" y="1639025"/>
                  </a:lnTo>
                  <a:lnTo>
                    <a:pt x="1486624" y="1697436"/>
                  </a:lnTo>
                  <a:lnTo>
                    <a:pt x="1558247" y="1753998"/>
                  </a:lnTo>
                  <a:lnTo>
                    <a:pt x="1629869" y="1808769"/>
                  </a:lnTo>
                  <a:lnTo>
                    <a:pt x="1701492" y="1861805"/>
                  </a:lnTo>
                  <a:lnTo>
                    <a:pt x="1773114" y="1913162"/>
                  </a:lnTo>
                  <a:lnTo>
                    <a:pt x="1844737" y="1962893"/>
                  </a:lnTo>
                  <a:lnTo>
                    <a:pt x="1916359" y="2011050"/>
                  </a:lnTo>
                  <a:lnTo>
                    <a:pt x="1987982" y="2057681"/>
                  </a:lnTo>
                  <a:lnTo>
                    <a:pt x="2059604" y="2102836"/>
                  </a:lnTo>
                  <a:lnTo>
                    <a:pt x="2131227" y="2146562"/>
                  </a:lnTo>
                  <a:lnTo>
                    <a:pt x="2202849" y="2188902"/>
                  </a:lnTo>
                  <a:lnTo>
                    <a:pt x="2274472" y="2229902"/>
                  </a:lnTo>
                  <a:lnTo>
                    <a:pt x="2346095" y="2269604"/>
                  </a:lnTo>
                  <a:lnTo>
                    <a:pt x="2417717" y="2308049"/>
                  </a:lnTo>
                  <a:lnTo>
                    <a:pt x="2489340" y="2345276"/>
                  </a:lnTo>
                  <a:lnTo>
                    <a:pt x="2560962" y="2381325"/>
                  </a:lnTo>
                  <a:lnTo>
                    <a:pt x="2632585" y="2416232"/>
                  </a:lnTo>
                  <a:lnTo>
                    <a:pt x="2704207" y="2450034"/>
                  </a:lnTo>
                  <a:lnTo>
                    <a:pt x="2775830" y="2482765"/>
                  </a:lnTo>
                  <a:lnTo>
                    <a:pt x="2847452" y="2514460"/>
                  </a:lnTo>
                  <a:lnTo>
                    <a:pt x="2919075" y="2545152"/>
                  </a:lnTo>
                  <a:lnTo>
                    <a:pt x="2990697" y="2574871"/>
                  </a:lnTo>
                  <a:lnTo>
                    <a:pt x="3062320" y="2603650"/>
                  </a:lnTo>
                  <a:lnTo>
                    <a:pt x="3133942" y="2631517"/>
                  </a:lnTo>
                  <a:lnTo>
                    <a:pt x="3205565" y="2658502"/>
                  </a:lnTo>
                  <a:lnTo>
                    <a:pt x="3277187" y="2684633"/>
                  </a:lnTo>
                  <a:lnTo>
                    <a:pt x="3348810" y="2709936"/>
                  </a:lnTo>
                  <a:lnTo>
                    <a:pt x="3420432" y="2734438"/>
                  </a:lnTo>
                  <a:lnTo>
                    <a:pt x="3492055" y="2758164"/>
                  </a:lnTo>
                  <a:lnTo>
                    <a:pt x="3563677" y="2781139"/>
                  </a:lnTo>
                  <a:lnTo>
                    <a:pt x="3635300" y="2803386"/>
                  </a:lnTo>
                  <a:lnTo>
                    <a:pt x="3706923" y="2824929"/>
                  </a:lnTo>
                  <a:lnTo>
                    <a:pt x="3778545" y="2845790"/>
                  </a:lnTo>
                  <a:lnTo>
                    <a:pt x="3850168" y="2865991"/>
                  </a:lnTo>
                  <a:lnTo>
                    <a:pt x="3921790" y="2885551"/>
                  </a:lnTo>
                  <a:lnTo>
                    <a:pt x="3993413" y="2904492"/>
                  </a:lnTo>
                  <a:lnTo>
                    <a:pt x="4065035" y="2922834"/>
                  </a:lnTo>
                  <a:lnTo>
                    <a:pt x="4136658" y="2940595"/>
                  </a:lnTo>
                  <a:lnTo>
                    <a:pt x="4208280" y="2957793"/>
                  </a:lnTo>
                  <a:lnTo>
                    <a:pt x="4279903" y="2974447"/>
                  </a:lnTo>
                  <a:lnTo>
                    <a:pt x="4351525" y="2990573"/>
                  </a:lnTo>
                  <a:lnTo>
                    <a:pt x="4423148" y="3006189"/>
                  </a:lnTo>
                  <a:lnTo>
                    <a:pt x="4494770" y="3021311"/>
                  </a:lnTo>
                  <a:lnTo>
                    <a:pt x="4566393" y="3035953"/>
                  </a:lnTo>
                  <a:lnTo>
                    <a:pt x="4638015" y="3050132"/>
                  </a:lnTo>
                  <a:lnTo>
                    <a:pt x="4709638" y="3063862"/>
                  </a:lnTo>
                  <a:lnTo>
                    <a:pt x="4781260" y="3077157"/>
                  </a:lnTo>
                  <a:lnTo>
                    <a:pt x="4852883" y="3090032"/>
                  </a:lnTo>
                  <a:lnTo>
                    <a:pt x="4924505" y="3102498"/>
                  </a:lnTo>
                  <a:lnTo>
                    <a:pt x="4996128" y="3114570"/>
                  </a:lnTo>
                  <a:lnTo>
                    <a:pt x="5067751" y="3126260"/>
                  </a:lnTo>
                  <a:lnTo>
                    <a:pt x="5139373" y="3137579"/>
                  </a:lnTo>
                  <a:lnTo>
                    <a:pt x="5210996" y="3148540"/>
                  </a:lnTo>
                  <a:lnTo>
                    <a:pt x="5282618" y="3159154"/>
                  </a:lnTo>
                  <a:lnTo>
                    <a:pt x="5354241" y="3169432"/>
                  </a:lnTo>
                  <a:lnTo>
                    <a:pt x="5425863" y="3179385"/>
                  </a:lnTo>
                  <a:lnTo>
                    <a:pt x="5497486" y="3189022"/>
                  </a:lnTo>
                  <a:lnTo>
                    <a:pt x="5569108" y="3198354"/>
                  </a:lnTo>
                  <a:lnTo>
                    <a:pt x="5640731" y="3207391"/>
                  </a:lnTo>
                  <a:lnTo>
                    <a:pt x="5712353" y="3216141"/>
                  </a:lnTo>
                  <a:lnTo>
                    <a:pt x="5783976" y="3224615"/>
                  </a:lnTo>
                  <a:lnTo>
                    <a:pt x="5855598" y="3232820"/>
                  </a:lnTo>
                  <a:lnTo>
                    <a:pt x="5927221" y="3240765"/>
                  </a:lnTo>
                  <a:lnTo>
                    <a:pt x="5998843" y="3248459"/>
                  </a:lnTo>
                  <a:lnTo>
                    <a:pt x="6070466" y="3255909"/>
                  </a:lnTo>
                  <a:lnTo>
                    <a:pt x="6142088" y="3263123"/>
                  </a:lnTo>
                  <a:lnTo>
                    <a:pt x="6213711" y="3270109"/>
                  </a:lnTo>
                  <a:lnTo>
                    <a:pt x="6285333" y="3276874"/>
                  </a:lnTo>
                  <a:lnTo>
                    <a:pt x="6356956" y="3283424"/>
                  </a:lnTo>
                  <a:lnTo>
                    <a:pt x="6428579" y="3289767"/>
                  </a:lnTo>
                  <a:lnTo>
                    <a:pt x="6500201" y="3295909"/>
                  </a:lnTo>
                  <a:lnTo>
                    <a:pt x="6571824" y="3301857"/>
                  </a:lnTo>
                  <a:lnTo>
                    <a:pt x="6643446" y="3307616"/>
                  </a:lnTo>
                  <a:lnTo>
                    <a:pt x="6715069" y="3313193"/>
                  </a:lnTo>
                  <a:lnTo>
                    <a:pt x="6786691" y="3318594"/>
                  </a:lnTo>
                  <a:lnTo>
                    <a:pt x="6858314" y="3323823"/>
                  </a:lnTo>
                  <a:lnTo>
                    <a:pt x="6929936" y="332888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1.45 (1.24-1.70), p_Bonf = &lt;0.001 (n = 6)  |  per IQR decline (Δ = 29.9 %): 3.04 (1.89-4.91)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43594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2026-09-28T16:51:06Z</dcterms:modified>
  <cp:category/>
</cp:coreProperties>
</file>