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76487"/>
            </a:xfrm>
            <a:custGeom>
              <a:avLst/>
              <a:pathLst>
                <a:path w="7090630" h="3376487">
                  <a:moveTo>
                    <a:pt x="734291" y="0"/>
                  </a:moveTo>
                  <a:lnTo>
                    <a:pt x="787847" y="101165"/>
                  </a:lnTo>
                  <a:lnTo>
                    <a:pt x="859470" y="231254"/>
                  </a:lnTo>
                  <a:lnTo>
                    <a:pt x="931092" y="356340"/>
                  </a:lnTo>
                  <a:lnTo>
                    <a:pt x="1002715" y="476615"/>
                  </a:lnTo>
                  <a:lnTo>
                    <a:pt x="1074337" y="592265"/>
                  </a:lnTo>
                  <a:lnTo>
                    <a:pt x="1145960" y="703467"/>
                  </a:lnTo>
                  <a:lnTo>
                    <a:pt x="1217582" y="810392"/>
                  </a:lnTo>
                  <a:lnTo>
                    <a:pt x="1289205" y="913205"/>
                  </a:lnTo>
                  <a:lnTo>
                    <a:pt x="1360827" y="1012065"/>
                  </a:lnTo>
                  <a:lnTo>
                    <a:pt x="1432450" y="1107122"/>
                  </a:lnTo>
                  <a:lnTo>
                    <a:pt x="1504073" y="1198523"/>
                  </a:lnTo>
                  <a:lnTo>
                    <a:pt x="1575695" y="1286409"/>
                  </a:lnTo>
                  <a:lnTo>
                    <a:pt x="1647318" y="1370916"/>
                  </a:lnTo>
                  <a:lnTo>
                    <a:pt x="1718940" y="1452172"/>
                  </a:lnTo>
                  <a:lnTo>
                    <a:pt x="1790563" y="1530303"/>
                  </a:lnTo>
                  <a:lnTo>
                    <a:pt x="1862185" y="1605430"/>
                  </a:lnTo>
                  <a:lnTo>
                    <a:pt x="1933808" y="1677667"/>
                  </a:lnTo>
                  <a:lnTo>
                    <a:pt x="2005430" y="1747126"/>
                  </a:lnTo>
                  <a:lnTo>
                    <a:pt x="2077053" y="1813914"/>
                  </a:lnTo>
                  <a:lnTo>
                    <a:pt x="2148675" y="1878133"/>
                  </a:lnTo>
                  <a:lnTo>
                    <a:pt x="2220298" y="1939882"/>
                  </a:lnTo>
                  <a:lnTo>
                    <a:pt x="2291920" y="1999257"/>
                  </a:lnTo>
                  <a:lnTo>
                    <a:pt x="2363543" y="2056348"/>
                  </a:lnTo>
                  <a:lnTo>
                    <a:pt x="2435165" y="2111244"/>
                  </a:lnTo>
                  <a:lnTo>
                    <a:pt x="2506788" y="2164028"/>
                  </a:lnTo>
                  <a:lnTo>
                    <a:pt x="2578410" y="2214783"/>
                  </a:lnTo>
                  <a:lnTo>
                    <a:pt x="2650033" y="2263585"/>
                  </a:lnTo>
                  <a:lnTo>
                    <a:pt x="2721655" y="2310511"/>
                  </a:lnTo>
                  <a:lnTo>
                    <a:pt x="2793278" y="2355632"/>
                  </a:lnTo>
                  <a:lnTo>
                    <a:pt x="2864901" y="2399017"/>
                  </a:lnTo>
                  <a:lnTo>
                    <a:pt x="2936523" y="2440734"/>
                  </a:lnTo>
                  <a:lnTo>
                    <a:pt x="3008146" y="2480847"/>
                  </a:lnTo>
                  <a:lnTo>
                    <a:pt x="3079768" y="2519417"/>
                  </a:lnTo>
                  <a:lnTo>
                    <a:pt x="3151391" y="2556503"/>
                  </a:lnTo>
                  <a:lnTo>
                    <a:pt x="3223013" y="2592164"/>
                  </a:lnTo>
                  <a:lnTo>
                    <a:pt x="3294636" y="2626453"/>
                  </a:lnTo>
                  <a:lnTo>
                    <a:pt x="3366258" y="2654952"/>
                  </a:lnTo>
                  <a:lnTo>
                    <a:pt x="3437881" y="2659162"/>
                  </a:lnTo>
                  <a:lnTo>
                    <a:pt x="3509503" y="2663351"/>
                  </a:lnTo>
                  <a:lnTo>
                    <a:pt x="3581126" y="2667518"/>
                  </a:lnTo>
                  <a:lnTo>
                    <a:pt x="3652748" y="2671664"/>
                  </a:lnTo>
                  <a:lnTo>
                    <a:pt x="3724371" y="2675789"/>
                  </a:lnTo>
                  <a:lnTo>
                    <a:pt x="3795993" y="2679894"/>
                  </a:lnTo>
                  <a:lnTo>
                    <a:pt x="3867616" y="2683977"/>
                  </a:lnTo>
                  <a:lnTo>
                    <a:pt x="3939238" y="2688039"/>
                  </a:lnTo>
                  <a:lnTo>
                    <a:pt x="4010861" y="2692081"/>
                  </a:lnTo>
                  <a:lnTo>
                    <a:pt x="4082483" y="2696103"/>
                  </a:lnTo>
                  <a:lnTo>
                    <a:pt x="4154106" y="2700104"/>
                  </a:lnTo>
                  <a:lnTo>
                    <a:pt x="4225729" y="2704084"/>
                  </a:lnTo>
                  <a:lnTo>
                    <a:pt x="4297351" y="2708045"/>
                  </a:lnTo>
                  <a:lnTo>
                    <a:pt x="4368974" y="2711985"/>
                  </a:lnTo>
                  <a:lnTo>
                    <a:pt x="4440596" y="2715905"/>
                  </a:lnTo>
                  <a:lnTo>
                    <a:pt x="4512219" y="2719806"/>
                  </a:lnTo>
                  <a:lnTo>
                    <a:pt x="4583841" y="2723686"/>
                  </a:lnTo>
                  <a:lnTo>
                    <a:pt x="4655464" y="2727547"/>
                  </a:lnTo>
                  <a:lnTo>
                    <a:pt x="4727086" y="2731388"/>
                  </a:lnTo>
                  <a:lnTo>
                    <a:pt x="4798709" y="2735210"/>
                  </a:lnTo>
                  <a:lnTo>
                    <a:pt x="4870331" y="2739012"/>
                  </a:lnTo>
                  <a:lnTo>
                    <a:pt x="4941954" y="2742795"/>
                  </a:lnTo>
                  <a:lnTo>
                    <a:pt x="5013576" y="2746559"/>
                  </a:lnTo>
                  <a:lnTo>
                    <a:pt x="5085199" y="2750304"/>
                  </a:lnTo>
                  <a:lnTo>
                    <a:pt x="5156821" y="2754030"/>
                  </a:lnTo>
                  <a:lnTo>
                    <a:pt x="5228444" y="2757736"/>
                  </a:lnTo>
                  <a:lnTo>
                    <a:pt x="5300066" y="2761424"/>
                  </a:lnTo>
                  <a:lnTo>
                    <a:pt x="5371689" y="2765093"/>
                  </a:lnTo>
                  <a:lnTo>
                    <a:pt x="5443311" y="2768744"/>
                  </a:lnTo>
                  <a:lnTo>
                    <a:pt x="5514934" y="2772376"/>
                  </a:lnTo>
                  <a:lnTo>
                    <a:pt x="5586557" y="2775989"/>
                  </a:lnTo>
                  <a:lnTo>
                    <a:pt x="5658179" y="2779584"/>
                  </a:lnTo>
                  <a:lnTo>
                    <a:pt x="5729802" y="2783161"/>
                  </a:lnTo>
                  <a:lnTo>
                    <a:pt x="5801424" y="2786720"/>
                  </a:lnTo>
                  <a:lnTo>
                    <a:pt x="5873047" y="2790261"/>
                  </a:lnTo>
                  <a:lnTo>
                    <a:pt x="5944669" y="2793783"/>
                  </a:lnTo>
                  <a:lnTo>
                    <a:pt x="6016292" y="2797288"/>
                  </a:lnTo>
                  <a:lnTo>
                    <a:pt x="6087914" y="2800775"/>
                  </a:lnTo>
                  <a:lnTo>
                    <a:pt x="6159537" y="2804245"/>
                  </a:lnTo>
                  <a:lnTo>
                    <a:pt x="6231159" y="2807696"/>
                  </a:lnTo>
                  <a:lnTo>
                    <a:pt x="6302782" y="2811130"/>
                  </a:lnTo>
                  <a:lnTo>
                    <a:pt x="6374404" y="2814547"/>
                  </a:lnTo>
                  <a:lnTo>
                    <a:pt x="6446027" y="2817946"/>
                  </a:lnTo>
                  <a:lnTo>
                    <a:pt x="6517649" y="2821328"/>
                  </a:lnTo>
                  <a:lnTo>
                    <a:pt x="6589272" y="2824693"/>
                  </a:lnTo>
                  <a:lnTo>
                    <a:pt x="6660894" y="2828041"/>
                  </a:lnTo>
                  <a:lnTo>
                    <a:pt x="6732517" y="2831372"/>
                  </a:lnTo>
                  <a:lnTo>
                    <a:pt x="6804139" y="2834686"/>
                  </a:lnTo>
                  <a:lnTo>
                    <a:pt x="6875762" y="2837983"/>
                  </a:lnTo>
                  <a:lnTo>
                    <a:pt x="6947385" y="2841263"/>
                  </a:lnTo>
                  <a:lnTo>
                    <a:pt x="7019007" y="2844526"/>
                  </a:lnTo>
                  <a:lnTo>
                    <a:pt x="7090630" y="2847773"/>
                  </a:lnTo>
                  <a:lnTo>
                    <a:pt x="7090630" y="3376487"/>
                  </a:lnTo>
                  <a:lnTo>
                    <a:pt x="7019007" y="3372197"/>
                  </a:lnTo>
                  <a:lnTo>
                    <a:pt x="6947385" y="3367735"/>
                  </a:lnTo>
                  <a:lnTo>
                    <a:pt x="6875762" y="3363095"/>
                  </a:lnTo>
                  <a:lnTo>
                    <a:pt x="6804139" y="3358270"/>
                  </a:lnTo>
                  <a:lnTo>
                    <a:pt x="6732517" y="3353251"/>
                  </a:lnTo>
                  <a:lnTo>
                    <a:pt x="6660894" y="3348032"/>
                  </a:lnTo>
                  <a:lnTo>
                    <a:pt x="6589272" y="3342603"/>
                  </a:lnTo>
                  <a:lnTo>
                    <a:pt x="6517649" y="3336958"/>
                  </a:lnTo>
                  <a:lnTo>
                    <a:pt x="6446027" y="3331087"/>
                  </a:lnTo>
                  <a:lnTo>
                    <a:pt x="6374404" y="3324981"/>
                  </a:lnTo>
                  <a:lnTo>
                    <a:pt x="6302782" y="3318631"/>
                  </a:lnTo>
                  <a:lnTo>
                    <a:pt x="6231159" y="3312027"/>
                  </a:lnTo>
                  <a:lnTo>
                    <a:pt x="6159537" y="3305159"/>
                  </a:lnTo>
                  <a:lnTo>
                    <a:pt x="6087914" y="3298016"/>
                  </a:lnTo>
                  <a:lnTo>
                    <a:pt x="6016292" y="3290587"/>
                  </a:lnTo>
                  <a:lnTo>
                    <a:pt x="5944669" y="3282862"/>
                  </a:lnTo>
                  <a:lnTo>
                    <a:pt x="5873047" y="3274827"/>
                  </a:lnTo>
                  <a:lnTo>
                    <a:pt x="5801424" y="3266471"/>
                  </a:lnTo>
                  <a:lnTo>
                    <a:pt x="5729802" y="3257781"/>
                  </a:lnTo>
                  <a:lnTo>
                    <a:pt x="5658179" y="3248743"/>
                  </a:lnTo>
                  <a:lnTo>
                    <a:pt x="5586557" y="3239343"/>
                  </a:lnTo>
                  <a:lnTo>
                    <a:pt x="5514934" y="3229568"/>
                  </a:lnTo>
                  <a:lnTo>
                    <a:pt x="5443311" y="3219402"/>
                  </a:lnTo>
                  <a:lnTo>
                    <a:pt x="5371689" y="3208829"/>
                  </a:lnTo>
                  <a:lnTo>
                    <a:pt x="5300066" y="3197833"/>
                  </a:lnTo>
                  <a:lnTo>
                    <a:pt x="5228444" y="3186397"/>
                  </a:lnTo>
                  <a:lnTo>
                    <a:pt x="5156821" y="3174504"/>
                  </a:lnTo>
                  <a:lnTo>
                    <a:pt x="5085199" y="3162136"/>
                  </a:lnTo>
                  <a:lnTo>
                    <a:pt x="5013576" y="3149272"/>
                  </a:lnTo>
                  <a:lnTo>
                    <a:pt x="4941954" y="3135894"/>
                  </a:lnTo>
                  <a:lnTo>
                    <a:pt x="4870331" y="3121981"/>
                  </a:lnTo>
                  <a:lnTo>
                    <a:pt x="4798709" y="3107512"/>
                  </a:lnTo>
                  <a:lnTo>
                    <a:pt x="4727086" y="3092464"/>
                  </a:lnTo>
                  <a:lnTo>
                    <a:pt x="4655464" y="3076814"/>
                  </a:lnTo>
                  <a:lnTo>
                    <a:pt x="4583841" y="3060538"/>
                  </a:lnTo>
                  <a:lnTo>
                    <a:pt x="4512219" y="3043611"/>
                  </a:lnTo>
                  <a:lnTo>
                    <a:pt x="4440596" y="3026007"/>
                  </a:lnTo>
                  <a:lnTo>
                    <a:pt x="4368974" y="3007699"/>
                  </a:lnTo>
                  <a:lnTo>
                    <a:pt x="4297351" y="2988659"/>
                  </a:lnTo>
                  <a:lnTo>
                    <a:pt x="4225729" y="2968857"/>
                  </a:lnTo>
                  <a:lnTo>
                    <a:pt x="4154106" y="2948263"/>
                  </a:lnTo>
                  <a:lnTo>
                    <a:pt x="4082483" y="2926845"/>
                  </a:lnTo>
                  <a:lnTo>
                    <a:pt x="4010861" y="2904571"/>
                  </a:lnTo>
                  <a:lnTo>
                    <a:pt x="3939238" y="2881406"/>
                  </a:lnTo>
                  <a:lnTo>
                    <a:pt x="3867616" y="2857314"/>
                  </a:lnTo>
                  <a:lnTo>
                    <a:pt x="3795993" y="2832259"/>
                  </a:lnTo>
                  <a:lnTo>
                    <a:pt x="3724371" y="2806202"/>
                  </a:lnTo>
                  <a:lnTo>
                    <a:pt x="3652748" y="2779102"/>
                  </a:lnTo>
                  <a:lnTo>
                    <a:pt x="3581126" y="2750919"/>
                  </a:lnTo>
                  <a:lnTo>
                    <a:pt x="3509503" y="2721608"/>
                  </a:lnTo>
                  <a:lnTo>
                    <a:pt x="3437881" y="2691125"/>
                  </a:lnTo>
                  <a:lnTo>
                    <a:pt x="3366258" y="2659423"/>
                  </a:lnTo>
                  <a:lnTo>
                    <a:pt x="3294636" y="2650721"/>
                  </a:lnTo>
                  <a:lnTo>
                    <a:pt x="3223013" y="2646468"/>
                  </a:lnTo>
                  <a:lnTo>
                    <a:pt x="3151391" y="2642193"/>
                  </a:lnTo>
                  <a:lnTo>
                    <a:pt x="3079768" y="2637896"/>
                  </a:lnTo>
                  <a:lnTo>
                    <a:pt x="3008146" y="2633578"/>
                  </a:lnTo>
                  <a:lnTo>
                    <a:pt x="2936523" y="2629237"/>
                  </a:lnTo>
                  <a:lnTo>
                    <a:pt x="2864901" y="2624874"/>
                  </a:lnTo>
                  <a:lnTo>
                    <a:pt x="2793278" y="2620489"/>
                  </a:lnTo>
                  <a:lnTo>
                    <a:pt x="2721655" y="2616082"/>
                  </a:lnTo>
                  <a:lnTo>
                    <a:pt x="2650033" y="2611652"/>
                  </a:lnTo>
                  <a:lnTo>
                    <a:pt x="2578410" y="2607199"/>
                  </a:lnTo>
                  <a:lnTo>
                    <a:pt x="2506788" y="2602724"/>
                  </a:lnTo>
                  <a:lnTo>
                    <a:pt x="2435165" y="2598226"/>
                  </a:lnTo>
                  <a:lnTo>
                    <a:pt x="2363543" y="2593705"/>
                  </a:lnTo>
                  <a:lnTo>
                    <a:pt x="2291920" y="2589160"/>
                  </a:lnTo>
                  <a:lnTo>
                    <a:pt x="2220298" y="2584593"/>
                  </a:lnTo>
                  <a:lnTo>
                    <a:pt x="2148675" y="2580002"/>
                  </a:lnTo>
                  <a:lnTo>
                    <a:pt x="2077053" y="2575388"/>
                  </a:lnTo>
                  <a:lnTo>
                    <a:pt x="2005430" y="2570750"/>
                  </a:lnTo>
                  <a:lnTo>
                    <a:pt x="1933808" y="2566089"/>
                  </a:lnTo>
                  <a:lnTo>
                    <a:pt x="1862185" y="2561404"/>
                  </a:lnTo>
                  <a:lnTo>
                    <a:pt x="1790563" y="2556695"/>
                  </a:lnTo>
                  <a:lnTo>
                    <a:pt x="1718940" y="2551961"/>
                  </a:lnTo>
                  <a:lnTo>
                    <a:pt x="1647318" y="2547204"/>
                  </a:lnTo>
                  <a:lnTo>
                    <a:pt x="1575695" y="2542422"/>
                  </a:lnTo>
                  <a:lnTo>
                    <a:pt x="1504073" y="2537616"/>
                  </a:lnTo>
                  <a:lnTo>
                    <a:pt x="1432450" y="2532786"/>
                  </a:lnTo>
                  <a:lnTo>
                    <a:pt x="1360827" y="2527931"/>
                  </a:lnTo>
                  <a:lnTo>
                    <a:pt x="1289205" y="2523051"/>
                  </a:lnTo>
                  <a:lnTo>
                    <a:pt x="1217582" y="2518146"/>
                  </a:lnTo>
                  <a:lnTo>
                    <a:pt x="1145960" y="2513216"/>
                  </a:lnTo>
                  <a:lnTo>
                    <a:pt x="1074337" y="2508261"/>
                  </a:lnTo>
                  <a:lnTo>
                    <a:pt x="1002715" y="2503280"/>
                  </a:lnTo>
                  <a:lnTo>
                    <a:pt x="931092" y="2498274"/>
                  </a:lnTo>
                  <a:lnTo>
                    <a:pt x="859470" y="2493243"/>
                  </a:lnTo>
                  <a:lnTo>
                    <a:pt x="787847" y="2488186"/>
                  </a:lnTo>
                  <a:lnTo>
                    <a:pt x="716225" y="2483103"/>
                  </a:lnTo>
                  <a:lnTo>
                    <a:pt x="644602" y="2477994"/>
                  </a:lnTo>
                  <a:lnTo>
                    <a:pt x="572980" y="2472859"/>
                  </a:lnTo>
                  <a:lnTo>
                    <a:pt x="501357" y="2467698"/>
                  </a:lnTo>
                  <a:lnTo>
                    <a:pt x="429735" y="2462510"/>
                  </a:lnTo>
                  <a:lnTo>
                    <a:pt x="358112" y="2457296"/>
                  </a:lnTo>
                  <a:lnTo>
                    <a:pt x="286490" y="2452056"/>
                  </a:lnTo>
                  <a:lnTo>
                    <a:pt x="214867" y="2446788"/>
                  </a:lnTo>
                  <a:lnTo>
                    <a:pt x="143245" y="2441494"/>
                  </a:lnTo>
                  <a:lnTo>
                    <a:pt x="71622" y="2436173"/>
                  </a:lnTo>
                  <a:lnTo>
                    <a:pt x="0" y="243082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906340" y="2073503"/>
              <a:ext cx="6356338" cy="2847773"/>
            </a:xfrm>
            <a:custGeom>
              <a:avLst/>
              <a:pathLst>
                <a:path w="6356338" h="2847773">
                  <a:moveTo>
                    <a:pt x="0" y="0"/>
                  </a:moveTo>
                  <a:lnTo>
                    <a:pt x="53556" y="101165"/>
                  </a:lnTo>
                  <a:lnTo>
                    <a:pt x="125178" y="231254"/>
                  </a:lnTo>
                  <a:lnTo>
                    <a:pt x="196801" y="356340"/>
                  </a:lnTo>
                  <a:lnTo>
                    <a:pt x="268423" y="476615"/>
                  </a:lnTo>
                  <a:lnTo>
                    <a:pt x="340046" y="592265"/>
                  </a:lnTo>
                  <a:lnTo>
                    <a:pt x="411668" y="703467"/>
                  </a:lnTo>
                  <a:lnTo>
                    <a:pt x="483291" y="810392"/>
                  </a:lnTo>
                  <a:lnTo>
                    <a:pt x="554913" y="913205"/>
                  </a:lnTo>
                  <a:lnTo>
                    <a:pt x="626536" y="1012065"/>
                  </a:lnTo>
                  <a:lnTo>
                    <a:pt x="698158" y="1107122"/>
                  </a:lnTo>
                  <a:lnTo>
                    <a:pt x="769781" y="1198523"/>
                  </a:lnTo>
                  <a:lnTo>
                    <a:pt x="841403" y="1286409"/>
                  </a:lnTo>
                  <a:lnTo>
                    <a:pt x="913026" y="1370916"/>
                  </a:lnTo>
                  <a:lnTo>
                    <a:pt x="984649" y="1452172"/>
                  </a:lnTo>
                  <a:lnTo>
                    <a:pt x="1056271" y="1530303"/>
                  </a:lnTo>
                  <a:lnTo>
                    <a:pt x="1127894" y="1605430"/>
                  </a:lnTo>
                  <a:lnTo>
                    <a:pt x="1199516" y="1677667"/>
                  </a:lnTo>
                  <a:lnTo>
                    <a:pt x="1271139" y="1747126"/>
                  </a:lnTo>
                  <a:lnTo>
                    <a:pt x="1342761" y="1813914"/>
                  </a:lnTo>
                  <a:lnTo>
                    <a:pt x="1414384" y="1878133"/>
                  </a:lnTo>
                  <a:lnTo>
                    <a:pt x="1486006" y="1939882"/>
                  </a:lnTo>
                  <a:lnTo>
                    <a:pt x="1557629" y="1999257"/>
                  </a:lnTo>
                  <a:lnTo>
                    <a:pt x="1629251" y="2056348"/>
                  </a:lnTo>
                  <a:lnTo>
                    <a:pt x="1700874" y="2111244"/>
                  </a:lnTo>
                  <a:lnTo>
                    <a:pt x="1772496" y="2164028"/>
                  </a:lnTo>
                  <a:lnTo>
                    <a:pt x="1844119" y="2214783"/>
                  </a:lnTo>
                  <a:lnTo>
                    <a:pt x="1915741" y="2263585"/>
                  </a:lnTo>
                  <a:lnTo>
                    <a:pt x="1987364" y="2310511"/>
                  </a:lnTo>
                  <a:lnTo>
                    <a:pt x="2058986" y="2355632"/>
                  </a:lnTo>
                  <a:lnTo>
                    <a:pt x="2130609" y="2399017"/>
                  </a:lnTo>
                  <a:lnTo>
                    <a:pt x="2202231" y="2440734"/>
                  </a:lnTo>
                  <a:lnTo>
                    <a:pt x="2273854" y="2480847"/>
                  </a:lnTo>
                  <a:lnTo>
                    <a:pt x="2345477" y="2519417"/>
                  </a:lnTo>
                  <a:lnTo>
                    <a:pt x="2417099" y="2556503"/>
                  </a:lnTo>
                  <a:lnTo>
                    <a:pt x="2488722" y="2592164"/>
                  </a:lnTo>
                  <a:lnTo>
                    <a:pt x="2560344" y="2626453"/>
                  </a:lnTo>
                  <a:lnTo>
                    <a:pt x="2631967" y="2654952"/>
                  </a:lnTo>
                  <a:lnTo>
                    <a:pt x="2703589" y="2659162"/>
                  </a:lnTo>
                  <a:lnTo>
                    <a:pt x="2775212" y="2663351"/>
                  </a:lnTo>
                  <a:lnTo>
                    <a:pt x="2846834" y="2667518"/>
                  </a:lnTo>
                  <a:lnTo>
                    <a:pt x="2918457" y="2671664"/>
                  </a:lnTo>
                  <a:lnTo>
                    <a:pt x="2990079" y="2675789"/>
                  </a:lnTo>
                  <a:lnTo>
                    <a:pt x="3061702" y="2679894"/>
                  </a:lnTo>
                  <a:lnTo>
                    <a:pt x="3133324" y="2683977"/>
                  </a:lnTo>
                  <a:lnTo>
                    <a:pt x="3204947" y="2688039"/>
                  </a:lnTo>
                  <a:lnTo>
                    <a:pt x="3276569" y="2692081"/>
                  </a:lnTo>
                  <a:lnTo>
                    <a:pt x="3348192" y="2696103"/>
                  </a:lnTo>
                  <a:lnTo>
                    <a:pt x="3419814" y="2700104"/>
                  </a:lnTo>
                  <a:lnTo>
                    <a:pt x="3491437" y="2704084"/>
                  </a:lnTo>
                  <a:lnTo>
                    <a:pt x="3563059" y="2708045"/>
                  </a:lnTo>
                  <a:lnTo>
                    <a:pt x="3634682" y="2711985"/>
                  </a:lnTo>
                  <a:lnTo>
                    <a:pt x="3706304" y="2715905"/>
                  </a:lnTo>
                  <a:lnTo>
                    <a:pt x="3777927" y="2719806"/>
                  </a:lnTo>
                  <a:lnTo>
                    <a:pt x="3849550" y="2723686"/>
                  </a:lnTo>
                  <a:lnTo>
                    <a:pt x="3921172" y="2727547"/>
                  </a:lnTo>
                  <a:lnTo>
                    <a:pt x="3992795" y="2731388"/>
                  </a:lnTo>
                  <a:lnTo>
                    <a:pt x="4064417" y="2735210"/>
                  </a:lnTo>
                  <a:lnTo>
                    <a:pt x="4136040" y="2739012"/>
                  </a:lnTo>
                  <a:lnTo>
                    <a:pt x="4207662" y="2742795"/>
                  </a:lnTo>
                  <a:lnTo>
                    <a:pt x="4279285" y="2746559"/>
                  </a:lnTo>
                  <a:lnTo>
                    <a:pt x="4350907" y="2750304"/>
                  </a:lnTo>
                  <a:lnTo>
                    <a:pt x="4422530" y="2754030"/>
                  </a:lnTo>
                  <a:lnTo>
                    <a:pt x="4494152" y="2757736"/>
                  </a:lnTo>
                  <a:lnTo>
                    <a:pt x="4565775" y="2761424"/>
                  </a:lnTo>
                  <a:lnTo>
                    <a:pt x="4637397" y="2765093"/>
                  </a:lnTo>
                  <a:lnTo>
                    <a:pt x="4709020" y="2768744"/>
                  </a:lnTo>
                  <a:lnTo>
                    <a:pt x="4780642" y="2772376"/>
                  </a:lnTo>
                  <a:lnTo>
                    <a:pt x="4852265" y="2775989"/>
                  </a:lnTo>
                  <a:lnTo>
                    <a:pt x="4923887" y="2779584"/>
                  </a:lnTo>
                  <a:lnTo>
                    <a:pt x="4995510" y="2783161"/>
                  </a:lnTo>
                  <a:lnTo>
                    <a:pt x="5067132" y="2786720"/>
                  </a:lnTo>
                  <a:lnTo>
                    <a:pt x="5138755" y="2790261"/>
                  </a:lnTo>
                  <a:lnTo>
                    <a:pt x="5210378" y="2793783"/>
                  </a:lnTo>
                  <a:lnTo>
                    <a:pt x="5282000" y="2797288"/>
                  </a:lnTo>
                  <a:lnTo>
                    <a:pt x="5353623" y="2800775"/>
                  </a:lnTo>
                  <a:lnTo>
                    <a:pt x="5425245" y="2804245"/>
                  </a:lnTo>
                  <a:lnTo>
                    <a:pt x="5496868" y="2807696"/>
                  </a:lnTo>
                  <a:lnTo>
                    <a:pt x="5568490" y="2811130"/>
                  </a:lnTo>
                  <a:lnTo>
                    <a:pt x="5640113" y="2814547"/>
                  </a:lnTo>
                  <a:lnTo>
                    <a:pt x="5711735" y="2817946"/>
                  </a:lnTo>
                  <a:lnTo>
                    <a:pt x="5783358" y="2821328"/>
                  </a:lnTo>
                  <a:lnTo>
                    <a:pt x="5854980" y="2824693"/>
                  </a:lnTo>
                  <a:lnTo>
                    <a:pt x="5926603" y="2828041"/>
                  </a:lnTo>
                  <a:lnTo>
                    <a:pt x="5998225" y="2831372"/>
                  </a:lnTo>
                  <a:lnTo>
                    <a:pt x="6069848" y="2834686"/>
                  </a:lnTo>
                  <a:lnTo>
                    <a:pt x="6141470" y="2837983"/>
                  </a:lnTo>
                  <a:lnTo>
                    <a:pt x="6213093" y="2841263"/>
                  </a:lnTo>
                  <a:lnTo>
                    <a:pt x="6284715" y="2844526"/>
                  </a:lnTo>
                  <a:lnTo>
                    <a:pt x="6356338" y="28477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504327"/>
              <a:ext cx="7090630" cy="945662"/>
            </a:xfrm>
            <a:custGeom>
              <a:avLst/>
              <a:pathLst>
                <a:path w="7090630" h="945662">
                  <a:moveTo>
                    <a:pt x="7090630" y="945662"/>
                  </a:moveTo>
                  <a:lnTo>
                    <a:pt x="7019007" y="941372"/>
                  </a:lnTo>
                  <a:lnTo>
                    <a:pt x="6947385" y="936911"/>
                  </a:lnTo>
                  <a:lnTo>
                    <a:pt x="6875762" y="932271"/>
                  </a:lnTo>
                  <a:lnTo>
                    <a:pt x="6804139" y="927445"/>
                  </a:lnTo>
                  <a:lnTo>
                    <a:pt x="6732517" y="922426"/>
                  </a:lnTo>
                  <a:lnTo>
                    <a:pt x="6660894" y="917207"/>
                  </a:lnTo>
                  <a:lnTo>
                    <a:pt x="6589272" y="911779"/>
                  </a:lnTo>
                  <a:lnTo>
                    <a:pt x="6517649" y="906134"/>
                  </a:lnTo>
                  <a:lnTo>
                    <a:pt x="6446027" y="900263"/>
                  </a:lnTo>
                  <a:lnTo>
                    <a:pt x="6374404" y="894157"/>
                  </a:lnTo>
                  <a:lnTo>
                    <a:pt x="6302782" y="887807"/>
                  </a:lnTo>
                  <a:lnTo>
                    <a:pt x="6231159" y="881203"/>
                  </a:lnTo>
                  <a:lnTo>
                    <a:pt x="6159537" y="874334"/>
                  </a:lnTo>
                  <a:lnTo>
                    <a:pt x="6087914" y="867191"/>
                  </a:lnTo>
                  <a:lnTo>
                    <a:pt x="6016292" y="859763"/>
                  </a:lnTo>
                  <a:lnTo>
                    <a:pt x="5944669" y="852037"/>
                  </a:lnTo>
                  <a:lnTo>
                    <a:pt x="5873047" y="844002"/>
                  </a:lnTo>
                  <a:lnTo>
                    <a:pt x="5801424" y="835646"/>
                  </a:lnTo>
                  <a:lnTo>
                    <a:pt x="5729802" y="826956"/>
                  </a:lnTo>
                  <a:lnTo>
                    <a:pt x="5658179" y="817918"/>
                  </a:lnTo>
                  <a:lnTo>
                    <a:pt x="5586557" y="808519"/>
                  </a:lnTo>
                  <a:lnTo>
                    <a:pt x="5514934" y="798743"/>
                  </a:lnTo>
                  <a:lnTo>
                    <a:pt x="5443311" y="788577"/>
                  </a:lnTo>
                  <a:lnTo>
                    <a:pt x="5371689" y="778004"/>
                  </a:lnTo>
                  <a:lnTo>
                    <a:pt x="5300066" y="767008"/>
                  </a:lnTo>
                  <a:lnTo>
                    <a:pt x="5228444" y="755573"/>
                  </a:lnTo>
                  <a:lnTo>
                    <a:pt x="5156821" y="743680"/>
                  </a:lnTo>
                  <a:lnTo>
                    <a:pt x="5085199" y="731311"/>
                  </a:lnTo>
                  <a:lnTo>
                    <a:pt x="5013576" y="718448"/>
                  </a:lnTo>
                  <a:lnTo>
                    <a:pt x="4941954" y="705070"/>
                  </a:lnTo>
                  <a:lnTo>
                    <a:pt x="4870331" y="691157"/>
                  </a:lnTo>
                  <a:lnTo>
                    <a:pt x="4798709" y="676688"/>
                  </a:lnTo>
                  <a:lnTo>
                    <a:pt x="4727086" y="661639"/>
                  </a:lnTo>
                  <a:lnTo>
                    <a:pt x="4655464" y="645989"/>
                  </a:lnTo>
                  <a:lnTo>
                    <a:pt x="4583841" y="629713"/>
                  </a:lnTo>
                  <a:lnTo>
                    <a:pt x="4512219" y="612787"/>
                  </a:lnTo>
                  <a:lnTo>
                    <a:pt x="4440596" y="595183"/>
                  </a:lnTo>
                  <a:lnTo>
                    <a:pt x="4368974" y="576875"/>
                  </a:lnTo>
                  <a:lnTo>
                    <a:pt x="4297351" y="557834"/>
                  </a:lnTo>
                  <a:lnTo>
                    <a:pt x="4225729" y="538032"/>
                  </a:lnTo>
                  <a:lnTo>
                    <a:pt x="4154106" y="517438"/>
                  </a:lnTo>
                  <a:lnTo>
                    <a:pt x="4082483" y="496021"/>
                  </a:lnTo>
                  <a:lnTo>
                    <a:pt x="4010861" y="473747"/>
                  </a:lnTo>
                  <a:lnTo>
                    <a:pt x="3939238" y="450582"/>
                  </a:lnTo>
                  <a:lnTo>
                    <a:pt x="3867616" y="426490"/>
                  </a:lnTo>
                  <a:lnTo>
                    <a:pt x="3795993" y="401435"/>
                  </a:lnTo>
                  <a:lnTo>
                    <a:pt x="3724371" y="375377"/>
                  </a:lnTo>
                  <a:lnTo>
                    <a:pt x="3652748" y="348278"/>
                  </a:lnTo>
                  <a:lnTo>
                    <a:pt x="3581126" y="320094"/>
                  </a:lnTo>
                  <a:lnTo>
                    <a:pt x="3509503" y="290784"/>
                  </a:lnTo>
                  <a:lnTo>
                    <a:pt x="3437881" y="260301"/>
                  </a:lnTo>
                  <a:lnTo>
                    <a:pt x="3366258" y="228598"/>
                  </a:lnTo>
                  <a:lnTo>
                    <a:pt x="3294636" y="219896"/>
                  </a:lnTo>
                  <a:lnTo>
                    <a:pt x="3223013" y="215643"/>
                  </a:lnTo>
                  <a:lnTo>
                    <a:pt x="3151391" y="211368"/>
                  </a:lnTo>
                  <a:lnTo>
                    <a:pt x="3079768" y="207072"/>
                  </a:lnTo>
                  <a:lnTo>
                    <a:pt x="3008146" y="202753"/>
                  </a:lnTo>
                  <a:lnTo>
                    <a:pt x="2936523" y="198412"/>
                  </a:lnTo>
                  <a:lnTo>
                    <a:pt x="2864901" y="194050"/>
                  </a:lnTo>
                  <a:lnTo>
                    <a:pt x="2793278" y="189665"/>
                  </a:lnTo>
                  <a:lnTo>
                    <a:pt x="2721655" y="185257"/>
                  </a:lnTo>
                  <a:lnTo>
                    <a:pt x="2650033" y="180827"/>
                  </a:lnTo>
                  <a:lnTo>
                    <a:pt x="2578410" y="176375"/>
                  </a:lnTo>
                  <a:lnTo>
                    <a:pt x="2506788" y="171899"/>
                  </a:lnTo>
                  <a:lnTo>
                    <a:pt x="2435165" y="167401"/>
                  </a:lnTo>
                  <a:lnTo>
                    <a:pt x="2363543" y="162880"/>
                  </a:lnTo>
                  <a:lnTo>
                    <a:pt x="2291920" y="158336"/>
                  </a:lnTo>
                  <a:lnTo>
                    <a:pt x="2220298" y="153768"/>
                  </a:lnTo>
                  <a:lnTo>
                    <a:pt x="2148675" y="149178"/>
                  </a:lnTo>
                  <a:lnTo>
                    <a:pt x="2077053" y="144563"/>
                  </a:lnTo>
                  <a:lnTo>
                    <a:pt x="2005430" y="139926"/>
                  </a:lnTo>
                  <a:lnTo>
                    <a:pt x="1933808" y="135264"/>
                  </a:lnTo>
                  <a:lnTo>
                    <a:pt x="1862185" y="130579"/>
                  </a:lnTo>
                  <a:lnTo>
                    <a:pt x="1790563" y="125870"/>
                  </a:lnTo>
                  <a:lnTo>
                    <a:pt x="1718940" y="121137"/>
                  </a:lnTo>
                  <a:lnTo>
                    <a:pt x="1647318" y="116380"/>
                  </a:lnTo>
                  <a:lnTo>
                    <a:pt x="1575695" y="111598"/>
                  </a:lnTo>
                  <a:lnTo>
                    <a:pt x="1504073" y="106792"/>
                  </a:lnTo>
                  <a:lnTo>
                    <a:pt x="1432450" y="101961"/>
                  </a:lnTo>
                  <a:lnTo>
                    <a:pt x="1360827" y="97106"/>
                  </a:lnTo>
                  <a:lnTo>
                    <a:pt x="1289205" y="92226"/>
                  </a:lnTo>
                  <a:lnTo>
                    <a:pt x="1217582" y="87321"/>
                  </a:lnTo>
                  <a:lnTo>
                    <a:pt x="1145960" y="82391"/>
                  </a:lnTo>
                  <a:lnTo>
                    <a:pt x="1074337" y="77436"/>
                  </a:lnTo>
                  <a:lnTo>
                    <a:pt x="1002715" y="72456"/>
                  </a:lnTo>
                  <a:lnTo>
                    <a:pt x="931092" y="67450"/>
                  </a:lnTo>
                  <a:lnTo>
                    <a:pt x="859470" y="62418"/>
                  </a:lnTo>
                  <a:lnTo>
                    <a:pt x="787847" y="57361"/>
                  </a:lnTo>
                  <a:lnTo>
                    <a:pt x="716225" y="52278"/>
                  </a:lnTo>
                  <a:lnTo>
                    <a:pt x="644602" y="47169"/>
                  </a:lnTo>
                  <a:lnTo>
                    <a:pt x="572980" y="42034"/>
                  </a:lnTo>
                  <a:lnTo>
                    <a:pt x="501357" y="36873"/>
                  </a:lnTo>
                  <a:lnTo>
                    <a:pt x="429735" y="31686"/>
                  </a:lnTo>
                  <a:lnTo>
                    <a:pt x="358112" y="26472"/>
                  </a:lnTo>
                  <a:lnTo>
                    <a:pt x="286490" y="21231"/>
                  </a:lnTo>
                  <a:lnTo>
                    <a:pt x="214867" y="15964"/>
                  </a:lnTo>
                  <a:lnTo>
                    <a:pt x="143245" y="10669"/>
                  </a:lnTo>
                  <a:lnTo>
                    <a:pt x="71622" y="534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215728"/>
              <a:ext cx="7090630" cy="2080342"/>
            </a:xfrm>
            <a:custGeom>
              <a:avLst/>
              <a:pathLst>
                <a:path w="7090630" h="2080342">
                  <a:moveTo>
                    <a:pt x="0" y="0"/>
                  </a:moveTo>
                  <a:lnTo>
                    <a:pt x="71622" y="51306"/>
                  </a:lnTo>
                  <a:lnTo>
                    <a:pt x="143245" y="101488"/>
                  </a:lnTo>
                  <a:lnTo>
                    <a:pt x="214867" y="150570"/>
                  </a:lnTo>
                  <a:lnTo>
                    <a:pt x="286490" y="198577"/>
                  </a:lnTo>
                  <a:lnTo>
                    <a:pt x="358112" y="245532"/>
                  </a:lnTo>
                  <a:lnTo>
                    <a:pt x="429735" y="291458"/>
                  </a:lnTo>
                  <a:lnTo>
                    <a:pt x="501357" y="336378"/>
                  </a:lnTo>
                  <a:lnTo>
                    <a:pt x="572980" y="380314"/>
                  </a:lnTo>
                  <a:lnTo>
                    <a:pt x="644602" y="423286"/>
                  </a:lnTo>
                  <a:lnTo>
                    <a:pt x="716225" y="465318"/>
                  </a:lnTo>
                  <a:lnTo>
                    <a:pt x="787847" y="506428"/>
                  </a:lnTo>
                  <a:lnTo>
                    <a:pt x="859470" y="546638"/>
                  </a:lnTo>
                  <a:lnTo>
                    <a:pt x="931092" y="585966"/>
                  </a:lnTo>
                  <a:lnTo>
                    <a:pt x="1002715" y="624433"/>
                  </a:lnTo>
                  <a:lnTo>
                    <a:pt x="1074337" y="662057"/>
                  </a:lnTo>
                  <a:lnTo>
                    <a:pt x="1145960" y="698856"/>
                  </a:lnTo>
                  <a:lnTo>
                    <a:pt x="1217582" y="734849"/>
                  </a:lnTo>
                  <a:lnTo>
                    <a:pt x="1289205" y="770054"/>
                  </a:lnTo>
                  <a:lnTo>
                    <a:pt x="1360827" y="804487"/>
                  </a:lnTo>
                  <a:lnTo>
                    <a:pt x="1432450" y="838166"/>
                  </a:lnTo>
                  <a:lnTo>
                    <a:pt x="1504073" y="871106"/>
                  </a:lnTo>
                  <a:lnTo>
                    <a:pt x="1575695" y="903325"/>
                  </a:lnTo>
                  <a:lnTo>
                    <a:pt x="1647318" y="934838"/>
                  </a:lnTo>
                  <a:lnTo>
                    <a:pt x="1718940" y="965661"/>
                  </a:lnTo>
                  <a:lnTo>
                    <a:pt x="1790563" y="995808"/>
                  </a:lnTo>
                  <a:lnTo>
                    <a:pt x="1862185" y="1025294"/>
                  </a:lnTo>
                  <a:lnTo>
                    <a:pt x="1933808" y="1054135"/>
                  </a:lnTo>
                  <a:lnTo>
                    <a:pt x="2005430" y="1082343"/>
                  </a:lnTo>
                  <a:lnTo>
                    <a:pt x="2077053" y="1109934"/>
                  </a:lnTo>
                  <a:lnTo>
                    <a:pt x="2148675" y="1136920"/>
                  </a:lnTo>
                  <a:lnTo>
                    <a:pt x="2220298" y="1163314"/>
                  </a:lnTo>
                  <a:lnTo>
                    <a:pt x="2291920" y="1189130"/>
                  </a:lnTo>
                  <a:lnTo>
                    <a:pt x="2363543" y="1214381"/>
                  </a:lnTo>
                  <a:lnTo>
                    <a:pt x="2435165" y="1239078"/>
                  </a:lnTo>
                  <a:lnTo>
                    <a:pt x="2506788" y="1263234"/>
                  </a:lnTo>
                  <a:lnTo>
                    <a:pt x="2578410" y="1286861"/>
                  </a:lnTo>
                  <a:lnTo>
                    <a:pt x="2650033" y="1309970"/>
                  </a:lnTo>
                  <a:lnTo>
                    <a:pt x="2721655" y="1332573"/>
                  </a:lnTo>
                  <a:lnTo>
                    <a:pt x="2793278" y="1354681"/>
                  </a:lnTo>
                  <a:lnTo>
                    <a:pt x="2864901" y="1376304"/>
                  </a:lnTo>
                  <a:lnTo>
                    <a:pt x="2936523" y="1397453"/>
                  </a:lnTo>
                  <a:lnTo>
                    <a:pt x="3008146" y="1418139"/>
                  </a:lnTo>
                  <a:lnTo>
                    <a:pt x="3079768" y="1438372"/>
                  </a:lnTo>
                  <a:lnTo>
                    <a:pt x="3151391" y="1458161"/>
                  </a:lnTo>
                  <a:lnTo>
                    <a:pt x="3223013" y="1477517"/>
                  </a:lnTo>
                  <a:lnTo>
                    <a:pt x="3294636" y="1496448"/>
                  </a:lnTo>
                  <a:lnTo>
                    <a:pt x="3366258" y="1514965"/>
                  </a:lnTo>
                  <a:lnTo>
                    <a:pt x="3437881" y="1533076"/>
                  </a:lnTo>
                  <a:lnTo>
                    <a:pt x="3509503" y="1550790"/>
                  </a:lnTo>
                  <a:lnTo>
                    <a:pt x="3581126" y="1568116"/>
                  </a:lnTo>
                  <a:lnTo>
                    <a:pt x="3652748" y="1585063"/>
                  </a:lnTo>
                  <a:lnTo>
                    <a:pt x="3724371" y="1601638"/>
                  </a:lnTo>
                  <a:lnTo>
                    <a:pt x="3795993" y="1617850"/>
                  </a:lnTo>
                  <a:lnTo>
                    <a:pt x="3867616" y="1633706"/>
                  </a:lnTo>
                  <a:lnTo>
                    <a:pt x="3939238" y="1649216"/>
                  </a:lnTo>
                  <a:lnTo>
                    <a:pt x="4010861" y="1664385"/>
                  </a:lnTo>
                  <a:lnTo>
                    <a:pt x="4082483" y="1679222"/>
                  </a:lnTo>
                  <a:lnTo>
                    <a:pt x="4154106" y="1693734"/>
                  </a:lnTo>
                  <a:lnTo>
                    <a:pt x="4225729" y="1707928"/>
                  </a:lnTo>
                  <a:lnTo>
                    <a:pt x="4297351" y="1721811"/>
                  </a:lnTo>
                  <a:lnTo>
                    <a:pt x="4368974" y="1735390"/>
                  </a:lnTo>
                  <a:lnTo>
                    <a:pt x="4440596" y="1748671"/>
                  </a:lnTo>
                  <a:lnTo>
                    <a:pt x="4512219" y="1761661"/>
                  </a:lnTo>
                  <a:lnTo>
                    <a:pt x="4583841" y="1774367"/>
                  </a:lnTo>
                  <a:lnTo>
                    <a:pt x="4655464" y="1786794"/>
                  </a:lnTo>
                  <a:lnTo>
                    <a:pt x="4727086" y="1798949"/>
                  </a:lnTo>
                  <a:lnTo>
                    <a:pt x="4798709" y="1810837"/>
                  </a:lnTo>
                  <a:lnTo>
                    <a:pt x="4870331" y="1822465"/>
                  </a:lnTo>
                  <a:lnTo>
                    <a:pt x="4941954" y="1833838"/>
                  </a:lnTo>
                  <a:lnTo>
                    <a:pt x="5013576" y="1844963"/>
                  </a:lnTo>
                  <a:lnTo>
                    <a:pt x="5085199" y="1855843"/>
                  </a:lnTo>
                  <a:lnTo>
                    <a:pt x="5156821" y="1866485"/>
                  </a:lnTo>
                  <a:lnTo>
                    <a:pt x="5228444" y="1876893"/>
                  </a:lnTo>
                  <a:lnTo>
                    <a:pt x="5300066" y="1887074"/>
                  </a:lnTo>
                  <a:lnTo>
                    <a:pt x="5371689" y="1897032"/>
                  </a:lnTo>
                  <a:lnTo>
                    <a:pt x="5443311" y="1906771"/>
                  </a:lnTo>
                  <a:lnTo>
                    <a:pt x="5514934" y="1916297"/>
                  </a:lnTo>
                  <a:lnTo>
                    <a:pt x="5586557" y="1925614"/>
                  </a:lnTo>
                  <a:lnTo>
                    <a:pt x="5658179" y="1934728"/>
                  </a:lnTo>
                  <a:lnTo>
                    <a:pt x="5729802" y="1943641"/>
                  </a:lnTo>
                  <a:lnTo>
                    <a:pt x="5801424" y="1952359"/>
                  </a:lnTo>
                  <a:lnTo>
                    <a:pt x="5873047" y="1960886"/>
                  </a:lnTo>
                  <a:lnTo>
                    <a:pt x="5944669" y="1969226"/>
                  </a:lnTo>
                  <a:lnTo>
                    <a:pt x="6016292" y="1977384"/>
                  </a:lnTo>
                  <a:lnTo>
                    <a:pt x="6087914" y="1985363"/>
                  </a:lnTo>
                  <a:lnTo>
                    <a:pt x="6159537" y="1993167"/>
                  </a:lnTo>
                  <a:lnTo>
                    <a:pt x="6231159" y="2000800"/>
                  </a:lnTo>
                  <a:lnTo>
                    <a:pt x="6302782" y="2008265"/>
                  </a:lnTo>
                  <a:lnTo>
                    <a:pt x="6374404" y="2015567"/>
                  </a:lnTo>
                  <a:lnTo>
                    <a:pt x="6446027" y="2022710"/>
                  </a:lnTo>
                  <a:lnTo>
                    <a:pt x="6517649" y="2029695"/>
                  </a:lnTo>
                  <a:lnTo>
                    <a:pt x="6589272" y="2036528"/>
                  </a:lnTo>
                  <a:lnTo>
                    <a:pt x="6660894" y="2043211"/>
                  </a:lnTo>
                  <a:lnTo>
                    <a:pt x="6732517" y="2049747"/>
                  </a:lnTo>
                  <a:lnTo>
                    <a:pt x="6804139" y="2056140"/>
                  </a:lnTo>
                  <a:lnTo>
                    <a:pt x="6875762" y="2062393"/>
                  </a:lnTo>
                  <a:lnTo>
                    <a:pt x="6947385" y="2068509"/>
                  </a:lnTo>
                  <a:lnTo>
                    <a:pt x="7019007" y="2074491"/>
                  </a:lnTo>
                  <a:lnTo>
                    <a:pt x="7090630" y="208034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(1.06-1.57), p_Bonf = 0.066 (n = 6)  |  per IQR decline (Δ = 29.9 %): 2.15 (1.19-3.88)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2026-09-28T16:51:05Z</dcterms:modified>
  <cp:category/>
</cp:coreProperties>
</file>