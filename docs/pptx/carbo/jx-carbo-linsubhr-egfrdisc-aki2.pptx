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7039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21653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9626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70881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45495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3434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0896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83574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5818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1172049" y="2073503"/>
              <a:ext cx="7090630" cy="3142939"/>
            </a:xfrm>
            <a:custGeom>
              <a:avLst/>
              <a:pathLst>
                <a:path w="7090630" h="3142939">
                  <a:moveTo>
                    <a:pt x="670459" y="0"/>
                  </a:moveTo>
                  <a:lnTo>
                    <a:pt x="716225" y="57514"/>
                  </a:lnTo>
                  <a:lnTo>
                    <a:pt x="787847" y="145219"/>
                  </a:lnTo>
                  <a:lnTo>
                    <a:pt x="859470" y="230679"/>
                  </a:lnTo>
                  <a:lnTo>
                    <a:pt x="931092" y="313951"/>
                  </a:lnTo>
                  <a:lnTo>
                    <a:pt x="1002715" y="395092"/>
                  </a:lnTo>
                  <a:lnTo>
                    <a:pt x="1074337" y="474156"/>
                  </a:lnTo>
                  <a:lnTo>
                    <a:pt x="1145960" y="551196"/>
                  </a:lnTo>
                  <a:lnTo>
                    <a:pt x="1217582" y="626263"/>
                  </a:lnTo>
                  <a:lnTo>
                    <a:pt x="1289205" y="699410"/>
                  </a:lnTo>
                  <a:lnTo>
                    <a:pt x="1360827" y="770683"/>
                  </a:lnTo>
                  <a:lnTo>
                    <a:pt x="1432450" y="840133"/>
                  </a:lnTo>
                  <a:lnTo>
                    <a:pt x="1504073" y="907804"/>
                  </a:lnTo>
                  <a:lnTo>
                    <a:pt x="1575695" y="973743"/>
                  </a:lnTo>
                  <a:lnTo>
                    <a:pt x="1647318" y="1037995"/>
                  </a:lnTo>
                  <a:lnTo>
                    <a:pt x="1718940" y="1100601"/>
                  </a:lnTo>
                  <a:lnTo>
                    <a:pt x="1790563" y="1161605"/>
                  </a:lnTo>
                  <a:lnTo>
                    <a:pt x="1862185" y="1221048"/>
                  </a:lnTo>
                  <a:lnTo>
                    <a:pt x="1933808" y="1278969"/>
                  </a:lnTo>
                  <a:lnTo>
                    <a:pt x="2005430" y="1335407"/>
                  </a:lnTo>
                  <a:lnTo>
                    <a:pt x="2077053" y="1390400"/>
                  </a:lnTo>
                  <a:lnTo>
                    <a:pt x="2148675" y="1443986"/>
                  </a:lnTo>
                  <a:lnTo>
                    <a:pt x="2220298" y="1496200"/>
                  </a:lnTo>
                  <a:lnTo>
                    <a:pt x="2291920" y="1547077"/>
                  </a:lnTo>
                  <a:lnTo>
                    <a:pt x="2363543" y="1596652"/>
                  </a:lnTo>
                  <a:lnTo>
                    <a:pt x="2435165" y="1644958"/>
                  </a:lnTo>
                  <a:lnTo>
                    <a:pt x="2506788" y="1692028"/>
                  </a:lnTo>
                  <a:lnTo>
                    <a:pt x="2578410" y="1737892"/>
                  </a:lnTo>
                  <a:lnTo>
                    <a:pt x="2650033" y="1782583"/>
                  </a:lnTo>
                  <a:lnTo>
                    <a:pt x="2721655" y="1826130"/>
                  </a:lnTo>
                  <a:lnTo>
                    <a:pt x="2793278" y="1868561"/>
                  </a:lnTo>
                  <a:lnTo>
                    <a:pt x="2864901" y="1909907"/>
                  </a:lnTo>
                  <a:lnTo>
                    <a:pt x="2936523" y="1950194"/>
                  </a:lnTo>
                  <a:lnTo>
                    <a:pt x="3008146" y="1989450"/>
                  </a:lnTo>
                  <a:lnTo>
                    <a:pt x="3079768" y="2027702"/>
                  </a:lnTo>
                  <a:lnTo>
                    <a:pt x="3151391" y="2064974"/>
                  </a:lnTo>
                  <a:lnTo>
                    <a:pt x="3223013" y="2101292"/>
                  </a:lnTo>
                  <a:lnTo>
                    <a:pt x="3294636" y="2136680"/>
                  </a:lnTo>
                  <a:lnTo>
                    <a:pt x="3366258" y="2171162"/>
                  </a:lnTo>
                  <a:lnTo>
                    <a:pt x="3437881" y="2204762"/>
                  </a:lnTo>
                  <a:lnTo>
                    <a:pt x="3509503" y="2237501"/>
                  </a:lnTo>
                  <a:lnTo>
                    <a:pt x="3581126" y="2269403"/>
                  </a:lnTo>
                  <a:lnTo>
                    <a:pt x="3652748" y="2300488"/>
                  </a:lnTo>
                  <a:lnTo>
                    <a:pt x="3724371" y="2330777"/>
                  </a:lnTo>
                  <a:lnTo>
                    <a:pt x="3795993" y="2360291"/>
                  </a:lnTo>
                  <a:lnTo>
                    <a:pt x="3867616" y="2389049"/>
                  </a:lnTo>
                  <a:lnTo>
                    <a:pt x="3939238" y="2417071"/>
                  </a:lnTo>
                  <a:lnTo>
                    <a:pt x="4010861" y="2444376"/>
                  </a:lnTo>
                  <a:lnTo>
                    <a:pt x="4082483" y="2470982"/>
                  </a:lnTo>
                  <a:lnTo>
                    <a:pt x="4154106" y="2496907"/>
                  </a:lnTo>
                  <a:lnTo>
                    <a:pt x="4225729" y="2522168"/>
                  </a:lnTo>
                  <a:lnTo>
                    <a:pt x="4297351" y="2546783"/>
                  </a:lnTo>
                  <a:lnTo>
                    <a:pt x="4368974" y="2570767"/>
                  </a:lnTo>
                  <a:lnTo>
                    <a:pt x="4440596" y="2594138"/>
                  </a:lnTo>
                  <a:lnTo>
                    <a:pt x="4512219" y="2616910"/>
                  </a:lnTo>
                  <a:lnTo>
                    <a:pt x="4583841" y="2639099"/>
                  </a:lnTo>
                  <a:lnTo>
                    <a:pt x="4655464" y="2654946"/>
                  </a:lnTo>
                  <a:lnTo>
                    <a:pt x="4727086" y="2657151"/>
                  </a:lnTo>
                  <a:lnTo>
                    <a:pt x="4798709" y="2659350"/>
                  </a:lnTo>
                  <a:lnTo>
                    <a:pt x="4870331" y="2661542"/>
                  </a:lnTo>
                  <a:lnTo>
                    <a:pt x="4941954" y="2663729"/>
                  </a:lnTo>
                  <a:lnTo>
                    <a:pt x="5013576" y="2665911"/>
                  </a:lnTo>
                  <a:lnTo>
                    <a:pt x="5085199" y="2668086"/>
                  </a:lnTo>
                  <a:lnTo>
                    <a:pt x="5156821" y="2670255"/>
                  </a:lnTo>
                  <a:lnTo>
                    <a:pt x="5228444" y="2672419"/>
                  </a:lnTo>
                  <a:lnTo>
                    <a:pt x="5300066" y="2674577"/>
                  </a:lnTo>
                  <a:lnTo>
                    <a:pt x="5371689" y="2676730"/>
                  </a:lnTo>
                  <a:lnTo>
                    <a:pt x="5443311" y="2678876"/>
                  </a:lnTo>
                  <a:lnTo>
                    <a:pt x="5514934" y="2681017"/>
                  </a:lnTo>
                  <a:lnTo>
                    <a:pt x="5586557" y="2683152"/>
                  </a:lnTo>
                  <a:lnTo>
                    <a:pt x="5658179" y="2685282"/>
                  </a:lnTo>
                  <a:lnTo>
                    <a:pt x="5729802" y="2687406"/>
                  </a:lnTo>
                  <a:lnTo>
                    <a:pt x="5801424" y="2689524"/>
                  </a:lnTo>
                  <a:lnTo>
                    <a:pt x="5873047" y="2691636"/>
                  </a:lnTo>
                  <a:lnTo>
                    <a:pt x="5944669" y="2693743"/>
                  </a:lnTo>
                  <a:lnTo>
                    <a:pt x="6016292" y="2695844"/>
                  </a:lnTo>
                  <a:lnTo>
                    <a:pt x="6087914" y="2697940"/>
                  </a:lnTo>
                  <a:lnTo>
                    <a:pt x="6159537" y="2700030"/>
                  </a:lnTo>
                  <a:lnTo>
                    <a:pt x="6231159" y="2702115"/>
                  </a:lnTo>
                  <a:lnTo>
                    <a:pt x="6302782" y="2704194"/>
                  </a:lnTo>
                  <a:lnTo>
                    <a:pt x="6374404" y="2706268"/>
                  </a:lnTo>
                  <a:lnTo>
                    <a:pt x="6446027" y="2708336"/>
                  </a:lnTo>
                  <a:lnTo>
                    <a:pt x="6517649" y="2710398"/>
                  </a:lnTo>
                  <a:lnTo>
                    <a:pt x="6589272" y="2712455"/>
                  </a:lnTo>
                  <a:lnTo>
                    <a:pt x="6660894" y="2714507"/>
                  </a:lnTo>
                  <a:lnTo>
                    <a:pt x="6732517" y="2716553"/>
                  </a:lnTo>
                  <a:lnTo>
                    <a:pt x="6804139" y="2718593"/>
                  </a:lnTo>
                  <a:lnTo>
                    <a:pt x="6875762" y="2720629"/>
                  </a:lnTo>
                  <a:lnTo>
                    <a:pt x="6947385" y="2722658"/>
                  </a:lnTo>
                  <a:lnTo>
                    <a:pt x="7019007" y="2724683"/>
                  </a:lnTo>
                  <a:lnTo>
                    <a:pt x="7090630" y="2726702"/>
                  </a:lnTo>
                  <a:lnTo>
                    <a:pt x="7090630" y="3142939"/>
                  </a:lnTo>
                  <a:lnTo>
                    <a:pt x="7019007" y="3133986"/>
                  </a:lnTo>
                  <a:lnTo>
                    <a:pt x="6947385" y="3124797"/>
                  </a:lnTo>
                  <a:lnTo>
                    <a:pt x="6875762" y="3115367"/>
                  </a:lnTo>
                  <a:lnTo>
                    <a:pt x="6804139" y="3105690"/>
                  </a:lnTo>
                  <a:lnTo>
                    <a:pt x="6732517" y="3095758"/>
                  </a:lnTo>
                  <a:lnTo>
                    <a:pt x="6660894" y="3085565"/>
                  </a:lnTo>
                  <a:lnTo>
                    <a:pt x="6589272" y="3075105"/>
                  </a:lnTo>
                  <a:lnTo>
                    <a:pt x="6517649" y="3064370"/>
                  </a:lnTo>
                  <a:lnTo>
                    <a:pt x="6446027" y="3053352"/>
                  </a:lnTo>
                  <a:lnTo>
                    <a:pt x="6374404" y="3042046"/>
                  </a:lnTo>
                  <a:lnTo>
                    <a:pt x="6302782" y="3030442"/>
                  </a:lnTo>
                  <a:lnTo>
                    <a:pt x="6231159" y="3018533"/>
                  </a:lnTo>
                  <a:lnTo>
                    <a:pt x="6159537" y="3006312"/>
                  </a:lnTo>
                  <a:lnTo>
                    <a:pt x="6087914" y="2993769"/>
                  </a:lnTo>
                  <a:lnTo>
                    <a:pt x="6016292" y="2980897"/>
                  </a:lnTo>
                  <a:lnTo>
                    <a:pt x="5944669" y="2967687"/>
                  </a:lnTo>
                  <a:lnTo>
                    <a:pt x="5873047" y="2954130"/>
                  </a:lnTo>
                  <a:lnTo>
                    <a:pt x="5801424" y="2940217"/>
                  </a:lnTo>
                  <a:lnTo>
                    <a:pt x="5729802" y="2925938"/>
                  </a:lnTo>
                  <a:lnTo>
                    <a:pt x="5658179" y="2911284"/>
                  </a:lnTo>
                  <a:lnTo>
                    <a:pt x="5586557" y="2896245"/>
                  </a:lnTo>
                  <a:lnTo>
                    <a:pt x="5514934" y="2880811"/>
                  </a:lnTo>
                  <a:lnTo>
                    <a:pt x="5443311" y="2864972"/>
                  </a:lnTo>
                  <a:lnTo>
                    <a:pt x="5371689" y="2848716"/>
                  </a:lnTo>
                  <a:lnTo>
                    <a:pt x="5300066" y="2832033"/>
                  </a:lnTo>
                  <a:lnTo>
                    <a:pt x="5228444" y="2814913"/>
                  </a:lnTo>
                  <a:lnTo>
                    <a:pt x="5156821" y="2797342"/>
                  </a:lnTo>
                  <a:lnTo>
                    <a:pt x="5085199" y="2779310"/>
                  </a:lnTo>
                  <a:lnTo>
                    <a:pt x="5013576" y="2760804"/>
                  </a:lnTo>
                  <a:lnTo>
                    <a:pt x="4941954" y="2741812"/>
                  </a:lnTo>
                  <a:lnTo>
                    <a:pt x="4870331" y="2722320"/>
                  </a:lnTo>
                  <a:lnTo>
                    <a:pt x="4798709" y="2702317"/>
                  </a:lnTo>
                  <a:lnTo>
                    <a:pt x="4727086" y="2681789"/>
                  </a:lnTo>
                  <a:lnTo>
                    <a:pt x="4655464" y="2660721"/>
                  </a:lnTo>
                  <a:lnTo>
                    <a:pt x="4583841" y="2652736"/>
                  </a:lnTo>
                  <a:lnTo>
                    <a:pt x="4512219" y="2650520"/>
                  </a:lnTo>
                  <a:lnTo>
                    <a:pt x="4440596" y="2648298"/>
                  </a:lnTo>
                  <a:lnTo>
                    <a:pt x="4368974" y="2646069"/>
                  </a:lnTo>
                  <a:lnTo>
                    <a:pt x="4297351" y="2643835"/>
                  </a:lnTo>
                  <a:lnTo>
                    <a:pt x="4225729" y="2641595"/>
                  </a:lnTo>
                  <a:lnTo>
                    <a:pt x="4154106" y="2639349"/>
                  </a:lnTo>
                  <a:lnTo>
                    <a:pt x="4082483" y="2637097"/>
                  </a:lnTo>
                  <a:lnTo>
                    <a:pt x="4010861" y="2634839"/>
                  </a:lnTo>
                  <a:lnTo>
                    <a:pt x="3939238" y="2632575"/>
                  </a:lnTo>
                  <a:lnTo>
                    <a:pt x="3867616" y="2630305"/>
                  </a:lnTo>
                  <a:lnTo>
                    <a:pt x="3795993" y="2628029"/>
                  </a:lnTo>
                  <a:lnTo>
                    <a:pt x="3724371" y="2625747"/>
                  </a:lnTo>
                  <a:lnTo>
                    <a:pt x="3652748" y="2623459"/>
                  </a:lnTo>
                  <a:lnTo>
                    <a:pt x="3581126" y="2621164"/>
                  </a:lnTo>
                  <a:lnTo>
                    <a:pt x="3509503" y="2618864"/>
                  </a:lnTo>
                  <a:lnTo>
                    <a:pt x="3437881" y="2616557"/>
                  </a:lnTo>
                  <a:lnTo>
                    <a:pt x="3366258" y="2614244"/>
                  </a:lnTo>
                  <a:lnTo>
                    <a:pt x="3294636" y="2611925"/>
                  </a:lnTo>
                  <a:lnTo>
                    <a:pt x="3223013" y="2609600"/>
                  </a:lnTo>
                  <a:lnTo>
                    <a:pt x="3151391" y="2607269"/>
                  </a:lnTo>
                  <a:lnTo>
                    <a:pt x="3079768" y="2604931"/>
                  </a:lnTo>
                  <a:lnTo>
                    <a:pt x="3008146" y="2602588"/>
                  </a:lnTo>
                  <a:lnTo>
                    <a:pt x="2936523" y="2600238"/>
                  </a:lnTo>
                  <a:lnTo>
                    <a:pt x="2864901" y="2597881"/>
                  </a:lnTo>
                  <a:lnTo>
                    <a:pt x="2793278" y="2595519"/>
                  </a:lnTo>
                  <a:lnTo>
                    <a:pt x="2721655" y="2593150"/>
                  </a:lnTo>
                  <a:lnTo>
                    <a:pt x="2650033" y="2590775"/>
                  </a:lnTo>
                  <a:lnTo>
                    <a:pt x="2578410" y="2588393"/>
                  </a:lnTo>
                  <a:lnTo>
                    <a:pt x="2506788" y="2586005"/>
                  </a:lnTo>
                  <a:lnTo>
                    <a:pt x="2435165" y="2583611"/>
                  </a:lnTo>
                  <a:lnTo>
                    <a:pt x="2363543" y="2581210"/>
                  </a:lnTo>
                  <a:lnTo>
                    <a:pt x="2291920" y="2578803"/>
                  </a:lnTo>
                  <a:lnTo>
                    <a:pt x="2220298" y="2576390"/>
                  </a:lnTo>
                  <a:lnTo>
                    <a:pt x="2148675" y="2573970"/>
                  </a:lnTo>
                  <a:lnTo>
                    <a:pt x="2077053" y="2571544"/>
                  </a:lnTo>
                  <a:lnTo>
                    <a:pt x="2005430" y="2569111"/>
                  </a:lnTo>
                  <a:lnTo>
                    <a:pt x="1933808" y="2566671"/>
                  </a:lnTo>
                  <a:lnTo>
                    <a:pt x="1862185" y="2564226"/>
                  </a:lnTo>
                  <a:lnTo>
                    <a:pt x="1790563" y="2561773"/>
                  </a:lnTo>
                  <a:lnTo>
                    <a:pt x="1718940" y="2559314"/>
                  </a:lnTo>
                  <a:lnTo>
                    <a:pt x="1647318" y="2556849"/>
                  </a:lnTo>
                  <a:lnTo>
                    <a:pt x="1575695" y="2554377"/>
                  </a:lnTo>
                  <a:lnTo>
                    <a:pt x="1504073" y="2551898"/>
                  </a:lnTo>
                  <a:lnTo>
                    <a:pt x="1432450" y="2549413"/>
                  </a:lnTo>
                  <a:lnTo>
                    <a:pt x="1360827" y="2546921"/>
                  </a:lnTo>
                  <a:lnTo>
                    <a:pt x="1289205" y="2544423"/>
                  </a:lnTo>
                  <a:lnTo>
                    <a:pt x="1217582" y="2541918"/>
                  </a:lnTo>
                  <a:lnTo>
                    <a:pt x="1145960" y="2539406"/>
                  </a:lnTo>
                  <a:lnTo>
                    <a:pt x="1074337" y="2536887"/>
                  </a:lnTo>
                  <a:lnTo>
                    <a:pt x="1002715" y="2534362"/>
                  </a:lnTo>
                  <a:lnTo>
                    <a:pt x="931092" y="2531830"/>
                  </a:lnTo>
                  <a:lnTo>
                    <a:pt x="859470" y="2529291"/>
                  </a:lnTo>
                  <a:lnTo>
                    <a:pt x="787847" y="2526746"/>
                  </a:lnTo>
                  <a:lnTo>
                    <a:pt x="716225" y="2524193"/>
                  </a:lnTo>
                  <a:lnTo>
                    <a:pt x="644602" y="2521634"/>
                  </a:lnTo>
                  <a:lnTo>
                    <a:pt x="572980" y="2519068"/>
                  </a:lnTo>
                  <a:lnTo>
                    <a:pt x="501357" y="2516495"/>
                  </a:lnTo>
                  <a:lnTo>
                    <a:pt x="429735" y="2513916"/>
                  </a:lnTo>
                  <a:lnTo>
                    <a:pt x="358112" y="2511329"/>
                  </a:lnTo>
                  <a:lnTo>
                    <a:pt x="286490" y="2508736"/>
                  </a:lnTo>
                  <a:lnTo>
                    <a:pt x="214867" y="2506136"/>
                  </a:lnTo>
                  <a:lnTo>
                    <a:pt x="143245" y="2503528"/>
                  </a:lnTo>
                  <a:lnTo>
                    <a:pt x="71622" y="2500914"/>
                  </a:lnTo>
                  <a:lnTo>
                    <a:pt x="0" y="2498293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842508" y="2073503"/>
              <a:ext cx="6420170" cy="2726702"/>
            </a:xfrm>
            <a:custGeom>
              <a:avLst/>
              <a:pathLst>
                <a:path w="6420170" h="2726702">
                  <a:moveTo>
                    <a:pt x="0" y="0"/>
                  </a:moveTo>
                  <a:lnTo>
                    <a:pt x="45765" y="57514"/>
                  </a:lnTo>
                  <a:lnTo>
                    <a:pt x="117388" y="145219"/>
                  </a:lnTo>
                  <a:lnTo>
                    <a:pt x="189010" y="230679"/>
                  </a:lnTo>
                  <a:lnTo>
                    <a:pt x="260633" y="313951"/>
                  </a:lnTo>
                  <a:lnTo>
                    <a:pt x="332255" y="395092"/>
                  </a:lnTo>
                  <a:lnTo>
                    <a:pt x="403878" y="474156"/>
                  </a:lnTo>
                  <a:lnTo>
                    <a:pt x="475500" y="551196"/>
                  </a:lnTo>
                  <a:lnTo>
                    <a:pt x="547123" y="626263"/>
                  </a:lnTo>
                  <a:lnTo>
                    <a:pt x="618745" y="699410"/>
                  </a:lnTo>
                  <a:lnTo>
                    <a:pt x="690368" y="770683"/>
                  </a:lnTo>
                  <a:lnTo>
                    <a:pt x="761990" y="840133"/>
                  </a:lnTo>
                  <a:lnTo>
                    <a:pt x="833613" y="907804"/>
                  </a:lnTo>
                  <a:lnTo>
                    <a:pt x="905235" y="973743"/>
                  </a:lnTo>
                  <a:lnTo>
                    <a:pt x="976858" y="1037995"/>
                  </a:lnTo>
                  <a:lnTo>
                    <a:pt x="1048481" y="1100601"/>
                  </a:lnTo>
                  <a:lnTo>
                    <a:pt x="1120103" y="1161605"/>
                  </a:lnTo>
                  <a:lnTo>
                    <a:pt x="1191726" y="1221048"/>
                  </a:lnTo>
                  <a:lnTo>
                    <a:pt x="1263348" y="1278969"/>
                  </a:lnTo>
                  <a:lnTo>
                    <a:pt x="1334971" y="1335407"/>
                  </a:lnTo>
                  <a:lnTo>
                    <a:pt x="1406593" y="1390400"/>
                  </a:lnTo>
                  <a:lnTo>
                    <a:pt x="1478216" y="1443986"/>
                  </a:lnTo>
                  <a:lnTo>
                    <a:pt x="1549838" y="1496200"/>
                  </a:lnTo>
                  <a:lnTo>
                    <a:pt x="1621461" y="1547077"/>
                  </a:lnTo>
                  <a:lnTo>
                    <a:pt x="1693083" y="1596652"/>
                  </a:lnTo>
                  <a:lnTo>
                    <a:pt x="1764706" y="1644958"/>
                  </a:lnTo>
                  <a:lnTo>
                    <a:pt x="1836328" y="1692028"/>
                  </a:lnTo>
                  <a:lnTo>
                    <a:pt x="1907951" y="1737892"/>
                  </a:lnTo>
                  <a:lnTo>
                    <a:pt x="1979573" y="1782583"/>
                  </a:lnTo>
                  <a:lnTo>
                    <a:pt x="2051196" y="1826130"/>
                  </a:lnTo>
                  <a:lnTo>
                    <a:pt x="2122818" y="1868561"/>
                  </a:lnTo>
                  <a:lnTo>
                    <a:pt x="2194441" y="1909907"/>
                  </a:lnTo>
                  <a:lnTo>
                    <a:pt x="2266063" y="1950194"/>
                  </a:lnTo>
                  <a:lnTo>
                    <a:pt x="2337686" y="1989450"/>
                  </a:lnTo>
                  <a:lnTo>
                    <a:pt x="2409309" y="2027702"/>
                  </a:lnTo>
                  <a:lnTo>
                    <a:pt x="2480931" y="2064974"/>
                  </a:lnTo>
                  <a:lnTo>
                    <a:pt x="2552554" y="2101292"/>
                  </a:lnTo>
                  <a:lnTo>
                    <a:pt x="2624176" y="2136680"/>
                  </a:lnTo>
                  <a:lnTo>
                    <a:pt x="2695799" y="2171162"/>
                  </a:lnTo>
                  <a:lnTo>
                    <a:pt x="2767421" y="2204762"/>
                  </a:lnTo>
                  <a:lnTo>
                    <a:pt x="2839044" y="2237501"/>
                  </a:lnTo>
                  <a:lnTo>
                    <a:pt x="2910666" y="2269403"/>
                  </a:lnTo>
                  <a:lnTo>
                    <a:pt x="2982289" y="2300488"/>
                  </a:lnTo>
                  <a:lnTo>
                    <a:pt x="3053911" y="2330777"/>
                  </a:lnTo>
                  <a:lnTo>
                    <a:pt x="3125534" y="2360291"/>
                  </a:lnTo>
                  <a:lnTo>
                    <a:pt x="3197156" y="2389049"/>
                  </a:lnTo>
                  <a:lnTo>
                    <a:pt x="3268779" y="2417071"/>
                  </a:lnTo>
                  <a:lnTo>
                    <a:pt x="3340401" y="2444376"/>
                  </a:lnTo>
                  <a:lnTo>
                    <a:pt x="3412024" y="2470982"/>
                  </a:lnTo>
                  <a:lnTo>
                    <a:pt x="3483646" y="2496907"/>
                  </a:lnTo>
                  <a:lnTo>
                    <a:pt x="3555269" y="2522168"/>
                  </a:lnTo>
                  <a:lnTo>
                    <a:pt x="3626891" y="2546783"/>
                  </a:lnTo>
                  <a:lnTo>
                    <a:pt x="3698514" y="2570767"/>
                  </a:lnTo>
                  <a:lnTo>
                    <a:pt x="3770137" y="2594138"/>
                  </a:lnTo>
                  <a:lnTo>
                    <a:pt x="3841759" y="2616910"/>
                  </a:lnTo>
                  <a:lnTo>
                    <a:pt x="3913382" y="2639099"/>
                  </a:lnTo>
                  <a:lnTo>
                    <a:pt x="3985004" y="2654946"/>
                  </a:lnTo>
                  <a:lnTo>
                    <a:pt x="4056627" y="2657151"/>
                  </a:lnTo>
                  <a:lnTo>
                    <a:pt x="4128249" y="2659350"/>
                  </a:lnTo>
                  <a:lnTo>
                    <a:pt x="4199872" y="2661542"/>
                  </a:lnTo>
                  <a:lnTo>
                    <a:pt x="4271494" y="2663729"/>
                  </a:lnTo>
                  <a:lnTo>
                    <a:pt x="4343117" y="2665911"/>
                  </a:lnTo>
                  <a:lnTo>
                    <a:pt x="4414739" y="2668086"/>
                  </a:lnTo>
                  <a:lnTo>
                    <a:pt x="4486362" y="2670255"/>
                  </a:lnTo>
                  <a:lnTo>
                    <a:pt x="4557984" y="2672419"/>
                  </a:lnTo>
                  <a:lnTo>
                    <a:pt x="4629607" y="2674577"/>
                  </a:lnTo>
                  <a:lnTo>
                    <a:pt x="4701229" y="2676730"/>
                  </a:lnTo>
                  <a:lnTo>
                    <a:pt x="4772852" y="2678876"/>
                  </a:lnTo>
                  <a:lnTo>
                    <a:pt x="4844474" y="2681017"/>
                  </a:lnTo>
                  <a:lnTo>
                    <a:pt x="4916097" y="2683152"/>
                  </a:lnTo>
                  <a:lnTo>
                    <a:pt x="4987719" y="2685282"/>
                  </a:lnTo>
                  <a:lnTo>
                    <a:pt x="5059342" y="2687406"/>
                  </a:lnTo>
                  <a:lnTo>
                    <a:pt x="5130965" y="2689524"/>
                  </a:lnTo>
                  <a:lnTo>
                    <a:pt x="5202587" y="2691636"/>
                  </a:lnTo>
                  <a:lnTo>
                    <a:pt x="5274210" y="2693743"/>
                  </a:lnTo>
                  <a:lnTo>
                    <a:pt x="5345832" y="2695844"/>
                  </a:lnTo>
                  <a:lnTo>
                    <a:pt x="5417455" y="2697940"/>
                  </a:lnTo>
                  <a:lnTo>
                    <a:pt x="5489077" y="2700030"/>
                  </a:lnTo>
                  <a:lnTo>
                    <a:pt x="5560700" y="2702115"/>
                  </a:lnTo>
                  <a:lnTo>
                    <a:pt x="5632322" y="2704194"/>
                  </a:lnTo>
                  <a:lnTo>
                    <a:pt x="5703945" y="2706268"/>
                  </a:lnTo>
                  <a:lnTo>
                    <a:pt x="5775567" y="2708336"/>
                  </a:lnTo>
                  <a:lnTo>
                    <a:pt x="5847190" y="2710398"/>
                  </a:lnTo>
                  <a:lnTo>
                    <a:pt x="5918812" y="2712455"/>
                  </a:lnTo>
                  <a:lnTo>
                    <a:pt x="5990435" y="2714507"/>
                  </a:lnTo>
                  <a:lnTo>
                    <a:pt x="6062057" y="2716553"/>
                  </a:lnTo>
                  <a:lnTo>
                    <a:pt x="6133680" y="2718593"/>
                  </a:lnTo>
                  <a:lnTo>
                    <a:pt x="6205302" y="2720629"/>
                  </a:lnTo>
                  <a:lnTo>
                    <a:pt x="6276925" y="2722658"/>
                  </a:lnTo>
                  <a:lnTo>
                    <a:pt x="6348547" y="2724683"/>
                  </a:lnTo>
                  <a:lnTo>
                    <a:pt x="6420170" y="272670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4571796"/>
              <a:ext cx="7090630" cy="644645"/>
            </a:xfrm>
            <a:custGeom>
              <a:avLst/>
              <a:pathLst>
                <a:path w="7090630" h="644645">
                  <a:moveTo>
                    <a:pt x="7090630" y="644645"/>
                  </a:moveTo>
                  <a:lnTo>
                    <a:pt x="7019007" y="635692"/>
                  </a:lnTo>
                  <a:lnTo>
                    <a:pt x="6947385" y="626504"/>
                  </a:lnTo>
                  <a:lnTo>
                    <a:pt x="6875762" y="617074"/>
                  </a:lnTo>
                  <a:lnTo>
                    <a:pt x="6804139" y="607396"/>
                  </a:lnTo>
                  <a:lnTo>
                    <a:pt x="6732517" y="597465"/>
                  </a:lnTo>
                  <a:lnTo>
                    <a:pt x="6660894" y="587272"/>
                  </a:lnTo>
                  <a:lnTo>
                    <a:pt x="6589272" y="576811"/>
                  </a:lnTo>
                  <a:lnTo>
                    <a:pt x="6517649" y="566076"/>
                  </a:lnTo>
                  <a:lnTo>
                    <a:pt x="6446027" y="555059"/>
                  </a:lnTo>
                  <a:lnTo>
                    <a:pt x="6374404" y="543752"/>
                  </a:lnTo>
                  <a:lnTo>
                    <a:pt x="6302782" y="532149"/>
                  </a:lnTo>
                  <a:lnTo>
                    <a:pt x="6231159" y="520240"/>
                  </a:lnTo>
                  <a:lnTo>
                    <a:pt x="6159537" y="508019"/>
                  </a:lnTo>
                  <a:lnTo>
                    <a:pt x="6087914" y="495476"/>
                  </a:lnTo>
                  <a:lnTo>
                    <a:pt x="6016292" y="482604"/>
                  </a:lnTo>
                  <a:lnTo>
                    <a:pt x="5944669" y="469394"/>
                  </a:lnTo>
                  <a:lnTo>
                    <a:pt x="5873047" y="455837"/>
                  </a:lnTo>
                  <a:lnTo>
                    <a:pt x="5801424" y="441923"/>
                  </a:lnTo>
                  <a:lnTo>
                    <a:pt x="5729802" y="427645"/>
                  </a:lnTo>
                  <a:lnTo>
                    <a:pt x="5658179" y="412991"/>
                  </a:lnTo>
                  <a:lnTo>
                    <a:pt x="5586557" y="397952"/>
                  </a:lnTo>
                  <a:lnTo>
                    <a:pt x="5514934" y="382518"/>
                  </a:lnTo>
                  <a:lnTo>
                    <a:pt x="5443311" y="366678"/>
                  </a:lnTo>
                  <a:lnTo>
                    <a:pt x="5371689" y="350423"/>
                  </a:lnTo>
                  <a:lnTo>
                    <a:pt x="5300066" y="333740"/>
                  </a:lnTo>
                  <a:lnTo>
                    <a:pt x="5228444" y="316619"/>
                  </a:lnTo>
                  <a:lnTo>
                    <a:pt x="5156821" y="299048"/>
                  </a:lnTo>
                  <a:lnTo>
                    <a:pt x="5085199" y="281016"/>
                  </a:lnTo>
                  <a:lnTo>
                    <a:pt x="5013576" y="262510"/>
                  </a:lnTo>
                  <a:lnTo>
                    <a:pt x="4941954" y="243518"/>
                  </a:lnTo>
                  <a:lnTo>
                    <a:pt x="4870331" y="224027"/>
                  </a:lnTo>
                  <a:lnTo>
                    <a:pt x="4798709" y="204024"/>
                  </a:lnTo>
                  <a:lnTo>
                    <a:pt x="4727086" y="183495"/>
                  </a:lnTo>
                  <a:lnTo>
                    <a:pt x="4655464" y="162427"/>
                  </a:lnTo>
                  <a:lnTo>
                    <a:pt x="4583841" y="154443"/>
                  </a:lnTo>
                  <a:lnTo>
                    <a:pt x="4512219" y="152226"/>
                  </a:lnTo>
                  <a:lnTo>
                    <a:pt x="4440596" y="150004"/>
                  </a:lnTo>
                  <a:lnTo>
                    <a:pt x="4368974" y="147776"/>
                  </a:lnTo>
                  <a:lnTo>
                    <a:pt x="4297351" y="145542"/>
                  </a:lnTo>
                  <a:lnTo>
                    <a:pt x="4225729" y="143302"/>
                  </a:lnTo>
                  <a:lnTo>
                    <a:pt x="4154106" y="141056"/>
                  </a:lnTo>
                  <a:lnTo>
                    <a:pt x="4082483" y="138804"/>
                  </a:lnTo>
                  <a:lnTo>
                    <a:pt x="4010861" y="136546"/>
                  </a:lnTo>
                  <a:lnTo>
                    <a:pt x="3939238" y="134282"/>
                  </a:lnTo>
                  <a:lnTo>
                    <a:pt x="3867616" y="132012"/>
                  </a:lnTo>
                  <a:lnTo>
                    <a:pt x="3795993" y="129736"/>
                  </a:lnTo>
                  <a:lnTo>
                    <a:pt x="3724371" y="127454"/>
                  </a:lnTo>
                  <a:lnTo>
                    <a:pt x="3652748" y="125165"/>
                  </a:lnTo>
                  <a:lnTo>
                    <a:pt x="3581126" y="122871"/>
                  </a:lnTo>
                  <a:lnTo>
                    <a:pt x="3509503" y="120570"/>
                  </a:lnTo>
                  <a:lnTo>
                    <a:pt x="3437881" y="118264"/>
                  </a:lnTo>
                  <a:lnTo>
                    <a:pt x="3366258" y="115951"/>
                  </a:lnTo>
                  <a:lnTo>
                    <a:pt x="3294636" y="113632"/>
                  </a:lnTo>
                  <a:lnTo>
                    <a:pt x="3223013" y="111307"/>
                  </a:lnTo>
                  <a:lnTo>
                    <a:pt x="3151391" y="108976"/>
                  </a:lnTo>
                  <a:lnTo>
                    <a:pt x="3079768" y="106638"/>
                  </a:lnTo>
                  <a:lnTo>
                    <a:pt x="3008146" y="104294"/>
                  </a:lnTo>
                  <a:lnTo>
                    <a:pt x="2936523" y="101944"/>
                  </a:lnTo>
                  <a:lnTo>
                    <a:pt x="2864901" y="99588"/>
                  </a:lnTo>
                  <a:lnTo>
                    <a:pt x="2793278" y="97225"/>
                  </a:lnTo>
                  <a:lnTo>
                    <a:pt x="2721655" y="94856"/>
                  </a:lnTo>
                  <a:lnTo>
                    <a:pt x="2650033" y="92481"/>
                  </a:lnTo>
                  <a:lnTo>
                    <a:pt x="2578410" y="90100"/>
                  </a:lnTo>
                  <a:lnTo>
                    <a:pt x="2506788" y="87712"/>
                  </a:lnTo>
                  <a:lnTo>
                    <a:pt x="2435165" y="85318"/>
                  </a:lnTo>
                  <a:lnTo>
                    <a:pt x="2363543" y="82917"/>
                  </a:lnTo>
                  <a:lnTo>
                    <a:pt x="2291920" y="80510"/>
                  </a:lnTo>
                  <a:lnTo>
                    <a:pt x="2220298" y="78096"/>
                  </a:lnTo>
                  <a:lnTo>
                    <a:pt x="2148675" y="75676"/>
                  </a:lnTo>
                  <a:lnTo>
                    <a:pt x="2077053" y="73250"/>
                  </a:lnTo>
                  <a:lnTo>
                    <a:pt x="2005430" y="70817"/>
                  </a:lnTo>
                  <a:lnTo>
                    <a:pt x="1933808" y="68378"/>
                  </a:lnTo>
                  <a:lnTo>
                    <a:pt x="1862185" y="65932"/>
                  </a:lnTo>
                  <a:lnTo>
                    <a:pt x="1790563" y="63480"/>
                  </a:lnTo>
                  <a:lnTo>
                    <a:pt x="1718940" y="61021"/>
                  </a:lnTo>
                  <a:lnTo>
                    <a:pt x="1647318" y="58555"/>
                  </a:lnTo>
                  <a:lnTo>
                    <a:pt x="1575695" y="56083"/>
                  </a:lnTo>
                  <a:lnTo>
                    <a:pt x="1504073" y="53605"/>
                  </a:lnTo>
                  <a:lnTo>
                    <a:pt x="1432450" y="51120"/>
                  </a:lnTo>
                  <a:lnTo>
                    <a:pt x="1360827" y="48628"/>
                  </a:lnTo>
                  <a:lnTo>
                    <a:pt x="1289205" y="46129"/>
                  </a:lnTo>
                  <a:lnTo>
                    <a:pt x="1217582" y="43624"/>
                  </a:lnTo>
                  <a:lnTo>
                    <a:pt x="1145960" y="41112"/>
                  </a:lnTo>
                  <a:lnTo>
                    <a:pt x="1074337" y="38594"/>
                  </a:lnTo>
                  <a:lnTo>
                    <a:pt x="1002715" y="36068"/>
                  </a:lnTo>
                  <a:lnTo>
                    <a:pt x="931092" y="33537"/>
                  </a:lnTo>
                  <a:lnTo>
                    <a:pt x="859470" y="30998"/>
                  </a:lnTo>
                  <a:lnTo>
                    <a:pt x="787847" y="28452"/>
                  </a:lnTo>
                  <a:lnTo>
                    <a:pt x="716225" y="25900"/>
                  </a:lnTo>
                  <a:lnTo>
                    <a:pt x="644602" y="23341"/>
                  </a:lnTo>
                  <a:lnTo>
                    <a:pt x="572980" y="20775"/>
                  </a:lnTo>
                  <a:lnTo>
                    <a:pt x="501357" y="18202"/>
                  </a:lnTo>
                  <a:lnTo>
                    <a:pt x="429735" y="15622"/>
                  </a:lnTo>
                  <a:lnTo>
                    <a:pt x="358112" y="13036"/>
                  </a:lnTo>
                  <a:lnTo>
                    <a:pt x="286490" y="10443"/>
                  </a:lnTo>
                  <a:lnTo>
                    <a:pt x="214867" y="7842"/>
                  </a:lnTo>
                  <a:lnTo>
                    <a:pt x="143245" y="5235"/>
                  </a:lnTo>
                  <a:lnTo>
                    <a:pt x="71622" y="2621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172049" y="3465374"/>
              <a:ext cx="7090630" cy="1583932"/>
            </a:xfrm>
            <a:custGeom>
              <a:avLst/>
              <a:pathLst>
                <a:path w="7090630" h="1583932">
                  <a:moveTo>
                    <a:pt x="0" y="0"/>
                  </a:moveTo>
                  <a:lnTo>
                    <a:pt x="71622" y="29695"/>
                  </a:lnTo>
                  <a:lnTo>
                    <a:pt x="143245" y="58969"/>
                  </a:lnTo>
                  <a:lnTo>
                    <a:pt x="214867" y="87828"/>
                  </a:lnTo>
                  <a:lnTo>
                    <a:pt x="286490" y="116277"/>
                  </a:lnTo>
                  <a:lnTo>
                    <a:pt x="358112" y="144322"/>
                  </a:lnTo>
                  <a:lnTo>
                    <a:pt x="429735" y="171969"/>
                  </a:lnTo>
                  <a:lnTo>
                    <a:pt x="501357" y="199223"/>
                  </a:lnTo>
                  <a:lnTo>
                    <a:pt x="572980" y="226091"/>
                  </a:lnTo>
                  <a:lnTo>
                    <a:pt x="644602" y="252577"/>
                  </a:lnTo>
                  <a:lnTo>
                    <a:pt x="716225" y="278687"/>
                  </a:lnTo>
                  <a:lnTo>
                    <a:pt x="787847" y="304426"/>
                  </a:lnTo>
                  <a:lnTo>
                    <a:pt x="859470" y="329801"/>
                  </a:lnTo>
                  <a:lnTo>
                    <a:pt x="931092" y="354814"/>
                  </a:lnTo>
                  <a:lnTo>
                    <a:pt x="1002715" y="379473"/>
                  </a:lnTo>
                  <a:lnTo>
                    <a:pt x="1074337" y="403782"/>
                  </a:lnTo>
                  <a:lnTo>
                    <a:pt x="1145960" y="427746"/>
                  </a:lnTo>
                  <a:lnTo>
                    <a:pt x="1217582" y="451369"/>
                  </a:lnTo>
                  <a:lnTo>
                    <a:pt x="1289205" y="474657"/>
                  </a:lnTo>
                  <a:lnTo>
                    <a:pt x="1360827" y="497615"/>
                  </a:lnTo>
                  <a:lnTo>
                    <a:pt x="1432450" y="520247"/>
                  </a:lnTo>
                  <a:lnTo>
                    <a:pt x="1504073" y="542557"/>
                  </a:lnTo>
                  <a:lnTo>
                    <a:pt x="1575695" y="564551"/>
                  </a:lnTo>
                  <a:lnTo>
                    <a:pt x="1647318" y="586232"/>
                  </a:lnTo>
                  <a:lnTo>
                    <a:pt x="1718940" y="607606"/>
                  </a:lnTo>
                  <a:lnTo>
                    <a:pt x="1790563" y="628676"/>
                  </a:lnTo>
                  <a:lnTo>
                    <a:pt x="1862185" y="649447"/>
                  </a:lnTo>
                  <a:lnTo>
                    <a:pt x="1933808" y="669924"/>
                  </a:lnTo>
                  <a:lnTo>
                    <a:pt x="2005430" y="690109"/>
                  </a:lnTo>
                  <a:lnTo>
                    <a:pt x="2077053" y="710008"/>
                  </a:lnTo>
                  <a:lnTo>
                    <a:pt x="2148675" y="729625"/>
                  </a:lnTo>
                  <a:lnTo>
                    <a:pt x="2220298" y="748963"/>
                  </a:lnTo>
                  <a:lnTo>
                    <a:pt x="2291920" y="768027"/>
                  </a:lnTo>
                  <a:lnTo>
                    <a:pt x="2363543" y="786820"/>
                  </a:lnTo>
                  <a:lnTo>
                    <a:pt x="2435165" y="805346"/>
                  </a:lnTo>
                  <a:lnTo>
                    <a:pt x="2506788" y="823609"/>
                  </a:lnTo>
                  <a:lnTo>
                    <a:pt x="2578410" y="841613"/>
                  </a:lnTo>
                  <a:lnTo>
                    <a:pt x="2650033" y="859361"/>
                  </a:lnTo>
                  <a:lnTo>
                    <a:pt x="2721655" y="876858"/>
                  </a:lnTo>
                  <a:lnTo>
                    <a:pt x="2793278" y="894106"/>
                  </a:lnTo>
                  <a:lnTo>
                    <a:pt x="2864901" y="911109"/>
                  </a:lnTo>
                  <a:lnTo>
                    <a:pt x="2936523" y="927871"/>
                  </a:lnTo>
                  <a:lnTo>
                    <a:pt x="3008146" y="944395"/>
                  </a:lnTo>
                  <a:lnTo>
                    <a:pt x="3079768" y="960684"/>
                  </a:lnTo>
                  <a:lnTo>
                    <a:pt x="3151391" y="976742"/>
                  </a:lnTo>
                  <a:lnTo>
                    <a:pt x="3223013" y="992572"/>
                  </a:lnTo>
                  <a:lnTo>
                    <a:pt x="3294636" y="1008178"/>
                  </a:lnTo>
                  <a:lnTo>
                    <a:pt x="3366258" y="1023561"/>
                  </a:lnTo>
                  <a:lnTo>
                    <a:pt x="3437881" y="1038727"/>
                  </a:lnTo>
                  <a:lnTo>
                    <a:pt x="3509503" y="1053677"/>
                  </a:lnTo>
                  <a:lnTo>
                    <a:pt x="3581126" y="1068415"/>
                  </a:lnTo>
                  <a:lnTo>
                    <a:pt x="3652748" y="1082944"/>
                  </a:lnTo>
                  <a:lnTo>
                    <a:pt x="3724371" y="1097266"/>
                  </a:lnTo>
                  <a:lnTo>
                    <a:pt x="3795993" y="1111385"/>
                  </a:lnTo>
                  <a:lnTo>
                    <a:pt x="3867616" y="1125304"/>
                  </a:lnTo>
                  <a:lnTo>
                    <a:pt x="3939238" y="1139025"/>
                  </a:lnTo>
                  <a:lnTo>
                    <a:pt x="4010861" y="1152552"/>
                  </a:lnTo>
                  <a:lnTo>
                    <a:pt x="4082483" y="1165886"/>
                  </a:lnTo>
                  <a:lnTo>
                    <a:pt x="4154106" y="1179031"/>
                  </a:lnTo>
                  <a:lnTo>
                    <a:pt x="4225729" y="1191990"/>
                  </a:lnTo>
                  <a:lnTo>
                    <a:pt x="4297351" y="1204764"/>
                  </a:lnTo>
                  <a:lnTo>
                    <a:pt x="4368974" y="1217357"/>
                  </a:lnTo>
                  <a:lnTo>
                    <a:pt x="4440596" y="1229772"/>
                  </a:lnTo>
                  <a:lnTo>
                    <a:pt x="4512219" y="1242010"/>
                  </a:lnTo>
                  <a:lnTo>
                    <a:pt x="4583841" y="1254074"/>
                  </a:lnTo>
                  <a:lnTo>
                    <a:pt x="4655464" y="1265968"/>
                  </a:lnTo>
                  <a:lnTo>
                    <a:pt x="4727086" y="1277692"/>
                  </a:lnTo>
                  <a:lnTo>
                    <a:pt x="4798709" y="1289250"/>
                  </a:lnTo>
                  <a:lnTo>
                    <a:pt x="4870331" y="1300644"/>
                  </a:lnTo>
                  <a:lnTo>
                    <a:pt x="4941954" y="1311876"/>
                  </a:lnTo>
                  <a:lnTo>
                    <a:pt x="5013576" y="1322948"/>
                  </a:lnTo>
                  <a:lnTo>
                    <a:pt x="5085199" y="1333864"/>
                  </a:lnTo>
                  <a:lnTo>
                    <a:pt x="5156821" y="1344624"/>
                  </a:lnTo>
                  <a:lnTo>
                    <a:pt x="5228444" y="1355232"/>
                  </a:lnTo>
                  <a:lnTo>
                    <a:pt x="5300066" y="1365689"/>
                  </a:lnTo>
                  <a:lnTo>
                    <a:pt x="5371689" y="1375998"/>
                  </a:lnTo>
                  <a:lnTo>
                    <a:pt x="5443311" y="1386160"/>
                  </a:lnTo>
                  <a:lnTo>
                    <a:pt x="5514934" y="1396179"/>
                  </a:lnTo>
                  <a:lnTo>
                    <a:pt x="5586557" y="1406055"/>
                  </a:lnTo>
                  <a:lnTo>
                    <a:pt x="5658179" y="1415790"/>
                  </a:lnTo>
                  <a:lnTo>
                    <a:pt x="5729802" y="1425388"/>
                  </a:lnTo>
                  <a:lnTo>
                    <a:pt x="5801424" y="1434849"/>
                  </a:lnTo>
                  <a:lnTo>
                    <a:pt x="5873047" y="1444176"/>
                  </a:lnTo>
                  <a:lnTo>
                    <a:pt x="5944669" y="1453371"/>
                  </a:lnTo>
                  <a:lnTo>
                    <a:pt x="6016292" y="1462435"/>
                  </a:lnTo>
                  <a:lnTo>
                    <a:pt x="6087914" y="1471370"/>
                  </a:lnTo>
                  <a:lnTo>
                    <a:pt x="6159537" y="1480178"/>
                  </a:lnTo>
                  <a:lnTo>
                    <a:pt x="6231159" y="1488862"/>
                  </a:lnTo>
                  <a:lnTo>
                    <a:pt x="6302782" y="1497422"/>
                  </a:lnTo>
                  <a:lnTo>
                    <a:pt x="6374404" y="1505861"/>
                  </a:lnTo>
                  <a:lnTo>
                    <a:pt x="6446027" y="1514180"/>
                  </a:lnTo>
                  <a:lnTo>
                    <a:pt x="6517649" y="1522380"/>
                  </a:lnTo>
                  <a:lnTo>
                    <a:pt x="6589272" y="1530465"/>
                  </a:lnTo>
                  <a:lnTo>
                    <a:pt x="6660894" y="1538434"/>
                  </a:lnTo>
                  <a:lnTo>
                    <a:pt x="6732517" y="1546291"/>
                  </a:lnTo>
                  <a:lnTo>
                    <a:pt x="6804139" y="1554036"/>
                  </a:lnTo>
                  <a:lnTo>
                    <a:pt x="6875762" y="1561671"/>
                  </a:lnTo>
                  <a:lnTo>
                    <a:pt x="6947385" y="1569198"/>
                  </a:lnTo>
                  <a:lnTo>
                    <a:pt x="7019007" y="1576617"/>
                  </a:lnTo>
                  <a:lnTo>
                    <a:pt x="7090630" y="1583932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80599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47321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75223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26267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400881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5804651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751970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3832408" y="5925448"/>
              <a:ext cx="176991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Discrepancy (mL/min)</a:t>
              </a:r>
            </a:p>
          </p:txBody>
        </p:sp>
        <p:sp>
          <p:nvSpPr>
            <p:cNvPr id="40" name="tx4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817517" y="1896563"/>
              <a:ext cx="6991776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mL/min decline: 1.19 (1.03-1.37), p_Bonf = 0.096 (n = 6)  |  per IQR decline (Δ = 23.1): 1.50 (1.08-2.08)  |  IQR: [-12.6, 10.5]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7517" y="1669789"/>
              <a:ext cx="1936790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AKI Grade 2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2026-09-28T16:51:10Z</dcterms:modified>
  <cp:category/>
</cp:coreProperties>
</file>