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143092"/>
              <a:ext cx="6964104" cy="1222188"/>
            </a:xfrm>
            <a:custGeom>
              <a:avLst/>
              <a:pathLst>
                <a:path w="6964104" h="1222188">
                  <a:moveTo>
                    <a:pt x="444599" y="0"/>
                  </a:moveTo>
                  <a:lnTo>
                    <a:pt x="492411" y="32782"/>
                  </a:lnTo>
                  <a:lnTo>
                    <a:pt x="562755" y="79186"/>
                  </a:lnTo>
                  <a:lnTo>
                    <a:pt x="633100" y="123831"/>
                  </a:lnTo>
                  <a:lnTo>
                    <a:pt x="703444" y="166785"/>
                  </a:lnTo>
                  <a:lnTo>
                    <a:pt x="773789" y="208110"/>
                  </a:lnTo>
                  <a:lnTo>
                    <a:pt x="844133" y="247869"/>
                  </a:lnTo>
                  <a:lnTo>
                    <a:pt x="914478" y="286122"/>
                  </a:lnTo>
                  <a:lnTo>
                    <a:pt x="984822" y="322925"/>
                  </a:lnTo>
                  <a:lnTo>
                    <a:pt x="1055167" y="358333"/>
                  </a:lnTo>
                  <a:lnTo>
                    <a:pt x="1125511" y="392399"/>
                  </a:lnTo>
                  <a:lnTo>
                    <a:pt x="1195856" y="425174"/>
                  </a:lnTo>
                  <a:lnTo>
                    <a:pt x="1266200" y="456706"/>
                  </a:lnTo>
                  <a:lnTo>
                    <a:pt x="1336545" y="487044"/>
                  </a:lnTo>
                  <a:lnTo>
                    <a:pt x="1406889" y="516232"/>
                  </a:lnTo>
                  <a:lnTo>
                    <a:pt x="1477234" y="544314"/>
                  </a:lnTo>
                  <a:lnTo>
                    <a:pt x="1547578" y="571331"/>
                  </a:lnTo>
                  <a:lnTo>
                    <a:pt x="1617923" y="597325"/>
                  </a:lnTo>
                  <a:lnTo>
                    <a:pt x="1688267" y="622334"/>
                  </a:lnTo>
                  <a:lnTo>
                    <a:pt x="1758612" y="646394"/>
                  </a:lnTo>
                  <a:lnTo>
                    <a:pt x="1828956" y="669543"/>
                  </a:lnTo>
                  <a:lnTo>
                    <a:pt x="1899301" y="691815"/>
                  </a:lnTo>
                  <a:lnTo>
                    <a:pt x="1969645" y="713242"/>
                  </a:lnTo>
                  <a:lnTo>
                    <a:pt x="2039990" y="733858"/>
                  </a:lnTo>
                  <a:lnTo>
                    <a:pt x="2110334" y="753692"/>
                  </a:lnTo>
                  <a:lnTo>
                    <a:pt x="2180679" y="772774"/>
                  </a:lnTo>
                  <a:lnTo>
                    <a:pt x="2251023" y="791133"/>
                  </a:lnTo>
                  <a:lnTo>
                    <a:pt x="2321368" y="808797"/>
                  </a:lnTo>
                  <a:lnTo>
                    <a:pt x="2391712" y="825791"/>
                  </a:lnTo>
                  <a:lnTo>
                    <a:pt x="2462057" y="842141"/>
                  </a:lnTo>
                  <a:lnTo>
                    <a:pt x="2532401" y="857871"/>
                  </a:lnTo>
                  <a:lnTo>
                    <a:pt x="2602746" y="873005"/>
                  </a:lnTo>
                  <a:lnTo>
                    <a:pt x="2673090" y="887566"/>
                  </a:lnTo>
                  <a:lnTo>
                    <a:pt x="2743435" y="901574"/>
                  </a:lnTo>
                  <a:lnTo>
                    <a:pt x="2813779" y="915052"/>
                  </a:lnTo>
                  <a:lnTo>
                    <a:pt x="2884124" y="928019"/>
                  </a:lnTo>
                  <a:lnTo>
                    <a:pt x="2954468" y="940495"/>
                  </a:lnTo>
                  <a:lnTo>
                    <a:pt x="3024813" y="952498"/>
                  </a:lnTo>
                  <a:lnTo>
                    <a:pt x="3095157" y="960634"/>
                  </a:lnTo>
                  <a:lnTo>
                    <a:pt x="3165502" y="965690"/>
                  </a:lnTo>
                  <a:lnTo>
                    <a:pt x="3235846" y="970661"/>
                  </a:lnTo>
                  <a:lnTo>
                    <a:pt x="3306191" y="975546"/>
                  </a:lnTo>
                  <a:lnTo>
                    <a:pt x="3376535" y="980348"/>
                  </a:lnTo>
                  <a:lnTo>
                    <a:pt x="3446880" y="985069"/>
                  </a:lnTo>
                  <a:lnTo>
                    <a:pt x="3517224" y="989709"/>
                  </a:lnTo>
                  <a:lnTo>
                    <a:pt x="3587569" y="994270"/>
                  </a:lnTo>
                  <a:lnTo>
                    <a:pt x="3657913" y="998753"/>
                  </a:lnTo>
                  <a:lnTo>
                    <a:pt x="3728257" y="1003159"/>
                  </a:lnTo>
                  <a:lnTo>
                    <a:pt x="3798602" y="1007491"/>
                  </a:lnTo>
                  <a:lnTo>
                    <a:pt x="3868946" y="1011749"/>
                  </a:lnTo>
                  <a:lnTo>
                    <a:pt x="3939291" y="1015934"/>
                  </a:lnTo>
                  <a:lnTo>
                    <a:pt x="4009635" y="1020047"/>
                  </a:lnTo>
                  <a:lnTo>
                    <a:pt x="4079980" y="1024091"/>
                  </a:lnTo>
                  <a:lnTo>
                    <a:pt x="4150324" y="1028066"/>
                  </a:lnTo>
                  <a:lnTo>
                    <a:pt x="4220669" y="1031972"/>
                  </a:lnTo>
                  <a:lnTo>
                    <a:pt x="4291013" y="1035813"/>
                  </a:lnTo>
                  <a:lnTo>
                    <a:pt x="4361358" y="1039587"/>
                  </a:lnTo>
                  <a:lnTo>
                    <a:pt x="4431702" y="1043298"/>
                  </a:lnTo>
                  <a:lnTo>
                    <a:pt x="4502047" y="1046945"/>
                  </a:lnTo>
                  <a:lnTo>
                    <a:pt x="4572391" y="1050530"/>
                  </a:lnTo>
                  <a:lnTo>
                    <a:pt x="4642736" y="1054054"/>
                  </a:lnTo>
                  <a:lnTo>
                    <a:pt x="4713080" y="1057517"/>
                  </a:lnTo>
                  <a:lnTo>
                    <a:pt x="4783425" y="1060922"/>
                  </a:lnTo>
                  <a:lnTo>
                    <a:pt x="4853769" y="1064269"/>
                  </a:lnTo>
                  <a:lnTo>
                    <a:pt x="4924114" y="1067558"/>
                  </a:lnTo>
                  <a:lnTo>
                    <a:pt x="4994458" y="1070792"/>
                  </a:lnTo>
                  <a:lnTo>
                    <a:pt x="5064803" y="1073970"/>
                  </a:lnTo>
                  <a:lnTo>
                    <a:pt x="5135147" y="1077094"/>
                  </a:lnTo>
                  <a:lnTo>
                    <a:pt x="5205492" y="1080165"/>
                  </a:lnTo>
                  <a:lnTo>
                    <a:pt x="5275836" y="1083184"/>
                  </a:lnTo>
                  <a:lnTo>
                    <a:pt x="5346181" y="1086151"/>
                  </a:lnTo>
                  <a:lnTo>
                    <a:pt x="5416525" y="1089067"/>
                  </a:lnTo>
                  <a:lnTo>
                    <a:pt x="5486870" y="1091934"/>
                  </a:lnTo>
                  <a:lnTo>
                    <a:pt x="5557214" y="1094752"/>
                  </a:lnTo>
                  <a:lnTo>
                    <a:pt x="5627559" y="1097522"/>
                  </a:lnTo>
                  <a:lnTo>
                    <a:pt x="5697903" y="1100244"/>
                  </a:lnTo>
                  <a:lnTo>
                    <a:pt x="5768248" y="1102921"/>
                  </a:lnTo>
                  <a:lnTo>
                    <a:pt x="5838592" y="1105551"/>
                  </a:lnTo>
                  <a:lnTo>
                    <a:pt x="5908937" y="1108137"/>
                  </a:lnTo>
                  <a:lnTo>
                    <a:pt x="5979281" y="1110678"/>
                  </a:lnTo>
                  <a:lnTo>
                    <a:pt x="6049626" y="1113177"/>
                  </a:lnTo>
                  <a:lnTo>
                    <a:pt x="6119970" y="1115632"/>
                  </a:lnTo>
                  <a:lnTo>
                    <a:pt x="6190315" y="1118046"/>
                  </a:lnTo>
                  <a:lnTo>
                    <a:pt x="6260659" y="1120419"/>
                  </a:lnTo>
                  <a:lnTo>
                    <a:pt x="6331004" y="1122751"/>
                  </a:lnTo>
                  <a:lnTo>
                    <a:pt x="6401348" y="1125043"/>
                  </a:lnTo>
                  <a:lnTo>
                    <a:pt x="6471693" y="1127297"/>
                  </a:lnTo>
                  <a:lnTo>
                    <a:pt x="6542037" y="1129512"/>
                  </a:lnTo>
                  <a:lnTo>
                    <a:pt x="6612382" y="1131689"/>
                  </a:lnTo>
                  <a:lnTo>
                    <a:pt x="6682726" y="1133829"/>
                  </a:lnTo>
                  <a:lnTo>
                    <a:pt x="6753071" y="1135932"/>
                  </a:lnTo>
                  <a:lnTo>
                    <a:pt x="6823415" y="1138000"/>
                  </a:lnTo>
                  <a:lnTo>
                    <a:pt x="6893760" y="1140033"/>
                  </a:lnTo>
                  <a:lnTo>
                    <a:pt x="6964104" y="1142030"/>
                  </a:lnTo>
                  <a:lnTo>
                    <a:pt x="6964104" y="1222188"/>
                  </a:lnTo>
                  <a:lnTo>
                    <a:pt x="6893760" y="1220809"/>
                  </a:lnTo>
                  <a:lnTo>
                    <a:pt x="6823415" y="1219375"/>
                  </a:lnTo>
                  <a:lnTo>
                    <a:pt x="6753071" y="1217885"/>
                  </a:lnTo>
                  <a:lnTo>
                    <a:pt x="6682726" y="1216336"/>
                  </a:lnTo>
                  <a:lnTo>
                    <a:pt x="6612382" y="1214726"/>
                  </a:lnTo>
                  <a:lnTo>
                    <a:pt x="6542037" y="1213053"/>
                  </a:lnTo>
                  <a:lnTo>
                    <a:pt x="6471693" y="1211314"/>
                  </a:lnTo>
                  <a:lnTo>
                    <a:pt x="6401348" y="1209506"/>
                  </a:lnTo>
                  <a:lnTo>
                    <a:pt x="6331004" y="1207628"/>
                  </a:lnTo>
                  <a:lnTo>
                    <a:pt x="6260659" y="1205675"/>
                  </a:lnTo>
                  <a:lnTo>
                    <a:pt x="6190315" y="1203645"/>
                  </a:lnTo>
                  <a:lnTo>
                    <a:pt x="6119970" y="1201535"/>
                  </a:lnTo>
                  <a:lnTo>
                    <a:pt x="6049626" y="1199343"/>
                  </a:lnTo>
                  <a:lnTo>
                    <a:pt x="5979281" y="1197063"/>
                  </a:lnTo>
                  <a:lnTo>
                    <a:pt x="5908937" y="1194695"/>
                  </a:lnTo>
                  <a:lnTo>
                    <a:pt x="5838592" y="1192232"/>
                  </a:lnTo>
                  <a:lnTo>
                    <a:pt x="5768248" y="1189673"/>
                  </a:lnTo>
                  <a:lnTo>
                    <a:pt x="5697903" y="1187013"/>
                  </a:lnTo>
                  <a:lnTo>
                    <a:pt x="5627559" y="1184248"/>
                  </a:lnTo>
                  <a:lnTo>
                    <a:pt x="5557214" y="1181374"/>
                  </a:lnTo>
                  <a:lnTo>
                    <a:pt x="5486870" y="1178387"/>
                  </a:lnTo>
                  <a:lnTo>
                    <a:pt x="5416525" y="1175283"/>
                  </a:lnTo>
                  <a:lnTo>
                    <a:pt x="5346181" y="1172056"/>
                  </a:lnTo>
                  <a:lnTo>
                    <a:pt x="5275836" y="1168702"/>
                  </a:lnTo>
                  <a:lnTo>
                    <a:pt x="5205492" y="1165216"/>
                  </a:lnTo>
                  <a:lnTo>
                    <a:pt x="5135147" y="1161592"/>
                  </a:lnTo>
                  <a:lnTo>
                    <a:pt x="5064803" y="1157826"/>
                  </a:lnTo>
                  <a:lnTo>
                    <a:pt x="4994458" y="1153911"/>
                  </a:lnTo>
                  <a:lnTo>
                    <a:pt x="4924114" y="1149843"/>
                  </a:lnTo>
                  <a:lnTo>
                    <a:pt x="4853769" y="1145613"/>
                  </a:lnTo>
                  <a:lnTo>
                    <a:pt x="4783425" y="1141218"/>
                  </a:lnTo>
                  <a:lnTo>
                    <a:pt x="4713080" y="1136649"/>
                  </a:lnTo>
                  <a:lnTo>
                    <a:pt x="4642736" y="1131900"/>
                  </a:lnTo>
                  <a:lnTo>
                    <a:pt x="4572391" y="1126964"/>
                  </a:lnTo>
                  <a:lnTo>
                    <a:pt x="4502047" y="1121834"/>
                  </a:lnTo>
                  <a:lnTo>
                    <a:pt x="4431702" y="1116502"/>
                  </a:lnTo>
                  <a:lnTo>
                    <a:pt x="4361358" y="1110959"/>
                  </a:lnTo>
                  <a:lnTo>
                    <a:pt x="4291013" y="1105199"/>
                  </a:lnTo>
                  <a:lnTo>
                    <a:pt x="4220669" y="1099211"/>
                  </a:lnTo>
                  <a:lnTo>
                    <a:pt x="4150324" y="1092988"/>
                  </a:lnTo>
                  <a:lnTo>
                    <a:pt x="4079980" y="1086519"/>
                  </a:lnTo>
                  <a:lnTo>
                    <a:pt x="4009635" y="1079795"/>
                  </a:lnTo>
                  <a:lnTo>
                    <a:pt x="3939291" y="1072807"/>
                  </a:lnTo>
                  <a:lnTo>
                    <a:pt x="3868946" y="1065543"/>
                  </a:lnTo>
                  <a:lnTo>
                    <a:pt x="3798602" y="1057994"/>
                  </a:lnTo>
                  <a:lnTo>
                    <a:pt x="3728257" y="1050147"/>
                  </a:lnTo>
                  <a:lnTo>
                    <a:pt x="3657913" y="1041990"/>
                  </a:lnTo>
                  <a:lnTo>
                    <a:pt x="3587569" y="1033513"/>
                  </a:lnTo>
                  <a:lnTo>
                    <a:pt x="3517224" y="1024701"/>
                  </a:lnTo>
                  <a:lnTo>
                    <a:pt x="3446880" y="1015543"/>
                  </a:lnTo>
                  <a:lnTo>
                    <a:pt x="3376535" y="1006023"/>
                  </a:lnTo>
                  <a:lnTo>
                    <a:pt x="3306191" y="996129"/>
                  </a:lnTo>
                  <a:lnTo>
                    <a:pt x="3235846" y="985845"/>
                  </a:lnTo>
                  <a:lnTo>
                    <a:pt x="3165502" y="975156"/>
                  </a:lnTo>
                  <a:lnTo>
                    <a:pt x="3095157" y="964046"/>
                  </a:lnTo>
                  <a:lnTo>
                    <a:pt x="3024813" y="955489"/>
                  </a:lnTo>
                  <a:lnTo>
                    <a:pt x="2954468" y="950256"/>
                  </a:lnTo>
                  <a:lnTo>
                    <a:pt x="2884124" y="944931"/>
                  </a:lnTo>
                  <a:lnTo>
                    <a:pt x="2813779" y="939515"/>
                  </a:lnTo>
                  <a:lnTo>
                    <a:pt x="2743435" y="934004"/>
                  </a:lnTo>
                  <a:lnTo>
                    <a:pt x="2673090" y="928398"/>
                  </a:lnTo>
                  <a:lnTo>
                    <a:pt x="2602746" y="922694"/>
                  </a:lnTo>
                  <a:lnTo>
                    <a:pt x="2532401" y="916892"/>
                  </a:lnTo>
                  <a:lnTo>
                    <a:pt x="2462057" y="910989"/>
                  </a:lnTo>
                  <a:lnTo>
                    <a:pt x="2391712" y="904984"/>
                  </a:lnTo>
                  <a:lnTo>
                    <a:pt x="2321368" y="898874"/>
                  </a:lnTo>
                  <a:lnTo>
                    <a:pt x="2251023" y="892658"/>
                  </a:lnTo>
                  <a:lnTo>
                    <a:pt x="2180679" y="886335"/>
                  </a:lnTo>
                  <a:lnTo>
                    <a:pt x="2110334" y="879902"/>
                  </a:lnTo>
                  <a:lnTo>
                    <a:pt x="2039990" y="873357"/>
                  </a:lnTo>
                  <a:lnTo>
                    <a:pt x="1969645" y="866699"/>
                  </a:lnTo>
                  <a:lnTo>
                    <a:pt x="1899301" y="859925"/>
                  </a:lnTo>
                  <a:lnTo>
                    <a:pt x="1828956" y="853034"/>
                  </a:lnTo>
                  <a:lnTo>
                    <a:pt x="1758612" y="846023"/>
                  </a:lnTo>
                  <a:lnTo>
                    <a:pt x="1688267" y="838891"/>
                  </a:lnTo>
                  <a:lnTo>
                    <a:pt x="1617923" y="831635"/>
                  </a:lnTo>
                  <a:lnTo>
                    <a:pt x="1547578" y="824253"/>
                  </a:lnTo>
                  <a:lnTo>
                    <a:pt x="1477234" y="816743"/>
                  </a:lnTo>
                  <a:lnTo>
                    <a:pt x="1406889" y="809103"/>
                  </a:lnTo>
                  <a:lnTo>
                    <a:pt x="1336545" y="801330"/>
                  </a:lnTo>
                  <a:lnTo>
                    <a:pt x="1266200" y="793423"/>
                  </a:lnTo>
                  <a:lnTo>
                    <a:pt x="1195856" y="785378"/>
                  </a:lnTo>
                  <a:lnTo>
                    <a:pt x="1125511" y="777194"/>
                  </a:lnTo>
                  <a:lnTo>
                    <a:pt x="1055167" y="768867"/>
                  </a:lnTo>
                  <a:lnTo>
                    <a:pt x="984822" y="760397"/>
                  </a:lnTo>
                  <a:lnTo>
                    <a:pt x="914478" y="751779"/>
                  </a:lnTo>
                  <a:lnTo>
                    <a:pt x="844133" y="743012"/>
                  </a:lnTo>
                  <a:lnTo>
                    <a:pt x="773789" y="734093"/>
                  </a:lnTo>
                  <a:lnTo>
                    <a:pt x="703444" y="725019"/>
                  </a:lnTo>
                  <a:lnTo>
                    <a:pt x="633100" y="715787"/>
                  </a:lnTo>
                  <a:lnTo>
                    <a:pt x="562755" y="706396"/>
                  </a:lnTo>
                  <a:lnTo>
                    <a:pt x="492411" y="696842"/>
                  </a:lnTo>
                  <a:lnTo>
                    <a:pt x="422066" y="687122"/>
                  </a:lnTo>
                  <a:lnTo>
                    <a:pt x="351722" y="677233"/>
                  </a:lnTo>
                  <a:lnTo>
                    <a:pt x="281377" y="667173"/>
                  </a:lnTo>
                  <a:lnTo>
                    <a:pt x="211033" y="656938"/>
                  </a:lnTo>
                  <a:lnTo>
                    <a:pt x="140688" y="646526"/>
                  </a:lnTo>
                  <a:lnTo>
                    <a:pt x="70344" y="635933"/>
                  </a:lnTo>
                  <a:lnTo>
                    <a:pt x="0" y="625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79911" y="2143092"/>
              <a:ext cx="6519505" cy="1142030"/>
            </a:xfrm>
            <a:custGeom>
              <a:avLst/>
              <a:pathLst>
                <a:path w="6519505" h="1142030">
                  <a:moveTo>
                    <a:pt x="0" y="0"/>
                  </a:moveTo>
                  <a:lnTo>
                    <a:pt x="47812" y="32782"/>
                  </a:lnTo>
                  <a:lnTo>
                    <a:pt x="118156" y="79186"/>
                  </a:lnTo>
                  <a:lnTo>
                    <a:pt x="188501" y="123831"/>
                  </a:lnTo>
                  <a:lnTo>
                    <a:pt x="258845" y="166785"/>
                  </a:lnTo>
                  <a:lnTo>
                    <a:pt x="329190" y="208110"/>
                  </a:lnTo>
                  <a:lnTo>
                    <a:pt x="399534" y="247869"/>
                  </a:lnTo>
                  <a:lnTo>
                    <a:pt x="469879" y="286122"/>
                  </a:lnTo>
                  <a:lnTo>
                    <a:pt x="540223" y="322925"/>
                  </a:lnTo>
                  <a:lnTo>
                    <a:pt x="610568" y="358333"/>
                  </a:lnTo>
                  <a:lnTo>
                    <a:pt x="680912" y="392399"/>
                  </a:lnTo>
                  <a:lnTo>
                    <a:pt x="751257" y="425174"/>
                  </a:lnTo>
                  <a:lnTo>
                    <a:pt x="821601" y="456706"/>
                  </a:lnTo>
                  <a:lnTo>
                    <a:pt x="891946" y="487044"/>
                  </a:lnTo>
                  <a:lnTo>
                    <a:pt x="962290" y="516232"/>
                  </a:lnTo>
                  <a:lnTo>
                    <a:pt x="1032635" y="544314"/>
                  </a:lnTo>
                  <a:lnTo>
                    <a:pt x="1102979" y="571331"/>
                  </a:lnTo>
                  <a:lnTo>
                    <a:pt x="1173324" y="597325"/>
                  </a:lnTo>
                  <a:lnTo>
                    <a:pt x="1243668" y="622334"/>
                  </a:lnTo>
                  <a:lnTo>
                    <a:pt x="1314013" y="646394"/>
                  </a:lnTo>
                  <a:lnTo>
                    <a:pt x="1384357" y="669543"/>
                  </a:lnTo>
                  <a:lnTo>
                    <a:pt x="1454702" y="691815"/>
                  </a:lnTo>
                  <a:lnTo>
                    <a:pt x="1525046" y="713242"/>
                  </a:lnTo>
                  <a:lnTo>
                    <a:pt x="1595391" y="733858"/>
                  </a:lnTo>
                  <a:lnTo>
                    <a:pt x="1665735" y="753692"/>
                  </a:lnTo>
                  <a:lnTo>
                    <a:pt x="1736080" y="772774"/>
                  </a:lnTo>
                  <a:lnTo>
                    <a:pt x="1806424" y="791133"/>
                  </a:lnTo>
                  <a:lnTo>
                    <a:pt x="1876769" y="808797"/>
                  </a:lnTo>
                  <a:lnTo>
                    <a:pt x="1947113" y="825791"/>
                  </a:lnTo>
                  <a:lnTo>
                    <a:pt x="2017458" y="842141"/>
                  </a:lnTo>
                  <a:lnTo>
                    <a:pt x="2087802" y="857871"/>
                  </a:lnTo>
                  <a:lnTo>
                    <a:pt x="2158147" y="873005"/>
                  </a:lnTo>
                  <a:lnTo>
                    <a:pt x="2228491" y="887566"/>
                  </a:lnTo>
                  <a:lnTo>
                    <a:pt x="2298836" y="901574"/>
                  </a:lnTo>
                  <a:lnTo>
                    <a:pt x="2369180" y="915052"/>
                  </a:lnTo>
                  <a:lnTo>
                    <a:pt x="2439525" y="928019"/>
                  </a:lnTo>
                  <a:lnTo>
                    <a:pt x="2509869" y="940495"/>
                  </a:lnTo>
                  <a:lnTo>
                    <a:pt x="2580214" y="952498"/>
                  </a:lnTo>
                  <a:lnTo>
                    <a:pt x="2650558" y="960634"/>
                  </a:lnTo>
                  <a:lnTo>
                    <a:pt x="2720903" y="965690"/>
                  </a:lnTo>
                  <a:lnTo>
                    <a:pt x="2791247" y="970661"/>
                  </a:lnTo>
                  <a:lnTo>
                    <a:pt x="2861591" y="975546"/>
                  </a:lnTo>
                  <a:lnTo>
                    <a:pt x="2931936" y="980348"/>
                  </a:lnTo>
                  <a:lnTo>
                    <a:pt x="3002280" y="985069"/>
                  </a:lnTo>
                  <a:lnTo>
                    <a:pt x="3072625" y="989709"/>
                  </a:lnTo>
                  <a:lnTo>
                    <a:pt x="3142969" y="994270"/>
                  </a:lnTo>
                  <a:lnTo>
                    <a:pt x="3213314" y="998753"/>
                  </a:lnTo>
                  <a:lnTo>
                    <a:pt x="3283658" y="1003159"/>
                  </a:lnTo>
                  <a:lnTo>
                    <a:pt x="3354003" y="1007491"/>
                  </a:lnTo>
                  <a:lnTo>
                    <a:pt x="3424347" y="1011749"/>
                  </a:lnTo>
                  <a:lnTo>
                    <a:pt x="3494692" y="1015934"/>
                  </a:lnTo>
                  <a:lnTo>
                    <a:pt x="3565036" y="1020047"/>
                  </a:lnTo>
                  <a:lnTo>
                    <a:pt x="3635381" y="1024091"/>
                  </a:lnTo>
                  <a:lnTo>
                    <a:pt x="3705725" y="1028066"/>
                  </a:lnTo>
                  <a:lnTo>
                    <a:pt x="3776070" y="1031972"/>
                  </a:lnTo>
                  <a:lnTo>
                    <a:pt x="3846414" y="1035813"/>
                  </a:lnTo>
                  <a:lnTo>
                    <a:pt x="3916759" y="1039587"/>
                  </a:lnTo>
                  <a:lnTo>
                    <a:pt x="3987103" y="1043298"/>
                  </a:lnTo>
                  <a:lnTo>
                    <a:pt x="4057448" y="1046945"/>
                  </a:lnTo>
                  <a:lnTo>
                    <a:pt x="4127792" y="1050530"/>
                  </a:lnTo>
                  <a:lnTo>
                    <a:pt x="4198137" y="1054054"/>
                  </a:lnTo>
                  <a:lnTo>
                    <a:pt x="4268481" y="1057517"/>
                  </a:lnTo>
                  <a:lnTo>
                    <a:pt x="4338826" y="1060922"/>
                  </a:lnTo>
                  <a:lnTo>
                    <a:pt x="4409170" y="1064269"/>
                  </a:lnTo>
                  <a:lnTo>
                    <a:pt x="4479515" y="1067558"/>
                  </a:lnTo>
                  <a:lnTo>
                    <a:pt x="4549859" y="1070792"/>
                  </a:lnTo>
                  <a:lnTo>
                    <a:pt x="4620204" y="1073970"/>
                  </a:lnTo>
                  <a:lnTo>
                    <a:pt x="4690548" y="1077094"/>
                  </a:lnTo>
                  <a:lnTo>
                    <a:pt x="4760893" y="1080165"/>
                  </a:lnTo>
                  <a:lnTo>
                    <a:pt x="4831237" y="1083184"/>
                  </a:lnTo>
                  <a:lnTo>
                    <a:pt x="4901582" y="1086151"/>
                  </a:lnTo>
                  <a:lnTo>
                    <a:pt x="4971926" y="1089067"/>
                  </a:lnTo>
                  <a:lnTo>
                    <a:pt x="5042271" y="1091934"/>
                  </a:lnTo>
                  <a:lnTo>
                    <a:pt x="5112615" y="1094752"/>
                  </a:lnTo>
                  <a:lnTo>
                    <a:pt x="5182960" y="1097522"/>
                  </a:lnTo>
                  <a:lnTo>
                    <a:pt x="5253304" y="1100244"/>
                  </a:lnTo>
                  <a:lnTo>
                    <a:pt x="5323649" y="1102921"/>
                  </a:lnTo>
                  <a:lnTo>
                    <a:pt x="5393993" y="1105551"/>
                  </a:lnTo>
                  <a:lnTo>
                    <a:pt x="5464338" y="1108137"/>
                  </a:lnTo>
                  <a:lnTo>
                    <a:pt x="5534682" y="1110678"/>
                  </a:lnTo>
                  <a:lnTo>
                    <a:pt x="5605027" y="1113177"/>
                  </a:lnTo>
                  <a:lnTo>
                    <a:pt x="5675371" y="1115632"/>
                  </a:lnTo>
                  <a:lnTo>
                    <a:pt x="5745716" y="1118046"/>
                  </a:lnTo>
                  <a:lnTo>
                    <a:pt x="5816060" y="1120419"/>
                  </a:lnTo>
                  <a:lnTo>
                    <a:pt x="5886405" y="1122751"/>
                  </a:lnTo>
                  <a:lnTo>
                    <a:pt x="5956749" y="1125043"/>
                  </a:lnTo>
                  <a:lnTo>
                    <a:pt x="6027094" y="1127297"/>
                  </a:lnTo>
                  <a:lnTo>
                    <a:pt x="6097438" y="1129512"/>
                  </a:lnTo>
                  <a:lnTo>
                    <a:pt x="6167783" y="1131689"/>
                  </a:lnTo>
                  <a:lnTo>
                    <a:pt x="6238127" y="1133829"/>
                  </a:lnTo>
                  <a:lnTo>
                    <a:pt x="6308472" y="1135932"/>
                  </a:lnTo>
                  <a:lnTo>
                    <a:pt x="6378816" y="1138000"/>
                  </a:lnTo>
                  <a:lnTo>
                    <a:pt x="6449161" y="1140033"/>
                  </a:lnTo>
                  <a:lnTo>
                    <a:pt x="6519505" y="1142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2768249"/>
              <a:ext cx="6964104" cy="597031"/>
            </a:xfrm>
            <a:custGeom>
              <a:avLst/>
              <a:pathLst>
                <a:path w="6964104" h="597031">
                  <a:moveTo>
                    <a:pt x="6964104" y="597031"/>
                  </a:moveTo>
                  <a:lnTo>
                    <a:pt x="6893760" y="595651"/>
                  </a:lnTo>
                  <a:lnTo>
                    <a:pt x="6823415" y="594218"/>
                  </a:lnTo>
                  <a:lnTo>
                    <a:pt x="6753071" y="592728"/>
                  </a:lnTo>
                  <a:lnTo>
                    <a:pt x="6682726" y="591179"/>
                  </a:lnTo>
                  <a:lnTo>
                    <a:pt x="6612382" y="589569"/>
                  </a:lnTo>
                  <a:lnTo>
                    <a:pt x="6542037" y="587896"/>
                  </a:lnTo>
                  <a:lnTo>
                    <a:pt x="6471693" y="586157"/>
                  </a:lnTo>
                  <a:lnTo>
                    <a:pt x="6401348" y="584349"/>
                  </a:lnTo>
                  <a:lnTo>
                    <a:pt x="6331004" y="582471"/>
                  </a:lnTo>
                  <a:lnTo>
                    <a:pt x="6260659" y="580518"/>
                  </a:lnTo>
                  <a:lnTo>
                    <a:pt x="6190315" y="578488"/>
                  </a:lnTo>
                  <a:lnTo>
                    <a:pt x="6119970" y="576378"/>
                  </a:lnTo>
                  <a:lnTo>
                    <a:pt x="6049626" y="574186"/>
                  </a:lnTo>
                  <a:lnTo>
                    <a:pt x="5979281" y="571906"/>
                  </a:lnTo>
                  <a:lnTo>
                    <a:pt x="5908937" y="569538"/>
                  </a:lnTo>
                  <a:lnTo>
                    <a:pt x="5838592" y="567075"/>
                  </a:lnTo>
                  <a:lnTo>
                    <a:pt x="5768248" y="564516"/>
                  </a:lnTo>
                  <a:lnTo>
                    <a:pt x="5697903" y="561856"/>
                  </a:lnTo>
                  <a:lnTo>
                    <a:pt x="5627559" y="559091"/>
                  </a:lnTo>
                  <a:lnTo>
                    <a:pt x="5557214" y="556217"/>
                  </a:lnTo>
                  <a:lnTo>
                    <a:pt x="5486870" y="553230"/>
                  </a:lnTo>
                  <a:lnTo>
                    <a:pt x="5416525" y="550126"/>
                  </a:lnTo>
                  <a:lnTo>
                    <a:pt x="5346181" y="546899"/>
                  </a:lnTo>
                  <a:lnTo>
                    <a:pt x="5275836" y="543545"/>
                  </a:lnTo>
                  <a:lnTo>
                    <a:pt x="5205492" y="540059"/>
                  </a:lnTo>
                  <a:lnTo>
                    <a:pt x="5135147" y="536435"/>
                  </a:lnTo>
                  <a:lnTo>
                    <a:pt x="5064803" y="532669"/>
                  </a:lnTo>
                  <a:lnTo>
                    <a:pt x="4994458" y="528754"/>
                  </a:lnTo>
                  <a:lnTo>
                    <a:pt x="4924114" y="524686"/>
                  </a:lnTo>
                  <a:lnTo>
                    <a:pt x="4853769" y="520456"/>
                  </a:lnTo>
                  <a:lnTo>
                    <a:pt x="4783425" y="516061"/>
                  </a:lnTo>
                  <a:lnTo>
                    <a:pt x="4713080" y="511492"/>
                  </a:lnTo>
                  <a:lnTo>
                    <a:pt x="4642736" y="506743"/>
                  </a:lnTo>
                  <a:lnTo>
                    <a:pt x="4572391" y="501807"/>
                  </a:lnTo>
                  <a:lnTo>
                    <a:pt x="4502047" y="496677"/>
                  </a:lnTo>
                  <a:lnTo>
                    <a:pt x="4431702" y="491345"/>
                  </a:lnTo>
                  <a:lnTo>
                    <a:pt x="4361358" y="485802"/>
                  </a:lnTo>
                  <a:lnTo>
                    <a:pt x="4291013" y="480042"/>
                  </a:lnTo>
                  <a:lnTo>
                    <a:pt x="4220669" y="474054"/>
                  </a:lnTo>
                  <a:lnTo>
                    <a:pt x="4150324" y="467831"/>
                  </a:lnTo>
                  <a:lnTo>
                    <a:pt x="4079980" y="461362"/>
                  </a:lnTo>
                  <a:lnTo>
                    <a:pt x="4009635" y="454638"/>
                  </a:lnTo>
                  <a:lnTo>
                    <a:pt x="3939291" y="447650"/>
                  </a:lnTo>
                  <a:lnTo>
                    <a:pt x="3868946" y="440386"/>
                  </a:lnTo>
                  <a:lnTo>
                    <a:pt x="3798602" y="432837"/>
                  </a:lnTo>
                  <a:lnTo>
                    <a:pt x="3728257" y="424990"/>
                  </a:lnTo>
                  <a:lnTo>
                    <a:pt x="3657913" y="416833"/>
                  </a:lnTo>
                  <a:lnTo>
                    <a:pt x="3587569" y="408356"/>
                  </a:lnTo>
                  <a:lnTo>
                    <a:pt x="3517224" y="399544"/>
                  </a:lnTo>
                  <a:lnTo>
                    <a:pt x="3446880" y="390386"/>
                  </a:lnTo>
                  <a:lnTo>
                    <a:pt x="3376535" y="380866"/>
                  </a:lnTo>
                  <a:lnTo>
                    <a:pt x="3306191" y="370972"/>
                  </a:lnTo>
                  <a:lnTo>
                    <a:pt x="3235846" y="360688"/>
                  </a:lnTo>
                  <a:lnTo>
                    <a:pt x="3165502" y="349999"/>
                  </a:lnTo>
                  <a:lnTo>
                    <a:pt x="3095157" y="338889"/>
                  </a:lnTo>
                  <a:lnTo>
                    <a:pt x="3024813" y="330332"/>
                  </a:lnTo>
                  <a:lnTo>
                    <a:pt x="2954468" y="325099"/>
                  </a:lnTo>
                  <a:lnTo>
                    <a:pt x="2884124" y="319774"/>
                  </a:lnTo>
                  <a:lnTo>
                    <a:pt x="2813779" y="314358"/>
                  </a:lnTo>
                  <a:lnTo>
                    <a:pt x="2743435" y="308847"/>
                  </a:lnTo>
                  <a:lnTo>
                    <a:pt x="2673090" y="303241"/>
                  </a:lnTo>
                  <a:lnTo>
                    <a:pt x="2602746" y="297537"/>
                  </a:lnTo>
                  <a:lnTo>
                    <a:pt x="2532401" y="291735"/>
                  </a:lnTo>
                  <a:lnTo>
                    <a:pt x="2462057" y="285832"/>
                  </a:lnTo>
                  <a:lnTo>
                    <a:pt x="2391712" y="279827"/>
                  </a:lnTo>
                  <a:lnTo>
                    <a:pt x="2321368" y="273717"/>
                  </a:lnTo>
                  <a:lnTo>
                    <a:pt x="2251023" y="267501"/>
                  </a:lnTo>
                  <a:lnTo>
                    <a:pt x="2180679" y="261178"/>
                  </a:lnTo>
                  <a:lnTo>
                    <a:pt x="2110334" y="254745"/>
                  </a:lnTo>
                  <a:lnTo>
                    <a:pt x="2039990" y="248200"/>
                  </a:lnTo>
                  <a:lnTo>
                    <a:pt x="1969645" y="241542"/>
                  </a:lnTo>
                  <a:lnTo>
                    <a:pt x="1899301" y="234768"/>
                  </a:lnTo>
                  <a:lnTo>
                    <a:pt x="1828956" y="227877"/>
                  </a:lnTo>
                  <a:lnTo>
                    <a:pt x="1758612" y="220866"/>
                  </a:lnTo>
                  <a:lnTo>
                    <a:pt x="1688267" y="213734"/>
                  </a:lnTo>
                  <a:lnTo>
                    <a:pt x="1617923" y="206478"/>
                  </a:lnTo>
                  <a:lnTo>
                    <a:pt x="1547578" y="199096"/>
                  </a:lnTo>
                  <a:lnTo>
                    <a:pt x="1477234" y="191586"/>
                  </a:lnTo>
                  <a:lnTo>
                    <a:pt x="1406889" y="183946"/>
                  </a:lnTo>
                  <a:lnTo>
                    <a:pt x="1336545" y="176173"/>
                  </a:lnTo>
                  <a:lnTo>
                    <a:pt x="1266200" y="168266"/>
                  </a:lnTo>
                  <a:lnTo>
                    <a:pt x="1195856" y="160221"/>
                  </a:lnTo>
                  <a:lnTo>
                    <a:pt x="1125511" y="152037"/>
                  </a:lnTo>
                  <a:lnTo>
                    <a:pt x="1055167" y="143710"/>
                  </a:lnTo>
                  <a:lnTo>
                    <a:pt x="984822" y="135240"/>
                  </a:lnTo>
                  <a:lnTo>
                    <a:pt x="914478" y="126622"/>
                  </a:lnTo>
                  <a:lnTo>
                    <a:pt x="844133" y="117855"/>
                  </a:lnTo>
                  <a:lnTo>
                    <a:pt x="773789" y="108936"/>
                  </a:lnTo>
                  <a:lnTo>
                    <a:pt x="703444" y="99862"/>
                  </a:lnTo>
                  <a:lnTo>
                    <a:pt x="633100" y="90630"/>
                  </a:lnTo>
                  <a:lnTo>
                    <a:pt x="562755" y="81239"/>
                  </a:lnTo>
                  <a:lnTo>
                    <a:pt x="492411" y="71685"/>
                  </a:lnTo>
                  <a:lnTo>
                    <a:pt x="422066" y="61965"/>
                  </a:lnTo>
                  <a:lnTo>
                    <a:pt x="351722" y="52076"/>
                  </a:lnTo>
                  <a:lnTo>
                    <a:pt x="281377" y="42016"/>
                  </a:lnTo>
                  <a:lnTo>
                    <a:pt x="211033" y="31781"/>
                  </a:lnTo>
                  <a:lnTo>
                    <a:pt x="140688" y="21369"/>
                  </a:lnTo>
                  <a:lnTo>
                    <a:pt x="70344" y="10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393208"/>
              <a:ext cx="6964104" cy="943582"/>
            </a:xfrm>
            <a:custGeom>
              <a:avLst/>
              <a:pathLst>
                <a:path w="6964104" h="943582">
                  <a:moveTo>
                    <a:pt x="0" y="0"/>
                  </a:moveTo>
                  <a:lnTo>
                    <a:pt x="70344" y="27725"/>
                  </a:lnTo>
                  <a:lnTo>
                    <a:pt x="140688" y="54687"/>
                  </a:lnTo>
                  <a:lnTo>
                    <a:pt x="211033" y="80907"/>
                  </a:lnTo>
                  <a:lnTo>
                    <a:pt x="281377" y="106405"/>
                  </a:lnTo>
                  <a:lnTo>
                    <a:pt x="351722" y="131201"/>
                  </a:lnTo>
                  <a:lnTo>
                    <a:pt x="422066" y="155315"/>
                  </a:lnTo>
                  <a:lnTo>
                    <a:pt x="492411" y="178764"/>
                  </a:lnTo>
                  <a:lnTo>
                    <a:pt x="562755" y="201568"/>
                  </a:lnTo>
                  <a:lnTo>
                    <a:pt x="633100" y="223745"/>
                  </a:lnTo>
                  <a:lnTo>
                    <a:pt x="703444" y="245310"/>
                  </a:lnTo>
                  <a:lnTo>
                    <a:pt x="773789" y="266282"/>
                  </a:lnTo>
                  <a:lnTo>
                    <a:pt x="844133" y="286677"/>
                  </a:lnTo>
                  <a:lnTo>
                    <a:pt x="914478" y="306510"/>
                  </a:lnTo>
                  <a:lnTo>
                    <a:pt x="984822" y="325797"/>
                  </a:lnTo>
                  <a:lnTo>
                    <a:pt x="1055167" y="344553"/>
                  </a:lnTo>
                  <a:lnTo>
                    <a:pt x="1125511" y="362793"/>
                  </a:lnTo>
                  <a:lnTo>
                    <a:pt x="1195856" y="380531"/>
                  </a:lnTo>
                  <a:lnTo>
                    <a:pt x="1266200" y="397780"/>
                  </a:lnTo>
                  <a:lnTo>
                    <a:pt x="1336545" y="414554"/>
                  </a:lnTo>
                  <a:lnTo>
                    <a:pt x="1406889" y="430867"/>
                  </a:lnTo>
                  <a:lnTo>
                    <a:pt x="1477234" y="446730"/>
                  </a:lnTo>
                  <a:lnTo>
                    <a:pt x="1547578" y="462157"/>
                  </a:lnTo>
                  <a:lnTo>
                    <a:pt x="1617923" y="477159"/>
                  </a:lnTo>
                  <a:lnTo>
                    <a:pt x="1688267" y="491748"/>
                  </a:lnTo>
                  <a:lnTo>
                    <a:pt x="1758612" y="505936"/>
                  </a:lnTo>
                  <a:lnTo>
                    <a:pt x="1828956" y="519733"/>
                  </a:lnTo>
                  <a:lnTo>
                    <a:pt x="1899301" y="533150"/>
                  </a:lnTo>
                  <a:lnTo>
                    <a:pt x="1969645" y="546197"/>
                  </a:lnTo>
                  <a:lnTo>
                    <a:pt x="2039990" y="558886"/>
                  </a:lnTo>
                  <a:lnTo>
                    <a:pt x="2110334" y="571225"/>
                  </a:lnTo>
                  <a:lnTo>
                    <a:pt x="2180679" y="583224"/>
                  </a:lnTo>
                  <a:lnTo>
                    <a:pt x="2251023" y="594893"/>
                  </a:lnTo>
                  <a:lnTo>
                    <a:pt x="2321368" y="606241"/>
                  </a:lnTo>
                  <a:lnTo>
                    <a:pt x="2391712" y="617277"/>
                  </a:lnTo>
                  <a:lnTo>
                    <a:pt x="2462057" y="628008"/>
                  </a:lnTo>
                  <a:lnTo>
                    <a:pt x="2532401" y="638444"/>
                  </a:lnTo>
                  <a:lnTo>
                    <a:pt x="2602746" y="648593"/>
                  </a:lnTo>
                  <a:lnTo>
                    <a:pt x="2673090" y="658463"/>
                  </a:lnTo>
                  <a:lnTo>
                    <a:pt x="2743435" y="668060"/>
                  </a:lnTo>
                  <a:lnTo>
                    <a:pt x="2813779" y="677394"/>
                  </a:lnTo>
                  <a:lnTo>
                    <a:pt x="2884124" y="686470"/>
                  </a:lnTo>
                  <a:lnTo>
                    <a:pt x="2954468" y="695297"/>
                  </a:lnTo>
                  <a:lnTo>
                    <a:pt x="3024813" y="703881"/>
                  </a:lnTo>
                  <a:lnTo>
                    <a:pt x="3095157" y="712228"/>
                  </a:lnTo>
                  <a:lnTo>
                    <a:pt x="3165502" y="720346"/>
                  </a:lnTo>
                  <a:lnTo>
                    <a:pt x="3235846" y="728240"/>
                  </a:lnTo>
                  <a:lnTo>
                    <a:pt x="3306191" y="735916"/>
                  </a:lnTo>
                  <a:lnTo>
                    <a:pt x="3376535" y="743382"/>
                  </a:lnTo>
                  <a:lnTo>
                    <a:pt x="3446880" y="750642"/>
                  </a:lnTo>
                  <a:lnTo>
                    <a:pt x="3517224" y="757702"/>
                  </a:lnTo>
                  <a:lnTo>
                    <a:pt x="3587569" y="764567"/>
                  </a:lnTo>
                  <a:lnTo>
                    <a:pt x="3657913" y="771244"/>
                  </a:lnTo>
                  <a:lnTo>
                    <a:pt x="3728257" y="777737"/>
                  </a:lnTo>
                  <a:lnTo>
                    <a:pt x="3798602" y="784051"/>
                  </a:lnTo>
                  <a:lnTo>
                    <a:pt x="3868946" y="790191"/>
                  </a:lnTo>
                  <a:lnTo>
                    <a:pt x="3939291" y="796162"/>
                  </a:lnTo>
                  <a:lnTo>
                    <a:pt x="4009635" y="801969"/>
                  </a:lnTo>
                  <a:lnTo>
                    <a:pt x="4079980" y="807616"/>
                  </a:lnTo>
                  <a:lnTo>
                    <a:pt x="4150324" y="813107"/>
                  </a:lnTo>
                  <a:lnTo>
                    <a:pt x="4220669" y="818448"/>
                  </a:lnTo>
                  <a:lnTo>
                    <a:pt x="4291013" y="823641"/>
                  </a:lnTo>
                  <a:lnTo>
                    <a:pt x="4361358" y="828691"/>
                  </a:lnTo>
                  <a:lnTo>
                    <a:pt x="4431702" y="833603"/>
                  </a:lnTo>
                  <a:lnTo>
                    <a:pt x="4502047" y="838379"/>
                  </a:lnTo>
                  <a:lnTo>
                    <a:pt x="4572391" y="843023"/>
                  </a:lnTo>
                  <a:lnTo>
                    <a:pt x="4642736" y="847540"/>
                  </a:lnTo>
                  <a:lnTo>
                    <a:pt x="4713080" y="851932"/>
                  </a:lnTo>
                  <a:lnTo>
                    <a:pt x="4783425" y="856204"/>
                  </a:lnTo>
                  <a:lnTo>
                    <a:pt x="4853769" y="860357"/>
                  </a:lnTo>
                  <a:lnTo>
                    <a:pt x="4924114" y="864397"/>
                  </a:lnTo>
                  <a:lnTo>
                    <a:pt x="4994458" y="868325"/>
                  </a:lnTo>
                  <a:lnTo>
                    <a:pt x="5064803" y="872145"/>
                  </a:lnTo>
                  <a:lnTo>
                    <a:pt x="5135147" y="875860"/>
                  </a:lnTo>
                  <a:lnTo>
                    <a:pt x="5205492" y="879473"/>
                  </a:lnTo>
                  <a:lnTo>
                    <a:pt x="5275836" y="882986"/>
                  </a:lnTo>
                  <a:lnTo>
                    <a:pt x="5346181" y="886403"/>
                  </a:lnTo>
                  <a:lnTo>
                    <a:pt x="5416525" y="889725"/>
                  </a:lnTo>
                  <a:lnTo>
                    <a:pt x="5486870" y="892956"/>
                  </a:lnTo>
                  <a:lnTo>
                    <a:pt x="5557214" y="896098"/>
                  </a:lnTo>
                  <a:lnTo>
                    <a:pt x="5627559" y="899154"/>
                  </a:lnTo>
                  <a:lnTo>
                    <a:pt x="5697903" y="902125"/>
                  </a:lnTo>
                  <a:lnTo>
                    <a:pt x="5768248" y="905015"/>
                  </a:lnTo>
                  <a:lnTo>
                    <a:pt x="5838592" y="907825"/>
                  </a:lnTo>
                  <a:lnTo>
                    <a:pt x="5908937" y="910557"/>
                  </a:lnTo>
                  <a:lnTo>
                    <a:pt x="5979281" y="913215"/>
                  </a:lnTo>
                  <a:lnTo>
                    <a:pt x="6049626" y="915799"/>
                  </a:lnTo>
                  <a:lnTo>
                    <a:pt x="6119970" y="918312"/>
                  </a:lnTo>
                  <a:lnTo>
                    <a:pt x="6190315" y="920756"/>
                  </a:lnTo>
                  <a:lnTo>
                    <a:pt x="6260659" y="923133"/>
                  </a:lnTo>
                  <a:lnTo>
                    <a:pt x="6331004" y="925444"/>
                  </a:lnTo>
                  <a:lnTo>
                    <a:pt x="6401348" y="927692"/>
                  </a:lnTo>
                  <a:lnTo>
                    <a:pt x="6471693" y="929878"/>
                  </a:lnTo>
                  <a:lnTo>
                    <a:pt x="6542037" y="932003"/>
                  </a:lnTo>
                  <a:lnTo>
                    <a:pt x="6612382" y="934070"/>
                  </a:lnTo>
                  <a:lnTo>
                    <a:pt x="6682726" y="936080"/>
                  </a:lnTo>
                  <a:lnTo>
                    <a:pt x="6753071" y="938035"/>
                  </a:lnTo>
                  <a:lnTo>
                    <a:pt x="6823415" y="939936"/>
                  </a:lnTo>
                  <a:lnTo>
                    <a:pt x="6893760" y="941785"/>
                  </a:lnTo>
                  <a:lnTo>
                    <a:pt x="6964104" y="9435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(1.23-1.60), p_Bonf = &lt;0.001 (n = 6)  |  per IQR decline (Δ = 28.0 %): 2.58 (1.79-3.70)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336484"/>
              <a:ext cx="6964104" cy="1222188"/>
            </a:xfrm>
            <a:custGeom>
              <a:avLst/>
              <a:pathLst>
                <a:path w="6964104" h="1222188">
                  <a:moveTo>
                    <a:pt x="444599" y="0"/>
                  </a:moveTo>
                  <a:lnTo>
                    <a:pt x="492411" y="32782"/>
                  </a:lnTo>
                  <a:lnTo>
                    <a:pt x="562755" y="79186"/>
                  </a:lnTo>
                  <a:lnTo>
                    <a:pt x="633100" y="123831"/>
                  </a:lnTo>
                  <a:lnTo>
                    <a:pt x="703444" y="166785"/>
                  </a:lnTo>
                  <a:lnTo>
                    <a:pt x="773789" y="208110"/>
                  </a:lnTo>
                  <a:lnTo>
                    <a:pt x="844133" y="247869"/>
                  </a:lnTo>
                  <a:lnTo>
                    <a:pt x="914478" y="286122"/>
                  </a:lnTo>
                  <a:lnTo>
                    <a:pt x="984822" y="322925"/>
                  </a:lnTo>
                  <a:lnTo>
                    <a:pt x="1055167" y="358333"/>
                  </a:lnTo>
                  <a:lnTo>
                    <a:pt x="1125511" y="392399"/>
                  </a:lnTo>
                  <a:lnTo>
                    <a:pt x="1195856" y="425174"/>
                  </a:lnTo>
                  <a:lnTo>
                    <a:pt x="1266200" y="456706"/>
                  </a:lnTo>
                  <a:lnTo>
                    <a:pt x="1336545" y="487044"/>
                  </a:lnTo>
                  <a:lnTo>
                    <a:pt x="1406889" y="516232"/>
                  </a:lnTo>
                  <a:lnTo>
                    <a:pt x="1477234" y="544314"/>
                  </a:lnTo>
                  <a:lnTo>
                    <a:pt x="1547578" y="571331"/>
                  </a:lnTo>
                  <a:lnTo>
                    <a:pt x="1617923" y="597325"/>
                  </a:lnTo>
                  <a:lnTo>
                    <a:pt x="1688267" y="622334"/>
                  </a:lnTo>
                  <a:lnTo>
                    <a:pt x="1758612" y="646394"/>
                  </a:lnTo>
                  <a:lnTo>
                    <a:pt x="1828956" y="669543"/>
                  </a:lnTo>
                  <a:lnTo>
                    <a:pt x="1899301" y="691815"/>
                  </a:lnTo>
                  <a:lnTo>
                    <a:pt x="1969645" y="713242"/>
                  </a:lnTo>
                  <a:lnTo>
                    <a:pt x="2039990" y="733858"/>
                  </a:lnTo>
                  <a:lnTo>
                    <a:pt x="2110334" y="753692"/>
                  </a:lnTo>
                  <a:lnTo>
                    <a:pt x="2180679" y="772774"/>
                  </a:lnTo>
                  <a:lnTo>
                    <a:pt x="2251023" y="791133"/>
                  </a:lnTo>
                  <a:lnTo>
                    <a:pt x="2321368" y="808797"/>
                  </a:lnTo>
                  <a:lnTo>
                    <a:pt x="2391712" y="825791"/>
                  </a:lnTo>
                  <a:lnTo>
                    <a:pt x="2462057" y="842141"/>
                  </a:lnTo>
                  <a:lnTo>
                    <a:pt x="2532401" y="857871"/>
                  </a:lnTo>
                  <a:lnTo>
                    <a:pt x="2602746" y="873005"/>
                  </a:lnTo>
                  <a:lnTo>
                    <a:pt x="2673090" y="887566"/>
                  </a:lnTo>
                  <a:lnTo>
                    <a:pt x="2743435" y="901574"/>
                  </a:lnTo>
                  <a:lnTo>
                    <a:pt x="2813779" y="915052"/>
                  </a:lnTo>
                  <a:lnTo>
                    <a:pt x="2884124" y="928019"/>
                  </a:lnTo>
                  <a:lnTo>
                    <a:pt x="2954468" y="940495"/>
                  </a:lnTo>
                  <a:lnTo>
                    <a:pt x="3024813" y="952498"/>
                  </a:lnTo>
                  <a:lnTo>
                    <a:pt x="3095157" y="960634"/>
                  </a:lnTo>
                  <a:lnTo>
                    <a:pt x="3165502" y="965690"/>
                  </a:lnTo>
                  <a:lnTo>
                    <a:pt x="3235846" y="970661"/>
                  </a:lnTo>
                  <a:lnTo>
                    <a:pt x="3306191" y="975546"/>
                  </a:lnTo>
                  <a:lnTo>
                    <a:pt x="3376535" y="980348"/>
                  </a:lnTo>
                  <a:lnTo>
                    <a:pt x="3446880" y="985069"/>
                  </a:lnTo>
                  <a:lnTo>
                    <a:pt x="3517224" y="989709"/>
                  </a:lnTo>
                  <a:lnTo>
                    <a:pt x="3587569" y="994270"/>
                  </a:lnTo>
                  <a:lnTo>
                    <a:pt x="3657913" y="998753"/>
                  </a:lnTo>
                  <a:lnTo>
                    <a:pt x="3728257" y="1003159"/>
                  </a:lnTo>
                  <a:lnTo>
                    <a:pt x="3798602" y="1007491"/>
                  </a:lnTo>
                  <a:lnTo>
                    <a:pt x="3868946" y="1011749"/>
                  </a:lnTo>
                  <a:lnTo>
                    <a:pt x="3939291" y="1015934"/>
                  </a:lnTo>
                  <a:lnTo>
                    <a:pt x="4009635" y="1020047"/>
                  </a:lnTo>
                  <a:lnTo>
                    <a:pt x="4079980" y="1024091"/>
                  </a:lnTo>
                  <a:lnTo>
                    <a:pt x="4150324" y="1028066"/>
                  </a:lnTo>
                  <a:lnTo>
                    <a:pt x="4220669" y="1031972"/>
                  </a:lnTo>
                  <a:lnTo>
                    <a:pt x="4291013" y="1035813"/>
                  </a:lnTo>
                  <a:lnTo>
                    <a:pt x="4361358" y="1039587"/>
                  </a:lnTo>
                  <a:lnTo>
                    <a:pt x="4431702" y="1043298"/>
                  </a:lnTo>
                  <a:lnTo>
                    <a:pt x="4502047" y="1046945"/>
                  </a:lnTo>
                  <a:lnTo>
                    <a:pt x="4572391" y="1050530"/>
                  </a:lnTo>
                  <a:lnTo>
                    <a:pt x="4642736" y="1054054"/>
                  </a:lnTo>
                  <a:lnTo>
                    <a:pt x="4713080" y="1057517"/>
                  </a:lnTo>
                  <a:lnTo>
                    <a:pt x="4783425" y="1060922"/>
                  </a:lnTo>
                  <a:lnTo>
                    <a:pt x="4853769" y="1064269"/>
                  </a:lnTo>
                  <a:lnTo>
                    <a:pt x="4924114" y="1067558"/>
                  </a:lnTo>
                  <a:lnTo>
                    <a:pt x="4994458" y="1070792"/>
                  </a:lnTo>
                  <a:lnTo>
                    <a:pt x="5064803" y="1073970"/>
                  </a:lnTo>
                  <a:lnTo>
                    <a:pt x="5135147" y="1077094"/>
                  </a:lnTo>
                  <a:lnTo>
                    <a:pt x="5205492" y="1080165"/>
                  </a:lnTo>
                  <a:lnTo>
                    <a:pt x="5275836" y="1083184"/>
                  </a:lnTo>
                  <a:lnTo>
                    <a:pt x="5346181" y="1086151"/>
                  </a:lnTo>
                  <a:lnTo>
                    <a:pt x="5416525" y="1089067"/>
                  </a:lnTo>
                  <a:lnTo>
                    <a:pt x="5486870" y="1091934"/>
                  </a:lnTo>
                  <a:lnTo>
                    <a:pt x="5557214" y="1094752"/>
                  </a:lnTo>
                  <a:lnTo>
                    <a:pt x="5627559" y="1097522"/>
                  </a:lnTo>
                  <a:lnTo>
                    <a:pt x="5697903" y="1100244"/>
                  </a:lnTo>
                  <a:lnTo>
                    <a:pt x="5768248" y="1102921"/>
                  </a:lnTo>
                  <a:lnTo>
                    <a:pt x="5838592" y="1105551"/>
                  </a:lnTo>
                  <a:lnTo>
                    <a:pt x="5908937" y="1108137"/>
                  </a:lnTo>
                  <a:lnTo>
                    <a:pt x="5979281" y="1110678"/>
                  </a:lnTo>
                  <a:lnTo>
                    <a:pt x="6049626" y="1113177"/>
                  </a:lnTo>
                  <a:lnTo>
                    <a:pt x="6119970" y="1115632"/>
                  </a:lnTo>
                  <a:lnTo>
                    <a:pt x="6190315" y="1118046"/>
                  </a:lnTo>
                  <a:lnTo>
                    <a:pt x="6260659" y="1120419"/>
                  </a:lnTo>
                  <a:lnTo>
                    <a:pt x="6331004" y="1122751"/>
                  </a:lnTo>
                  <a:lnTo>
                    <a:pt x="6401348" y="1125043"/>
                  </a:lnTo>
                  <a:lnTo>
                    <a:pt x="6471693" y="1127297"/>
                  </a:lnTo>
                  <a:lnTo>
                    <a:pt x="6542037" y="1129512"/>
                  </a:lnTo>
                  <a:lnTo>
                    <a:pt x="6612382" y="1131689"/>
                  </a:lnTo>
                  <a:lnTo>
                    <a:pt x="6682726" y="1133829"/>
                  </a:lnTo>
                  <a:lnTo>
                    <a:pt x="6753071" y="1135932"/>
                  </a:lnTo>
                  <a:lnTo>
                    <a:pt x="6823415" y="1138000"/>
                  </a:lnTo>
                  <a:lnTo>
                    <a:pt x="6893760" y="1140033"/>
                  </a:lnTo>
                  <a:lnTo>
                    <a:pt x="6964104" y="1142030"/>
                  </a:lnTo>
                  <a:lnTo>
                    <a:pt x="6964104" y="1222188"/>
                  </a:lnTo>
                  <a:lnTo>
                    <a:pt x="6893760" y="1220809"/>
                  </a:lnTo>
                  <a:lnTo>
                    <a:pt x="6823415" y="1219375"/>
                  </a:lnTo>
                  <a:lnTo>
                    <a:pt x="6753071" y="1217885"/>
                  </a:lnTo>
                  <a:lnTo>
                    <a:pt x="6682726" y="1216336"/>
                  </a:lnTo>
                  <a:lnTo>
                    <a:pt x="6612382" y="1214726"/>
                  </a:lnTo>
                  <a:lnTo>
                    <a:pt x="6542037" y="1213053"/>
                  </a:lnTo>
                  <a:lnTo>
                    <a:pt x="6471693" y="1211314"/>
                  </a:lnTo>
                  <a:lnTo>
                    <a:pt x="6401348" y="1209506"/>
                  </a:lnTo>
                  <a:lnTo>
                    <a:pt x="6331004" y="1207628"/>
                  </a:lnTo>
                  <a:lnTo>
                    <a:pt x="6260659" y="1205675"/>
                  </a:lnTo>
                  <a:lnTo>
                    <a:pt x="6190315" y="1203645"/>
                  </a:lnTo>
                  <a:lnTo>
                    <a:pt x="6119970" y="1201535"/>
                  </a:lnTo>
                  <a:lnTo>
                    <a:pt x="6049626" y="1199343"/>
                  </a:lnTo>
                  <a:lnTo>
                    <a:pt x="5979281" y="1197063"/>
                  </a:lnTo>
                  <a:lnTo>
                    <a:pt x="5908937" y="1194695"/>
                  </a:lnTo>
                  <a:lnTo>
                    <a:pt x="5838592" y="1192232"/>
                  </a:lnTo>
                  <a:lnTo>
                    <a:pt x="5768248" y="1189673"/>
                  </a:lnTo>
                  <a:lnTo>
                    <a:pt x="5697903" y="1187013"/>
                  </a:lnTo>
                  <a:lnTo>
                    <a:pt x="5627559" y="1184248"/>
                  </a:lnTo>
                  <a:lnTo>
                    <a:pt x="5557214" y="1181374"/>
                  </a:lnTo>
                  <a:lnTo>
                    <a:pt x="5486870" y="1178387"/>
                  </a:lnTo>
                  <a:lnTo>
                    <a:pt x="5416525" y="1175283"/>
                  </a:lnTo>
                  <a:lnTo>
                    <a:pt x="5346181" y="1172056"/>
                  </a:lnTo>
                  <a:lnTo>
                    <a:pt x="5275836" y="1168702"/>
                  </a:lnTo>
                  <a:lnTo>
                    <a:pt x="5205492" y="1165216"/>
                  </a:lnTo>
                  <a:lnTo>
                    <a:pt x="5135147" y="1161592"/>
                  </a:lnTo>
                  <a:lnTo>
                    <a:pt x="5064803" y="1157826"/>
                  </a:lnTo>
                  <a:lnTo>
                    <a:pt x="4994458" y="1153911"/>
                  </a:lnTo>
                  <a:lnTo>
                    <a:pt x="4924114" y="1149843"/>
                  </a:lnTo>
                  <a:lnTo>
                    <a:pt x="4853769" y="1145613"/>
                  </a:lnTo>
                  <a:lnTo>
                    <a:pt x="4783425" y="1141218"/>
                  </a:lnTo>
                  <a:lnTo>
                    <a:pt x="4713080" y="1136649"/>
                  </a:lnTo>
                  <a:lnTo>
                    <a:pt x="4642736" y="1131900"/>
                  </a:lnTo>
                  <a:lnTo>
                    <a:pt x="4572391" y="1126964"/>
                  </a:lnTo>
                  <a:lnTo>
                    <a:pt x="4502047" y="1121834"/>
                  </a:lnTo>
                  <a:lnTo>
                    <a:pt x="4431702" y="1116502"/>
                  </a:lnTo>
                  <a:lnTo>
                    <a:pt x="4361358" y="1110959"/>
                  </a:lnTo>
                  <a:lnTo>
                    <a:pt x="4291013" y="1105199"/>
                  </a:lnTo>
                  <a:lnTo>
                    <a:pt x="4220669" y="1099211"/>
                  </a:lnTo>
                  <a:lnTo>
                    <a:pt x="4150324" y="1092988"/>
                  </a:lnTo>
                  <a:lnTo>
                    <a:pt x="4079980" y="1086519"/>
                  </a:lnTo>
                  <a:lnTo>
                    <a:pt x="4009635" y="1079795"/>
                  </a:lnTo>
                  <a:lnTo>
                    <a:pt x="3939291" y="1072807"/>
                  </a:lnTo>
                  <a:lnTo>
                    <a:pt x="3868946" y="1065543"/>
                  </a:lnTo>
                  <a:lnTo>
                    <a:pt x="3798602" y="1057994"/>
                  </a:lnTo>
                  <a:lnTo>
                    <a:pt x="3728257" y="1050147"/>
                  </a:lnTo>
                  <a:lnTo>
                    <a:pt x="3657913" y="1041990"/>
                  </a:lnTo>
                  <a:lnTo>
                    <a:pt x="3587569" y="1033513"/>
                  </a:lnTo>
                  <a:lnTo>
                    <a:pt x="3517224" y="1024701"/>
                  </a:lnTo>
                  <a:lnTo>
                    <a:pt x="3446880" y="1015543"/>
                  </a:lnTo>
                  <a:lnTo>
                    <a:pt x="3376535" y="1006023"/>
                  </a:lnTo>
                  <a:lnTo>
                    <a:pt x="3306191" y="996129"/>
                  </a:lnTo>
                  <a:lnTo>
                    <a:pt x="3235846" y="985845"/>
                  </a:lnTo>
                  <a:lnTo>
                    <a:pt x="3165502" y="975156"/>
                  </a:lnTo>
                  <a:lnTo>
                    <a:pt x="3095157" y="964046"/>
                  </a:lnTo>
                  <a:lnTo>
                    <a:pt x="3024813" y="955489"/>
                  </a:lnTo>
                  <a:lnTo>
                    <a:pt x="2954468" y="950256"/>
                  </a:lnTo>
                  <a:lnTo>
                    <a:pt x="2884124" y="944931"/>
                  </a:lnTo>
                  <a:lnTo>
                    <a:pt x="2813779" y="939515"/>
                  </a:lnTo>
                  <a:lnTo>
                    <a:pt x="2743435" y="934004"/>
                  </a:lnTo>
                  <a:lnTo>
                    <a:pt x="2673090" y="928398"/>
                  </a:lnTo>
                  <a:lnTo>
                    <a:pt x="2602746" y="922694"/>
                  </a:lnTo>
                  <a:lnTo>
                    <a:pt x="2532401" y="916892"/>
                  </a:lnTo>
                  <a:lnTo>
                    <a:pt x="2462057" y="910989"/>
                  </a:lnTo>
                  <a:lnTo>
                    <a:pt x="2391712" y="904984"/>
                  </a:lnTo>
                  <a:lnTo>
                    <a:pt x="2321368" y="898874"/>
                  </a:lnTo>
                  <a:lnTo>
                    <a:pt x="2251023" y="892658"/>
                  </a:lnTo>
                  <a:lnTo>
                    <a:pt x="2180679" y="886335"/>
                  </a:lnTo>
                  <a:lnTo>
                    <a:pt x="2110334" y="879902"/>
                  </a:lnTo>
                  <a:lnTo>
                    <a:pt x="2039990" y="873357"/>
                  </a:lnTo>
                  <a:lnTo>
                    <a:pt x="1969645" y="866699"/>
                  </a:lnTo>
                  <a:lnTo>
                    <a:pt x="1899301" y="859925"/>
                  </a:lnTo>
                  <a:lnTo>
                    <a:pt x="1828956" y="853034"/>
                  </a:lnTo>
                  <a:lnTo>
                    <a:pt x="1758612" y="846023"/>
                  </a:lnTo>
                  <a:lnTo>
                    <a:pt x="1688267" y="838891"/>
                  </a:lnTo>
                  <a:lnTo>
                    <a:pt x="1617923" y="831635"/>
                  </a:lnTo>
                  <a:lnTo>
                    <a:pt x="1547578" y="824253"/>
                  </a:lnTo>
                  <a:lnTo>
                    <a:pt x="1477234" y="816743"/>
                  </a:lnTo>
                  <a:lnTo>
                    <a:pt x="1406889" y="809103"/>
                  </a:lnTo>
                  <a:lnTo>
                    <a:pt x="1336545" y="801330"/>
                  </a:lnTo>
                  <a:lnTo>
                    <a:pt x="1266200" y="793423"/>
                  </a:lnTo>
                  <a:lnTo>
                    <a:pt x="1195856" y="785378"/>
                  </a:lnTo>
                  <a:lnTo>
                    <a:pt x="1125511" y="777194"/>
                  </a:lnTo>
                  <a:lnTo>
                    <a:pt x="1055167" y="768867"/>
                  </a:lnTo>
                  <a:lnTo>
                    <a:pt x="984822" y="760397"/>
                  </a:lnTo>
                  <a:lnTo>
                    <a:pt x="914478" y="751779"/>
                  </a:lnTo>
                  <a:lnTo>
                    <a:pt x="844133" y="743012"/>
                  </a:lnTo>
                  <a:lnTo>
                    <a:pt x="773789" y="734093"/>
                  </a:lnTo>
                  <a:lnTo>
                    <a:pt x="703444" y="725019"/>
                  </a:lnTo>
                  <a:lnTo>
                    <a:pt x="633100" y="715787"/>
                  </a:lnTo>
                  <a:lnTo>
                    <a:pt x="562755" y="706396"/>
                  </a:lnTo>
                  <a:lnTo>
                    <a:pt x="492411" y="696842"/>
                  </a:lnTo>
                  <a:lnTo>
                    <a:pt x="422066" y="687122"/>
                  </a:lnTo>
                  <a:lnTo>
                    <a:pt x="351722" y="677233"/>
                  </a:lnTo>
                  <a:lnTo>
                    <a:pt x="281377" y="667173"/>
                  </a:lnTo>
                  <a:lnTo>
                    <a:pt x="211033" y="656938"/>
                  </a:lnTo>
                  <a:lnTo>
                    <a:pt x="140688" y="646526"/>
                  </a:lnTo>
                  <a:lnTo>
                    <a:pt x="70344" y="635933"/>
                  </a:lnTo>
                  <a:lnTo>
                    <a:pt x="0" y="625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679911" y="4336484"/>
              <a:ext cx="6519505" cy="1142030"/>
            </a:xfrm>
            <a:custGeom>
              <a:avLst/>
              <a:pathLst>
                <a:path w="6519505" h="1142030">
                  <a:moveTo>
                    <a:pt x="0" y="0"/>
                  </a:moveTo>
                  <a:lnTo>
                    <a:pt x="47812" y="32782"/>
                  </a:lnTo>
                  <a:lnTo>
                    <a:pt x="118156" y="79186"/>
                  </a:lnTo>
                  <a:lnTo>
                    <a:pt x="188501" y="123831"/>
                  </a:lnTo>
                  <a:lnTo>
                    <a:pt x="258845" y="166785"/>
                  </a:lnTo>
                  <a:lnTo>
                    <a:pt x="329190" y="208110"/>
                  </a:lnTo>
                  <a:lnTo>
                    <a:pt x="399534" y="247869"/>
                  </a:lnTo>
                  <a:lnTo>
                    <a:pt x="469879" y="286122"/>
                  </a:lnTo>
                  <a:lnTo>
                    <a:pt x="540223" y="322925"/>
                  </a:lnTo>
                  <a:lnTo>
                    <a:pt x="610568" y="358333"/>
                  </a:lnTo>
                  <a:lnTo>
                    <a:pt x="680912" y="392399"/>
                  </a:lnTo>
                  <a:lnTo>
                    <a:pt x="751257" y="425174"/>
                  </a:lnTo>
                  <a:lnTo>
                    <a:pt x="821601" y="456706"/>
                  </a:lnTo>
                  <a:lnTo>
                    <a:pt x="891946" y="487044"/>
                  </a:lnTo>
                  <a:lnTo>
                    <a:pt x="962290" y="516232"/>
                  </a:lnTo>
                  <a:lnTo>
                    <a:pt x="1032635" y="544314"/>
                  </a:lnTo>
                  <a:lnTo>
                    <a:pt x="1102979" y="571331"/>
                  </a:lnTo>
                  <a:lnTo>
                    <a:pt x="1173324" y="597325"/>
                  </a:lnTo>
                  <a:lnTo>
                    <a:pt x="1243668" y="622334"/>
                  </a:lnTo>
                  <a:lnTo>
                    <a:pt x="1314013" y="646394"/>
                  </a:lnTo>
                  <a:lnTo>
                    <a:pt x="1384357" y="669543"/>
                  </a:lnTo>
                  <a:lnTo>
                    <a:pt x="1454702" y="691815"/>
                  </a:lnTo>
                  <a:lnTo>
                    <a:pt x="1525046" y="713242"/>
                  </a:lnTo>
                  <a:lnTo>
                    <a:pt x="1595391" y="733858"/>
                  </a:lnTo>
                  <a:lnTo>
                    <a:pt x="1665735" y="753692"/>
                  </a:lnTo>
                  <a:lnTo>
                    <a:pt x="1736080" y="772774"/>
                  </a:lnTo>
                  <a:lnTo>
                    <a:pt x="1806424" y="791133"/>
                  </a:lnTo>
                  <a:lnTo>
                    <a:pt x="1876769" y="808797"/>
                  </a:lnTo>
                  <a:lnTo>
                    <a:pt x="1947113" y="825791"/>
                  </a:lnTo>
                  <a:lnTo>
                    <a:pt x="2017458" y="842141"/>
                  </a:lnTo>
                  <a:lnTo>
                    <a:pt x="2087802" y="857871"/>
                  </a:lnTo>
                  <a:lnTo>
                    <a:pt x="2158147" y="873005"/>
                  </a:lnTo>
                  <a:lnTo>
                    <a:pt x="2228491" y="887566"/>
                  </a:lnTo>
                  <a:lnTo>
                    <a:pt x="2298836" y="901574"/>
                  </a:lnTo>
                  <a:lnTo>
                    <a:pt x="2369180" y="915052"/>
                  </a:lnTo>
                  <a:lnTo>
                    <a:pt x="2439525" y="928019"/>
                  </a:lnTo>
                  <a:lnTo>
                    <a:pt x="2509869" y="940495"/>
                  </a:lnTo>
                  <a:lnTo>
                    <a:pt x="2580214" y="952498"/>
                  </a:lnTo>
                  <a:lnTo>
                    <a:pt x="2650558" y="960634"/>
                  </a:lnTo>
                  <a:lnTo>
                    <a:pt x="2720903" y="965690"/>
                  </a:lnTo>
                  <a:lnTo>
                    <a:pt x="2791247" y="970661"/>
                  </a:lnTo>
                  <a:lnTo>
                    <a:pt x="2861591" y="975546"/>
                  </a:lnTo>
                  <a:lnTo>
                    <a:pt x="2931936" y="980348"/>
                  </a:lnTo>
                  <a:lnTo>
                    <a:pt x="3002280" y="985069"/>
                  </a:lnTo>
                  <a:lnTo>
                    <a:pt x="3072625" y="989709"/>
                  </a:lnTo>
                  <a:lnTo>
                    <a:pt x="3142969" y="994270"/>
                  </a:lnTo>
                  <a:lnTo>
                    <a:pt x="3213314" y="998753"/>
                  </a:lnTo>
                  <a:lnTo>
                    <a:pt x="3283658" y="1003159"/>
                  </a:lnTo>
                  <a:lnTo>
                    <a:pt x="3354003" y="1007491"/>
                  </a:lnTo>
                  <a:lnTo>
                    <a:pt x="3424347" y="1011749"/>
                  </a:lnTo>
                  <a:lnTo>
                    <a:pt x="3494692" y="1015934"/>
                  </a:lnTo>
                  <a:lnTo>
                    <a:pt x="3565036" y="1020047"/>
                  </a:lnTo>
                  <a:lnTo>
                    <a:pt x="3635381" y="1024091"/>
                  </a:lnTo>
                  <a:lnTo>
                    <a:pt x="3705725" y="1028066"/>
                  </a:lnTo>
                  <a:lnTo>
                    <a:pt x="3776070" y="1031972"/>
                  </a:lnTo>
                  <a:lnTo>
                    <a:pt x="3846414" y="1035813"/>
                  </a:lnTo>
                  <a:lnTo>
                    <a:pt x="3916759" y="1039587"/>
                  </a:lnTo>
                  <a:lnTo>
                    <a:pt x="3987103" y="1043298"/>
                  </a:lnTo>
                  <a:lnTo>
                    <a:pt x="4057448" y="1046945"/>
                  </a:lnTo>
                  <a:lnTo>
                    <a:pt x="4127792" y="1050530"/>
                  </a:lnTo>
                  <a:lnTo>
                    <a:pt x="4198137" y="1054054"/>
                  </a:lnTo>
                  <a:lnTo>
                    <a:pt x="4268481" y="1057517"/>
                  </a:lnTo>
                  <a:lnTo>
                    <a:pt x="4338826" y="1060922"/>
                  </a:lnTo>
                  <a:lnTo>
                    <a:pt x="4409170" y="1064269"/>
                  </a:lnTo>
                  <a:lnTo>
                    <a:pt x="4479515" y="1067558"/>
                  </a:lnTo>
                  <a:lnTo>
                    <a:pt x="4549859" y="1070792"/>
                  </a:lnTo>
                  <a:lnTo>
                    <a:pt x="4620204" y="1073970"/>
                  </a:lnTo>
                  <a:lnTo>
                    <a:pt x="4690548" y="1077094"/>
                  </a:lnTo>
                  <a:lnTo>
                    <a:pt x="4760893" y="1080165"/>
                  </a:lnTo>
                  <a:lnTo>
                    <a:pt x="4831237" y="1083184"/>
                  </a:lnTo>
                  <a:lnTo>
                    <a:pt x="4901582" y="1086151"/>
                  </a:lnTo>
                  <a:lnTo>
                    <a:pt x="4971926" y="1089067"/>
                  </a:lnTo>
                  <a:lnTo>
                    <a:pt x="5042271" y="1091934"/>
                  </a:lnTo>
                  <a:lnTo>
                    <a:pt x="5112615" y="1094752"/>
                  </a:lnTo>
                  <a:lnTo>
                    <a:pt x="5182960" y="1097522"/>
                  </a:lnTo>
                  <a:lnTo>
                    <a:pt x="5253304" y="1100244"/>
                  </a:lnTo>
                  <a:lnTo>
                    <a:pt x="5323649" y="1102921"/>
                  </a:lnTo>
                  <a:lnTo>
                    <a:pt x="5393993" y="1105551"/>
                  </a:lnTo>
                  <a:lnTo>
                    <a:pt x="5464338" y="1108137"/>
                  </a:lnTo>
                  <a:lnTo>
                    <a:pt x="5534682" y="1110678"/>
                  </a:lnTo>
                  <a:lnTo>
                    <a:pt x="5605027" y="1113177"/>
                  </a:lnTo>
                  <a:lnTo>
                    <a:pt x="5675371" y="1115632"/>
                  </a:lnTo>
                  <a:lnTo>
                    <a:pt x="5745716" y="1118046"/>
                  </a:lnTo>
                  <a:lnTo>
                    <a:pt x="5816060" y="1120419"/>
                  </a:lnTo>
                  <a:lnTo>
                    <a:pt x="5886405" y="1122751"/>
                  </a:lnTo>
                  <a:lnTo>
                    <a:pt x="5956749" y="1125043"/>
                  </a:lnTo>
                  <a:lnTo>
                    <a:pt x="6027094" y="1127297"/>
                  </a:lnTo>
                  <a:lnTo>
                    <a:pt x="6097438" y="1129512"/>
                  </a:lnTo>
                  <a:lnTo>
                    <a:pt x="6167783" y="1131689"/>
                  </a:lnTo>
                  <a:lnTo>
                    <a:pt x="6238127" y="1133829"/>
                  </a:lnTo>
                  <a:lnTo>
                    <a:pt x="6308472" y="1135932"/>
                  </a:lnTo>
                  <a:lnTo>
                    <a:pt x="6378816" y="1138000"/>
                  </a:lnTo>
                  <a:lnTo>
                    <a:pt x="6449161" y="1140033"/>
                  </a:lnTo>
                  <a:lnTo>
                    <a:pt x="6519505" y="1142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4961641"/>
              <a:ext cx="6964104" cy="597031"/>
            </a:xfrm>
            <a:custGeom>
              <a:avLst/>
              <a:pathLst>
                <a:path w="6964104" h="597031">
                  <a:moveTo>
                    <a:pt x="6964104" y="597031"/>
                  </a:moveTo>
                  <a:lnTo>
                    <a:pt x="6893760" y="595651"/>
                  </a:lnTo>
                  <a:lnTo>
                    <a:pt x="6823415" y="594218"/>
                  </a:lnTo>
                  <a:lnTo>
                    <a:pt x="6753071" y="592728"/>
                  </a:lnTo>
                  <a:lnTo>
                    <a:pt x="6682726" y="591179"/>
                  </a:lnTo>
                  <a:lnTo>
                    <a:pt x="6612382" y="589569"/>
                  </a:lnTo>
                  <a:lnTo>
                    <a:pt x="6542037" y="587896"/>
                  </a:lnTo>
                  <a:lnTo>
                    <a:pt x="6471693" y="586157"/>
                  </a:lnTo>
                  <a:lnTo>
                    <a:pt x="6401348" y="584349"/>
                  </a:lnTo>
                  <a:lnTo>
                    <a:pt x="6331004" y="582471"/>
                  </a:lnTo>
                  <a:lnTo>
                    <a:pt x="6260659" y="580518"/>
                  </a:lnTo>
                  <a:lnTo>
                    <a:pt x="6190315" y="578488"/>
                  </a:lnTo>
                  <a:lnTo>
                    <a:pt x="6119970" y="576378"/>
                  </a:lnTo>
                  <a:lnTo>
                    <a:pt x="6049626" y="574186"/>
                  </a:lnTo>
                  <a:lnTo>
                    <a:pt x="5979281" y="571906"/>
                  </a:lnTo>
                  <a:lnTo>
                    <a:pt x="5908937" y="569538"/>
                  </a:lnTo>
                  <a:lnTo>
                    <a:pt x="5838592" y="567075"/>
                  </a:lnTo>
                  <a:lnTo>
                    <a:pt x="5768248" y="564516"/>
                  </a:lnTo>
                  <a:lnTo>
                    <a:pt x="5697903" y="561856"/>
                  </a:lnTo>
                  <a:lnTo>
                    <a:pt x="5627559" y="559091"/>
                  </a:lnTo>
                  <a:lnTo>
                    <a:pt x="5557214" y="556217"/>
                  </a:lnTo>
                  <a:lnTo>
                    <a:pt x="5486870" y="553230"/>
                  </a:lnTo>
                  <a:lnTo>
                    <a:pt x="5416525" y="550126"/>
                  </a:lnTo>
                  <a:lnTo>
                    <a:pt x="5346181" y="546899"/>
                  </a:lnTo>
                  <a:lnTo>
                    <a:pt x="5275836" y="543545"/>
                  </a:lnTo>
                  <a:lnTo>
                    <a:pt x="5205492" y="540059"/>
                  </a:lnTo>
                  <a:lnTo>
                    <a:pt x="5135147" y="536435"/>
                  </a:lnTo>
                  <a:lnTo>
                    <a:pt x="5064803" y="532669"/>
                  </a:lnTo>
                  <a:lnTo>
                    <a:pt x="4994458" y="528754"/>
                  </a:lnTo>
                  <a:lnTo>
                    <a:pt x="4924114" y="524686"/>
                  </a:lnTo>
                  <a:lnTo>
                    <a:pt x="4853769" y="520456"/>
                  </a:lnTo>
                  <a:lnTo>
                    <a:pt x="4783425" y="516061"/>
                  </a:lnTo>
                  <a:lnTo>
                    <a:pt x="4713080" y="511492"/>
                  </a:lnTo>
                  <a:lnTo>
                    <a:pt x="4642736" y="506743"/>
                  </a:lnTo>
                  <a:lnTo>
                    <a:pt x="4572391" y="501807"/>
                  </a:lnTo>
                  <a:lnTo>
                    <a:pt x="4502047" y="496677"/>
                  </a:lnTo>
                  <a:lnTo>
                    <a:pt x="4431702" y="491345"/>
                  </a:lnTo>
                  <a:lnTo>
                    <a:pt x="4361358" y="485802"/>
                  </a:lnTo>
                  <a:lnTo>
                    <a:pt x="4291013" y="480042"/>
                  </a:lnTo>
                  <a:lnTo>
                    <a:pt x="4220669" y="474054"/>
                  </a:lnTo>
                  <a:lnTo>
                    <a:pt x="4150324" y="467831"/>
                  </a:lnTo>
                  <a:lnTo>
                    <a:pt x="4079980" y="461362"/>
                  </a:lnTo>
                  <a:lnTo>
                    <a:pt x="4009635" y="454638"/>
                  </a:lnTo>
                  <a:lnTo>
                    <a:pt x="3939291" y="447650"/>
                  </a:lnTo>
                  <a:lnTo>
                    <a:pt x="3868946" y="440386"/>
                  </a:lnTo>
                  <a:lnTo>
                    <a:pt x="3798602" y="432837"/>
                  </a:lnTo>
                  <a:lnTo>
                    <a:pt x="3728257" y="424990"/>
                  </a:lnTo>
                  <a:lnTo>
                    <a:pt x="3657913" y="416833"/>
                  </a:lnTo>
                  <a:lnTo>
                    <a:pt x="3587569" y="408356"/>
                  </a:lnTo>
                  <a:lnTo>
                    <a:pt x="3517224" y="399544"/>
                  </a:lnTo>
                  <a:lnTo>
                    <a:pt x="3446880" y="390386"/>
                  </a:lnTo>
                  <a:lnTo>
                    <a:pt x="3376535" y="380866"/>
                  </a:lnTo>
                  <a:lnTo>
                    <a:pt x="3306191" y="370972"/>
                  </a:lnTo>
                  <a:lnTo>
                    <a:pt x="3235846" y="360688"/>
                  </a:lnTo>
                  <a:lnTo>
                    <a:pt x="3165502" y="349999"/>
                  </a:lnTo>
                  <a:lnTo>
                    <a:pt x="3095157" y="338889"/>
                  </a:lnTo>
                  <a:lnTo>
                    <a:pt x="3024813" y="330332"/>
                  </a:lnTo>
                  <a:lnTo>
                    <a:pt x="2954468" y="325099"/>
                  </a:lnTo>
                  <a:lnTo>
                    <a:pt x="2884124" y="319774"/>
                  </a:lnTo>
                  <a:lnTo>
                    <a:pt x="2813779" y="314358"/>
                  </a:lnTo>
                  <a:lnTo>
                    <a:pt x="2743435" y="308847"/>
                  </a:lnTo>
                  <a:lnTo>
                    <a:pt x="2673090" y="303241"/>
                  </a:lnTo>
                  <a:lnTo>
                    <a:pt x="2602746" y="297537"/>
                  </a:lnTo>
                  <a:lnTo>
                    <a:pt x="2532401" y="291735"/>
                  </a:lnTo>
                  <a:lnTo>
                    <a:pt x="2462057" y="285832"/>
                  </a:lnTo>
                  <a:lnTo>
                    <a:pt x="2391712" y="279827"/>
                  </a:lnTo>
                  <a:lnTo>
                    <a:pt x="2321368" y="273717"/>
                  </a:lnTo>
                  <a:lnTo>
                    <a:pt x="2251023" y="267501"/>
                  </a:lnTo>
                  <a:lnTo>
                    <a:pt x="2180679" y="261178"/>
                  </a:lnTo>
                  <a:lnTo>
                    <a:pt x="2110334" y="254745"/>
                  </a:lnTo>
                  <a:lnTo>
                    <a:pt x="2039990" y="248200"/>
                  </a:lnTo>
                  <a:lnTo>
                    <a:pt x="1969645" y="241542"/>
                  </a:lnTo>
                  <a:lnTo>
                    <a:pt x="1899301" y="234768"/>
                  </a:lnTo>
                  <a:lnTo>
                    <a:pt x="1828956" y="227877"/>
                  </a:lnTo>
                  <a:lnTo>
                    <a:pt x="1758612" y="220866"/>
                  </a:lnTo>
                  <a:lnTo>
                    <a:pt x="1688267" y="213734"/>
                  </a:lnTo>
                  <a:lnTo>
                    <a:pt x="1617923" y="206478"/>
                  </a:lnTo>
                  <a:lnTo>
                    <a:pt x="1547578" y="199096"/>
                  </a:lnTo>
                  <a:lnTo>
                    <a:pt x="1477234" y="191586"/>
                  </a:lnTo>
                  <a:lnTo>
                    <a:pt x="1406889" y="183946"/>
                  </a:lnTo>
                  <a:lnTo>
                    <a:pt x="1336545" y="176173"/>
                  </a:lnTo>
                  <a:lnTo>
                    <a:pt x="1266200" y="168266"/>
                  </a:lnTo>
                  <a:lnTo>
                    <a:pt x="1195856" y="160221"/>
                  </a:lnTo>
                  <a:lnTo>
                    <a:pt x="1125511" y="152037"/>
                  </a:lnTo>
                  <a:lnTo>
                    <a:pt x="1055167" y="143710"/>
                  </a:lnTo>
                  <a:lnTo>
                    <a:pt x="984822" y="135240"/>
                  </a:lnTo>
                  <a:lnTo>
                    <a:pt x="914478" y="126622"/>
                  </a:lnTo>
                  <a:lnTo>
                    <a:pt x="844133" y="117855"/>
                  </a:lnTo>
                  <a:lnTo>
                    <a:pt x="773789" y="108936"/>
                  </a:lnTo>
                  <a:lnTo>
                    <a:pt x="703444" y="99862"/>
                  </a:lnTo>
                  <a:lnTo>
                    <a:pt x="633100" y="90630"/>
                  </a:lnTo>
                  <a:lnTo>
                    <a:pt x="562755" y="81239"/>
                  </a:lnTo>
                  <a:lnTo>
                    <a:pt x="492411" y="71685"/>
                  </a:lnTo>
                  <a:lnTo>
                    <a:pt x="422066" y="61965"/>
                  </a:lnTo>
                  <a:lnTo>
                    <a:pt x="351722" y="52076"/>
                  </a:lnTo>
                  <a:lnTo>
                    <a:pt x="281377" y="42016"/>
                  </a:lnTo>
                  <a:lnTo>
                    <a:pt x="211033" y="31781"/>
                  </a:lnTo>
                  <a:lnTo>
                    <a:pt x="140688" y="21369"/>
                  </a:lnTo>
                  <a:lnTo>
                    <a:pt x="70344" y="10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4586600"/>
              <a:ext cx="6964104" cy="943582"/>
            </a:xfrm>
            <a:custGeom>
              <a:avLst/>
              <a:pathLst>
                <a:path w="6964104" h="943582">
                  <a:moveTo>
                    <a:pt x="0" y="0"/>
                  </a:moveTo>
                  <a:lnTo>
                    <a:pt x="70344" y="27725"/>
                  </a:lnTo>
                  <a:lnTo>
                    <a:pt x="140688" y="54687"/>
                  </a:lnTo>
                  <a:lnTo>
                    <a:pt x="211033" y="80907"/>
                  </a:lnTo>
                  <a:lnTo>
                    <a:pt x="281377" y="106405"/>
                  </a:lnTo>
                  <a:lnTo>
                    <a:pt x="351722" y="131201"/>
                  </a:lnTo>
                  <a:lnTo>
                    <a:pt x="422066" y="155315"/>
                  </a:lnTo>
                  <a:lnTo>
                    <a:pt x="492411" y="178764"/>
                  </a:lnTo>
                  <a:lnTo>
                    <a:pt x="562755" y="201568"/>
                  </a:lnTo>
                  <a:lnTo>
                    <a:pt x="633100" y="223745"/>
                  </a:lnTo>
                  <a:lnTo>
                    <a:pt x="703444" y="245310"/>
                  </a:lnTo>
                  <a:lnTo>
                    <a:pt x="773789" y="266282"/>
                  </a:lnTo>
                  <a:lnTo>
                    <a:pt x="844133" y="286677"/>
                  </a:lnTo>
                  <a:lnTo>
                    <a:pt x="914478" y="306510"/>
                  </a:lnTo>
                  <a:lnTo>
                    <a:pt x="984822" y="325797"/>
                  </a:lnTo>
                  <a:lnTo>
                    <a:pt x="1055167" y="344553"/>
                  </a:lnTo>
                  <a:lnTo>
                    <a:pt x="1125511" y="362793"/>
                  </a:lnTo>
                  <a:lnTo>
                    <a:pt x="1195856" y="380531"/>
                  </a:lnTo>
                  <a:lnTo>
                    <a:pt x="1266200" y="397780"/>
                  </a:lnTo>
                  <a:lnTo>
                    <a:pt x="1336545" y="414554"/>
                  </a:lnTo>
                  <a:lnTo>
                    <a:pt x="1406889" y="430867"/>
                  </a:lnTo>
                  <a:lnTo>
                    <a:pt x="1477234" y="446730"/>
                  </a:lnTo>
                  <a:lnTo>
                    <a:pt x="1547578" y="462157"/>
                  </a:lnTo>
                  <a:lnTo>
                    <a:pt x="1617923" y="477159"/>
                  </a:lnTo>
                  <a:lnTo>
                    <a:pt x="1688267" y="491748"/>
                  </a:lnTo>
                  <a:lnTo>
                    <a:pt x="1758612" y="505936"/>
                  </a:lnTo>
                  <a:lnTo>
                    <a:pt x="1828956" y="519733"/>
                  </a:lnTo>
                  <a:lnTo>
                    <a:pt x="1899301" y="533150"/>
                  </a:lnTo>
                  <a:lnTo>
                    <a:pt x="1969645" y="546197"/>
                  </a:lnTo>
                  <a:lnTo>
                    <a:pt x="2039990" y="558886"/>
                  </a:lnTo>
                  <a:lnTo>
                    <a:pt x="2110334" y="571225"/>
                  </a:lnTo>
                  <a:lnTo>
                    <a:pt x="2180679" y="583224"/>
                  </a:lnTo>
                  <a:lnTo>
                    <a:pt x="2251023" y="594893"/>
                  </a:lnTo>
                  <a:lnTo>
                    <a:pt x="2321368" y="606241"/>
                  </a:lnTo>
                  <a:lnTo>
                    <a:pt x="2391712" y="617277"/>
                  </a:lnTo>
                  <a:lnTo>
                    <a:pt x="2462057" y="628008"/>
                  </a:lnTo>
                  <a:lnTo>
                    <a:pt x="2532401" y="638444"/>
                  </a:lnTo>
                  <a:lnTo>
                    <a:pt x="2602746" y="648593"/>
                  </a:lnTo>
                  <a:lnTo>
                    <a:pt x="2673090" y="658463"/>
                  </a:lnTo>
                  <a:lnTo>
                    <a:pt x="2743435" y="668060"/>
                  </a:lnTo>
                  <a:lnTo>
                    <a:pt x="2813779" y="677394"/>
                  </a:lnTo>
                  <a:lnTo>
                    <a:pt x="2884124" y="686470"/>
                  </a:lnTo>
                  <a:lnTo>
                    <a:pt x="2954468" y="695297"/>
                  </a:lnTo>
                  <a:lnTo>
                    <a:pt x="3024813" y="703881"/>
                  </a:lnTo>
                  <a:lnTo>
                    <a:pt x="3095157" y="712228"/>
                  </a:lnTo>
                  <a:lnTo>
                    <a:pt x="3165502" y="720346"/>
                  </a:lnTo>
                  <a:lnTo>
                    <a:pt x="3235846" y="728240"/>
                  </a:lnTo>
                  <a:lnTo>
                    <a:pt x="3306191" y="735916"/>
                  </a:lnTo>
                  <a:lnTo>
                    <a:pt x="3376535" y="743382"/>
                  </a:lnTo>
                  <a:lnTo>
                    <a:pt x="3446880" y="750642"/>
                  </a:lnTo>
                  <a:lnTo>
                    <a:pt x="3517224" y="757702"/>
                  </a:lnTo>
                  <a:lnTo>
                    <a:pt x="3587569" y="764567"/>
                  </a:lnTo>
                  <a:lnTo>
                    <a:pt x="3657913" y="771244"/>
                  </a:lnTo>
                  <a:lnTo>
                    <a:pt x="3728257" y="777737"/>
                  </a:lnTo>
                  <a:lnTo>
                    <a:pt x="3798602" y="784051"/>
                  </a:lnTo>
                  <a:lnTo>
                    <a:pt x="3868946" y="790191"/>
                  </a:lnTo>
                  <a:lnTo>
                    <a:pt x="3939291" y="796162"/>
                  </a:lnTo>
                  <a:lnTo>
                    <a:pt x="4009635" y="801969"/>
                  </a:lnTo>
                  <a:lnTo>
                    <a:pt x="4079980" y="807616"/>
                  </a:lnTo>
                  <a:lnTo>
                    <a:pt x="4150324" y="813107"/>
                  </a:lnTo>
                  <a:lnTo>
                    <a:pt x="4220669" y="818448"/>
                  </a:lnTo>
                  <a:lnTo>
                    <a:pt x="4291013" y="823641"/>
                  </a:lnTo>
                  <a:lnTo>
                    <a:pt x="4361358" y="828691"/>
                  </a:lnTo>
                  <a:lnTo>
                    <a:pt x="4431702" y="833603"/>
                  </a:lnTo>
                  <a:lnTo>
                    <a:pt x="4502047" y="838379"/>
                  </a:lnTo>
                  <a:lnTo>
                    <a:pt x="4572391" y="843023"/>
                  </a:lnTo>
                  <a:lnTo>
                    <a:pt x="4642736" y="847540"/>
                  </a:lnTo>
                  <a:lnTo>
                    <a:pt x="4713080" y="851932"/>
                  </a:lnTo>
                  <a:lnTo>
                    <a:pt x="4783425" y="856204"/>
                  </a:lnTo>
                  <a:lnTo>
                    <a:pt x="4853769" y="860357"/>
                  </a:lnTo>
                  <a:lnTo>
                    <a:pt x="4924114" y="864397"/>
                  </a:lnTo>
                  <a:lnTo>
                    <a:pt x="4994458" y="868325"/>
                  </a:lnTo>
                  <a:lnTo>
                    <a:pt x="5064803" y="872145"/>
                  </a:lnTo>
                  <a:lnTo>
                    <a:pt x="5135147" y="875860"/>
                  </a:lnTo>
                  <a:lnTo>
                    <a:pt x="5205492" y="879473"/>
                  </a:lnTo>
                  <a:lnTo>
                    <a:pt x="5275836" y="882986"/>
                  </a:lnTo>
                  <a:lnTo>
                    <a:pt x="5346181" y="886403"/>
                  </a:lnTo>
                  <a:lnTo>
                    <a:pt x="5416525" y="889725"/>
                  </a:lnTo>
                  <a:lnTo>
                    <a:pt x="5486870" y="892956"/>
                  </a:lnTo>
                  <a:lnTo>
                    <a:pt x="5557214" y="896098"/>
                  </a:lnTo>
                  <a:lnTo>
                    <a:pt x="5627559" y="899154"/>
                  </a:lnTo>
                  <a:lnTo>
                    <a:pt x="5697903" y="902125"/>
                  </a:lnTo>
                  <a:lnTo>
                    <a:pt x="5768248" y="905015"/>
                  </a:lnTo>
                  <a:lnTo>
                    <a:pt x="5838592" y="907825"/>
                  </a:lnTo>
                  <a:lnTo>
                    <a:pt x="5908937" y="910557"/>
                  </a:lnTo>
                  <a:lnTo>
                    <a:pt x="5979281" y="913215"/>
                  </a:lnTo>
                  <a:lnTo>
                    <a:pt x="6049626" y="915799"/>
                  </a:lnTo>
                  <a:lnTo>
                    <a:pt x="6119970" y="918312"/>
                  </a:lnTo>
                  <a:lnTo>
                    <a:pt x="6190315" y="920756"/>
                  </a:lnTo>
                  <a:lnTo>
                    <a:pt x="6260659" y="923133"/>
                  </a:lnTo>
                  <a:lnTo>
                    <a:pt x="6331004" y="925444"/>
                  </a:lnTo>
                  <a:lnTo>
                    <a:pt x="6401348" y="927692"/>
                  </a:lnTo>
                  <a:lnTo>
                    <a:pt x="6471693" y="929878"/>
                  </a:lnTo>
                  <a:lnTo>
                    <a:pt x="6542037" y="932003"/>
                  </a:lnTo>
                  <a:lnTo>
                    <a:pt x="6612382" y="934070"/>
                  </a:lnTo>
                  <a:lnTo>
                    <a:pt x="6682726" y="936080"/>
                  </a:lnTo>
                  <a:lnTo>
                    <a:pt x="6753071" y="938035"/>
                  </a:lnTo>
                  <a:lnTo>
                    <a:pt x="6823415" y="939936"/>
                  </a:lnTo>
                  <a:lnTo>
                    <a:pt x="6893760" y="941785"/>
                  </a:lnTo>
                  <a:lnTo>
                    <a:pt x="6964104" y="9435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(1.23-1.60), p_Bonf = &lt;0.001 (n = 6)  |  per IQR decline (Δ = 28.0 %): 2.58 (1.79-3.70)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2026-07-22T07:57:32Z</dcterms:modified>
  <cp:category/>
</cp:coreProperties>
</file>