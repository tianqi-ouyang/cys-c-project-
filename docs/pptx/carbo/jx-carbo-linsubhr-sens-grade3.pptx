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386721"/>
            </a:xfrm>
            <a:custGeom>
              <a:avLst/>
              <a:pathLst>
                <a:path w="7090630" h="3386721">
                  <a:moveTo>
                    <a:pt x="452676" y="0"/>
                  </a:moveTo>
                  <a:lnTo>
                    <a:pt x="501357" y="90841"/>
                  </a:lnTo>
                  <a:lnTo>
                    <a:pt x="572980" y="219428"/>
                  </a:lnTo>
                  <a:lnTo>
                    <a:pt x="644602" y="343142"/>
                  </a:lnTo>
                  <a:lnTo>
                    <a:pt x="716225" y="462167"/>
                  </a:lnTo>
                  <a:lnTo>
                    <a:pt x="787847" y="576681"/>
                  </a:lnTo>
                  <a:lnTo>
                    <a:pt x="859470" y="686855"/>
                  </a:lnTo>
                  <a:lnTo>
                    <a:pt x="931092" y="792854"/>
                  </a:lnTo>
                  <a:lnTo>
                    <a:pt x="1002715" y="894835"/>
                  </a:lnTo>
                  <a:lnTo>
                    <a:pt x="1074337" y="992952"/>
                  </a:lnTo>
                  <a:lnTo>
                    <a:pt x="1145960" y="1087350"/>
                  </a:lnTo>
                  <a:lnTo>
                    <a:pt x="1217582" y="1178170"/>
                  </a:lnTo>
                  <a:lnTo>
                    <a:pt x="1289205" y="1265548"/>
                  </a:lnTo>
                  <a:lnTo>
                    <a:pt x="1360827" y="1349615"/>
                  </a:lnTo>
                  <a:lnTo>
                    <a:pt x="1432450" y="1430496"/>
                  </a:lnTo>
                  <a:lnTo>
                    <a:pt x="1504073" y="1508312"/>
                  </a:lnTo>
                  <a:lnTo>
                    <a:pt x="1575695" y="1583178"/>
                  </a:lnTo>
                  <a:lnTo>
                    <a:pt x="1647318" y="1655207"/>
                  </a:lnTo>
                  <a:lnTo>
                    <a:pt x="1718940" y="1724507"/>
                  </a:lnTo>
                  <a:lnTo>
                    <a:pt x="1790563" y="1791180"/>
                  </a:lnTo>
                  <a:lnTo>
                    <a:pt x="1862185" y="1855326"/>
                  </a:lnTo>
                  <a:lnTo>
                    <a:pt x="1933808" y="1917041"/>
                  </a:lnTo>
                  <a:lnTo>
                    <a:pt x="2005430" y="1976417"/>
                  </a:lnTo>
                  <a:lnTo>
                    <a:pt x="2077053" y="2033543"/>
                  </a:lnTo>
                  <a:lnTo>
                    <a:pt x="2148675" y="2088504"/>
                  </a:lnTo>
                  <a:lnTo>
                    <a:pt x="2220298" y="2141382"/>
                  </a:lnTo>
                  <a:lnTo>
                    <a:pt x="2291920" y="2192256"/>
                  </a:lnTo>
                  <a:lnTo>
                    <a:pt x="2363543" y="2241202"/>
                  </a:lnTo>
                  <a:lnTo>
                    <a:pt x="2435165" y="2288293"/>
                  </a:lnTo>
                  <a:lnTo>
                    <a:pt x="2506788" y="2333599"/>
                  </a:lnTo>
                  <a:lnTo>
                    <a:pt x="2578410" y="2377188"/>
                  </a:lnTo>
                  <a:lnTo>
                    <a:pt x="2650033" y="2419125"/>
                  </a:lnTo>
                  <a:lnTo>
                    <a:pt x="2721655" y="2459473"/>
                  </a:lnTo>
                  <a:lnTo>
                    <a:pt x="2793278" y="2498292"/>
                  </a:lnTo>
                  <a:lnTo>
                    <a:pt x="2864901" y="2535639"/>
                  </a:lnTo>
                  <a:lnTo>
                    <a:pt x="2936523" y="2571571"/>
                  </a:lnTo>
                  <a:lnTo>
                    <a:pt x="3008146" y="2606141"/>
                  </a:lnTo>
                  <a:lnTo>
                    <a:pt x="3079768" y="2639402"/>
                  </a:lnTo>
                  <a:lnTo>
                    <a:pt x="3151391" y="2661947"/>
                  </a:lnTo>
                  <a:lnTo>
                    <a:pt x="3223013" y="2675959"/>
                  </a:lnTo>
                  <a:lnTo>
                    <a:pt x="3294636" y="2689732"/>
                  </a:lnTo>
                  <a:lnTo>
                    <a:pt x="3366258" y="2703270"/>
                  </a:lnTo>
                  <a:lnTo>
                    <a:pt x="3437881" y="2716577"/>
                  </a:lnTo>
                  <a:lnTo>
                    <a:pt x="3509503" y="2729658"/>
                  </a:lnTo>
                  <a:lnTo>
                    <a:pt x="3581126" y="2742515"/>
                  </a:lnTo>
                  <a:lnTo>
                    <a:pt x="3652748" y="2755153"/>
                  </a:lnTo>
                  <a:lnTo>
                    <a:pt x="3724371" y="2767576"/>
                  </a:lnTo>
                  <a:lnTo>
                    <a:pt x="3795993" y="2779787"/>
                  </a:lnTo>
                  <a:lnTo>
                    <a:pt x="3867616" y="2791790"/>
                  </a:lnTo>
                  <a:lnTo>
                    <a:pt x="3939238" y="2803588"/>
                  </a:lnTo>
                  <a:lnTo>
                    <a:pt x="4010861" y="2815185"/>
                  </a:lnTo>
                  <a:lnTo>
                    <a:pt x="4082483" y="2826584"/>
                  </a:lnTo>
                  <a:lnTo>
                    <a:pt x="4154106" y="2837789"/>
                  </a:lnTo>
                  <a:lnTo>
                    <a:pt x="4225729" y="2848803"/>
                  </a:lnTo>
                  <a:lnTo>
                    <a:pt x="4297351" y="2859629"/>
                  </a:lnTo>
                  <a:lnTo>
                    <a:pt x="4368974" y="2870270"/>
                  </a:lnTo>
                  <a:lnTo>
                    <a:pt x="4440596" y="2880730"/>
                  </a:lnTo>
                  <a:lnTo>
                    <a:pt x="4512219" y="2891012"/>
                  </a:lnTo>
                  <a:lnTo>
                    <a:pt x="4583841" y="2901118"/>
                  </a:lnTo>
                  <a:lnTo>
                    <a:pt x="4655464" y="2911052"/>
                  </a:lnTo>
                  <a:lnTo>
                    <a:pt x="4727086" y="2920817"/>
                  </a:lnTo>
                  <a:lnTo>
                    <a:pt x="4798709" y="2930415"/>
                  </a:lnTo>
                  <a:lnTo>
                    <a:pt x="4870331" y="2939849"/>
                  </a:lnTo>
                  <a:lnTo>
                    <a:pt x="4941954" y="2949123"/>
                  </a:lnTo>
                  <a:lnTo>
                    <a:pt x="5013576" y="2958238"/>
                  </a:lnTo>
                  <a:lnTo>
                    <a:pt x="5085199" y="2967198"/>
                  </a:lnTo>
                  <a:lnTo>
                    <a:pt x="5156821" y="2976006"/>
                  </a:lnTo>
                  <a:lnTo>
                    <a:pt x="5228444" y="2984663"/>
                  </a:lnTo>
                  <a:lnTo>
                    <a:pt x="5300066" y="2993172"/>
                  </a:lnTo>
                  <a:lnTo>
                    <a:pt x="5371689" y="3001537"/>
                  </a:lnTo>
                  <a:lnTo>
                    <a:pt x="5443311" y="3009759"/>
                  </a:lnTo>
                  <a:lnTo>
                    <a:pt x="5514934" y="3017840"/>
                  </a:lnTo>
                  <a:lnTo>
                    <a:pt x="5586557" y="3025784"/>
                  </a:lnTo>
                  <a:lnTo>
                    <a:pt x="5658179" y="3033593"/>
                  </a:lnTo>
                  <a:lnTo>
                    <a:pt x="5729802" y="3041268"/>
                  </a:lnTo>
                  <a:lnTo>
                    <a:pt x="5801424" y="3048812"/>
                  </a:lnTo>
                  <a:lnTo>
                    <a:pt x="5873047" y="3056228"/>
                  </a:lnTo>
                  <a:lnTo>
                    <a:pt x="5944669" y="3063517"/>
                  </a:lnTo>
                  <a:lnTo>
                    <a:pt x="6016292" y="3070682"/>
                  </a:lnTo>
                  <a:lnTo>
                    <a:pt x="6087914" y="3077725"/>
                  </a:lnTo>
                  <a:lnTo>
                    <a:pt x="6159537" y="3084648"/>
                  </a:lnTo>
                  <a:lnTo>
                    <a:pt x="6231159" y="3091453"/>
                  </a:lnTo>
                  <a:lnTo>
                    <a:pt x="6302782" y="3098142"/>
                  </a:lnTo>
                  <a:lnTo>
                    <a:pt x="6374404" y="3104716"/>
                  </a:lnTo>
                  <a:lnTo>
                    <a:pt x="6446027" y="3111179"/>
                  </a:lnTo>
                  <a:lnTo>
                    <a:pt x="6517649" y="3117531"/>
                  </a:lnTo>
                  <a:lnTo>
                    <a:pt x="6589272" y="3123775"/>
                  </a:lnTo>
                  <a:lnTo>
                    <a:pt x="6660894" y="3129913"/>
                  </a:lnTo>
                  <a:lnTo>
                    <a:pt x="6732517" y="3135946"/>
                  </a:lnTo>
                  <a:lnTo>
                    <a:pt x="6804139" y="3141876"/>
                  </a:lnTo>
                  <a:lnTo>
                    <a:pt x="6875762" y="3147705"/>
                  </a:lnTo>
                  <a:lnTo>
                    <a:pt x="6947385" y="3153435"/>
                  </a:lnTo>
                  <a:lnTo>
                    <a:pt x="7019007" y="3159067"/>
                  </a:lnTo>
                  <a:lnTo>
                    <a:pt x="7090630" y="3164603"/>
                  </a:lnTo>
                  <a:lnTo>
                    <a:pt x="7090630" y="3386721"/>
                  </a:lnTo>
                  <a:lnTo>
                    <a:pt x="7019007" y="3382899"/>
                  </a:lnTo>
                  <a:lnTo>
                    <a:pt x="6947385" y="3378927"/>
                  </a:lnTo>
                  <a:lnTo>
                    <a:pt x="6875762" y="3374798"/>
                  </a:lnTo>
                  <a:lnTo>
                    <a:pt x="6804139" y="3370506"/>
                  </a:lnTo>
                  <a:lnTo>
                    <a:pt x="6732517" y="3366046"/>
                  </a:lnTo>
                  <a:lnTo>
                    <a:pt x="6660894" y="3361409"/>
                  </a:lnTo>
                  <a:lnTo>
                    <a:pt x="6589272" y="3356590"/>
                  </a:lnTo>
                  <a:lnTo>
                    <a:pt x="6517649" y="3351581"/>
                  </a:lnTo>
                  <a:lnTo>
                    <a:pt x="6446027" y="3346375"/>
                  </a:lnTo>
                  <a:lnTo>
                    <a:pt x="6374404" y="3340964"/>
                  </a:lnTo>
                  <a:lnTo>
                    <a:pt x="6302782" y="3335339"/>
                  </a:lnTo>
                  <a:lnTo>
                    <a:pt x="6231159" y="3329493"/>
                  </a:lnTo>
                  <a:lnTo>
                    <a:pt x="6159537" y="3323417"/>
                  </a:lnTo>
                  <a:lnTo>
                    <a:pt x="6087914" y="3317101"/>
                  </a:lnTo>
                  <a:lnTo>
                    <a:pt x="6016292" y="3310537"/>
                  </a:lnTo>
                  <a:lnTo>
                    <a:pt x="5944669" y="3303714"/>
                  </a:lnTo>
                  <a:lnTo>
                    <a:pt x="5873047" y="3296622"/>
                  </a:lnTo>
                  <a:lnTo>
                    <a:pt x="5801424" y="3289251"/>
                  </a:lnTo>
                  <a:lnTo>
                    <a:pt x="5729802" y="3281589"/>
                  </a:lnTo>
                  <a:lnTo>
                    <a:pt x="5658179" y="3273626"/>
                  </a:lnTo>
                  <a:lnTo>
                    <a:pt x="5586557" y="3265349"/>
                  </a:lnTo>
                  <a:lnTo>
                    <a:pt x="5514934" y="3256746"/>
                  </a:lnTo>
                  <a:lnTo>
                    <a:pt x="5443311" y="3247804"/>
                  </a:lnTo>
                  <a:lnTo>
                    <a:pt x="5371689" y="3238510"/>
                  </a:lnTo>
                  <a:lnTo>
                    <a:pt x="5300066" y="3228850"/>
                  </a:lnTo>
                  <a:lnTo>
                    <a:pt x="5228444" y="3218809"/>
                  </a:lnTo>
                  <a:lnTo>
                    <a:pt x="5156821" y="3208373"/>
                  </a:lnTo>
                  <a:lnTo>
                    <a:pt x="5085199" y="3197525"/>
                  </a:lnTo>
                  <a:lnTo>
                    <a:pt x="5013576" y="3186251"/>
                  </a:lnTo>
                  <a:lnTo>
                    <a:pt x="4941954" y="3174532"/>
                  </a:lnTo>
                  <a:lnTo>
                    <a:pt x="4870331" y="3162351"/>
                  </a:lnTo>
                  <a:lnTo>
                    <a:pt x="4798709" y="3149691"/>
                  </a:lnTo>
                  <a:lnTo>
                    <a:pt x="4727086" y="3136532"/>
                  </a:lnTo>
                  <a:lnTo>
                    <a:pt x="4655464" y="3122855"/>
                  </a:lnTo>
                  <a:lnTo>
                    <a:pt x="4583841" y="3108638"/>
                  </a:lnTo>
                  <a:lnTo>
                    <a:pt x="4512219" y="3093862"/>
                  </a:lnTo>
                  <a:lnTo>
                    <a:pt x="4440596" y="3078504"/>
                  </a:lnTo>
                  <a:lnTo>
                    <a:pt x="4368974" y="3062541"/>
                  </a:lnTo>
                  <a:lnTo>
                    <a:pt x="4297351" y="3045949"/>
                  </a:lnTo>
                  <a:lnTo>
                    <a:pt x="4225729" y="3028704"/>
                  </a:lnTo>
                  <a:lnTo>
                    <a:pt x="4154106" y="3010779"/>
                  </a:lnTo>
                  <a:lnTo>
                    <a:pt x="4082483" y="2992148"/>
                  </a:lnTo>
                  <a:lnTo>
                    <a:pt x="4010861" y="2972783"/>
                  </a:lnTo>
                  <a:lnTo>
                    <a:pt x="3939238" y="2952655"/>
                  </a:lnTo>
                  <a:lnTo>
                    <a:pt x="3867616" y="2931735"/>
                  </a:lnTo>
                  <a:lnTo>
                    <a:pt x="3795993" y="2909990"/>
                  </a:lnTo>
                  <a:lnTo>
                    <a:pt x="3724371" y="2887389"/>
                  </a:lnTo>
                  <a:lnTo>
                    <a:pt x="3652748" y="2863897"/>
                  </a:lnTo>
                  <a:lnTo>
                    <a:pt x="3581126" y="2839480"/>
                  </a:lnTo>
                  <a:lnTo>
                    <a:pt x="3509503" y="2814102"/>
                  </a:lnTo>
                  <a:lnTo>
                    <a:pt x="3437881" y="2787723"/>
                  </a:lnTo>
                  <a:lnTo>
                    <a:pt x="3366258" y="2760306"/>
                  </a:lnTo>
                  <a:lnTo>
                    <a:pt x="3294636" y="2731808"/>
                  </a:lnTo>
                  <a:lnTo>
                    <a:pt x="3223013" y="2702188"/>
                  </a:lnTo>
                  <a:lnTo>
                    <a:pt x="3151391" y="2671401"/>
                  </a:lnTo>
                  <a:lnTo>
                    <a:pt x="3079768" y="2647692"/>
                  </a:lnTo>
                  <a:lnTo>
                    <a:pt x="3008146" y="2633189"/>
                  </a:lnTo>
                  <a:lnTo>
                    <a:pt x="2936523" y="2618436"/>
                  </a:lnTo>
                  <a:lnTo>
                    <a:pt x="2864901" y="2603426"/>
                  </a:lnTo>
                  <a:lnTo>
                    <a:pt x="2793278" y="2588156"/>
                  </a:lnTo>
                  <a:lnTo>
                    <a:pt x="2721655" y="2572621"/>
                  </a:lnTo>
                  <a:lnTo>
                    <a:pt x="2650033" y="2556816"/>
                  </a:lnTo>
                  <a:lnTo>
                    <a:pt x="2578410" y="2540738"/>
                  </a:lnTo>
                  <a:lnTo>
                    <a:pt x="2506788" y="2524380"/>
                  </a:lnTo>
                  <a:lnTo>
                    <a:pt x="2435165" y="2507739"/>
                  </a:lnTo>
                  <a:lnTo>
                    <a:pt x="2363543" y="2490809"/>
                  </a:lnTo>
                  <a:lnTo>
                    <a:pt x="2291920" y="2473585"/>
                  </a:lnTo>
                  <a:lnTo>
                    <a:pt x="2220298" y="2456063"/>
                  </a:lnTo>
                  <a:lnTo>
                    <a:pt x="2148675" y="2438237"/>
                  </a:lnTo>
                  <a:lnTo>
                    <a:pt x="2077053" y="2420101"/>
                  </a:lnTo>
                  <a:lnTo>
                    <a:pt x="2005430" y="2401651"/>
                  </a:lnTo>
                  <a:lnTo>
                    <a:pt x="1933808" y="2382881"/>
                  </a:lnTo>
                  <a:lnTo>
                    <a:pt x="1862185" y="2363785"/>
                  </a:lnTo>
                  <a:lnTo>
                    <a:pt x="1790563" y="2344358"/>
                  </a:lnTo>
                  <a:lnTo>
                    <a:pt x="1718940" y="2324594"/>
                  </a:lnTo>
                  <a:lnTo>
                    <a:pt x="1647318" y="2304488"/>
                  </a:lnTo>
                  <a:lnTo>
                    <a:pt x="1575695" y="2284032"/>
                  </a:lnTo>
                  <a:lnTo>
                    <a:pt x="1504073" y="2263222"/>
                  </a:lnTo>
                  <a:lnTo>
                    <a:pt x="1432450" y="2242050"/>
                  </a:lnTo>
                  <a:lnTo>
                    <a:pt x="1360827" y="2220512"/>
                  </a:lnTo>
                  <a:lnTo>
                    <a:pt x="1289205" y="2198600"/>
                  </a:lnTo>
                  <a:lnTo>
                    <a:pt x="1217582" y="2176307"/>
                  </a:lnTo>
                  <a:lnTo>
                    <a:pt x="1145960" y="2153629"/>
                  </a:lnTo>
                  <a:lnTo>
                    <a:pt x="1074337" y="2130556"/>
                  </a:lnTo>
                  <a:lnTo>
                    <a:pt x="1002715" y="2107084"/>
                  </a:lnTo>
                  <a:lnTo>
                    <a:pt x="931092" y="2083204"/>
                  </a:lnTo>
                  <a:lnTo>
                    <a:pt x="859470" y="2058910"/>
                  </a:lnTo>
                  <a:lnTo>
                    <a:pt x="787847" y="2034195"/>
                  </a:lnTo>
                  <a:lnTo>
                    <a:pt x="716225" y="2009051"/>
                  </a:lnTo>
                  <a:lnTo>
                    <a:pt x="644602" y="1983470"/>
                  </a:lnTo>
                  <a:lnTo>
                    <a:pt x="572980" y="1957446"/>
                  </a:lnTo>
                  <a:lnTo>
                    <a:pt x="501357" y="1930971"/>
                  </a:lnTo>
                  <a:lnTo>
                    <a:pt x="429735" y="1904037"/>
                  </a:lnTo>
                  <a:lnTo>
                    <a:pt x="358112" y="1876635"/>
                  </a:lnTo>
                  <a:lnTo>
                    <a:pt x="286490" y="1848758"/>
                  </a:lnTo>
                  <a:lnTo>
                    <a:pt x="214867" y="1820397"/>
                  </a:lnTo>
                  <a:lnTo>
                    <a:pt x="143245" y="1791544"/>
                  </a:lnTo>
                  <a:lnTo>
                    <a:pt x="71622" y="1762191"/>
                  </a:lnTo>
                  <a:lnTo>
                    <a:pt x="0" y="1732329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24726" y="2073503"/>
              <a:ext cx="6637953" cy="3164603"/>
            </a:xfrm>
            <a:custGeom>
              <a:avLst/>
              <a:pathLst>
                <a:path w="6637953" h="3164603">
                  <a:moveTo>
                    <a:pt x="0" y="0"/>
                  </a:moveTo>
                  <a:lnTo>
                    <a:pt x="48681" y="90841"/>
                  </a:lnTo>
                  <a:lnTo>
                    <a:pt x="120303" y="219428"/>
                  </a:lnTo>
                  <a:lnTo>
                    <a:pt x="191926" y="343142"/>
                  </a:lnTo>
                  <a:lnTo>
                    <a:pt x="263548" y="462167"/>
                  </a:lnTo>
                  <a:lnTo>
                    <a:pt x="335171" y="576681"/>
                  </a:lnTo>
                  <a:lnTo>
                    <a:pt x="406793" y="686855"/>
                  </a:lnTo>
                  <a:lnTo>
                    <a:pt x="478416" y="792854"/>
                  </a:lnTo>
                  <a:lnTo>
                    <a:pt x="550038" y="894835"/>
                  </a:lnTo>
                  <a:lnTo>
                    <a:pt x="621661" y="992952"/>
                  </a:lnTo>
                  <a:lnTo>
                    <a:pt x="693283" y="1087350"/>
                  </a:lnTo>
                  <a:lnTo>
                    <a:pt x="764906" y="1178170"/>
                  </a:lnTo>
                  <a:lnTo>
                    <a:pt x="836528" y="1265548"/>
                  </a:lnTo>
                  <a:lnTo>
                    <a:pt x="908151" y="1349615"/>
                  </a:lnTo>
                  <a:lnTo>
                    <a:pt x="979773" y="1430496"/>
                  </a:lnTo>
                  <a:lnTo>
                    <a:pt x="1051396" y="1508312"/>
                  </a:lnTo>
                  <a:lnTo>
                    <a:pt x="1123018" y="1583178"/>
                  </a:lnTo>
                  <a:lnTo>
                    <a:pt x="1194641" y="1655207"/>
                  </a:lnTo>
                  <a:lnTo>
                    <a:pt x="1266263" y="1724507"/>
                  </a:lnTo>
                  <a:lnTo>
                    <a:pt x="1337886" y="1791180"/>
                  </a:lnTo>
                  <a:lnTo>
                    <a:pt x="1409509" y="1855326"/>
                  </a:lnTo>
                  <a:lnTo>
                    <a:pt x="1481131" y="1917041"/>
                  </a:lnTo>
                  <a:lnTo>
                    <a:pt x="1552754" y="1976417"/>
                  </a:lnTo>
                  <a:lnTo>
                    <a:pt x="1624376" y="2033543"/>
                  </a:lnTo>
                  <a:lnTo>
                    <a:pt x="1695999" y="2088504"/>
                  </a:lnTo>
                  <a:lnTo>
                    <a:pt x="1767621" y="2141382"/>
                  </a:lnTo>
                  <a:lnTo>
                    <a:pt x="1839244" y="2192256"/>
                  </a:lnTo>
                  <a:lnTo>
                    <a:pt x="1910866" y="2241202"/>
                  </a:lnTo>
                  <a:lnTo>
                    <a:pt x="1982489" y="2288293"/>
                  </a:lnTo>
                  <a:lnTo>
                    <a:pt x="2054111" y="2333599"/>
                  </a:lnTo>
                  <a:lnTo>
                    <a:pt x="2125734" y="2377188"/>
                  </a:lnTo>
                  <a:lnTo>
                    <a:pt x="2197356" y="2419125"/>
                  </a:lnTo>
                  <a:lnTo>
                    <a:pt x="2268979" y="2459473"/>
                  </a:lnTo>
                  <a:lnTo>
                    <a:pt x="2340601" y="2498292"/>
                  </a:lnTo>
                  <a:lnTo>
                    <a:pt x="2412224" y="2535639"/>
                  </a:lnTo>
                  <a:lnTo>
                    <a:pt x="2483846" y="2571571"/>
                  </a:lnTo>
                  <a:lnTo>
                    <a:pt x="2555469" y="2606141"/>
                  </a:lnTo>
                  <a:lnTo>
                    <a:pt x="2627091" y="2639402"/>
                  </a:lnTo>
                  <a:lnTo>
                    <a:pt x="2698714" y="2661947"/>
                  </a:lnTo>
                  <a:lnTo>
                    <a:pt x="2770337" y="2675959"/>
                  </a:lnTo>
                  <a:lnTo>
                    <a:pt x="2841959" y="2689732"/>
                  </a:lnTo>
                  <a:lnTo>
                    <a:pt x="2913582" y="2703270"/>
                  </a:lnTo>
                  <a:lnTo>
                    <a:pt x="2985204" y="2716577"/>
                  </a:lnTo>
                  <a:lnTo>
                    <a:pt x="3056827" y="2729658"/>
                  </a:lnTo>
                  <a:lnTo>
                    <a:pt x="3128449" y="2742515"/>
                  </a:lnTo>
                  <a:lnTo>
                    <a:pt x="3200072" y="2755153"/>
                  </a:lnTo>
                  <a:lnTo>
                    <a:pt x="3271694" y="2767576"/>
                  </a:lnTo>
                  <a:lnTo>
                    <a:pt x="3343317" y="2779787"/>
                  </a:lnTo>
                  <a:lnTo>
                    <a:pt x="3414939" y="2791790"/>
                  </a:lnTo>
                  <a:lnTo>
                    <a:pt x="3486562" y="2803588"/>
                  </a:lnTo>
                  <a:lnTo>
                    <a:pt x="3558184" y="2815185"/>
                  </a:lnTo>
                  <a:lnTo>
                    <a:pt x="3629807" y="2826584"/>
                  </a:lnTo>
                  <a:lnTo>
                    <a:pt x="3701429" y="2837789"/>
                  </a:lnTo>
                  <a:lnTo>
                    <a:pt x="3773052" y="2848803"/>
                  </a:lnTo>
                  <a:lnTo>
                    <a:pt x="3844674" y="2859629"/>
                  </a:lnTo>
                  <a:lnTo>
                    <a:pt x="3916297" y="2870270"/>
                  </a:lnTo>
                  <a:lnTo>
                    <a:pt x="3987919" y="2880730"/>
                  </a:lnTo>
                  <a:lnTo>
                    <a:pt x="4059542" y="2891012"/>
                  </a:lnTo>
                  <a:lnTo>
                    <a:pt x="4131165" y="2901118"/>
                  </a:lnTo>
                  <a:lnTo>
                    <a:pt x="4202787" y="2911052"/>
                  </a:lnTo>
                  <a:lnTo>
                    <a:pt x="4274410" y="2920817"/>
                  </a:lnTo>
                  <a:lnTo>
                    <a:pt x="4346032" y="2930415"/>
                  </a:lnTo>
                  <a:lnTo>
                    <a:pt x="4417655" y="2939849"/>
                  </a:lnTo>
                  <a:lnTo>
                    <a:pt x="4489277" y="2949123"/>
                  </a:lnTo>
                  <a:lnTo>
                    <a:pt x="4560900" y="2958238"/>
                  </a:lnTo>
                  <a:lnTo>
                    <a:pt x="4632522" y="2967198"/>
                  </a:lnTo>
                  <a:lnTo>
                    <a:pt x="4704145" y="2976006"/>
                  </a:lnTo>
                  <a:lnTo>
                    <a:pt x="4775767" y="2984663"/>
                  </a:lnTo>
                  <a:lnTo>
                    <a:pt x="4847390" y="2993172"/>
                  </a:lnTo>
                  <a:lnTo>
                    <a:pt x="4919012" y="3001537"/>
                  </a:lnTo>
                  <a:lnTo>
                    <a:pt x="4990635" y="3009759"/>
                  </a:lnTo>
                  <a:lnTo>
                    <a:pt x="5062257" y="3017840"/>
                  </a:lnTo>
                  <a:lnTo>
                    <a:pt x="5133880" y="3025784"/>
                  </a:lnTo>
                  <a:lnTo>
                    <a:pt x="5205502" y="3033593"/>
                  </a:lnTo>
                  <a:lnTo>
                    <a:pt x="5277125" y="3041268"/>
                  </a:lnTo>
                  <a:lnTo>
                    <a:pt x="5348747" y="3048812"/>
                  </a:lnTo>
                  <a:lnTo>
                    <a:pt x="5420370" y="3056228"/>
                  </a:lnTo>
                  <a:lnTo>
                    <a:pt x="5491993" y="3063517"/>
                  </a:lnTo>
                  <a:lnTo>
                    <a:pt x="5563615" y="3070682"/>
                  </a:lnTo>
                  <a:lnTo>
                    <a:pt x="5635238" y="3077725"/>
                  </a:lnTo>
                  <a:lnTo>
                    <a:pt x="5706860" y="3084648"/>
                  </a:lnTo>
                  <a:lnTo>
                    <a:pt x="5778483" y="3091453"/>
                  </a:lnTo>
                  <a:lnTo>
                    <a:pt x="5850105" y="3098142"/>
                  </a:lnTo>
                  <a:lnTo>
                    <a:pt x="5921728" y="3104716"/>
                  </a:lnTo>
                  <a:lnTo>
                    <a:pt x="5993350" y="3111179"/>
                  </a:lnTo>
                  <a:lnTo>
                    <a:pt x="6064973" y="3117531"/>
                  </a:lnTo>
                  <a:lnTo>
                    <a:pt x="6136595" y="3123775"/>
                  </a:lnTo>
                  <a:lnTo>
                    <a:pt x="6208218" y="3129913"/>
                  </a:lnTo>
                  <a:lnTo>
                    <a:pt x="6279840" y="3135946"/>
                  </a:lnTo>
                  <a:lnTo>
                    <a:pt x="6351463" y="3141876"/>
                  </a:lnTo>
                  <a:lnTo>
                    <a:pt x="6423085" y="3147705"/>
                  </a:lnTo>
                  <a:lnTo>
                    <a:pt x="6494708" y="3153435"/>
                  </a:lnTo>
                  <a:lnTo>
                    <a:pt x="6566330" y="3159067"/>
                  </a:lnTo>
                  <a:lnTo>
                    <a:pt x="6637953" y="31646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805832"/>
              <a:ext cx="7090630" cy="1654392"/>
            </a:xfrm>
            <a:custGeom>
              <a:avLst/>
              <a:pathLst>
                <a:path w="7090630" h="1654392">
                  <a:moveTo>
                    <a:pt x="7090630" y="1654392"/>
                  </a:moveTo>
                  <a:lnTo>
                    <a:pt x="7019007" y="1650570"/>
                  </a:lnTo>
                  <a:lnTo>
                    <a:pt x="6947385" y="1646597"/>
                  </a:lnTo>
                  <a:lnTo>
                    <a:pt x="6875762" y="1642468"/>
                  </a:lnTo>
                  <a:lnTo>
                    <a:pt x="6804139" y="1638177"/>
                  </a:lnTo>
                  <a:lnTo>
                    <a:pt x="6732517" y="1633716"/>
                  </a:lnTo>
                  <a:lnTo>
                    <a:pt x="6660894" y="1629079"/>
                  </a:lnTo>
                  <a:lnTo>
                    <a:pt x="6589272" y="1624260"/>
                  </a:lnTo>
                  <a:lnTo>
                    <a:pt x="6517649" y="1619251"/>
                  </a:lnTo>
                  <a:lnTo>
                    <a:pt x="6446027" y="1614045"/>
                  </a:lnTo>
                  <a:lnTo>
                    <a:pt x="6374404" y="1608634"/>
                  </a:lnTo>
                  <a:lnTo>
                    <a:pt x="6302782" y="1603010"/>
                  </a:lnTo>
                  <a:lnTo>
                    <a:pt x="6231159" y="1597164"/>
                  </a:lnTo>
                  <a:lnTo>
                    <a:pt x="6159537" y="1591087"/>
                  </a:lnTo>
                  <a:lnTo>
                    <a:pt x="6087914" y="1584772"/>
                  </a:lnTo>
                  <a:lnTo>
                    <a:pt x="6016292" y="1578207"/>
                  </a:lnTo>
                  <a:lnTo>
                    <a:pt x="5944669" y="1571384"/>
                  </a:lnTo>
                  <a:lnTo>
                    <a:pt x="5873047" y="1564292"/>
                  </a:lnTo>
                  <a:lnTo>
                    <a:pt x="5801424" y="1556921"/>
                  </a:lnTo>
                  <a:lnTo>
                    <a:pt x="5729802" y="1549260"/>
                  </a:lnTo>
                  <a:lnTo>
                    <a:pt x="5658179" y="1541296"/>
                  </a:lnTo>
                  <a:lnTo>
                    <a:pt x="5586557" y="1533020"/>
                  </a:lnTo>
                  <a:lnTo>
                    <a:pt x="5514934" y="1524416"/>
                  </a:lnTo>
                  <a:lnTo>
                    <a:pt x="5443311" y="1515475"/>
                  </a:lnTo>
                  <a:lnTo>
                    <a:pt x="5371689" y="1506180"/>
                  </a:lnTo>
                  <a:lnTo>
                    <a:pt x="5300066" y="1496520"/>
                  </a:lnTo>
                  <a:lnTo>
                    <a:pt x="5228444" y="1486479"/>
                  </a:lnTo>
                  <a:lnTo>
                    <a:pt x="5156821" y="1476043"/>
                  </a:lnTo>
                  <a:lnTo>
                    <a:pt x="5085199" y="1465196"/>
                  </a:lnTo>
                  <a:lnTo>
                    <a:pt x="5013576" y="1453921"/>
                  </a:lnTo>
                  <a:lnTo>
                    <a:pt x="4941954" y="1442202"/>
                  </a:lnTo>
                  <a:lnTo>
                    <a:pt x="4870331" y="1430022"/>
                  </a:lnTo>
                  <a:lnTo>
                    <a:pt x="4798709" y="1417361"/>
                  </a:lnTo>
                  <a:lnTo>
                    <a:pt x="4727086" y="1404202"/>
                  </a:lnTo>
                  <a:lnTo>
                    <a:pt x="4655464" y="1390525"/>
                  </a:lnTo>
                  <a:lnTo>
                    <a:pt x="4583841" y="1376309"/>
                  </a:lnTo>
                  <a:lnTo>
                    <a:pt x="4512219" y="1361533"/>
                  </a:lnTo>
                  <a:lnTo>
                    <a:pt x="4440596" y="1346175"/>
                  </a:lnTo>
                  <a:lnTo>
                    <a:pt x="4368974" y="1330211"/>
                  </a:lnTo>
                  <a:lnTo>
                    <a:pt x="4297351" y="1313619"/>
                  </a:lnTo>
                  <a:lnTo>
                    <a:pt x="4225729" y="1296374"/>
                  </a:lnTo>
                  <a:lnTo>
                    <a:pt x="4154106" y="1278449"/>
                  </a:lnTo>
                  <a:lnTo>
                    <a:pt x="4082483" y="1259818"/>
                  </a:lnTo>
                  <a:lnTo>
                    <a:pt x="4010861" y="1240453"/>
                  </a:lnTo>
                  <a:lnTo>
                    <a:pt x="3939238" y="1220325"/>
                  </a:lnTo>
                  <a:lnTo>
                    <a:pt x="3867616" y="1199405"/>
                  </a:lnTo>
                  <a:lnTo>
                    <a:pt x="3795993" y="1177660"/>
                  </a:lnTo>
                  <a:lnTo>
                    <a:pt x="3724371" y="1155059"/>
                  </a:lnTo>
                  <a:lnTo>
                    <a:pt x="3652748" y="1131568"/>
                  </a:lnTo>
                  <a:lnTo>
                    <a:pt x="3581126" y="1107151"/>
                  </a:lnTo>
                  <a:lnTo>
                    <a:pt x="3509503" y="1081772"/>
                  </a:lnTo>
                  <a:lnTo>
                    <a:pt x="3437881" y="1055394"/>
                  </a:lnTo>
                  <a:lnTo>
                    <a:pt x="3366258" y="1027976"/>
                  </a:lnTo>
                  <a:lnTo>
                    <a:pt x="3294636" y="999479"/>
                  </a:lnTo>
                  <a:lnTo>
                    <a:pt x="3223013" y="969858"/>
                  </a:lnTo>
                  <a:lnTo>
                    <a:pt x="3151391" y="939072"/>
                  </a:lnTo>
                  <a:lnTo>
                    <a:pt x="3079768" y="915362"/>
                  </a:lnTo>
                  <a:lnTo>
                    <a:pt x="3008146" y="900860"/>
                  </a:lnTo>
                  <a:lnTo>
                    <a:pt x="2936523" y="886106"/>
                  </a:lnTo>
                  <a:lnTo>
                    <a:pt x="2864901" y="871096"/>
                  </a:lnTo>
                  <a:lnTo>
                    <a:pt x="2793278" y="855826"/>
                  </a:lnTo>
                  <a:lnTo>
                    <a:pt x="2721655" y="840291"/>
                  </a:lnTo>
                  <a:lnTo>
                    <a:pt x="2650033" y="824487"/>
                  </a:lnTo>
                  <a:lnTo>
                    <a:pt x="2578410" y="808408"/>
                  </a:lnTo>
                  <a:lnTo>
                    <a:pt x="2506788" y="792050"/>
                  </a:lnTo>
                  <a:lnTo>
                    <a:pt x="2435165" y="775409"/>
                  </a:lnTo>
                  <a:lnTo>
                    <a:pt x="2363543" y="758479"/>
                  </a:lnTo>
                  <a:lnTo>
                    <a:pt x="2291920" y="741256"/>
                  </a:lnTo>
                  <a:lnTo>
                    <a:pt x="2220298" y="723733"/>
                  </a:lnTo>
                  <a:lnTo>
                    <a:pt x="2148675" y="705907"/>
                  </a:lnTo>
                  <a:lnTo>
                    <a:pt x="2077053" y="687772"/>
                  </a:lnTo>
                  <a:lnTo>
                    <a:pt x="2005430" y="669321"/>
                  </a:lnTo>
                  <a:lnTo>
                    <a:pt x="1933808" y="650551"/>
                  </a:lnTo>
                  <a:lnTo>
                    <a:pt x="1862185" y="631456"/>
                  </a:lnTo>
                  <a:lnTo>
                    <a:pt x="1790563" y="612029"/>
                  </a:lnTo>
                  <a:lnTo>
                    <a:pt x="1718940" y="592265"/>
                  </a:lnTo>
                  <a:lnTo>
                    <a:pt x="1647318" y="572158"/>
                  </a:lnTo>
                  <a:lnTo>
                    <a:pt x="1575695" y="551702"/>
                  </a:lnTo>
                  <a:lnTo>
                    <a:pt x="1504073" y="530892"/>
                  </a:lnTo>
                  <a:lnTo>
                    <a:pt x="1432450" y="509721"/>
                  </a:lnTo>
                  <a:lnTo>
                    <a:pt x="1360827" y="488182"/>
                  </a:lnTo>
                  <a:lnTo>
                    <a:pt x="1289205" y="466270"/>
                  </a:lnTo>
                  <a:lnTo>
                    <a:pt x="1217582" y="443978"/>
                  </a:lnTo>
                  <a:lnTo>
                    <a:pt x="1145960" y="421299"/>
                  </a:lnTo>
                  <a:lnTo>
                    <a:pt x="1074337" y="398227"/>
                  </a:lnTo>
                  <a:lnTo>
                    <a:pt x="1002715" y="374754"/>
                  </a:lnTo>
                  <a:lnTo>
                    <a:pt x="931092" y="350874"/>
                  </a:lnTo>
                  <a:lnTo>
                    <a:pt x="859470" y="326580"/>
                  </a:lnTo>
                  <a:lnTo>
                    <a:pt x="787847" y="301865"/>
                  </a:lnTo>
                  <a:lnTo>
                    <a:pt x="716225" y="276721"/>
                  </a:lnTo>
                  <a:lnTo>
                    <a:pt x="644602" y="251141"/>
                  </a:lnTo>
                  <a:lnTo>
                    <a:pt x="572980" y="225117"/>
                  </a:lnTo>
                  <a:lnTo>
                    <a:pt x="501357" y="198642"/>
                  </a:lnTo>
                  <a:lnTo>
                    <a:pt x="429735" y="171707"/>
                  </a:lnTo>
                  <a:lnTo>
                    <a:pt x="358112" y="144305"/>
                  </a:lnTo>
                  <a:lnTo>
                    <a:pt x="286490" y="116428"/>
                  </a:lnTo>
                  <a:lnTo>
                    <a:pt x="214867" y="88067"/>
                  </a:lnTo>
                  <a:lnTo>
                    <a:pt x="143245" y="59215"/>
                  </a:lnTo>
                  <a:lnTo>
                    <a:pt x="71622" y="298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766583"/>
              <a:ext cx="7090630" cy="2614697"/>
            </a:xfrm>
            <a:custGeom>
              <a:avLst/>
              <a:pathLst>
                <a:path w="7090630" h="2614697">
                  <a:moveTo>
                    <a:pt x="0" y="0"/>
                  </a:moveTo>
                  <a:lnTo>
                    <a:pt x="71622" y="76828"/>
                  </a:lnTo>
                  <a:lnTo>
                    <a:pt x="143245" y="151541"/>
                  </a:lnTo>
                  <a:lnTo>
                    <a:pt x="214867" y="224197"/>
                  </a:lnTo>
                  <a:lnTo>
                    <a:pt x="286490" y="294853"/>
                  </a:lnTo>
                  <a:lnTo>
                    <a:pt x="358112" y="363564"/>
                  </a:lnTo>
                  <a:lnTo>
                    <a:pt x="429735" y="430383"/>
                  </a:lnTo>
                  <a:lnTo>
                    <a:pt x="501357" y="495362"/>
                  </a:lnTo>
                  <a:lnTo>
                    <a:pt x="572980" y="558553"/>
                  </a:lnTo>
                  <a:lnTo>
                    <a:pt x="644602" y="620004"/>
                  </a:lnTo>
                  <a:lnTo>
                    <a:pt x="716225" y="679763"/>
                  </a:lnTo>
                  <a:lnTo>
                    <a:pt x="787847" y="737877"/>
                  </a:lnTo>
                  <a:lnTo>
                    <a:pt x="859470" y="794391"/>
                  </a:lnTo>
                  <a:lnTo>
                    <a:pt x="931092" y="849349"/>
                  </a:lnTo>
                  <a:lnTo>
                    <a:pt x="1002715" y="902795"/>
                  </a:lnTo>
                  <a:lnTo>
                    <a:pt x="1074337" y="954769"/>
                  </a:lnTo>
                  <a:lnTo>
                    <a:pt x="1145960" y="1005312"/>
                  </a:lnTo>
                  <a:lnTo>
                    <a:pt x="1217582" y="1054463"/>
                  </a:lnTo>
                  <a:lnTo>
                    <a:pt x="1289205" y="1102261"/>
                  </a:lnTo>
                  <a:lnTo>
                    <a:pt x="1360827" y="1148744"/>
                  </a:lnTo>
                  <a:lnTo>
                    <a:pt x="1432450" y="1193947"/>
                  </a:lnTo>
                  <a:lnTo>
                    <a:pt x="1504073" y="1237905"/>
                  </a:lnTo>
                  <a:lnTo>
                    <a:pt x="1575695" y="1280653"/>
                  </a:lnTo>
                  <a:lnTo>
                    <a:pt x="1647318" y="1322224"/>
                  </a:lnTo>
                  <a:lnTo>
                    <a:pt x="1718940" y="1362651"/>
                  </a:lnTo>
                  <a:lnTo>
                    <a:pt x="1790563" y="1401965"/>
                  </a:lnTo>
                  <a:lnTo>
                    <a:pt x="1862185" y="1440197"/>
                  </a:lnTo>
                  <a:lnTo>
                    <a:pt x="1933808" y="1477376"/>
                  </a:lnTo>
                  <a:lnTo>
                    <a:pt x="2005430" y="1513531"/>
                  </a:lnTo>
                  <a:lnTo>
                    <a:pt x="2077053" y="1548691"/>
                  </a:lnTo>
                  <a:lnTo>
                    <a:pt x="2148675" y="1582883"/>
                  </a:lnTo>
                  <a:lnTo>
                    <a:pt x="2220298" y="1616134"/>
                  </a:lnTo>
                  <a:lnTo>
                    <a:pt x="2291920" y="1648469"/>
                  </a:lnTo>
                  <a:lnTo>
                    <a:pt x="2363543" y="1679914"/>
                  </a:lnTo>
                  <a:lnTo>
                    <a:pt x="2435165" y="1710494"/>
                  </a:lnTo>
                  <a:lnTo>
                    <a:pt x="2506788" y="1740231"/>
                  </a:lnTo>
                  <a:lnTo>
                    <a:pt x="2578410" y="1769150"/>
                  </a:lnTo>
                  <a:lnTo>
                    <a:pt x="2650033" y="1797273"/>
                  </a:lnTo>
                  <a:lnTo>
                    <a:pt x="2721655" y="1824621"/>
                  </a:lnTo>
                  <a:lnTo>
                    <a:pt x="2793278" y="1851217"/>
                  </a:lnTo>
                  <a:lnTo>
                    <a:pt x="2864901" y="1877080"/>
                  </a:lnTo>
                  <a:lnTo>
                    <a:pt x="2936523" y="1902232"/>
                  </a:lnTo>
                  <a:lnTo>
                    <a:pt x="3008146" y="1926691"/>
                  </a:lnTo>
                  <a:lnTo>
                    <a:pt x="3079768" y="1950476"/>
                  </a:lnTo>
                  <a:lnTo>
                    <a:pt x="3151391" y="1973607"/>
                  </a:lnTo>
                  <a:lnTo>
                    <a:pt x="3223013" y="1996101"/>
                  </a:lnTo>
                  <a:lnTo>
                    <a:pt x="3294636" y="2017976"/>
                  </a:lnTo>
                  <a:lnTo>
                    <a:pt x="3366258" y="2039248"/>
                  </a:lnTo>
                  <a:lnTo>
                    <a:pt x="3437881" y="2059935"/>
                  </a:lnTo>
                  <a:lnTo>
                    <a:pt x="3509503" y="2080052"/>
                  </a:lnTo>
                  <a:lnTo>
                    <a:pt x="3581126" y="2099616"/>
                  </a:lnTo>
                  <a:lnTo>
                    <a:pt x="3652748" y="2118641"/>
                  </a:lnTo>
                  <a:lnTo>
                    <a:pt x="3724371" y="2137142"/>
                  </a:lnTo>
                  <a:lnTo>
                    <a:pt x="3795993" y="2155134"/>
                  </a:lnTo>
                  <a:lnTo>
                    <a:pt x="3867616" y="2172630"/>
                  </a:lnTo>
                  <a:lnTo>
                    <a:pt x="3939238" y="2189645"/>
                  </a:lnTo>
                  <a:lnTo>
                    <a:pt x="4010861" y="2206191"/>
                  </a:lnTo>
                  <a:lnTo>
                    <a:pt x="4082483" y="2222282"/>
                  </a:lnTo>
                  <a:lnTo>
                    <a:pt x="4154106" y="2237930"/>
                  </a:lnTo>
                  <a:lnTo>
                    <a:pt x="4225729" y="2253147"/>
                  </a:lnTo>
                  <a:lnTo>
                    <a:pt x="4297351" y="2267945"/>
                  </a:lnTo>
                  <a:lnTo>
                    <a:pt x="4368974" y="2282336"/>
                  </a:lnTo>
                  <a:lnTo>
                    <a:pt x="4440596" y="2296330"/>
                  </a:lnTo>
                  <a:lnTo>
                    <a:pt x="4512219" y="2309940"/>
                  </a:lnTo>
                  <a:lnTo>
                    <a:pt x="4583841" y="2323174"/>
                  </a:lnTo>
                  <a:lnTo>
                    <a:pt x="4655464" y="2336044"/>
                  </a:lnTo>
                  <a:lnTo>
                    <a:pt x="4727086" y="2348560"/>
                  </a:lnTo>
                  <a:lnTo>
                    <a:pt x="4798709" y="2360732"/>
                  </a:lnTo>
                  <a:lnTo>
                    <a:pt x="4870331" y="2372568"/>
                  </a:lnTo>
                  <a:lnTo>
                    <a:pt x="4941954" y="2384078"/>
                  </a:lnTo>
                  <a:lnTo>
                    <a:pt x="5013576" y="2395272"/>
                  </a:lnTo>
                  <a:lnTo>
                    <a:pt x="5085199" y="2406157"/>
                  </a:lnTo>
                  <a:lnTo>
                    <a:pt x="5156821" y="2416743"/>
                  </a:lnTo>
                  <a:lnTo>
                    <a:pt x="5228444" y="2427037"/>
                  </a:lnTo>
                  <a:lnTo>
                    <a:pt x="5300066" y="2437048"/>
                  </a:lnTo>
                  <a:lnTo>
                    <a:pt x="5371689" y="2446783"/>
                  </a:lnTo>
                  <a:lnTo>
                    <a:pt x="5443311" y="2456251"/>
                  </a:lnTo>
                  <a:lnTo>
                    <a:pt x="5514934" y="2465457"/>
                  </a:lnTo>
                  <a:lnTo>
                    <a:pt x="5586557" y="2474410"/>
                  </a:lnTo>
                  <a:lnTo>
                    <a:pt x="5658179" y="2483117"/>
                  </a:lnTo>
                  <a:lnTo>
                    <a:pt x="5729802" y="2491584"/>
                  </a:lnTo>
                  <a:lnTo>
                    <a:pt x="5801424" y="2499818"/>
                  </a:lnTo>
                  <a:lnTo>
                    <a:pt x="5873047" y="2507825"/>
                  </a:lnTo>
                  <a:lnTo>
                    <a:pt x="5944669" y="2515612"/>
                  </a:lnTo>
                  <a:lnTo>
                    <a:pt x="6016292" y="2523184"/>
                  </a:lnTo>
                  <a:lnTo>
                    <a:pt x="6087914" y="2530548"/>
                  </a:lnTo>
                  <a:lnTo>
                    <a:pt x="6159537" y="2537709"/>
                  </a:lnTo>
                  <a:lnTo>
                    <a:pt x="6231159" y="2544673"/>
                  </a:lnTo>
                  <a:lnTo>
                    <a:pt x="6302782" y="2551445"/>
                  </a:lnTo>
                  <a:lnTo>
                    <a:pt x="6374404" y="2558031"/>
                  </a:lnTo>
                  <a:lnTo>
                    <a:pt x="6446027" y="2564436"/>
                  </a:lnTo>
                  <a:lnTo>
                    <a:pt x="6517649" y="2570664"/>
                  </a:lnTo>
                  <a:lnTo>
                    <a:pt x="6589272" y="2576721"/>
                  </a:lnTo>
                  <a:lnTo>
                    <a:pt x="6660894" y="2582611"/>
                  </a:lnTo>
                  <a:lnTo>
                    <a:pt x="6732517" y="2588338"/>
                  </a:lnTo>
                  <a:lnTo>
                    <a:pt x="6804139" y="2593909"/>
                  </a:lnTo>
                  <a:lnTo>
                    <a:pt x="6875762" y="2599325"/>
                  </a:lnTo>
                  <a:lnTo>
                    <a:pt x="6947385" y="2604593"/>
                  </a:lnTo>
                  <a:lnTo>
                    <a:pt x="7019007" y="2609716"/>
                  </a:lnTo>
                  <a:lnTo>
                    <a:pt x="7090630" y="261469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1.40 (1.23-1.60), p_Bonf = &lt;0.001 (n = 6)  |  per IQR decline (Δ = 28.0 %): 2.58 (1.79-3.70)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6684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2026-09-28T16:51:23Z</dcterms:modified>
  <cp:category/>
</cp:coreProperties>
</file>