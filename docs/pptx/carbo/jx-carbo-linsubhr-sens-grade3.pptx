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(1.23-1.60), p_Bonf = &lt;0.001 (n = 6)  |  per IQR decline (Δ = 0.28): 2.58 (1.79-3.70)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2026-07-03T08:02:36Z</dcterms:modified>
  <cp:category/>
</cp:coreProperties>
</file>