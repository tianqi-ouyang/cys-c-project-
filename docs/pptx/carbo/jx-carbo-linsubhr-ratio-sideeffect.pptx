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29985"/>
            </a:xfrm>
            <a:custGeom>
              <a:avLst/>
              <a:pathLst>
                <a:path w="6964104" h="1229985">
                  <a:moveTo>
                    <a:pt x="1099406" y="0"/>
                  </a:moveTo>
                  <a:lnTo>
                    <a:pt x="1125511" y="21571"/>
                  </a:lnTo>
                  <a:lnTo>
                    <a:pt x="1195856" y="77087"/>
                  </a:lnTo>
                  <a:lnTo>
                    <a:pt x="1266200" y="130109"/>
                  </a:lnTo>
                  <a:lnTo>
                    <a:pt x="1336545" y="180748"/>
                  </a:lnTo>
                  <a:lnTo>
                    <a:pt x="1406889" y="229112"/>
                  </a:lnTo>
                  <a:lnTo>
                    <a:pt x="1477234" y="275303"/>
                  </a:lnTo>
                  <a:lnTo>
                    <a:pt x="1547578" y="319419"/>
                  </a:lnTo>
                  <a:lnTo>
                    <a:pt x="1617923" y="361553"/>
                  </a:lnTo>
                  <a:lnTo>
                    <a:pt x="1688267" y="401794"/>
                  </a:lnTo>
                  <a:lnTo>
                    <a:pt x="1758612" y="440227"/>
                  </a:lnTo>
                  <a:lnTo>
                    <a:pt x="1828956" y="476933"/>
                  </a:lnTo>
                  <a:lnTo>
                    <a:pt x="1899301" y="511990"/>
                  </a:lnTo>
                  <a:lnTo>
                    <a:pt x="1969645" y="545471"/>
                  </a:lnTo>
                  <a:lnTo>
                    <a:pt x="2039990" y="577449"/>
                  </a:lnTo>
                  <a:lnTo>
                    <a:pt x="2110334" y="607990"/>
                  </a:lnTo>
                  <a:lnTo>
                    <a:pt x="2180679" y="637158"/>
                  </a:lnTo>
                  <a:lnTo>
                    <a:pt x="2251023" y="665016"/>
                  </a:lnTo>
                  <a:lnTo>
                    <a:pt x="2321368" y="691623"/>
                  </a:lnTo>
                  <a:lnTo>
                    <a:pt x="2391712" y="717034"/>
                  </a:lnTo>
                  <a:lnTo>
                    <a:pt x="2462057" y="741303"/>
                  </a:lnTo>
                  <a:lnTo>
                    <a:pt x="2532401" y="764482"/>
                  </a:lnTo>
                  <a:lnTo>
                    <a:pt x="2602746" y="786619"/>
                  </a:lnTo>
                  <a:lnTo>
                    <a:pt x="2673090" y="807762"/>
                  </a:lnTo>
                  <a:lnTo>
                    <a:pt x="2743435" y="827955"/>
                  </a:lnTo>
                  <a:lnTo>
                    <a:pt x="2813779" y="847241"/>
                  </a:lnTo>
                  <a:lnTo>
                    <a:pt x="2884124" y="865660"/>
                  </a:lnTo>
                  <a:lnTo>
                    <a:pt x="2954468" y="883252"/>
                  </a:lnTo>
                  <a:lnTo>
                    <a:pt x="3024813" y="900053"/>
                  </a:lnTo>
                  <a:lnTo>
                    <a:pt x="3095157" y="916099"/>
                  </a:lnTo>
                  <a:lnTo>
                    <a:pt x="3165502" y="931425"/>
                  </a:lnTo>
                  <a:lnTo>
                    <a:pt x="3235846" y="946062"/>
                  </a:lnTo>
                  <a:lnTo>
                    <a:pt x="3306191" y="958739"/>
                  </a:lnTo>
                  <a:lnTo>
                    <a:pt x="3376535" y="964175"/>
                  </a:lnTo>
                  <a:lnTo>
                    <a:pt x="3446880" y="969513"/>
                  </a:lnTo>
                  <a:lnTo>
                    <a:pt x="3517224" y="974753"/>
                  </a:lnTo>
                  <a:lnTo>
                    <a:pt x="3587569" y="979897"/>
                  </a:lnTo>
                  <a:lnTo>
                    <a:pt x="3657913" y="984948"/>
                  </a:lnTo>
                  <a:lnTo>
                    <a:pt x="3728257" y="989907"/>
                  </a:lnTo>
                  <a:lnTo>
                    <a:pt x="3798602" y="994776"/>
                  </a:lnTo>
                  <a:lnTo>
                    <a:pt x="3868946" y="999556"/>
                  </a:lnTo>
                  <a:lnTo>
                    <a:pt x="3939291" y="1004249"/>
                  </a:lnTo>
                  <a:lnTo>
                    <a:pt x="4009635" y="1008857"/>
                  </a:lnTo>
                  <a:lnTo>
                    <a:pt x="4079980" y="1013380"/>
                  </a:lnTo>
                  <a:lnTo>
                    <a:pt x="4150324" y="1017821"/>
                  </a:lnTo>
                  <a:lnTo>
                    <a:pt x="4220669" y="1022181"/>
                  </a:lnTo>
                  <a:lnTo>
                    <a:pt x="4291013" y="1026462"/>
                  </a:lnTo>
                  <a:lnTo>
                    <a:pt x="4361358" y="1030665"/>
                  </a:lnTo>
                  <a:lnTo>
                    <a:pt x="4431702" y="1034791"/>
                  </a:lnTo>
                  <a:lnTo>
                    <a:pt x="4502047" y="1038842"/>
                  </a:lnTo>
                  <a:lnTo>
                    <a:pt x="4572391" y="1042820"/>
                  </a:lnTo>
                  <a:lnTo>
                    <a:pt x="4642736" y="1046725"/>
                  </a:lnTo>
                  <a:lnTo>
                    <a:pt x="4713080" y="1050558"/>
                  </a:lnTo>
                  <a:lnTo>
                    <a:pt x="4783425" y="1054322"/>
                  </a:lnTo>
                  <a:lnTo>
                    <a:pt x="4853769" y="1058018"/>
                  </a:lnTo>
                  <a:lnTo>
                    <a:pt x="4924114" y="1061646"/>
                  </a:lnTo>
                  <a:lnTo>
                    <a:pt x="4994458" y="1065208"/>
                  </a:lnTo>
                  <a:lnTo>
                    <a:pt x="5064803" y="1068705"/>
                  </a:lnTo>
                  <a:lnTo>
                    <a:pt x="5135147" y="1072138"/>
                  </a:lnTo>
                  <a:lnTo>
                    <a:pt x="5205492" y="1075509"/>
                  </a:lnTo>
                  <a:lnTo>
                    <a:pt x="5275836" y="1078819"/>
                  </a:lnTo>
                  <a:lnTo>
                    <a:pt x="5346181" y="1082068"/>
                  </a:lnTo>
                  <a:lnTo>
                    <a:pt x="5416525" y="1085258"/>
                  </a:lnTo>
                  <a:lnTo>
                    <a:pt x="5486870" y="1088390"/>
                  </a:lnTo>
                  <a:lnTo>
                    <a:pt x="5557214" y="1091465"/>
                  </a:lnTo>
                  <a:lnTo>
                    <a:pt x="5627559" y="1094483"/>
                  </a:lnTo>
                  <a:lnTo>
                    <a:pt x="5697903" y="1097447"/>
                  </a:lnTo>
                  <a:lnTo>
                    <a:pt x="5768248" y="1100357"/>
                  </a:lnTo>
                  <a:lnTo>
                    <a:pt x="5838592" y="1103214"/>
                  </a:lnTo>
                  <a:lnTo>
                    <a:pt x="5908937" y="1106019"/>
                  </a:lnTo>
                  <a:lnTo>
                    <a:pt x="5979281" y="1108773"/>
                  </a:lnTo>
                  <a:lnTo>
                    <a:pt x="6049626" y="1111476"/>
                  </a:lnTo>
                  <a:lnTo>
                    <a:pt x="6119970" y="1114131"/>
                  </a:lnTo>
                  <a:lnTo>
                    <a:pt x="6190315" y="1116737"/>
                  </a:lnTo>
                  <a:lnTo>
                    <a:pt x="6260659" y="1119295"/>
                  </a:lnTo>
                  <a:lnTo>
                    <a:pt x="6331004" y="1121807"/>
                  </a:lnTo>
                  <a:lnTo>
                    <a:pt x="6401348" y="1124273"/>
                  </a:lnTo>
                  <a:lnTo>
                    <a:pt x="6471693" y="1126694"/>
                  </a:lnTo>
                  <a:lnTo>
                    <a:pt x="6542037" y="1129072"/>
                  </a:lnTo>
                  <a:lnTo>
                    <a:pt x="6612382" y="1131405"/>
                  </a:lnTo>
                  <a:lnTo>
                    <a:pt x="6682726" y="1133697"/>
                  </a:lnTo>
                  <a:lnTo>
                    <a:pt x="6753071" y="1135946"/>
                  </a:lnTo>
                  <a:lnTo>
                    <a:pt x="6823415" y="1138155"/>
                  </a:lnTo>
                  <a:lnTo>
                    <a:pt x="6893760" y="1140323"/>
                  </a:lnTo>
                  <a:lnTo>
                    <a:pt x="6964104" y="1142452"/>
                  </a:lnTo>
                  <a:lnTo>
                    <a:pt x="6964104" y="1229985"/>
                  </a:lnTo>
                  <a:lnTo>
                    <a:pt x="6893760" y="1228704"/>
                  </a:lnTo>
                  <a:lnTo>
                    <a:pt x="6823415" y="1227364"/>
                  </a:lnTo>
                  <a:lnTo>
                    <a:pt x="6753071" y="1225960"/>
                  </a:lnTo>
                  <a:lnTo>
                    <a:pt x="6682726" y="1224490"/>
                  </a:lnTo>
                  <a:lnTo>
                    <a:pt x="6612382" y="1222952"/>
                  </a:lnTo>
                  <a:lnTo>
                    <a:pt x="6542037" y="1221340"/>
                  </a:lnTo>
                  <a:lnTo>
                    <a:pt x="6471693" y="1219653"/>
                  </a:lnTo>
                  <a:lnTo>
                    <a:pt x="6401348" y="1217887"/>
                  </a:lnTo>
                  <a:lnTo>
                    <a:pt x="6331004" y="1216037"/>
                  </a:lnTo>
                  <a:lnTo>
                    <a:pt x="6260659" y="1214101"/>
                  </a:lnTo>
                  <a:lnTo>
                    <a:pt x="6190315" y="1212073"/>
                  </a:lnTo>
                  <a:lnTo>
                    <a:pt x="6119970" y="1209950"/>
                  </a:lnTo>
                  <a:lnTo>
                    <a:pt x="6049626" y="1207728"/>
                  </a:lnTo>
                  <a:lnTo>
                    <a:pt x="5979281" y="1205400"/>
                  </a:lnTo>
                  <a:lnTo>
                    <a:pt x="5908937" y="1202963"/>
                  </a:lnTo>
                  <a:lnTo>
                    <a:pt x="5838592" y="1200412"/>
                  </a:lnTo>
                  <a:lnTo>
                    <a:pt x="5768248" y="1197740"/>
                  </a:lnTo>
                  <a:lnTo>
                    <a:pt x="5697903" y="1194943"/>
                  </a:lnTo>
                  <a:lnTo>
                    <a:pt x="5627559" y="1192014"/>
                  </a:lnTo>
                  <a:lnTo>
                    <a:pt x="5557214" y="1188948"/>
                  </a:lnTo>
                  <a:lnTo>
                    <a:pt x="5486870" y="1185737"/>
                  </a:lnTo>
                  <a:lnTo>
                    <a:pt x="5416525" y="1182375"/>
                  </a:lnTo>
                  <a:lnTo>
                    <a:pt x="5346181" y="1178855"/>
                  </a:lnTo>
                  <a:lnTo>
                    <a:pt x="5275836" y="1175169"/>
                  </a:lnTo>
                  <a:lnTo>
                    <a:pt x="5205492" y="1171310"/>
                  </a:lnTo>
                  <a:lnTo>
                    <a:pt x="5135147" y="1167269"/>
                  </a:lnTo>
                  <a:lnTo>
                    <a:pt x="5064803" y="1163039"/>
                  </a:lnTo>
                  <a:lnTo>
                    <a:pt x="4994458" y="1158609"/>
                  </a:lnTo>
                  <a:lnTo>
                    <a:pt x="4924114" y="1153971"/>
                  </a:lnTo>
                  <a:lnTo>
                    <a:pt x="4853769" y="1149115"/>
                  </a:lnTo>
                  <a:lnTo>
                    <a:pt x="4783425" y="1144030"/>
                  </a:lnTo>
                  <a:lnTo>
                    <a:pt x="4713080" y="1138706"/>
                  </a:lnTo>
                  <a:lnTo>
                    <a:pt x="4642736" y="1133132"/>
                  </a:lnTo>
                  <a:lnTo>
                    <a:pt x="4572391" y="1127295"/>
                  </a:lnTo>
                  <a:lnTo>
                    <a:pt x="4502047" y="1121184"/>
                  </a:lnTo>
                  <a:lnTo>
                    <a:pt x="4431702" y="1114785"/>
                  </a:lnTo>
                  <a:lnTo>
                    <a:pt x="4361358" y="1108086"/>
                  </a:lnTo>
                  <a:lnTo>
                    <a:pt x="4291013" y="1101071"/>
                  </a:lnTo>
                  <a:lnTo>
                    <a:pt x="4220669" y="1093726"/>
                  </a:lnTo>
                  <a:lnTo>
                    <a:pt x="4150324" y="1086036"/>
                  </a:lnTo>
                  <a:lnTo>
                    <a:pt x="4079980" y="1077983"/>
                  </a:lnTo>
                  <a:lnTo>
                    <a:pt x="4009635" y="1069552"/>
                  </a:lnTo>
                  <a:lnTo>
                    <a:pt x="3939291" y="1060725"/>
                  </a:lnTo>
                  <a:lnTo>
                    <a:pt x="3868946" y="1051482"/>
                  </a:lnTo>
                  <a:lnTo>
                    <a:pt x="3798602" y="1041804"/>
                  </a:lnTo>
                  <a:lnTo>
                    <a:pt x="3728257" y="1031672"/>
                  </a:lnTo>
                  <a:lnTo>
                    <a:pt x="3657913" y="1021062"/>
                  </a:lnTo>
                  <a:lnTo>
                    <a:pt x="3587569" y="1009953"/>
                  </a:lnTo>
                  <a:lnTo>
                    <a:pt x="3517224" y="998322"/>
                  </a:lnTo>
                  <a:lnTo>
                    <a:pt x="3446880" y="986144"/>
                  </a:lnTo>
                  <a:lnTo>
                    <a:pt x="3376535" y="973392"/>
                  </a:lnTo>
                  <a:lnTo>
                    <a:pt x="3306191" y="960041"/>
                  </a:lnTo>
                  <a:lnTo>
                    <a:pt x="3235846" y="953202"/>
                  </a:lnTo>
                  <a:lnTo>
                    <a:pt x="3165502" y="947562"/>
                  </a:lnTo>
                  <a:lnTo>
                    <a:pt x="3095157" y="941817"/>
                  </a:lnTo>
                  <a:lnTo>
                    <a:pt x="3024813" y="935966"/>
                  </a:lnTo>
                  <a:lnTo>
                    <a:pt x="2954468" y="930006"/>
                  </a:lnTo>
                  <a:lnTo>
                    <a:pt x="2884124" y="923936"/>
                  </a:lnTo>
                  <a:lnTo>
                    <a:pt x="2813779" y="917753"/>
                  </a:lnTo>
                  <a:lnTo>
                    <a:pt x="2743435" y="911455"/>
                  </a:lnTo>
                  <a:lnTo>
                    <a:pt x="2673090" y="905041"/>
                  </a:lnTo>
                  <a:lnTo>
                    <a:pt x="2602746" y="898507"/>
                  </a:lnTo>
                  <a:lnTo>
                    <a:pt x="2532401" y="891852"/>
                  </a:lnTo>
                  <a:lnTo>
                    <a:pt x="2462057" y="885074"/>
                  </a:lnTo>
                  <a:lnTo>
                    <a:pt x="2391712" y="878170"/>
                  </a:lnTo>
                  <a:lnTo>
                    <a:pt x="2321368" y="871138"/>
                  </a:lnTo>
                  <a:lnTo>
                    <a:pt x="2251023" y="863976"/>
                  </a:lnTo>
                  <a:lnTo>
                    <a:pt x="2180679" y="856680"/>
                  </a:lnTo>
                  <a:lnTo>
                    <a:pt x="2110334" y="849250"/>
                  </a:lnTo>
                  <a:lnTo>
                    <a:pt x="2039990" y="841681"/>
                  </a:lnTo>
                  <a:lnTo>
                    <a:pt x="1969645" y="833972"/>
                  </a:lnTo>
                  <a:lnTo>
                    <a:pt x="1899301" y="826120"/>
                  </a:lnTo>
                  <a:lnTo>
                    <a:pt x="1828956" y="818123"/>
                  </a:lnTo>
                  <a:lnTo>
                    <a:pt x="1758612" y="809976"/>
                  </a:lnTo>
                  <a:lnTo>
                    <a:pt x="1688267" y="801679"/>
                  </a:lnTo>
                  <a:lnTo>
                    <a:pt x="1617923" y="793228"/>
                  </a:lnTo>
                  <a:lnTo>
                    <a:pt x="1547578" y="784620"/>
                  </a:lnTo>
                  <a:lnTo>
                    <a:pt x="1477234" y="775853"/>
                  </a:lnTo>
                  <a:lnTo>
                    <a:pt x="1406889" y="766922"/>
                  </a:lnTo>
                  <a:lnTo>
                    <a:pt x="1336545" y="757826"/>
                  </a:lnTo>
                  <a:lnTo>
                    <a:pt x="1266200" y="748562"/>
                  </a:lnTo>
                  <a:lnTo>
                    <a:pt x="1195856" y="739125"/>
                  </a:lnTo>
                  <a:lnTo>
                    <a:pt x="1125511" y="729514"/>
                  </a:lnTo>
                  <a:lnTo>
                    <a:pt x="1055167" y="719724"/>
                  </a:lnTo>
                  <a:lnTo>
                    <a:pt x="984822" y="709752"/>
                  </a:lnTo>
                  <a:lnTo>
                    <a:pt x="914478" y="699595"/>
                  </a:lnTo>
                  <a:lnTo>
                    <a:pt x="844133" y="689250"/>
                  </a:lnTo>
                  <a:lnTo>
                    <a:pt x="773789" y="678713"/>
                  </a:lnTo>
                  <a:lnTo>
                    <a:pt x="703444" y="667981"/>
                  </a:lnTo>
                  <a:lnTo>
                    <a:pt x="633100" y="657049"/>
                  </a:lnTo>
                  <a:lnTo>
                    <a:pt x="562755" y="645915"/>
                  </a:lnTo>
                  <a:lnTo>
                    <a:pt x="492411" y="634574"/>
                  </a:lnTo>
                  <a:lnTo>
                    <a:pt x="422066" y="623023"/>
                  </a:lnTo>
                  <a:lnTo>
                    <a:pt x="351722" y="611257"/>
                  </a:lnTo>
                  <a:lnTo>
                    <a:pt x="281377" y="599273"/>
                  </a:lnTo>
                  <a:lnTo>
                    <a:pt x="211033" y="587067"/>
                  </a:lnTo>
                  <a:lnTo>
                    <a:pt x="140688" y="574634"/>
                  </a:lnTo>
                  <a:lnTo>
                    <a:pt x="70344" y="561971"/>
                  </a:lnTo>
                  <a:lnTo>
                    <a:pt x="0" y="5490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4718" y="2143092"/>
              <a:ext cx="5864698" cy="1142452"/>
            </a:xfrm>
            <a:custGeom>
              <a:avLst/>
              <a:pathLst>
                <a:path w="5864698" h="1142452">
                  <a:moveTo>
                    <a:pt x="0" y="0"/>
                  </a:moveTo>
                  <a:lnTo>
                    <a:pt x="26105" y="21571"/>
                  </a:lnTo>
                  <a:lnTo>
                    <a:pt x="96449" y="77087"/>
                  </a:lnTo>
                  <a:lnTo>
                    <a:pt x="166794" y="130109"/>
                  </a:lnTo>
                  <a:lnTo>
                    <a:pt x="237138" y="180748"/>
                  </a:lnTo>
                  <a:lnTo>
                    <a:pt x="307483" y="229112"/>
                  </a:lnTo>
                  <a:lnTo>
                    <a:pt x="377827" y="275303"/>
                  </a:lnTo>
                  <a:lnTo>
                    <a:pt x="448172" y="319419"/>
                  </a:lnTo>
                  <a:lnTo>
                    <a:pt x="518516" y="361553"/>
                  </a:lnTo>
                  <a:lnTo>
                    <a:pt x="588861" y="401794"/>
                  </a:lnTo>
                  <a:lnTo>
                    <a:pt x="659205" y="440227"/>
                  </a:lnTo>
                  <a:lnTo>
                    <a:pt x="729550" y="476933"/>
                  </a:lnTo>
                  <a:lnTo>
                    <a:pt x="799894" y="511990"/>
                  </a:lnTo>
                  <a:lnTo>
                    <a:pt x="870239" y="545471"/>
                  </a:lnTo>
                  <a:lnTo>
                    <a:pt x="940583" y="577449"/>
                  </a:lnTo>
                  <a:lnTo>
                    <a:pt x="1010928" y="607990"/>
                  </a:lnTo>
                  <a:lnTo>
                    <a:pt x="1081272" y="637158"/>
                  </a:lnTo>
                  <a:lnTo>
                    <a:pt x="1151617" y="665016"/>
                  </a:lnTo>
                  <a:lnTo>
                    <a:pt x="1221961" y="691623"/>
                  </a:lnTo>
                  <a:lnTo>
                    <a:pt x="1292306" y="717034"/>
                  </a:lnTo>
                  <a:lnTo>
                    <a:pt x="1362650" y="741303"/>
                  </a:lnTo>
                  <a:lnTo>
                    <a:pt x="1432995" y="764482"/>
                  </a:lnTo>
                  <a:lnTo>
                    <a:pt x="1503339" y="786619"/>
                  </a:lnTo>
                  <a:lnTo>
                    <a:pt x="1573684" y="807762"/>
                  </a:lnTo>
                  <a:lnTo>
                    <a:pt x="1644028" y="827955"/>
                  </a:lnTo>
                  <a:lnTo>
                    <a:pt x="1714373" y="847241"/>
                  </a:lnTo>
                  <a:lnTo>
                    <a:pt x="1784717" y="865660"/>
                  </a:lnTo>
                  <a:lnTo>
                    <a:pt x="1855062" y="883252"/>
                  </a:lnTo>
                  <a:lnTo>
                    <a:pt x="1925406" y="900053"/>
                  </a:lnTo>
                  <a:lnTo>
                    <a:pt x="1995751" y="916099"/>
                  </a:lnTo>
                  <a:lnTo>
                    <a:pt x="2066095" y="931425"/>
                  </a:lnTo>
                  <a:lnTo>
                    <a:pt x="2136440" y="946062"/>
                  </a:lnTo>
                  <a:lnTo>
                    <a:pt x="2206784" y="958739"/>
                  </a:lnTo>
                  <a:lnTo>
                    <a:pt x="2277129" y="964175"/>
                  </a:lnTo>
                  <a:lnTo>
                    <a:pt x="2347473" y="969513"/>
                  </a:lnTo>
                  <a:lnTo>
                    <a:pt x="2417818" y="974753"/>
                  </a:lnTo>
                  <a:lnTo>
                    <a:pt x="2488162" y="979897"/>
                  </a:lnTo>
                  <a:lnTo>
                    <a:pt x="2558507" y="984948"/>
                  </a:lnTo>
                  <a:lnTo>
                    <a:pt x="2628851" y="989907"/>
                  </a:lnTo>
                  <a:lnTo>
                    <a:pt x="2699196" y="994776"/>
                  </a:lnTo>
                  <a:lnTo>
                    <a:pt x="2769540" y="999556"/>
                  </a:lnTo>
                  <a:lnTo>
                    <a:pt x="2839885" y="1004249"/>
                  </a:lnTo>
                  <a:lnTo>
                    <a:pt x="2910229" y="1008857"/>
                  </a:lnTo>
                  <a:lnTo>
                    <a:pt x="2980574" y="1013380"/>
                  </a:lnTo>
                  <a:lnTo>
                    <a:pt x="3050918" y="1017821"/>
                  </a:lnTo>
                  <a:lnTo>
                    <a:pt x="3121263" y="1022181"/>
                  </a:lnTo>
                  <a:lnTo>
                    <a:pt x="3191607" y="1026462"/>
                  </a:lnTo>
                  <a:lnTo>
                    <a:pt x="3261952" y="1030665"/>
                  </a:lnTo>
                  <a:lnTo>
                    <a:pt x="3332296" y="1034791"/>
                  </a:lnTo>
                  <a:lnTo>
                    <a:pt x="3402641" y="1038842"/>
                  </a:lnTo>
                  <a:lnTo>
                    <a:pt x="3472985" y="1042820"/>
                  </a:lnTo>
                  <a:lnTo>
                    <a:pt x="3543329" y="1046725"/>
                  </a:lnTo>
                  <a:lnTo>
                    <a:pt x="3613674" y="1050558"/>
                  </a:lnTo>
                  <a:lnTo>
                    <a:pt x="3684018" y="1054322"/>
                  </a:lnTo>
                  <a:lnTo>
                    <a:pt x="3754363" y="1058018"/>
                  </a:lnTo>
                  <a:lnTo>
                    <a:pt x="3824707" y="1061646"/>
                  </a:lnTo>
                  <a:lnTo>
                    <a:pt x="3895052" y="1065208"/>
                  </a:lnTo>
                  <a:lnTo>
                    <a:pt x="3965396" y="1068705"/>
                  </a:lnTo>
                  <a:lnTo>
                    <a:pt x="4035741" y="1072138"/>
                  </a:lnTo>
                  <a:lnTo>
                    <a:pt x="4106085" y="1075509"/>
                  </a:lnTo>
                  <a:lnTo>
                    <a:pt x="4176430" y="1078819"/>
                  </a:lnTo>
                  <a:lnTo>
                    <a:pt x="4246774" y="1082068"/>
                  </a:lnTo>
                  <a:lnTo>
                    <a:pt x="4317119" y="1085258"/>
                  </a:lnTo>
                  <a:lnTo>
                    <a:pt x="4387463" y="1088390"/>
                  </a:lnTo>
                  <a:lnTo>
                    <a:pt x="4457808" y="1091465"/>
                  </a:lnTo>
                  <a:lnTo>
                    <a:pt x="4528152" y="1094483"/>
                  </a:lnTo>
                  <a:lnTo>
                    <a:pt x="4598497" y="1097447"/>
                  </a:lnTo>
                  <a:lnTo>
                    <a:pt x="4668841" y="1100357"/>
                  </a:lnTo>
                  <a:lnTo>
                    <a:pt x="4739186" y="1103214"/>
                  </a:lnTo>
                  <a:lnTo>
                    <a:pt x="4809530" y="1106019"/>
                  </a:lnTo>
                  <a:lnTo>
                    <a:pt x="4879875" y="1108773"/>
                  </a:lnTo>
                  <a:lnTo>
                    <a:pt x="4950219" y="1111476"/>
                  </a:lnTo>
                  <a:lnTo>
                    <a:pt x="5020564" y="1114131"/>
                  </a:lnTo>
                  <a:lnTo>
                    <a:pt x="5090908" y="1116737"/>
                  </a:lnTo>
                  <a:lnTo>
                    <a:pt x="5161253" y="1119295"/>
                  </a:lnTo>
                  <a:lnTo>
                    <a:pt x="5231597" y="1121807"/>
                  </a:lnTo>
                  <a:lnTo>
                    <a:pt x="5301942" y="1124273"/>
                  </a:lnTo>
                  <a:lnTo>
                    <a:pt x="5372286" y="1126694"/>
                  </a:lnTo>
                  <a:lnTo>
                    <a:pt x="5442631" y="1129072"/>
                  </a:lnTo>
                  <a:lnTo>
                    <a:pt x="5512975" y="1131405"/>
                  </a:lnTo>
                  <a:lnTo>
                    <a:pt x="5583320" y="1133697"/>
                  </a:lnTo>
                  <a:lnTo>
                    <a:pt x="5653664" y="1135946"/>
                  </a:lnTo>
                  <a:lnTo>
                    <a:pt x="5724009" y="1138155"/>
                  </a:lnTo>
                  <a:lnTo>
                    <a:pt x="5794353" y="1140323"/>
                  </a:lnTo>
                  <a:lnTo>
                    <a:pt x="5864698" y="1142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692164"/>
              <a:ext cx="6964104" cy="680912"/>
            </a:xfrm>
            <a:custGeom>
              <a:avLst/>
              <a:pathLst>
                <a:path w="6964104" h="680912">
                  <a:moveTo>
                    <a:pt x="6964104" y="680912"/>
                  </a:moveTo>
                  <a:lnTo>
                    <a:pt x="6893760" y="679632"/>
                  </a:lnTo>
                  <a:lnTo>
                    <a:pt x="6823415" y="678291"/>
                  </a:lnTo>
                  <a:lnTo>
                    <a:pt x="6753071" y="676887"/>
                  </a:lnTo>
                  <a:lnTo>
                    <a:pt x="6682726" y="675418"/>
                  </a:lnTo>
                  <a:lnTo>
                    <a:pt x="6612382" y="673879"/>
                  </a:lnTo>
                  <a:lnTo>
                    <a:pt x="6542037" y="672268"/>
                  </a:lnTo>
                  <a:lnTo>
                    <a:pt x="6471693" y="670581"/>
                  </a:lnTo>
                  <a:lnTo>
                    <a:pt x="6401348" y="668814"/>
                  </a:lnTo>
                  <a:lnTo>
                    <a:pt x="6331004" y="666965"/>
                  </a:lnTo>
                  <a:lnTo>
                    <a:pt x="6260659" y="665028"/>
                  </a:lnTo>
                  <a:lnTo>
                    <a:pt x="6190315" y="663001"/>
                  </a:lnTo>
                  <a:lnTo>
                    <a:pt x="6119970" y="660878"/>
                  </a:lnTo>
                  <a:lnTo>
                    <a:pt x="6049626" y="658655"/>
                  </a:lnTo>
                  <a:lnTo>
                    <a:pt x="5979281" y="656327"/>
                  </a:lnTo>
                  <a:lnTo>
                    <a:pt x="5908937" y="653891"/>
                  </a:lnTo>
                  <a:lnTo>
                    <a:pt x="5838592" y="651339"/>
                  </a:lnTo>
                  <a:lnTo>
                    <a:pt x="5768248" y="648667"/>
                  </a:lnTo>
                  <a:lnTo>
                    <a:pt x="5697903" y="645870"/>
                  </a:lnTo>
                  <a:lnTo>
                    <a:pt x="5627559" y="642941"/>
                  </a:lnTo>
                  <a:lnTo>
                    <a:pt x="5557214" y="639875"/>
                  </a:lnTo>
                  <a:lnTo>
                    <a:pt x="5486870" y="636664"/>
                  </a:lnTo>
                  <a:lnTo>
                    <a:pt x="5416525" y="633302"/>
                  </a:lnTo>
                  <a:lnTo>
                    <a:pt x="5346181" y="629782"/>
                  </a:lnTo>
                  <a:lnTo>
                    <a:pt x="5275836" y="626096"/>
                  </a:lnTo>
                  <a:lnTo>
                    <a:pt x="5205492" y="622237"/>
                  </a:lnTo>
                  <a:lnTo>
                    <a:pt x="5135147" y="618197"/>
                  </a:lnTo>
                  <a:lnTo>
                    <a:pt x="5064803" y="613966"/>
                  </a:lnTo>
                  <a:lnTo>
                    <a:pt x="4994458" y="609536"/>
                  </a:lnTo>
                  <a:lnTo>
                    <a:pt x="4924114" y="604898"/>
                  </a:lnTo>
                  <a:lnTo>
                    <a:pt x="4853769" y="600042"/>
                  </a:lnTo>
                  <a:lnTo>
                    <a:pt x="4783425" y="594957"/>
                  </a:lnTo>
                  <a:lnTo>
                    <a:pt x="4713080" y="589633"/>
                  </a:lnTo>
                  <a:lnTo>
                    <a:pt x="4642736" y="584059"/>
                  </a:lnTo>
                  <a:lnTo>
                    <a:pt x="4572391" y="578222"/>
                  </a:lnTo>
                  <a:lnTo>
                    <a:pt x="4502047" y="572111"/>
                  </a:lnTo>
                  <a:lnTo>
                    <a:pt x="4431702" y="565712"/>
                  </a:lnTo>
                  <a:lnTo>
                    <a:pt x="4361358" y="559013"/>
                  </a:lnTo>
                  <a:lnTo>
                    <a:pt x="4291013" y="551998"/>
                  </a:lnTo>
                  <a:lnTo>
                    <a:pt x="4220669" y="544653"/>
                  </a:lnTo>
                  <a:lnTo>
                    <a:pt x="4150324" y="536963"/>
                  </a:lnTo>
                  <a:lnTo>
                    <a:pt x="4079980" y="528911"/>
                  </a:lnTo>
                  <a:lnTo>
                    <a:pt x="4009635" y="520480"/>
                  </a:lnTo>
                  <a:lnTo>
                    <a:pt x="3939291" y="511652"/>
                  </a:lnTo>
                  <a:lnTo>
                    <a:pt x="3868946" y="502409"/>
                  </a:lnTo>
                  <a:lnTo>
                    <a:pt x="3798602" y="492732"/>
                  </a:lnTo>
                  <a:lnTo>
                    <a:pt x="3728257" y="482599"/>
                  </a:lnTo>
                  <a:lnTo>
                    <a:pt x="3657913" y="471989"/>
                  </a:lnTo>
                  <a:lnTo>
                    <a:pt x="3587569" y="460880"/>
                  </a:lnTo>
                  <a:lnTo>
                    <a:pt x="3517224" y="449249"/>
                  </a:lnTo>
                  <a:lnTo>
                    <a:pt x="3446880" y="437071"/>
                  </a:lnTo>
                  <a:lnTo>
                    <a:pt x="3376535" y="424319"/>
                  </a:lnTo>
                  <a:lnTo>
                    <a:pt x="3306191" y="410968"/>
                  </a:lnTo>
                  <a:lnTo>
                    <a:pt x="3235846" y="404129"/>
                  </a:lnTo>
                  <a:lnTo>
                    <a:pt x="3165502" y="398489"/>
                  </a:lnTo>
                  <a:lnTo>
                    <a:pt x="3095157" y="392744"/>
                  </a:lnTo>
                  <a:lnTo>
                    <a:pt x="3024813" y="386893"/>
                  </a:lnTo>
                  <a:lnTo>
                    <a:pt x="2954468" y="380933"/>
                  </a:lnTo>
                  <a:lnTo>
                    <a:pt x="2884124" y="374863"/>
                  </a:lnTo>
                  <a:lnTo>
                    <a:pt x="2813779" y="368680"/>
                  </a:lnTo>
                  <a:lnTo>
                    <a:pt x="2743435" y="362382"/>
                  </a:lnTo>
                  <a:lnTo>
                    <a:pt x="2673090" y="355968"/>
                  </a:lnTo>
                  <a:lnTo>
                    <a:pt x="2602746" y="349434"/>
                  </a:lnTo>
                  <a:lnTo>
                    <a:pt x="2532401" y="342780"/>
                  </a:lnTo>
                  <a:lnTo>
                    <a:pt x="2462057" y="336001"/>
                  </a:lnTo>
                  <a:lnTo>
                    <a:pt x="2391712" y="329097"/>
                  </a:lnTo>
                  <a:lnTo>
                    <a:pt x="2321368" y="322065"/>
                  </a:lnTo>
                  <a:lnTo>
                    <a:pt x="2251023" y="314903"/>
                  </a:lnTo>
                  <a:lnTo>
                    <a:pt x="2180679" y="307608"/>
                  </a:lnTo>
                  <a:lnTo>
                    <a:pt x="2110334" y="300177"/>
                  </a:lnTo>
                  <a:lnTo>
                    <a:pt x="2039990" y="292608"/>
                  </a:lnTo>
                  <a:lnTo>
                    <a:pt x="1969645" y="284899"/>
                  </a:lnTo>
                  <a:lnTo>
                    <a:pt x="1899301" y="277047"/>
                  </a:lnTo>
                  <a:lnTo>
                    <a:pt x="1828956" y="269050"/>
                  </a:lnTo>
                  <a:lnTo>
                    <a:pt x="1758612" y="260904"/>
                  </a:lnTo>
                  <a:lnTo>
                    <a:pt x="1688267" y="252606"/>
                  </a:lnTo>
                  <a:lnTo>
                    <a:pt x="1617923" y="244155"/>
                  </a:lnTo>
                  <a:lnTo>
                    <a:pt x="1547578" y="235547"/>
                  </a:lnTo>
                  <a:lnTo>
                    <a:pt x="1477234" y="226780"/>
                  </a:lnTo>
                  <a:lnTo>
                    <a:pt x="1406889" y="217850"/>
                  </a:lnTo>
                  <a:lnTo>
                    <a:pt x="1336545" y="208754"/>
                  </a:lnTo>
                  <a:lnTo>
                    <a:pt x="1266200" y="199489"/>
                  </a:lnTo>
                  <a:lnTo>
                    <a:pt x="1195856" y="190052"/>
                  </a:lnTo>
                  <a:lnTo>
                    <a:pt x="1125511" y="180441"/>
                  </a:lnTo>
                  <a:lnTo>
                    <a:pt x="1055167" y="170651"/>
                  </a:lnTo>
                  <a:lnTo>
                    <a:pt x="984822" y="160679"/>
                  </a:lnTo>
                  <a:lnTo>
                    <a:pt x="914478" y="150523"/>
                  </a:lnTo>
                  <a:lnTo>
                    <a:pt x="844133" y="140177"/>
                  </a:lnTo>
                  <a:lnTo>
                    <a:pt x="773789" y="129641"/>
                  </a:lnTo>
                  <a:lnTo>
                    <a:pt x="703444" y="118908"/>
                  </a:lnTo>
                  <a:lnTo>
                    <a:pt x="633100" y="107977"/>
                  </a:lnTo>
                  <a:lnTo>
                    <a:pt x="562755" y="96842"/>
                  </a:lnTo>
                  <a:lnTo>
                    <a:pt x="492411" y="85501"/>
                  </a:lnTo>
                  <a:lnTo>
                    <a:pt x="422066" y="73950"/>
                  </a:lnTo>
                  <a:lnTo>
                    <a:pt x="351722" y="62184"/>
                  </a:lnTo>
                  <a:lnTo>
                    <a:pt x="281377" y="50200"/>
                  </a:lnTo>
                  <a:lnTo>
                    <a:pt x="211033" y="37994"/>
                  </a:lnTo>
                  <a:lnTo>
                    <a:pt x="140688" y="25561"/>
                  </a:lnTo>
                  <a:lnTo>
                    <a:pt x="70344" y="128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93138" y="2143092"/>
              <a:ext cx="6806278" cy="1201317"/>
            </a:xfrm>
            <a:custGeom>
              <a:avLst/>
              <a:pathLst>
                <a:path w="6806278" h="1201317">
                  <a:moveTo>
                    <a:pt x="0" y="0"/>
                  </a:moveTo>
                  <a:lnTo>
                    <a:pt x="53207" y="30344"/>
                  </a:lnTo>
                  <a:lnTo>
                    <a:pt x="123552" y="69191"/>
                  </a:lnTo>
                  <a:lnTo>
                    <a:pt x="193896" y="106808"/>
                  </a:lnTo>
                  <a:lnTo>
                    <a:pt x="264240" y="143234"/>
                  </a:lnTo>
                  <a:lnTo>
                    <a:pt x="334585" y="178507"/>
                  </a:lnTo>
                  <a:lnTo>
                    <a:pt x="404929" y="212663"/>
                  </a:lnTo>
                  <a:lnTo>
                    <a:pt x="475274" y="245737"/>
                  </a:lnTo>
                  <a:lnTo>
                    <a:pt x="545618" y="277764"/>
                  </a:lnTo>
                  <a:lnTo>
                    <a:pt x="615963" y="308777"/>
                  </a:lnTo>
                  <a:lnTo>
                    <a:pt x="686307" y="338808"/>
                  </a:lnTo>
                  <a:lnTo>
                    <a:pt x="756652" y="367888"/>
                  </a:lnTo>
                  <a:lnTo>
                    <a:pt x="826996" y="396048"/>
                  </a:lnTo>
                  <a:lnTo>
                    <a:pt x="897341" y="423315"/>
                  </a:lnTo>
                  <a:lnTo>
                    <a:pt x="967685" y="449719"/>
                  </a:lnTo>
                  <a:lnTo>
                    <a:pt x="1038030" y="475288"/>
                  </a:lnTo>
                  <a:lnTo>
                    <a:pt x="1108374" y="500046"/>
                  </a:lnTo>
                  <a:lnTo>
                    <a:pt x="1178719" y="524021"/>
                  </a:lnTo>
                  <a:lnTo>
                    <a:pt x="1249063" y="547236"/>
                  </a:lnTo>
                  <a:lnTo>
                    <a:pt x="1319408" y="569717"/>
                  </a:lnTo>
                  <a:lnTo>
                    <a:pt x="1389752" y="591485"/>
                  </a:lnTo>
                  <a:lnTo>
                    <a:pt x="1460097" y="612564"/>
                  </a:lnTo>
                  <a:lnTo>
                    <a:pt x="1530441" y="632976"/>
                  </a:lnTo>
                  <a:lnTo>
                    <a:pt x="1600786" y="652742"/>
                  </a:lnTo>
                  <a:lnTo>
                    <a:pt x="1671130" y="671881"/>
                  </a:lnTo>
                  <a:lnTo>
                    <a:pt x="1741475" y="690415"/>
                  </a:lnTo>
                  <a:lnTo>
                    <a:pt x="1811819" y="708362"/>
                  </a:lnTo>
                  <a:lnTo>
                    <a:pt x="1882164" y="725740"/>
                  </a:lnTo>
                  <a:lnTo>
                    <a:pt x="1952508" y="742568"/>
                  </a:lnTo>
                  <a:lnTo>
                    <a:pt x="2022853" y="758864"/>
                  </a:lnTo>
                  <a:lnTo>
                    <a:pt x="2093197" y="774643"/>
                  </a:lnTo>
                  <a:lnTo>
                    <a:pt x="2163542" y="789923"/>
                  </a:lnTo>
                  <a:lnTo>
                    <a:pt x="2233886" y="804719"/>
                  </a:lnTo>
                  <a:lnTo>
                    <a:pt x="2304231" y="819046"/>
                  </a:lnTo>
                  <a:lnTo>
                    <a:pt x="2374575" y="832920"/>
                  </a:lnTo>
                  <a:lnTo>
                    <a:pt x="2444920" y="846355"/>
                  </a:lnTo>
                  <a:lnTo>
                    <a:pt x="2515264" y="859364"/>
                  </a:lnTo>
                  <a:lnTo>
                    <a:pt x="2585609" y="871961"/>
                  </a:lnTo>
                  <a:lnTo>
                    <a:pt x="2655953" y="884159"/>
                  </a:lnTo>
                  <a:lnTo>
                    <a:pt x="2726298" y="895971"/>
                  </a:lnTo>
                  <a:lnTo>
                    <a:pt x="2796642" y="907409"/>
                  </a:lnTo>
                  <a:lnTo>
                    <a:pt x="2866987" y="918485"/>
                  </a:lnTo>
                  <a:lnTo>
                    <a:pt x="2937331" y="929210"/>
                  </a:lnTo>
                  <a:lnTo>
                    <a:pt x="3007676" y="939596"/>
                  </a:lnTo>
                  <a:lnTo>
                    <a:pt x="3078020" y="949652"/>
                  </a:lnTo>
                  <a:lnTo>
                    <a:pt x="3148365" y="959391"/>
                  </a:lnTo>
                  <a:lnTo>
                    <a:pt x="3218709" y="968821"/>
                  </a:lnTo>
                  <a:lnTo>
                    <a:pt x="3289054" y="977952"/>
                  </a:lnTo>
                  <a:lnTo>
                    <a:pt x="3359398" y="986794"/>
                  </a:lnTo>
                  <a:lnTo>
                    <a:pt x="3429743" y="995356"/>
                  </a:lnTo>
                  <a:lnTo>
                    <a:pt x="3500087" y="1003647"/>
                  </a:lnTo>
                  <a:lnTo>
                    <a:pt x="3570432" y="1011676"/>
                  </a:lnTo>
                  <a:lnTo>
                    <a:pt x="3640776" y="1019450"/>
                  </a:lnTo>
                  <a:lnTo>
                    <a:pt x="3711121" y="1026978"/>
                  </a:lnTo>
                  <a:lnTo>
                    <a:pt x="3781465" y="1034268"/>
                  </a:lnTo>
                  <a:lnTo>
                    <a:pt x="3851810" y="1041327"/>
                  </a:lnTo>
                  <a:lnTo>
                    <a:pt x="3922154" y="1048163"/>
                  </a:lnTo>
                  <a:lnTo>
                    <a:pt x="3992498" y="1054782"/>
                  </a:lnTo>
                  <a:lnTo>
                    <a:pt x="4062843" y="1061191"/>
                  </a:lnTo>
                  <a:lnTo>
                    <a:pt x="4133187" y="1067398"/>
                  </a:lnTo>
                  <a:lnTo>
                    <a:pt x="4203532" y="1073408"/>
                  </a:lnTo>
                  <a:lnTo>
                    <a:pt x="4273876" y="1079227"/>
                  </a:lnTo>
                  <a:lnTo>
                    <a:pt x="4344221" y="1084863"/>
                  </a:lnTo>
                  <a:lnTo>
                    <a:pt x="4414565" y="1090320"/>
                  </a:lnTo>
                  <a:lnTo>
                    <a:pt x="4484910" y="1095604"/>
                  </a:lnTo>
                  <a:lnTo>
                    <a:pt x="4555254" y="1100721"/>
                  </a:lnTo>
                  <a:lnTo>
                    <a:pt x="4625599" y="1105675"/>
                  </a:lnTo>
                  <a:lnTo>
                    <a:pt x="4695943" y="1110473"/>
                  </a:lnTo>
                  <a:lnTo>
                    <a:pt x="4766288" y="1115119"/>
                  </a:lnTo>
                  <a:lnTo>
                    <a:pt x="4836632" y="1119618"/>
                  </a:lnTo>
                  <a:lnTo>
                    <a:pt x="4906977" y="1123975"/>
                  </a:lnTo>
                  <a:lnTo>
                    <a:pt x="4977321" y="1128193"/>
                  </a:lnTo>
                  <a:lnTo>
                    <a:pt x="5047666" y="1132278"/>
                  </a:lnTo>
                  <a:lnTo>
                    <a:pt x="5118010" y="1136234"/>
                  </a:lnTo>
                  <a:lnTo>
                    <a:pt x="5188355" y="1140064"/>
                  </a:lnTo>
                  <a:lnTo>
                    <a:pt x="5258699" y="1143773"/>
                  </a:lnTo>
                  <a:lnTo>
                    <a:pt x="5329044" y="1147365"/>
                  </a:lnTo>
                  <a:lnTo>
                    <a:pt x="5399388" y="1150843"/>
                  </a:lnTo>
                  <a:lnTo>
                    <a:pt x="5469733" y="1154210"/>
                  </a:lnTo>
                  <a:lnTo>
                    <a:pt x="5540077" y="1157472"/>
                  </a:lnTo>
                  <a:lnTo>
                    <a:pt x="5610422" y="1160629"/>
                  </a:lnTo>
                  <a:lnTo>
                    <a:pt x="5680766" y="1163687"/>
                  </a:lnTo>
                  <a:lnTo>
                    <a:pt x="5751111" y="1166648"/>
                  </a:lnTo>
                  <a:lnTo>
                    <a:pt x="5821455" y="1169516"/>
                  </a:lnTo>
                  <a:lnTo>
                    <a:pt x="5891800" y="1172292"/>
                  </a:lnTo>
                  <a:lnTo>
                    <a:pt x="5962144" y="1174981"/>
                  </a:lnTo>
                  <a:lnTo>
                    <a:pt x="6032489" y="1177584"/>
                  </a:lnTo>
                  <a:lnTo>
                    <a:pt x="6102833" y="1180105"/>
                  </a:lnTo>
                  <a:lnTo>
                    <a:pt x="6173178" y="1182546"/>
                  </a:lnTo>
                  <a:lnTo>
                    <a:pt x="6243522" y="1184910"/>
                  </a:lnTo>
                  <a:lnTo>
                    <a:pt x="6313867" y="1187199"/>
                  </a:lnTo>
                  <a:lnTo>
                    <a:pt x="6384211" y="1189416"/>
                  </a:lnTo>
                  <a:lnTo>
                    <a:pt x="6454556" y="1191562"/>
                  </a:lnTo>
                  <a:lnTo>
                    <a:pt x="6524900" y="1193641"/>
                  </a:lnTo>
                  <a:lnTo>
                    <a:pt x="6595245" y="1195653"/>
                  </a:lnTo>
                  <a:lnTo>
                    <a:pt x="6665589" y="1197602"/>
                  </a:lnTo>
                  <a:lnTo>
                    <a:pt x="6735934" y="1199489"/>
                  </a:lnTo>
                  <a:lnTo>
                    <a:pt x="6806278" y="12013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(1.24-1.70), p_Bonf = &lt;0.001 (n = 6)  |  per IQR decline (Δ = 29.9 %): 3.04 (1.89-4.91)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29985"/>
            </a:xfrm>
            <a:custGeom>
              <a:avLst/>
              <a:pathLst>
                <a:path w="6964104" h="1229985">
                  <a:moveTo>
                    <a:pt x="1099406" y="0"/>
                  </a:moveTo>
                  <a:lnTo>
                    <a:pt x="1125511" y="21571"/>
                  </a:lnTo>
                  <a:lnTo>
                    <a:pt x="1195856" y="77087"/>
                  </a:lnTo>
                  <a:lnTo>
                    <a:pt x="1266200" y="130109"/>
                  </a:lnTo>
                  <a:lnTo>
                    <a:pt x="1336545" y="180748"/>
                  </a:lnTo>
                  <a:lnTo>
                    <a:pt x="1406889" y="229112"/>
                  </a:lnTo>
                  <a:lnTo>
                    <a:pt x="1477234" y="275303"/>
                  </a:lnTo>
                  <a:lnTo>
                    <a:pt x="1547578" y="319419"/>
                  </a:lnTo>
                  <a:lnTo>
                    <a:pt x="1617923" y="361553"/>
                  </a:lnTo>
                  <a:lnTo>
                    <a:pt x="1688267" y="401794"/>
                  </a:lnTo>
                  <a:lnTo>
                    <a:pt x="1758612" y="440227"/>
                  </a:lnTo>
                  <a:lnTo>
                    <a:pt x="1828956" y="476933"/>
                  </a:lnTo>
                  <a:lnTo>
                    <a:pt x="1899301" y="511990"/>
                  </a:lnTo>
                  <a:lnTo>
                    <a:pt x="1969645" y="545471"/>
                  </a:lnTo>
                  <a:lnTo>
                    <a:pt x="2039990" y="577449"/>
                  </a:lnTo>
                  <a:lnTo>
                    <a:pt x="2110334" y="607990"/>
                  </a:lnTo>
                  <a:lnTo>
                    <a:pt x="2180679" y="637158"/>
                  </a:lnTo>
                  <a:lnTo>
                    <a:pt x="2251023" y="665016"/>
                  </a:lnTo>
                  <a:lnTo>
                    <a:pt x="2321368" y="691623"/>
                  </a:lnTo>
                  <a:lnTo>
                    <a:pt x="2391712" y="717034"/>
                  </a:lnTo>
                  <a:lnTo>
                    <a:pt x="2462057" y="741303"/>
                  </a:lnTo>
                  <a:lnTo>
                    <a:pt x="2532401" y="764482"/>
                  </a:lnTo>
                  <a:lnTo>
                    <a:pt x="2602746" y="786619"/>
                  </a:lnTo>
                  <a:lnTo>
                    <a:pt x="2673090" y="807762"/>
                  </a:lnTo>
                  <a:lnTo>
                    <a:pt x="2743435" y="827955"/>
                  </a:lnTo>
                  <a:lnTo>
                    <a:pt x="2813779" y="847241"/>
                  </a:lnTo>
                  <a:lnTo>
                    <a:pt x="2884124" y="865660"/>
                  </a:lnTo>
                  <a:lnTo>
                    <a:pt x="2954468" y="883252"/>
                  </a:lnTo>
                  <a:lnTo>
                    <a:pt x="3024813" y="900053"/>
                  </a:lnTo>
                  <a:lnTo>
                    <a:pt x="3095157" y="916099"/>
                  </a:lnTo>
                  <a:lnTo>
                    <a:pt x="3165502" y="931425"/>
                  </a:lnTo>
                  <a:lnTo>
                    <a:pt x="3235846" y="946062"/>
                  </a:lnTo>
                  <a:lnTo>
                    <a:pt x="3306191" y="958739"/>
                  </a:lnTo>
                  <a:lnTo>
                    <a:pt x="3376535" y="964175"/>
                  </a:lnTo>
                  <a:lnTo>
                    <a:pt x="3446880" y="969513"/>
                  </a:lnTo>
                  <a:lnTo>
                    <a:pt x="3517224" y="974753"/>
                  </a:lnTo>
                  <a:lnTo>
                    <a:pt x="3587569" y="979897"/>
                  </a:lnTo>
                  <a:lnTo>
                    <a:pt x="3657913" y="984948"/>
                  </a:lnTo>
                  <a:lnTo>
                    <a:pt x="3728257" y="989907"/>
                  </a:lnTo>
                  <a:lnTo>
                    <a:pt x="3798602" y="994776"/>
                  </a:lnTo>
                  <a:lnTo>
                    <a:pt x="3868946" y="999556"/>
                  </a:lnTo>
                  <a:lnTo>
                    <a:pt x="3939291" y="1004249"/>
                  </a:lnTo>
                  <a:lnTo>
                    <a:pt x="4009635" y="1008857"/>
                  </a:lnTo>
                  <a:lnTo>
                    <a:pt x="4079980" y="1013380"/>
                  </a:lnTo>
                  <a:lnTo>
                    <a:pt x="4150324" y="1017821"/>
                  </a:lnTo>
                  <a:lnTo>
                    <a:pt x="4220669" y="1022181"/>
                  </a:lnTo>
                  <a:lnTo>
                    <a:pt x="4291013" y="1026462"/>
                  </a:lnTo>
                  <a:lnTo>
                    <a:pt x="4361358" y="1030665"/>
                  </a:lnTo>
                  <a:lnTo>
                    <a:pt x="4431702" y="1034791"/>
                  </a:lnTo>
                  <a:lnTo>
                    <a:pt x="4502047" y="1038842"/>
                  </a:lnTo>
                  <a:lnTo>
                    <a:pt x="4572391" y="1042820"/>
                  </a:lnTo>
                  <a:lnTo>
                    <a:pt x="4642736" y="1046725"/>
                  </a:lnTo>
                  <a:lnTo>
                    <a:pt x="4713080" y="1050558"/>
                  </a:lnTo>
                  <a:lnTo>
                    <a:pt x="4783425" y="1054322"/>
                  </a:lnTo>
                  <a:lnTo>
                    <a:pt x="4853769" y="1058018"/>
                  </a:lnTo>
                  <a:lnTo>
                    <a:pt x="4924114" y="1061646"/>
                  </a:lnTo>
                  <a:lnTo>
                    <a:pt x="4994458" y="1065208"/>
                  </a:lnTo>
                  <a:lnTo>
                    <a:pt x="5064803" y="1068705"/>
                  </a:lnTo>
                  <a:lnTo>
                    <a:pt x="5135147" y="1072138"/>
                  </a:lnTo>
                  <a:lnTo>
                    <a:pt x="5205492" y="1075509"/>
                  </a:lnTo>
                  <a:lnTo>
                    <a:pt x="5275836" y="1078819"/>
                  </a:lnTo>
                  <a:lnTo>
                    <a:pt x="5346181" y="1082068"/>
                  </a:lnTo>
                  <a:lnTo>
                    <a:pt x="5416525" y="1085258"/>
                  </a:lnTo>
                  <a:lnTo>
                    <a:pt x="5486870" y="1088390"/>
                  </a:lnTo>
                  <a:lnTo>
                    <a:pt x="5557214" y="1091465"/>
                  </a:lnTo>
                  <a:lnTo>
                    <a:pt x="5627559" y="1094483"/>
                  </a:lnTo>
                  <a:lnTo>
                    <a:pt x="5697903" y="1097447"/>
                  </a:lnTo>
                  <a:lnTo>
                    <a:pt x="5768248" y="1100357"/>
                  </a:lnTo>
                  <a:lnTo>
                    <a:pt x="5838592" y="1103214"/>
                  </a:lnTo>
                  <a:lnTo>
                    <a:pt x="5908937" y="1106019"/>
                  </a:lnTo>
                  <a:lnTo>
                    <a:pt x="5979281" y="1108773"/>
                  </a:lnTo>
                  <a:lnTo>
                    <a:pt x="6049626" y="1111476"/>
                  </a:lnTo>
                  <a:lnTo>
                    <a:pt x="6119970" y="1114131"/>
                  </a:lnTo>
                  <a:lnTo>
                    <a:pt x="6190315" y="1116737"/>
                  </a:lnTo>
                  <a:lnTo>
                    <a:pt x="6260659" y="1119295"/>
                  </a:lnTo>
                  <a:lnTo>
                    <a:pt x="6331004" y="1121807"/>
                  </a:lnTo>
                  <a:lnTo>
                    <a:pt x="6401348" y="1124273"/>
                  </a:lnTo>
                  <a:lnTo>
                    <a:pt x="6471693" y="1126694"/>
                  </a:lnTo>
                  <a:lnTo>
                    <a:pt x="6542037" y="1129072"/>
                  </a:lnTo>
                  <a:lnTo>
                    <a:pt x="6612382" y="1131405"/>
                  </a:lnTo>
                  <a:lnTo>
                    <a:pt x="6682726" y="1133697"/>
                  </a:lnTo>
                  <a:lnTo>
                    <a:pt x="6753071" y="1135946"/>
                  </a:lnTo>
                  <a:lnTo>
                    <a:pt x="6823415" y="1138155"/>
                  </a:lnTo>
                  <a:lnTo>
                    <a:pt x="6893760" y="1140323"/>
                  </a:lnTo>
                  <a:lnTo>
                    <a:pt x="6964104" y="1142452"/>
                  </a:lnTo>
                  <a:lnTo>
                    <a:pt x="6964104" y="1229985"/>
                  </a:lnTo>
                  <a:lnTo>
                    <a:pt x="6893760" y="1228704"/>
                  </a:lnTo>
                  <a:lnTo>
                    <a:pt x="6823415" y="1227364"/>
                  </a:lnTo>
                  <a:lnTo>
                    <a:pt x="6753071" y="1225960"/>
                  </a:lnTo>
                  <a:lnTo>
                    <a:pt x="6682726" y="1224490"/>
                  </a:lnTo>
                  <a:lnTo>
                    <a:pt x="6612382" y="1222952"/>
                  </a:lnTo>
                  <a:lnTo>
                    <a:pt x="6542037" y="1221340"/>
                  </a:lnTo>
                  <a:lnTo>
                    <a:pt x="6471693" y="1219653"/>
                  </a:lnTo>
                  <a:lnTo>
                    <a:pt x="6401348" y="1217887"/>
                  </a:lnTo>
                  <a:lnTo>
                    <a:pt x="6331004" y="1216037"/>
                  </a:lnTo>
                  <a:lnTo>
                    <a:pt x="6260659" y="1214101"/>
                  </a:lnTo>
                  <a:lnTo>
                    <a:pt x="6190315" y="1212073"/>
                  </a:lnTo>
                  <a:lnTo>
                    <a:pt x="6119970" y="1209950"/>
                  </a:lnTo>
                  <a:lnTo>
                    <a:pt x="6049626" y="1207728"/>
                  </a:lnTo>
                  <a:lnTo>
                    <a:pt x="5979281" y="1205400"/>
                  </a:lnTo>
                  <a:lnTo>
                    <a:pt x="5908937" y="1202963"/>
                  </a:lnTo>
                  <a:lnTo>
                    <a:pt x="5838592" y="1200412"/>
                  </a:lnTo>
                  <a:lnTo>
                    <a:pt x="5768248" y="1197740"/>
                  </a:lnTo>
                  <a:lnTo>
                    <a:pt x="5697903" y="1194943"/>
                  </a:lnTo>
                  <a:lnTo>
                    <a:pt x="5627559" y="1192014"/>
                  </a:lnTo>
                  <a:lnTo>
                    <a:pt x="5557214" y="1188948"/>
                  </a:lnTo>
                  <a:lnTo>
                    <a:pt x="5486870" y="1185737"/>
                  </a:lnTo>
                  <a:lnTo>
                    <a:pt x="5416525" y="1182375"/>
                  </a:lnTo>
                  <a:lnTo>
                    <a:pt x="5346181" y="1178855"/>
                  </a:lnTo>
                  <a:lnTo>
                    <a:pt x="5275836" y="1175169"/>
                  </a:lnTo>
                  <a:lnTo>
                    <a:pt x="5205492" y="1171310"/>
                  </a:lnTo>
                  <a:lnTo>
                    <a:pt x="5135147" y="1167269"/>
                  </a:lnTo>
                  <a:lnTo>
                    <a:pt x="5064803" y="1163039"/>
                  </a:lnTo>
                  <a:lnTo>
                    <a:pt x="4994458" y="1158609"/>
                  </a:lnTo>
                  <a:lnTo>
                    <a:pt x="4924114" y="1153971"/>
                  </a:lnTo>
                  <a:lnTo>
                    <a:pt x="4853769" y="1149115"/>
                  </a:lnTo>
                  <a:lnTo>
                    <a:pt x="4783425" y="1144030"/>
                  </a:lnTo>
                  <a:lnTo>
                    <a:pt x="4713080" y="1138706"/>
                  </a:lnTo>
                  <a:lnTo>
                    <a:pt x="4642736" y="1133132"/>
                  </a:lnTo>
                  <a:lnTo>
                    <a:pt x="4572391" y="1127295"/>
                  </a:lnTo>
                  <a:lnTo>
                    <a:pt x="4502047" y="1121184"/>
                  </a:lnTo>
                  <a:lnTo>
                    <a:pt x="4431702" y="1114785"/>
                  </a:lnTo>
                  <a:lnTo>
                    <a:pt x="4361358" y="1108086"/>
                  </a:lnTo>
                  <a:lnTo>
                    <a:pt x="4291013" y="1101071"/>
                  </a:lnTo>
                  <a:lnTo>
                    <a:pt x="4220669" y="1093726"/>
                  </a:lnTo>
                  <a:lnTo>
                    <a:pt x="4150324" y="1086036"/>
                  </a:lnTo>
                  <a:lnTo>
                    <a:pt x="4079980" y="1077983"/>
                  </a:lnTo>
                  <a:lnTo>
                    <a:pt x="4009635" y="1069552"/>
                  </a:lnTo>
                  <a:lnTo>
                    <a:pt x="3939291" y="1060725"/>
                  </a:lnTo>
                  <a:lnTo>
                    <a:pt x="3868946" y="1051482"/>
                  </a:lnTo>
                  <a:lnTo>
                    <a:pt x="3798602" y="1041804"/>
                  </a:lnTo>
                  <a:lnTo>
                    <a:pt x="3728257" y="1031672"/>
                  </a:lnTo>
                  <a:lnTo>
                    <a:pt x="3657913" y="1021062"/>
                  </a:lnTo>
                  <a:lnTo>
                    <a:pt x="3587569" y="1009953"/>
                  </a:lnTo>
                  <a:lnTo>
                    <a:pt x="3517224" y="998322"/>
                  </a:lnTo>
                  <a:lnTo>
                    <a:pt x="3446880" y="986144"/>
                  </a:lnTo>
                  <a:lnTo>
                    <a:pt x="3376535" y="973392"/>
                  </a:lnTo>
                  <a:lnTo>
                    <a:pt x="3306191" y="960041"/>
                  </a:lnTo>
                  <a:lnTo>
                    <a:pt x="3235846" y="953202"/>
                  </a:lnTo>
                  <a:lnTo>
                    <a:pt x="3165502" y="947562"/>
                  </a:lnTo>
                  <a:lnTo>
                    <a:pt x="3095157" y="941817"/>
                  </a:lnTo>
                  <a:lnTo>
                    <a:pt x="3024813" y="935966"/>
                  </a:lnTo>
                  <a:lnTo>
                    <a:pt x="2954468" y="930006"/>
                  </a:lnTo>
                  <a:lnTo>
                    <a:pt x="2884124" y="923936"/>
                  </a:lnTo>
                  <a:lnTo>
                    <a:pt x="2813779" y="917753"/>
                  </a:lnTo>
                  <a:lnTo>
                    <a:pt x="2743435" y="911455"/>
                  </a:lnTo>
                  <a:lnTo>
                    <a:pt x="2673090" y="905041"/>
                  </a:lnTo>
                  <a:lnTo>
                    <a:pt x="2602746" y="898507"/>
                  </a:lnTo>
                  <a:lnTo>
                    <a:pt x="2532401" y="891852"/>
                  </a:lnTo>
                  <a:lnTo>
                    <a:pt x="2462057" y="885074"/>
                  </a:lnTo>
                  <a:lnTo>
                    <a:pt x="2391712" y="878170"/>
                  </a:lnTo>
                  <a:lnTo>
                    <a:pt x="2321368" y="871138"/>
                  </a:lnTo>
                  <a:lnTo>
                    <a:pt x="2251023" y="863976"/>
                  </a:lnTo>
                  <a:lnTo>
                    <a:pt x="2180679" y="856680"/>
                  </a:lnTo>
                  <a:lnTo>
                    <a:pt x="2110334" y="849250"/>
                  </a:lnTo>
                  <a:lnTo>
                    <a:pt x="2039990" y="841681"/>
                  </a:lnTo>
                  <a:lnTo>
                    <a:pt x="1969645" y="833972"/>
                  </a:lnTo>
                  <a:lnTo>
                    <a:pt x="1899301" y="826120"/>
                  </a:lnTo>
                  <a:lnTo>
                    <a:pt x="1828956" y="818123"/>
                  </a:lnTo>
                  <a:lnTo>
                    <a:pt x="1758612" y="809976"/>
                  </a:lnTo>
                  <a:lnTo>
                    <a:pt x="1688267" y="801679"/>
                  </a:lnTo>
                  <a:lnTo>
                    <a:pt x="1617923" y="793228"/>
                  </a:lnTo>
                  <a:lnTo>
                    <a:pt x="1547578" y="784620"/>
                  </a:lnTo>
                  <a:lnTo>
                    <a:pt x="1477234" y="775853"/>
                  </a:lnTo>
                  <a:lnTo>
                    <a:pt x="1406889" y="766922"/>
                  </a:lnTo>
                  <a:lnTo>
                    <a:pt x="1336545" y="757826"/>
                  </a:lnTo>
                  <a:lnTo>
                    <a:pt x="1266200" y="748562"/>
                  </a:lnTo>
                  <a:lnTo>
                    <a:pt x="1195856" y="739125"/>
                  </a:lnTo>
                  <a:lnTo>
                    <a:pt x="1125511" y="729514"/>
                  </a:lnTo>
                  <a:lnTo>
                    <a:pt x="1055167" y="719724"/>
                  </a:lnTo>
                  <a:lnTo>
                    <a:pt x="984822" y="709752"/>
                  </a:lnTo>
                  <a:lnTo>
                    <a:pt x="914478" y="699595"/>
                  </a:lnTo>
                  <a:lnTo>
                    <a:pt x="844133" y="689250"/>
                  </a:lnTo>
                  <a:lnTo>
                    <a:pt x="773789" y="678713"/>
                  </a:lnTo>
                  <a:lnTo>
                    <a:pt x="703444" y="667981"/>
                  </a:lnTo>
                  <a:lnTo>
                    <a:pt x="633100" y="657049"/>
                  </a:lnTo>
                  <a:lnTo>
                    <a:pt x="562755" y="645915"/>
                  </a:lnTo>
                  <a:lnTo>
                    <a:pt x="492411" y="634574"/>
                  </a:lnTo>
                  <a:lnTo>
                    <a:pt x="422066" y="623023"/>
                  </a:lnTo>
                  <a:lnTo>
                    <a:pt x="351722" y="611257"/>
                  </a:lnTo>
                  <a:lnTo>
                    <a:pt x="281377" y="599273"/>
                  </a:lnTo>
                  <a:lnTo>
                    <a:pt x="211033" y="587067"/>
                  </a:lnTo>
                  <a:lnTo>
                    <a:pt x="140688" y="574634"/>
                  </a:lnTo>
                  <a:lnTo>
                    <a:pt x="70344" y="561971"/>
                  </a:lnTo>
                  <a:lnTo>
                    <a:pt x="0" y="5490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334718" y="4336484"/>
              <a:ext cx="5864698" cy="1142452"/>
            </a:xfrm>
            <a:custGeom>
              <a:avLst/>
              <a:pathLst>
                <a:path w="5864698" h="1142452">
                  <a:moveTo>
                    <a:pt x="0" y="0"/>
                  </a:moveTo>
                  <a:lnTo>
                    <a:pt x="26105" y="21571"/>
                  </a:lnTo>
                  <a:lnTo>
                    <a:pt x="96449" y="77087"/>
                  </a:lnTo>
                  <a:lnTo>
                    <a:pt x="166794" y="130109"/>
                  </a:lnTo>
                  <a:lnTo>
                    <a:pt x="237138" y="180748"/>
                  </a:lnTo>
                  <a:lnTo>
                    <a:pt x="307483" y="229112"/>
                  </a:lnTo>
                  <a:lnTo>
                    <a:pt x="377827" y="275303"/>
                  </a:lnTo>
                  <a:lnTo>
                    <a:pt x="448172" y="319419"/>
                  </a:lnTo>
                  <a:lnTo>
                    <a:pt x="518516" y="361553"/>
                  </a:lnTo>
                  <a:lnTo>
                    <a:pt x="588861" y="401794"/>
                  </a:lnTo>
                  <a:lnTo>
                    <a:pt x="659205" y="440227"/>
                  </a:lnTo>
                  <a:lnTo>
                    <a:pt x="729550" y="476933"/>
                  </a:lnTo>
                  <a:lnTo>
                    <a:pt x="799894" y="511990"/>
                  </a:lnTo>
                  <a:lnTo>
                    <a:pt x="870239" y="545471"/>
                  </a:lnTo>
                  <a:lnTo>
                    <a:pt x="940583" y="577449"/>
                  </a:lnTo>
                  <a:lnTo>
                    <a:pt x="1010928" y="607990"/>
                  </a:lnTo>
                  <a:lnTo>
                    <a:pt x="1081272" y="637158"/>
                  </a:lnTo>
                  <a:lnTo>
                    <a:pt x="1151617" y="665016"/>
                  </a:lnTo>
                  <a:lnTo>
                    <a:pt x="1221961" y="691623"/>
                  </a:lnTo>
                  <a:lnTo>
                    <a:pt x="1292306" y="717034"/>
                  </a:lnTo>
                  <a:lnTo>
                    <a:pt x="1362650" y="741303"/>
                  </a:lnTo>
                  <a:lnTo>
                    <a:pt x="1432995" y="764482"/>
                  </a:lnTo>
                  <a:lnTo>
                    <a:pt x="1503339" y="786619"/>
                  </a:lnTo>
                  <a:lnTo>
                    <a:pt x="1573684" y="807762"/>
                  </a:lnTo>
                  <a:lnTo>
                    <a:pt x="1644028" y="827955"/>
                  </a:lnTo>
                  <a:lnTo>
                    <a:pt x="1714373" y="847241"/>
                  </a:lnTo>
                  <a:lnTo>
                    <a:pt x="1784717" y="865660"/>
                  </a:lnTo>
                  <a:lnTo>
                    <a:pt x="1855062" y="883252"/>
                  </a:lnTo>
                  <a:lnTo>
                    <a:pt x="1925406" y="900053"/>
                  </a:lnTo>
                  <a:lnTo>
                    <a:pt x="1995751" y="916099"/>
                  </a:lnTo>
                  <a:lnTo>
                    <a:pt x="2066095" y="931425"/>
                  </a:lnTo>
                  <a:lnTo>
                    <a:pt x="2136440" y="946062"/>
                  </a:lnTo>
                  <a:lnTo>
                    <a:pt x="2206784" y="958739"/>
                  </a:lnTo>
                  <a:lnTo>
                    <a:pt x="2277129" y="964175"/>
                  </a:lnTo>
                  <a:lnTo>
                    <a:pt x="2347473" y="969513"/>
                  </a:lnTo>
                  <a:lnTo>
                    <a:pt x="2417818" y="974753"/>
                  </a:lnTo>
                  <a:lnTo>
                    <a:pt x="2488162" y="979897"/>
                  </a:lnTo>
                  <a:lnTo>
                    <a:pt x="2558507" y="984948"/>
                  </a:lnTo>
                  <a:lnTo>
                    <a:pt x="2628851" y="989907"/>
                  </a:lnTo>
                  <a:lnTo>
                    <a:pt x="2699196" y="994776"/>
                  </a:lnTo>
                  <a:lnTo>
                    <a:pt x="2769540" y="999556"/>
                  </a:lnTo>
                  <a:lnTo>
                    <a:pt x="2839885" y="1004249"/>
                  </a:lnTo>
                  <a:lnTo>
                    <a:pt x="2910229" y="1008857"/>
                  </a:lnTo>
                  <a:lnTo>
                    <a:pt x="2980574" y="1013380"/>
                  </a:lnTo>
                  <a:lnTo>
                    <a:pt x="3050918" y="1017821"/>
                  </a:lnTo>
                  <a:lnTo>
                    <a:pt x="3121263" y="1022181"/>
                  </a:lnTo>
                  <a:lnTo>
                    <a:pt x="3191607" y="1026462"/>
                  </a:lnTo>
                  <a:lnTo>
                    <a:pt x="3261952" y="1030665"/>
                  </a:lnTo>
                  <a:lnTo>
                    <a:pt x="3332296" y="1034791"/>
                  </a:lnTo>
                  <a:lnTo>
                    <a:pt x="3402641" y="1038842"/>
                  </a:lnTo>
                  <a:lnTo>
                    <a:pt x="3472985" y="1042820"/>
                  </a:lnTo>
                  <a:lnTo>
                    <a:pt x="3543329" y="1046725"/>
                  </a:lnTo>
                  <a:lnTo>
                    <a:pt x="3613674" y="1050558"/>
                  </a:lnTo>
                  <a:lnTo>
                    <a:pt x="3684018" y="1054322"/>
                  </a:lnTo>
                  <a:lnTo>
                    <a:pt x="3754363" y="1058018"/>
                  </a:lnTo>
                  <a:lnTo>
                    <a:pt x="3824707" y="1061646"/>
                  </a:lnTo>
                  <a:lnTo>
                    <a:pt x="3895052" y="1065208"/>
                  </a:lnTo>
                  <a:lnTo>
                    <a:pt x="3965396" y="1068705"/>
                  </a:lnTo>
                  <a:lnTo>
                    <a:pt x="4035741" y="1072138"/>
                  </a:lnTo>
                  <a:lnTo>
                    <a:pt x="4106085" y="1075509"/>
                  </a:lnTo>
                  <a:lnTo>
                    <a:pt x="4176430" y="1078819"/>
                  </a:lnTo>
                  <a:lnTo>
                    <a:pt x="4246774" y="1082068"/>
                  </a:lnTo>
                  <a:lnTo>
                    <a:pt x="4317119" y="1085258"/>
                  </a:lnTo>
                  <a:lnTo>
                    <a:pt x="4387463" y="1088390"/>
                  </a:lnTo>
                  <a:lnTo>
                    <a:pt x="4457808" y="1091465"/>
                  </a:lnTo>
                  <a:lnTo>
                    <a:pt x="4528152" y="1094483"/>
                  </a:lnTo>
                  <a:lnTo>
                    <a:pt x="4598497" y="1097447"/>
                  </a:lnTo>
                  <a:lnTo>
                    <a:pt x="4668841" y="1100357"/>
                  </a:lnTo>
                  <a:lnTo>
                    <a:pt x="4739186" y="1103214"/>
                  </a:lnTo>
                  <a:lnTo>
                    <a:pt x="4809530" y="1106019"/>
                  </a:lnTo>
                  <a:lnTo>
                    <a:pt x="4879875" y="1108773"/>
                  </a:lnTo>
                  <a:lnTo>
                    <a:pt x="4950219" y="1111476"/>
                  </a:lnTo>
                  <a:lnTo>
                    <a:pt x="5020564" y="1114131"/>
                  </a:lnTo>
                  <a:lnTo>
                    <a:pt x="5090908" y="1116737"/>
                  </a:lnTo>
                  <a:lnTo>
                    <a:pt x="5161253" y="1119295"/>
                  </a:lnTo>
                  <a:lnTo>
                    <a:pt x="5231597" y="1121807"/>
                  </a:lnTo>
                  <a:lnTo>
                    <a:pt x="5301942" y="1124273"/>
                  </a:lnTo>
                  <a:lnTo>
                    <a:pt x="5372286" y="1126694"/>
                  </a:lnTo>
                  <a:lnTo>
                    <a:pt x="5442631" y="1129072"/>
                  </a:lnTo>
                  <a:lnTo>
                    <a:pt x="5512975" y="1131405"/>
                  </a:lnTo>
                  <a:lnTo>
                    <a:pt x="5583320" y="1133697"/>
                  </a:lnTo>
                  <a:lnTo>
                    <a:pt x="5653664" y="1135946"/>
                  </a:lnTo>
                  <a:lnTo>
                    <a:pt x="5724009" y="1138155"/>
                  </a:lnTo>
                  <a:lnTo>
                    <a:pt x="5794353" y="1140323"/>
                  </a:lnTo>
                  <a:lnTo>
                    <a:pt x="5864698" y="1142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885557"/>
              <a:ext cx="6964104" cy="680912"/>
            </a:xfrm>
            <a:custGeom>
              <a:avLst/>
              <a:pathLst>
                <a:path w="6964104" h="680912">
                  <a:moveTo>
                    <a:pt x="6964104" y="680912"/>
                  </a:moveTo>
                  <a:lnTo>
                    <a:pt x="6893760" y="679632"/>
                  </a:lnTo>
                  <a:lnTo>
                    <a:pt x="6823415" y="678291"/>
                  </a:lnTo>
                  <a:lnTo>
                    <a:pt x="6753071" y="676887"/>
                  </a:lnTo>
                  <a:lnTo>
                    <a:pt x="6682726" y="675418"/>
                  </a:lnTo>
                  <a:lnTo>
                    <a:pt x="6612382" y="673879"/>
                  </a:lnTo>
                  <a:lnTo>
                    <a:pt x="6542037" y="672268"/>
                  </a:lnTo>
                  <a:lnTo>
                    <a:pt x="6471693" y="670581"/>
                  </a:lnTo>
                  <a:lnTo>
                    <a:pt x="6401348" y="668814"/>
                  </a:lnTo>
                  <a:lnTo>
                    <a:pt x="6331004" y="666965"/>
                  </a:lnTo>
                  <a:lnTo>
                    <a:pt x="6260659" y="665028"/>
                  </a:lnTo>
                  <a:lnTo>
                    <a:pt x="6190315" y="663001"/>
                  </a:lnTo>
                  <a:lnTo>
                    <a:pt x="6119970" y="660878"/>
                  </a:lnTo>
                  <a:lnTo>
                    <a:pt x="6049626" y="658655"/>
                  </a:lnTo>
                  <a:lnTo>
                    <a:pt x="5979281" y="656327"/>
                  </a:lnTo>
                  <a:lnTo>
                    <a:pt x="5908937" y="653891"/>
                  </a:lnTo>
                  <a:lnTo>
                    <a:pt x="5838592" y="651339"/>
                  </a:lnTo>
                  <a:lnTo>
                    <a:pt x="5768248" y="648667"/>
                  </a:lnTo>
                  <a:lnTo>
                    <a:pt x="5697903" y="645870"/>
                  </a:lnTo>
                  <a:lnTo>
                    <a:pt x="5627559" y="642941"/>
                  </a:lnTo>
                  <a:lnTo>
                    <a:pt x="5557214" y="639875"/>
                  </a:lnTo>
                  <a:lnTo>
                    <a:pt x="5486870" y="636664"/>
                  </a:lnTo>
                  <a:lnTo>
                    <a:pt x="5416525" y="633302"/>
                  </a:lnTo>
                  <a:lnTo>
                    <a:pt x="5346181" y="629782"/>
                  </a:lnTo>
                  <a:lnTo>
                    <a:pt x="5275836" y="626096"/>
                  </a:lnTo>
                  <a:lnTo>
                    <a:pt x="5205492" y="622237"/>
                  </a:lnTo>
                  <a:lnTo>
                    <a:pt x="5135147" y="618197"/>
                  </a:lnTo>
                  <a:lnTo>
                    <a:pt x="5064803" y="613966"/>
                  </a:lnTo>
                  <a:lnTo>
                    <a:pt x="4994458" y="609536"/>
                  </a:lnTo>
                  <a:lnTo>
                    <a:pt x="4924114" y="604898"/>
                  </a:lnTo>
                  <a:lnTo>
                    <a:pt x="4853769" y="600042"/>
                  </a:lnTo>
                  <a:lnTo>
                    <a:pt x="4783425" y="594957"/>
                  </a:lnTo>
                  <a:lnTo>
                    <a:pt x="4713080" y="589633"/>
                  </a:lnTo>
                  <a:lnTo>
                    <a:pt x="4642736" y="584059"/>
                  </a:lnTo>
                  <a:lnTo>
                    <a:pt x="4572391" y="578222"/>
                  </a:lnTo>
                  <a:lnTo>
                    <a:pt x="4502047" y="572111"/>
                  </a:lnTo>
                  <a:lnTo>
                    <a:pt x="4431702" y="565712"/>
                  </a:lnTo>
                  <a:lnTo>
                    <a:pt x="4361358" y="559013"/>
                  </a:lnTo>
                  <a:lnTo>
                    <a:pt x="4291013" y="551998"/>
                  </a:lnTo>
                  <a:lnTo>
                    <a:pt x="4220669" y="544653"/>
                  </a:lnTo>
                  <a:lnTo>
                    <a:pt x="4150324" y="536963"/>
                  </a:lnTo>
                  <a:lnTo>
                    <a:pt x="4079980" y="528911"/>
                  </a:lnTo>
                  <a:lnTo>
                    <a:pt x="4009635" y="520480"/>
                  </a:lnTo>
                  <a:lnTo>
                    <a:pt x="3939291" y="511652"/>
                  </a:lnTo>
                  <a:lnTo>
                    <a:pt x="3868946" y="502409"/>
                  </a:lnTo>
                  <a:lnTo>
                    <a:pt x="3798602" y="492732"/>
                  </a:lnTo>
                  <a:lnTo>
                    <a:pt x="3728257" y="482599"/>
                  </a:lnTo>
                  <a:lnTo>
                    <a:pt x="3657913" y="471989"/>
                  </a:lnTo>
                  <a:lnTo>
                    <a:pt x="3587569" y="460880"/>
                  </a:lnTo>
                  <a:lnTo>
                    <a:pt x="3517224" y="449249"/>
                  </a:lnTo>
                  <a:lnTo>
                    <a:pt x="3446880" y="437071"/>
                  </a:lnTo>
                  <a:lnTo>
                    <a:pt x="3376535" y="424319"/>
                  </a:lnTo>
                  <a:lnTo>
                    <a:pt x="3306191" y="410968"/>
                  </a:lnTo>
                  <a:lnTo>
                    <a:pt x="3235846" y="404129"/>
                  </a:lnTo>
                  <a:lnTo>
                    <a:pt x="3165502" y="398489"/>
                  </a:lnTo>
                  <a:lnTo>
                    <a:pt x="3095157" y="392744"/>
                  </a:lnTo>
                  <a:lnTo>
                    <a:pt x="3024813" y="386893"/>
                  </a:lnTo>
                  <a:lnTo>
                    <a:pt x="2954468" y="380933"/>
                  </a:lnTo>
                  <a:lnTo>
                    <a:pt x="2884124" y="374863"/>
                  </a:lnTo>
                  <a:lnTo>
                    <a:pt x="2813779" y="368680"/>
                  </a:lnTo>
                  <a:lnTo>
                    <a:pt x="2743435" y="362382"/>
                  </a:lnTo>
                  <a:lnTo>
                    <a:pt x="2673090" y="355968"/>
                  </a:lnTo>
                  <a:lnTo>
                    <a:pt x="2602746" y="349434"/>
                  </a:lnTo>
                  <a:lnTo>
                    <a:pt x="2532401" y="342780"/>
                  </a:lnTo>
                  <a:lnTo>
                    <a:pt x="2462057" y="336001"/>
                  </a:lnTo>
                  <a:lnTo>
                    <a:pt x="2391712" y="329097"/>
                  </a:lnTo>
                  <a:lnTo>
                    <a:pt x="2321368" y="322065"/>
                  </a:lnTo>
                  <a:lnTo>
                    <a:pt x="2251023" y="314903"/>
                  </a:lnTo>
                  <a:lnTo>
                    <a:pt x="2180679" y="307608"/>
                  </a:lnTo>
                  <a:lnTo>
                    <a:pt x="2110334" y="300177"/>
                  </a:lnTo>
                  <a:lnTo>
                    <a:pt x="2039990" y="292608"/>
                  </a:lnTo>
                  <a:lnTo>
                    <a:pt x="1969645" y="284899"/>
                  </a:lnTo>
                  <a:lnTo>
                    <a:pt x="1899301" y="277047"/>
                  </a:lnTo>
                  <a:lnTo>
                    <a:pt x="1828956" y="269050"/>
                  </a:lnTo>
                  <a:lnTo>
                    <a:pt x="1758612" y="260904"/>
                  </a:lnTo>
                  <a:lnTo>
                    <a:pt x="1688267" y="252606"/>
                  </a:lnTo>
                  <a:lnTo>
                    <a:pt x="1617923" y="244155"/>
                  </a:lnTo>
                  <a:lnTo>
                    <a:pt x="1547578" y="235547"/>
                  </a:lnTo>
                  <a:lnTo>
                    <a:pt x="1477234" y="226780"/>
                  </a:lnTo>
                  <a:lnTo>
                    <a:pt x="1406889" y="217850"/>
                  </a:lnTo>
                  <a:lnTo>
                    <a:pt x="1336545" y="208754"/>
                  </a:lnTo>
                  <a:lnTo>
                    <a:pt x="1266200" y="199489"/>
                  </a:lnTo>
                  <a:lnTo>
                    <a:pt x="1195856" y="190052"/>
                  </a:lnTo>
                  <a:lnTo>
                    <a:pt x="1125511" y="180441"/>
                  </a:lnTo>
                  <a:lnTo>
                    <a:pt x="1055167" y="170651"/>
                  </a:lnTo>
                  <a:lnTo>
                    <a:pt x="984822" y="160679"/>
                  </a:lnTo>
                  <a:lnTo>
                    <a:pt x="914478" y="150523"/>
                  </a:lnTo>
                  <a:lnTo>
                    <a:pt x="844133" y="140177"/>
                  </a:lnTo>
                  <a:lnTo>
                    <a:pt x="773789" y="129641"/>
                  </a:lnTo>
                  <a:lnTo>
                    <a:pt x="703444" y="118908"/>
                  </a:lnTo>
                  <a:lnTo>
                    <a:pt x="633100" y="107977"/>
                  </a:lnTo>
                  <a:lnTo>
                    <a:pt x="562755" y="96842"/>
                  </a:lnTo>
                  <a:lnTo>
                    <a:pt x="492411" y="85501"/>
                  </a:lnTo>
                  <a:lnTo>
                    <a:pt x="422066" y="73950"/>
                  </a:lnTo>
                  <a:lnTo>
                    <a:pt x="351722" y="62184"/>
                  </a:lnTo>
                  <a:lnTo>
                    <a:pt x="281377" y="50200"/>
                  </a:lnTo>
                  <a:lnTo>
                    <a:pt x="211033" y="37994"/>
                  </a:lnTo>
                  <a:lnTo>
                    <a:pt x="140688" y="25561"/>
                  </a:lnTo>
                  <a:lnTo>
                    <a:pt x="70344" y="128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393138" y="4336484"/>
              <a:ext cx="6806278" cy="1201317"/>
            </a:xfrm>
            <a:custGeom>
              <a:avLst/>
              <a:pathLst>
                <a:path w="6806278" h="1201317">
                  <a:moveTo>
                    <a:pt x="0" y="0"/>
                  </a:moveTo>
                  <a:lnTo>
                    <a:pt x="53207" y="30344"/>
                  </a:lnTo>
                  <a:lnTo>
                    <a:pt x="123552" y="69191"/>
                  </a:lnTo>
                  <a:lnTo>
                    <a:pt x="193896" y="106808"/>
                  </a:lnTo>
                  <a:lnTo>
                    <a:pt x="264240" y="143234"/>
                  </a:lnTo>
                  <a:lnTo>
                    <a:pt x="334585" y="178507"/>
                  </a:lnTo>
                  <a:lnTo>
                    <a:pt x="404929" y="212663"/>
                  </a:lnTo>
                  <a:lnTo>
                    <a:pt x="475274" y="245737"/>
                  </a:lnTo>
                  <a:lnTo>
                    <a:pt x="545618" y="277764"/>
                  </a:lnTo>
                  <a:lnTo>
                    <a:pt x="615963" y="308777"/>
                  </a:lnTo>
                  <a:lnTo>
                    <a:pt x="686307" y="338808"/>
                  </a:lnTo>
                  <a:lnTo>
                    <a:pt x="756652" y="367888"/>
                  </a:lnTo>
                  <a:lnTo>
                    <a:pt x="826996" y="396048"/>
                  </a:lnTo>
                  <a:lnTo>
                    <a:pt x="897341" y="423315"/>
                  </a:lnTo>
                  <a:lnTo>
                    <a:pt x="967685" y="449719"/>
                  </a:lnTo>
                  <a:lnTo>
                    <a:pt x="1038030" y="475288"/>
                  </a:lnTo>
                  <a:lnTo>
                    <a:pt x="1108374" y="500046"/>
                  </a:lnTo>
                  <a:lnTo>
                    <a:pt x="1178719" y="524021"/>
                  </a:lnTo>
                  <a:lnTo>
                    <a:pt x="1249063" y="547236"/>
                  </a:lnTo>
                  <a:lnTo>
                    <a:pt x="1319408" y="569717"/>
                  </a:lnTo>
                  <a:lnTo>
                    <a:pt x="1389752" y="591485"/>
                  </a:lnTo>
                  <a:lnTo>
                    <a:pt x="1460097" y="612564"/>
                  </a:lnTo>
                  <a:lnTo>
                    <a:pt x="1530441" y="632976"/>
                  </a:lnTo>
                  <a:lnTo>
                    <a:pt x="1600786" y="652742"/>
                  </a:lnTo>
                  <a:lnTo>
                    <a:pt x="1671130" y="671881"/>
                  </a:lnTo>
                  <a:lnTo>
                    <a:pt x="1741475" y="690415"/>
                  </a:lnTo>
                  <a:lnTo>
                    <a:pt x="1811819" y="708362"/>
                  </a:lnTo>
                  <a:lnTo>
                    <a:pt x="1882164" y="725740"/>
                  </a:lnTo>
                  <a:lnTo>
                    <a:pt x="1952508" y="742568"/>
                  </a:lnTo>
                  <a:lnTo>
                    <a:pt x="2022853" y="758864"/>
                  </a:lnTo>
                  <a:lnTo>
                    <a:pt x="2093197" y="774643"/>
                  </a:lnTo>
                  <a:lnTo>
                    <a:pt x="2163542" y="789923"/>
                  </a:lnTo>
                  <a:lnTo>
                    <a:pt x="2233886" y="804719"/>
                  </a:lnTo>
                  <a:lnTo>
                    <a:pt x="2304231" y="819046"/>
                  </a:lnTo>
                  <a:lnTo>
                    <a:pt x="2374575" y="832920"/>
                  </a:lnTo>
                  <a:lnTo>
                    <a:pt x="2444920" y="846355"/>
                  </a:lnTo>
                  <a:lnTo>
                    <a:pt x="2515264" y="859364"/>
                  </a:lnTo>
                  <a:lnTo>
                    <a:pt x="2585609" y="871961"/>
                  </a:lnTo>
                  <a:lnTo>
                    <a:pt x="2655953" y="884159"/>
                  </a:lnTo>
                  <a:lnTo>
                    <a:pt x="2726298" y="895971"/>
                  </a:lnTo>
                  <a:lnTo>
                    <a:pt x="2796642" y="907409"/>
                  </a:lnTo>
                  <a:lnTo>
                    <a:pt x="2866987" y="918485"/>
                  </a:lnTo>
                  <a:lnTo>
                    <a:pt x="2937331" y="929210"/>
                  </a:lnTo>
                  <a:lnTo>
                    <a:pt x="3007676" y="939596"/>
                  </a:lnTo>
                  <a:lnTo>
                    <a:pt x="3078020" y="949652"/>
                  </a:lnTo>
                  <a:lnTo>
                    <a:pt x="3148365" y="959391"/>
                  </a:lnTo>
                  <a:lnTo>
                    <a:pt x="3218709" y="968821"/>
                  </a:lnTo>
                  <a:lnTo>
                    <a:pt x="3289054" y="977952"/>
                  </a:lnTo>
                  <a:lnTo>
                    <a:pt x="3359398" y="986794"/>
                  </a:lnTo>
                  <a:lnTo>
                    <a:pt x="3429743" y="995356"/>
                  </a:lnTo>
                  <a:lnTo>
                    <a:pt x="3500087" y="1003647"/>
                  </a:lnTo>
                  <a:lnTo>
                    <a:pt x="3570432" y="1011676"/>
                  </a:lnTo>
                  <a:lnTo>
                    <a:pt x="3640776" y="1019450"/>
                  </a:lnTo>
                  <a:lnTo>
                    <a:pt x="3711121" y="1026978"/>
                  </a:lnTo>
                  <a:lnTo>
                    <a:pt x="3781465" y="1034268"/>
                  </a:lnTo>
                  <a:lnTo>
                    <a:pt x="3851810" y="1041327"/>
                  </a:lnTo>
                  <a:lnTo>
                    <a:pt x="3922154" y="1048163"/>
                  </a:lnTo>
                  <a:lnTo>
                    <a:pt x="3992498" y="1054782"/>
                  </a:lnTo>
                  <a:lnTo>
                    <a:pt x="4062843" y="1061191"/>
                  </a:lnTo>
                  <a:lnTo>
                    <a:pt x="4133187" y="1067398"/>
                  </a:lnTo>
                  <a:lnTo>
                    <a:pt x="4203532" y="1073408"/>
                  </a:lnTo>
                  <a:lnTo>
                    <a:pt x="4273876" y="1079227"/>
                  </a:lnTo>
                  <a:lnTo>
                    <a:pt x="4344221" y="1084863"/>
                  </a:lnTo>
                  <a:lnTo>
                    <a:pt x="4414565" y="1090320"/>
                  </a:lnTo>
                  <a:lnTo>
                    <a:pt x="4484910" y="1095604"/>
                  </a:lnTo>
                  <a:lnTo>
                    <a:pt x="4555254" y="1100721"/>
                  </a:lnTo>
                  <a:lnTo>
                    <a:pt x="4625599" y="1105675"/>
                  </a:lnTo>
                  <a:lnTo>
                    <a:pt x="4695943" y="1110473"/>
                  </a:lnTo>
                  <a:lnTo>
                    <a:pt x="4766288" y="1115119"/>
                  </a:lnTo>
                  <a:lnTo>
                    <a:pt x="4836632" y="1119618"/>
                  </a:lnTo>
                  <a:lnTo>
                    <a:pt x="4906977" y="1123975"/>
                  </a:lnTo>
                  <a:lnTo>
                    <a:pt x="4977321" y="1128193"/>
                  </a:lnTo>
                  <a:lnTo>
                    <a:pt x="5047666" y="1132278"/>
                  </a:lnTo>
                  <a:lnTo>
                    <a:pt x="5118010" y="1136234"/>
                  </a:lnTo>
                  <a:lnTo>
                    <a:pt x="5188355" y="1140064"/>
                  </a:lnTo>
                  <a:lnTo>
                    <a:pt x="5258699" y="1143773"/>
                  </a:lnTo>
                  <a:lnTo>
                    <a:pt x="5329044" y="1147365"/>
                  </a:lnTo>
                  <a:lnTo>
                    <a:pt x="5399388" y="1150843"/>
                  </a:lnTo>
                  <a:lnTo>
                    <a:pt x="5469733" y="1154210"/>
                  </a:lnTo>
                  <a:lnTo>
                    <a:pt x="5540077" y="1157472"/>
                  </a:lnTo>
                  <a:lnTo>
                    <a:pt x="5610422" y="1160629"/>
                  </a:lnTo>
                  <a:lnTo>
                    <a:pt x="5680766" y="1163687"/>
                  </a:lnTo>
                  <a:lnTo>
                    <a:pt x="5751111" y="1166648"/>
                  </a:lnTo>
                  <a:lnTo>
                    <a:pt x="5821455" y="1169516"/>
                  </a:lnTo>
                  <a:lnTo>
                    <a:pt x="5891800" y="1172292"/>
                  </a:lnTo>
                  <a:lnTo>
                    <a:pt x="5962144" y="1174981"/>
                  </a:lnTo>
                  <a:lnTo>
                    <a:pt x="6032489" y="1177584"/>
                  </a:lnTo>
                  <a:lnTo>
                    <a:pt x="6102833" y="1180105"/>
                  </a:lnTo>
                  <a:lnTo>
                    <a:pt x="6173178" y="1182546"/>
                  </a:lnTo>
                  <a:lnTo>
                    <a:pt x="6243522" y="1184910"/>
                  </a:lnTo>
                  <a:lnTo>
                    <a:pt x="6313867" y="1187199"/>
                  </a:lnTo>
                  <a:lnTo>
                    <a:pt x="6384211" y="1189416"/>
                  </a:lnTo>
                  <a:lnTo>
                    <a:pt x="6454556" y="1191562"/>
                  </a:lnTo>
                  <a:lnTo>
                    <a:pt x="6524900" y="1193641"/>
                  </a:lnTo>
                  <a:lnTo>
                    <a:pt x="6595245" y="1195653"/>
                  </a:lnTo>
                  <a:lnTo>
                    <a:pt x="6665589" y="1197602"/>
                  </a:lnTo>
                  <a:lnTo>
                    <a:pt x="6735934" y="1199489"/>
                  </a:lnTo>
                  <a:lnTo>
                    <a:pt x="6806278" y="12013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(1.24-1.70), p_Bonf = &lt;0.001 (n = 6)  |  per IQR decline (Δ = 29.9 %): 3.04 (1.89-4.91)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2026-07-22T07:57:18Z</dcterms:modified>
  <cp:category/>
</cp:coreProperties>
</file>