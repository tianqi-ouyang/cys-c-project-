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p_Bonf = &lt;0.001 (n = 6)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2026-07-01T09:33:50Z</dcterms:modified>
  <cp:category/>
</cp:coreProperties>
</file>