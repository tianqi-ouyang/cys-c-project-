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73568"/>
            </a:xfrm>
            <a:custGeom>
              <a:avLst/>
              <a:pathLst>
                <a:path w="7403783" h="3573568">
                  <a:moveTo>
                    <a:pt x="1014842" y="0"/>
                  </a:moveTo>
                  <a:lnTo>
                    <a:pt x="1043281" y="62673"/>
                  </a:lnTo>
                  <a:lnTo>
                    <a:pt x="1119914" y="223968"/>
                  </a:lnTo>
                  <a:lnTo>
                    <a:pt x="1196546" y="378015"/>
                  </a:lnTo>
                  <a:lnTo>
                    <a:pt x="1273179" y="525142"/>
                  </a:lnTo>
                  <a:lnTo>
                    <a:pt x="1349811" y="665658"/>
                  </a:lnTo>
                  <a:lnTo>
                    <a:pt x="1426444" y="799861"/>
                  </a:lnTo>
                  <a:lnTo>
                    <a:pt x="1503076" y="928034"/>
                  </a:lnTo>
                  <a:lnTo>
                    <a:pt x="1579709" y="1050448"/>
                  </a:lnTo>
                  <a:lnTo>
                    <a:pt x="1656342" y="1167363"/>
                  </a:lnTo>
                  <a:lnTo>
                    <a:pt x="1732974" y="1279024"/>
                  </a:lnTo>
                  <a:lnTo>
                    <a:pt x="1809607" y="1385669"/>
                  </a:lnTo>
                  <a:lnTo>
                    <a:pt x="1886239" y="1487523"/>
                  </a:lnTo>
                  <a:lnTo>
                    <a:pt x="1962872" y="1584800"/>
                  </a:lnTo>
                  <a:lnTo>
                    <a:pt x="2039504" y="1677706"/>
                  </a:lnTo>
                  <a:lnTo>
                    <a:pt x="2116137" y="1766439"/>
                  </a:lnTo>
                  <a:lnTo>
                    <a:pt x="2192769" y="1851184"/>
                  </a:lnTo>
                  <a:lnTo>
                    <a:pt x="2269402" y="1932122"/>
                  </a:lnTo>
                  <a:lnTo>
                    <a:pt x="2346034" y="2009424"/>
                  </a:lnTo>
                  <a:lnTo>
                    <a:pt x="2422667" y="2083252"/>
                  </a:lnTo>
                  <a:lnTo>
                    <a:pt x="2499300" y="2153764"/>
                  </a:lnTo>
                  <a:lnTo>
                    <a:pt x="2575932" y="2221107"/>
                  </a:lnTo>
                  <a:lnTo>
                    <a:pt x="2652565" y="2285425"/>
                  </a:lnTo>
                  <a:lnTo>
                    <a:pt x="2729197" y="2346853"/>
                  </a:lnTo>
                  <a:lnTo>
                    <a:pt x="2805830" y="2405521"/>
                  </a:lnTo>
                  <a:lnTo>
                    <a:pt x="2882462" y="2461553"/>
                  </a:lnTo>
                  <a:lnTo>
                    <a:pt x="2959095" y="2515068"/>
                  </a:lnTo>
                  <a:lnTo>
                    <a:pt x="3035727" y="2566178"/>
                  </a:lnTo>
                  <a:lnTo>
                    <a:pt x="3112360" y="2614992"/>
                  </a:lnTo>
                  <a:lnTo>
                    <a:pt x="3188993" y="2661613"/>
                  </a:lnTo>
                  <a:lnTo>
                    <a:pt x="3265625" y="2706139"/>
                  </a:lnTo>
                  <a:lnTo>
                    <a:pt x="3342258" y="2748665"/>
                  </a:lnTo>
                  <a:lnTo>
                    <a:pt x="3418890" y="2785497"/>
                  </a:lnTo>
                  <a:lnTo>
                    <a:pt x="3495523" y="2801291"/>
                  </a:lnTo>
                  <a:lnTo>
                    <a:pt x="3572155" y="2816798"/>
                  </a:lnTo>
                  <a:lnTo>
                    <a:pt x="3648788" y="2832023"/>
                  </a:lnTo>
                  <a:lnTo>
                    <a:pt x="3725420" y="2846970"/>
                  </a:lnTo>
                  <a:lnTo>
                    <a:pt x="3802053" y="2861645"/>
                  </a:lnTo>
                  <a:lnTo>
                    <a:pt x="3878685" y="2876053"/>
                  </a:lnTo>
                  <a:lnTo>
                    <a:pt x="3955318" y="2890198"/>
                  </a:lnTo>
                  <a:lnTo>
                    <a:pt x="4031951" y="2904086"/>
                  </a:lnTo>
                  <a:lnTo>
                    <a:pt x="4108583" y="2917721"/>
                  </a:lnTo>
                  <a:lnTo>
                    <a:pt x="4185216" y="2931107"/>
                  </a:lnTo>
                  <a:lnTo>
                    <a:pt x="4261848" y="2944250"/>
                  </a:lnTo>
                  <a:lnTo>
                    <a:pt x="4338481" y="2957153"/>
                  </a:lnTo>
                  <a:lnTo>
                    <a:pt x="4415113" y="2969821"/>
                  </a:lnTo>
                  <a:lnTo>
                    <a:pt x="4491746" y="2982258"/>
                  </a:lnTo>
                  <a:lnTo>
                    <a:pt x="4568378" y="2994469"/>
                  </a:lnTo>
                  <a:lnTo>
                    <a:pt x="4645011" y="3006458"/>
                  </a:lnTo>
                  <a:lnTo>
                    <a:pt x="4721644" y="3018228"/>
                  </a:lnTo>
                  <a:lnTo>
                    <a:pt x="4798276" y="3029783"/>
                  </a:lnTo>
                  <a:lnTo>
                    <a:pt x="4874909" y="3041128"/>
                  </a:lnTo>
                  <a:lnTo>
                    <a:pt x="4951541" y="3052267"/>
                  </a:lnTo>
                  <a:lnTo>
                    <a:pt x="5028174" y="3063203"/>
                  </a:lnTo>
                  <a:lnTo>
                    <a:pt x="5104806" y="3073939"/>
                  </a:lnTo>
                  <a:lnTo>
                    <a:pt x="5181439" y="3084480"/>
                  </a:lnTo>
                  <a:lnTo>
                    <a:pt x="5258071" y="3094829"/>
                  </a:lnTo>
                  <a:lnTo>
                    <a:pt x="5334704" y="3104989"/>
                  </a:lnTo>
                  <a:lnTo>
                    <a:pt x="5411336" y="3114965"/>
                  </a:lnTo>
                  <a:lnTo>
                    <a:pt x="5487969" y="3124758"/>
                  </a:lnTo>
                  <a:lnTo>
                    <a:pt x="5564602" y="3134373"/>
                  </a:lnTo>
                  <a:lnTo>
                    <a:pt x="5641234" y="3143814"/>
                  </a:lnTo>
                  <a:lnTo>
                    <a:pt x="5717867" y="3153082"/>
                  </a:lnTo>
                  <a:lnTo>
                    <a:pt x="5794499" y="3162181"/>
                  </a:lnTo>
                  <a:lnTo>
                    <a:pt x="5871132" y="3171115"/>
                  </a:lnTo>
                  <a:lnTo>
                    <a:pt x="5947764" y="3179886"/>
                  </a:lnTo>
                  <a:lnTo>
                    <a:pt x="6024397" y="3188497"/>
                  </a:lnTo>
                  <a:lnTo>
                    <a:pt x="6101029" y="3196951"/>
                  </a:lnTo>
                  <a:lnTo>
                    <a:pt x="6177662" y="3205251"/>
                  </a:lnTo>
                  <a:lnTo>
                    <a:pt x="6254294" y="3213400"/>
                  </a:lnTo>
                  <a:lnTo>
                    <a:pt x="6330927" y="3221401"/>
                  </a:lnTo>
                  <a:lnTo>
                    <a:pt x="6407560" y="3229256"/>
                  </a:lnTo>
                  <a:lnTo>
                    <a:pt x="6484192" y="3236968"/>
                  </a:lnTo>
                  <a:lnTo>
                    <a:pt x="6560825" y="3244539"/>
                  </a:lnTo>
                  <a:lnTo>
                    <a:pt x="6637457" y="3251973"/>
                  </a:lnTo>
                  <a:lnTo>
                    <a:pt x="6714090" y="3259271"/>
                  </a:lnTo>
                  <a:lnTo>
                    <a:pt x="6790722" y="3266436"/>
                  </a:lnTo>
                  <a:lnTo>
                    <a:pt x="6867355" y="3273470"/>
                  </a:lnTo>
                  <a:lnTo>
                    <a:pt x="6943987" y="3280377"/>
                  </a:lnTo>
                  <a:lnTo>
                    <a:pt x="7020620" y="3287158"/>
                  </a:lnTo>
                  <a:lnTo>
                    <a:pt x="7097253" y="3293815"/>
                  </a:lnTo>
                  <a:lnTo>
                    <a:pt x="7173885" y="3300351"/>
                  </a:lnTo>
                  <a:lnTo>
                    <a:pt x="7250518" y="3306768"/>
                  </a:lnTo>
                  <a:lnTo>
                    <a:pt x="7327150" y="3313068"/>
                  </a:lnTo>
                  <a:lnTo>
                    <a:pt x="7403783" y="3319253"/>
                  </a:lnTo>
                  <a:lnTo>
                    <a:pt x="7403783" y="3573568"/>
                  </a:lnTo>
                  <a:lnTo>
                    <a:pt x="7327150" y="3569848"/>
                  </a:lnTo>
                  <a:lnTo>
                    <a:pt x="7250518" y="3565953"/>
                  </a:lnTo>
                  <a:lnTo>
                    <a:pt x="7173885" y="3561875"/>
                  </a:lnTo>
                  <a:lnTo>
                    <a:pt x="7097253" y="3557604"/>
                  </a:lnTo>
                  <a:lnTo>
                    <a:pt x="7020620" y="3553134"/>
                  </a:lnTo>
                  <a:lnTo>
                    <a:pt x="6943987" y="3548452"/>
                  </a:lnTo>
                  <a:lnTo>
                    <a:pt x="6867355" y="3543551"/>
                  </a:lnTo>
                  <a:lnTo>
                    <a:pt x="6790722" y="3538419"/>
                  </a:lnTo>
                  <a:lnTo>
                    <a:pt x="6714090" y="3533046"/>
                  </a:lnTo>
                  <a:lnTo>
                    <a:pt x="6637457" y="3527419"/>
                  </a:lnTo>
                  <a:lnTo>
                    <a:pt x="6560825" y="3521528"/>
                  </a:lnTo>
                  <a:lnTo>
                    <a:pt x="6484192" y="3515360"/>
                  </a:lnTo>
                  <a:lnTo>
                    <a:pt x="6407560" y="3508902"/>
                  </a:lnTo>
                  <a:lnTo>
                    <a:pt x="6330927" y="3502140"/>
                  </a:lnTo>
                  <a:lnTo>
                    <a:pt x="6254294" y="3495060"/>
                  </a:lnTo>
                  <a:lnTo>
                    <a:pt x="6177662" y="3487647"/>
                  </a:lnTo>
                  <a:lnTo>
                    <a:pt x="6101029" y="3479885"/>
                  </a:lnTo>
                  <a:lnTo>
                    <a:pt x="6024397" y="3471758"/>
                  </a:lnTo>
                  <a:lnTo>
                    <a:pt x="5947764" y="3463249"/>
                  </a:lnTo>
                  <a:lnTo>
                    <a:pt x="5871132" y="3454339"/>
                  </a:lnTo>
                  <a:lnTo>
                    <a:pt x="5794499" y="3445010"/>
                  </a:lnTo>
                  <a:lnTo>
                    <a:pt x="5717867" y="3435243"/>
                  </a:lnTo>
                  <a:lnTo>
                    <a:pt x="5641234" y="3425016"/>
                  </a:lnTo>
                  <a:lnTo>
                    <a:pt x="5564602" y="3414307"/>
                  </a:lnTo>
                  <a:lnTo>
                    <a:pt x="5487969" y="3403095"/>
                  </a:lnTo>
                  <a:lnTo>
                    <a:pt x="5411336" y="3391356"/>
                  </a:lnTo>
                  <a:lnTo>
                    <a:pt x="5334704" y="3379064"/>
                  </a:lnTo>
                  <a:lnTo>
                    <a:pt x="5258071" y="3366194"/>
                  </a:lnTo>
                  <a:lnTo>
                    <a:pt x="5181439" y="3352719"/>
                  </a:lnTo>
                  <a:lnTo>
                    <a:pt x="5104806" y="3338610"/>
                  </a:lnTo>
                  <a:lnTo>
                    <a:pt x="5028174" y="3323837"/>
                  </a:lnTo>
                  <a:lnTo>
                    <a:pt x="4951541" y="3308369"/>
                  </a:lnTo>
                  <a:lnTo>
                    <a:pt x="4874909" y="3292173"/>
                  </a:lnTo>
                  <a:lnTo>
                    <a:pt x="4798276" y="3275216"/>
                  </a:lnTo>
                  <a:lnTo>
                    <a:pt x="4721644" y="3257460"/>
                  </a:lnTo>
                  <a:lnTo>
                    <a:pt x="4645011" y="3238870"/>
                  </a:lnTo>
                  <a:lnTo>
                    <a:pt x="4568378" y="3219405"/>
                  </a:lnTo>
                  <a:lnTo>
                    <a:pt x="4491746" y="3199024"/>
                  </a:lnTo>
                  <a:lnTo>
                    <a:pt x="4415113" y="3177684"/>
                  </a:lnTo>
                  <a:lnTo>
                    <a:pt x="4338481" y="3155341"/>
                  </a:lnTo>
                  <a:lnTo>
                    <a:pt x="4261848" y="3131947"/>
                  </a:lnTo>
                  <a:lnTo>
                    <a:pt x="4185216" y="3107452"/>
                  </a:lnTo>
                  <a:lnTo>
                    <a:pt x="4108583" y="3081804"/>
                  </a:lnTo>
                  <a:lnTo>
                    <a:pt x="4031951" y="3054950"/>
                  </a:lnTo>
                  <a:lnTo>
                    <a:pt x="3955318" y="3026833"/>
                  </a:lnTo>
                  <a:lnTo>
                    <a:pt x="3878685" y="2997393"/>
                  </a:lnTo>
                  <a:lnTo>
                    <a:pt x="3802053" y="2966569"/>
                  </a:lnTo>
                  <a:lnTo>
                    <a:pt x="3725420" y="2934294"/>
                  </a:lnTo>
                  <a:lnTo>
                    <a:pt x="3648788" y="2900501"/>
                  </a:lnTo>
                  <a:lnTo>
                    <a:pt x="3572155" y="2865118"/>
                  </a:lnTo>
                  <a:lnTo>
                    <a:pt x="3495523" y="2828070"/>
                  </a:lnTo>
                  <a:lnTo>
                    <a:pt x="3418890" y="2789280"/>
                  </a:lnTo>
                  <a:lnTo>
                    <a:pt x="3342258" y="2769409"/>
                  </a:lnTo>
                  <a:lnTo>
                    <a:pt x="3265625" y="2753022"/>
                  </a:lnTo>
                  <a:lnTo>
                    <a:pt x="3188993" y="2736332"/>
                  </a:lnTo>
                  <a:lnTo>
                    <a:pt x="3112360" y="2719332"/>
                  </a:lnTo>
                  <a:lnTo>
                    <a:pt x="3035727" y="2702017"/>
                  </a:lnTo>
                  <a:lnTo>
                    <a:pt x="2959095" y="2684380"/>
                  </a:lnTo>
                  <a:lnTo>
                    <a:pt x="2882462" y="2666417"/>
                  </a:lnTo>
                  <a:lnTo>
                    <a:pt x="2805830" y="2648120"/>
                  </a:lnTo>
                  <a:lnTo>
                    <a:pt x="2729197" y="2629483"/>
                  </a:lnTo>
                  <a:lnTo>
                    <a:pt x="2652565" y="2610501"/>
                  </a:lnTo>
                  <a:lnTo>
                    <a:pt x="2575932" y="2591166"/>
                  </a:lnTo>
                  <a:lnTo>
                    <a:pt x="2499300" y="2571473"/>
                  </a:lnTo>
                  <a:lnTo>
                    <a:pt x="2422667" y="2551415"/>
                  </a:lnTo>
                  <a:lnTo>
                    <a:pt x="2346034" y="2530984"/>
                  </a:lnTo>
                  <a:lnTo>
                    <a:pt x="2269402" y="2510174"/>
                  </a:lnTo>
                  <a:lnTo>
                    <a:pt x="2192769" y="2488979"/>
                  </a:lnTo>
                  <a:lnTo>
                    <a:pt x="2116137" y="2467390"/>
                  </a:lnTo>
                  <a:lnTo>
                    <a:pt x="2039504" y="2445400"/>
                  </a:lnTo>
                  <a:lnTo>
                    <a:pt x="1962872" y="2423003"/>
                  </a:lnTo>
                  <a:lnTo>
                    <a:pt x="1886239" y="2400190"/>
                  </a:lnTo>
                  <a:lnTo>
                    <a:pt x="1809607" y="2376953"/>
                  </a:lnTo>
                  <a:lnTo>
                    <a:pt x="1732974" y="2353286"/>
                  </a:lnTo>
                  <a:lnTo>
                    <a:pt x="1656342" y="2329180"/>
                  </a:lnTo>
                  <a:lnTo>
                    <a:pt x="1579709" y="2304626"/>
                  </a:lnTo>
                  <a:lnTo>
                    <a:pt x="1503076" y="2279617"/>
                  </a:lnTo>
                  <a:lnTo>
                    <a:pt x="1426444" y="2254144"/>
                  </a:lnTo>
                  <a:lnTo>
                    <a:pt x="1349811" y="2228198"/>
                  </a:lnTo>
                  <a:lnTo>
                    <a:pt x="1273179" y="2201771"/>
                  </a:lnTo>
                  <a:lnTo>
                    <a:pt x="1196546" y="2174853"/>
                  </a:lnTo>
                  <a:lnTo>
                    <a:pt x="1119914" y="2147437"/>
                  </a:lnTo>
                  <a:lnTo>
                    <a:pt x="1043281" y="2119511"/>
                  </a:lnTo>
                  <a:lnTo>
                    <a:pt x="966649" y="2091068"/>
                  </a:lnTo>
                  <a:lnTo>
                    <a:pt x="890016" y="2062096"/>
                  </a:lnTo>
                  <a:lnTo>
                    <a:pt x="813384" y="2032588"/>
                  </a:lnTo>
                  <a:lnTo>
                    <a:pt x="736751" y="2002531"/>
                  </a:lnTo>
                  <a:lnTo>
                    <a:pt x="660118" y="1971917"/>
                  </a:lnTo>
                  <a:lnTo>
                    <a:pt x="583486" y="1940736"/>
                  </a:lnTo>
                  <a:lnTo>
                    <a:pt x="506853" y="1908975"/>
                  </a:lnTo>
                  <a:lnTo>
                    <a:pt x="430221" y="1876626"/>
                  </a:lnTo>
                  <a:lnTo>
                    <a:pt x="353588" y="1843676"/>
                  </a:lnTo>
                  <a:lnTo>
                    <a:pt x="276956" y="1810115"/>
                  </a:lnTo>
                  <a:lnTo>
                    <a:pt x="200323" y="1775931"/>
                  </a:lnTo>
                  <a:lnTo>
                    <a:pt x="123691" y="1741114"/>
                  </a:lnTo>
                  <a:lnTo>
                    <a:pt x="47058" y="1705650"/>
                  </a:lnTo>
                  <a:lnTo>
                    <a:pt x="0" y="16834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1896563"/>
              <a:ext cx="6388940" cy="3319253"/>
            </a:xfrm>
            <a:custGeom>
              <a:avLst/>
              <a:pathLst>
                <a:path w="6388940" h="3319253">
                  <a:moveTo>
                    <a:pt x="0" y="0"/>
                  </a:moveTo>
                  <a:lnTo>
                    <a:pt x="28439" y="62673"/>
                  </a:lnTo>
                  <a:lnTo>
                    <a:pt x="105071" y="223968"/>
                  </a:lnTo>
                  <a:lnTo>
                    <a:pt x="181704" y="378015"/>
                  </a:lnTo>
                  <a:lnTo>
                    <a:pt x="258336" y="525142"/>
                  </a:lnTo>
                  <a:lnTo>
                    <a:pt x="334969" y="665658"/>
                  </a:lnTo>
                  <a:lnTo>
                    <a:pt x="411601" y="799861"/>
                  </a:lnTo>
                  <a:lnTo>
                    <a:pt x="488234" y="928034"/>
                  </a:lnTo>
                  <a:lnTo>
                    <a:pt x="564866" y="1050448"/>
                  </a:lnTo>
                  <a:lnTo>
                    <a:pt x="641499" y="1167363"/>
                  </a:lnTo>
                  <a:lnTo>
                    <a:pt x="718131" y="1279024"/>
                  </a:lnTo>
                  <a:lnTo>
                    <a:pt x="794764" y="1385669"/>
                  </a:lnTo>
                  <a:lnTo>
                    <a:pt x="871397" y="1487523"/>
                  </a:lnTo>
                  <a:lnTo>
                    <a:pt x="948029" y="1584800"/>
                  </a:lnTo>
                  <a:lnTo>
                    <a:pt x="1024662" y="1677706"/>
                  </a:lnTo>
                  <a:lnTo>
                    <a:pt x="1101294" y="1766439"/>
                  </a:lnTo>
                  <a:lnTo>
                    <a:pt x="1177927" y="1851184"/>
                  </a:lnTo>
                  <a:lnTo>
                    <a:pt x="1254559" y="1932122"/>
                  </a:lnTo>
                  <a:lnTo>
                    <a:pt x="1331192" y="2009424"/>
                  </a:lnTo>
                  <a:lnTo>
                    <a:pt x="1407824" y="2083252"/>
                  </a:lnTo>
                  <a:lnTo>
                    <a:pt x="1484457" y="2153764"/>
                  </a:lnTo>
                  <a:lnTo>
                    <a:pt x="1561090" y="2221107"/>
                  </a:lnTo>
                  <a:lnTo>
                    <a:pt x="1637722" y="2285425"/>
                  </a:lnTo>
                  <a:lnTo>
                    <a:pt x="1714355" y="2346853"/>
                  </a:lnTo>
                  <a:lnTo>
                    <a:pt x="1790987" y="2405521"/>
                  </a:lnTo>
                  <a:lnTo>
                    <a:pt x="1867620" y="2461553"/>
                  </a:lnTo>
                  <a:lnTo>
                    <a:pt x="1944252" y="2515068"/>
                  </a:lnTo>
                  <a:lnTo>
                    <a:pt x="2020885" y="2566178"/>
                  </a:lnTo>
                  <a:lnTo>
                    <a:pt x="2097517" y="2614992"/>
                  </a:lnTo>
                  <a:lnTo>
                    <a:pt x="2174150" y="2661613"/>
                  </a:lnTo>
                  <a:lnTo>
                    <a:pt x="2250782" y="2706139"/>
                  </a:lnTo>
                  <a:lnTo>
                    <a:pt x="2327415" y="2748665"/>
                  </a:lnTo>
                  <a:lnTo>
                    <a:pt x="2404048" y="2785497"/>
                  </a:lnTo>
                  <a:lnTo>
                    <a:pt x="2480680" y="2801291"/>
                  </a:lnTo>
                  <a:lnTo>
                    <a:pt x="2557313" y="2816798"/>
                  </a:lnTo>
                  <a:lnTo>
                    <a:pt x="2633945" y="2832023"/>
                  </a:lnTo>
                  <a:lnTo>
                    <a:pt x="2710578" y="2846970"/>
                  </a:lnTo>
                  <a:lnTo>
                    <a:pt x="2787210" y="2861645"/>
                  </a:lnTo>
                  <a:lnTo>
                    <a:pt x="2863843" y="2876053"/>
                  </a:lnTo>
                  <a:lnTo>
                    <a:pt x="2940475" y="2890198"/>
                  </a:lnTo>
                  <a:lnTo>
                    <a:pt x="3017108" y="2904086"/>
                  </a:lnTo>
                  <a:lnTo>
                    <a:pt x="3093740" y="2917721"/>
                  </a:lnTo>
                  <a:lnTo>
                    <a:pt x="3170373" y="2931107"/>
                  </a:lnTo>
                  <a:lnTo>
                    <a:pt x="3247006" y="2944250"/>
                  </a:lnTo>
                  <a:lnTo>
                    <a:pt x="3323638" y="2957153"/>
                  </a:lnTo>
                  <a:lnTo>
                    <a:pt x="3400271" y="2969821"/>
                  </a:lnTo>
                  <a:lnTo>
                    <a:pt x="3476903" y="2982258"/>
                  </a:lnTo>
                  <a:lnTo>
                    <a:pt x="3553536" y="2994469"/>
                  </a:lnTo>
                  <a:lnTo>
                    <a:pt x="3630168" y="3006458"/>
                  </a:lnTo>
                  <a:lnTo>
                    <a:pt x="3706801" y="3018228"/>
                  </a:lnTo>
                  <a:lnTo>
                    <a:pt x="3783433" y="3029783"/>
                  </a:lnTo>
                  <a:lnTo>
                    <a:pt x="3860066" y="3041128"/>
                  </a:lnTo>
                  <a:lnTo>
                    <a:pt x="3936699" y="3052267"/>
                  </a:lnTo>
                  <a:lnTo>
                    <a:pt x="4013331" y="3063203"/>
                  </a:lnTo>
                  <a:lnTo>
                    <a:pt x="4089964" y="3073939"/>
                  </a:lnTo>
                  <a:lnTo>
                    <a:pt x="4166596" y="3084480"/>
                  </a:lnTo>
                  <a:lnTo>
                    <a:pt x="4243229" y="3094829"/>
                  </a:lnTo>
                  <a:lnTo>
                    <a:pt x="4319861" y="3104989"/>
                  </a:lnTo>
                  <a:lnTo>
                    <a:pt x="4396494" y="3114965"/>
                  </a:lnTo>
                  <a:lnTo>
                    <a:pt x="4473126" y="3124758"/>
                  </a:lnTo>
                  <a:lnTo>
                    <a:pt x="4549759" y="3134373"/>
                  </a:lnTo>
                  <a:lnTo>
                    <a:pt x="4626391" y="3143814"/>
                  </a:lnTo>
                  <a:lnTo>
                    <a:pt x="4703024" y="3153082"/>
                  </a:lnTo>
                  <a:lnTo>
                    <a:pt x="4779657" y="3162181"/>
                  </a:lnTo>
                  <a:lnTo>
                    <a:pt x="4856289" y="3171115"/>
                  </a:lnTo>
                  <a:lnTo>
                    <a:pt x="4932922" y="3179886"/>
                  </a:lnTo>
                  <a:lnTo>
                    <a:pt x="5009554" y="3188497"/>
                  </a:lnTo>
                  <a:lnTo>
                    <a:pt x="5086187" y="3196951"/>
                  </a:lnTo>
                  <a:lnTo>
                    <a:pt x="5162819" y="3205251"/>
                  </a:lnTo>
                  <a:lnTo>
                    <a:pt x="5239452" y="3213400"/>
                  </a:lnTo>
                  <a:lnTo>
                    <a:pt x="5316084" y="3221401"/>
                  </a:lnTo>
                  <a:lnTo>
                    <a:pt x="5392717" y="3229256"/>
                  </a:lnTo>
                  <a:lnTo>
                    <a:pt x="5469349" y="3236968"/>
                  </a:lnTo>
                  <a:lnTo>
                    <a:pt x="5545982" y="3244539"/>
                  </a:lnTo>
                  <a:lnTo>
                    <a:pt x="5622615" y="3251973"/>
                  </a:lnTo>
                  <a:lnTo>
                    <a:pt x="5699247" y="3259271"/>
                  </a:lnTo>
                  <a:lnTo>
                    <a:pt x="5775880" y="3266436"/>
                  </a:lnTo>
                  <a:lnTo>
                    <a:pt x="5852512" y="3273470"/>
                  </a:lnTo>
                  <a:lnTo>
                    <a:pt x="5929145" y="3280377"/>
                  </a:lnTo>
                  <a:lnTo>
                    <a:pt x="6005777" y="3287158"/>
                  </a:lnTo>
                  <a:lnTo>
                    <a:pt x="6082410" y="3293815"/>
                  </a:lnTo>
                  <a:lnTo>
                    <a:pt x="6159042" y="3300351"/>
                  </a:lnTo>
                  <a:lnTo>
                    <a:pt x="6235675" y="3306768"/>
                  </a:lnTo>
                  <a:lnTo>
                    <a:pt x="6312308" y="3313068"/>
                  </a:lnTo>
                  <a:lnTo>
                    <a:pt x="6388940" y="33192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80032"/>
              <a:ext cx="7403783" cy="1890099"/>
            </a:xfrm>
            <a:custGeom>
              <a:avLst/>
              <a:pathLst>
                <a:path w="7403783" h="1890099">
                  <a:moveTo>
                    <a:pt x="7403783" y="1890099"/>
                  </a:moveTo>
                  <a:lnTo>
                    <a:pt x="7327150" y="1886379"/>
                  </a:lnTo>
                  <a:lnTo>
                    <a:pt x="7250518" y="1882484"/>
                  </a:lnTo>
                  <a:lnTo>
                    <a:pt x="7173885" y="1878406"/>
                  </a:lnTo>
                  <a:lnTo>
                    <a:pt x="7097253" y="1874136"/>
                  </a:lnTo>
                  <a:lnTo>
                    <a:pt x="7020620" y="1869665"/>
                  </a:lnTo>
                  <a:lnTo>
                    <a:pt x="6943987" y="1864984"/>
                  </a:lnTo>
                  <a:lnTo>
                    <a:pt x="6867355" y="1860082"/>
                  </a:lnTo>
                  <a:lnTo>
                    <a:pt x="6790722" y="1854950"/>
                  </a:lnTo>
                  <a:lnTo>
                    <a:pt x="6714090" y="1849577"/>
                  </a:lnTo>
                  <a:lnTo>
                    <a:pt x="6637457" y="1843951"/>
                  </a:lnTo>
                  <a:lnTo>
                    <a:pt x="6560825" y="1838060"/>
                  </a:lnTo>
                  <a:lnTo>
                    <a:pt x="6484192" y="1831892"/>
                  </a:lnTo>
                  <a:lnTo>
                    <a:pt x="6407560" y="1825434"/>
                  </a:lnTo>
                  <a:lnTo>
                    <a:pt x="6330927" y="1818672"/>
                  </a:lnTo>
                  <a:lnTo>
                    <a:pt x="6254294" y="1811591"/>
                  </a:lnTo>
                  <a:lnTo>
                    <a:pt x="6177662" y="1804178"/>
                  </a:lnTo>
                  <a:lnTo>
                    <a:pt x="6101029" y="1796416"/>
                  </a:lnTo>
                  <a:lnTo>
                    <a:pt x="6024397" y="1788289"/>
                  </a:lnTo>
                  <a:lnTo>
                    <a:pt x="5947764" y="1779780"/>
                  </a:lnTo>
                  <a:lnTo>
                    <a:pt x="5871132" y="1770870"/>
                  </a:lnTo>
                  <a:lnTo>
                    <a:pt x="5794499" y="1761542"/>
                  </a:lnTo>
                  <a:lnTo>
                    <a:pt x="5717867" y="1751774"/>
                  </a:lnTo>
                  <a:lnTo>
                    <a:pt x="5641234" y="1741547"/>
                  </a:lnTo>
                  <a:lnTo>
                    <a:pt x="5564602" y="1730839"/>
                  </a:lnTo>
                  <a:lnTo>
                    <a:pt x="5487969" y="1719627"/>
                  </a:lnTo>
                  <a:lnTo>
                    <a:pt x="5411336" y="1707887"/>
                  </a:lnTo>
                  <a:lnTo>
                    <a:pt x="5334704" y="1695596"/>
                  </a:lnTo>
                  <a:lnTo>
                    <a:pt x="5258071" y="1682726"/>
                  </a:lnTo>
                  <a:lnTo>
                    <a:pt x="5181439" y="1669250"/>
                  </a:lnTo>
                  <a:lnTo>
                    <a:pt x="5104806" y="1655141"/>
                  </a:lnTo>
                  <a:lnTo>
                    <a:pt x="5028174" y="1640368"/>
                  </a:lnTo>
                  <a:lnTo>
                    <a:pt x="4951541" y="1624900"/>
                  </a:lnTo>
                  <a:lnTo>
                    <a:pt x="4874909" y="1608704"/>
                  </a:lnTo>
                  <a:lnTo>
                    <a:pt x="4798276" y="1591747"/>
                  </a:lnTo>
                  <a:lnTo>
                    <a:pt x="4721644" y="1573992"/>
                  </a:lnTo>
                  <a:lnTo>
                    <a:pt x="4645011" y="1555401"/>
                  </a:lnTo>
                  <a:lnTo>
                    <a:pt x="4568378" y="1535936"/>
                  </a:lnTo>
                  <a:lnTo>
                    <a:pt x="4491746" y="1515555"/>
                  </a:lnTo>
                  <a:lnTo>
                    <a:pt x="4415113" y="1494216"/>
                  </a:lnTo>
                  <a:lnTo>
                    <a:pt x="4338481" y="1471872"/>
                  </a:lnTo>
                  <a:lnTo>
                    <a:pt x="4261848" y="1448478"/>
                  </a:lnTo>
                  <a:lnTo>
                    <a:pt x="4185216" y="1423983"/>
                  </a:lnTo>
                  <a:lnTo>
                    <a:pt x="4108583" y="1398336"/>
                  </a:lnTo>
                  <a:lnTo>
                    <a:pt x="4031951" y="1371482"/>
                  </a:lnTo>
                  <a:lnTo>
                    <a:pt x="3955318" y="1343365"/>
                  </a:lnTo>
                  <a:lnTo>
                    <a:pt x="3878685" y="1313925"/>
                  </a:lnTo>
                  <a:lnTo>
                    <a:pt x="3802053" y="1283100"/>
                  </a:lnTo>
                  <a:lnTo>
                    <a:pt x="3725420" y="1250825"/>
                  </a:lnTo>
                  <a:lnTo>
                    <a:pt x="3648788" y="1217032"/>
                  </a:lnTo>
                  <a:lnTo>
                    <a:pt x="3572155" y="1181649"/>
                  </a:lnTo>
                  <a:lnTo>
                    <a:pt x="3495523" y="1144602"/>
                  </a:lnTo>
                  <a:lnTo>
                    <a:pt x="3418890" y="1105811"/>
                  </a:lnTo>
                  <a:lnTo>
                    <a:pt x="3342258" y="1085940"/>
                  </a:lnTo>
                  <a:lnTo>
                    <a:pt x="3265625" y="1069554"/>
                  </a:lnTo>
                  <a:lnTo>
                    <a:pt x="3188993" y="1052863"/>
                  </a:lnTo>
                  <a:lnTo>
                    <a:pt x="3112360" y="1035864"/>
                  </a:lnTo>
                  <a:lnTo>
                    <a:pt x="3035727" y="1018548"/>
                  </a:lnTo>
                  <a:lnTo>
                    <a:pt x="2959095" y="1000912"/>
                  </a:lnTo>
                  <a:lnTo>
                    <a:pt x="2882462" y="982948"/>
                  </a:lnTo>
                  <a:lnTo>
                    <a:pt x="2805830" y="964651"/>
                  </a:lnTo>
                  <a:lnTo>
                    <a:pt x="2729197" y="946014"/>
                  </a:lnTo>
                  <a:lnTo>
                    <a:pt x="2652565" y="927032"/>
                  </a:lnTo>
                  <a:lnTo>
                    <a:pt x="2575932" y="907698"/>
                  </a:lnTo>
                  <a:lnTo>
                    <a:pt x="2499300" y="888004"/>
                  </a:lnTo>
                  <a:lnTo>
                    <a:pt x="2422667" y="867946"/>
                  </a:lnTo>
                  <a:lnTo>
                    <a:pt x="2346034" y="847515"/>
                  </a:lnTo>
                  <a:lnTo>
                    <a:pt x="2269402" y="826706"/>
                  </a:lnTo>
                  <a:lnTo>
                    <a:pt x="2192769" y="805510"/>
                  </a:lnTo>
                  <a:lnTo>
                    <a:pt x="2116137" y="783921"/>
                  </a:lnTo>
                  <a:lnTo>
                    <a:pt x="2039504" y="761931"/>
                  </a:lnTo>
                  <a:lnTo>
                    <a:pt x="1962872" y="739534"/>
                  </a:lnTo>
                  <a:lnTo>
                    <a:pt x="1886239" y="716721"/>
                  </a:lnTo>
                  <a:lnTo>
                    <a:pt x="1809607" y="693485"/>
                  </a:lnTo>
                  <a:lnTo>
                    <a:pt x="1732974" y="669817"/>
                  </a:lnTo>
                  <a:lnTo>
                    <a:pt x="1656342" y="645711"/>
                  </a:lnTo>
                  <a:lnTo>
                    <a:pt x="1579709" y="621157"/>
                  </a:lnTo>
                  <a:lnTo>
                    <a:pt x="1503076" y="596148"/>
                  </a:lnTo>
                  <a:lnTo>
                    <a:pt x="1426444" y="570675"/>
                  </a:lnTo>
                  <a:lnTo>
                    <a:pt x="1349811" y="544729"/>
                  </a:lnTo>
                  <a:lnTo>
                    <a:pt x="1273179" y="518302"/>
                  </a:lnTo>
                  <a:lnTo>
                    <a:pt x="1196546" y="491385"/>
                  </a:lnTo>
                  <a:lnTo>
                    <a:pt x="1119914" y="463968"/>
                  </a:lnTo>
                  <a:lnTo>
                    <a:pt x="1043281" y="436042"/>
                  </a:lnTo>
                  <a:lnTo>
                    <a:pt x="966649" y="407599"/>
                  </a:lnTo>
                  <a:lnTo>
                    <a:pt x="890016" y="378628"/>
                  </a:lnTo>
                  <a:lnTo>
                    <a:pt x="813384" y="349119"/>
                  </a:lnTo>
                  <a:lnTo>
                    <a:pt x="736751" y="319063"/>
                  </a:lnTo>
                  <a:lnTo>
                    <a:pt x="660118" y="288449"/>
                  </a:lnTo>
                  <a:lnTo>
                    <a:pt x="583486" y="257267"/>
                  </a:lnTo>
                  <a:lnTo>
                    <a:pt x="506853" y="225507"/>
                  </a:lnTo>
                  <a:lnTo>
                    <a:pt x="430221" y="193157"/>
                  </a:lnTo>
                  <a:lnTo>
                    <a:pt x="353588" y="160207"/>
                  </a:lnTo>
                  <a:lnTo>
                    <a:pt x="276956" y="126646"/>
                  </a:lnTo>
                  <a:lnTo>
                    <a:pt x="200323" y="92463"/>
                  </a:lnTo>
                  <a:lnTo>
                    <a:pt x="123691" y="57645"/>
                  </a:lnTo>
                  <a:lnTo>
                    <a:pt x="47058" y="221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1913150"/>
              <a:ext cx="7403783" cy="3473690"/>
            </a:xfrm>
            <a:custGeom>
              <a:avLst/>
              <a:pathLst>
                <a:path w="7403783" h="3473690">
                  <a:moveTo>
                    <a:pt x="0" y="0"/>
                  </a:moveTo>
                  <a:lnTo>
                    <a:pt x="47058" y="71575"/>
                  </a:lnTo>
                  <a:lnTo>
                    <a:pt x="123691" y="184440"/>
                  </a:lnTo>
                  <a:lnTo>
                    <a:pt x="200323" y="293733"/>
                  </a:lnTo>
                  <a:lnTo>
                    <a:pt x="276956" y="399564"/>
                  </a:lnTo>
                  <a:lnTo>
                    <a:pt x="353588" y="502044"/>
                  </a:lnTo>
                  <a:lnTo>
                    <a:pt x="430221" y="601280"/>
                  </a:lnTo>
                  <a:lnTo>
                    <a:pt x="506853" y="697373"/>
                  </a:lnTo>
                  <a:lnTo>
                    <a:pt x="583486" y="790424"/>
                  </a:lnTo>
                  <a:lnTo>
                    <a:pt x="660118" y="880528"/>
                  </a:lnTo>
                  <a:lnTo>
                    <a:pt x="736751" y="967779"/>
                  </a:lnTo>
                  <a:lnTo>
                    <a:pt x="813384" y="1052268"/>
                  </a:lnTo>
                  <a:lnTo>
                    <a:pt x="890016" y="1134081"/>
                  </a:lnTo>
                  <a:lnTo>
                    <a:pt x="966649" y="1213304"/>
                  </a:lnTo>
                  <a:lnTo>
                    <a:pt x="1043281" y="1290018"/>
                  </a:lnTo>
                  <a:lnTo>
                    <a:pt x="1119914" y="1364303"/>
                  </a:lnTo>
                  <a:lnTo>
                    <a:pt x="1196546" y="1436236"/>
                  </a:lnTo>
                  <a:lnTo>
                    <a:pt x="1273179" y="1505891"/>
                  </a:lnTo>
                  <a:lnTo>
                    <a:pt x="1349811" y="1573341"/>
                  </a:lnTo>
                  <a:lnTo>
                    <a:pt x="1426444" y="1638655"/>
                  </a:lnTo>
                  <a:lnTo>
                    <a:pt x="1503076" y="1701900"/>
                  </a:lnTo>
                  <a:lnTo>
                    <a:pt x="1579709" y="1763144"/>
                  </a:lnTo>
                  <a:lnTo>
                    <a:pt x="1656342" y="1822448"/>
                  </a:lnTo>
                  <a:lnTo>
                    <a:pt x="1732974" y="1879874"/>
                  </a:lnTo>
                  <a:lnTo>
                    <a:pt x="1809607" y="1935482"/>
                  </a:lnTo>
                  <a:lnTo>
                    <a:pt x="1886239" y="1989329"/>
                  </a:lnTo>
                  <a:lnTo>
                    <a:pt x="1962872" y="2041471"/>
                  </a:lnTo>
                  <a:lnTo>
                    <a:pt x="2039504" y="2091962"/>
                  </a:lnTo>
                  <a:lnTo>
                    <a:pt x="2116137" y="2140854"/>
                  </a:lnTo>
                  <a:lnTo>
                    <a:pt x="2192769" y="2188198"/>
                  </a:lnTo>
                  <a:lnTo>
                    <a:pt x="2269402" y="2234043"/>
                  </a:lnTo>
                  <a:lnTo>
                    <a:pt x="2346034" y="2278437"/>
                  </a:lnTo>
                  <a:lnTo>
                    <a:pt x="2422667" y="2321424"/>
                  </a:lnTo>
                  <a:lnTo>
                    <a:pt x="2499300" y="2363051"/>
                  </a:lnTo>
                  <a:lnTo>
                    <a:pt x="2575932" y="2403359"/>
                  </a:lnTo>
                  <a:lnTo>
                    <a:pt x="2652565" y="2442392"/>
                  </a:lnTo>
                  <a:lnTo>
                    <a:pt x="2729197" y="2480188"/>
                  </a:lnTo>
                  <a:lnTo>
                    <a:pt x="2805830" y="2516787"/>
                  </a:lnTo>
                  <a:lnTo>
                    <a:pt x="2882462" y="2552228"/>
                  </a:lnTo>
                  <a:lnTo>
                    <a:pt x="2959095" y="2586546"/>
                  </a:lnTo>
                  <a:lnTo>
                    <a:pt x="3035727" y="2619778"/>
                  </a:lnTo>
                  <a:lnTo>
                    <a:pt x="3112360" y="2651958"/>
                  </a:lnTo>
                  <a:lnTo>
                    <a:pt x="3188993" y="2683118"/>
                  </a:lnTo>
                  <a:lnTo>
                    <a:pt x="3265625" y="2713292"/>
                  </a:lnTo>
                  <a:lnTo>
                    <a:pt x="3342258" y="2742511"/>
                  </a:lnTo>
                  <a:lnTo>
                    <a:pt x="3418890" y="2770804"/>
                  </a:lnTo>
                  <a:lnTo>
                    <a:pt x="3495523" y="2798201"/>
                  </a:lnTo>
                  <a:lnTo>
                    <a:pt x="3572155" y="2824731"/>
                  </a:lnTo>
                  <a:lnTo>
                    <a:pt x="3648788" y="2850421"/>
                  </a:lnTo>
                  <a:lnTo>
                    <a:pt x="3725420" y="2875297"/>
                  </a:lnTo>
                  <a:lnTo>
                    <a:pt x="3802053" y="2899386"/>
                  </a:lnTo>
                  <a:lnTo>
                    <a:pt x="3878685" y="2922712"/>
                  </a:lnTo>
                  <a:lnTo>
                    <a:pt x="3955318" y="2945299"/>
                  </a:lnTo>
                  <a:lnTo>
                    <a:pt x="4031951" y="2967172"/>
                  </a:lnTo>
                  <a:lnTo>
                    <a:pt x="4108583" y="2988351"/>
                  </a:lnTo>
                  <a:lnTo>
                    <a:pt x="4185216" y="3008860"/>
                  </a:lnTo>
                  <a:lnTo>
                    <a:pt x="4261848" y="3028720"/>
                  </a:lnTo>
                  <a:lnTo>
                    <a:pt x="4338481" y="3047950"/>
                  </a:lnTo>
                  <a:lnTo>
                    <a:pt x="4415113" y="3066572"/>
                  </a:lnTo>
                  <a:lnTo>
                    <a:pt x="4491746" y="3084604"/>
                  </a:lnTo>
                  <a:lnTo>
                    <a:pt x="4568378" y="3102066"/>
                  </a:lnTo>
                  <a:lnTo>
                    <a:pt x="4645011" y="3118974"/>
                  </a:lnTo>
                  <a:lnTo>
                    <a:pt x="4721644" y="3135347"/>
                  </a:lnTo>
                  <a:lnTo>
                    <a:pt x="4798276" y="3151201"/>
                  </a:lnTo>
                  <a:lnTo>
                    <a:pt x="4874909" y="3166554"/>
                  </a:lnTo>
                  <a:lnTo>
                    <a:pt x="4951541" y="3181420"/>
                  </a:lnTo>
                  <a:lnTo>
                    <a:pt x="5028174" y="3195816"/>
                  </a:lnTo>
                  <a:lnTo>
                    <a:pt x="5104806" y="3209756"/>
                  </a:lnTo>
                  <a:lnTo>
                    <a:pt x="5181439" y="3223254"/>
                  </a:lnTo>
                  <a:lnTo>
                    <a:pt x="5258071" y="3236325"/>
                  </a:lnTo>
                  <a:lnTo>
                    <a:pt x="5334704" y="3248982"/>
                  </a:lnTo>
                  <a:lnTo>
                    <a:pt x="5411336" y="3261239"/>
                  </a:lnTo>
                  <a:lnTo>
                    <a:pt x="5487969" y="3273107"/>
                  </a:lnTo>
                  <a:lnTo>
                    <a:pt x="5564602" y="3284599"/>
                  </a:lnTo>
                  <a:lnTo>
                    <a:pt x="5641234" y="3295728"/>
                  </a:lnTo>
                  <a:lnTo>
                    <a:pt x="5717867" y="3306504"/>
                  </a:lnTo>
                  <a:lnTo>
                    <a:pt x="5794499" y="3316939"/>
                  </a:lnTo>
                  <a:lnTo>
                    <a:pt x="5871132" y="3327044"/>
                  </a:lnTo>
                  <a:lnTo>
                    <a:pt x="5947764" y="3336828"/>
                  </a:lnTo>
                  <a:lnTo>
                    <a:pt x="6024397" y="3346303"/>
                  </a:lnTo>
                  <a:lnTo>
                    <a:pt x="6101029" y="3355478"/>
                  </a:lnTo>
                  <a:lnTo>
                    <a:pt x="6177662" y="3364362"/>
                  </a:lnTo>
                  <a:lnTo>
                    <a:pt x="6254294" y="3372965"/>
                  </a:lnTo>
                  <a:lnTo>
                    <a:pt x="6330927" y="3381295"/>
                  </a:lnTo>
                  <a:lnTo>
                    <a:pt x="6407560" y="3389362"/>
                  </a:lnTo>
                  <a:lnTo>
                    <a:pt x="6484192" y="3397174"/>
                  </a:lnTo>
                  <a:lnTo>
                    <a:pt x="6560825" y="3404738"/>
                  </a:lnTo>
                  <a:lnTo>
                    <a:pt x="6637457" y="3412062"/>
                  </a:lnTo>
                  <a:lnTo>
                    <a:pt x="6714090" y="3419155"/>
                  </a:lnTo>
                  <a:lnTo>
                    <a:pt x="6790722" y="3426023"/>
                  </a:lnTo>
                  <a:lnTo>
                    <a:pt x="6867355" y="3432673"/>
                  </a:lnTo>
                  <a:lnTo>
                    <a:pt x="6943987" y="3439113"/>
                  </a:lnTo>
                  <a:lnTo>
                    <a:pt x="7020620" y="3445349"/>
                  </a:lnTo>
                  <a:lnTo>
                    <a:pt x="7097253" y="3451388"/>
                  </a:lnTo>
                  <a:lnTo>
                    <a:pt x="7173885" y="3457235"/>
                  </a:lnTo>
                  <a:lnTo>
                    <a:pt x="7250518" y="3462897"/>
                  </a:lnTo>
                  <a:lnTo>
                    <a:pt x="7327150" y="3468380"/>
                  </a:lnTo>
                  <a:lnTo>
                    <a:pt x="7403783" y="34736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2026-05-21T09:04:05Z</dcterms:modified>
  <cp:category/>
</cp:coreProperties>
</file>