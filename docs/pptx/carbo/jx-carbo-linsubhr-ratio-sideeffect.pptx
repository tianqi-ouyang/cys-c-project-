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8327"/>
            </a:xfrm>
            <a:custGeom>
              <a:avLst/>
              <a:pathLst>
                <a:path w="7403783" h="3408327">
                  <a:moveTo>
                    <a:pt x="1014842" y="0"/>
                  </a:moveTo>
                  <a:lnTo>
                    <a:pt x="1043281" y="59775"/>
                  </a:lnTo>
                  <a:lnTo>
                    <a:pt x="1119914" y="213611"/>
                  </a:lnTo>
                  <a:lnTo>
                    <a:pt x="1196546" y="360536"/>
                  </a:lnTo>
                  <a:lnTo>
                    <a:pt x="1273179" y="500859"/>
                  </a:lnTo>
                  <a:lnTo>
                    <a:pt x="1349811" y="634878"/>
                  </a:lnTo>
                  <a:lnTo>
                    <a:pt x="1426444" y="762875"/>
                  </a:lnTo>
                  <a:lnTo>
                    <a:pt x="1503076" y="885122"/>
                  </a:lnTo>
                  <a:lnTo>
                    <a:pt x="1579709" y="1001876"/>
                  </a:lnTo>
                  <a:lnTo>
                    <a:pt x="1656342" y="1113384"/>
                  </a:lnTo>
                  <a:lnTo>
                    <a:pt x="1732974" y="1219883"/>
                  </a:lnTo>
                  <a:lnTo>
                    <a:pt x="1809607" y="1321596"/>
                  </a:lnTo>
                  <a:lnTo>
                    <a:pt x="1886239" y="1418740"/>
                  </a:lnTo>
                  <a:lnTo>
                    <a:pt x="1962872" y="1511519"/>
                  </a:lnTo>
                  <a:lnTo>
                    <a:pt x="2039504" y="1600130"/>
                  </a:lnTo>
                  <a:lnTo>
                    <a:pt x="2116137" y="1684759"/>
                  </a:lnTo>
                  <a:lnTo>
                    <a:pt x="2192769" y="1765586"/>
                  </a:lnTo>
                  <a:lnTo>
                    <a:pt x="2269402" y="1842782"/>
                  </a:lnTo>
                  <a:lnTo>
                    <a:pt x="2346034" y="1916509"/>
                  </a:lnTo>
                  <a:lnTo>
                    <a:pt x="2422667" y="1986924"/>
                  </a:lnTo>
                  <a:lnTo>
                    <a:pt x="2499300" y="2054175"/>
                  </a:lnTo>
                  <a:lnTo>
                    <a:pt x="2575932" y="2118404"/>
                  </a:lnTo>
                  <a:lnTo>
                    <a:pt x="2652565" y="2179748"/>
                  </a:lnTo>
                  <a:lnTo>
                    <a:pt x="2729197" y="2238335"/>
                  </a:lnTo>
                  <a:lnTo>
                    <a:pt x="2805830" y="2294291"/>
                  </a:lnTo>
                  <a:lnTo>
                    <a:pt x="2882462" y="2347732"/>
                  </a:lnTo>
                  <a:lnTo>
                    <a:pt x="2959095" y="2398772"/>
                  </a:lnTo>
                  <a:lnTo>
                    <a:pt x="3035727" y="2447519"/>
                  </a:lnTo>
                  <a:lnTo>
                    <a:pt x="3112360" y="2494076"/>
                  </a:lnTo>
                  <a:lnTo>
                    <a:pt x="3188993" y="2538541"/>
                  </a:lnTo>
                  <a:lnTo>
                    <a:pt x="3265625" y="2581008"/>
                  </a:lnTo>
                  <a:lnTo>
                    <a:pt x="3342258" y="2621568"/>
                  </a:lnTo>
                  <a:lnTo>
                    <a:pt x="3418890" y="2656696"/>
                  </a:lnTo>
                  <a:lnTo>
                    <a:pt x="3495523" y="2671761"/>
                  </a:lnTo>
                  <a:lnTo>
                    <a:pt x="3572155" y="2686551"/>
                  </a:lnTo>
                  <a:lnTo>
                    <a:pt x="3648788" y="2701071"/>
                  </a:lnTo>
                  <a:lnTo>
                    <a:pt x="3725420" y="2715327"/>
                  </a:lnTo>
                  <a:lnTo>
                    <a:pt x="3802053" y="2729324"/>
                  </a:lnTo>
                  <a:lnTo>
                    <a:pt x="3878685" y="2743065"/>
                  </a:lnTo>
                  <a:lnTo>
                    <a:pt x="3955318" y="2756557"/>
                  </a:lnTo>
                  <a:lnTo>
                    <a:pt x="4031951" y="2769802"/>
                  </a:lnTo>
                  <a:lnTo>
                    <a:pt x="4108583" y="2782806"/>
                  </a:lnTo>
                  <a:lnTo>
                    <a:pt x="4185216" y="2795574"/>
                  </a:lnTo>
                  <a:lnTo>
                    <a:pt x="4261848" y="2808109"/>
                  </a:lnTo>
                  <a:lnTo>
                    <a:pt x="4338481" y="2820415"/>
                  </a:lnTo>
                  <a:lnTo>
                    <a:pt x="4415113" y="2832497"/>
                  </a:lnTo>
                  <a:lnTo>
                    <a:pt x="4491746" y="2844360"/>
                  </a:lnTo>
                  <a:lnTo>
                    <a:pt x="4568378" y="2856006"/>
                  </a:lnTo>
                  <a:lnTo>
                    <a:pt x="4645011" y="2867440"/>
                  </a:lnTo>
                  <a:lnTo>
                    <a:pt x="4721644" y="2878666"/>
                  </a:lnTo>
                  <a:lnTo>
                    <a:pt x="4798276" y="2889687"/>
                  </a:lnTo>
                  <a:lnTo>
                    <a:pt x="4874909" y="2900508"/>
                  </a:lnTo>
                  <a:lnTo>
                    <a:pt x="4951541" y="2911131"/>
                  </a:lnTo>
                  <a:lnTo>
                    <a:pt x="5028174" y="2921561"/>
                  </a:lnTo>
                  <a:lnTo>
                    <a:pt x="5104806" y="2931801"/>
                  </a:lnTo>
                  <a:lnTo>
                    <a:pt x="5181439" y="2941855"/>
                  </a:lnTo>
                  <a:lnTo>
                    <a:pt x="5258071" y="2951725"/>
                  </a:lnTo>
                  <a:lnTo>
                    <a:pt x="5334704" y="2961416"/>
                  </a:lnTo>
                  <a:lnTo>
                    <a:pt x="5411336" y="2970930"/>
                  </a:lnTo>
                  <a:lnTo>
                    <a:pt x="5487969" y="2980271"/>
                  </a:lnTo>
                  <a:lnTo>
                    <a:pt x="5564602" y="2989441"/>
                  </a:lnTo>
                  <a:lnTo>
                    <a:pt x="5641234" y="2998445"/>
                  </a:lnTo>
                  <a:lnTo>
                    <a:pt x="5717867" y="3007284"/>
                  </a:lnTo>
                  <a:lnTo>
                    <a:pt x="5794499" y="3015963"/>
                  </a:lnTo>
                  <a:lnTo>
                    <a:pt x="5871132" y="3024483"/>
                  </a:lnTo>
                  <a:lnTo>
                    <a:pt x="5947764" y="3032849"/>
                  </a:lnTo>
                  <a:lnTo>
                    <a:pt x="6024397" y="3041062"/>
                  </a:lnTo>
                  <a:lnTo>
                    <a:pt x="6101029" y="3049125"/>
                  </a:lnTo>
                  <a:lnTo>
                    <a:pt x="6177662" y="3057042"/>
                  </a:lnTo>
                  <a:lnTo>
                    <a:pt x="6254294" y="3064814"/>
                  </a:lnTo>
                  <a:lnTo>
                    <a:pt x="6330927" y="3072445"/>
                  </a:lnTo>
                  <a:lnTo>
                    <a:pt x="6407560" y="3079936"/>
                  </a:lnTo>
                  <a:lnTo>
                    <a:pt x="6484192" y="3087291"/>
                  </a:lnTo>
                  <a:lnTo>
                    <a:pt x="6560825" y="3094513"/>
                  </a:lnTo>
                  <a:lnTo>
                    <a:pt x="6637457" y="3101603"/>
                  </a:lnTo>
                  <a:lnTo>
                    <a:pt x="6714090" y="3108563"/>
                  </a:lnTo>
                  <a:lnTo>
                    <a:pt x="6790722" y="3115397"/>
                  </a:lnTo>
                  <a:lnTo>
                    <a:pt x="6867355" y="3122106"/>
                  </a:lnTo>
                  <a:lnTo>
                    <a:pt x="6943987" y="3128693"/>
                  </a:lnTo>
                  <a:lnTo>
                    <a:pt x="7020620" y="3135161"/>
                  </a:lnTo>
                  <a:lnTo>
                    <a:pt x="7097253" y="3141510"/>
                  </a:lnTo>
                  <a:lnTo>
                    <a:pt x="7173885" y="3147744"/>
                  </a:lnTo>
                  <a:lnTo>
                    <a:pt x="7250518" y="3153864"/>
                  </a:lnTo>
                  <a:lnTo>
                    <a:pt x="7327150" y="3159873"/>
                  </a:lnTo>
                  <a:lnTo>
                    <a:pt x="7403783" y="3165772"/>
                  </a:lnTo>
                  <a:lnTo>
                    <a:pt x="7403783" y="3408327"/>
                  </a:lnTo>
                  <a:lnTo>
                    <a:pt x="7327150" y="3404779"/>
                  </a:lnTo>
                  <a:lnTo>
                    <a:pt x="7250518" y="3401064"/>
                  </a:lnTo>
                  <a:lnTo>
                    <a:pt x="7173885" y="3397175"/>
                  </a:lnTo>
                  <a:lnTo>
                    <a:pt x="7097253" y="3393102"/>
                  </a:lnTo>
                  <a:lnTo>
                    <a:pt x="7020620" y="3388838"/>
                  </a:lnTo>
                  <a:lnTo>
                    <a:pt x="6943987" y="3384373"/>
                  </a:lnTo>
                  <a:lnTo>
                    <a:pt x="6867355" y="3379698"/>
                  </a:lnTo>
                  <a:lnTo>
                    <a:pt x="6790722" y="3374804"/>
                  </a:lnTo>
                  <a:lnTo>
                    <a:pt x="6714090" y="3369679"/>
                  </a:lnTo>
                  <a:lnTo>
                    <a:pt x="6637457" y="3364313"/>
                  </a:lnTo>
                  <a:lnTo>
                    <a:pt x="6560825" y="3358694"/>
                  </a:lnTo>
                  <a:lnTo>
                    <a:pt x="6484192" y="3352811"/>
                  </a:lnTo>
                  <a:lnTo>
                    <a:pt x="6407560" y="3346652"/>
                  </a:lnTo>
                  <a:lnTo>
                    <a:pt x="6330927" y="3340203"/>
                  </a:lnTo>
                  <a:lnTo>
                    <a:pt x="6254294" y="3333450"/>
                  </a:lnTo>
                  <a:lnTo>
                    <a:pt x="6177662" y="3326380"/>
                  </a:lnTo>
                  <a:lnTo>
                    <a:pt x="6101029" y="3318977"/>
                  </a:lnTo>
                  <a:lnTo>
                    <a:pt x="6024397" y="3311225"/>
                  </a:lnTo>
                  <a:lnTo>
                    <a:pt x="5947764" y="3303109"/>
                  </a:lnTo>
                  <a:lnTo>
                    <a:pt x="5871132" y="3294612"/>
                  </a:lnTo>
                  <a:lnTo>
                    <a:pt x="5794499" y="3285714"/>
                  </a:lnTo>
                  <a:lnTo>
                    <a:pt x="5717867" y="3276398"/>
                  </a:lnTo>
                  <a:lnTo>
                    <a:pt x="5641234" y="3266644"/>
                  </a:lnTo>
                  <a:lnTo>
                    <a:pt x="5564602" y="3256431"/>
                  </a:lnTo>
                  <a:lnTo>
                    <a:pt x="5487969" y="3245737"/>
                  </a:lnTo>
                  <a:lnTo>
                    <a:pt x="5411336" y="3234541"/>
                  </a:lnTo>
                  <a:lnTo>
                    <a:pt x="5334704" y="3222818"/>
                  </a:lnTo>
                  <a:lnTo>
                    <a:pt x="5258071" y="3210543"/>
                  </a:lnTo>
                  <a:lnTo>
                    <a:pt x="5181439" y="3197690"/>
                  </a:lnTo>
                  <a:lnTo>
                    <a:pt x="5104806" y="3184234"/>
                  </a:lnTo>
                  <a:lnTo>
                    <a:pt x="5028174" y="3170144"/>
                  </a:lnTo>
                  <a:lnTo>
                    <a:pt x="4951541" y="3155391"/>
                  </a:lnTo>
                  <a:lnTo>
                    <a:pt x="4874909" y="3139944"/>
                  </a:lnTo>
                  <a:lnTo>
                    <a:pt x="4798276" y="3123771"/>
                  </a:lnTo>
                  <a:lnTo>
                    <a:pt x="4721644" y="3106837"/>
                  </a:lnTo>
                  <a:lnTo>
                    <a:pt x="4645011" y="3089106"/>
                  </a:lnTo>
                  <a:lnTo>
                    <a:pt x="4568378" y="3070541"/>
                  </a:lnTo>
                  <a:lnTo>
                    <a:pt x="4491746" y="3051102"/>
                  </a:lnTo>
                  <a:lnTo>
                    <a:pt x="4415113" y="3030749"/>
                  </a:lnTo>
                  <a:lnTo>
                    <a:pt x="4338481" y="3009439"/>
                  </a:lnTo>
                  <a:lnTo>
                    <a:pt x="4261848" y="2987127"/>
                  </a:lnTo>
                  <a:lnTo>
                    <a:pt x="4185216" y="2963764"/>
                  </a:lnTo>
                  <a:lnTo>
                    <a:pt x="4108583" y="2939303"/>
                  </a:lnTo>
                  <a:lnTo>
                    <a:pt x="4031951" y="2913691"/>
                  </a:lnTo>
                  <a:lnTo>
                    <a:pt x="3955318" y="2886874"/>
                  </a:lnTo>
                  <a:lnTo>
                    <a:pt x="3878685" y="2858795"/>
                  </a:lnTo>
                  <a:lnTo>
                    <a:pt x="3802053" y="2829396"/>
                  </a:lnTo>
                  <a:lnTo>
                    <a:pt x="3725420" y="2798613"/>
                  </a:lnTo>
                  <a:lnTo>
                    <a:pt x="3648788" y="2766382"/>
                  </a:lnTo>
                  <a:lnTo>
                    <a:pt x="3572155" y="2732636"/>
                  </a:lnTo>
                  <a:lnTo>
                    <a:pt x="3495523" y="2697301"/>
                  </a:lnTo>
                  <a:lnTo>
                    <a:pt x="3418890" y="2660305"/>
                  </a:lnTo>
                  <a:lnTo>
                    <a:pt x="3342258" y="2641352"/>
                  </a:lnTo>
                  <a:lnTo>
                    <a:pt x="3265625" y="2625724"/>
                  </a:lnTo>
                  <a:lnTo>
                    <a:pt x="3188993" y="2609805"/>
                  </a:lnTo>
                  <a:lnTo>
                    <a:pt x="3112360" y="2593591"/>
                  </a:lnTo>
                  <a:lnTo>
                    <a:pt x="3035727" y="2577077"/>
                  </a:lnTo>
                  <a:lnTo>
                    <a:pt x="2959095" y="2560256"/>
                  </a:lnTo>
                  <a:lnTo>
                    <a:pt x="2882462" y="2543122"/>
                  </a:lnTo>
                  <a:lnTo>
                    <a:pt x="2805830" y="2525671"/>
                  </a:lnTo>
                  <a:lnTo>
                    <a:pt x="2729197" y="2507897"/>
                  </a:lnTo>
                  <a:lnTo>
                    <a:pt x="2652565" y="2489792"/>
                  </a:lnTo>
                  <a:lnTo>
                    <a:pt x="2575932" y="2471352"/>
                  </a:lnTo>
                  <a:lnTo>
                    <a:pt x="2499300" y="2452569"/>
                  </a:lnTo>
                  <a:lnTo>
                    <a:pt x="2422667" y="2433438"/>
                  </a:lnTo>
                  <a:lnTo>
                    <a:pt x="2346034" y="2413952"/>
                  </a:lnTo>
                  <a:lnTo>
                    <a:pt x="2269402" y="2394105"/>
                  </a:lnTo>
                  <a:lnTo>
                    <a:pt x="2192769" y="2373889"/>
                  </a:lnTo>
                  <a:lnTo>
                    <a:pt x="2116137" y="2353298"/>
                  </a:lnTo>
                  <a:lnTo>
                    <a:pt x="2039504" y="2332326"/>
                  </a:lnTo>
                  <a:lnTo>
                    <a:pt x="1962872" y="2310964"/>
                  </a:lnTo>
                  <a:lnTo>
                    <a:pt x="1886239" y="2289206"/>
                  </a:lnTo>
                  <a:lnTo>
                    <a:pt x="1809607" y="2267044"/>
                  </a:lnTo>
                  <a:lnTo>
                    <a:pt x="1732974" y="2244471"/>
                  </a:lnTo>
                  <a:lnTo>
                    <a:pt x="1656342" y="2221479"/>
                  </a:lnTo>
                  <a:lnTo>
                    <a:pt x="1579709" y="2198061"/>
                  </a:lnTo>
                  <a:lnTo>
                    <a:pt x="1503076" y="2174208"/>
                  </a:lnTo>
                  <a:lnTo>
                    <a:pt x="1426444" y="2149913"/>
                  </a:lnTo>
                  <a:lnTo>
                    <a:pt x="1349811" y="2125167"/>
                  </a:lnTo>
                  <a:lnTo>
                    <a:pt x="1273179" y="2099962"/>
                  </a:lnTo>
                  <a:lnTo>
                    <a:pt x="1196546" y="2074289"/>
                  </a:lnTo>
                  <a:lnTo>
                    <a:pt x="1119914" y="2048140"/>
                  </a:lnTo>
                  <a:lnTo>
                    <a:pt x="1043281" y="2021506"/>
                  </a:lnTo>
                  <a:lnTo>
                    <a:pt x="966649" y="1994377"/>
                  </a:lnTo>
                  <a:lnTo>
                    <a:pt x="890016" y="1966746"/>
                  </a:lnTo>
                  <a:lnTo>
                    <a:pt x="813384" y="1938601"/>
                  </a:lnTo>
                  <a:lnTo>
                    <a:pt x="736751" y="1909935"/>
                  </a:lnTo>
                  <a:lnTo>
                    <a:pt x="660118" y="1880737"/>
                  </a:lnTo>
                  <a:lnTo>
                    <a:pt x="583486" y="1850997"/>
                  </a:lnTo>
                  <a:lnTo>
                    <a:pt x="506853" y="1820705"/>
                  </a:lnTo>
                  <a:lnTo>
                    <a:pt x="430221" y="1789851"/>
                  </a:lnTo>
                  <a:lnTo>
                    <a:pt x="353588" y="1758425"/>
                  </a:lnTo>
                  <a:lnTo>
                    <a:pt x="276956" y="1726416"/>
                  </a:lnTo>
                  <a:lnTo>
                    <a:pt x="200323" y="1693813"/>
                  </a:lnTo>
                  <a:lnTo>
                    <a:pt x="123691" y="1660605"/>
                  </a:lnTo>
                  <a:lnTo>
                    <a:pt x="47058" y="1626781"/>
                  </a:lnTo>
                  <a:lnTo>
                    <a:pt x="0" y="16056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32360" y="2073503"/>
              <a:ext cx="6388940" cy="3165772"/>
            </a:xfrm>
            <a:custGeom>
              <a:avLst/>
              <a:pathLst>
                <a:path w="6388940" h="3165772">
                  <a:moveTo>
                    <a:pt x="0" y="0"/>
                  </a:moveTo>
                  <a:lnTo>
                    <a:pt x="28439" y="59775"/>
                  </a:lnTo>
                  <a:lnTo>
                    <a:pt x="105071" y="213611"/>
                  </a:lnTo>
                  <a:lnTo>
                    <a:pt x="181704" y="360536"/>
                  </a:lnTo>
                  <a:lnTo>
                    <a:pt x="258336" y="500859"/>
                  </a:lnTo>
                  <a:lnTo>
                    <a:pt x="334969" y="634878"/>
                  </a:lnTo>
                  <a:lnTo>
                    <a:pt x="411601" y="762875"/>
                  </a:lnTo>
                  <a:lnTo>
                    <a:pt x="488234" y="885122"/>
                  </a:lnTo>
                  <a:lnTo>
                    <a:pt x="564866" y="1001876"/>
                  </a:lnTo>
                  <a:lnTo>
                    <a:pt x="641499" y="1113384"/>
                  </a:lnTo>
                  <a:lnTo>
                    <a:pt x="718131" y="1219883"/>
                  </a:lnTo>
                  <a:lnTo>
                    <a:pt x="794764" y="1321596"/>
                  </a:lnTo>
                  <a:lnTo>
                    <a:pt x="871397" y="1418740"/>
                  </a:lnTo>
                  <a:lnTo>
                    <a:pt x="948029" y="1511519"/>
                  </a:lnTo>
                  <a:lnTo>
                    <a:pt x="1024662" y="1600130"/>
                  </a:lnTo>
                  <a:lnTo>
                    <a:pt x="1101294" y="1684759"/>
                  </a:lnTo>
                  <a:lnTo>
                    <a:pt x="1177927" y="1765586"/>
                  </a:lnTo>
                  <a:lnTo>
                    <a:pt x="1254559" y="1842782"/>
                  </a:lnTo>
                  <a:lnTo>
                    <a:pt x="1331192" y="1916509"/>
                  </a:lnTo>
                  <a:lnTo>
                    <a:pt x="1407824" y="1986924"/>
                  </a:lnTo>
                  <a:lnTo>
                    <a:pt x="1484457" y="2054175"/>
                  </a:lnTo>
                  <a:lnTo>
                    <a:pt x="1561090" y="2118404"/>
                  </a:lnTo>
                  <a:lnTo>
                    <a:pt x="1637722" y="2179748"/>
                  </a:lnTo>
                  <a:lnTo>
                    <a:pt x="1714355" y="2238335"/>
                  </a:lnTo>
                  <a:lnTo>
                    <a:pt x="1790987" y="2294291"/>
                  </a:lnTo>
                  <a:lnTo>
                    <a:pt x="1867620" y="2347732"/>
                  </a:lnTo>
                  <a:lnTo>
                    <a:pt x="1944252" y="2398772"/>
                  </a:lnTo>
                  <a:lnTo>
                    <a:pt x="2020885" y="2447519"/>
                  </a:lnTo>
                  <a:lnTo>
                    <a:pt x="2097517" y="2494076"/>
                  </a:lnTo>
                  <a:lnTo>
                    <a:pt x="2174150" y="2538541"/>
                  </a:lnTo>
                  <a:lnTo>
                    <a:pt x="2250782" y="2581008"/>
                  </a:lnTo>
                  <a:lnTo>
                    <a:pt x="2327415" y="2621568"/>
                  </a:lnTo>
                  <a:lnTo>
                    <a:pt x="2404048" y="2656696"/>
                  </a:lnTo>
                  <a:lnTo>
                    <a:pt x="2480680" y="2671761"/>
                  </a:lnTo>
                  <a:lnTo>
                    <a:pt x="2557313" y="2686551"/>
                  </a:lnTo>
                  <a:lnTo>
                    <a:pt x="2633945" y="2701071"/>
                  </a:lnTo>
                  <a:lnTo>
                    <a:pt x="2710578" y="2715327"/>
                  </a:lnTo>
                  <a:lnTo>
                    <a:pt x="2787210" y="2729324"/>
                  </a:lnTo>
                  <a:lnTo>
                    <a:pt x="2863843" y="2743065"/>
                  </a:lnTo>
                  <a:lnTo>
                    <a:pt x="2940475" y="2756557"/>
                  </a:lnTo>
                  <a:lnTo>
                    <a:pt x="3017108" y="2769802"/>
                  </a:lnTo>
                  <a:lnTo>
                    <a:pt x="3093740" y="2782806"/>
                  </a:lnTo>
                  <a:lnTo>
                    <a:pt x="3170373" y="2795574"/>
                  </a:lnTo>
                  <a:lnTo>
                    <a:pt x="3247006" y="2808109"/>
                  </a:lnTo>
                  <a:lnTo>
                    <a:pt x="3323638" y="2820415"/>
                  </a:lnTo>
                  <a:lnTo>
                    <a:pt x="3400271" y="2832497"/>
                  </a:lnTo>
                  <a:lnTo>
                    <a:pt x="3476903" y="2844360"/>
                  </a:lnTo>
                  <a:lnTo>
                    <a:pt x="3553536" y="2856006"/>
                  </a:lnTo>
                  <a:lnTo>
                    <a:pt x="3630168" y="2867440"/>
                  </a:lnTo>
                  <a:lnTo>
                    <a:pt x="3706801" y="2878666"/>
                  </a:lnTo>
                  <a:lnTo>
                    <a:pt x="3783433" y="2889687"/>
                  </a:lnTo>
                  <a:lnTo>
                    <a:pt x="3860066" y="2900508"/>
                  </a:lnTo>
                  <a:lnTo>
                    <a:pt x="3936699" y="2911131"/>
                  </a:lnTo>
                  <a:lnTo>
                    <a:pt x="4013331" y="2921561"/>
                  </a:lnTo>
                  <a:lnTo>
                    <a:pt x="4089964" y="2931801"/>
                  </a:lnTo>
                  <a:lnTo>
                    <a:pt x="4166596" y="2941855"/>
                  </a:lnTo>
                  <a:lnTo>
                    <a:pt x="4243229" y="2951725"/>
                  </a:lnTo>
                  <a:lnTo>
                    <a:pt x="4319861" y="2961416"/>
                  </a:lnTo>
                  <a:lnTo>
                    <a:pt x="4396494" y="2970930"/>
                  </a:lnTo>
                  <a:lnTo>
                    <a:pt x="4473126" y="2980271"/>
                  </a:lnTo>
                  <a:lnTo>
                    <a:pt x="4549759" y="2989441"/>
                  </a:lnTo>
                  <a:lnTo>
                    <a:pt x="4626391" y="2998445"/>
                  </a:lnTo>
                  <a:lnTo>
                    <a:pt x="4703024" y="3007284"/>
                  </a:lnTo>
                  <a:lnTo>
                    <a:pt x="4779657" y="3015963"/>
                  </a:lnTo>
                  <a:lnTo>
                    <a:pt x="4856289" y="3024483"/>
                  </a:lnTo>
                  <a:lnTo>
                    <a:pt x="4932922" y="3032849"/>
                  </a:lnTo>
                  <a:lnTo>
                    <a:pt x="5009554" y="3041062"/>
                  </a:lnTo>
                  <a:lnTo>
                    <a:pt x="5086187" y="3049125"/>
                  </a:lnTo>
                  <a:lnTo>
                    <a:pt x="5162819" y="3057042"/>
                  </a:lnTo>
                  <a:lnTo>
                    <a:pt x="5239452" y="3064814"/>
                  </a:lnTo>
                  <a:lnTo>
                    <a:pt x="5316084" y="3072445"/>
                  </a:lnTo>
                  <a:lnTo>
                    <a:pt x="5392717" y="3079936"/>
                  </a:lnTo>
                  <a:lnTo>
                    <a:pt x="5469349" y="3087291"/>
                  </a:lnTo>
                  <a:lnTo>
                    <a:pt x="5545982" y="3094513"/>
                  </a:lnTo>
                  <a:lnTo>
                    <a:pt x="5622615" y="3101603"/>
                  </a:lnTo>
                  <a:lnTo>
                    <a:pt x="5699247" y="3108563"/>
                  </a:lnTo>
                  <a:lnTo>
                    <a:pt x="5775880" y="3115397"/>
                  </a:lnTo>
                  <a:lnTo>
                    <a:pt x="5852512" y="3122106"/>
                  </a:lnTo>
                  <a:lnTo>
                    <a:pt x="5929145" y="3128693"/>
                  </a:lnTo>
                  <a:lnTo>
                    <a:pt x="6005777" y="3135161"/>
                  </a:lnTo>
                  <a:lnTo>
                    <a:pt x="6082410" y="3141510"/>
                  </a:lnTo>
                  <a:lnTo>
                    <a:pt x="6159042" y="3147744"/>
                  </a:lnTo>
                  <a:lnTo>
                    <a:pt x="6235675" y="3153864"/>
                  </a:lnTo>
                  <a:lnTo>
                    <a:pt x="6312308" y="3159873"/>
                  </a:lnTo>
                  <a:lnTo>
                    <a:pt x="6388940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79128"/>
              <a:ext cx="7403783" cy="1802701"/>
            </a:xfrm>
            <a:custGeom>
              <a:avLst/>
              <a:pathLst>
                <a:path w="7403783" h="1802701">
                  <a:moveTo>
                    <a:pt x="7403783" y="1802701"/>
                  </a:moveTo>
                  <a:lnTo>
                    <a:pt x="7327150" y="1799153"/>
                  </a:lnTo>
                  <a:lnTo>
                    <a:pt x="7250518" y="1795439"/>
                  </a:lnTo>
                  <a:lnTo>
                    <a:pt x="7173885" y="1791549"/>
                  </a:lnTo>
                  <a:lnTo>
                    <a:pt x="7097253" y="1787476"/>
                  </a:lnTo>
                  <a:lnTo>
                    <a:pt x="7020620" y="1783212"/>
                  </a:lnTo>
                  <a:lnTo>
                    <a:pt x="6943987" y="1778748"/>
                  </a:lnTo>
                  <a:lnTo>
                    <a:pt x="6867355" y="1774073"/>
                  </a:lnTo>
                  <a:lnTo>
                    <a:pt x="6790722" y="1769178"/>
                  </a:lnTo>
                  <a:lnTo>
                    <a:pt x="6714090" y="1764053"/>
                  </a:lnTo>
                  <a:lnTo>
                    <a:pt x="6637457" y="1758687"/>
                  </a:lnTo>
                  <a:lnTo>
                    <a:pt x="6560825" y="1753068"/>
                  </a:lnTo>
                  <a:lnTo>
                    <a:pt x="6484192" y="1747186"/>
                  </a:lnTo>
                  <a:lnTo>
                    <a:pt x="6407560" y="1741026"/>
                  </a:lnTo>
                  <a:lnTo>
                    <a:pt x="6330927" y="1734577"/>
                  </a:lnTo>
                  <a:lnTo>
                    <a:pt x="6254294" y="1727824"/>
                  </a:lnTo>
                  <a:lnTo>
                    <a:pt x="6177662" y="1720754"/>
                  </a:lnTo>
                  <a:lnTo>
                    <a:pt x="6101029" y="1713351"/>
                  </a:lnTo>
                  <a:lnTo>
                    <a:pt x="6024397" y="1705600"/>
                  </a:lnTo>
                  <a:lnTo>
                    <a:pt x="5947764" y="1697484"/>
                  </a:lnTo>
                  <a:lnTo>
                    <a:pt x="5871132" y="1688986"/>
                  </a:lnTo>
                  <a:lnTo>
                    <a:pt x="5794499" y="1680089"/>
                  </a:lnTo>
                  <a:lnTo>
                    <a:pt x="5717867" y="1670773"/>
                  </a:lnTo>
                  <a:lnTo>
                    <a:pt x="5641234" y="1661018"/>
                  </a:lnTo>
                  <a:lnTo>
                    <a:pt x="5564602" y="1650805"/>
                  </a:lnTo>
                  <a:lnTo>
                    <a:pt x="5487969" y="1640112"/>
                  </a:lnTo>
                  <a:lnTo>
                    <a:pt x="5411336" y="1628915"/>
                  </a:lnTo>
                  <a:lnTo>
                    <a:pt x="5334704" y="1617192"/>
                  </a:lnTo>
                  <a:lnTo>
                    <a:pt x="5258071" y="1604917"/>
                  </a:lnTo>
                  <a:lnTo>
                    <a:pt x="5181439" y="1592065"/>
                  </a:lnTo>
                  <a:lnTo>
                    <a:pt x="5104806" y="1578608"/>
                  </a:lnTo>
                  <a:lnTo>
                    <a:pt x="5028174" y="1564518"/>
                  </a:lnTo>
                  <a:lnTo>
                    <a:pt x="4951541" y="1549765"/>
                  </a:lnTo>
                  <a:lnTo>
                    <a:pt x="4874909" y="1534318"/>
                  </a:lnTo>
                  <a:lnTo>
                    <a:pt x="4798276" y="1518145"/>
                  </a:lnTo>
                  <a:lnTo>
                    <a:pt x="4721644" y="1501211"/>
                  </a:lnTo>
                  <a:lnTo>
                    <a:pt x="4645011" y="1483480"/>
                  </a:lnTo>
                  <a:lnTo>
                    <a:pt x="4568378" y="1464915"/>
                  </a:lnTo>
                  <a:lnTo>
                    <a:pt x="4491746" y="1445477"/>
                  </a:lnTo>
                  <a:lnTo>
                    <a:pt x="4415113" y="1425124"/>
                  </a:lnTo>
                  <a:lnTo>
                    <a:pt x="4338481" y="1403814"/>
                  </a:lnTo>
                  <a:lnTo>
                    <a:pt x="4261848" y="1381501"/>
                  </a:lnTo>
                  <a:lnTo>
                    <a:pt x="4185216" y="1358138"/>
                  </a:lnTo>
                  <a:lnTo>
                    <a:pt x="4108583" y="1333677"/>
                  </a:lnTo>
                  <a:lnTo>
                    <a:pt x="4031951" y="1308065"/>
                  </a:lnTo>
                  <a:lnTo>
                    <a:pt x="3955318" y="1281248"/>
                  </a:lnTo>
                  <a:lnTo>
                    <a:pt x="3878685" y="1253169"/>
                  </a:lnTo>
                  <a:lnTo>
                    <a:pt x="3802053" y="1223770"/>
                  </a:lnTo>
                  <a:lnTo>
                    <a:pt x="3725420" y="1192987"/>
                  </a:lnTo>
                  <a:lnTo>
                    <a:pt x="3648788" y="1160757"/>
                  </a:lnTo>
                  <a:lnTo>
                    <a:pt x="3572155" y="1127010"/>
                  </a:lnTo>
                  <a:lnTo>
                    <a:pt x="3495523" y="1091676"/>
                  </a:lnTo>
                  <a:lnTo>
                    <a:pt x="3418890" y="1054679"/>
                  </a:lnTo>
                  <a:lnTo>
                    <a:pt x="3342258" y="1035727"/>
                  </a:lnTo>
                  <a:lnTo>
                    <a:pt x="3265625" y="1020098"/>
                  </a:lnTo>
                  <a:lnTo>
                    <a:pt x="3188993" y="1004179"/>
                  </a:lnTo>
                  <a:lnTo>
                    <a:pt x="3112360" y="987966"/>
                  </a:lnTo>
                  <a:lnTo>
                    <a:pt x="3035727" y="971451"/>
                  </a:lnTo>
                  <a:lnTo>
                    <a:pt x="2959095" y="954630"/>
                  </a:lnTo>
                  <a:lnTo>
                    <a:pt x="2882462" y="937497"/>
                  </a:lnTo>
                  <a:lnTo>
                    <a:pt x="2805830" y="920046"/>
                  </a:lnTo>
                  <a:lnTo>
                    <a:pt x="2729197" y="902271"/>
                  </a:lnTo>
                  <a:lnTo>
                    <a:pt x="2652565" y="884166"/>
                  </a:lnTo>
                  <a:lnTo>
                    <a:pt x="2575932" y="865726"/>
                  </a:lnTo>
                  <a:lnTo>
                    <a:pt x="2499300" y="846943"/>
                  </a:lnTo>
                  <a:lnTo>
                    <a:pt x="2422667" y="827812"/>
                  </a:lnTo>
                  <a:lnTo>
                    <a:pt x="2346034" y="808327"/>
                  </a:lnTo>
                  <a:lnTo>
                    <a:pt x="2269402" y="788479"/>
                  </a:lnTo>
                  <a:lnTo>
                    <a:pt x="2192769" y="768263"/>
                  </a:lnTo>
                  <a:lnTo>
                    <a:pt x="2116137" y="747673"/>
                  </a:lnTo>
                  <a:lnTo>
                    <a:pt x="2039504" y="726700"/>
                  </a:lnTo>
                  <a:lnTo>
                    <a:pt x="1962872" y="705338"/>
                  </a:lnTo>
                  <a:lnTo>
                    <a:pt x="1886239" y="683580"/>
                  </a:lnTo>
                  <a:lnTo>
                    <a:pt x="1809607" y="661418"/>
                  </a:lnTo>
                  <a:lnTo>
                    <a:pt x="1732974" y="638845"/>
                  </a:lnTo>
                  <a:lnTo>
                    <a:pt x="1656342" y="615854"/>
                  </a:lnTo>
                  <a:lnTo>
                    <a:pt x="1579709" y="592435"/>
                  </a:lnTo>
                  <a:lnTo>
                    <a:pt x="1503076" y="568582"/>
                  </a:lnTo>
                  <a:lnTo>
                    <a:pt x="1426444" y="544287"/>
                  </a:lnTo>
                  <a:lnTo>
                    <a:pt x="1349811" y="519541"/>
                  </a:lnTo>
                  <a:lnTo>
                    <a:pt x="1273179" y="494336"/>
                  </a:lnTo>
                  <a:lnTo>
                    <a:pt x="1196546" y="468663"/>
                  </a:lnTo>
                  <a:lnTo>
                    <a:pt x="1119914" y="442514"/>
                  </a:lnTo>
                  <a:lnTo>
                    <a:pt x="1043281" y="415880"/>
                  </a:lnTo>
                  <a:lnTo>
                    <a:pt x="966649" y="388752"/>
                  </a:lnTo>
                  <a:lnTo>
                    <a:pt x="890016" y="361120"/>
                  </a:lnTo>
                  <a:lnTo>
                    <a:pt x="813384" y="332976"/>
                  </a:lnTo>
                  <a:lnTo>
                    <a:pt x="736751" y="304309"/>
                  </a:lnTo>
                  <a:lnTo>
                    <a:pt x="660118" y="275111"/>
                  </a:lnTo>
                  <a:lnTo>
                    <a:pt x="583486" y="245371"/>
                  </a:lnTo>
                  <a:lnTo>
                    <a:pt x="506853" y="215079"/>
                  </a:lnTo>
                  <a:lnTo>
                    <a:pt x="430221" y="184226"/>
                  </a:lnTo>
                  <a:lnTo>
                    <a:pt x="353588" y="152799"/>
                  </a:lnTo>
                  <a:lnTo>
                    <a:pt x="276956" y="120790"/>
                  </a:lnTo>
                  <a:lnTo>
                    <a:pt x="200323" y="88187"/>
                  </a:lnTo>
                  <a:lnTo>
                    <a:pt x="123691" y="54979"/>
                  </a:lnTo>
                  <a:lnTo>
                    <a:pt x="47058" y="21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89322"/>
              <a:ext cx="7403783" cy="3313067"/>
            </a:xfrm>
            <a:custGeom>
              <a:avLst/>
              <a:pathLst>
                <a:path w="7403783" h="3313067">
                  <a:moveTo>
                    <a:pt x="0" y="0"/>
                  </a:moveTo>
                  <a:lnTo>
                    <a:pt x="47058" y="68265"/>
                  </a:lnTo>
                  <a:lnTo>
                    <a:pt x="123691" y="175912"/>
                  </a:lnTo>
                  <a:lnTo>
                    <a:pt x="200323" y="280150"/>
                  </a:lnTo>
                  <a:lnTo>
                    <a:pt x="276956" y="381088"/>
                  </a:lnTo>
                  <a:lnTo>
                    <a:pt x="353588" y="478830"/>
                  </a:lnTo>
                  <a:lnTo>
                    <a:pt x="430221" y="573477"/>
                  </a:lnTo>
                  <a:lnTo>
                    <a:pt x="506853" y="665127"/>
                  </a:lnTo>
                  <a:lnTo>
                    <a:pt x="583486" y="753875"/>
                  </a:lnTo>
                  <a:lnTo>
                    <a:pt x="660118" y="839813"/>
                  </a:lnTo>
                  <a:lnTo>
                    <a:pt x="736751" y="923029"/>
                  </a:lnTo>
                  <a:lnTo>
                    <a:pt x="813384" y="1003611"/>
                  </a:lnTo>
                  <a:lnTo>
                    <a:pt x="890016" y="1081641"/>
                  </a:lnTo>
                  <a:lnTo>
                    <a:pt x="966649" y="1157201"/>
                  </a:lnTo>
                  <a:lnTo>
                    <a:pt x="1043281" y="1230368"/>
                  </a:lnTo>
                  <a:lnTo>
                    <a:pt x="1119914" y="1301218"/>
                  </a:lnTo>
                  <a:lnTo>
                    <a:pt x="1196546" y="1369825"/>
                  </a:lnTo>
                  <a:lnTo>
                    <a:pt x="1273179" y="1436259"/>
                  </a:lnTo>
                  <a:lnTo>
                    <a:pt x="1349811" y="1500590"/>
                  </a:lnTo>
                  <a:lnTo>
                    <a:pt x="1426444" y="1562884"/>
                  </a:lnTo>
                  <a:lnTo>
                    <a:pt x="1503076" y="1623205"/>
                  </a:lnTo>
                  <a:lnTo>
                    <a:pt x="1579709" y="1681616"/>
                  </a:lnTo>
                  <a:lnTo>
                    <a:pt x="1656342" y="1738178"/>
                  </a:lnTo>
                  <a:lnTo>
                    <a:pt x="1732974" y="1792949"/>
                  </a:lnTo>
                  <a:lnTo>
                    <a:pt x="1809607" y="1845986"/>
                  </a:lnTo>
                  <a:lnTo>
                    <a:pt x="1886239" y="1897343"/>
                  </a:lnTo>
                  <a:lnTo>
                    <a:pt x="1962872" y="1947074"/>
                  </a:lnTo>
                  <a:lnTo>
                    <a:pt x="2039504" y="1995230"/>
                  </a:lnTo>
                  <a:lnTo>
                    <a:pt x="2116137" y="2041862"/>
                  </a:lnTo>
                  <a:lnTo>
                    <a:pt x="2192769" y="2087017"/>
                  </a:lnTo>
                  <a:lnTo>
                    <a:pt x="2269402" y="2130742"/>
                  </a:lnTo>
                  <a:lnTo>
                    <a:pt x="2346034" y="2173083"/>
                  </a:lnTo>
                  <a:lnTo>
                    <a:pt x="2422667" y="2214083"/>
                  </a:lnTo>
                  <a:lnTo>
                    <a:pt x="2499300" y="2253784"/>
                  </a:lnTo>
                  <a:lnTo>
                    <a:pt x="2575932" y="2292229"/>
                  </a:lnTo>
                  <a:lnTo>
                    <a:pt x="2652565" y="2329456"/>
                  </a:lnTo>
                  <a:lnTo>
                    <a:pt x="2729197" y="2365505"/>
                  </a:lnTo>
                  <a:lnTo>
                    <a:pt x="2805830" y="2400412"/>
                  </a:lnTo>
                  <a:lnTo>
                    <a:pt x="2882462" y="2434214"/>
                  </a:lnTo>
                  <a:lnTo>
                    <a:pt x="2959095" y="2466945"/>
                  </a:lnTo>
                  <a:lnTo>
                    <a:pt x="3035727" y="2498641"/>
                  </a:lnTo>
                  <a:lnTo>
                    <a:pt x="3112360" y="2529332"/>
                  </a:lnTo>
                  <a:lnTo>
                    <a:pt x="3188993" y="2559052"/>
                  </a:lnTo>
                  <a:lnTo>
                    <a:pt x="3265625" y="2587830"/>
                  </a:lnTo>
                  <a:lnTo>
                    <a:pt x="3342258" y="2615698"/>
                  </a:lnTo>
                  <a:lnTo>
                    <a:pt x="3418890" y="2642683"/>
                  </a:lnTo>
                  <a:lnTo>
                    <a:pt x="3495523" y="2668813"/>
                  </a:lnTo>
                  <a:lnTo>
                    <a:pt x="3572155" y="2694117"/>
                  </a:lnTo>
                  <a:lnTo>
                    <a:pt x="3648788" y="2718619"/>
                  </a:lnTo>
                  <a:lnTo>
                    <a:pt x="3725420" y="2742345"/>
                  </a:lnTo>
                  <a:lnTo>
                    <a:pt x="3802053" y="2765319"/>
                  </a:lnTo>
                  <a:lnTo>
                    <a:pt x="3878685" y="2787567"/>
                  </a:lnTo>
                  <a:lnTo>
                    <a:pt x="3955318" y="2809110"/>
                  </a:lnTo>
                  <a:lnTo>
                    <a:pt x="4031951" y="2829971"/>
                  </a:lnTo>
                  <a:lnTo>
                    <a:pt x="4108583" y="2850171"/>
                  </a:lnTo>
                  <a:lnTo>
                    <a:pt x="4185216" y="2869732"/>
                  </a:lnTo>
                  <a:lnTo>
                    <a:pt x="4261848" y="2888673"/>
                  </a:lnTo>
                  <a:lnTo>
                    <a:pt x="4338481" y="2907014"/>
                  </a:lnTo>
                  <a:lnTo>
                    <a:pt x="4415113" y="2924775"/>
                  </a:lnTo>
                  <a:lnTo>
                    <a:pt x="4491746" y="2941973"/>
                  </a:lnTo>
                  <a:lnTo>
                    <a:pt x="4568378" y="2958627"/>
                  </a:lnTo>
                  <a:lnTo>
                    <a:pt x="4645011" y="2974754"/>
                  </a:lnTo>
                  <a:lnTo>
                    <a:pt x="4721644" y="2990370"/>
                  </a:lnTo>
                  <a:lnTo>
                    <a:pt x="4798276" y="3005491"/>
                  </a:lnTo>
                  <a:lnTo>
                    <a:pt x="4874909" y="3020134"/>
                  </a:lnTo>
                  <a:lnTo>
                    <a:pt x="4951541" y="3034313"/>
                  </a:lnTo>
                  <a:lnTo>
                    <a:pt x="5028174" y="3048043"/>
                  </a:lnTo>
                  <a:lnTo>
                    <a:pt x="5104806" y="3061338"/>
                  </a:lnTo>
                  <a:lnTo>
                    <a:pt x="5181439" y="3074212"/>
                  </a:lnTo>
                  <a:lnTo>
                    <a:pt x="5258071" y="3086679"/>
                  </a:lnTo>
                  <a:lnTo>
                    <a:pt x="5334704" y="3098750"/>
                  </a:lnTo>
                  <a:lnTo>
                    <a:pt x="5411336" y="3110440"/>
                  </a:lnTo>
                  <a:lnTo>
                    <a:pt x="5487969" y="3121760"/>
                  </a:lnTo>
                  <a:lnTo>
                    <a:pt x="5564602" y="3132721"/>
                  </a:lnTo>
                  <a:lnTo>
                    <a:pt x="5641234" y="3143335"/>
                  </a:lnTo>
                  <a:lnTo>
                    <a:pt x="5717867" y="3153612"/>
                  </a:lnTo>
                  <a:lnTo>
                    <a:pt x="5794499" y="3163565"/>
                  </a:lnTo>
                  <a:lnTo>
                    <a:pt x="5871132" y="3173202"/>
                  </a:lnTo>
                  <a:lnTo>
                    <a:pt x="5947764" y="3182534"/>
                  </a:lnTo>
                  <a:lnTo>
                    <a:pt x="6024397" y="3191571"/>
                  </a:lnTo>
                  <a:lnTo>
                    <a:pt x="6101029" y="3200322"/>
                  </a:lnTo>
                  <a:lnTo>
                    <a:pt x="6177662" y="3208795"/>
                  </a:lnTo>
                  <a:lnTo>
                    <a:pt x="6254294" y="3217000"/>
                  </a:lnTo>
                  <a:lnTo>
                    <a:pt x="6330927" y="3224946"/>
                  </a:lnTo>
                  <a:lnTo>
                    <a:pt x="6407560" y="3232639"/>
                  </a:lnTo>
                  <a:lnTo>
                    <a:pt x="6484192" y="3240090"/>
                  </a:lnTo>
                  <a:lnTo>
                    <a:pt x="6560825" y="3247304"/>
                  </a:lnTo>
                  <a:lnTo>
                    <a:pt x="6637457" y="3254290"/>
                  </a:lnTo>
                  <a:lnTo>
                    <a:pt x="6714090" y="3261054"/>
                  </a:lnTo>
                  <a:lnTo>
                    <a:pt x="6790722" y="3267605"/>
                  </a:lnTo>
                  <a:lnTo>
                    <a:pt x="6867355" y="3273948"/>
                  </a:lnTo>
                  <a:lnTo>
                    <a:pt x="6943987" y="3280090"/>
                  </a:lnTo>
                  <a:lnTo>
                    <a:pt x="7020620" y="3286037"/>
                  </a:lnTo>
                  <a:lnTo>
                    <a:pt x="7097253" y="3291797"/>
                  </a:lnTo>
                  <a:lnTo>
                    <a:pt x="7173885" y="3297374"/>
                  </a:lnTo>
                  <a:lnTo>
                    <a:pt x="7250518" y="3302774"/>
                  </a:lnTo>
                  <a:lnTo>
                    <a:pt x="7327150" y="3308004"/>
                  </a:lnTo>
                  <a:lnTo>
                    <a:pt x="7403783" y="33130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(1.24-1.70), p_Bonf = &lt;0.001 (n = 6)  |  per IQR decline (Δ = 0.30): 3.04 (1.89-4.91)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2026-07-06T08:56:36Z</dcterms:modified>
  <cp:category/>
</cp:coreProperties>
</file>