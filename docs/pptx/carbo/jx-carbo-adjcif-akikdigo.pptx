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0947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46759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72571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298382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3202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2522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21841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31160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483853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409665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335476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2874" y="261288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8543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7862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7181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6500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20344" y="3868718"/>
              <a:ext cx="6949396" cy="1677362"/>
            </a:xfrm>
            <a:custGeom>
              <a:avLst/>
              <a:pathLst>
                <a:path w="6949396" h="1677362">
                  <a:moveTo>
                    <a:pt x="0" y="1677362"/>
                  </a:moveTo>
                  <a:lnTo>
                    <a:pt x="167455" y="1677362"/>
                  </a:lnTo>
                  <a:lnTo>
                    <a:pt x="167455" y="1642818"/>
                  </a:lnTo>
                  <a:lnTo>
                    <a:pt x="251183" y="1642818"/>
                  </a:lnTo>
                  <a:lnTo>
                    <a:pt x="251183" y="1334651"/>
                  </a:lnTo>
                  <a:lnTo>
                    <a:pt x="334910" y="1334651"/>
                  </a:lnTo>
                  <a:lnTo>
                    <a:pt x="334910" y="1300138"/>
                  </a:lnTo>
                  <a:lnTo>
                    <a:pt x="418638" y="1300138"/>
                  </a:lnTo>
                  <a:lnTo>
                    <a:pt x="418638" y="1231288"/>
                  </a:lnTo>
                  <a:lnTo>
                    <a:pt x="586093" y="1231288"/>
                  </a:lnTo>
                  <a:lnTo>
                    <a:pt x="586093" y="1196692"/>
                  </a:lnTo>
                  <a:lnTo>
                    <a:pt x="837276" y="1196692"/>
                  </a:lnTo>
                  <a:lnTo>
                    <a:pt x="837276" y="1127205"/>
                  </a:lnTo>
                  <a:lnTo>
                    <a:pt x="921004" y="1127205"/>
                  </a:lnTo>
                  <a:lnTo>
                    <a:pt x="921004" y="1092293"/>
                  </a:lnTo>
                  <a:lnTo>
                    <a:pt x="1088459" y="1092293"/>
                  </a:lnTo>
                  <a:lnTo>
                    <a:pt x="1088459" y="1057273"/>
                  </a:lnTo>
                  <a:lnTo>
                    <a:pt x="1172187" y="1057273"/>
                  </a:lnTo>
                  <a:lnTo>
                    <a:pt x="1172187" y="1022286"/>
                  </a:lnTo>
                  <a:lnTo>
                    <a:pt x="1339642" y="1022286"/>
                  </a:lnTo>
                  <a:lnTo>
                    <a:pt x="1339642" y="987273"/>
                  </a:lnTo>
                  <a:lnTo>
                    <a:pt x="1423370" y="987273"/>
                  </a:lnTo>
                  <a:lnTo>
                    <a:pt x="1423370" y="917363"/>
                  </a:lnTo>
                  <a:lnTo>
                    <a:pt x="1590825" y="917363"/>
                  </a:lnTo>
                  <a:lnTo>
                    <a:pt x="1590825" y="882456"/>
                  </a:lnTo>
                  <a:lnTo>
                    <a:pt x="2176919" y="882456"/>
                  </a:lnTo>
                  <a:lnTo>
                    <a:pt x="2176919" y="812645"/>
                  </a:lnTo>
                  <a:lnTo>
                    <a:pt x="2595557" y="812645"/>
                  </a:lnTo>
                  <a:lnTo>
                    <a:pt x="2595557" y="777748"/>
                  </a:lnTo>
                  <a:lnTo>
                    <a:pt x="2679285" y="777748"/>
                  </a:lnTo>
                  <a:lnTo>
                    <a:pt x="2679285" y="708005"/>
                  </a:lnTo>
                  <a:lnTo>
                    <a:pt x="3181651" y="708005"/>
                  </a:lnTo>
                  <a:lnTo>
                    <a:pt x="3181651" y="672989"/>
                  </a:lnTo>
                  <a:lnTo>
                    <a:pt x="3265379" y="672989"/>
                  </a:lnTo>
                  <a:lnTo>
                    <a:pt x="3265379" y="637953"/>
                  </a:lnTo>
                  <a:lnTo>
                    <a:pt x="3684017" y="637953"/>
                  </a:lnTo>
                  <a:lnTo>
                    <a:pt x="3684017" y="602867"/>
                  </a:lnTo>
                  <a:lnTo>
                    <a:pt x="3767745" y="602867"/>
                  </a:lnTo>
                  <a:lnTo>
                    <a:pt x="3767745" y="532848"/>
                  </a:lnTo>
                  <a:lnTo>
                    <a:pt x="3851472" y="532848"/>
                  </a:lnTo>
                  <a:lnTo>
                    <a:pt x="3851472" y="497769"/>
                  </a:lnTo>
                  <a:lnTo>
                    <a:pt x="4437566" y="497769"/>
                  </a:lnTo>
                  <a:lnTo>
                    <a:pt x="4437566" y="462710"/>
                  </a:lnTo>
                  <a:lnTo>
                    <a:pt x="4521294" y="462710"/>
                  </a:lnTo>
                  <a:lnTo>
                    <a:pt x="4521294" y="427385"/>
                  </a:lnTo>
                  <a:lnTo>
                    <a:pt x="4688749" y="427385"/>
                  </a:lnTo>
                  <a:lnTo>
                    <a:pt x="4688749" y="391975"/>
                  </a:lnTo>
                  <a:lnTo>
                    <a:pt x="4856205" y="391975"/>
                  </a:lnTo>
                  <a:lnTo>
                    <a:pt x="4856205" y="356326"/>
                  </a:lnTo>
                  <a:lnTo>
                    <a:pt x="4939932" y="356326"/>
                  </a:lnTo>
                  <a:lnTo>
                    <a:pt x="4939932" y="320682"/>
                  </a:lnTo>
                  <a:lnTo>
                    <a:pt x="5358571" y="320682"/>
                  </a:lnTo>
                  <a:lnTo>
                    <a:pt x="5358571" y="285070"/>
                  </a:lnTo>
                  <a:lnTo>
                    <a:pt x="5526026" y="285070"/>
                  </a:lnTo>
                  <a:lnTo>
                    <a:pt x="5526026" y="249520"/>
                  </a:lnTo>
                  <a:lnTo>
                    <a:pt x="5609754" y="249520"/>
                  </a:lnTo>
                  <a:lnTo>
                    <a:pt x="5609754" y="214017"/>
                  </a:lnTo>
                  <a:lnTo>
                    <a:pt x="5777209" y="214017"/>
                  </a:lnTo>
                  <a:lnTo>
                    <a:pt x="5777209" y="178427"/>
                  </a:lnTo>
                  <a:lnTo>
                    <a:pt x="6112120" y="178427"/>
                  </a:lnTo>
                  <a:lnTo>
                    <a:pt x="6112120" y="107250"/>
                  </a:lnTo>
                  <a:lnTo>
                    <a:pt x="6363303" y="107250"/>
                  </a:lnTo>
                  <a:lnTo>
                    <a:pt x="6363303" y="71550"/>
                  </a:lnTo>
                  <a:lnTo>
                    <a:pt x="6698213" y="71550"/>
                  </a:lnTo>
                  <a:lnTo>
                    <a:pt x="6698213" y="35831"/>
                  </a:lnTo>
                  <a:lnTo>
                    <a:pt x="6949396" y="35831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20344" y="2861938"/>
              <a:ext cx="6949396" cy="2662112"/>
            </a:xfrm>
            <a:custGeom>
              <a:avLst/>
              <a:pathLst>
                <a:path w="6949396" h="2662112">
                  <a:moveTo>
                    <a:pt x="0" y="2662112"/>
                  </a:moveTo>
                  <a:lnTo>
                    <a:pt x="167455" y="2662112"/>
                  </a:lnTo>
                  <a:lnTo>
                    <a:pt x="167455" y="2605486"/>
                  </a:lnTo>
                  <a:lnTo>
                    <a:pt x="251183" y="2605486"/>
                  </a:lnTo>
                  <a:lnTo>
                    <a:pt x="251183" y="2103747"/>
                  </a:lnTo>
                  <a:lnTo>
                    <a:pt x="334910" y="2103747"/>
                  </a:lnTo>
                  <a:lnTo>
                    <a:pt x="334910" y="2047936"/>
                  </a:lnTo>
                  <a:lnTo>
                    <a:pt x="418638" y="2047936"/>
                  </a:lnTo>
                  <a:lnTo>
                    <a:pt x="418638" y="1936829"/>
                  </a:lnTo>
                  <a:lnTo>
                    <a:pt x="586093" y="1936829"/>
                  </a:lnTo>
                  <a:lnTo>
                    <a:pt x="586093" y="1881112"/>
                  </a:lnTo>
                  <a:lnTo>
                    <a:pt x="837276" y="1881112"/>
                  </a:lnTo>
                  <a:lnTo>
                    <a:pt x="837276" y="1769436"/>
                  </a:lnTo>
                  <a:lnTo>
                    <a:pt x="921004" y="1769436"/>
                  </a:lnTo>
                  <a:lnTo>
                    <a:pt x="921004" y="1713443"/>
                  </a:lnTo>
                  <a:lnTo>
                    <a:pt x="1088459" y="1713443"/>
                  </a:lnTo>
                  <a:lnTo>
                    <a:pt x="1088459" y="1657354"/>
                  </a:lnTo>
                  <a:lnTo>
                    <a:pt x="1172187" y="1657354"/>
                  </a:lnTo>
                  <a:lnTo>
                    <a:pt x="1172187" y="1601397"/>
                  </a:lnTo>
                  <a:lnTo>
                    <a:pt x="1339642" y="1601397"/>
                  </a:lnTo>
                  <a:lnTo>
                    <a:pt x="1339642" y="1545475"/>
                  </a:lnTo>
                  <a:lnTo>
                    <a:pt x="1423370" y="1545475"/>
                  </a:lnTo>
                  <a:lnTo>
                    <a:pt x="1423370" y="1434047"/>
                  </a:lnTo>
                  <a:lnTo>
                    <a:pt x="1590825" y="1434047"/>
                  </a:lnTo>
                  <a:lnTo>
                    <a:pt x="1590825" y="1378525"/>
                  </a:lnTo>
                  <a:lnTo>
                    <a:pt x="2176919" y="1378525"/>
                  </a:lnTo>
                  <a:lnTo>
                    <a:pt x="2176919" y="1267715"/>
                  </a:lnTo>
                  <a:lnTo>
                    <a:pt x="2595557" y="1267715"/>
                  </a:lnTo>
                  <a:lnTo>
                    <a:pt x="2595557" y="1212439"/>
                  </a:lnTo>
                  <a:lnTo>
                    <a:pt x="2679285" y="1212439"/>
                  </a:lnTo>
                  <a:lnTo>
                    <a:pt x="2679285" y="1102194"/>
                  </a:lnTo>
                  <a:lnTo>
                    <a:pt x="3181651" y="1102194"/>
                  </a:lnTo>
                  <a:lnTo>
                    <a:pt x="3181651" y="1046957"/>
                  </a:lnTo>
                  <a:lnTo>
                    <a:pt x="3265379" y="1046957"/>
                  </a:lnTo>
                  <a:lnTo>
                    <a:pt x="3265379" y="991764"/>
                  </a:lnTo>
                  <a:lnTo>
                    <a:pt x="3684017" y="991764"/>
                  </a:lnTo>
                  <a:lnTo>
                    <a:pt x="3684017" y="936571"/>
                  </a:lnTo>
                  <a:lnTo>
                    <a:pt x="3767745" y="936571"/>
                  </a:lnTo>
                  <a:lnTo>
                    <a:pt x="3767745" y="826649"/>
                  </a:lnTo>
                  <a:lnTo>
                    <a:pt x="3851472" y="826649"/>
                  </a:lnTo>
                  <a:lnTo>
                    <a:pt x="3851472" y="771694"/>
                  </a:lnTo>
                  <a:lnTo>
                    <a:pt x="4437566" y="771694"/>
                  </a:lnTo>
                  <a:lnTo>
                    <a:pt x="4437566" y="716847"/>
                  </a:lnTo>
                  <a:lnTo>
                    <a:pt x="4521294" y="716847"/>
                  </a:lnTo>
                  <a:lnTo>
                    <a:pt x="4521294" y="661659"/>
                  </a:lnTo>
                  <a:lnTo>
                    <a:pt x="4688749" y="661659"/>
                  </a:lnTo>
                  <a:lnTo>
                    <a:pt x="4688749" y="606415"/>
                  </a:lnTo>
                  <a:lnTo>
                    <a:pt x="4856205" y="606415"/>
                  </a:lnTo>
                  <a:lnTo>
                    <a:pt x="4856205" y="550876"/>
                  </a:lnTo>
                  <a:lnTo>
                    <a:pt x="4939932" y="550876"/>
                  </a:lnTo>
                  <a:lnTo>
                    <a:pt x="4939932" y="495424"/>
                  </a:lnTo>
                  <a:lnTo>
                    <a:pt x="5358571" y="495424"/>
                  </a:lnTo>
                  <a:lnTo>
                    <a:pt x="5358571" y="440098"/>
                  </a:lnTo>
                  <a:lnTo>
                    <a:pt x="5526026" y="440098"/>
                  </a:lnTo>
                  <a:lnTo>
                    <a:pt x="5526026" y="384945"/>
                  </a:lnTo>
                  <a:lnTo>
                    <a:pt x="5609754" y="384945"/>
                  </a:lnTo>
                  <a:lnTo>
                    <a:pt x="5609754" y="329943"/>
                  </a:lnTo>
                  <a:lnTo>
                    <a:pt x="5777209" y="329943"/>
                  </a:lnTo>
                  <a:lnTo>
                    <a:pt x="5777209" y="274882"/>
                  </a:lnTo>
                  <a:lnTo>
                    <a:pt x="6112120" y="274882"/>
                  </a:lnTo>
                  <a:lnTo>
                    <a:pt x="6112120" y="164997"/>
                  </a:lnTo>
                  <a:lnTo>
                    <a:pt x="6363303" y="164997"/>
                  </a:lnTo>
                  <a:lnTo>
                    <a:pt x="6363303" y="109998"/>
                  </a:lnTo>
                  <a:lnTo>
                    <a:pt x="6698213" y="109998"/>
                  </a:lnTo>
                  <a:lnTo>
                    <a:pt x="6698213" y="55047"/>
                  </a:lnTo>
                  <a:lnTo>
                    <a:pt x="6949396" y="55047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479848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0.03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405660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3314717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0.09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257283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0.12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9543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01644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1096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20282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972874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1.64 (95% CI 0.83-3.23), p = 0.151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972874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2026-09-28T16:51:19Z</dcterms:modified>
  <cp:category/>
</cp:coreProperties>
</file>