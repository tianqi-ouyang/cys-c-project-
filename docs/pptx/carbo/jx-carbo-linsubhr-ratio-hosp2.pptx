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29833"/>
            </a:xfrm>
            <a:custGeom>
              <a:avLst/>
              <a:pathLst>
                <a:path w="7090630" h="3429833">
                  <a:moveTo>
                    <a:pt x="1394053" y="0"/>
                  </a:moveTo>
                  <a:lnTo>
                    <a:pt x="1432450" y="97667"/>
                  </a:lnTo>
                  <a:lnTo>
                    <a:pt x="1504073" y="270547"/>
                  </a:lnTo>
                  <a:lnTo>
                    <a:pt x="1575695" y="434601"/>
                  </a:lnTo>
                  <a:lnTo>
                    <a:pt x="1647318" y="590279"/>
                  </a:lnTo>
                  <a:lnTo>
                    <a:pt x="1718940" y="738009"/>
                  </a:lnTo>
                  <a:lnTo>
                    <a:pt x="1790563" y="878196"/>
                  </a:lnTo>
                  <a:lnTo>
                    <a:pt x="1862185" y="1011225"/>
                  </a:lnTo>
                  <a:lnTo>
                    <a:pt x="1933808" y="1137463"/>
                  </a:lnTo>
                  <a:lnTo>
                    <a:pt x="2005430" y="1257256"/>
                  </a:lnTo>
                  <a:lnTo>
                    <a:pt x="2077053" y="1370932"/>
                  </a:lnTo>
                  <a:lnTo>
                    <a:pt x="2148675" y="1478804"/>
                  </a:lnTo>
                  <a:lnTo>
                    <a:pt x="2220298" y="1581169"/>
                  </a:lnTo>
                  <a:lnTo>
                    <a:pt x="2291920" y="1678308"/>
                  </a:lnTo>
                  <a:lnTo>
                    <a:pt x="2363543" y="1770487"/>
                  </a:lnTo>
                  <a:lnTo>
                    <a:pt x="2435165" y="1857959"/>
                  </a:lnTo>
                  <a:lnTo>
                    <a:pt x="2506788" y="1940966"/>
                  </a:lnTo>
                  <a:lnTo>
                    <a:pt x="2578410" y="2019734"/>
                  </a:lnTo>
                  <a:lnTo>
                    <a:pt x="2650033" y="2094481"/>
                  </a:lnTo>
                  <a:lnTo>
                    <a:pt x="2721655" y="2165412"/>
                  </a:lnTo>
                  <a:lnTo>
                    <a:pt x="2793278" y="2232721"/>
                  </a:lnTo>
                  <a:lnTo>
                    <a:pt x="2864901" y="2296594"/>
                  </a:lnTo>
                  <a:lnTo>
                    <a:pt x="2936523" y="2357205"/>
                  </a:lnTo>
                  <a:lnTo>
                    <a:pt x="3008146" y="2414722"/>
                  </a:lnTo>
                  <a:lnTo>
                    <a:pt x="3079768" y="2469303"/>
                  </a:lnTo>
                  <a:lnTo>
                    <a:pt x="3151391" y="2521096"/>
                  </a:lnTo>
                  <a:lnTo>
                    <a:pt x="3223013" y="2570246"/>
                  </a:lnTo>
                  <a:lnTo>
                    <a:pt x="3294636" y="2616886"/>
                  </a:lnTo>
                  <a:lnTo>
                    <a:pt x="3366258" y="2655601"/>
                  </a:lnTo>
                  <a:lnTo>
                    <a:pt x="3437881" y="2663870"/>
                  </a:lnTo>
                  <a:lnTo>
                    <a:pt x="3509503" y="2672056"/>
                  </a:lnTo>
                  <a:lnTo>
                    <a:pt x="3581126" y="2680161"/>
                  </a:lnTo>
                  <a:lnTo>
                    <a:pt x="3652748" y="2688185"/>
                  </a:lnTo>
                  <a:lnTo>
                    <a:pt x="3724371" y="2696128"/>
                  </a:lnTo>
                  <a:lnTo>
                    <a:pt x="3795993" y="2703993"/>
                  </a:lnTo>
                  <a:lnTo>
                    <a:pt x="3867616" y="2711778"/>
                  </a:lnTo>
                  <a:lnTo>
                    <a:pt x="3939238" y="2719486"/>
                  </a:lnTo>
                  <a:lnTo>
                    <a:pt x="4010861" y="2727117"/>
                  </a:lnTo>
                  <a:lnTo>
                    <a:pt x="4082483" y="2734672"/>
                  </a:lnTo>
                  <a:lnTo>
                    <a:pt x="4154106" y="2742152"/>
                  </a:lnTo>
                  <a:lnTo>
                    <a:pt x="4225729" y="2749556"/>
                  </a:lnTo>
                  <a:lnTo>
                    <a:pt x="4297351" y="2756887"/>
                  </a:lnTo>
                  <a:lnTo>
                    <a:pt x="4368974" y="2764145"/>
                  </a:lnTo>
                  <a:lnTo>
                    <a:pt x="4440596" y="2771330"/>
                  </a:lnTo>
                  <a:lnTo>
                    <a:pt x="4512219" y="2778443"/>
                  </a:lnTo>
                  <a:lnTo>
                    <a:pt x="4583841" y="2785486"/>
                  </a:lnTo>
                  <a:lnTo>
                    <a:pt x="4655464" y="2792458"/>
                  </a:lnTo>
                  <a:lnTo>
                    <a:pt x="4727086" y="2799360"/>
                  </a:lnTo>
                  <a:lnTo>
                    <a:pt x="4798709" y="2806194"/>
                  </a:lnTo>
                  <a:lnTo>
                    <a:pt x="4870331" y="2812959"/>
                  </a:lnTo>
                  <a:lnTo>
                    <a:pt x="4941954" y="2819657"/>
                  </a:lnTo>
                  <a:lnTo>
                    <a:pt x="5013576" y="2826288"/>
                  </a:lnTo>
                  <a:lnTo>
                    <a:pt x="5085199" y="2832852"/>
                  </a:lnTo>
                  <a:lnTo>
                    <a:pt x="5156821" y="2839351"/>
                  </a:lnTo>
                  <a:lnTo>
                    <a:pt x="5228444" y="2845786"/>
                  </a:lnTo>
                  <a:lnTo>
                    <a:pt x="5300066" y="2852156"/>
                  </a:lnTo>
                  <a:lnTo>
                    <a:pt x="5371689" y="2858462"/>
                  </a:lnTo>
                  <a:lnTo>
                    <a:pt x="5443311" y="2864705"/>
                  </a:lnTo>
                  <a:lnTo>
                    <a:pt x="5514934" y="2870886"/>
                  </a:lnTo>
                  <a:lnTo>
                    <a:pt x="5586557" y="2877006"/>
                  </a:lnTo>
                  <a:lnTo>
                    <a:pt x="5658179" y="2883064"/>
                  </a:lnTo>
                  <a:lnTo>
                    <a:pt x="5729802" y="2889062"/>
                  </a:lnTo>
                  <a:lnTo>
                    <a:pt x="5801424" y="2895000"/>
                  </a:lnTo>
                  <a:lnTo>
                    <a:pt x="5873047" y="2900878"/>
                  </a:lnTo>
                  <a:lnTo>
                    <a:pt x="5944669" y="2906698"/>
                  </a:lnTo>
                  <a:lnTo>
                    <a:pt x="6016292" y="2912460"/>
                  </a:lnTo>
                  <a:lnTo>
                    <a:pt x="6087914" y="2918164"/>
                  </a:lnTo>
                  <a:lnTo>
                    <a:pt x="6159537" y="2923811"/>
                  </a:lnTo>
                  <a:lnTo>
                    <a:pt x="6231159" y="2929402"/>
                  </a:lnTo>
                  <a:lnTo>
                    <a:pt x="6302782" y="2934937"/>
                  </a:lnTo>
                  <a:lnTo>
                    <a:pt x="6374404" y="2940417"/>
                  </a:lnTo>
                  <a:lnTo>
                    <a:pt x="6446027" y="2945842"/>
                  </a:lnTo>
                  <a:lnTo>
                    <a:pt x="6517649" y="2951213"/>
                  </a:lnTo>
                  <a:lnTo>
                    <a:pt x="6589272" y="2956530"/>
                  </a:lnTo>
                  <a:lnTo>
                    <a:pt x="6660894" y="2961795"/>
                  </a:lnTo>
                  <a:lnTo>
                    <a:pt x="6732517" y="2967006"/>
                  </a:lnTo>
                  <a:lnTo>
                    <a:pt x="6804139" y="2972166"/>
                  </a:lnTo>
                  <a:lnTo>
                    <a:pt x="6875762" y="2977274"/>
                  </a:lnTo>
                  <a:lnTo>
                    <a:pt x="6947385" y="2982331"/>
                  </a:lnTo>
                  <a:lnTo>
                    <a:pt x="7019007" y="2987337"/>
                  </a:lnTo>
                  <a:lnTo>
                    <a:pt x="7090630" y="2992294"/>
                  </a:lnTo>
                  <a:lnTo>
                    <a:pt x="7090630" y="3429833"/>
                  </a:lnTo>
                  <a:lnTo>
                    <a:pt x="7019007" y="3426933"/>
                  </a:lnTo>
                  <a:lnTo>
                    <a:pt x="6947385" y="3423876"/>
                  </a:lnTo>
                  <a:lnTo>
                    <a:pt x="6875762" y="3420655"/>
                  </a:lnTo>
                  <a:lnTo>
                    <a:pt x="6804139" y="3417260"/>
                  </a:lnTo>
                  <a:lnTo>
                    <a:pt x="6732517" y="3413683"/>
                  </a:lnTo>
                  <a:lnTo>
                    <a:pt x="6660894" y="3409913"/>
                  </a:lnTo>
                  <a:lnTo>
                    <a:pt x="6589272" y="3405941"/>
                  </a:lnTo>
                  <a:lnTo>
                    <a:pt x="6517649" y="3401755"/>
                  </a:lnTo>
                  <a:lnTo>
                    <a:pt x="6446027" y="3397343"/>
                  </a:lnTo>
                  <a:lnTo>
                    <a:pt x="6374404" y="3392694"/>
                  </a:lnTo>
                  <a:lnTo>
                    <a:pt x="6302782" y="3387796"/>
                  </a:lnTo>
                  <a:lnTo>
                    <a:pt x="6231159" y="3382633"/>
                  </a:lnTo>
                  <a:lnTo>
                    <a:pt x="6159537" y="3377193"/>
                  </a:lnTo>
                  <a:lnTo>
                    <a:pt x="6087914" y="3371460"/>
                  </a:lnTo>
                  <a:lnTo>
                    <a:pt x="6016292" y="3365419"/>
                  </a:lnTo>
                  <a:lnTo>
                    <a:pt x="5944669" y="3359052"/>
                  </a:lnTo>
                  <a:lnTo>
                    <a:pt x="5873047" y="3352343"/>
                  </a:lnTo>
                  <a:lnTo>
                    <a:pt x="5801424" y="3345273"/>
                  </a:lnTo>
                  <a:lnTo>
                    <a:pt x="5729802" y="3337823"/>
                  </a:lnTo>
                  <a:lnTo>
                    <a:pt x="5658179" y="3329972"/>
                  </a:lnTo>
                  <a:lnTo>
                    <a:pt x="5586557" y="3321698"/>
                  </a:lnTo>
                  <a:lnTo>
                    <a:pt x="5514934" y="3312979"/>
                  </a:lnTo>
                  <a:lnTo>
                    <a:pt x="5443311" y="3303792"/>
                  </a:lnTo>
                  <a:lnTo>
                    <a:pt x="5371689" y="3294109"/>
                  </a:lnTo>
                  <a:lnTo>
                    <a:pt x="5300066" y="3283906"/>
                  </a:lnTo>
                  <a:lnTo>
                    <a:pt x="5228444" y="3273154"/>
                  </a:lnTo>
                  <a:lnTo>
                    <a:pt x="5156821" y="3261824"/>
                  </a:lnTo>
                  <a:lnTo>
                    <a:pt x="5085199" y="3249884"/>
                  </a:lnTo>
                  <a:lnTo>
                    <a:pt x="5013576" y="3237301"/>
                  </a:lnTo>
                  <a:lnTo>
                    <a:pt x="4941954" y="3224042"/>
                  </a:lnTo>
                  <a:lnTo>
                    <a:pt x="4870331" y="3210069"/>
                  </a:lnTo>
                  <a:lnTo>
                    <a:pt x="4798709" y="3195344"/>
                  </a:lnTo>
                  <a:lnTo>
                    <a:pt x="4727086" y="3179827"/>
                  </a:lnTo>
                  <a:lnTo>
                    <a:pt x="4655464" y="3163475"/>
                  </a:lnTo>
                  <a:lnTo>
                    <a:pt x="4583841" y="3146243"/>
                  </a:lnTo>
                  <a:lnTo>
                    <a:pt x="4512219" y="3128085"/>
                  </a:lnTo>
                  <a:lnTo>
                    <a:pt x="4440596" y="3108949"/>
                  </a:lnTo>
                  <a:lnTo>
                    <a:pt x="4368974" y="3088783"/>
                  </a:lnTo>
                  <a:lnTo>
                    <a:pt x="4297351" y="3067533"/>
                  </a:lnTo>
                  <a:lnTo>
                    <a:pt x="4225729" y="3045140"/>
                  </a:lnTo>
                  <a:lnTo>
                    <a:pt x="4154106" y="3021541"/>
                  </a:lnTo>
                  <a:lnTo>
                    <a:pt x="4082483" y="2996673"/>
                  </a:lnTo>
                  <a:lnTo>
                    <a:pt x="4010861" y="2970467"/>
                  </a:lnTo>
                  <a:lnTo>
                    <a:pt x="3939238" y="2942851"/>
                  </a:lnTo>
                  <a:lnTo>
                    <a:pt x="3867616" y="2913749"/>
                  </a:lnTo>
                  <a:lnTo>
                    <a:pt x="3795993" y="2883081"/>
                  </a:lnTo>
                  <a:lnTo>
                    <a:pt x="3724371" y="2850763"/>
                  </a:lnTo>
                  <a:lnTo>
                    <a:pt x="3652748" y="2816707"/>
                  </a:lnTo>
                  <a:lnTo>
                    <a:pt x="3581126" y="2780818"/>
                  </a:lnTo>
                  <a:lnTo>
                    <a:pt x="3509503" y="2742998"/>
                  </a:lnTo>
                  <a:lnTo>
                    <a:pt x="3437881" y="2703143"/>
                  </a:lnTo>
                  <a:lnTo>
                    <a:pt x="3366258" y="2661144"/>
                  </a:lnTo>
                  <a:lnTo>
                    <a:pt x="3294636" y="2647249"/>
                  </a:lnTo>
                  <a:lnTo>
                    <a:pt x="3223013" y="2638812"/>
                  </a:lnTo>
                  <a:lnTo>
                    <a:pt x="3151391" y="2630291"/>
                  </a:lnTo>
                  <a:lnTo>
                    <a:pt x="3079768" y="2621683"/>
                  </a:lnTo>
                  <a:lnTo>
                    <a:pt x="3008146" y="2612989"/>
                  </a:lnTo>
                  <a:lnTo>
                    <a:pt x="2936523" y="2604206"/>
                  </a:lnTo>
                  <a:lnTo>
                    <a:pt x="2864901" y="2595336"/>
                  </a:lnTo>
                  <a:lnTo>
                    <a:pt x="2793278" y="2586376"/>
                  </a:lnTo>
                  <a:lnTo>
                    <a:pt x="2721655" y="2577325"/>
                  </a:lnTo>
                  <a:lnTo>
                    <a:pt x="2650033" y="2568183"/>
                  </a:lnTo>
                  <a:lnTo>
                    <a:pt x="2578410" y="2558949"/>
                  </a:lnTo>
                  <a:lnTo>
                    <a:pt x="2506788" y="2549622"/>
                  </a:lnTo>
                  <a:lnTo>
                    <a:pt x="2435165" y="2540201"/>
                  </a:lnTo>
                  <a:lnTo>
                    <a:pt x="2363543" y="2530685"/>
                  </a:lnTo>
                  <a:lnTo>
                    <a:pt x="2291920" y="2521073"/>
                  </a:lnTo>
                  <a:lnTo>
                    <a:pt x="2220298" y="2511364"/>
                  </a:lnTo>
                  <a:lnTo>
                    <a:pt x="2148675" y="2501556"/>
                  </a:lnTo>
                  <a:lnTo>
                    <a:pt x="2077053" y="2491651"/>
                  </a:lnTo>
                  <a:lnTo>
                    <a:pt x="2005430" y="2481645"/>
                  </a:lnTo>
                  <a:lnTo>
                    <a:pt x="1933808" y="2471538"/>
                  </a:lnTo>
                  <a:lnTo>
                    <a:pt x="1862185" y="2461329"/>
                  </a:lnTo>
                  <a:lnTo>
                    <a:pt x="1790563" y="2451017"/>
                  </a:lnTo>
                  <a:lnTo>
                    <a:pt x="1718940" y="2440602"/>
                  </a:lnTo>
                  <a:lnTo>
                    <a:pt x="1647318" y="2430081"/>
                  </a:lnTo>
                  <a:lnTo>
                    <a:pt x="1575695" y="2419454"/>
                  </a:lnTo>
                  <a:lnTo>
                    <a:pt x="1504073" y="2408720"/>
                  </a:lnTo>
                  <a:lnTo>
                    <a:pt x="1432450" y="2397878"/>
                  </a:lnTo>
                  <a:lnTo>
                    <a:pt x="1360827" y="2386926"/>
                  </a:lnTo>
                  <a:lnTo>
                    <a:pt x="1289205" y="2375864"/>
                  </a:lnTo>
                  <a:lnTo>
                    <a:pt x="1217582" y="2364691"/>
                  </a:lnTo>
                  <a:lnTo>
                    <a:pt x="1145960" y="2353404"/>
                  </a:lnTo>
                  <a:lnTo>
                    <a:pt x="1074337" y="2342004"/>
                  </a:lnTo>
                  <a:lnTo>
                    <a:pt x="1002715" y="2330489"/>
                  </a:lnTo>
                  <a:lnTo>
                    <a:pt x="931092" y="2318858"/>
                  </a:lnTo>
                  <a:lnTo>
                    <a:pt x="859470" y="2307109"/>
                  </a:lnTo>
                  <a:lnTo>
                    <a:pt x="787847" y="2295242"/>
                  </a:lnTo>
                  <a:lnTo>
                    <a:pt x="716225" y="2283255"/>
                  </a:lnTo>
                  <a:lnTo>
                    <a:pt x="644602" y="2271148"/>
                  </a:lnTo>
                  <a:lnTo>
                    <a:pt x="572980" y="2258918"/>
                  </a:lnTo>
                  <a:lnTo>
                    <a:pt x="501357" y="2246565"/>
                  </a:lnTo>
                  <a:lnTo>
                    <a:pt x="429735" y="2234087"/>
                  </a:lnTo>
                  <a:lnTo>
                    <a:pt x="358112" y="2221483"/>
                  </a:lnTo>
                  <a:lnTo>
                    <a:pt x="286490" y="2208753"/>
                  </a:lnTo>
                  <a:lnTo>
                    <a:pt x="214867" y="2195894"/>
                  </a:lnTo>
                  <a:lnTo>
                    <a:pt x="143245" y="2182905"/>
                  </a:lnTo>
                  <a:lnTo>
                    <a:pt x="71622" y="2169785"/>
                  </a:lnTo>
                  <a:lnTo>
                    <a:pt x="0" y="215653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566103" y="2073503"/>
              <a:ext cx="5696576" cy="2992294"/>
            </a:xfrm>
            <a:custGeom>
              <a:avLst/>
              <a:pathLst>
                <a:path w="5696576" h="2992294">
                  <a:moveTo>
                    <a:pt x="0" y="0"/>
                  </a:moveTo>
                  <a:lnTo>
                    <a:pt x="38396" y="97667"/>
                  </a:lnTo>
                  <a:lnTo>
                    <a:pt x="110019" y="270547"/>
                  </a:lnTo>
                  <a:lnTo>
                    <a:pt x="181641" y="434601"/>
                  </a:lnTo>
                  <a:lnTo>
                    <a:pt x="253264" y="590279"/>
                  </a:lnTo>
                  <a:lnTo>
                    <a:pt x="324886" y="738009"/>
                  </a:lnTo>
                  <a:lnTo>
                    <a:pt x="396509" y="878196"/>
                  </a:lnTo>
                  <a:lnTo>
                    <a:pt x="468131" y="1011225"/>
                  </a:lnTo>
                  <a:lnTo>
                    <a:pt x="539754" y="1137463"/>
                  </a:lnTo>
                  <a:lnTo>
                    <a:pt x="611376" y="1257256"/>
                  </a:lnTo>
                  <a:lnTo>
                    <a:pt x="682999" y="1370932"/>
                  </a:lnTo>
                  <a:lnTo>
                    <a:pt x="754621" y="1478804"/>
                  </a:lnTo>
                  <a:lnTo>
                    <a:pt x="826244" y="1581169"/>
                  </a:lnTo>
                  <a:lnTo>
                    <a:pt x="897866" y="1678308"/>
                  </a:lnTo>
                  <a:lnTo>
                    <a:pt x="969489" y="1770487"/>
                  </a:lnTo>
                  <a:lnTo>
                    <a:pt x="1041111" y="1857959"/>
                  </a:lnTo>
                  <a:lnTo>
                    <a:pt x="1112734" y="1940966"/>
                  </a:lnTo>
                  <a:lnTo>
                    <a:pt x="1184357" y="2019734"/>
                  </a:lnTo>
                  <a:lnTo>
                    <a:pt x="1255979" y="2094481"/>
                  </a:lnTo>
                  <a:lnTo>
                    <a:pt x="1327602" y="2165412"/>
                  </a:lnTo>
                  <a:lnTo>
                    <a:pt x="1399224" y="2232721"/>
                  </a:lnTo>
                  <a:lnTo>
                    <a:pt x="1470847" y="2296594"/>
                  </a:lnTo>
                  <a:lnTo>
                    <a:pt x="1542469" y="2357205"/>
                  </a:lnTo>
                  <a:lnTo>
                    <a:pt x="1614092" y="2414722"/>
                  </a:lnTo>
                  <a:lnTo>
                    <a:pt x="1685714" y="2469303"/>
                  </a:lnTo>
                  <a:lnTo>
                    <a:pt x="1757337" y="2521096"/>
                  </a:lnTo>
                  <a:lnTo>
                    <a:pt x="1828959" y="2570246"/>
                  </a:lnTo>
                  <a:lnTo>
                    <a:pt x="1900582" y="2616886"/>
                  </a:lnTo>
                  <a:lnTo>
                    <a:pt x="1972204" y="2655601"/>
                  </a:lnTo>
                  <a:lnTo>
                    <a:pt x="2043827" y="2663870"/>
                  </a:lnTo>
                  <a:lnTo>
                    <a:pt x="2115449" y="2672056"/>
                  </a:lnTo>
                  <a:lnTo>
                    <a:pt x="2187072" y="2680161"/>
                  </a:lnTo>
                  <a:lnTo>
                    <a:pt x="2258694" y="2688185"/>
                  </a:lnTo>
                  <a:lnTo>
                    <a:pt x="2330317" y="2696128"/>
                  </a:lnTo>
                  <a:lnTo>
                    <a:pt x="2401939" y="2703993"/>
                  </a:lnTo>
                  <a:lnTo>
                    <a:pt x="2473562" y="2711778"/>
                  </a:lnTo>
                  <a:lnTo>
                    <a:pt x="2545185" y="2719486"/>
                  </a:lnTo>
                  <a:lnTo>
                    <a:pt x="2616807" y="2727117"/>
                  </a:lnTo>
                  <a:lnTo>
                    <a:pt x="2688430" y="2734672"/>
                  </a:lnTo>
                  <a:lnTo>
                    <a:pt x="2760052" y="2742152"/>
                  </a:lnTo>
                  <a:lnTo>
                    <a:pt x="2831675" y="2749556"/>
                  </a:lnTo>
                  <a:lnTo>
                    <a:pt x="2903297" y="2756887"/>
                  </a:lnTo>
                  <a:lnTo>
                    <a:pt x="2974920" y="2764145"/>
                  </a:lnTo>
                  <a:lnTo>
                    <a:pt x="3046542" y="2771330"/>
                  </a:lnTo>
                  <a:lnTo>
                    <a:pt x="3118165" y="2778443"/>
                  </a:lnTo>
                  <a:lnTo>
                    <a:pt x="3189787" y="2785486"/>
                  </a:lnTo>
                  <a:lnTo>
                    <a:pt x="3261410" y="2792458"/>
                  </a:lnTo>
                  <a:lnTo>
                    <a:pt x="3333032" y="2799360"/>
                  </a:lnTo>
                  <a:lnTo>
                    <a:pt x="3404655" y="2806194"/>
                  </a:lnTo>
                  <a:lnTo>
                    <a:pt x="3476277" y="2812959"/>
                  </a:lnTo>
                  <a:lnTo>
                    <a:pt x="3547900" y="2819657"/>
                  </a:lnTo>
                  <a:lnTo>
                    <a:pt x="3619522" y="2826288"/>
                  </a:lnTo>
                  <a:lnTo>
                    <a:pt x="3691145" y="2832852"/>
                  </a:lnTo>
                  <a:lnTo>
                    <a:pt x="3762767" y="2839351"/>
                  </a:lnTo>
                  <a:lnTo>
                    <a:pt x="3834390" y="2845786"/>
                  </a:lnTo>
                  <a:lnTo>
                    <a:pt x="3906013" y="2852156"/>
                  </a:lnTo>
                  <a:lnTo>
                    <a:pt x="3977635" y="2858462"/>
                  </a:lnTo>
                  <a:lnTo>
                    <a:pt x="4049258" y="2864705"/>
                  </a:lnTo>
                  <a:lnTo>
                    <a:pt x="4120880" y="2870886"/>
                  </a:lnTo>
                  <a:lnTo>
                    <a:pt x="4192503" y="2877006"/>
                  </a:lnTo>
                  <a:lnTo>
                    <a:pt x="4264125" y="2883064"/>
                  </a:lnTo>
                  <a:lnTo>
                    <a:pt x="4335748" y="2889062"/>
                  </a:lnTo>
                  <a:lnTo>
                    <a:pt x="4407370" y="2895000"/>
                  </a:lnTo>
                  <a:lnTo>
                    <a:pt x="4478993" y="2900878"/>
                  </a:lnTo>
                  <a:lnTo>
                    <a:pt x="4550615" y="2906698"/>
                  </a:lnTo>
                  <a:lnTo>
                    <a:pt x="4622238" y="2912460"/>
                  </a:lnTo>
                  <a:lnTo>
                    <a:pt x="4693860" y="2918164"/>
                  </a:lnTo>
                  <a:lnTo>
                    <a:pt x="4765483" y="2923811"/>
                  </a:lnTo>
                  <a:lnTo>
                    <a:pt x="4837105" y="2929402"/>
                  </a:lnTo>
                  <a:lnTo>
                    <a:pt x="4908728" y="2934937"/>
                  </a:lnTo>
                  <a:lnTo>
                    <a:pt x="4980350" y="2940417"/>
                  </a:lnTo>
                  <a:lnTo>
                    <a:pt x="5051973" y="2945842"/>
                  </a:lnTo>
                  <a:lnTo>
                    <a:pt x="5123595" y="2951213"/>
                  </a:lnTo>
                  <a:lnTo>
                    <a:pt x="5195218" y="2956530"/>
                  </a:lnTo>
                  <a:lnTo>
                    <a:pt x="5266841" y="2961795"/>
                  </a:lnTo>
                  <a:lnTo>
                    <a:pt x="5338463" y="2967006"/>
                  </a:lnTo>
                  <a:lnTo>
                    <a:pt x="5410086" y="2972166"/>
                  </a:lnTo>
                  <a:lnTo>
                    <a:pt x="5481708" y="2977274"/>
                  </a:lnTo>
                  <a:lnTo>
                    <a:pt x="5553331" y="2982331"/>
                  </a:lnTo>
                  <a:lnTo>
                    <a:pt x="5624953" y="2987337"/>
                  </a:lnTo>
                  <a:lnTo>
                    <a:pt x="5696576" y="2992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30036"/>
              <a:ext cx="7090630" cy="1273300"/>
            </a:xfrm>
            <a:custGeom>
              <a:avLst/>
              <a:pathLst>
                <a:path w="7090630" h="1273300">
                  <a:moveTo>
                    <a:pt x="7090630" y="1273300"/>
                  </a:moveTo>
                  <a:lnTo>
                    <a:pt x="7019007" y="1270399"/>
                  </a:lnTo>
                  <a:lnTo>
                    <a:pt x="6947385" y="1267342"/>
                  </a:lnTo>
                  <a:lnTo>
                    <a:pt x="6875762" y="1264121"/>
                  </a:lnTo>
                  <a:lnTo>
                    <a:pt x="6804139" y="1260726"/>
                  </a:lnTo>
                  <a:lnTo>
                    <a:pt x="6732517" y="1257149"/>
                  </a:lnTo>
                  <a:lnTo>
                    <a:pt x="6660894" y="1253380"/>
                  </a:lnTo>
                  <a:lnTo>
                    <a:pt x="6589272" y="1249407"/>
                  </a:lnTo>
                  <a:lnTo>
                    <a:pt x="6517649" y="1245221"/>
                  </a:lnTo>
                  <a:lnTo>
                    <a:pt x="6446027" y="1240810"/>
                  </a:lnTo>
                  <a:lnTo>
                    <a:pt x="6374404" y="1236161"/>
                  </a:lnTo>
                  <a:lnTo>
                    <a:pt x="6302782" y="1231262"/>
                  </a:lnTo>
                  <a:lnTo>
                    <a:pt x="6231159" y="1226099"/>
                  </a:lnTo>
                  <a:lnTo>
                    <a:pt x="6159537" y="1220659"/>
                  </a:lnTo>
                  <a:lnTo>
                    <a:pt x="6087914" y="1214926"/>
                  </a:lnTo>
                  <a:lnTo>
                    <a:pt x="6016292" y="1208885"/>
                  </a:lnTo>
                  <a:lnTo>
                    <a:pt x="5944669" y="1202518"/>
                  </a:lnTo>
                  <a:lnTo>
                    <a:pt x="5873047" y="1195810"/>
                  </a:lnTo>
                  <a:lnTo>
                    <a:pt x="5801424" y="1188740"/>
                  </a:lnTo>
                  <a:lnTo>
                    <a:pt x="5729802" y="1181289"/>
                  </a:lnTo>
                  <a:lnTo>
                    <a:pt x="5658179" y="1173438"/>
                  </a:lnTo>
                  <a:lnTo>
                    <a:pt x="5586557" y="1165165"/>
                  </a:lnTo>
                  <a:lnTo>
                    <a:pt x="5514934" y="1156446"/>
                  </a:lnTo>
                  <a:lnTo>
                    <a:pt x="5443311" y="1147258"/>
                  </a:lnTo>
                  <a:lnTo>
                    <a:pt x="5371689" y="1137576"/>
                  </a:lnTo>
                  <a:lnTo>
                    <a:pt x="5300066" y="1127373"/>
                  </a:lnTo>
                  <a:lnTo>
                    <a:pt x="5228444" y="1116621"/>
                  </a:lnTo>
                  <a:lnTo>
                    <a:pt x="5156821" y="1105290"/>
                  </a:lnTo>
                  <a:lnTo>
                    <a:pt x="5085199" y="1093350"/>
                  </a:lnTo>
                  <a:lnTo>
                    <a:pt x="5013576" y="1080768"/>
                  </a:lnTo>
                  <a:lnTo>
                    <a:pt x="4941954" y="1067508"/>
                  </a:lnTo>
                  <a:lnTo>
                    <a:pt x="4870331" y="1053535"/>
                  </a:lnTo>
                  <a:lnTo>
                    <a:pt x="4798709" y="1038810"/>
                  </a:lnTo>
                  <a:lnTo>
                    <a:pt x="4727086" y="1023293"/>
                  </a:lnTo>
                  <a:lnTo>
                    <a:pt x="4655464" y="1006941"/>
                  </a:lnTo>
                  <a:lnTo>
                    <a:pt x="4583841" y="989710"/>
                  </a:lnTo>
                  <a:lnTo>
                    <a:pt x="4512219" y="971551"/>
                  </a:lnTo>
                  <a:lnTo>
                    <a:pt x="4440596" y="952415"/>
                  </a:lnTo>
                  <a:lnTo>
                    <a:pt x="4368974" y="932250"/>
                  </a:lnTo>
                  <a:lnTo>
                    <a:pt x="4297351" y="911000"/>
                  </a:lnTo>
                  <a:lnTo>
                    <a:pt x="4225729" y="888606"/>
                  </a:lnTo>
                  <a:lnTo>
                    <a:pt x="4154106" y="865007"/>
                  </a:lnTo>
                  <a:lnTo>
                    <a:pt x="4082483" y="840139"/>
                  </a:lnTo>
                  <a:lnTo>
                    <a:pt x="4010861" y="813933"/>
                  </a:lnTo>
                  <a:lnTo>
                    <a:pt x="3939238" y="786317"/>
                  </a:lnTo>
                  <a:lnTo>
                    <a:pt x="3867616" y="757215"/>
                  </a:lnTo>
                  <a:lnTo>
                    <a:pt x="3795993" y="726547"/>
                  </a:lnTo>
                  <a:lnTo>
                    <a:pt x="3724371" y="694230"/>
                  </a:lnTo>
                  <a:lnTo>
                    <a:pt x="3652748" y="660173"/>
                  </a:lnTo>
                  <a:lnTo>
                    <a:pt x="3581126" y="624284"/>
                  </a:lnTo>
                  <a:lnTo>
                    <a:pt x="3509503" y="586464"/>
                  </a:lnTo>
                  <a:lnTo>
                    <a:pt x="3437881" y="546610"/>
                  </a:lnTo>
                  <a:lnTo>
                    <a:pt x="3366258" y="504611"/>
                  </a:lnTo>
                  <a:lnTo>
                    <a:pt x="3294636" y="490715"/>
                  </a:lnTo>
                  <a:lnTo>
                    <a:pt x="3223013" y="482279"/>
                  </a:lnTo>
                  <a:lnTo>
                    <a:pt x="3151391" y="473757"/>
                  </a:lnTo>
                  <a:lnTo>
                    <a:pt x="3079768" y="465149"/>
                  </a:lnTo>
                  <a:lnTo>
                    <a:pt x="3008146" y="456455"/>
                  </a:lnTo>
                  <a:lnTo>
                    <a:pt x="2936523" y="447673"/>
                  </a:lnTo>
                  <a:lnTo>
                    <a:pt x="2864901" y="438802"/>
                  </a:lnTo>
                  <a:lnTo>
                    <a:pt x="2793278" y="429842"/>
                  </a:lnTo>
                  <a:lnTo>
                    <a:pt x="2721655" y="420792"/>
                  </a:lnTo>
                  <a:lnTo>
                    <a:pt x="2650033" y="411650"/>
                  </a:lnTo>
                  <a:lnTo>
                    <a:pt x="2578410" y="402416"/>
                  </a:lnTo>
                  <a:lnTo>
                    <a:pt x="2506788" y="393089"/>
                  </a:lnTo>
                  <a:lnTo>
                    <a:pt x="2435165" y="383667"/>
                  </a:lnTo>
                  <a:lnTo>
                    <a:pt x="2363543" y="374151"/>
                  </a:lnTo>
                  <a:lnTo>
                    <a:pt x="2291920" y="364539"/>
                  </a:lnTo>
                  <a:lnTo>
                    <a:pt x="2220298" y="354830"/>
                  </a:lnTo>
                  <a:lnTo>
                    <a:pt x="2148675" y="345023"/>
                  </a:lnTo>
                  <a:lnTo>
                    <a:pt x="2077053" y="335117"/>
                  </a:lnTo>
                  <a:lnTo>
                    <a:pt x="2005430" y="325111"/>
                  </a:lnTo>
                  <a:lnTo>
                    <a:pt x="1933808" y="315004"/>
                  </a:lnTo>
                  <a:lnTo>
                    <a:pt x="1862185" y="304796"/>
                  </a:lnTo>
                  <a:lnTo>
                    <a:pt x="1790563" y="294484"/>
                  </a:lnTo>
                  <a:lnTo>
                    <a:pt x="1718940" y="284068"/>
                  </a:lnTo>
                  <a:lnTo>
                    <a:pt x="1647318" y="273547"/>
                  </a:lnTo>
                  <a:lnTo>
                    <a:pt x="1575695" y="262921"/>
                  </a:lnTo>
                  <a:lnTo>
                    <a:pt x="1504073" y="252187"/>
                  </a:lnTo>
                  <a:lnTo>
                    <a:pt x="1432450" y="241344"/>
                  </a:lnTo>
                  <a:lnTo>
                    <a:pt x="1360827" y="230393"/>
                  </a:lnTo>
                  <a:lnTo>
                    <a:pt x="1289205" y="219331"/>
                  </a:lnTo>
                  <a:lnTo>
                    <a:pt x="1217582" y="208157"/>
                  </a:lnTo>
                  <a:lnTo>
                    <a:pt x="1145960" y="196871"/>
                  </a:lnTo>
                  <a:lnTo>
                    <a:pt x="1074337" y="185470"/>
                  </a:lnTo>
                  <a:lnTo>
                    <a:pt x="1002715" y="173955"/>
                  </a:lnTo>
                  <a:lnTo>
                    <a:pt x="931092" y="162324"/>
                  </a:lnTo>
                  <a:lnTo>
                    <a:pt x="859470" y="150575"/>
                  </a:lnTo>
                  <a:lnTo>
                    <a:pt x="787847" y="138708"/>
                  </a:lnTo>
                  <a:lnTo>
                    <a:pt x="716225" y="126722"/>
                  </a:lnTo>
                  <a:lnTo>
                    <a:pt x="644602" y="114614"/>
                  </a:lnTo>
                  <a:lnTo>
                    <a:pt x="572980" y="102384"/>
                  </a:lnTo>
                  <a:lnTo>
                    <a:pt x="501357" y="90031"/>
                  </a:lnTo>
                  <a:lnTo>
                    <a:pt x="429735" y="77553"/>
                  </a:lnTo>
                  <a:lnTo>
                    <a:pt x="358112" y="64950"/>
                  </a:lnTo>
                  <a:lnTo>
                    <a:pt x="286490" y="52219"/>
                  </a:lnTo>
                  <a:lnTo>
                    <a:pt x="214867" y="39360"/>
                  </a:lnTo>
                  <a:lnTo>
                    <a:pt x="143245" y="26371"/>
                  </a:lnTo>
                  <a:lnTo>
                    <a:pt x="71622" y="1325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4860" y="2073503"/>
              <a:ext cx="7027819" cy="3320971"/>
            </a:xfrm>
            <a:custGeom>
              <a:avLst/>
              <a:pathLst>
                <a:path w="7027819" h="3320971">
                  <a:moveTo>
                    <a:pt x="0" y="0"/>
                  </a:moveTo>
                  <a:lnTo>
                    <a:pt x="8811" y="13539"/>
                  </a:lnTo>
                  <a:lnTo>
                    <a:pt x="80434" y="120207"/>
                  </a:lnTo>
                  <a:lnTo>
                    <a:pt x="152056" y="223595"/>
                  </a:lnTo>
                  <a:lnTo>
                    <a:pt x="223679" y="323806"/>
                  </a:lnTo>
                  <a:lnTo>
                    <a:pt x="295301" y="420937"/>
                  </a:lnTo>
                  <a:lnTo>
                    <a:pt x="366924" y="515082"/>
                  </a:lnTo>
                  <a:lnTo>
                    <a:pt x="438546" y="606333"/>
                  </a:lnTo>
                  <a:lnTo>
                    <a:pt x="510169" y="694779"/>
                  </a:lnTo>
                  <a:lnTo>
                    <a:pt x="581792" y="780507"/>
                  </a:lnTo>
                  <a:lnTo>
                    <a:pt x="653414" y="863599"/>
                  </a:lnTo>
                  <a:lnTo>
                    <a:pt x="725037" y="944137"/>
                  </a:lnTo>
                  <a:lnTo>
                    <a:pt x="796659" y="1022200"/>
                  </a:lnTo>
                  <a:lnTo>
                    <a:pt x="868282" y="1097863"/>
                  </a:lnTo>
                  <a:lnTo>
                    <a:pt x="939904" y="1171201"/>
                  </a:lnTo>
                  <a:lnTo>
                    <a:pt x="1011527" y="1242284"/>
                  </a:lnTo>
                  <a:lnTo>
                    <a:pt x="1083149" y="1311182"/>
                  </a:lnTo>
                  <a:lnTo>
                    <a:pt x="1154772" y="1377963"/>
                  </a:lnTo>
                  <a:lnTo>
                    <a:pt x="1226394" y="1442690"/>
                  </a:lnTo>
                  <a:lnTo>
                    <a:pt x="1298017" y="1505429"/>
                  </a:lnTo>
                  <a:lnTo>
                    <a:pt x="1369639" y="1566238"/>
                  </a:lnTo>
                  <a:lnTo>
                    <a:pt x="1441262" y="1625179"/>
                  </a:lnTo>
                  <a:lnTo>
                    <a:pt x="1512884" y="1682308"/>
                  </a:lnTo>
                  <a:lnTo>
                    <a:pt x="1584507" y="1737680"/>
                  </a:lnTo>
                  <a:lnTo>
                    <a:pt x="1656129" y="1791351"/>
                  </a:lnTo>
                  <a:lnTo>
                    <a:pt x="1727752" y="1843372"/>
                  </a:lnTo>
                  <a:lnTo>
                    <a:pt x="1799374" y="1893794"/>
                  </a:lnTo>
                  <a:lnTo>
                    <a:pt x="1870997" y="1942666"/>
                  </a:lnTo>
                  <a:lnTo>
                    <a:pt x="1942620" y="1990036"/>
                  </a:lnTo>
                  <a:lnTo>
                    <a:pt x="2014242" y="2035950"/>
                  </a:lnTo>
                  <a:lnTo>
                    <a:pt x="2085865" y="2080452"/>
                  </a:lnTo>
                  <a:lnTo>
                    <a:pt x="2157487" y="2123587"/>
                  </a:lnTo>
                  <a:lnTo>
                    <a:pt x="2229110" y="2165396"/>
                  </a:lnTo>
                  <a:lnTo>
                    <a:pt x="2300732" y="2205919"/>
                  </a:lnTo>
                  <a:lnTo>
                    <a:pt x="2372355" y="2245197"/>
                  </a:lnTo>
                  <a:lnTo>
                    <a:pt x="2443977" y="2283268"/>
                  </a:lnTo>
                  <a:lnTo>
                    <a:pt x="2515600" y="2320168"/>
                  </a:lnTo>
                  <a:lnTo>
                    <a:pt x="2587222" y="2355934"/>
                  </a:lnTo>
                  <a:lnTo>
                    <a:pt x="2658845" y="2390601"/>
                  </a:lnTo>
                  <a:lnTo>
                    <a:pt x="2730467" y="2424202"/>
                  </a:lnTo>
                  <a:lnTo>
                    <a:pt x="2802090" y="2456771"/>
                  </a:lnTo>
                  <a:lnTo>
                    <a:pt x="2873712" y="2488338"/>
                  </a:lnTo>
                  <a:lnTo>
                    <a:pt x="2945335" y="2518935"/>
                  </a:lnTo>
                  <a:lnTo>
                    <a:pt x="3016957" y="2548591"/>
                  </a:lnTo>
                  <a:lnTo>
                    <a:pt x="3088580" y="2577336"/>
                  </a:lnTo>
                  <a:lnTo>
                    <a:pt x="3160202" y="2605198"/>
                  </a:lnTo>
                  <a:lnTo>
                    <a:pt x="3231825" y="2632203"/>
                  </a:lnTo>
                  <a:lnTo>
                    <a:pt x="3303448" y="2658377"/>
                  </a:lnTo>
                  <a:lnTo>
                    <a:pt x="3375070" y="2683748"/>
                  </a:lnTo>
                  <a:lnTo>
                    <a:pt x="3446693" y="2708338"/>
                  </a:lnTo>
                  <a:lnTo>
                    <a:pt x="3518315" y="2732173"/>
                  </a:lnTo>
                  <a:lnTo>
                    <a:pt x="3589938" y="2755275"/>
                  </a:lnTo>
                  <a:lnTo>
                    <a:pt x="3661560" y="2777666"/>
                  </a:lnTo>
                  <a:lnTo>
                    <a:pt x="3733183" y="2799370"/>
                  </a:lnTo>
                  <a:lnTo>
                    <a:pt x="3804805" y="2820406"/>
                  </a:lnTo>
                  <a:lnTo>
                    <a:pt x="3876428" y="2840796"/>
                  </a:lnTo>
                  <a:lnTo>
                    <a:pt x="3948050" y="2860559"/>
                  </a:lnTo>
                  <a:lnTo>
                    <a:pt x="4019673" y="2879715"/>
                  </a:lnTo>
                  <a:lnTo>
                    <a:pt x="4091295" y="2898282"/>
                  </a:lnTo>
                  <a:lnTo>
                    <a:pt x="4162918" y="2916278"/>
                  </a:lnTo>
                  <a:lnTo>
                    <a:pt x="4234540" y="2933721"/>
                  </a:lnTo>
                  <a:lnTo>
                    <a:pt x="4306163" y="2950627"/>
                  </a:lnTo>
                  <a:lnTo>
                    <a:pt x="4377785" y="2967014"/>
                  </a:lnTo>
                  <a:lnTo>
                    <a:pt x="4449408" y="2982898"/>
                  </a:lnTo>
                  <a:lnTo>
                    <a:pt x="4521030" y="2998293"/>
                  </a:lnTo>
                  <a:lnTo>
                    <a:pt x="4592653" y="3013215"/>
                  </a:lnTo>
                  <a:lnTo>
                    <a:pt x="4664275" y="3027678"/>
                  </a:lnTo>
                  <a:lnTo>
                    <a:pt x="4735898" y="3041697"/>
                  </a:lnTo>
                  <a:lnTo>
                    <a:pt x="4807521" y="3055284"/>
                  </a:lnTo>
                  <a:lnTo>
                    <a:pt x="4879143" y="3068455"/>
                  </a:lnTo>
                  <a:lnTo>
                    <a:pt x="4950766" y="3081220"/>
                  </a:lnTo>
                  <a:lnTo>
                    <a:pt x="5022388" y="3093593"/>
                  </a:lnTo>
                  <a:lnTo>
                    <a:pt x="5094011" y="3105585"/>
                  </a:lnTo>
                  <a:lnTo>
                    <a:pt x="5165633" y="3117209"/>
                  </a:lnTo>
                  <a:lnTo>
                    <a:pt x="5237256" y="3128476"/>
                  </a:lnTo>
                  <a:lnTo>
                    <a:pt x="5308878" y="3139396"/>
                  </a:lnTo>
                  <a:lnTo>
                    <a:pt x="5380501" y="3149981"/>
                  </a:lnTo>
                  <a:lnTo>
                    <a:pt x="5452123" y="3160240"/>
                  </a:lnTo>
                  <a:lnTo>
                    <a:pt x="5523746" y="3170184"/>
                  </a:lnTo>
                  <a:lnTo>
                    <a:pt x="5595368" y="3179823"/>
                  </a:lnTo>
                  <a:lnTo>
                    <a:pt x="5666991" y="3189165"/>
                  </a:lnTo>
                  <a:lnTo>
                    <a:pt x="5738613" y="3198219"/>
                  </a:lnTo>
                  <a:lnTo>
                    <a:pt x="5810236" y="3206996"/>
                  </a:lnTo>
                  <a:lnTo>
                    <a:pt x="5881858" y="3215503"/>
                  </a:lnTo>
                  <a:lnTo>
                    <a:pt x="5953481" y="3223748"/>
                  </a:lnTo>
                  <a:lnTo>
                    <a:pt x="6025103" y="3231740"/>
                  </a:lnTo>
                  <a:lnTo>
                    <a:pt x="6096726" y="3239486"/>
                  </a:lnTo>
                  <a:lnTo>
                    <a:pt x="6168349" y="3246994"/>
                  </a:lnTo>
                  <a:lnTo>
                    <a:pt x="6239971" y="3254272"/>
                  </a:lnTo>
                  <a:lnTo>
                    <a:pt x="6311594" y="3261325"/>
                  </a:lnTo>
                  <a:lnTo>
                    <a:pt x="6383216" y="3268162"/>
                  </a:lnTo>
                  <a:lnTo>
                    <a:pt x="6454839" y="3274789"/>
                  </a:lnTo>
                  <a:lnTo>
                    <a:pt x="6526461" y="3281212"/>
                  </a:lnTo>
                  <a:lnTo>
                    <a:pt x="6598084" y="3287437"/>
                  </a:lnTo>
                  <a:lnTo>
                    <a:pt x="6669706" y="3293471"/>
                  </a:lnTo>
                  <a:lnTo>
                    <a:pt x="6741329" y="3299320"/>
                  </a:lnTo>
                  <a:lnTo>
                    <a:pt x="6812951" y="3304989"/>
                  </a:lnTo>
                  <a:lnTo>
                    <a:pt x="6884574" y="3310484"/>
                  </a:lnTo>
                  <a:lnTo>
                    <a:pt x="6956196" y="3315809"/>
                  </a:lnTo>
                  <a:lnTo>
                    <a:pt x="7027819" y="33209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1.43 (1.12-1.83), p = 0.004  |  per IQR decline (Δ = 29.9 %): 2.95 (1.42-6.13)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78040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2026-09-28T17:00:34Z</dcterms:modified>
  <cp:category/>
</cp:coreProperties>
</file>