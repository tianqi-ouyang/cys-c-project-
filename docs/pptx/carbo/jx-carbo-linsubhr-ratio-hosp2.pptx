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2518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5919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9319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2719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421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7619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1019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37746"/>
            </a:xfrm>
            <a:custGeom>
              <a:avLst/>
              <a:pathLst>
                <a:path w="6964104" h="1237746">
                  <a:moveTo>
                    <a:pt x="1369178" y="0"/>
                  </a:moveTo>
                  <a:lnTo>
                    <a:pt x="1406889" y="35245"/>
                  </a:lnTo>
                  <a:lnTo>
                    <a:pt x="1477234" y="97634"/>
                  </a:lnTo>
                  <a:lnTo>
                    <a:pt x="1547578" y="156837"/>
                  </a:lnTo>
                  <a:lnTo>
                    <a:pt x="1617923" y="213018"/>
                  </a:lnTo>
                  <a:lnTo>
                    <a:pt x="1688267" y="266330"/>
                  </a:lnTo>
                  <a:lnTo>
                    <a:pt x="1758612" y="316920"/>
                  </a:lnTo>
                  <a:lnTo>
                    <a:pt x="1828956" y="364927"/>
                  </a:lnTo>
                  <a:lnTo>
                    <a:pt x="1899301" y="410483"/>
                  </a:lnTo>
                  <a:lnTo>
                    <a:pt x="1969645" y="453714"/>
                  </a:lnTo>
                  <a:lnTo>
                    <a:pt x="2039990" y="494737"/>
                  </a:lnTo>
                  <a:lnTo>
                    <a:pt x="2110334" y="533665"/>
                  </a:lnTo>
                  <a:lnTo>
                    <a:pt x="2180679" y="570606"/>
                  </a:lnTo>
                  <a:lnTo>
                    <a:pt x="2251023" y="605661"/>
                  </a:lnTo>
                  <a:lnTo>
                    <a:pt x="2321368" y="638927"/>
                  </a:lnTo>
                  <a:lnTo>
                    <a:pt x="2391712" y="670493"/>
                  </a:lnTo>
                  <a:lnTo>
                    <a:pt x="2462057" y="700449"/>
                  </a:lnTo>
                  <a:lnTo>
                    <a:pt x="2532401" y="728874"/>
                  </a:lnTo>
                  <a:lnTo>
                    <a:pt x="2602746" y="755849"/>
                  </a:lnTo>
                  <a:lnTo>
                    <a:pt x="2673090" y="781446"/>
                  </a:lnTo>
                  <a:lnTo>
                    <a:pt x="2743435" y="805736"/>
                  </a:lnTo>
                  <a:lnTo>
                    <a:pt x="2813779" y="828786"/>
                  </a:lnTo>
                  <a:lnTo>
                    <a:pt x="2884124" y="850660"/>
                  </a:lnTo>
                  <a:lnTo>
                    <a:pt x="2954468" y="871416"/>
                  </a:lnTo>
                  <a:lnTo>
                    <a:pt x="3024813" y="891113"/>
                  </a:lnTo>
                  <a:lnTo>
                    <a:pt x="3095157" y="909804"/>
                  </a:lnTo>
                  <a:lnTo>
                    <a:pt x="3165502" y="927541"/>
                  </a:lnTo>
                  <a:lnTo>
                    <a:pt x="3235846" y="944372"/>
                  </a:lnTo>
                  <a:lnTo>
                    <a:pt x="3306191" y="958344"/>
                  </a:lnTo>
                  <a:lnTo>
                    <a:pt x="3376535" y="961328"/>
                  </a:lnTo>
                  <a:lnTo>
                    <a:pt x="3446880" y="964282"/>
                  </a:lnTo>
                  <a:lnTo>
                    <a:pt x="3517224" y="967207"/>
                  </a:lnTo>
                  <a:lnTo>
                    <a:pt x="3587569" y="970102"/>
                  </a:lnTo>
                  <a:lnTo>
                    <a:pt x="3657913" y="972969"/>
                  </a:lnTo>
                  <a:lnTo>
                    <a:pt x="3728257" y="975807"/>
                  </a:lnTo>
                  <a:lnTo>
                    <a:pt x="3798602" y="978617"/>
                  </a:lnTo>
                  <a:lnTo>
                    <a:pt x="3868946" y="981398"/>
                  </a:lnTo>
                  <a:lnTo>
                    <a:pt x="3939291" y="984152"/>
                  </a:lnTo>
                  <a:lnTo>
                    <a:pt x="4009635" y="986879"/>
                  </a:lnTo>
                  <a:lnTo>
                    <a:pt x="4079980" y="989578"/>
                  </a:lnTo>
                  <a:lnTo>
                    <a:pt x="4150324" y="992250"/>
                  </a:lnTo>
                  <a:lnTo>
                    <a:pt x="4220669" y="994895"/>
                  </a:lnTo>
                  <a:lnTo>
                    <a:pt x="4291013" y="997515"/>
                  </a:lnTo>
                  <a:lnTo>
                    <a:pt x="4361358" y="1000107"/>
                  </a:lnTo>
                  <a:lnTo>
                    <a:pt x="4431702" y="1002675"/>
                  </a:lnTo>
                  <a:lnTo>
                    <a:pt x="4502047" y="1005216"/>
                  </a:lnTo>
                  <a:lnTo>
                    <a:pt x="4572391" y="1007732"/>
                  </a:lnTo>
                  <a:lnTo>
                    <a:pt x="4642736" y="1010223"/>
                  </a:lnTo>
                  <a:lnTo>
                    <a:pt x="4713080" y="1012689"/>
                  </a:lnTo>
                  <a:lnTo>
                    <a:pt x="4783425" y="1015130"/>
                  </a:lnTo>
                  <a:lnTo>
                    <a:pt x="4853769" y="1017547"/>
                  </a:lnTo>
                  <a:lnTo>
                    <a:pt x="4924114" y="1019940"/>
                  </a:lnTo>
                  <a:lnTo>
                    <a:pt x="4994458" y="1022309"/>
                  </a:lnTo>
                  <a:lnTo>
                    <a:pt x="5064803" y="1024655"/>
                  </a:lnTo>
                  <a:lnTo>
                    <a:pt x="5135147" y="1026977"/>
                  </a:lnTo>
                  <a:lnTo>
                    <a:pt x="5205492" y="1029276"/>
                  </a:lnTo>
                  <a:lnTo>
                    <a:pt x="5275836" y="1031551"/>
                  </a:lnTo>
                  <a:lnTo>
                    <a:pt x="5346181" y="1033804"/>
                  </a:lnTo>
                  <a:lnTo>
                    <a:pt x="5416525" y="1036035"/>
                  </a:lnTo>
                  <a:lnTo>
                    <a:pt x="5486870" y="1038243"/>
                  </a:lnTo>
                  <a:lnTo>
                    <a:pt x="5557214" y="1040430"/>
                  </a:lnTo>
                  <a:lnTo>
                    <a:pt x="5627559" y="1042594"/>
                  </a:lnTo>
                  <a:lnTo>
                    <a:pt x="5697903" y="1044737"/>
                  </a:lnTo>
                  <a:lnTo>
                    <a:pt x="5768248" y="1046858"/>
                  </a:lnTo>
                  <a:lnTo>
                    <a:pt x="5838592" y="1048959"/>
                  </a:lnTo>
                  <a:lnTo>
                    <a:pt x="5908937" y="1051038"/>
                  </a:lnTo>
                  <a:lnTo>
                    <a:pt x="5979281" y="1053096"/>
                  </a:lnTo>
                  <a:lnTo>
                    <a:pt x="6049626" y="1055134"/>
                  </a:lnTo>
                  <a:lnTo>
                    <a:pt x="6119970" y="1057152"/>
                  </a:lnTo>
                  <a:lnTo>
                    <a:pt x="6190315" y="1059149"/>
                  </a:lnTo>
                  <a:lnTo>
                    <a:pt x="6260659" y="1061127"/>
                  </a:lnTo>
                  <a:lnTo>
                    <a:pt x="6331004" y="1063085"/>
                  </a:lnTo>
                  <a:lnTo>
                    <a:pt x="6401348" y="1065023"/>
                  </a:lnTo>
                  <a:lnTo>
                    <a:pt x="6471693" y="1066942"/>
                  </a:lnTo>
                  <a:lnTo>
                    <a:pt x="6542037" y="1068842"/>
                  </a:lnTo>
                  <a:lnTo>
                    <a:pt x="6612382" y="1070722"/>
                  </a:lnTo>
                  <a:lnTo>
                    <a:pt x="6682726" y="1072584"/>
                  </a:lnTo>
                  <a:lnTo>
                    <a:pt x="6753071" y="1074428"/>
                  </a:lnTo>
                  <a:lnTo>
                    <a:pt x="6823415" y="1076253"/>
                  </a:lnTo>
                  <a:lnTo>
                    <a:pt x="6893760" y="1078059"/>
                  </a:lnTo>
                  <a:lnTo>
                    <a:pt x="6964104" y="1079848"/>
                  </a:lnTo>
                  <a:lnTo>
                    <a:pt x="6964104" y="1237746"/>
                  </a:lnTo>
                  <a:lnTo>
                    <a:pt x="6893760" y="1236699"/>
                  </a:lnTo>
                  <a:lnTo>
                    <a:pt x="6823415" y="1235596"/>
                  </a:lnTo>
                  <a:lnTo>
                    <a:pt x="6753071" y="1234433"/>
                  </a:lnTo>
                  <a:lnTo>
                    <a:pt x="6682726" y="1233208"/>
                  </a:lnTo>
                  <a:lnTo>
                    <a:pt x="6612382" y="1231918"/>
                  </a:lnTo>
                  <a:lnTo>
                    <a:pt x="6542037" y="1230557"/>
                  </a:lnTo>
                  <a:lnTo>
                    <a:pt x="6471693" y="1229124"/>
                  </a:lnTo>
                  <a:lnTo>
                    <a:pt x="6401348" y="1227613"/>
                  </a:lnTo>
                  <a:lnTo>
                    <a:pt x="6331004" y="1226021"/>
                  </a:lnTo>
                  <a:lnTo>
                    <a:pt x="6260659" y="1224343"/>
                  </a:lnTo>
                  <a:lnTo>
                    <a:pt x="6190315" y="1222575"/>
                  </a:lnTo>
                  <a:lnTo>
                    <a:pt x="6119970" y="1220712"/>
                  </a:lnTo>
                  <a:lnTo>
                    <a:pt x="6049626" y="1218749"/>
                  </a:lnTo>
                  <a:lnTo>
                    <a:pt x="5979281" y="1216680"/>
                  </a:lnTo>
                  <a:lnTo>
                    <a:pt x="5908937" y="1214500"/>
                  </a:lnTo>
                  <a:lnTo>
                    <a:pt x="5838592" y="1212203"/>
                  </a:lnTo>
                  <a:lnTo>
                    <a:pt x="5768248" y="1209781"/>
                  </a:lnTo>
                  <a:lnTo>
                    <a:pt x="5697903" y="1207230"/>
                  </a:lnTo>
                  <a:lnTo>
                    <a:pt x="5627559" y="1204541"/>
                  </a:lnTo>
                  <a:lnTo>
                    <a:pt x="5557214" y="1201708"/>
                  </a:lnTo>
                  <a:lnTo>
                    <a:pt x="5486870" y="1198722"/>
                  </a:lnTo>
                  <a:lnTo>
                    <a:pt x="5416525" y="1195576"/>
                  </a:lnTo>
                  <a:lnTo>
                    <a:pt x="5346181" y="1192260"/>
                  </a:lnTo>
                  <a:lnTo>
                    <a:pt x="5275836" y="1188766"/>
                  </a:lnTo>
                  <a:lnTo>
                    <a:pt x="5205492" y="1185084"/>
                  </a:lnTo>
                  <a:lnTo>
                    <a:pt x="5135147" y="1181204"/>
                  </a:lnTo>
                  <a:lnTo>
                    <a:pt x="5064803" y="1177115"/>
                  </a:lnTo>
                  <a:lnTo>
                    <a:pt x="4994458" y="1172806"/>
                  </a:lnTo>
                  <a:lnTo>
                    <a:pt x="4924114" y="1168265"/>
                  </a:lnTo>
                  <a:lnTo>
                    <a:pt x="4853769" y="1163480"/>
                  </a:lnTo>
                  <a:lnTo>
                    <a:pt x="4783425" y="1158438"/>
                  </a:lnTo>
                  <a:lnTo>
                    <a:pt x="4713080" y="1153124"/>
                  </a:lnTo>
                  <a:lnTo>
                    <a:pt x="4642736" y="1147524"/>
                  </a:lnTo>
                  <a:lnTo>
                    <a:pt x="4572391" y="1141623"/>
                  </a:lnTo>
                  <a:lnTo>
                    <a:pt x="4502047" y="1135405"/>
                  </a:lnTo>
                  <a:lnTo>
                    <a:pt x="4431702" y="1128852"/>
                  </a:lnTo>
                  <a:lnTo>
                    <a:pt x="4361358" y="1121946"/>
                  </a:lnTo>
                  <a:lnTo>
                    <a:pt x="4291013" y="1114669"/>
                  </a:lnTo>
                  <a:lnTo>
                    <a:pt x="4220669" y="1107000"/>
                  </a:lnTo>
                  <a:lnTo>
                    <a:pt x="4150324" y="1098919"/>
                  </a:lnTo>
                  <a:lnTo>
                    <a:pt x="4079980" y="1090403"/>
                  </a:lnTo>
                  <a:lnTo>
                    <a:pt x="4009635" y="1081428"/>
                  </a:lnTo>
                  <a:lnTo>
                    <a:pt x="3939291" y="1071971"/>
                  </a:lnTo>
                  <a:lnTo>
                    <a:pt x="3868946" y="1062005"/>
                  </a:lnTo>
                  <a:lnTo>
                    <a:pt x="3798602" y="1051503"/>
                  </a:lnTo>
                  <a:lnTo>
                    <a:pt x="3728257" y="1040436"/>
                  </a:lnTo>
                  <a:lnTo>
                    <a:pt x="3657913" y="1028773"/>
                  </a:lnTo>
                  <a:lnTo>
                    <a:pt x="3587569" y="1016483"/>
                  </a:lnTo>
                  <a:lnTo>
                    <a:pt x="3517224" y="1003531"/>
                  </a:lnTo>
                  <a:lnTo>
                    <a:pt x="3446880" y="989883"/>
                  </a:lnTo>
                  <a:lnTo>
                    <a:pt x="3376535" y="975501"/>
                  </a:lnTo>
                  <a:lnTo>
                    <a:pt x="3306191" y="960344"/>
                  </a:lnTo>
                  <a:lnTo>
                    <a:pt x="3235846" y="955330"/>
                  </a:lnTo>
                  <a:lnTo>
                    <a:pt x="3165502" y="952285"/>
                  </a:lnTo>
                  <a:lnTo>
                    <a:pt x="3095157" y="949210"/>
                  </a:lnTo>
                  <a:lnTo>
                    <a:pt x="3024813" y="946103"/>
                  </a:lnTo>
                  <a:lnTo>
                    <a:pt x="2954468" y="942966"/>
                  </a:lnTo>
                  <a:lnTo>
                    <a:pt x="2884124" y="939797"/>
                  </a:lnTo>
                  <a:lnTo>
                    <a:pt x="2813779" y="936595"/>
                  </a:lnTo>
                  <a:lnTo>
                    <a:pt x="2743435" y="933362"/>
                  </a:lnTo>
                  <a:lnTo>
                    <a:pt x="2673090" y="930096"/>
                  </a:lnTo>
                  <a:lnTo>
                    <a:pt x="2602746" y="926797"/>
                  </a:lnTo>
                  <a:lnTo>
                    <a:pt x="2532401" y="923464"/>
                  </a:lnTo>
                  <a:lnTo>
                    <a:pt x="2462057" y="920098"/>
                  </a:lnTo>
                  <a:lnTo>
                    <a:pt x="2391712" y="916698"/>
                  </a:lnTo>
                  <a:lnTo>
                    <a:pt x="2321368" y="913264"/>
                  </a:lnTo>
                  <a:lnTo>
                    <a:pt x="2251023" y="909795"/>
                  </a:lnTo>
                  <a:lnTo>
                    <a:pt x="2180679" y="906292"/>
                  </a:lnTo>
                  <a:lnTo>
                    <a:pt x="2110334" y="902753"/>
                  </a:lnTo>
                  <a:lnTo>
                    <a:pt x="2039990" y="899178"/>
                  </a:lnTo>
                  <a:lnTo>
                    <a:pt x="1969645" y="895567"/>
                  </a:lnTo>
                  <a:lnTo>
                    <a:pt x="1899301" y="891920"/>
                  </a:lnTo>
                  <a:lnTo>
                    <a:pt x="1828956" y="888235"/>
                  </a:lnTo>
                  <a:lnTo>
                    <a:pt x="1758612" y="884514"/>
                  </a:lnTo>
                  <a:lnTo>
                    <a:pt x="1688267" y="880755"/>
                  </a:lnTo>
                  <a:lnTo>
                    <a:pt x="1617923" y="876959"/>
                  </a:lnTo>
                  <a:lnTo>
                    <a:pt x="1547578" y="873124"/>
                  </a:lnTo>
                  <a:lnTo>
                    <a:pt x="1477234" y="869250"/>
                  </a:lnTo>
                  <a:lnTo>
                    <a:pt x="1406889" y="865337"/>
                  </a:lnTo>
                  <a:lnTo>
                    <a:pt x="1336545" y="861385"/>
                  </a:lnTo>
                  <a:lnTo>
                    <a:pt x="1266200" y="857393"/>
                  </a:lnTo>
                  <a:lnTo>
                    <a:pt x="1195856" y="853361"/>
                  </a:lnTo>
                  <a:lnTo>
                    <a:pt x="1125511" y="849288"/>
                  </a:lnTo>
                  <a:lnTo>
                    <a:pt x="1055167" y="845174"/>
                  </a:lnTo>
                  <a:lnTo>
                    <a:pt x="984822" y="841018"/>
                  </a:lnTo>
                  <a:lnTo>
                    <a:pt x="914478" y="836821"/>
                  </a:lnTo>
                  <a:lnTo>
                    <a:pt x="844133" y="832581"/>
                  </a:lnTo>
                  <a:lnTo>
                    <a:pt x="773789" y="828299"/>
                  </a:lnTo>
                  <a:lnTo>
                    <a:pt x="703444" y="823973"/>
                  </a:lnTo>
                  <a:lnTo>
                    <a:pt x="633100" y="819603"/>
                  </a:lnTo>
                  <a:lnTo>
                    <a:pt x="562755" y="815190"/>
                  </a:lnTo>
                  <a:lnTo>
                    <a:pt x="492411" y="810732"/>
                  </a:lnTo>
                  <a:lnTo>
                    <a:pt x="422066" y="806229"/>
                  </a:lnTo>
                  <a:lnTo>
                    <a:pt x="351722" y="801681"/>
                  </a:lnTo>
                  <a:lnTo>
                    <a:pt x="281377" y="797087"/>
                  </a:lnTo>
                  <a:lnTo>
                    <a:pt x="211033" y="792446"/>
                  </a:lnTo>
                  <a:lnTo>
                    <a:pt x="140688" y="787759"/>
                  </a:lnTo>
                  <a:lnTo>
                    <a:pt x="70344" y="783024"/>
                  </a:lnTo>
                  <a:lnTo>
                    <a:pt x="0" y="7782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04490" y="2143092"/>
              <a:ext cx="5594926" cy="1079848"/>
            </a:xfrm>
            <a:custGeom>
              <a:avLst/>
              <a:pathLst>
                <a:path w="5594926" h="1079848">
                  <a:moveTo>
                    <a:pt x="0" y="0"/>
                  </a:moveTo>
                  <a:lnTo>
                    <a:pt x="37711" y="35245"/>
                  </a:lnTo>
                  <a:lnTo>
                    <a:pt x="108055" y="97634"/>
                  </a:lnTo>
                  <a:lnTo>
                    <a:pt x="178400" y="156837"/>
                  </a:lnTo>
                  <a:lnTo>
                    <a:pt x="248744" y="213018"/>
                  </a:lnTo>
                  <a:lnTo>
                    <a:pt x="319089" y="266330"/>
                  </a:lnTo>
                  <a:lnTo>
                    <a:pt x="389433" y="316920"/>
                  </a:lnTo>
                  <a:lnTo>
                    <a:pt x="459778" y="364927"/>
                  </a:lnTo>
                  <a:lnTo>
                    <a:pt x="530122" y="410483"/>
                  </a:lnTo>
                  <a:lnTo>
                    <a:pt x="600467" y="453714"/>
                  </a:lnTo>
                  <a:lnTo>
                    <a:pt x="670811" y="494737"/>
                  </a:lnTo>
                  <a:lnTo>
                    <a:pt x="741156" y="533665"/>
                  </a:lnTo>
                  <a:lnTo>
                    <a:pt x="811500" y="570606"/>
                  </a:lnTo>
                  <a:lnTo>
                    <a:pt x="881845" y="605661"/>
                  </a:lnTo>
                  <a:lnTo>
                    <a:pt x="952189" y="638927"/>
                  </a:lnTo>
                  <a:lnTo>
                    <a:pt x="1022534" y="670493"/>
                  </a:lnTo>
                  <a:lnTo>
                    <a:pt x="1092878" y="700449"/>
                  </a:lnTo>
                  <a:lnTo>
                    <a:pt x="1163223" y="728874"/>
                  </a:lnTo>
                  <a:lnTo>
                    <a:pt x="1233567" y="755849"/>
                  </a:lnTo>
                  <a:lnTo>
                    <a:pt x="1303912" y="781446"/>
                  </a:lnTo>
                  <a:lnTo>
                    <a:pt x="1374256" y="805736"/>
                  </a:lnTo>
                  <a:lnTo>
                    <a:pt x="1444601" y="828786"/>
                  </a:lnTo>
                  <a:lnTo>
                    <a:pt x="1514945" y="850660"/>
                  </a:lnTo>
                  <a:lnTo>
                    <a:pt x="1585290" y="871416"/>
                  </a:lnTo>
                  <a:lnTo>
                    <a:pt x="1655634" y="891113"/>
                  </a:lnTo>
                  <a:lnTo>
                    <a:pt x="1725979" y="909804"/>
                  </a:lnTo>
                  <a:lnTo>
                    <a:pt x="1796323" y="927541"/>
                  </a:lnTo>
                  <a:lnTo>
                    <a:pt x="1866668" y="944372"/>
                  </a:lnTo>
                  <a:lnTo>
                    <a:pt x="1937012" y="958344"/>
                  </a:lnTo>
                  <a:lnTo>
                    <a:pt x="2007357" y="961328"/>
                  </a:lnTo>
                  <a:lnTo>
                    <a:pt x="2077701" y="964282"/>
                  </a:lnTo>
                  <a:lnTo>
                    <a:pt x="2148046" y="967207"/>
                  </a:lnTo>
                  <a:lnTo>
                    <a:pt x="2218390" y="970102"/>
                  </a:lnTo>
                  <a:lnTo>
                    <a:pt x="2288735" y="972969"/>
                  </a:lnTo>
                  <a:lnTo>
                    <a:pt x="2359079" y="975807"/>
                  </a:lnTo>
                  <a:lnTo>
                    <a:pt x="2429424" y="978617"/>
                  </a:lnTo>
                  <a:lnTo>
                    <a:pt x="2499768" y="981398"/>
                  </a:lnTo>
                  <a:lnTo>
                    <a:pt x="2570113" y="984152"/>
                  </a:lnTo>
                  <a:lnTo>
                    <a:pt x="2640457" y="986879"/>
                  </a:lnTo>
                  <a:lnTo>
                    <a:pt x="2710802" y="989578"/>
                  </a:lnTo>
                  <a:lnTo>
                    <a:pt x="2781146" y="992250"/>
                  </a:lnTo>
                  <a:lnTo>
                    <a:pt x="2851491" y="994895"/>
                  </a:lnTo>
                  <a:lnTo>
                    <a:pt x="2921835" y="997515"/>
                  </a:lnTo>
                  <a:lnTo>
                    <a:pt x="2992180" y="1000107"/>
                  </a:lnTo>
                  <a:lnTo>
                    <a:pt x="3062524" y="1002675"/>
                  </a:lnTo>
                  <a:lnTo>
                    <a:pt x="3132869" y="1005216"/>
                  </a:lnTo>
                  <a:lnTo>
                    <a:pt x="3203213" y="1007732"/>
                  </a:lnTo>
                  <a:lnTo>
                    <a:pt x="3273558" y="1010223"/>
                  </a:lnTo>
                  <a:lnTo>
                    <a:pt x="3343902" y="1012689"/>
                  </a:lnTo>
                  <a:lnTo>
                    <a:pt x="3414247" y="1015130"/>
                  </a:lnTo>
                  <a:lnTo>
                    <a:pt x="3484591" y="1017547"/>
                  </a:lnTo>
                  <a:lnTo>
                    <a:pt x="3554935" y="1019940"/>
                  </a:lnTo>
                  <a:lnTo>
                    <a:pt x="3625280" y="1022309"/>
                  </a:lnTo>
                  <a:lnTo>
                    <a:pt x="3695624" y="1024655"/>
                  </a:lnTo>
                  <a:lnTo>
                    <a:pt x="3765969" y="1026977"/>
                  </a:lnTo>
                  <a:lnTo>
                    <a:pt x="3836313" y="1029276"/>
                  </a:lnTo>
                  <a:lnTo>
                    <a:pt x="3906658" y="1031551"/>
                  </a:lnTo>
                  <a:lnTo>
                    <a:pt x="3977002" y="1033804"/>
                  </a:lnTo>
                  <a:lnTo>
                    <a:pt x="4047347" y="1036035"/>
                  </a:lnTo>
                  <a:lnTo>
                    <a:pt x="4117691" y="1038243"/>
                  </a:lnTo>
                  <a:lnTo>
                    <a:pt x="4188036" y="1040430"/>
                  </a:lnTo>
                  <a:lnTo>
                    <a:pt x="4258380" y="1042594"/>
                  </a:lnTo>
                  <a:lnTo>
                    <a:pt x="4328725" y="1044737"/>
                  </a:lnTo>
                  <a:lnTo>
                    <a:pt x="4399069" y="1046858"/>
                  </a:lnTo>
                  <a:lnTo>
                    <a:pt x="4469414" y="1048959"/>
                  </a:lnTo>
                  <a:lnTo>
                    <a:pt x="4539758" y="1051038"/>
                  </a:lnTo>
                  <a:lnTo>
                    <a:pt x="4610103" y="1053096"/>
                  </a:lnTo>
                  <a:lnTo>
                    <a:pt x="4680447" y="1055134"/>
                  </a:lnTo>
                  <a:lnTo>
                    <a:pt x="4750792" y="1057152"/>
                  </a:lnTo>
                  <a:lnTo>
                    <a:pt x="4821136" y="1059149"/>
                  </a:lnTo>
                  <a:lnTo>
                    <a:pt x="4891481" y="1061127"/>
                  </a:lnTo>
                  <a:lnTo>
                    <a:pt x="4961825" y="1063085"/>
                  </a:lnTo>
                  <a:lnTo>
                    <a:pt x="5032170" y="1065023"/>
                  </a:lnTo>
                  <a:lnTo>
                    <a:pt x="5102514" y="1066942"/>
                  </a:lnTo>
                  <a:lnTo>
                    <a:pt x="5172859" y="1068842"/>
                  </a:lnTo>
                  <a:lnTo>
                    <a:pt x="5243203" y="1070722"/>
                  </a:lnTo>
                  <a:lnTo>
                    <a:pt x="5313548" y="1072584"/>
                  </a:lnTo>
                  <a:lnTo>
                    <a:pt x="5383892" y="1074428"/>
                  </a:lnTo>
                  <a:lnTo>
                    <a:pt x="5454237" y="1076253"/>
                  </a:lnTo>
                  <a:lnTo>
                    <a:pt x="5524581" y="1078059"/>
                  </a:lnTo>
                  <a:lnTo>
                    <a:pt x="5594926" y="10798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2921334"/>
              <a:ext cx="6964104" cy="459504"/>
            </a:xfrm>
            <a:custGeom>
              <a:avLst/>
              <a:pathLst>
                <a:path w="6964104" h="459504">
                  <a:moveTo>
                    <a:pt x="6964104" y="459504"/>
                  </a:moveTo>
                  <a:lnTo>
                    <a:pt x="6893760" y="458457"/>
                  </a:lnTo>
                  <a:lnTo>
                    <a:pt x="6823415" y="457354"/>
                  </a:lnTo>
                  <a:lnTo>
                    <a:pt x="6753071" y="456191"/>
                  </a:lnTo>
                  <a:lnTo>
                    <a:pt x="6682726" y="454966"/>
                  </a:lnTo>
                  <a:lnTo>
                    <a:pt x="6612382" y="453675"/>
                  </a:lnTo>
                  <a:lnTo>
                    <a:pt x="6542037" y="452315"/>
                  </a:lnTo>
                  <a:lnTo>
                    <a:pt x="6471693" y="450881"/>
                  </a:lnTo>
                  <a:lnTo>
                    <a:pt x="6401348" y="449371"/>
                  </a:lnTo>
                  <a:lnTo>
                    <a:pt x="6331004" y="447779"/>
                  </a:lnTo>
                  <a:lnTo>
                    <a:pt x="6260659" y="446101"/>
                  </a:lnTo>
                  <a:lnTo>
                    <a:pt x="6190315" y="444333"/>
                  </a:lnTo>
                  <a:lnTo>
                    <a:pt x="6119970" y="442470"/>
                  </a:lnTo>
                  <a:lnTo>
                    <a:pt x="6049626" y="440507"/>
                  </a:lnTo>
                  <a:lnTo>
                    <a:pt x="5979281" y="438438"/>
                  </a:lnTo>
                  <a:lnTo>
                    <a:pt x="5908937" y="436258"/>
                  </a:lnTo>
                  <a:lnTo>
                    <a:pt x="5838592" y="433960"/>
                  </a:lnTo>
                  <a:lnTo>
                    <a:pt x="5768248" y="431539"/>
                  </a:lnTo>
                  <a:lnTo>
                    <a:pt x="5697903" y="428988"/>
                  </a:lnTo>
                  <a:lnTo>
                    <a:pt x="5627559" y="426299"/>
                  </a:lnTo>
                  <a:lnTo>
                    <a:pt x="5557214" y="423466"/>
                  </a:lnTo>
                  <a:lnTo>
                    <a:pt x="5486870" y="420480"/>
                  </a:lnTo>
                  <a:lnTo>
                    <a:pt x="5416525" y="417334"/>
                  </a:lnTo>
                  <a:lnTo>
                    <a:pt x="5346181" y="414018"/>
                  </a:lnTo>
                  <a:lnTo>
                    <a:pt x="5275836" y="410524"/>
                  </a:lnTo>
                  <a:lnTo>
                    <a:pt x="5205492" y="406842"/>
                  </a:lnTo>
                  <a:lnTo>
                    <a:pt x="5135147" y="402962"/>
                  </a:lnTo>
                  <a:lnTo>
                    <a:pt x="5064803" y="398873"/>
                  </a:lnTo>
                  <a:lnTo>
                    <a:pt x="4994458" y="394564"/>
                  </a:lnTo>
                  <a:lnTo>
                    <a:pt x="4924114" y="390023"/>
                  </a:lnTo>
                  <a:lnTo>
                    <a:pt x="4853769" y="385238"/>
                  </a:lnTo>
                  <a:lnTo>
                    <a:pt x="4783425" y="380196"/>
                  </a:lnTo>
                  <a:lnTo>
                    <a:pt x="4713080" y="374882"/>
                  </a:lnTo>
                  <a:lnTo>
                    <a:pt x="4642736" y="369282"/>
                  </a:lnTo>
                  <a:lnTo>
                    <a:pt x="4572391" y="363381"/>
                  </a:lnTo>
                  <a:lnTo>
                    <a:pt x="4502047" y="357163"/>
                  </a:lnTo>
                  <a:lnTo>
                    <a:pt x="4431702" y="350610"/>
                  </a:lnTo>
                  <a:lnTo>
                    <a:pt x="4361358" y="343704"/>
                  </a:lnTo>
                  <a:lnTo>
                    <a:pt x="4291013" y="336427"/>
                  </a:lnTo>
                  <a:lnTo>
                    <a:pt x="4220669" y="328758"/>
                  </a:lnTo>
                  <a:lnTo>
                    <a:pt x="4150324" y="320677"/>
                  </a:lnTo>
                  <a:lnTo>
                    <a:pt x="4079980" y="312161"/>
                  </a:lnTo>
                  <a:lnTo>
                    <a:pt x="4009635" y="303186"/>
                  </a:lnTo>
                  <a:lnTo>
                    <a:pt x="3939291" y="293729"/>
                  </a:lnTo>
                  <a:lnTo>
                    <a:pt x="3868946" y="283763"/>
                  </a:lnTo>
                  <a:lnTo>
                    <a:pt x="3798602" y="273261"/>
                  </a:lnTo>
                  <a:lnTo>
                    <a:pt x="3728257" y="262194"/>
                  </a:lnTo>
                  <a:lnTo>
                    <a:pt x="3657913" y="250531"/>
                  </a:lnTo>
                  <a:lnTo>
                    <a:pt x="3587569" y="238241"/>
                  </a:lnTo>
                  <a:lnTo>
                    <a:pt x="3517224" y="225289"/>
                  </a:lnTo>
                  <a:lnTo>
                    <a:pt x="3446880" y="211641"/>
                  </a:lnTo>
                  <a:lnTo>
                    <a:pt x="3376535" y="197258"/>
                  </a:lnTo>
                  <a:lnTo>
                    <a:pt x="3306191" y="182102"/>
                  </a:lnTo>
                  <a:lnTo>
                    <a:pt x="3235846" y="177087"/>
                  </a:lnTo>
                  <a:lnTo>
                    <a:pt x="3165502" y="174043"/>
                  </a:lnTo>
                  <a:lnTo>
                    <a:pt x="3095157" y="170967"/>
                  </a:lnTo>
                  <a:lnTo>
                    <a:pt x="3024813" y="167861"/>
                  </a:lnTo>
                  <a:lnTo>
                    <a:pt x="2954468" y="164724"/>
                  </a:lnTo>
                  <a:lnTo>
                    <a:pt x="2884124" y="161554"/>
                  </a:lnTo>
                  <a:lnTo>
                    <a:pt x="2813779" y="158353"/>
                  </a:lnTo>
                  <a:lnTo>
                    <a:pt x="2743435" y="155120"/>
                  </a:lnTo>
                  <a:lnTo>
                    <a:pt x="2673090" y="151853"/>
                  </a:lnTo>
                  <a:lnTo>
                    <a:pt x="2602746" y="148554"/>
                  </a:lnTo>
                  <a:lnTo>
                    <a:pt x="2532401" y="145222"/>
                  </a:lnTo>
                  <a:lnTo>
                    <a:pt x="2462057" y="141856"/>
                  </a:lnTo>
                  <a:lnTo>
                    <a:pt x="2391712" y="138456"/>
                  </a:lnTo>
                  <a:lnTo>
                    <a:pt x="2321368" y="135022"/>
                  </a:lnTo>
                  <a:lnTo>
                    <a:pt x="2251023" y="131553"/>
                  </a:lnTo>
                  <a:lnTo>
                    <a:pt x="2180679" y="128049"/>
                  </a:lnTo>
                  <a:lnTo>
                    <a:pt x="2110334" y="124510"/>
                  </a:lnTo>
                  <a:lnTo>
                    <a:pt x="2039990" y="120935"/>
                  </a:lnTo>
                  <a:lnTo>
                    <a:pt x="1969645" y="117325"/>
                  </a:lnTo>
                  <a:lnTo>
                    <a:pt x="1899301" y="113677"/>
                  </a:lnTo>
                  <a:lnTo>
                    <a:pt x="1828956" y="109993"/>
                  </a:lnTo>
                  <a:lnTo>
                    <a:pt x="1758612" y="106272"/>
                  </a:lnTo>
                  <a:lnTo>
                    <a:pt x="1688267" y="102513"/>
                  </a:lnTo>
                  <a:lnTo>
                    <a:pt x="1617923" y="98717"/>
                  </a:lnTo>
                  <a:lnTo>
                    <a:pt x="1547578" y="94882"/>
                  </a:lnTo>
                  <a:lnTo>
                    <a:pt x="1477234" y="91008"/>
                  </a:lnTo>
                  <a:lnTo>
                    <a:pt x="1406889" y="87095"/>
                  </a:lnTo>
                  <a:lnTo>
                    <a:pt x="1336545" y="83143"/>
                  </a:lnTo>
                  <a:lnTo>
                    <a:pt x="1266200" y="79151"/>
                  </a:lnTo>
                  <a:lnTo>
                    <a:pt x="1195856" y="75119"/>
                  </a:lnTo>
                  <a:lnTo>
                    <a:pt x="1125511" y="71046"/>
                  </a:lnTo>
                  <a:lnTo>
                    <a:pt x="1055167" y="66932"/>
                  </a:lnTo>
                  <a:lnTo>
                    <a:pt x="984822" y="62776"/>
                  </a:lnTo>
                  <a:lnTo>
                    <a:pt x="914478" y="58579"/>
                  </a:lnTo>
                  <a:lnTo>
                    <a:pt x="844133" y="54339"/>
                  </a:lnTo>
                  <a:lnTo>
                    <a:pt x="773789" y="50056"/>
                  </a:lnTo>
                  <a:lnTo>
                    <a:pt x="703444" y="45731"/>
                  </a:lnTo>
                  <a:lnTo>
                    <a:pt x="633100" y="41361"/>
                  </a:lnTo>
                  <a:lnTo>
                    <a:pt x="562755" y="36948"/>
                  </a:lnTo>
                  <a:lnTo>
                    <a:pt x="492411" y="32490"/>
                  </a:lnTo>
                  <a:lnTo>
                    <a:pt x="422066" y="27987"/>
                  </a:lnTo>
                  <a:lnTo>
                    <a:pt x="351722" y="23439"/>
                  </a:lnTo>
                  <a:lnTo>
                    <a:pt x="281377" y="18844"/>
                  </a:lnTo>
                  <a:lnTo>
                    <a:pt x="211033" y="14204"/>
                  </a:lnTo>
                  <a:lnTo>
                    <a:pt x="140688" y="9516"/>
                  </a:lnTo>
                  <a:lnTo>
                    <a:pt x="70344" y="47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97002" y="2143092"/>
              <a:ext cx="6902414" cy="1198460"/>
            </a:xfrm>
            <a:custGeom>
              <a:avLst/>
              <a:pathLst>
                <a:path w="6902414" h="1198460">
                  <a:moveTo>
                    <a:pt x="0" y="0"/>
                  </a:moveTo>
                  <a:lnTo>
                    <a:pt x="8654" y="4886"/>
                  </a:lnTo>
                  <a:lnTo>
                    <a:pt x="78999" y="43379"/>
                  </a:lnTo>
                  <a:lnTo>
                    <a:pt x="149343" y="80690"/>
                  </a:lnTo>
                  <a:lnTo>
                    <a:pt x="219688" y="116854"/>
                  </a:lnTo>
                  <a:lnTo>
                    <a:pt x="290032" y="151906"/>
                  </a:lnTo>
                  <a:lnTo>
                    <a:pt x="360377" y="185881"/>
                  </a:lnTo>
                  <a:lnTo>
                    <a:pt x="430721" y="218811"/>
                  </a:lnTo>
                  <a:lnTo>
                    <a:pt x="501065" y="250729"/>
                  </a:lnTo>
                  <a:lnTo>
                    <a:pt x="571410" y="281666"/>
                  </a:lnTo>
                  <a:lnTo>
                    <a:pt x="641754" y="311652"/>
                  </a:lnTo>
                  <a:lnTo>
                    <a:pt x="712099" y="340717"/>
                  </a:lnTo>
                  <a:lnTo>
                    <a:pt x="782443" y="368888"/>
                  </a:lnTo>
                  <a:lnTo>
                    <a:pt x="852788" y="396193"/>
                  </a:lnTo>
                  <a:lnTo>
                    <a:pt x="923132" y="422658"/>
                  </a:lnTo>
                  <a:lnTo>
                    <a:pt x="993477" y="448311"/>
                  </a:lnTo>
                  <a:lnTo>
                    <a:pt x="1063821" y="473175"/>
                  </a:lnTo>
                  <a:lnTo>
                    <a:pt x="1134166" y="497274"/>
                  </a:lnTo>
                  <a:lnTo>
                    <a:pt x="1204510" y="520633"/>
                  </a:lnTo>
                  <a:lnTo>
                    <a:pt x="1274855" y="543273"/>
                  </a:lnTo>
                  <a:lnTo>
                    <a:pt x="1345199" y="565218"/>
                  </a:lnTo>
                  <a:lnTo>
                    <a:pt x="1415544" y="586489"/>
                  </a:lnTo>
                  <a:lnTo>
                    <a:pt x="1485888" y="607105"/>
                  </a:lnTo>
                  <a:lnTo>
                    <a:pt x="1556233" y="627088"/>
                  </a:lnTo>
                  <a:lnTo>
                    <a:pt x="1626577" y="646456"/>
                  </a:lnTo>
                  <a:lnTo>
                    <a:pt x="1696922" y="665229"/>
                  </a:lnTo>
                  <a:lnTo>
                    <a:pt x="1767266" y="683425"/>
                  </a:lnTo>
                  <a:lnTo>
                    <a:pt x="1837611" y="701062"/>
                  </a:lnTo>
                  <a:lnTo>
                    <a:pt x="1907955" y="718157"/>
                  </a:lnTo>
                  <a:lnTo>
                    <a:pt x="1978300" y="734726"/>
                  </a:lnTo>
                  <a:lnTo>
                    <a:pt x="2048644" y="750786"/>
                  </a:lnTo>
                  <a:lnTo>
                    <a:pt x="2118989" y="766352"/>
                  </a:lnTo>
                  <a:lnTo>
                    <a:pt x="2189333" y="781440"/>
                  </a:lnTo>
                  <a:lnTo>
                    <a:pt x="2259678" y="796064"/>
                  </a:lnTo>
                  <a:lnTo>
                    <a:pt x="2330022" y="810239"/>
                  </a:lnTo>
                  <a:lnTo>
                    <a:pt x="2400367" y="823977"/>
                  </a:lnTo>
                  <a:lnTo>
                    <a:pt x="2470711" y="837294"/>
                  </a:lnTo>
                  <a:lnTo>
                    <a:pt x="2541056" y="850201"/>
                  </a:lnTo>
                  <a:lnTo>
                    <a:pt x="2611400" y="862711"/>
                  </a:lnTo>
                  <a:lnTo>
                    <a:pt x="2681745" y="874837"/>
                  </a:lnTo>
                  <a:lnTo>
                    <a:pt x="2752089" y="886590"/>
                  </a:lnTo>
                  <a:lnTo>
                    <a:pt x="2822434" y="897982"/>
                  </a:lnTo>
                  <a:lnTo>
                    <a:pt x="2892778" y="909024"/>
                  </a:lnTo>
                  <a:lnTo>
                    <a:pt x="2963123" y="919726"/>
                  </a:lnTo>
                  <a:lnTo>
                    <a:pt x="3033467" y="930100"/>
                  </a:lnTo>
                  <a:lnTo>
                    <a:pt x="3103812" y="940154"/>
                  </a:lnTo>
                  <a:lnTo>
                    <a:pt x="3174156" y="949900"/>
                  </a:lnTo>
                  <a:lnTo>
                    <a:pt x="3244501" y="959346"/>
                  </a:lnTo>
                  <a:lnTo>
                    <a:pt x="3314845" y="968501"/>
                  </a:lnTo>
                  <a:lnTo>
                    <a:pt x="3385190" y="977375"/>
                  </a:lnTo>
                  <a:lnTo>
                    <a:pt x="3455534" y="985977"/>
                  </a:lnTo>
                  <a:lnTo>
                    <a:pt x="3525879" y="994313"/>
                  </a:lnTo>
                  <a:lnTo>
                    <a:pt x="3596223" y="1002394"/>
                  </a:lnTo>
                  <a:lnTo>
                    <a:pt x="3666568" y="1010226"/>
                  </a:lnTo>
                  <a:lnTo>
                    <a:pt x="3736912" y="1017818"/>
                  </a:lnTo>
                  <a:lnTo>
                    <a:pt x="3807257" y="1025176"/>
                  </a:lnTo>
                  <a:lnTo>
                    <a:pt x="3877601" y="1032308"/>
                  </a:lnTo>
                  <a:lnTo>
                    <a:pt x="3947946" y="1039221"/>
                  </a:lnTo>
                  <a:lnTo>
                    <a:pt x="4018290" y="1045921"/>
                  </a:lnTo>
                  <a:lnTo>
                    <a:pt x="4088635" y="1052416"/>
                  </a:lnTo>
                  <a:lnTo>
                    <a:pt x="4158979" y="1058710"/>
                  </a:lnTo>
                  <a:lnTo>
                    <a:pt x="4229323" y="1064812"/>
                  </a:lnTo>
                  <a:lnTo>
                    <a:pt x="4299668" y="1070725"/>
                  </a:lnTo>
                  <a:lnTo>
                    <a:pt x="4370012" y="1076457"/>
                  </a:lnTo>
                  <a:lnTo>
                    <a:pt x="4440357" y="1082013"/>
                  </a:lnTo>
                  <a:lnTo>
                    <a:pt x="4510701" y="1087398"/>
                  </a:lnTo>
                  <a:lnTo>
                    <a:pt x="4581046" y="1092617"/>
                  </a:lnTo>
                  <a:lnTo>
                    <a:pt x="4651390" y="1097676"/>
                  </a:lnTo>
                  <a:lnTo>
                    <a:pt x="4721735" y="1102580"/>
                  </a:lnTo>
                  <a:lnTo>
                    <a:pt x="4792079" y="1107333"/>
                  </a:lnTo>
                  <a:lnTo>
                    <a:pt x="4862424" y="1111939"/>
                  </a:lnTo>
                  <a:lnTo>
                    <a:pt x="4932768" y="1116405"/>
                  </a:lnTo>
                  <a:lnTo>
                    <a:pt x="5003113" y="1120732"/>
                  </a:lnTo>
                  <a:lnTo>
                    <a:pt x="5073457" y="1124927"/>
                  </a:lnTo>
                  <a:lnTo>
                    <a:pt x="5143802" y="1128993"/>
                  </a:lnTo>
                  <a:lnTo>
                    <a:pt x="5214146" y="1132934"/>
                  </a:lnTo>
                  <a:lnTo>
                    <a:pt x="5284491" y="1136754"/>
                  </a:lnTo>
                  <a:lnTo>
                    <a:pt x="5354835" y="1140456"/>
                  </a:lnTo>
                  <a:lnTo>
                    <a:pt x="5425180" y="1144045"/>
                  </a:lnTo>
                  <a:lnTo>
                    <a:pt x="5495524" y="1147523"/>
                  </a:lnTo>
                  <a:lnTo>
                    <a:pt x="5565869" y="1150894"/>
                  </a:lnTo>
                  <a:lnTo>
                    <a:pt x="5636213" y="1154162"/>
                  </a:lnTo>
                  <a:lnTo>
                    <a:pt x="5706558" y="1157329"/>
                  </a:lnTo>
                  <a:lnTo>
                    <a:pt x="5776902" y="1160399"/>
                  </a:lnTo>
                  <a:lnTo>
                    <a:pt x="5847247" y="1163375"/>
                  </a:lnTo>
                  <a:lnTo>
                    <a:pt x="5917591" y="1166259"/>
                  </a:lnTo>
                  <a:lnTo>
                    <a:pt x="5987936" y="1169054"/>
                  </a:lnTo>
                  <a:lnTo>
                    <a:pt x="6058280" y="1171764"/>
                  </a:lnTo>
                  <a:lnTo>
                    <a:pt x="6128625" y="1174390"/>
                  </a:lnTo>
                  <a:lnTo>
                    <a:pt x="6198969" y="1176935"/>
                  </a:lnTo>
                  <a:lnTo>
                    <a:pt x="6269314" y="1179402"/>
                  </a:lnTo>
                  <a:lnTo>
                    <a:pt x="6339658" y="1181794"/>
                  </a:lnTo>
                  <a:lnTo>
                    <a:pt x="6410003" y="1184112"/>
                  </a:lnTo>
                  <a:lnTo>
                    <a:pt x="6480347" y="1186358"/>
                  </a:lnTo>
                  <a:lnTo>
                    <a:pt x="6550692" y="1188536"/>
                  </a:lnTo>
                  <a:lnTo>
                    <a:pt x="6621036" y="1190647"/>
                  </a:lnTo>
                  <a:lnTo>
                    <a:pt x="6691381" y="1192692"/>
                  </a:lnTo>
                  <a:lnTo>
                    <a:pt x="6761725" y="1194675"/>
                  </a:lnTo>
                  <a:lnTo>
                    <a:pt x="6832070" y="1196597"/>
                  </a:lnTo>
                  <a:lnTo>
                    <a:pt x="6902414" y="11984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3035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61403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45104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48017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1.43 (1.12-1.83), p = 0.004  |  per IQR decline (Δ = 29.9 %): 2.95 (1.42-6.13)  |  IQR: [-15.0, 14.9]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37804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1498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285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4219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3557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1693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498299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7965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101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2379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373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217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3538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9489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762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5761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3897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033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169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305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235312" y="4336484"/>
              <a:ext cx="6964104" cy="1237746"/>
            </a:xfrm>
            <a:custGeom>
              <a:avLst/>
              <a:pathLst>
                <a:path w="6964104" h="1237746">
                  <a:moveTo>
                    <a:pt x="1369178" y="0"/>
                  </a:moveTo>
                  <a:lnTo>
                    <a:pt x="1406889" y="35245"/>
                  </a:lnTo>
                  <a:lnTo>
                    <a:pt x="1477234" y="97634"/>
                  </a:lnTo>
                  <a:lnTo>
                    <a:pt x="1547578" y="156837"/>
                  </a:lnTo>
                  <a:lnTo>
                    <a:pt x="1617923" y="213018"/>
                  </a:lnTo>
                  <a:lnTo>
                    <a:pt x="1688267" y="266330"/>
                  </a:lnTo>
                  <a:lnTo>
                    <a:pt x="1758612" y="316920"/>
                  </a:lnTo>
                  <a:lnTo>
                    <a:pt x="1828956" y="364927"/>
                  </a:lnTo>
                  <a:lnTo>
                    <a:pt x="1899301" y="410483"/>
                  </a:lnTo>
                  <a:lnTo>
                    <a:pt x="1969645" y="453714"/>
                  </a:lnTo>
                  <a:lnTo>
                    <a:pt x="2039990" y="494737"/>
                  </a:lnTo>
                  <a:lnTo>
                    <a:pt x="2110334" y="533665"/>
                  </a:lnTo>
                  <a:lnTo>
                    <a:pt x="2180679" y="570606"/>
                  </a:lnTo>
                  <a:lnTo>
                    <a:pt x="2251023" y="605661"/>
                  </a:lnTo>
                  <a:lnTo>
                    <a:pt x="2321368" y="638927"/>
                  </a:lnTo>
                  <a:lnTo>
                    <a:pt x="2391712" y="670493"/>
                  </a:lnTo>
                  <a:lnTo>
                    <a:pt x="2462057" y="700449"/>
                  </a:lnTo>
                  <a:lnTo>
                    <a:pt x="2532401" y="728874"/>
                  </a:lnTo>
                  <a:lnTo>
                    <a:pt x="2602746" y="755849"/>
                  </a:lnTo>
                  <a:lnTo>
                    <a:pt x="2673090" y="781446"/>
                  </a:lnTo>
                  <a:lnTo>
                    <a:pt x="2743435" y="805736"/>
                  </a:lnTo>
                  <a:lnTo>
                    <a:pt x="2813779" y="828786"/>
                  </a:lnTo>
                  <a:lnTo>
                    <a:pt x="2884124" y="850660"/>
                  </a:lnTo>
                  <a:lnTo>
                    <a:pt x="2954468" y="871416"/>
                  </a:lnTo>
                  <a:lnTo>
                    <a:pt x="3024813" y="891113"/>
                  </a:lnTo>
                  <a:lnTo>
                    <a:pt x="3095157" y="909804"/>
                  </a:lnTo>
                  <a:lnTo>
                    <a:pt x="3165502" y="927541"/>
                  </a:lnTo>
                  <a:lnTo>
                    <a:pt x="3235846" y="944372"/>
                  </a:lnTo>
                  <a:lnTo>
                    <a:pt x="3306191" y="958344"/>
                  </a:lnTo>
                  <a:lnTo>
                    <a:pt x="3376535" y="961328"/>
                  </a:lnTo>
                  <a:lnTo>
                    <a:pt x="3446880" y="964282"/>
                  </a:lnTo>
                  <a:lnTo>
                    <a:pt x="3517224" y="967207"/>
                  </a:lnTo>
                  <a:lnTo>
                    <a:pt x="3587569" y="970102"/>
                  </a:lnTo>
                  <a:lnTo>
                    <a:pt x="3657913" y="972969"/>
                  </a:lnTo>
                  <a:lnTo>
                    <a:pt x="3728257" y="975807"/>
                  </a:lnTo>
                  <a:lnTo>
                    <a:pt x="3798602" y="978617"/>
                  </a:lnTo>
                  <a:lnTo>
                    <a:pt x="3868946" y="981398"/>
                  </a:lnTo>
                  <a:lnTo>
                    <a:pt x="3939291" y="984152"/>
                  </a:lnTo>
                  <a:lnTo>
                    <a:pt x="4009635" y="986879"/>
                  </a:lnTo>
                  <a:lnTo>
                    <a:pt x="4079980" y="989578"/>
                  </a:lnTo>
                  <a:lnTo>
                    <a:pt x="4150324" y="992250"/>
                  </a:lnTo>
                  <a:lnTo>
                    <a:pt x="4220669" y="994895"/>
                  </a:lnTo>
                  <a:lnTo>
                    <a:pt x="4291013" y="997515"/>
                  </a:lnTo>
                  <a:lnTo>
                    <a:pt x="4361358" y="1000107"/>
                  </a:lnTo>
                  <a:lnTo>
                    <a:pt x="4431702" y="1002675"/>
                  </a:lnTo>
                  <a:lnTo>
                    <a:pt x="4502047" y="1005216"/>
                  </a:lnTo>
                  <a:lnTo>
                    <a:pt x="4572391" y="1007732"/>
                  </a:lnTo>
                  <a:lnTo>
                    <a:pt x="4642736" y="1010223"/>
                  </a:lnTo>
                  <a:lnTo>
                    <a:pt x="4713080" y="1012689"/>
                  </a:lnTo>
                  <a:lnTo>
                    <a:pt x="4783425" y="1015130"/>
                  </a:lnTo>
                  <a:lnTo>
                    <a:pt x="4853769" y="1017547"/>
                  </a:lnTo>
                  <a:lnTo>
                    <a:pt x="4924114" y="1019940"/>
                  </a:lnTo>
                  <a:lnTo>
                    <a:pt x="4994458" y="1022309"/>
                  </a:lnTo>
                  <a:lnTo>
                    <a:pt x="5064803" y="1024655"/>
                  </a:lnTo>
                  <a:lnTo>
                    <a:pt x="5135147" y="1026977"/>
                  </a:lnTo>
                  <a:lnTo>
                    <a:pt x="5205492" y="1029276"/>
                  </a:lnTo>
                  <a:lnTo>
                    <a:pt x="5275836" y="1031551"/>
                  </a:lnTo>
                  <a:lnTo>
                    <a:pt x="5346181" y="1033804"/>
                  </a:lnTo>
                  <a:lnTo>
                    <a:pt x="5416525" y="1036035"/>
                  </a:lnTo>
                  <a:lnTo>
                    <a:pt x="5486870" y="1038243"/>
                  </a:lnTo>
                  <a:lnTo>
                    <a:pt x="5557214" y="1040430"/>
                  </a:lnTo>
                  <a:lnTo>
                    <a:pt x="5627559" y="1042594"/>
                  </a:lnTo>
                  <a:lnTo>
                    <a:pt x="5697903" y="1044737"/>
                  </a:lnTo>
                  <a:lnTo>
                    <a:pt x="5768248" y="1046858"/>
                  </a:lnTo>
                  <a:lnTo>
                    <a:pt x="5838592" y="1048959"/>
                  </a:lnTo>
                  <a:lnTo>
                    <a:pt x="5908937" y="1051038"/>
                  </a:lnTo>
                  <a:lnTo>
                    <a:pt x="5979281" y="1053096"/>
                  </a:lnTo>
                  <a:lnTo>
                    <a:pt x="6049626" y="1055134"/>
                  </a:lnTo>
                  <a:lnTo>
                    <a:pt x="6119970" y="1057152"/>
                  </a:lnTo>
                  <a:lnTo>
                    <a:pt x="6190315" y="1059149"/>
                  </a:lnTo>
                  <a:lnTo>
                    <a:pt x="6260659" y="1061127"/>
                  </a:lnTo>
                  <a:lnTo>
                    <a:pt x="6331004" y="1063085"/>
                  </a:lnTo>
                  <a:lnTo>
                    <a:pt x="6401348" y="1065023"/>
                  </a:lnTo>
                  <a:lnTo>
                    <a:pt x="6471693" y="1066942"/>
                  </a:lnTo>
                  <a:lnTo>
                    <a:pt x="6542037" y="1068842"/>
                  </a:lnTo>
                  <a:lnTo>
                    <a:pt x="6612382" y="1070722"/>
                  </a:lnTo>
                  <a:lnTo>
                    <a:pt x="6682726" y="1072584"/>
                  </a:lnTo>
                  <a:lnTo>
                    <a:pt x="6753071" y="1074428"/>
                  </a:lnTo>
                  <a:lnTo>
                    <a:pt x="6823415" y="1076253"/>
                  </a:lnTo>
                  <a:lnTo>
                    <a:pt x="6893760" y="1078059"/>
                  </a:lnTo>
                  <a:lnTo>
                    <a:pt x="6964104" y="1079848"/>
                  </a:lnTo>
                  <a:lnTo>
                    <a:pt x="6964104" y="1237746"/>
                  </a:lnTo>
                  <a:lnTo>
                    <a:pt x="6893760" y="1236699"/>
                  </a:lnTo>
                  <a:lnTo>
                    <a:pt x="6823415" y="1235596"/>
                  </a:lnTo>
                  <a:lnTo>
                    <a:pt x="6753071" y="1234433"/>
                  </a:lnTo>
                  <a:lnTo>
                    <a:pt x="6682726" y="1233208"/>
                  </a:lnTo>
                  <a:lnTo>
                    <a:pt x="6612382" y="1231918"/>
                  </a:lnTo>
                  <a:lnTo>
                    <a:pt x="6542037" y="1230557"/>
                  </a:lnTo>
                  <a:lnTo>
                    <a:pt x="6471693" y="1229124"/>
                  </a:lnTo>
                  <a:lnTo>
                    <a:pt x="6401348" y="1227613"/>
                  </a:lnTo>
                  <a:lnTo>
                    <a:pt x="6331004" y="1226021"/>
                  </a:lnTo>
                  <a:lnTo>
                    <a:pt x="6260659" y="1224343"/>
                  </a:lnTo>
                  <a:lnTo>
                    <a:pt x="6190315" y="1222575"/>
                  </a:lnTo>
                  <a:lnTo>
                    <a:pt x="6119970" y="1220712"/>
                  </a:lnTo>
                  <a:lnTo>
                    <a:pt x="6049626" y="1218749"/>
                  </a:lnTo>
                  <a:lnTo>
                    <a:pt x="5979281" y="1216680"/>
                  </a:lnTo>
                  <a:lnTo>
                    <a:pt x="5908937" y="1214500"/>
                  </a:lnTo>
                  <a:lnTo>
                    <a:pt x="5838592" y="1212203"/>
                  </a:lnTo>
                  <a:lnTo>
                    <a:pt x="5768248" y="1209781"/>
                  </a:lnTo>
                  <a:lnTo>
                    <a:pt x="5697903" y="1207230"/>
                  </a:lnTo>
                  <a:lnTo>
                    <a:pt x="5627559" y="1204541"/>
                  </a:lnTo>
                  <a:lnTo>
                    <a:pt x="5557214" y="1201708"/>
                  </a:lnTo>
                  <a:lnTo>
                    <a:pt x="5486870" y="1198722"/>
                  </a:lnTo>
                  <a:lnTo>
                    <a:pt x="5416525" y="1195576"/>
                  </a:lnTo>
                  <a:lnTo>
                    <a:pt x="5346181" y="1192260"/>
                  </a:lnTo>
                  <a:lnTo>
                    <a:pt x="5275836" y="1188766"/>
                  </a:lnTo>
                  <a:lnTo>
                    <a:pt x="5205492" y="1185084"/>
                  </a:lnTo>
                  <a:lnTo>
                    <a:pt x="5135147" y="1181204"/>
                  </a:lnTo>
                  <a:lnTo>
                    <a:pt x="5064803" y="1177115"/>
                  </a:lnTo>
                  <a:lnTo>
                    <a:pt x="4994458" y="1172806"/>
                  </a:lnTo>
                  <a:lnTo>
                    <a:pt x="4924114" y="1168265"/>
                  </a:lnTo>
                  <a:lnTo>
                    <a:pt x="4853769" y="1163480"/>
                  </a:lnTo>
                  <a:lnTo>
                    <a:pt x="4783425" y="1158438"/>
                  </a:lnTo>
                  <a:lnTo>
                    <a:pt x="4713080" y="1153124"/>
                  </a:lnTo>
                  <a:lnTo>
                    <a:pt x="4642736" y="1147524"/>
                  </a:lnTo>
                  <a:lnTo>
                    <a:pt x="4572391" y="1141623"/>
                  </a:lnTo>
                  <a:lnTo>
                    <a:pt x="4502047" y="1135405"/>
                  </a:lnTo>
                  <a:lnTo>
                    <a:pt x="4431702" y="1128852"/>
                  </a:lnTo>
                  <a:lnTo>
                    <a:pt x="4361358" y="1121946"/>
                  </a:lnTo>
                  <a:lnTo>
                    <a:pt x="4291013" y="1114669"/>
                  </a:lnTo>
                  <a:lnTo>
                    <a:pt x="4220669" y="1107000"/>
                  </a:lnTo>
                  <a:lnTo>
                    <a:pt x="4150324" y="1098919"/>
                  </a:lnTo>
                  <a:lnTo>
                    <a:pt x="4079980" y="1090403"/>
                  </a:lnTo>
                  <a:lnTo>
                    <a:pt x="4009635" y="1081428"/>
                  </a:lnTo>
                  <a:lnTo>
                    <a:pt x="3939291" y="1071971"/>
                  </a:lnTo>
                  <a:lnTo>
                    <a:pt x="3868946" y="1062005"/>
                  </a:lnTo>
                  <a:lnTo>
                    <a:pt x="3798602" y="1051503"/>
                  </a:lnTo>
                  <a:lnTo>
                    <a:pt x="3728257" y="1040436"/>
                  </a:lnTo>
                  <a:lnTo>
                    <a:pt x="3657913" y="1028773"/>
                  </a:lnTo>
                  <a:lnTo>
                    <a:pt x="3587569" y="1016483"/>
                  </a:lnTo>
                  <a:lnTo>
                    <a:pt x="3517224" y="1003531"/>
                  </a:lnTo>
                  <a:lnTo>
                    <a:pt x="3446880" y="989883"/>
                  </a:lnTo>
                  <a:lnTo>
                    <a:pt x="3376535" y="975501"/>
                  </a:lnTo>
                  <a:lnTo>
                    <a:pt x="3306191" y="960344"/>
                  </a:lnTo>
                  <a:lnTo>
                    <a:pt x="3235846" y="955330"/>
                  </a:lnTo>
                  <a:lnTo>
                    <a:pt x="3165502" y="952285"/>
                  </a:lnTo>
                  <a:lnTo>
                    <a:pt x="3095157" y="949210"/>
                  </a:lnTo>
                  <a:lnTo>
                    <a:pt x="3024813" y="946103"/>
                  </a:lnTo>
                  <a:lnTo>
                    <a:pt x="2954468" y="942966"/>
                  </a:lnTo>
                  <a:lnTo>
                    <a:pt x="2884124" y="939797"/>
                  </a:lnTo>
                  <a:lnTo>
                    <a:pt x="2813779" y="936595"/>
                  </a:lnTo>
                  <a:lnTo>
                    <a:pt x="2743435" y="933362"/>
                  </a:lnTo>
                  <a:lnTo>
                    <a:pt x="2673090" y="930096"/>
                  </a:lnTo>
                  <a:lnTo>
                    <a:pt x="2602746" y="926797"/>
                  </a:lnTo>
                  <a:lnTo>
                    <a:pt x="2532401" y="923464"/>
                  </a:lnTo>
                  <a:lnTo>
                    <a:pt x="2462057" y="920098"/>
                  </a:lnTo>
                  <a:lnTo>
                    <a:pt x="2391712" y="916698"/>
                  </a:lnTo>
                  <a:lnTo>
                    <a:pt x="2321368" y="913264"/>
                  </a:lnTo>
                  <a:lnTo>
                    <a:pt x="2251023" y="909795"/>
                  </a:lnTo>
                  <a:lnTo>
                    <a:pt x="2180679" y="906292"/>
                  </a:lnTo>
                  <a:lnTo>
                    <a:pt x="2110334" y="902753"/>
                  </a:lnTo>
                  <a:lnTo>
                    <a:pt x="2039990" y="899178"/>
                  </a:lnTo>
                  <a:lnTo>
                    <a:pt x="1969645" y="895567"/>
                  </a:lnTo>
                  <a:lnTo>
                    <a:pt x="1899301" y="891920"/>
                  </a:lnTo>
                  <a:lnTo>
                    <a:pt x="1828956" y="888235"/>
                  </a:lnTo>
                  <a:lnTo>
                    <a:pt x="1758612" y="884514"/>
                  </a:lnTo>
                  <a:lnTo>
                    <a:pt x="1688267" y="880755"/>
                  </a:lnTo>
                  <a:lnTo>
                    <a:pt x="1617923" y="876959"/>
                  </a:lnTo>
                  <a:lnTo>
                    <a:pt x="1547578" y="873124"/>
                  </a:lnTo>
                  <a:lnTo>
                    <a:pt x="1477234" y="869250"/>
                  </a:lnTo>
                  <a:lnTo>
                    <a:pt x="1406889" y="865337"/>
                  </a:lnTo>
                  <a:lnTo>
                    <a:pt x="1336545" y="861385"/>
                  </a:lnTo>
                  <a:lnTo>
                    <a:pt x="1266200" y="857393"/>
                  </a:lnTo>
                  <a:lnTo>
                    <a:pt x="1195856" y="853361"/>
                  </a:lnTo>
                  <a:lnTo>
                    <a:pt x="1125511" y="849288"/>
                  </a:lnTo>
                  <a:lnTo>
                    <a:pt x="1055167" y="845174"/>
                  </a:lnTo>
                  <a:lnTo>
                    <a:pt x="984822" y="841018"/>
                  </a:lnTo>
                  <a:lnTo>
                    <a:pt x="914478" y="836821"/>
                  </a:lnTo>
                  <a:lnTo>
                    <a:pt x="844133" y="832581"/>
                  </a:lnTo>
                  <a:lnTo>
                    <a:pt x="773789" y="828299"/>
                  </a:lnTo>
                  <a:lnTo>
                    <a:pt x="703444" y="823973"/>
                  </a:lnTo>
                  <a:lnTo>
                    <a:pt x="633100" y="819603"/>
                  </a:lnTo>
                  <a:lnTo>
                    <a:pt x="562755" y="815190"/>
                  </a:lnTo>
                  <a:lnTo>
                    <a:pt x="492411" y="810732"/>
                  </a:lnTo>
                  <a:lnTo>
                    <a:pt x="422066" y="806229"/>
                  </a:lnTo>
                  <a:lnTo>
                    <a:pt x="351722" y="801681"/>
                  </a:lnTo>
                  <a:lnTo>
                    <a:pt x="281377" y="797087"/>
                  </a:lnTo>
                  <a:lnTo>
                    <a:pt x="211033" y="792446"/>
                  </a:lnTo>
                  <a:lnTo>
                    <a:pt x="140688" y="787759"/>
                  </a:lnTo>
                  <a:lnTo>
                    <a:pt x="70344" y="783024"/>
                  </a:lnTo>
                  <a:lnTo>
                    <a:pt x="0" y="7782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2604490" y="4336484"/>
              <a:ext cx="5594926" cy="1079848"/>
            </a:xfrm>
            <a:custGeom>
              <a:avLst/>
              <a:pathLst>
                <a:path w="5594926" h="1079848">
                  <a:moveTo>
                    <a:pt x="0" y="0"/>
                  </a:moveTo>
                  <a:lnTo>
                    <a:pt x="37711" y="35245"/>
                  </a:lnTo>
                  <a:lnTo>
                    <a:pt x="108055" y="97634"/>
                  </a:lnTo>
                  <a:lnTo>
                    <a:pt x="178400" y="156837"/>
                  </a:lnTo>
                  <a:lnTo>
                    <a:pt x="248744" y="213018"/>
                  </a:lnTo>
                  <a:lnTo>
                    <a:pt x="319089" y="266330"/>
                  </a:lnTo>
                  <a:lnTo>
                    <a:pt x="389433" y="316920"/>
                  </a:lnTo>
                  <a:lnTo>
                    <a:pt x="459778" y="364927"/>
                  </a:lnTo>
                  <a:lnTo>
                    <a:pt x="530122" y="410483"/>
                  </a:lnTo>
                  <a:lnTo>
                    <a:pt x="600467" y="453714"/>
                  </a:lnTo>
                  <a:lnTo>
                    <a:pt x="670811" y="494737"/>
                  </a:lnTo>
                  <a:lnTo>
                    <a:pt x="741156" y="533665"/>
                  </a:lnTo>
                  <a:lnTo>
                    <a:pt x="811500" y="570606"/>
                  </a:lnTo>
                  <a:lnTo>
                    <a:pt x="881845" y="605661"/>
                  </a:lnTo>
                  <a:lnTo>
                    <a:pt x="952189" y="638927"/>
                  </a:lnTo>
                  <a:lnTo>
                    <a:pt x="1022534" y="670493"/>
                  </a:lnTo>
                  <a:lnTo>
                    <a:pt x="1092878" y="700449"/>
                  </a:lnTo>
                  <a:lnTo>
                    <a:pt x="1163223" y="728874"/>
                  </a:lnTo>
                  <a:lnTo>
                    <a:pt x="1233567" y="755849"/>
                  </a:lnTo>
                  <a:lnTo>
                    <a:pt x="1303912" y="781446"/>
                  </a:lnTo>
                  <a:lnTo>
                    <a:pt x="1374256" y="805736"/>
                  </a:lnTo>
                  <a:lnTo>
                    <a:pt x="1444601" y="828786"/>
                  </a:lnTo>
                  <a:lnTo>
                    <a:pt x="1514945" y="850660"/>
                  </a:lnTo>
                  <a:lnTo>
                    <a:pt x="1585290" y="871416"/>
                  </a:lnTo>
                  <a:lnTo>
                    <a:pt x="1655634" y="891113"/>
                  </a:lnTo>
                  <a:lnTo>
                    <a:pt x="1725979" y="909804"/>
                  </a:lnTo>
                  <a:lnTo>
                    <a:pt x="1796323" y="927541"/>
                  </a:lnTo>
                  <a:lnTo>
                    <a:pt x="1866668" y="944372"/>
                  </a:lnTo>
                  <a:lnTo>
                    <a:pt x="1937012" y="958344"/>
                  </a:lnTo>
                  <a:lnTo>
                    <a:pt x="2007357" y="961328"/>
                  </a:lnTo>
                  <a:lnTo>
                    <a:pt x="2077701" y="964282"/>
                  </a:lnTo>
                  <a:lnTo>
                    <a:pt x="2148046" y="967207"/>
                  </a:lnTo>
                  <a:lnTo>
                    <a:pt x="2218390" y="970102"/>
                  </a:lnTo>
                  <a:lnTo>
                    <a:pt x="2288735" y="972969"/>
                  </a:lnTo>
                  <a:lnTo>
                    <a:pt x="2359079" y="975807"/>
                  </a:lnTo>
                  <a:lnTo>
                    <a:pt x="2429424" y="978617"/>
                  </a:lnTo>
                  <a:lnTo>
                    <a:pt x="2499768" y="981398"/>
                  </a:lnTo>
                  <a:lnTo>
                    <a:pt x="2570113" y="984152"/>
                  </a:lnTo>
                  <a:lnTo>
                    <a:pt x="2640457" y="986879"/>
                  </a:lnTo>
                  <a:lnTo>
                    <a:pt x="2710802" y="989578"/>
                  </a:lnTo>
                  <a:lnTo>
                    <a:pt x="2781146" y="992250"/>
                  </a:lnTo>
                  <a:lnTo>
                    <a:pt x="2851491" y="994895"/>
                  </a:lnTo>
                  <a:lnTo>
                    <a:pt x="2921835" y="997515"/>
                  </a:lnTo>
                  <a:lnTo>
                    <a:pt x="2992180" y="1000107"/>
                  </a:lnTo>
                  <a:lnTo>
                    <a:pt x="3062524" y="1002675"/>
                  </a:lnTo>
                  <a:lnTo>
                    <a:pt x="3132869" y="1005216"/>
                  </a:lnTo>
                  <a:lnTo>
                    <a:pt x="3203213" y="1007732"/>
                  </a:lnTo>
                  <a:lnTo>
                    <a:pt x="3273558" y="1010223"/>
                  </a:lnTo>
                  <a:lnTo>
                    <a:pt x="3343902" y="1012689"/>
                  </a:lnTo>
                  <a:lnTo>
                    <a:pt x="3414247" y="1015130"/>
                  </a:lnTo>
                  <a:lnTo>
                    <a:pt x="3484591" y="1017547"/>
                  </a:lnTo>
                  <a:lnTo>
                    <a:pt x="3554935" y="1019940"/>
                  </a:lnTo>
                  <a:lnTo>
                    <a:pt x="3625280" y="1022309"/>
                  </a:lnTo>
                  <a:lnTo>
                    <a:pt x="3695624" y="1024655"/>
                  </a:lnTo>
                  <a:lnTo>
                    <a:pt x="3765969" y="1026977"/>
                  </a:lnTo>
                  <a:lnTo>
                    <a:pt x="3836313" y="1029276"/>
                  </a:lnTo>
                  <a:lnTo>
                    <a:pt x="3906658" y="1031551"/>
                  </a:lnTo>
                  <a:lnTo>
                    <a:pt x="3977002" y="1033804"/>
                  </a:lnTo>
                  <a:lnTo>
                    <a:pt x="4047347" y="1036035"/>
                  </a:lnTo>
                  <a:lnTo>
                    <a:pt x="4117691" y="1038243"/>
                  </a:lnTo>
                  <a:lnTo>
                    <a:pt x="4188036" y="1040430"/>
                  </a:lnTo>
                  <a:lnTo>
                    <a:pt x="4258380" y="1042594"/>
                  </a:lnTo>
                  <a:lnTo>
                    <a:pt x="4328725" y="1044737"/>
                  </a:lnTo>
                  <a:lnTo>
                    <a:pt x="4399069" y="1046858"/>
                  </a:lnTo>
                  <a:lnTo>
                    <a:pt x="4469414" y="1048959"/>
                  </a:lnTo>
                  <a:lnTo>
                    <a:pt x="4539758" y="1051038"/>
                  </a:lnTo>
                  <a:lnTo>
                    <a:pt x="4610103" y="1053096"/>
                  </a:lnTo>
                  <a:lnTo>
                    <a:pt x="4680447" y="1055134"/>
                  </a:lnTo>
                  <a:lnTo>
                    <a:pt x="4750792" y="1057152"/>
                  </a:lnTo>
                  <a:lnTo>
                    <a:pt x="4821136" y="1059149"/>
                  </a:lnTo>
                  <a:lnTo>
                    <a:pt x="4891481" y="1061127"/>
                  </a:lnTo>
                  <a:lnTo>
                    <a:pt x="4961825" y="1063085"/>
                  </a:lnTo>
                  <a:lnTo>
                    <a:pt x="5032170" y="1065023"/>
                  </a:lnTo>
                  <a:lnTo>
                    <a:pt x="5102514" y="1066942"/>
                  </a:lnTo>
                  <a:lnTo>
                    <a:pt x="5172859" y="1068842"/>
                  </a:lnTo>
                  <a:lnTo>
                    <a:pt x="5243203" y="1070722"/>
                  </a:lnTo>
                  <a:lnTo>
                    <a:pt x="5313548" y="1072584"/>
                  </a:lnTo>
                  <a:lnTo>
                    <a:pt x="5383892" y="1074428"/>
                  </a:lnTo>
                  <a:lnTo>
                    <a:pt x="5454237" y="1076253"/>
                  </a:lnTo>
                  <a:lnTo>
                    <a:pt x="5524581" y="1078059"/>
                  </a:lnTo>
                  <a:lnTo>
                    <a:pt x="5594926" y="10798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5114726"/>
              <a:ext cx="6964104" cy="459504"/>
            </a:xfrm>
            <a:custGeom>
              <a:avLst/>
              <a:pathLst>
                <a:path w="6964104" h="459504">
                  <a:moveTo>
                    <a:pt x="6964104" y="459504"/>
                  </a:moveTo>
                  <a:lnTo>
                    <a:pt x="6893760" y="458457"/>
                  </a:lnTo>
                  <a:lnTo>
                    <a:pt x="6823415" y="457354"/>
                  </a:lnTo>
                  <a:lnTo>
                    <a:pt x="6753071" y="456191"/>
                  </a:lnTo>
                  <a:lnTo>
                    <a:pt x="6682726" y="454966"/>
                  </a:lnTo>
                  <a:lnTo>
                    <a:pt x="6612382" y="453675"/>
                  </a:lnTo>
                  <a:lnTo>
                    <a:pt x="6542037" y="452315"/>
                  </a:lnTo>
                  <a:lnTo>
                    <a:pt x="6471693" y="450881"/>
                  </a:lnTo>
                  <a:lnTo>
                    <a:pt x="6401348" y="449371"/>
                  </a:lnTo>
                  <a:lnTo>
                    <a:pt x="6331004" y="447779"/>
                  </a:lnTo>
                  <a:lnTo>
                    <a:pt x="6260659" y="446101"/>
                  </a:lnTo>
                  <a:lnTo>
                    <a:pt x="6190315" y="444333"/>
                  </a:lnTo>
                  <a:lnTo>
                    <a:pt x="6119970" y="442470"/>
                  </a:lnTo>
                  <a:lnTo>
                    <a:pt x="6049626" y="440507"/>
                  </a:lnTo>
                  <a:lnTo>
                    <a:pt x="5979281" y="438438"/>
                  </a:lnTo>
                  <a:lnTo>
                    <a:pt x="5908937" y="436258"/>
                  </a:lnTo>
                  <a:lnTo>
                    <a:pt x="5838592" y="433960"/>
                  </a:lnTo>
                  <a:lnTo>
                    <a:pt x="5768248" y="431539"/>
                  </a:lnTo>
                  <a:lnTo>
                    <a:pt x="5697903" y="428988"/>
                  </a:lnTo>
                  <a:lnTo>
                    <a:pt x="5627559" y="426299"/>
                  </a:lnTo>
                  <a:lnTo>
                    <a:pt x="5557214" y="423466"/>
                  </a:lnTo>
                  <a:lnTo>
                    <a:pt x="5486870" y="420480"/>
                  </a:lnTo>
                  <a:lnTo>
                    <a:pt x="5416525" y="417334"/>
                  </a:lnTo>
                  <a:lnTo>
                    <a:pt x="5346181" y="414018"/>
                  </a:lnTo>
                  <a:lnTo>
                    <a:pt x="5275836" y="410524"/>
                  </a:lnTo>
                  <a:lnTo>
                    <a:pt x="5205492" y="406842"/>
                  </a:lnTo>
                  <a:lnTo>
                    <a:pt x="5135147" y="402962"/>
                  </a:lnTo>
                  <a:lnTo>
                    <a:pt x="5064803" y="398873"/>
                  </a:lnTo>
                  <a:lnTo>
                    <a:pt x="4994458" y="394564"/>
                  </a:lnTo>
                  <a:lnTo>
                    <a:pt x="4924114" y="390023"/>
                  </a:lnTo>
                  <a:lnTo>
                    <a:pt x="4853769" y="385238"/>
                  </a:lnTo>
                  <a:lnTo>
                    <a:pt x="4783425" y="380196"/>
                  </a:lnTo>
                  <a:lnTo>
                    <a:pt x="4713080" y="374882"/>
                  </a:lnTo>
                  <a:lnTo>
                    <a:pt x="4642736" y="369282"/>
                  </a:lnTo>
                  <a:lnTo>
                    <a:pt x="4572391" y="363381"/>
                  </a:lnTo>
                  <a:lnTo>
                    <a:pt x="4502047" y="357163"/>
                  </a:lnTo>
                  <a:lnTo>
                    <a:pt x="4431702" y="350610"/>
                  </a:lnTo>
                  <a:lnTo>
                    <a:pt x="4361358" y="343704"/>
                  </a:lnTo>
                  <a:lnTo>
                    <a:pt x="4291013" y="336427"/>
                  </a:lnTo>
                  <a:lnTo>
                    <a:pt x="4220669" y="328758"/>
                  </a:lnTo>
                  <a:lnTo>
                    <a:pt x="4150324" y="320677"/>
                  </a:lnTo>
                  <a:lnTo>
                    <a:pt x="4079980" y="312161"/>
                  </a:lnTo>
                  <a:lnTo>
                    <a:pt x="4009635" y="303186"/>
                  </a:lnTo>
                  <a:lnTo>
                    <a:pt x="3939291" y="293729"/>
                  </a:lnTo>
                  <a:lnTo>
                    <a:pt x="3868946" y="283763"/>
                  </a:lnTo>
                  <a:lnTo>
                    <a:pt x="3798602" y="273261"/>
                  </a:lnTo>
                  <a:lnTo>
                    <a:pt x="3728257" y="262194"/>
                  </a:lnTo>
                  <a:lnTo>
                    <a:pt x="3657913" y="250531"/>
                  </a:lnTo>
                  <a:lnTo>
                    <a:pt x="3587569" y="238241"/>
                  </a:lnTo>
                  <a:lnTo>
                    <a:pt x="3517224" y="225289"/>
                  </a:lnTo>
                  <a:lnTo>
                    <a:pt x="3446880" y="211641"/>
                  </a:lnTo>
                  <a:lnTo>
                    <a:pt x="3376535" y="197258"/>
                  </a:lnTo>
                  <a:lnTo>
                    <a:pt x="3306191" y="182102"/>
                  </a:lnTo>
                  <a:lnTo>
                    <a:pt x="3235846" y="177087"/>
                  </a:lnTo>
                  <a:lnTo>
                    <a:pt x="3165502" y="174043"/>
                  </a:lnTo>
                  <a:lnTo>
                    <a:pt x="3095157" y="170967"/>
                  </a:lnTo>
                  <a:lnTo>
                    <a:pt x="3024813" y="167861"/>
                  </a:lnTo>
                  <a:lnTo>
                    <a:pt x="2954468" y="164724"/>
                  </a:lnTo>
                  <a:lnTo>
                    <a:pt x="2884124" y="161554"/>
                  </a:lnTo>
                  <a:lnTo>
                    <a:pt x="2813779" y="158353"/>
                  </a:lnTo>
                  <a:lnTo>
                    <a:pt x="2743435" y="155120"/>
                  </a:lnTo>
                  <a:lnTo>
                    <a:pt x="2673090" y="151853"/>
                  </a:lnTo>
                  <a:lnTo>
                    <a:pt x="2602746" y="148554"/>
                  </a:lnTo>
                  <a:lnTo>
                    <a:pt x="2532401" y="145222"/>
                  </a:lnTo>
                  <a:lnTo>
                    <a:pt x="2462057" y="141856"/>
                  </a:lnTo>
                  <a:lnTo>
                    <a:pt x="2391712" y="138456"/>
                  </a:lnTo>
                  <a:lnTo>
                    <a:pt x="2321368" y="135022"/>
                  </a:lnTo>
                  <a:lnTo>
                    <a:pt x="2251023" y="131553"/>
                  </a:lnTo>
                  <a:lnTo>
                    <a:pt x="2180679" y="128049"/>
                  </a:lnTo>
                  <a:lnTo>
                    <a:pt x="2110334" y="124510"/>
                  </a:lnTo>
                  <a:lnTo>
                    <a:pt x="2039990" y="120935"/>
                  </a:lnTo>
                  <a:lnTo>
                    <a:pt x="1969645" y="117325"/>
                  </a:lnTo>
                  <a:lnTo>
                    <a:pt x="1899301" y="113677"/>
                  </a:lnTo>
                  <a:lnTo>
                    <a:pt x="1828956" y="109993"/>
                  </a:lnTo>
                  <a:lnTo>
                    <a:pt x="1758612" y="106272"/>
                  </a:lnTo>
                  <a:lnTo>
                    <a:pt x="1688267" y="102513"/>
                  </a:lnTo>
                  <a:lnTo>
                    <a:pt x="1617923" y="98717"/>
                  </a:lnTo>
                  <a:lnTo>
                    <a:pt x="1547578" y="94882"/>
                  </a:lnTo>
                  <a:lnTo>
                    <a:pt x="1477234" y="91008"/>
                  </a:lnTo>
                  <a:lnTo>
                    <a:pt x="1406889" y="87095"/>
                  </a:lnTo>
                  <a:lnTo>
                    <a:pt x="1336545" y="83143"/>
                  </a:lnTo>
                  <a:lnTo>
                    <a:pt x="1266200" y="79151"/>
                  </a:lnTo>
                  <a:lnTo>
                    <a:pt x="1195856" y="75119"/>
                  </a:lnTo>
                  <a:lnTo>
                    <a:pt x="1125511" y="71046"/>
                  </a:lnTo>
                  <a:lnTo>
                    <a:pt x="1055167" y="66932"/>
                  </a:lnTo>
                  <a:lnTo>
                    <a:pt x="984822" y="62776"/>
                  </a:lnTo>
                  <a:lnTo>
                    <a:pt x="914478" y="58579"/>
                  </a:lnTo>
                  <a:lnTo>
                    <a:pt x="844133" y="54339"/>
                  </a:lnTo>
                  <a:lnTo>
                    <a:pt x="773789" y="50056"/>
                  </a:lnTo>
                  <a:lnTo>
                    <a:pt x="703444" y="45731"/>
                  </a:lnTo>
                  <a:lnTo>
                    <a:pt x="633100" y="41361"/>
                  </a:lnTo>
                  <a:lnTo>
                    <a:pt x="562755" y="36948"/>
                  </a:lnTo>
                  <a:lnTo>
                    <a:pt x="492411" y="32490"/>
                  </a:lnTo>
                  <a:lnTo>
                    <a:pt x="422066" y="27987"/>
                  </a:lnTo>
                  <a:lnTo>
                    <a:pt x="351722" y="23439"/>
                  </a:lnTo>
                  <a:lnTo>
                    <a:pt x="281377" y="18844"/>
                  </a:lnTo>
                  <a:lnTo>
                    <a:pt x="211033" y="14204"/>
                  </a:lnTo>
                  <a:lnTo>
                    <a:pt x="140688" y="9516"/>
                  </a:lnTo>
                  <a:lnTo>
                    <a:pt x="70344" y="47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297002" y="4336484"/>
              <a:ext cx="6902414" cy="1198460"/>
            </a:xfrm>
            <a:custGeom>
              <a:avLst/>
              <a:pathLst>
                <a:path w="6902414" h="1198460">
                  <a:moveTo>
                    <a:pt x="0" y="0"/>
                  </a:moveTo>
                  <a:lnTo>
                    <a:pt x="8654" y="4886"/>
                  </a:lnTo>
                  <a:lnTo>
                    <a:pt x="78999" y="43379"/>
                  </a:lnTo>
                  <a:lnTo>
                    <a:pt x="149343" y="80690"/>
                  </a:lnTo>
                  <a:lnTo>
                    <a:pt x="219688" y="116854"/>
                  </a:lnTo>
                  <a:lnTo>
                    <a:pt x="290032" y="151906"/>
                  </a:lnTo>
                  <a:lnTo>
                    <a:pt x="360377" y="185881"/>
                  </a:lnTo>
                  <a:lnTo>
                    <a:pt x="430721" y="218811"/>
                  </a:lnTo>
                  <a:lnTo>
                    <a:pt x="501065" y="250729"/>
                  </a:lnTo>
                  <a:lnTo>
                    <a:pt x="571410" y="281666"/>
                  </a:lnTo>
                  <a:lnTo>
                    <a:pt x="641754" y="311652"/>
                  </a:lnTo>
                  <a:lnTo>
                    <a:pt x="712099" y="340717"/>
                  </a:lnTo>
                  <a:lnTo>
                    <a:pt x="782443" y="368888"/>
                  </a:lnTo>
                  <a:lnTo>
                    <a:pt x="852788" y="396193"/>
                  </a:lnTo>
                  <a:lnTo>
                    <a:pt x="923132" y="422658"/>
                  </a:lnTo>
                  <a:lnTo>
                    <a:pt x="993477" y="448311"/>
                  </a:lnTo>
                  <a:lnTo>
                    <a:pt x="1063821" y="473175"/>
                  </a:lnTo>
                  <a:lnTo>
                    <a:pt x="1134166" y="497274"/>
                  </a:lnTo>
                  <a:lnTo>
                    <a:pt x="1204510" y="520633"/>
                  </a:lnTo>
                  <a:lnTo>
                    <a:pt x="1274855" y="543273"/>
                  </a:lnTo>
                  <a:lnTo>
                    <a:pt x="1345199" y="565218"/>
                  </a:lnTo>
                  <a:lnTo>
                    <a:pt x="1415544" y="586489"/>
                  </a:lnTo>
                  <a:lnTo>
                    <a:pt x="1485888" y="607105"/>
                  </a:lnTo>
                  <a:lnTo>
                    <a:pt x="1556233" y="627088"/>
                  </a:lnTo>
                  <a:lnTo>
                    <a:pt x="1626577" y="646456"/>
                  </a:lnTo>
                  <a:lnTo>
                    <a:pt x="1696922" y="665229"/>
                  </a:lnTo>
                  <a:lnTo>
                    <a:pt x="1767266" y="683425"/>
                  </a:lnTo>
                  <a:lnTo>
                    <a:pt x="1837611" y="701062"/>
                  </a:lnTo>
                  <a:lnTo>
                    <a:pt x="1907955" y="718157"/>
                  </a:lnTo>
                  <a:lnTo>
                    <a:pt x="1978300" y="734726"/>
                  </a:lnTo>
                  <a:lnTo>
                    <a:pt x="2048644" y="750786"/>
                  </a:lnTo>
                  <a:lnTo>
                    <a:pt x="2118989" y="766352"/>
                  </a:lnTo>
                  <a:lnTo>
                    <a:pt x="2189333" y="781440"/>
                  </a:lnTo>
                  <a:lnTo>
                    <a:pt x="2259678" y="796064"/>
                  </a:lnTo>
                  <a:lnTo>
                    <a:pt x="2330022" y="810239"/>
                  </a:lnTo>
                  <a:lnTo>
                    <a:pt x="2400367" y="823977"/>
                  </a:lnTo>
                  <a:lnTo>
                    <a:pt x="2470711" y="837294"/>
                  </a:lnTo>
                  <a:lnTo>
                    <a:pt x="2541056" y="850201"/>
                  </a:lnTo>
                  <a:lnTo>
                    <a:pt x="2611400" y="862711"/>
                  </a:lnTo>
                  <a:lnTo>
                    <a:pt x="2681745" y="874837"/>
                  </a:lnTo>
                  <a:lnTo>
                    <a:pt x="2752089" y="886590"/>
                  </a:lnTo>
                  <a:lnTo>
                    <a:pt x="2822434" y="897982"/>
                  </a:lnTo>
                  <a:lnTo>
                    <a:pt x="2892778" y="909024"/>
                  </a:lnTo>
                  <a:lnTo>
                    <a:pt x="2963123" y="919726"/>
                  </a:lnTo>
                  <a:lnTo>
                    <a:pt x="3033467" y="930100"/>
                  </a:lnTo>
                  <a:lnTo>
                    <a:pt x="3103812" y="940154"/>
                  </a:lnTo>
                  <a:lnTo>
                    <a:pt x="3174156" y="949900"/>
                  </a:lnTo>
                  <a:lnTo>
                    <a:pt x="3244501" y="959346"/>
                  </a:lnTo>
                  <a:lnTo>
                    <a:pt x="3314845" y="968501"/>
                  </a:lnTo>
                  <a:lnTo>
                    <a:pt x="3385190" y="977375"/>
                  </a:lnTo>
                  <a:lnTo>
                    <a:pt x="3455534" y="985977"/>
                  </a:lnTo>
                  <a:lnTo>
                    <a:pt x="3525879" y="994313"/>
                  </a:lnTo>
                  <a:lnTo>
                    <a:pt x="3596223" y="1002394"/>
                  </a:lnTo>
                  <a:lnTo>
                    <a:pt x="3666568" y="1010226"/>
                  </a:lnTo>
                  <a:lnTo>
                    <a:pt x="3736912" y="1017818"/>
                  </a:lnTo>
                  <a:lnTo>
                    <a:pt x="3807257" y="1025176"/>
                  </a:lnTo>
                  <a:lnTo>
                    <a:pt x="3877601" y="1032308"/>
                  </a:lnTo>
                  <a:lnTo>
                    <a:pt x="3947946" y="1039221"/>
                  </a:lnTo>
                  <a:lnTo>
                    <a:pt x="4018290" y="1045921"/>
                  </a:lnTo>
                  <a:lnTo>
                    <a:pt x="4088635" y="1052416"/>
                  </a:lnTo>
                  <a:lnTo>
                    <a:pt x="4158979" y="1058710"/>
                  </a:lnTo>
                  <a:lnTo>
                    <a:pt x="4229323" y="1064812"/>
                  </a:lnTo>
                  <a:lnTo>
                    <a:pt x="4299668" y="1070725"/>
                  </a:lnTo>
                  <a:lnTo>
                    <a:pt x="4370012" y="1076457"/>
                  </a:lnTo>
                  <a:lnTo>
                    <a:pt x="4440357" y="1082013"/>
                  </a:lnTo>
                  <a:lnTo>
                    <a:pt x="4510701" y="1087398"/>
                  </a:lnTo>
                  <a:lnTo>
                    <a:pt x="4581046" y="1092617"/>
                  </a:lnTo>
                  <a:lnTo>
                    <a:pt x="4651390" y="1097676"/>
                  </a:lnTo>
                  <a:lnTo>
                    <a:pt x="4721735" y="1102580"/>
                  </a:lnTo>
                  <a:lnTo>
                    <a:pt x="4792079" y="1107333"/>
                  </a:lnTo>
                  <a:lnTo>
                    <a:pt x="4862424" y="1111939"/>
                  </a:lnTo>
                  <a:lnTo>
                    <a:pt x="4932768" y="1116405"/>
                  </a:lnTo>
                  <a:lnTo>
                    <a:pt x="5003113" y="1120732"/>
                  </a:lnTo>
                  <a:lnTo>
                    <a:pt x="5073457" y="1124927"/>
                  </a:lnTo>
                  <a:lnTo>
                    <a:pt x="5143802" y="1128993"/>
                  </a:lnTo>
                  <a:lnTo>
                    <a:pt x="5214146" y="1132934"/>
                  </a:lnTo>
                  <a:lnTo>
                    <a:pt x="5284491" y="1136754"/>
                  </a:lnTo>
                  <a:lnTo>
                    <a:pt x="5354835" y="1140456"/>
                  </a:lnTo>
                  <a:lnTo>
                    <a:pt x="5425180" y="1144045"/>
                  </a:lnTo>
                  <a:lnTo>
                    <a:pt x="5495524" y="1147523"/>
                  </a:lnTo>
                  <a:lnTo>
                    <a:pt x="5565869" y="1150894"/>
                  </a:lnTo>
                  <a:lnTo>
                    <a:pt x="5636213" y="1154162"/>
                  </a:lnTo>
                  <a:lnTo>
                    <a:pt x="5706558" y="1157329"/>
                  </a:lnTo>
                  <a:lnTo>
                    <a:pt x="5776902" y="1160399"/>
                  </a:lnTo>
                  <a:lnTo>
                    <a:pt x="5847247" y="1163375"/>
                  </a:lnTo>
                  <a:lnTo>
                    <a:pt x="5917591" y="1166259"/>
                  </a:lnTo>
                  <a:lnTo>
                    <a:pt x="5987936" y="1169054"/>
                  </a:lnTo>
                  <a:lnTo>
                    <a:pt x="6058280" y="1171764"/>
                  </a:lnTo>
                  <a:lnTo>
                    <a:pt x="6128625" y="1174390"/>
                  </a:lnTo>
                  <a:lnTo>
                    <a:pt x="6198969" y="1176935"/>
                  </a:lnTo>
                  <a:lnTo>
                    <a:pt x="6269314" y="1179402"/>
                  </a:lnTo>
                  <a:lnTo>
                    <a:pt x="6339658" y="1181794"/>
                  </a:lnTo>
                  <a:lnTo>
                    <a:pt x="6410003" y="1184112"/>
                  </a:lnTo>
                  <a:lnTo>
                    <a:pt x="6480347" y="1186358"/>
                  </a:lnTo>
                  <a:lnTo>
                    <a:pt x="6550692" y="1188536"/>
                  </a:lnTo>
                  <a:lnTo>
                    <a:pt x="6621036" y="1190647"/>
                  </a:lnTo>
                  <a:lnTo>
                    <a:pt x="6691381" y="1192692"/>
                  </a:lnTo>
                  <a:lnTo>
                    <a:pt x="6761725" y="1194675"/>
                  </a:lnTo>
                  <a:lnTo>
                    <a:pt x="6832070" y="1196597"/>
                  </a:lnTo>
                  <a:lnTo>
                    <a:pt x="6902414" y="11984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53035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24100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05460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86820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68180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45104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2761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4121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54818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6841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1.43 (1.12-1.83), p = 0.004  |  per IQR decline (Δ = 29.9 %): 2.95 (1.42-6.13)  |  IQR: [-15.0, 14.9]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37804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2026-07-22T07:57:24Z</dcterms:modified>
  <cp:category/>
</cp:coreProperties>
</file>