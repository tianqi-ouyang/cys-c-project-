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29833"/>
            </a:xfrm>
            <a:custGeom>
              <a:avLst/>
              <a:pathLst>
                <a:path w="7403783" h="3429833">
                  <a:moveTo>
                    <a:pt x="1308729" y="0"/>
                  </a:moveTo>
                  <a:lnTo>
                    <a:pt x="1349811" y="97667"/>
                  </a:lnTo>
                  <a:lnTo>
                    <a:pt x="1426444" y="270547"/>
                  </a:lnTo>
                  <a:lnTo>
                    <a:pt x="1503076" y="434601"/>
                  </a:lnTo>
                  <a:lnTo>
                    <a:pt x="1579709" y="590279"/>
                  </a:lnTo>
                  <a:lnTo>
                    <a:pt x="1656342" y="738009"/>
                  </a:lnTo>
                  <a:lnTo>
                    <a:pt x="1732974" y="878196"/>
                  </a:lnTo>
                  <a:lnTo>
                    <a:pt x="1809607" y="1011225"/>
                  </a:lnTo>
                  <a:lnTo>
                    <a:pt x="1886239" y="1137463"/>
                  </a:lnTo>
                  <a:lnTo>
                    <a:pt x="1962872" y="1257256"/>
                  </a:lnTo>
                  <a:lnTo>
                    <a:pt x="2039504" y="1370932"/>
                  </a:lnTo>
                  <a:lnTo>
                    <a:pt x="2116137" y="1478804"/>
                  </a:lnTo>
                  <a:lnTo>
                    <a:pt x="2192769" y="1581169"/>
                  </a:lnTo>
                  <a:lnTo>
                    <a:pt x="2269402" y="1678308"/>
                  </a:lnTo>
                  <a:lnTo>
                    <a:pt x="2346034" y="1770487"/>
                  </a:lnTo>
                  <a:lnTo>
                    <a:pt x="2422667" y="1857959"/>
                  </a:lnTo>
                  <a:lnTo>
                    <a:pt x="2499300" y="1940966"/>
                  </a:lnTo>
                  <a:lnTo>
                    <a:pt x="2575932" y="2019734"/>
                  </a:lnTo>
                  <a:lnTo>
                    <a:pt x="2652565" y="2094481"/>
                  </a:lnTo>
                  <a:lnTo>
                    <a:pt x="2729197" y="2165412"/>
                  </a:lnTo>
                  <a:lnTo>
                    <a:pt x="2805830" y="2232721"/>
                  </a:lnTo>
                  <a:lnTo>
                    <a:pt x="2882462" y="2296594"/>
                  </a:lnTo>
                  <a:lnTo>
                    <a:pt x="2959095" y="2357205"/>
                  </a:lnTo>
                  <a:lnTo>
                    <a:pt x="3035727" y="2414722"/>
                  </a:lnTo>
                  <a:lnTo>
                    <a:pt x="3112360" y="2469303"/>
                  </a:lnTo>
                  <a:lnTo>
                    <a:pt x="3188993" y="2521096"/>
                  </a:lnTo>
                  <a:lnTo>
                    <a:pt x="3265625" y="2570246"/>
                  </a:lnTo>
                  <a:lnTo>
                    <a:pt x="3342258" y="2616886"/>
                  </a:lnTo>
                  <a:lnTo>
                    <a:pt x="3418890" y="2655601"/>
                  </a:lnTo>
                  <a:lnTo>
                    <a:pt x="3495523" y="2663870"/>
                  </a:lnTo>
                  <a:lnTo>
                    <a:pt x="3572155" y="2672056"/>
                  </a:lnTo>
                  <a:lnTo>
                    <a:pt x="3648788" y="2680161"/>
                  </a:lnTo>
                  <a:lnTo>
                    <a:pt x="3725420" y="2688185"/>
                  </a:lnTo>
                  <a:lnTo>
                    <a:pt x="3802053" y="2696128"/>
                  </a:lnTo>
                  <a:lnTo>
                    <a:pt x="3878685" y="2703993"/>
                  </a:lnTo>
                  <a:lnTo>
                    <a:pt x="3955318" y="2711778"/>
                  </a:lnTo>
                  <a:lnTo>
                    <a:pt x="4031951" y="2719486"/>
                  </a:lnTo>
                  <a:lnTo>
                    <a:pt x="4108583" y="2727117"/>
                  </a:lnTo>
                  <a:lnTo>
                    <a:pt x="4185216" y="2734672"/>
                  </a:lnTo>
                  <a:lnTo>
                    <a:pt x="4261848" y="2742152"/>
                  </a:lnTo>
                  <a:lnTo>
                    <a:pt x="4338481" y="2749556"/>
                  </a:lnTo>
                  <a:lnTo>
                    <a:pt x="4415113" y="2756887"/>
                  </a:lnTo>
                  <a:lnTo>
                    <a:pt x="4491746" y="2764145"/>
                  </a:lnTo>
                  <a:lnTo>
                    <a:pt x="4568378" y="2771330"/>
                  </a:lnTo>
                  <a:lnTo>
                    <a:pt x="4645011" y="2778443"/>
                  </a:lnTo>
                  <a:lnTo>
                    <a:pt x="4721644" y="2785486"/>
                  </a:lnTo>
                  <a:lnTo>
                    <a:pt x="4798276" y="2792458"/>
                  </a:lnTo>
                  <a:lnTo>
                    <a:pt x="4874909" y="2799360"/>
                  </a:lnTo>
                  <a:lnTo>
                    <a:pt x="4951541" y="2806194"/>
                  </a:lnTo>
                  <a:lnTo>
                    <a:pt x="5028174" y="2812959"/>
                  </a:lnTo>
                  <a:lnTo>
                    <a:pt x="5104806" y="2819657"/>
                  </a:lnTo>
                  <a:lnTo>
                    <a:pt x="5181439" y="2826288"/>
                  </a:lnTo>
                  <a:lnTo>
                    <a:pt x="5258071" y="2832852"/>
                  </a:lnTo>
                  <a:lnTo>
                    <a:pt x="5334704" y="2839351"/>
                  </a:lnTo>
                  <a:lnTo>
                    <a:pt x="5411336" y="2845786"/>
                  </a:lnTo>
                  <a:lnTo>
                    <a:pt x="5487969" y="2852156"/>
                  </a:lnTo>
                  <a:lnTo>
                    <a:pt x="5564602" y="2858462"/>
                  </a:lnTo>
                  <a:lnTo>
                    <a:pt x="5641234" y="2864705"/>
                  </a:lnTo>
                  <a:lnTo>
                    <a:pt x="5717867" y="2870886"/>
                  </a:lnTo>
                  <a:lnTo>
                    <a:pt x="5794499" y="2877006"/>
                  </a:lnTo>
                  <a:lnTo>
                    <a:pt x="5871132" y="2883064"/>
                  </a:lnTo>
                  <a:lnTo>
                    <a:pt x="5947764" y="2889062"/>
                  </a:lnTo>
                  <a:lnTo>
                    <a:pt x="6024397" y="2895000"/>
                  </a:lnTo>
                  <a:lnTo>
                    <a:pt x="6101029" y="2900878"/>
                  </a:lnTo>
                  <a:lnTo>
                    <a:pt x="6177662" y="2906698"/>
                  </a:lnTo>
                  <a:lnTo>
                    <a:pt x="6254294" y="2912460"/>
                  </a:lnTo>
                  <a:lnTo>
                    <a:pt x="6330927" y="2918164"/>
                  </a:lnTo>
                  <a:lnTo>
                    <a:pt x="6407560" y="2923811"/>
                  </a:lnTo>
                  <a:lnTo>
                    <a:pt x="6484192" y="2929402"/>
                  </a:lnTo>
                  <a:lnTo>
                    <a:pt x="6560825" y="2934937"/>
                  </a:lnTo>
                  <a:lnTo>
                    <a:pt x="6637457" y="2940417"/>
                  </a:lnTo>
                  <a:lnTo>
                    <a:pt x="6714090" y="2945842"/>
                  </a:lnTo>
                  <a:lnTo>
                    <a:pt x="6790722" y="2951213"/>
                  </a:lnTo>
                  <a:lnTo>
                    <a:pt x="6867355" y="2956530"/>
                  </a:lnTo>
                  <a:lnTo>
                    <a:pt x="6943987" y="2961795"/>
                  </a:lnTo>
                  <a:lnTo>
                    <a:pt x="7020620" y="2967006"/>
                  </a:lnTo>
                  <a:lnTo>
                    <a:pt x="7097253" y="2972166"/>
                  </a:lnTo>
                  <a:lnTo>
                    <a:pt x="7173885" y="2977274"/>
                  </a:lnTo>
                  <a:lnTo>
                    <a:pt x="7250518" y="2982331"/>
                  </a:lnTo>
                  <a:lnTo>
                    <a:pt x="7327150" y="2987337"/>
                  </a:lnTo>
                  <a:lnTo>
                    <a:pt x="7403783" y="2992294"/>
                  </a:lnTo>
                  <a:lnTo>
                    <a:pt x="7403783" y="3429833"/>
                  </a:lnTo>
                  <a:lnTo>
                    <a:pt x="7327150" y="3426933"/>
                  </a:lnTo>
                  <a:lnTo>
                    <a:pt x="7250518" y="3423876"/>
                  </a:lnTo>
                  <a:lnTo>
                    <a:pt x="7173885" y="3420655"/>
                  </a:lnTo>
                  <a:lnTo>
                    <a:pt x="7097253" y="3417260"/>
                  </a:lnTo>
                  <a:lnTo>
                    <a:pt x="7020620" y="3413683"/>
                  </a:lnTo>
                  <a:lnTo>
                    <a:pt x="6943987" y="3409913"/>
                  </a:lnTo>
                  <a:lnTo>
                    <a:pt x="6867355" y="3405941"/>
                  </a:lnTo>
                  <a:lnTo>
                    <a:pt x="6790722" y="3401755"/>
                  </a:lnTo>
                  <a:lnTo>
                    <a:pt x="6714090" y="3397343"/>
                  </a:lnTo>
                  <a:lnTo>
                    <a:pt x="6637457" y="3392694"/>
                  </a:lnTo>
                  <a:lnTo>
                    <a:pt x="6560825" y="3387796"/>
                  </a:lnTo>
                  <a:lnTo>
                    <a:pt x="6484192" y="3382633"/>
                  </a:lnTo>
                  <a:lnTo>
                    <a:pt x="6407560" y="3377193"/>
                  </a:lnTo>
                  <a:lnTo>
                    <a:pt x="6330927" y="3371460"/>
                  </a:lnTo>
                  <a:lnTo>
                    <a:pt x="6254294" y="3365419"/>
                  </a:lnTo>
                  <a:lnTo>
                    <a:pt x="6177662" y="3359052"/>
                  </a:lnTo>
                  <a:lnTo>
                    <a:pt x="6101029" y="3352343"/>
                  </a:lnTo>
                  <a:lnTo>
                    <a:pt x="6024397" y="3345273"/>
                  </a:lnTo>
                  <a:lnTo>
                    <a:pt x="5947764" y="3337823"/>
                  </a:lnTo>
                  <a:lnTo>
                    <a:pt x="5871132" y="3329972"/>
                  </a:lnTo>
                  <a:lnTo>
                    <a:pt x="5794499" y="3321698"/>
                  </a:lnTo>
                  <a:lnTo>
                    <a:pt x="5717867" y="3312979"/>
                  </a:lnTo>
                  <a:lnTo>
                    <a:pt x="5641234" y="3303792"/>
                  </a:lnTo>
                  <a:lnTo>
                    <a:pt x="5564602" y="3294109"/>
                  </a:lnTo>
                  <a:lnTo>
                    <a:pt x="5487969" y="3283906"/>
                  </a:lnTo>
                  <a:lnTo>
                    <a:pt x="5411336" y="3273154"/>
                  </a:lnTo>
                  <a:lnTo>
                    <a:pt x="5334704" y="3261824"/>
                  </a:lnTo>
                  <a:lnTo>
                    <a:pt x="5258071" y="3249884"/>
                  </a:lnTo>
                  <a:lnTo>
                    <a:pt x="5181439" y="3237301"/>
                  </a:lnTo>
                  <a:lnTo>
                    <a:pt x="5104806" y="3224042"/>
                  </a:lnTo>
                  <a:lnTo>
                    <a:pt x="5028174" y="3210069"/>
                  </a:lnTo>
                  <a:lnTo>
                    <a:pt x="4951541" y="3195344"/>
                  </a:lnTo>
                  <a:lnTo>
                    <a:pt x="4874909" y="3179827"/>
                  </a:lnTo>
                  <a:lnTo>
                    <a:pt x="4798276" y="3163475"/>
                  </a:lnTo>
                  <a:lnTo>
                    <a:pt x="4721644" y="3146243"/>
                  </a:lnTo>
                  <a:lnTo>
                    <a:pt x="4645011" y="3128085"/>
                  </a:lnTo>
                  <a:lnTo>
                    <a:pt x="4568378" y="3108949"/>
                  </a:lnTo>
                  <a:lnTo>
                    <a:pt x="4491746" y="3088783"/>
                  </a:lnTo>
                  <a:lnTo>
                    <a:pt x="4415113" y="3067533"/>
                  </a:lnTo>
                  <a:lnTo>
                    <a:pt x="4338481" y="3045140"/>
                  </a:lnTo>
                  <a:lnTo>
                    <a:pt x="4261848" y="3021541"/>
                  </a:lnTo>
                  <a:lnTo>
                    <a:pt x="4185216" y="2996673"/>
                  </a:lnTo>
                  <a:lnTo>
                    <a:pt x="4108583" y="2970467"/>
                  </a:lnTo>
                  <a:lnTo>
                    <a:pt x="4031951" y="2942851"/>
                  </a:lnTo>
                  <a:lnTo>
                    <a:pt x="3955318" y="2913749"/>
                  </a:lnTo>
                  <a:lnTo>
                    <a:pt x="3878685" y="2883081"/>
                  </a:lnTo>
                  <a:lnTo>
                    <a:pt x="3802053" y="2850763"/>
                  </a:lnTo>
                  <a:lnTo>
                    <a:pt x="3725420" y="2816707"/>
                  </a:lnTo>
                  <a:lnTo>
                    <a:pt x="3648788" y="2780818"/>
                  </a:lnTo>
                  <a:lnTo>
                    <a:pt x="3572155" y="2742998"/>
                  </a:lnTo>
                  <a:lnTo>
                    <a:pt x="3495523" y="2703143"/>
                  </a:lnTo>
                  <a:lnTo>
                    <a:pt x="3418890" y="2661144"/>
                  </a:lnTo>
                  <a:lnTo>
                    <a:pt x="3342258" y="2647249"/>
                  </a:lnTo>
                  <a:lnTo>
                    <a:pt x="3265625" y="2638812"/>
                  </a:lnTo>
                  <a:lnTo>
                    <a:pt x="3188993" y="2630291"/>
                  </a:lnTo>
                  <a:lnTo>
                    <a:pt x="3112360" y="2621683"/>
                  </a:lnTo>
                  <a:lnTo>
                    <a:pt x="3035727" y="2612989"/>
                  </a:lnTo>
                  <a:lnTo>
                    <a:pt x="2959095" y="2604206"/>
                  </a:lnTo>
                  <a:lnTo>
                    <a:pt x="2882462" y="2595336"/>
                  </a:lnTo>
                  <a:lnTo>
                    <a:pt x="2805830" y="2586376"/>
                  </a:lnTo>
                  <a:lnTo>
                    <a:pt x="2729197" y="2577325"/>
                  </a:lnTo>
                  <a:lnTo>
                    <a:pt x="2652565" y="2568183"/>
                  </a:lnTo>
                  <a:lnTo>
                    <a:pt x="2575932" y="2558949"/>
                  </a:lnTo>
                  <a:lnTo>
                    <a:pt x="2499300" y="2549622"/>
                  </a:lnTo>
                  <a:lnTo>
                    <a:pt x="2422667" y="2540201"/>
                  </a:lnTo>
                  <a:lnTo>
                    <a:pt x="2346034" y="2530685"/>
                  </a:lnTo>
                  <a:lnTo>
                    <a:pt x="2269402" y="2521073"/>
                  </a:lnTo>
                  <a:lnTo>
                    <a:pt x="2192769" y="2511364"/>
                  </a:lnTo>
                  <a:lnTo>
                    <a:pt x="2116137" y="2501556"/>
                  </a:lnTo>
                  <a:lnTo>
                    <a:pt x="2039504" y="2491651"/>
                  </a:lnTo>
                  <a:lnTo>
                    <a:pt x="1962872" y="2481645"/>
                  </a:lnTo>
                  <a:lnTo>
                    <a:pt x="1886239" y="2471538"/>
                  </a:lnTo>
                  <a:lnTo>
                    <a:pt x="1809607" y="2461329"/>
                  </a:lnTo>
                  <a:lnTo>
                    <a:pt x="1732974" y="2451017"/>
                  </a:lnTo>
                  <a:lnTo>
                    <a:pt x="1656342" y="2440602"/>
                  </a:lnTo>
                  <a:lnTo>
                    <a:pt x="1579709" y="2430081"/>
                  </a:lnTo>
                  <a:lnTo>
                    <a:pt x="1503076" y="2419454"/>
                  </a:lnTo>
                  <a:lnTo>
                    <a:pt x="1426444" y="2408720"/>
                  </a:lnTo>
                  <a:lnTo>
                    <a:pt x="1349811" y="2397878"/>
                  </a:lnTo>
                  <a:lnTo>
                    <a:pt x="1273179" y="2386926"/>
                  </a:lnTo>
                  <a:lnTo>
                    <a:pt x="1196546" y="2375864"/>
                  </a:lnTo>
                  <a:lnTo>
                    <a:pt x="1119914" y="2364691"/>
                  </a:lnTo>
                  <a:lnTo>
                    <a:pt x="1043281" y="2353404"/>
                  </a:lnTo>
                  <a:lnTo>
                    <a:pt x="966649" y="2342004"/>
                  </a:lnTo>
                  <a:lnTo>
                    <a:pt x="890016" y="2330489"/>
                  </a:lnTo>
                  <a:lnTo>
                    <a:pt x="813384" y="2318858"/>
                  </a:lnTo>
                  <a:lnTo>
                    <a:pt x="736751" y="2307109"/>
                  </a:lnTo>
                  <a:lnTo>
                    <a:pt x="660118" y="2295242"/>
                  </a:lnTo>
                  <a:lnTo>
                    <a:pt x="583486" y="2283255"/>
                  </a:lnTo>
                  <a:lnTo>
                    <a:pt x="506853" y="2271148"/>
                  </a:lnTo>
                  <a:lnTo>
                    <a:pt x="430221" y="2258918"/>
                  </a:lnTo>
                  <a:lnTo>
                    <a:pt x="353588" y="2246565"/>
                  </a:lnTo>
                  <a:lnTo>
                    <a:pt x="276956" y="2234087"/>
                  </a:lnTo>
                  <a:lnTo>
                    <a:pt x="200323" y="2221483"/>
                  </a:lnTo>
                  <a:lnTo>
                    <a:pt x="123691" y="2208753"/>
                  </a:lnTo>
                  <a:lnTo>
                    <a:pt x="47058" y="2195894"/>
                  </a:lnTo>
                  <a:lnTo>
                    <a:pt x="0" y="2187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2073503"/>
              <a:ext cx="6095053" cy="2992294"/>
            </a:xfrm>
            <a:custGeom>
              <a:avLst/>
              <a:pathLst>
                <a:path w="6095053" h="2992294">
                  <a:moveTo>
                    <a:pt x="0" y="0"/>
                  </a:moveTo>
                  <a:lnTo>
                    <a:pt x="41082" y="97667"/>
                  </a:lnTo>
                  <a:lnTo>
                    <a:pt x="117715" y="270547"/>
                  </a:lnTo>
                  <a:lnTo>
                    <a:pt x="194347" y="434601"/>
                  </a:lnTo>
                  <a:lnTo>
                    <a:pt x="270980" y="590279"/>
                  </a:lnTo>
                  <a:lnTo>
                    <a:pt x="347612" y="738009"/>
                  </a:lnTo>
                  <a:lnTo>
                    <a:pt x="424245" y="878196"/>
                  </a:lnTo>
                  <a:lnTo>
                    <a:pt x="500877" y="1011225"/>
                  </a:lnTo>
                  <a:lnTo>
                    <a:pt x="577510" y="1137463"/>
                  </a:lnTo>
                  <a:lnTo>
                    <a:pt x="654142" y="1257256"/>
                  </a:lnTo>
                  <a:lnTo>
                    <a:pt x="730775" y="1370932"/>
                  </a:lnTo>
                  <a:lnTo>
                    <a:pt x="807407" y="1478804"/>
                  </a:lnTo>
                  <a:lnTo>
                    <a:pt x="884040" y="1581169"/>
                  </a:lnTo>
                  <a:lnTo>
                    <a:pt x="960673" y="1678308"/>
                  </a:lnTo>
                  <a:lnTo>
                    <a:pt x="1037305" y="1770487"/>
                  </a:lnTo>
                  <a:lnTo>
                    <a:pt x="1113938" y="1857959"/>
                  </a:lnTo>
                  <a:lnTo>
                    <a:pt x="1190570" y="1940966"/>
                  </a:lnTo>
                  <a:lnTo>
                    <a:pt x="1267203" y="2019734"/>
                  </a:lnTo>
                  <a:lnTo>
                    <a:pt x="1343835" y="2094481"/>
                  </a:lnTo>
                  <a:lnTo>
                    <a:pt x="1420468" y="2165412"/>
                  </a:lnTo>
                  <a:lnTo>
                    <a:pt x="1497100" y="2232721"/>
                  </a:lnTo>
                  <a:lnTo>
                    <a:pt x="1573733" y="2296594"/>
                  </a:lnTo>
                  <a:lnTo>
                    <a:pt x="1650366" y="2357205"/>
                  </a:lnTo>
                  <a:lnTo>
                    <a:pt x="1726998" y="2414722"/>
                  </a:lnTo>
                  <a:lnTo>
                    <a:pt x="1803631" y="2469303"/>
                  </a:lnTo>
                  <a:lnTo>
                    <a:pt x="1880263" y="2521096"/>
                  </a:lnTo>
                  <a:lnTo>
                    <a:pt x="1956896" y="2570246"/>
                  </a:lnTo>
                  <a:lnTo>
                    <a:pt x="2033528" y="2616886"/>
                  </a:lnTo>
                  <a:lnTo>
                    <a:pt x="2110161" y="2655601"/>
                  </a:lnTo>
                  <a:lnTo>
                    <a:pt x="2186793" y="2663870"/>
                  </a:lnTo>
                  <a:lnTo>
                    <a:pt x="2263426" y="2672056"/>
                  </a:lnTo>
                  <a:lnTo>
                    <a:pt x="2340058" y="2680161"/>
                  </a:lnTo>
                  <a:lnTo>
                    <a:pt x="2416691" y="2688185"/>
                  </a:lnTo>
                  <a:lnTo>
                    <a:pt x="2493324" y="2696128"/>
                  </a:lnTo>
                  <a:lnTo>
                    <a:pt x="2569956" y="2703993"/>
                  </a:lnTo>
                  <a:lnTo>
                    <a:pt x="2646589" y="2711778"/>
                  </a:lnTo>
                  <a:lnTo>
                    <a:pt x="2723221" y="2719486"/>
                  </a:lnTo>
                  <a:lnTo>
                    <a:pt x="2799854" y="2727117"/>
                  </a:lnTo>
                  <a:lnTo>
                    <a:pt x="2876486" y="2734672"/>
                  </a:lnTo>
                  <a:lnTo>
                    <a:pt x="2953119" y="2742152"/>
                  </a:lnTo>
                  <a:lnTo>
                    <a:pt x="3029751" y="2749556"/>
                  </a:lnTo>
                  <a:lnTo>
                    <a:pt x="3106384" y="2756887"/>
                  </a:lnTo>
                  <a:lnTo>
                    <a:pt x="3183016" y="2764145"/>
                  </a:lnTo>
                  <a:lnTo>
                    <a:pt x="3259649" y="2771330"/>
                  </a:lnTo>
                  <a:lnTo>
                    <a:pt x="3336282" y="2778443"/>
                  </a:lnTo>
                  <a:lnTo>
                    <a:pt x="3412914" y="2785486"/>
                  </a:lnTo>
                  <a:lnTo>
                    <a:pt x="3489547" y="2792458"/>
                  </a:lnTo>
                  <a:lnTo>
                    <a:pt x="3566179" y="2799360"/>
                  </a:lnTo>
                  <a:lnTo>
                    <a:pt x="3642812" y="2806194"/>
                  </a:lnTo>
                  <a:lnTo>
                    <a:pt x="3719444" y="2812959"/>
                  </a:lnTo>
                  <a:lnTo>
                    <a:pt x="3796077" y="2819657"/>
                  </a:lnTo>
                  <a:lnTo>
                    <a:pt x="3872709" y="2826288"/>
                  </a:lnTo>
                  <a:lnTo>
                    <a:pt x="3949342" y="2832852"/>
                  </a:lnTo>
                  <a:lnTo>
                    <a:pt x="4025975" y="2839351"/>
                  </a:lnTo>
                  <a:lnTo>
                    <a:pt x="4102607" y="2845786"/>
                  </a:lnTo>
                  <a:lnTo>
                    <a:pt x="4179240" y="2852156"/>
                  </a:lnTo>
                  <a:lnTo>
                    <a:pt x="4255872" y="2858462"/>
                  </a:lnTo>
                  <a:lnTo>
                    <a:pt x="4332505" y="2864705"/>
                  </a:lnTo>
                  <a:lnTo>
                    <a:pt x="4409137" y="2870886"/>
                  </a:lnTo>
                  <a:lnTo>
                    <a:pt x="4485770" y="2877006"/>
                  </a:lnTo>
                  <a:lnTo>
                    <a:pt x="4562402" y="2883064"/>
                  </a:lnTo>
                  <a:lnTo>
                    <a:pt x="4639035" y="2889062"/>
                  </a:lnTo>
                  <a:lnTo>
                    <a:pt x="4715667" y="2895000"/>
                  </a:lnTo>
                  <a:lnTo>
                    <a:pt x="4792300" y="2900878"/>
                  </a:lnTo>
                  <a:lnTo>
                    <a:pt x="4868933" y="2906698"/>
                  </a:lnTo>
                  <a:lnTo>
                    <a:pt x="4945565" y="2912460"/>
                  </a:lnTo>
                  <a:lnTo>
                    <a:pt x="5022198" y="2918164"/>
                  </a:lnTo>
                  <a:lnTo>
                    <a:pt x="5098830" y="2923811"/>
                  </a:lnTo>
                  <a:lnTo>
                    <a:pt x="5175463" y="2929402"/>
                  </a:lnTo>
                  <a:lnTo>
                    <a:pt x="5252095" y="2934937"/>
                  </a:lnTo>
                  <a:lnTo>
                    <a:pt x="5328728" y="2940417"/>
                  </a:lnTo>
                  <a:lnTo>
                    <a:pt x="5405360" y="2945842"/>
                  </a:lnTo>
                  <a:lnTo>
                    <a:pt x="5481993" y="2951213"/>
                  </a:lnTo>
                  <a:lnTo>
                    <a:pt x="5558626" y="2956530"/>
                  </a:lnTo>
                  <a:lnTo>
                    <a:pt x="5635258" y="2961795"/>
                  </a:lnTo>
                  <a:lnTo>
                    <a:pt x="5711891" y="2967006"/>
                  </a:lnTo>
                  <a:lnTo>
                    <a:pt x="5788523" y="2972166"/>
                  </a:lnTo>
                  <a:lnTo>
                    <a:pt x="5865156" y="2977274"/>
                  </a:lnTo>
                  <a:lnTo>
                    <a:pt x="5941788" y="2982331"/>
                  </a:lnTo>
                  <a:lnTo>
                    <a:pt x="6018421" y="2987337"/>
                  </a:lnTo>
                  <a:lnTo>
                    <a:pt x="6095053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61421"/>
              <a:ext cx="7403783" cy="1241915"/>
            </a:xfrm>
            <a:custGeom>
              <a:avLst/>
              <a:pathLst>
                <a:path w="7403783" h="1241915">
                  <a:moveTo>
                    <a:pt x="7403783" y="1241915"/>
                  </a:moveTo>
                  <a:lnTo>
                    <a:pt x="7327150" y="1239015"/>
                  </a:lnTo>
                  <a:lnTo>
                    <a:pt x="7250518" y="1235958"/>
                  </a:lnTo>
                  <a:lnTo>
                    <a:pt x="7173885" y="1232737"/>
                  </a:lnTo>
                  <a:lnTo>
                    <a:pt x="7097253" y="1229342"/>
                  </a:lnTo>
                  <a:lnTo>
                    <a:pt x="7020620" y="1225765"/>
                  </a:lnTo>
                  <a:lnTo>
                    <a:pt x="6943987" y="1221995"/>
                  </a:lnTo>
                  <a:lnTo>
                    <a:pt x="6867355" y="1218023"/>
                  </a:lnTo>
                  <a:lnTo>
                    <a:pt x="6790722" y="1213837"/>
                  </a:lnTo>
                  <a:lnTo>
                    <a:pt x="6714090" y="1209425"/>
                  </a:lnTo>
                  <a:lnTo>
                    <a:pt x="6637457" y="1204776"/>
                  </a:lnTo>
                  <a:lnTo>
                    <a:pt x="6560825" y="1199877"/>
                  </a:lnTo>
                  <a:lnTo>
                    <a:pt x="6484192" y="1194715"/>
                  </a:lnTo>
                  <a:lnTo>
                    <a:pt x="6407560" y="1189275"/>
                  </a:lnTo>
                  <a:lnTo>
                    <a:pt x="6330927" y="1183542"/>
                  </a:lnTo>
                  <a:lnTo>
                    <a:pt x="6254294" y="1177500"/>
                  </a:lnTo>
                  <a:lnTo>
                    <a:pt x="6177662" y="1171134"/>
                  </a:lnTo>
                  <a:lnTo>
                    <a:pt x="6101029" y="1164425"/>
                  </a:lnTo>
                  <a:lnTo>
                    <a:pt x="6024397" y="1157355"/>
                  </a:lnTo>
                  <a:lnTo>
                    <a:pt x="5947764" y="1149905"/>
                  </a:lnTo>
                  <a:lnTo>
                    <a:pt x="5871132" y="1142054"/>
                  </a:lnTo>
                  <a:lnTo>
                    <a:pt x="5794499" y="1133780"/>
                  </a:lnTo>
                  <a:lnTo>
                    <a:pt x="5717867" y="1125061"/>
                  </a:lnTo>
                  <a:lnTo>
                    <a:pt x="5641234" y="1115874"/>
                  </a:lnTo>
                  <a:lnTo>
                    <a:pt x="5564602" y="1106191"/>
                  </a:lnTo>
                  <a:lnTo>
                    <a:pt x="5487969" y="1095988"/>
                  </a:lnTo>
                  <a:lnTo>
                    <a:pt x="5411336" y="1085236"/>
                  </a:lnTo>
                  <a:lnTo>
                    <a:pt x="5334704" y="1073906"/>
                  </a:lnTo>
                  <a:lnTo>
                    <a:pt x="5258071" y="1061966"/>
                  </a:lnTo>
                  <a:lnTo>
                    <a:pt x="5181439" y="1049383"/>
                  </a:lnTo>
                  <a:lnTo>
                    <a:pt x="5104806" y="1036124"/>
                  </a:lnTo>
                  <a:lnTo>
                    <a:pt x="5028174" y="1022151"/>
                  </a:lnTo>
                  <a:lnTo>
                    <a:pt x="4951541" y="1007426"/>
                  </a:lnTo>
                  <a:lnTo>
                    <a:pt x="4874909" y="991909"/>
                  </a:lnTo>
                  <a:lnTo>
                    <a:pt x="4798276" y="975557"/>
                  </a:lnTo>
                  <a:lnTo>
                    <a:pt x="4721644" y="958325"/>
                  </a:lnTo>
                  <a:lnTo>
                    <a:pt x="4645011" y="940167"/>
                  </a:lnTo>
                  <a:lnTo>
                    <a:pt x="4568378" y="921031"/>
                  </a:lnTo>
                  <a:lnTo>
                    <a:pt x="4491746" y="900865"/>
                  </a:lnTo>
                  <a:lnTo>
                    <a:pt x="4415113" y="879615"/>
                  </a:lnTo>
                  <a:lnTo>
                    <a:pt x="4338481" y="857222"/>
                  </a:lnTo>
                  <a:lnTo>
                    <a:pt x="4261848" y="833623"/>
                  </a:lnTo>
                  <a:lnTo>
                    <a:pt x="4185216" y="808755"/>
                  </a:lnTo>
                  <a:lnTo>
                    <a:pt x="4108583" y="782549"/>
                  </a:lnTo>
                  <a:lnTo>
                    <a:pt x="4031951" y="754933"/>
                  </a:lnTo>
                  <a:lnTo>
                    <a:pt x="3955318" y="725831"/>
                  </a:lnTo>
                  <a:lnTo>
                    <a:pt x="3878685" y="695163"/>
                  </a:lnTo>
                  <a:lnTo>
                    <a:pt x="3802053" y="662845"/>
                  </a:lnTo>
                  <a:lnTo>
                    <a:pt x="3725420" y="628789"/>
                  </a:lnTo>
                  <a:lnTo>
                    <a:pt x="3648788" y="592900"/>
                  </a:lnTo>
                  <a:lnTo>
                    <a:pt x="3572155" y="555080"/>
                  </a:lnTo>
                  <a:lnTo>
                    <a:pt x="3495523" y="515225"/>
                  </a:lnTo>
                  <a:lnTo>
                    <a:pt x="3418890" y="473226"/>
                  </a:lnTo>
                  <a:lnTo>
                    <a:pt x="3342258" y="459331"/>
                  </a:lnTo>
                  <a:lnTo>
                    <a:pt x="3265625" y="450894"/>
                  </a:lnTo>
                  <a:lnTo>
                    <a:pt x="3188993" y="442373"/>
                  </a:lnTo>
                  <a:lnTo>
                    <a:pt x="3112360" y="433765"/>
                  </a:lnTo>
                  <a:lnTo>
                    <a:pt x="3035727" y="425071"/>
                  </a:lnTo>
                  <a:lnTo>
                    <a:pt x="2959095" y="416288"/>
                  </a:lnTo>
                  <a:lnTo>
                    <a:pt x="2882462" y="407418"/>
                  </a:lnTo>
                  <a:lnTo>
                    <a:pt x="2805830" y="398458"/>
                  </a:lnTo>
                  <a:lnTo>
                    <a:pt x="2729197" y="389407"/>
                  </a:lnTo>
                  <a:lnTo>
                    <a:pt x="2652565" y="380265"/>
                  </a:lnTo>
                  <a:lnTo>
                    <a:pt x="2575932" y="371031"/>
                  </a:lnTo>
                  <a:lnTo>
                    <a:pt x="2499300" y="361704"/>
                  </a:lnTo>
                  <a:lnTo>
                    <a:pt x="2422667" y="352283"/>
                  </a:lnTo>
                  <a:lnTo>
                    <a:pt x="2346034" y="342767"/>
                  </a:lnTo>
                  <a:lnTo>
                    <a:pt x="2269402" y="333155"/>
                  </a:lnTo>
                  <a:lnTo>
                    <a:pt x="2192769" y="323445"/>
                  </a:lnTo>
                  <a:lnTo>
                    <a:pt x="2116137" y="313638"/>
                  </a:lnTo>
                  <a:lnTo>
                    <a:pt x="2039504" y="303732"/>
                  </a:lnTo>
                  <a:lnTo>
                    <a:pt x="1962872" y="293727"/>
                  </a:lnTo>
                  <a:lnTo>
                    <a:pt x="1886239" y="283620"/>
                  </a:lnTo>
                  <a:lnTo>
                    <a:pt x="1809607" y="273411"/>
                  </a:lnTo>
                  <a:lnTo>
                    <a:pt x="1732974" y="263099"/>
                  </a:lnTo>
                  <a:lnTo>
                    <a:pt x="1656342" y="252684"/>
                  </a:lnTo>
                  <a:lnTo>
                    <a:pt x="1579709" y="242163"/>
                  </a:lnTo>
                  <a:lnTo>
                    <a:pt x="1503076" y="231536"/>
                  </a:lnTo>
                  <a:lnTo>
                    <a:pt x="1426444" y="220802"/>
                  </a:lnTo>
                  <a:lnTo>
                    <a:pt x="1349811" y="209960"/>
                  </a:lnTo>
                  <a:lnTo>
                    <a:pt x="1273179" y="199008"/>
                  </a:lnTo>
                  <a:lnTo>
                    <a:pt x="1196546" y="187946"/>
                  </a:lnTo>
                  <a:lnTo>
                    <a:pt x="1119914" y="176773"/>
                  </a:lnTo>
                  <a:lnTo>
                    <a:pt x="1043281" y="165486"/>
                  </a:lnTo>
                  <a:lnTo>
                    <a:pt x="966649" y="154086"/>
                  </a:lnTo>
                  <a:lnTo>
                    <a:pt x="890016" y="142571"/>
                  </a:lnTo>
                  <a:lnTo>
                    <a:pt x="813384" y="130940"/>
                  </a:lnTo>
                  <a:lnTo>
                    <a:pt x="736751" y="119191"/>
                  </a:lnTo>
                  <a:lnTo>
                    <a:pt x="660118" y="107324"/>
                  </a:lnTo>
                  <a:lnTo>
                    <a:pt x="583486" y="95337"/>
                  </a:lnTo>
                  <a:lnTo>
                    <a:pt x="506853" y="83230"/>
                  </a:lnTo>
                  <a:lnTo>
                    <a:pt x="430221" y="71000"/>
                  </a:lnTo>
                  <a:lnTo>
                    <a:pt x="353588" y="58647"/>
                  </a:lnTo>
                  <a:lnTo>
                    <a:pt x="276956" y="46169"/>
                  </a:lnTo>
                  <a:lnTo>
                    <a:pt x="200323" y="33565"/>
                  </a:lnTo>
                  <a:lnTo>
                    <a:pt x="123691" y="20835"/>
                  </a:lnTo>
                  <a:lnTo>
                    <a:pt x="47058" y="7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33609"/>
              <a:ext cx="7403783" cy="3160864"/>
            </a:xfrm>
            <a:custGeom>
              <a:avLst/>
              <a:pathLst>
                <a:path w="7403783" h="3160864">
                  <a:moveTo>
                    <a:pt x="0" y="0"/>
                  </a:moveTo>
                  <a:lnTo>
                    <a:pt x="47058" y="63488"/>
                  </a:lnTo>
                  <a:lnTo>
                    <a:pt x="123691" y="163699"/>
                  </a:lnTo>
                  <a:lnTo>
                    <a:pt x="200323" y="260830"/>
                  </a:lnTo>
                  <a:lnTo>
                    <a:pt x="276956" y="354975"/>
                  </a:lnTo>
                  <a:lnTo>
                    <a:pt x="353588" y="446226"/>
                  </a:lnTo>
                  <a:lnTo>
                    <a:pt x="430221" y="534672"/>
                  </a:lnTo>
                  <a:lnTo>
                    <a:pt x="506853" y="620400"/>
                  </a:lnTo>
                  <a:lnTo>
                    <a:pt x="583486" y="703492"/>
                  </a:lnTo>
                  <a:lnTo>
                    <a:pt x="660118" y="784030"/>
                  </a:lnTo>
                  <a:lnTo>
                    <a:pt x="736751" y="862093"/>
                  </a:lnTo>
                  <a:lnTo>
                    <a:pt x="813384" y="937756"/>
                  </a:lnTo>
                  <a:lnTo>
                    <a:pt x="890016" y="1011094"/>
                  </a:lnTo>
                  <a:lnTo>
                    <a:pt x="966649" y="1082177"/>
                  </a:lnTo>
                  <a:lnTo>
                    <a:pt x="1043281" y="1151075"/>
                  </a:lnTo>
                  <a:lnTo>
                    <a:pt x="1119914" y="1217856"/>
                  </a:lnTo>
                  <a:lnTo>
                    <a:pt x="1196546" y="1282584"/>
                  </a:lnTo>
                  <a:lnTo>
                    <a:pt x="1273179" y="1345322"/>
                  </a:lnTo>
                  <a:lnTo>
                    <a:pt x="1349811" y="1406131"/>
                  </a:lnTo>
                  <a:lnTo>
                    <a:pt x="1426444" y="1465072"/>
                  </a:lnTo>
                  <a:lnTo>
                    <a:pt x="1503076" y="1522201"/>
                  </a:lnTo>
                  <a:lnTo>
                    <a:pt x="1579709" y="1577574"/>
                  </a:lnTo>
                  <a:lnTo>
                    <a:pt x="1656342" y="1631244"/>
                  </a:lnTo>
                  <a:lnTo>
                    <a:pt x="1732974" y="1683265"/>
                  </a:lnTo>
                  <a:lnTo>
                    <a:pt x="1809607" y="1733687"/>
                  </a:lnTo>
                  <a:lnTo>
                    <a:pt x="1886239" y="1782559"/>
                  </a:lnTo>
                  <a:lnTo>
                    <a:pt x="1962872" y="1829929"/>
                  </a:lnTo>
                  <a:lnTo>
                    <a:pt x="2039504" y="1875843"/>
                  </a:lnTo>
                  <a:lnTo>
                    <a:pt x="2116137" y="1920345"/>
                  </a:lnTo>
                  <a:lnTo>
                    <a:pt x="2192769" y="1963480"/>
                  </a:lnTo>
                  <a:lnTo>
                    <a:pt x="2269402" y="2005289"/>
                  </a:lnTo>
                  <a:lnTo>
                    <a:pt x="2346034" y="2045812"/>
                  </a:lnTo>
                  <a:lnTo>
                    <a:pt x="2422667" y="2085090"/>
                  </a:lnTo>
                  <a:lnTo>
                    <a:pt x="2499300" y="2123161"/>
                  </a:lnTo>
                  <a:lnTo>
                    <a:pt x="2575932" y="2160061"/>
                  </a:lnTo>
                  <a:lnTo>
                    <a:pt x="2652565" y="2195828"/>
                  </a:lnTo>
                  <a:lnTo>
                    <a:pt x="2729197" y="2230494"/>
                  </a:lnTo>
                  <a:lnTo>
                    <a:pt x="2805830" y="2264096"/>
                  </a:lnTo>
                  <a:lnTo>
                    <a:pt x="2882462" y="2296664"/>
                  </a:lnTo>
                  <a:lnTo>
                    <a:pt x="2959095" y="2328231"/>
                  </a:lnTo>
                  <a:lnTo>
                    <a:pt x="3035727" y="2358828"/>
                  </a:lnTo>
                  <a:lnTo>
                    <a:pt x="3112360" y="2388485"/>
                  </a:lnTo>
                  <a:lnTo>
                    <a:pt x="3188993" y="2417229"/>
                  </a:lnTo>
                  <a:lnTo>
                    <a:pt x="3265625" y="2445091"/>
                  </a:lnTo>
                  <a:lnTo>
                    <a:pt x="3342258" y="2472096"/>
                  </a:lnTo>
                  <a:lnTo>
                    <a:pt x="3418890" y="2498270"/>
                  </a:lnTo>
                  <a:lnTo>
                    <a:pt x="3495523" y="2523641"/>
                  </a:lnTo>
                  <a:lnTo>
                    <a:pt x="3572155" y="2548231"/>
                  </a:lnTo>
                  <a:lnTo>
                    <a:pt x="3648788" y="2572066"/>
                  </a:lnTo>
                  <a:lnTo>
                    <a:pt x="3725420" y="2595168"/>
                  </a:lnTo>
                  <a:lnTo>
                    <a:pt x="3802053" y="2617560"/>
                  </a:lnTo>
                  <a:lnTo>
                    <a:pt x="3878685" y="2639263"/>
                  </a:lnTo>
                  <a:lnTo>
                    <a:pt x="3955318" y="2660299"/>
                  </a:lnTo>
                  <a:lnTo>
                    <a:pt x="4031951" y="2680689"/>
                  </a:lnTo>
                  <a:lnTo>
                    <a:pt x="4108583" y="2700452"/>
                  </a:lnTo>
                  <a:lnTo>
                    <a:pt x="4185216" y="2719608"/>
                  </a:lnTo>
                  <a:lnTo>
                    <a:pt x="4261848" y="2738175"/>
                  </a:lnTo>
                  <a:lnTo>
                    <a:pt x="4338481" y="2756171"/>
                  </a:lnTo>
                  <a:lnTo>
                    <a:pt x="4415113" y="2773614"/>
                  </a:lnTo>
                  <a:lnTo>
                    <a:pt x="4491746" y="2790520"/>
                  </a:lnTo>
                  <a:lnTo>
                    <a:pt x="4568378" y="2806907"/>
                  </a:lnTo>
                  <a:lnTo>
                    <a:pt x="4645011" y="2822791"/>
                  </a:lnTo>
                  <a:lnTo>
                    <a:pt x="4721644" y="2838186"/>
                  </a:lnTo>
                  <a:lnTo>
                    <a:pt x="4798276" y="2853108"/>
                  </a:lnTo>
                  <a:lnTo>
                    <a:pt x="4874909" y="2867571"/>
                  </a:lnTo>
                  <a:lnTo>
                    <a:pt x="4951541" y="2881590"/>
                  </a:lnTo>
                  <a:lnTo>
                    <a:pt x="5028174" y="2895178"/>
                  </a:lnTo>
                  <a:lnTo>
                    <a:pt x="5104806" y="2908348"/>
                  </a:lnTo>
                  <a:lnTo>
                    <a:pt x="5181439" y="2921113"/>
                  </a:lnTo>
                  <a:lnTo>
                    <a:pt x="5258071" y="2933486"/>
                  </a:lnTo>
                  <a:lnTo>
                    <a:pt x="5334704" y="2945478"/>
                  </a:lnTo>
                  <a:lnTo>
                    <a:pt x="5411336" y="2957102"/>
                  </a:lnTo>
                  <a:lnTo>
                    <a:pt x="5487969" y="2968369"/>
                  </a:lnTo>
                  <a:lnTo>
                    <a:pt x="5564602" y="2979289"/>
                  </a:lnTo>
                  <a:lnTo>
                    <a:pt x="5641234" y="2989874"/>
                  </a:lnTo>
                  <a:lnTo>
                    <a:pt x="5717867" y="3000133"/>
                  </a:lnTo>
                  <a:lnTo>
                    <a:pt x="5794499" y="3010077"/>
                  </a:lnTo>
                  <a:lnTo>
                    <a:pt x="5871132" y="3019716"/>
                  </a:lnTo>
                  <a:lnTo>
                    <a:pt x="5947764" y="3029058"/>
                  </a:lnTo>
                  <a:lnTo>
                    <a:pt x="6024397" y="3038112"/>
                  </a:lnTo>
                  <a:lnTo>
                    <a:pt x="6101029" y="3046889"/>
                  </a:lnTo>
                  <a:lnTo>
                    <a:pt x="6177662" y="3055396"/>
                  </a:lnTo>
                  <a:lnTo>
                    <a:pt x="6254294" y="3063641"/>
                  </a:lnTo>
                  <a:lnTo>
                    <a:pt x="6330927" y="3071633"/>
                  </a:lnTo>
                  <a:lnTo>
                    <a:pt x="6407560" y="3079379"/>
                  </a:lnTo>
                  <a:lnTo>
                    <a:pt x="6484192" y="3086887"/>
                  </a:lnTo>
                  <a:lnTo>
                    <a:pt x="6560825" y="3094165"/>
                  </a:lnTo>
                  <a:lnTo>
                    <a:pt x="6637457" y="3101218"/>
                  </a:lnTo>
                  <a:lnTo>
                    <a:pt x="6714090" y="3108055"/>
                  </a:lnTo>
                  <a:lnTo>
                    <a:pt x="6790722" y="3114682"/>
                  </a:lnTo>
                  <a:lnTo>
                    <a:pt x="6867355" y="3121105"/>
                  </a:lnTo>
                  <a:lnTo>
                    <a:pt x="6943987" y="3127330"/>
                  </a:lnTo>
                  <a:lnTo>
                    <a:pt x="7020620" y="3133364"/>
                  </a:lnTo>
                  <a:lnTo>
                    <a:pt x="7097253" y="3139213"/>
                  </a:lnTo>
                  <a:lnTo>
                    <a:pt x="7173885" y="3144882"/>
                  </a:lnTo>
                  <a:lnTo>
                    <a:pt x="7250518" y="3150377"/>
                  </a:lnTo>
                  <a:lnTo>
                    <a:pt x="7327150" y="3155702"/>
                  </a:lnTo>
                  <a:lnTo>
                    <a:pt x="7403783" y="3160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(1.12-1.83), p = 0.004  |  per IQR decline (Δ = 0.30): 2.95 (1.42-6.13)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2026-07-07T08:24:56Z</dcterms:modified>
  <cp:category/>
</cp:coreProperties>
</file>