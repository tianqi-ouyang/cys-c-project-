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96116"/>
            </a:xfrm>
            <a:custGeom>
              <a:avLst/>
              <a:pathLst>
                <a:path w="7403783" h="3596116">
                  <a:moveTo>
                    <a:pt x="1308729" y="0"/>
                  </a:moveTo>
                  <a:lnTo>
                    <a:pt x="1349811" y="102402"/>
                  </a:lnTo>
                  <a:lnTo>
                    <a:pt x="1426444" y="283664"/>
                  </a:lnTo>
                  <a:lnTo>
                    <a:pt x="1503076" y="455671"/>
                  </a:lnTo>
                  <a:lnTo>
                    <a:pt x="1579709" y="618897"/>
                  </a:lnTo>
                  <a:lnTo>
                    <a:pt x="1656342" y="773788"/>
                  </a:lnTo>
                  <a:lnTo>
                    <a:pt x="1732974" y="920772"/>
                  </a:lnTo>
                  <a:lnTo>
                    <a:pt x="1809607" y="1060251"/>
                  </a:lnTo>
                  <a:lnTo>
                    <a:pt x="1886239" y="1192609"/>
                  </a:lnTo>
                  <a:lnTo>
                    <a:pt x="1962872" y="1318209"/>
                  </a:lnTo>
                  <a:lnTo>
                    <a:pt x="2039504" y="1437397"/>
                  </a:lnTo>
                  <a:lnTo>
                    <a:pt x="2116137" y="1550499"/>
                  </a:lnTo>
                  <a:lnTo>
                    <a:pt x="2192769" y="1657826"/>
                  </a:lnTo>
                  <a:lnTo>
                    <a:pt x="2269402" y="1759674"/>
                  </a:lnTo>
                  <a:lnTo>
                    <a:pt x="2346034" y="1856322"/>
                  </a:lnTo>
                  <a:lnTo>
                    <a:pt x="2422667" y="1948036"/>
                  </a:lnTo>
                  <a:lnTo>
                    <a:pt x="2499300" y="2035067"/>
                  </a:lnTo>
                  <a:lnTo>
                    <a:pt x="2575932" y="2117654"/>
                  </a:lnTo>
                  <a:lnTo>
                    <a:pt x="2652565" y="2196025"/>
                  </a:lnTo>
                  <a:lnTo>
                    <a:pt x="2729197" y="2270394"/>
                  </a:lnTo>
                  <a:lnTo>
                    <a:pt x="2805830" y="2340967"/>
                  </a:lnTo>
                  <a:lnTo>
                    <a:pt x="2882462" y="2407936"/>
                  </a:lnTo>
                  <a:lnTo>
                    <a:pt x="2959095" y="2471486"/>
                  </a:lnTo>
                  <a:lnTo>
                    <a:pt x="3035727" y="2531792"/>
                  </a:lnTo>
                  <a:lnTo>
                    <a:pt x="3112360" y="2589018"/>
                  </a:lnTo>
                  <a:lnTo>
                    <a:pt x="3188993" y="2643323"/>
                  </a:lnTo>
                  <a:lnTo>
                    <a:pt x="3265625" y="2694855"/>
                  </a:lnTo>
                  <a:lnTo>
                    <a:pt x="3342258" y="2743756"/>
                  </a:lnTo>
                  <a:lnTo>
                    <a:pt x="3418890" y="2784348"/>
                  </a:lnTo>
                  <a:lnTo>
                    <a:pt x="3495523" y="2793018"/>
                  </a:lnTo>
                  <a:lnTo>
                    <a:pt x="3572155" y="2801602"/>
                  </a:lnTo>
                  <a:lnTo>
                    <a:pt x="3648788" y="2810099"/>
                  </a:lnTo>
                  <a:lnTo>
                    <a:pt x="3725420" y="2818512"/>
                  </a:lnTo>
                  <a:lnTo>
                    <a:pt x="3802053" y="2826840"/>
                  </a:lnTo>
                  <a:lnTo>
                    <a:pt x="3878685" y="2835086"/>
                  </a:lnTo>
                  <a:lnTo>
                    <a:pt x="3955318" y="2843249"/>
                  </a:lnTo>
                  <a:lnTo>
                    <a:pt x="4031951" y="2851331"/>
                  </a:lnTo>
                  <a:lnTo>
                    <a:pt x="4108583" y="2859332"/>
                  </a:lnTo>
                  <a:lnTo>
                    <a:pt x="4185216" y="2867253"/>
                  </a:lnTo>
                  <a:lnTo>
                    <a:pt x="4261848" y="2875095"/>
                  </a:lnTo>
                  <a:lnTo>
                    <a:pt x="4338481" y="2882859"/>
                  </a:lnTo>
                  <a:lnTo>
                    <a:pt x="4415113" y="2890545"/>
                  </a:lnTo>
                  <a:lnTo>
                    <a:pt x="4491746" y="2898155"/>
                  </a:lnTo>
                  <a:lnTo>
                    <a:pt x="4568378" y="2905688"/>
                  </a:lnTo>
                  <a:lnTo>
                    <a:pt x="4645011" y="2913146"/>
                  </a:lnTo>
                  <a:lnTo>
                    <a:pt x="4721644" y="2920530"/>
                  </a:lnTo>
                  <a:lnTo>
                    <a:pt x="4798276" y="2927840"/>
                  </a:lnTo>
                  <a:lnTo>
                    <a:pt x="4874909" y="2935077"/>
                  </a:lnTo>
                  <a:lnTo>
                    <a:pt x="4951541" y="2942242"/>
                  </a:lnTo>
                  <a:lnTo>
                    <a:pt x="5028174" y="2949335"/>
                  </a:lnTo>
                  <a:lnTo>
                    <a:pt x="5104806" y="2956358"/>
                  </a:lnTo>
                  <a:lnTo>
                    <a:pt x="5181439" y="2963310"/>
                  </a:lnTo>
                  <a:lnTo>
                    <a:pt x="5258071" y="2970193"/>
                  </a:lnTo>
                  <a:lnTo>
                    <a:pt x="5334704" y="2977007"/>
                  </a:lnTo>
                  <a:lnTo>
                    <a:pt x="5411336" y="2983753"/>
                  </a:lnTo>
                  <a:lnTo>
                    <a:pt x="5487969" y="2990432"/>
                  </a:lnTo>
                  <a:lnTo>
                    <a:pt x="5564602" y="2997044"/>
                  </a:lnTo>
                  <a:lnTo>
                    <a:pt x="5641234" y="3003590"/>
                  </a:lnTo>
                  <a:lnTo>
                    <a:pt x="5717867" y="3010071"/>
                  </a:lnTo>
                  <a:lnTo>
                    <a:pt x="5794499" y="3016487"/>
                  </a:lnTo>
                  <a:lnTo>
                    <a:pt x="5871132" y="3022839"/>
                  </a:lnTo>
                  <a:lnTo>
                    <a:pt x="5947764" y="3029127"/>
                  </a:lnTo>
                  <a:lnTo>
                    <a:pt x="6024397" y="3035353"/>
                  </a:lnTo>
                  <a:lnTo>
                    <a:pt x="6101029" y="3041517"/>
                  </a:lnTo>
                  <a:lnTo>
                    <a:pt x="6177662" y="3047619"/>
                  </a:lnTo>
                  <a:lnTo>
                    <a:pt x="6254294" y="3053660"/>
                  </a:lnTo>
                  <a:lnTo>
                    <a:pt x="6330927" y="3059641"/>
                  </a:lnTo>
                  <a:lnTo>
                    <a:pt x="6407560" y="3065562"/>
                  </a:lnTo>
                  <a:lnTo>
                    <a:pt x="6484192" y="3071424"/>
                  </a:lnTo>
                  <a:lnTo>
                    <a:pt x="6560825" y="3077227"/>
                  </a:lnTo>
                  <a:lnTo>
                    <a:pt x="6637457" y="3082973"/>
                  </a:lnTo>
                  <a:lnTo>
                    <a:pt x="6714090" y="3088661"/>
                  </a:lnTo>
                  <a:lnTo>
                    <a:pt x="6790722" y="3094292"/>
                  </a:lnTo>
                  <a:lnTo>
                    <a:pt x="6867355" y="3099867"/>
                  </a:lnTo>
                  <a:lnTo>
                    <a:pt x="6943987" y="3105386"/>
                  </a:lnTo>
                  <a:lnTo>
                    <a:pt x="7020620" y="3110851"/>
                  </a:lnTo>
                  <a:lnTo>
                    <a:pt x="7097253" y="3116260"/>
                  </a:lnTo>
                  <a:lnTo>
                    <a:pt x="7173885" y="3121616"/>
                  </a:lnTo>
                  <a:lnTo>
                    <a:pt x="7250518" y="3126918"/>
                  </a:lnTo>
                  <a:lnTo>
                    <a:pt x="7327150" y="3132168"/>
                  </a:lnTo>
                  <a:lnTo>
                    <a:pt x="7403783" y="3137365"/>
                  </a:lnTo>
                  <a:lnTo>
                    <a:pt x="7403783" y="3596116"/>
                  </a:lnTo>
                  <a:lnTo>
                    <a:pt x="7327150" y="3593075"/>
                  </a:lnTo>
                  <a:lnTo>
                    <a:pt x="7250518" y="3589870"/>
                  </a:lnTo>
                  <a:lnTo>
                    <a:pt x="7173885" y="3586493"/>
                  </a:lnTo>
                  <a:lnTo>
                    <a:pt x="7097253" y="3582934"/>
                  </a:lnTo>
                  <a:lnTo>
                    <a:pt x="7020620" y="3579183"/>
                  </a:lnTo>
                  <a:lnTo>
                    <a:pt x="6943987" y="3575231"/>
                  </a:lnTo>
                  <a:lnTo>
                    <a:pt x="6867355" y="3571066"/>
                  </a:lnTo>
                  <a:lnTo>
                    <a:pt x="6790722" y="3566676"/>
                  </a:lnTo>
                  <a:lnTo>
                    <a:pt x="6714090" y="3562051"/>
                  </a:lnTo>
                  <a:lnTo>
                    <a:pt x="6637457" y="3557177"/>
                  </a:lnTo>
                  <a:lnTo>
                    <a:pt x="6560825" y="3552041"/>
                  </a:lnTo>
                  <a:lnTo>
                    <a:pt x="6484192" y="3546628"/>
                  </a:lnTo>
                  <a:lnTo>
                    <a:pt x="6407560" y="3540924"/>
                  </a:lnTo>
                  <a:lnTo>
                    <a:pt x="6330927" y="3534913"/>
                  </a:lnTo>
                  <a:lnTo>
                    <a:pt x="6254294" y="3528579"/>
                  </a:lnTo>
                  <a:lnTo>
                    <a:pt x="6177662" y="3521904"/>
                  </a:lnTo>
                  <a:lnTo>
                    <a:pt x="6101029" y="3514869"/>
                  </a:lnTo>
                  <a:lnTo>
                    <a:pt x="6024397" y="3507457"/>
                  </a:lnTo>
                  <a:lnTo>
                    <a:pt x="5947764" y="3499645"/>
                  </a:lnTo>
                  <a:lnTo>
                    <a:pt x="5871132" y="3491413"/>
                  </a:lnTo>
                  <a:lnTo>
                    <a:pt x="5794499" y="3482739"/>
                  </a:lnTo>
                  <a:lnTo>
                    <a:pt x="5717867" y="3473597"/>
                  </a:lnTo>
                  <a:lnTo>
                    <a:pt x="5641234" y="3463964"/>
                  </a:lnTo>
                  <a:lnTo>
                    <a:pt x="5564602" y="3453813"/>
                  </a:lnTo>
                  <a:lnTo>
                    <a:pt x="5487969" y="3443115"/>
                  </a:lnTo>
                  <a:lnTo>
                    <a:pt x="5411336" y="3431841"/>
                  </a:lnTo>
                  <a:lnTo>
                    <a:pt x="5334704" y="3419962"/>
                  </a:lnTo>
                  <a:lnTo>
                    <a:pt x="5258071" y="3407443"/>
                  </a:lnTo>
                  <a:lnTo>
                    <a:pt x="5181439" y="3394250"/>
                  </a:lnTo>
                  <a:lnTo>
                    <a:pt x="5104806" y="3380348"/>
                  </a:lnTo>
                  <a:lnTo>
                    <a:pt x="5028174" y="3365697"/>
                  </a:lnTo>
                  <a:lnTo>
                    <a:pt x="4951541" y="3350259"/>
                  </a:lnTo>
                  <a:lnTo>
                    <a:pt x="4874909" y="3333989"/>
                  </a:lnTo>
                  <a:lnTo>
                    <a:pt x="4798276" y="3316845"/>
                  </a:lnTo>
                  <a:lnTo>
                    <a:pt x="4721644" y="3298778"/>
                  </a:lnTo>
                  <a:lnTo>
                    <a:pt x="4645011" y="3279738"/>
                  </a:lnTo>
                  <a:lnTo>
                    <a:pt x="4568378" y="3259675"/>
                  </a:lnTo>
                  <a:lnTo>
                    <a:pt x="4491746" y="3238532"/>
                  </a:lnTo>
                  <a:lnTo>
                    <a:pt x="4415113" y="3216251"/>
                  </a:lnTo>
                  <a:lnTo>
                    <a:pt x="4338481" y="3192772"/>
                  </a:lnTo>
                  <a:lnTo>
                    <a:pt x="4261848" y="3168030"/>
                  </a:lnTo>
                  <a:lnTo>
                    <a:pt x="4185216" y="3141956"/>
                  </a:lnTo>
                  <a:lnTo>
                    <a:pt x="4108583" y="3114479"/>
                  </a:lnTo>
                  <a:lnTo>
                    <a:pt x="4031951" y="3085524"/>
                  </a:lnTo>
                  <a:lnTo>
                    <a:pt x="3955318" y="3055011"/>
                  </a:lnTo>
                  <a:lnTo>
                    <a:pt x="3878685" y="3022857"/>
                  </a:lnTo>
                  <a:lnTo>
                    <a:pt x="3802053" y="2988972"/>
                  </a:lnTo>
                  <a:lnTo>
                    <a:pt x="3725420" y="2953265"/>
                  </a:lnTo>
                  <a:lnTo>
                    <a:pt x="3648788" y="2915636"/>
                  </a:lnTo>
                  <a:lnTo>
                    <a:pt x="3572155" y="2875982"/>
                  </a:lnTo>
                  <a:lnTo>
                    <a:pt x="3495523" y="2834196"/>
                  </a:lnTo>
                  <a:lnTo>
                    <a:pt x="3418890" y="2790160"/>
                  </a:lnTo>
                  <a:lnTo>
                    <a:pt x="3342258" y="2775591"/>
                  </a:lnTo>
                  <a:lnTo>
                    <a:pt x="3265625" y="2766746"/>
                  </a:lnTo>
                  <a:lnTo>
                    <a:pt x="3188993" y="2757811"/>
                  </a:lnTo>
                  <a:lnTo>
                    <a:pt x="3112360" y="2748786"/>
                  </a:lnTo>
                  <a:lnTo>
                    <a:pt x="3035727" y="2739670"/>
                  </a:lnTo>
                  <a:lnTo>
                    <a:pt x="2959095" y="2730462"/>
                  </a:lnTo>
                  <a:lnTo>
                    <a:pt x="2882462" y="2721161"/>
                  </a:lnTo>
                  <a:lnTo>
                    <a:pt x="2805830" y="2711767"/>
                  </a:lnTo>
                  <a:lnTo>
                    <a:pt x="2729197" y="2702277"/>
                  </a:lnTo>
                  <a:lnTo>
                    <a:pt x="2652565" y="2692692"/>
                  </a:lnTo>
                  <a:lnTo>
                    <a:pt x="2575932" y="2683011"/>
                  </a:lnTo>
                  <a:lnTo>
                    <a:pt x="2499300" y="2673231"/>
                  </a:lnTo>
                  <a:lnTo>
                    <a:pt x="2422667" y="2663354"/>
                  </a:lnTo>
                  <a:lnTo>
                    <a:pt x="2346034" y="2653376"/>
                  </a:lnTo>
                  <a:lnTo>
                    <a:pt x="2269402" y="2643298"/>
                  </a:lnTo>
                  <a:lnTo>
                    <a:pt x="2192769" y="2633118"/>
                  </a:lnTo>
                  <a:lnTo>
                    <a:pt x="2116137" y="2622835"/>
                  </a:lnTo>
                  <a:lnTo>
                    <a:pt x="2039504" y="2612449"/>
                  </a:lnTo>
                  <a:lnTo>
                    <a:pt x="1962872" y="2601958"/>
                  </a:lnTo>
                  <a:lnTo>
                    <a:pt x="1886239" y="2591361"/>
                  </a:lnTo>
                  <a:lnTo>
                    <a:pt x="1809607" y="2580658"/>
                  </a:lnTo>
                  <a:lnTo>
                    <a:pt x="1732974" y="2569846"/>
                  </a:lnTo>
                  <a:lnTo>
                    <a:pt x="1656342" y="2558926"/>
                  </a:lnTo>
                  <a:lnTo>
                    <a:pt x="1579709" y="2547895"/>
                  </a:lnTo>
                  <a:lnTo>
                    <a:pt x="1503076" y="2536753"/>
                  </a:lnTo>
                  <a:lnTo>
                    <a:pt x="1426444" y="2525498"/>
                  </a:lnTo>
                  <a:lnTo>
                    <a:pt x="1349811" y="2514130"/>
                  </a:lnTo>
                  <a:lnTo>
                    <a:pt x="1273179" y="2502648"/>
                  </a:lnTo>
                  <a:lnTo>
                    <a:pt x="1196546" y="2491049"/>
                  </a:lnTo>
                  <a:lnTo>
                    <a:pt x="1119914" y="2479334"/>
                  </a:lnTo>
                  <a:lnTo>
                    <a:pt x="1043281" y="2467501"/>
                  </a:lnTo>
                  <a:lnTo>
                    <a:pt x="966649" y="2455548"/>
                  </a:lnTo>
                  <a:lnTo>
                    <a:pt x="890016" y="2443474"/>
                  </a:lnTo>
                  <a:lnTo>
                    <a:pt x="813384" y="2431279"/>
                  </a:lnTo>
                  <a:lnTo>
                    <a:pt x="736751" y="2418961"/>
                  </a:lnTo>
                  <a:lnTo>
                    <a:pt x="660118" y="2406519"/>
                  </a:lnTo>
                  <a:lnTo>
                    <a:pt x="583486" y="2393951"/>
                  </a:lnTo>
                  <a:lnTo>
                    <a:pt x="506853" y="2381256"/>
                  </a:lnTo>
                  <a:lnTo>
                    <a:pt x="430221" y="2368433"/>
                  </a:lnTo>
                  <a:lnTo>
                    <a:pt x="353588" y="2355481"/>
                  </a:lnTo>
                  <a:lnTo>
                    <a:pt x="276956" y="2342399"/>
                  </a:lnTo>
                  <a:lnTo>
                    <a:pt x="200323" y="2329184"/>
                  </a:lnTo>
                  <a:lnTo>
                    <a:pt x="123691" y="2315836"/>
                  </a:lnTo>
                  <a:lnTo>
                    <a:pt x="47058" y="2302354"/>
                  </a:lnTo>
                  <a:lnTo>
                    <a:pt x="0" y="2293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1896563"/>
              <a:ext cx="6095053" cy="3137365"/>
            </a:xfrm>
            <a:custGeom>
              <a:avLst/>
              <a:pathLst>
                <a:path w="6095053" h="3137365">
                  <a:moveTo>
                    <a:pt x="0" y="0"/>
                  </a:moveTo>
                  <a:lnTo>
                    <a:pt x="41082" y="102402"/>
                  </a:lnTo>
                  <a:lnTo>
                    <a:pt x="117715" y="283664"/>
                  </a:lnTo>
                  <a:lnTo>
                    <a:pt x="194347" y="455671"/>
                  </a:lnTo>
                  <a:lnTo>
                    <a:pt x="270980" y="618897"/>
                  </a:lnTo>
                  <a:lnTo>
                    <a:pt x="347612" y="773788"/>
                  </a:lnTo>
                  <a:lnTo>
                    <a:pt x="424245" y="920772"/>
                  </a:lnTo>
                  <a:lnTo>
                    <a:pt x="500877" y="1060251"/>
                  </a:lnTo>
                  <a:lnTo>
                    <a:pt x="577510" y="1192609"/>
                  </a:lnTo>
                  <a:lnTo>
                    <a:pt x="654142" y="1318209"/>
                  </a:lnTo>
                  <a:lnTo>
                    <a:pt x="730775" y="1437397"/>
                  </a:lnTo>
                  <a:lnTo>
                    <a:pt x="807407" y="1550499"/>
                  </a:lnTo>
                  <a:lnTo>
                    <a:pt x="884040" y="1657826"/>
                  </a:lnTo>
                  <a:lnTo>
                    <a:pt x="960673" y="1759674"/>
                  </a:lnTo>
                  <a:lnTo>
                    <a:pt x="1037305" y="1856322"/>
                  </a:lnTo>
                  <a:lnTo>
                    <a:pt x="1113938" y="1948036"/>
                  </a:lnTo>
                  <a:lnTo>
                    <a:pt x="1190570" y="2035067"/>
                  </a:lnTo>
                  <a:lnTo>
                    <a:pt x="1267203" y="2117654"/>
                  </a:lnTo>
                  <a:lnTo>
                    <a:pt x="1343835" y="2196025"/>
                  </a:lnTo>
                  <a:lnTo>
                    <a:pt x="1420468" y="2270394"/>
                  </a:lnTo>
                  <a:lnTo>
                    <a:pt x="1497100" y="2340967"/>
                  </a:lnTo>
                  <a:lnTo>
                    <a:pt x="1573733" y="2407936"/>
                  </a:lnTo>
                  <a:lnTo>
                    <a:pt x="1650366" y="2471486"/>
                  </a:lnTo>
                  <a:lnTo>
                    <a:pt x="1726998" y="2531792"/>
                  </a:lnTo>
                  <a:lnTo>
                    <a:pt x="1803631" y="2589018"/>
                  </a:lnTo>
                  <a:lnTo>
                    <a:pt x="1880263" y="2643323"/>
                  </a:lnTo>
                  <a:lnTo>
                    <a:pt x="1956896" y="2694855"/>
                  </a:lnTo>
                  <a:lnTo>
                    <a:pt x="2033528" y="2743756"/>
                  </a:lnTo>
                  <a:lnTo>
                    <a:pt x="2110161" y="2784348"/>
                  </a:lnTo>
                  <a:lnTo>
                    <a:pt x="2186793" y="2793018"/>
                  </a:lnTo>
                  <a:lnTo>
                    <a:pt x="2263426" y="2801602"/>
                  </a:lnTo>
                  <a:lnTo>
                    <a:pt x="2340058" y="2810099"/>
                  </a:lnTo>
                  <a:lnTo>
                    <a:pt x="2416691" y="2818512"/>
                  </a:lnTo>
                  <a:lnTo>
                    <a:pt x="2493324" y="2826840"/>
                  </a:lnTo>
                  <a:lnTo>
                    <a:pt x="2569956" y="2835086"/>
                  </a:lnTo>
                  <a:lnTo>
                    <a:pt x="2646589" y="2843249"/>
                  </a:lnTo>
                  <a:lnTo>
                    <a:pt x="2723221" y="2851331"/>
                  </a:lnTo>
                  <a:lnTo>
                    <a:pt x="2799854" y="2859332"/>
                  </a:lnTo>
                  <a:lnTo>
                    <a:pt x="2876486" y="2867253"/>
                  </a:lnTo>
                  <a:lnTo>
                    <a:pt x="2953119" y="2875095"/>
                  </a:lnTo>
                  <a:lnTo>
                    <a:pt x="3029751" y="2882859"/>
                  </a:lnTo>
                  <a:lnTo>
                    <a:pt x="3106384" y="2890545"/>
                  </a:lnTo>
                  <a:lnTo>
                    <a:pt x="3183016" y="2898155"/>
                  </a:lnTo>
                  <a:lnTo>
                    <a:pt x="3259649" y="2905688"/>
                  </a:lnTo>
                  <a:lnTo>
                    <a:pt x="3336282" y="2913146"/>
                  </a:lnTo>
                  <a:lnTo>
                    <a:pt x="3412914" y="2920530"/>
                  </a:lnTo>
                  <a:lnTo>
                    <a:pt x="3489547" y="2927840"/>
                  </a:lnTo>
                  <a:lnTo>
                    <a:pt x="3566179" y="2935077"/>
                  </a:lnTo>
                  <a:lnTo>
                    <a:pt x="3642812" y="2942242"/>
                  </a:lnTo>
                  <a:lnTo>
                    <a:pt x="3719444" y="2949335"/>
                  </a:lnTo>
                  <a:lnTo>
                    <a:pt x="3796077" y="2956358"/>
                  </a:lnTo>
                  <a:lnTo>
                    <a:pt x="3872709" y="2963310"/>
                  </a:lnTo>
                  <a:lnTo>
                    <a:pt x="3949342" y="2970193"/>
                  </a:lnTo>
                  <a:lnTo>
                    <a:pt x="4025975" y="2977007"/>
                  </a:lnTo>
                  <a:lnTo>
                    <a:pt x="4102607" y="2983753"/>
                  </a:lnTo>
                  <a:lnTo>
                    <a:pt x="4179240" y="2990432"/>
                  </a:lnTo>
                  <a:lnTo>
                    <a:pt x="4255872" y="2997044"/>
                  </a:lnTo>
                  <a:lnTo>
                    <a:pt x="4332505" y="3003590"/>
                  </a:lnTo>
                  <a:lnTo>
                    <a:pt x="4409137" y="3010071"/>
                  </a:lnTo>
                  <a:lnTo>
                    <a:pt x="4485770" y="3016487"/>
                  </a:lnTo>
                  <a:lnTo>
                    <a:pt x="4562402" y="3022839"/>
                  </a:lnTo>
                  <a:lnTo>
                    <a:pt x="4639035" y="3029127"/>
                  </a:lnTo>
                  <a:lnTo>
                    <a:pt x="4715667" y="3035353"/>
                  </a:lnTo>
                  <a:lnTo>
                    <a:pt x="4792300" y="3041517"/>
                  </a:lnTo>
                  <a:lnTo>
                    <a:pt x="4868933" y="3047619"/>
                  </a:lnTo>
                  <a:lnTo>
                    <a:pt x="4945565" y="3053660"/>
                  </a:lnTo>
                  <a:lnTo>
                    <a:pt x="5022198" y="3059641"/>
                  </a:lnTo>
                  <a:lnTo>
                    <a:pt x="5098830" y="3065562"/>
                  </a:lnTo>
                  <a:lnTo>
                    <a:pt x="5175463" y="3071424"/>
                  </a:lnTo>
                  <a:lnTo>
                    <a:pt x="5252095" y="3077227"/>
                  </a:lnTo>
                  <a:lnTo>
                    <a:pt x="5328728" y="3082973"/>
                  </a:lnTo>
                  <a:lnTo>
                    <a:pt x="5405360" y="3088661"/>
                  </a:lnTo>
                  <a:lnTo>
                    <a:pt x="5481993" y="3094292"/>
                  </a:lnTo>
                  <a:lnTo>
                    <a:pt x="5558626" y="3099867"/>
                  </a:lnTo>
                  <a:lnTo>
                    <a:pt x="5635258" y="3105386"/>
                  </a:lnTo>
                  <a:lnTo>
                    <a:pt x="5711891" y="3110851"/>
                  </a:lnTo>
                  <a:lnTo>
                    <a:pt x="5788523" y="3116260"/>
                  </a:lnTo>
                  <a:lnTo>
                    <a:pt x="5865156" y="3121616"/>
                  </a:lnTo>
                  <a:lnTo>
                    <a:pt x="5941788" y="3126918"/>
                  </a:lnTo>
                  <a:lnTo>
                    <a:pt x="6018421" y="3132168"/>
                  </a:lnTo>
                  <a:lnTo>
                    <a:pt x="6095053" y="3137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0554"/>
              <a:ext cx="7403783" cy="1302125"/>
            </a:xfrm>
            <a:custGeom>
              <a:avLst/>
              <a:pathLst>
                <a:path w="7403783" h="1302125">
                  <a:moveTo>
                    <a:pt x="7403783" y="1302125"/>
                  </a:moveTo>
                  <a:lnTo>
                    <a:pt x="7327150" y="1299084"/>
                  </a:lnTo>
                  <a:lnTo>
                    <a:pt x="7250518" y="1295879"/>
                  </a:lnTo>
                  <a:lnTo>
                    <a:pt x="7173885" y="1292501"/>
                  </a:lnTo>
                  <a:lnTo>
                    <a:pt x="7097253" y="1288942"/>
                  </a:lnTo>
                  <a:lnTo>
                    <a:pt x="7020620" y="1285192"/>
                  </a:lnTo>
                  <a:lnTo>
                    <a:pt x="6943987" y="1281239"/>
                  </a:lnTo>
                  <a:lnTo>
                    <a:pt x="6867355" y="1277074"/>
                  </a:lnTo>
                  <a:lnTo>
                    <a:pt x="6790722" y="1272685"/>
                  </a:lnTo>
                  <a:lnTo>
                    <a:pt x="6714090" y="1268060"/>
                  </a:lnTo>
                  <a:lnTo>
                    <a:pt x="6637457" y="1263186"/>
                  </a:lnTo>
                  <a:lnTo>
                    <a:pt x="6560825" y="1258049"/>
                  </a:lnTo>
                  <a:lnTo>
                    <a:pt x="6484192" y="1252636"/>
                  </a:lnTo>
                  <a:lnTo>
                    <a:pt x="6407560" y="1246933"/>
                  </a:lnTo>
                  <a:lnTo>
                    <a:pt x="6330927" y="1240922"/>
                  </a:lnTo>
                  <a:lnTo>
                    <a:pt x="6254294" y="1234587"/>
                  </a:lnTo>
                  <a:lnTo>
                    <a:pt x="6177662" y="1227912"/>
                  </a:lnTo>
                  <a:lnTo>
                    <a:pt x="6101029" y="1220878"/>
                  </a:lnTo>
                  <a:lnTo>
                    <a:pt x="6024397" y="1213465"/>
                  </a:lnTo>
                  <a:lnTo>
                    <a:pt x="5947764" y="1205654"/>
                  </a:lnTo>
                  <a:lnTo>
                    <a:pt x="5871132" y="1197422"/>
                  </a:lnTo>
                  <a:lnTo>
                    <a:pt x="5794499" y="1188747"/>
                  </a:lnTo>
                  <a:lnTo>
                    <a:pt x="5717867" y="1179606"/>
                  </a:lnTo>
                  <a:lnTo>
                    <a:pt x="5641234" y="1169973"/>
                  </a:lnTo>
                  <a:lnTo>
                    <a:pt x="5564602" y="1159821"/>
                  </a:lnTo>
                  <a:lnTo>
                    <a:pt x="5487969" y="1149123"/>
                  </a:lnTo>
                  <a:lnTo>
                    <a:pt x="5411336" y="1137850"/>
                  </a:lnTo>
                  <a:lnTo>
                    <a:pt x="5334704" y="1125970"/>
                  </a:lnTo>
                  <a:lnTo>
                    <a:pt x="5258071" y="1113451"/>
                  </a:lnTo>
                  <a:lnTo>
                    <a:pt x="5181439" y="1100259"/>
                  </a:lnTo>
                  <a:lnTo>
                    <a:pt x="5104806" y="1086356"/>
                  </a:lnTo>
                  <a:lnTo>
                    <a:pt x="5028174" y="1071706"/>
                  </a:lnTo>
                  <a:lnTo>
                    <a:pt x="4951541" y="1056267"/>
                  </a:lnTo>
                  <a:lnTo>
                    <a:pt x="4874909" y="1039998"/>
                  </a:lnTo>
                  <a:lnTo>
                    <a:pt x="4798276" y="1022853"/>
                  </a:lnTo>
                  <a:lnTo>
                    <a:pt x="4721644" y="1004786"/>
                  </a:lnTo>
                  <a:lnTo>
                    <a:pt x="4645011" y="985747"/>
                  </a:lnTo>
                  <a:lnTo>
                    <a:pt x="4568378" y="965684"/>
                  </a:lnTo>
                  <a:lnTo>
                    <a:pt x="4491746" y="944541"/>
                  </a:lnTo>
                  <a:lnTo>
                    <a:pt x="4415113" y="922260"/>
                  </a:lnTo>
                  <a:lnTo>
                    <a:pt x="4338481" y="898781"/>
                  </a:lnTo>
                  <a:lnTo>
                    <a:pt x="4261848" y="874038"/>
                  </a:lnTo>
                  <a:lnTo>
                    <a:pt x="4185216" y="847964"/>
                  </a:lnTo>
                  <a:lnTo>
                    <a:pt x="4108583" y="820488"/>
                  </a:lnTo>
                  <a:lnTo>
                    <a:pt x="4031951" y="791533"/>
                  </a:lnTo>
                  <a:lnTo>
                    <a:pt x="3955318" y="761020"/>
                  </a:lnTo>
                  <a:lnTo>
                    <a:pt x="3878685" y="728865"/>
                  </a:lnTo>
                  <a:lnTo>
                    <a:pt x="3802053" y="694981"/>
                  </a:lnTo>
                  <a:lnTo>
                    <a:pt x="3725420" y="659273"/>
                  </a:lnTo>
                  <a:lnTo>
                    <a:pt x="3648788" y="621644"/>
                  </a:lnTo>
                  <a:lnTo>
                    <a:pt x="3572155" y="581991"/>
                  </a:lnTo>
                  <a:lnTo>
                    <a:pt x="3495523" y="540204"/>
                  </a:lnTo>
                  <a:lnTo>
                    <a:pt x="3418890" y="496169"/>
                  </a:lnTo>
                  <a:lnTo>
                    <a:pt x="3342258" y="481600"/>
                  </a:lnTo>
                  <a:lnTo>
                    <a:pt x="3265625" y="472754"/>
                  </a:lnTo>
                  <a:lnTo>
                    <a:pt x="3188993" y="463819"/>
                  </a:lnTo>
                  <a:lnTo>
                    <a:pt x="3112360" y="454795"/>
                  </a:lnTo>
                  <a:lnTo>
                    <a:pt x="3035727" y="445679"/>
                  </a:lnTo>
                  <a:lnTo>
                    <a:pt x="2959095" y="436471"/>
                  </a:lnTo>
                  <a:lnTo>
                    <a:pt x="2882462" y="427170"/>
                  </a:lnTo>
                  <a:lnTo>
                    <a:pt x="2805830" y="417775"/>
                  </a:lnTo>
                  <a:lnTo>
                    <a:pt x="2729197" y="408286"/>
                  </a:lnTo>
                  <a:lnTo>
                    <a:pt x="2652565" y="398701"/>
                  </a:lnTo>
                  <a:lnTo>
                    <a:pt x="2575932" y="389019"/>
                  </a:lnTo>
                  <a:lnTo>
                    <a:pt x="2499300" y="379240"/>
                  </a:lnTo>
                  <a:lnTo>
                    <a:pt x="2422667" y="369362"/>
                  </a:lnTo>
                  <a:lnTo>
                    <a:pt x="2346034" y="359385"/>
                  </a:lnTo>
                  <a:lnTo>
                    <a:pt x="2269402" y="349306"/>
                  </a:lnTo>
                  <a:lnTo>
                    <a:pt x="2192769" y="339127"/>
                  </a:lnTo>
                  <a:lnTo>
                    <a:pt x="2116137" y="328844"/>
                  </a:lnTo>
                  <a:lnTo>
                    <a:pt x="2039504" y="318458"/>
                  </a:lnTo>
                  <a:lnTo>
                    <a:pt x="1962872" y="307967"/>
                  </a:lnTo>
                  <a:lnTo>
                    <a:pt x="1886239" y="297370"/>
                  </a:lnTo>
                  <a:lnTo>
                    <a:pt x="1809607" y="286666"/>
                  </a:lnTo>
                  <a:lnTo>
                    <a:pt x="1732974" y="275855"/>
                  </a:lnTo>
                  <a:lnTo>
                    <a:pt x="1656342" y="264934"/>
                  </a:lnTo>
                  <a:lnTo>
                    <a:pt x="1579709" y="253903"/>
                  </a:lnTo>
                  <a:lnTo>
                    <a:pt x="1503076" y="242761"/>
                  </a:lnTo>
                  <a:lnTo>
                    <a:pt x="1426444" y="231507"/>
                  </a:lnTo>
                  <a:lnTo>
                    <a:pt x="1349811" y="220139"/>
                  </a:lnTo>
                  <a:lnTo>
                    <a:pt x="1273179" y="208656"/>
                  </a:lnTo>
                  <a:lnTo>
                    <a:pt x="1196546" y="197058"/>
                  </a:lnTo>
                  <a:lnTo>
                    <a:pt x="1119914" y="185343"/>
                  </a:lnTo>
                  <a:lnTo>
                    <a:pt x="1043281" y="173509"/>
                  </a:lnTo>
                  <a:lnTo>
                    <a:pt x="966649" y="161556"/>
                  </a:lnTo>
                  <a:lnTo>
                    <a:pt x="890016" y="149483"/>
                  </a:lnTo>
                  <a:lnTo>
                    <a:pt x="813384" y="137288"/>
                  </a:lnTo>
                  <a:lnTo>
                    <a:pt x="736751" y="124970"/>
                  </a:lnTo>
                  <a:lnTo>
                    <a:pt x="660118" y="112527"/>
                  </a:lnTo>
                  <a:lnTo>
                    <a:pt x="583486" y="99959"/>
                  </a:lnTo>
                  <a:lnTo>
                    <a:pt x="506853" y="87265"/>
                  </a:lnTo>
                  <a:lnTo>
                    <a:pt x="430221" y="74442"/>
                  </a:lnTo>
                  <a:lnTo>
                    <a:pt x="353588" y="61490"/>
                  </a:lnTo>
                  <a:lnTo>
                    <a:pt x="276956" y="48407"/>
                  </a:lnTo>
                  <a:lnTo>
                    <a:pt x="200323" y="35193"/>
                  </a:lnTo>
                  <a:lnTo>
                    <a:pt x="123691" y="21845"/>
                  </a:lnTo>
                  <a:lnTo>
                    <a:pt x="47058" y="8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64432"/>
              <a:ext cx="7403783" cy="3314108"/>
            </a:xfrm>
            <a:custGeom>
              <a:avLst/>
              <a:pathLst>
                <a:path w="7403783" h="3314108">
                  <a:moveTo>
                    <a:pt x="0" y="0"/>
                  </a:moveTo>
                  <a:lnTo>
                    <a:pt x="47058" y="66567"/>
                  </a:lnTo>
                  <a:lnTo>
                    <a:pt x="123691" y="171636"/>
                  </a:lnTo>
                  <a:lnTo>
                    <a:pt x="200323" y="273475"/>
                  </a:lnTo>
                  <a:lnTo>
                    <a:pt x="276956" y="372184"/>
                  </a:lnTo>
                  <a:lnTo>
                    <a:pt x="353588" y="467859"/>
                  </a:lnTo>
                  <a:lnTo>
                    <a:pt x="430221" y="560594"/>
                  </a:lnTo>
                  <a:lnTo>
                    <a:pt x="506853" y="650477"/>
                  </a:lnTo>
                  <a:lnTo>
                    <a:pt x="583486" y="737598"/>
                  </a:lnTo>
                  <a:lnTo>
                    <a:pt x="660118" y="822041"/>
                  </a:lnTo>
                  <a:lnTo>
                    <a:pt x="736751" y="903889"/>
                  </a:lnTo>
                  <a:lnTo>
                    <a:pt x="813384" y="983220"/>
                  </a:lnTo>
                  <a:lnTo>
                    <a:pt x="890016" y="1060113"/>
                  </a:lnTo>
                  <a:lnTo>
                    <a:pt x="966649" y="1134642"/>
                  </a:lnTo>
                  <a:lnTo>
                    <a:pt x="1043281" y="1206881"/>
                  </a:lnTo>
                  <a:lnTo>
                    <a:pt x="1119914" y="1276899"/>
                  </a:lnTo>
                  <a:lnTo>
                    <a:pt x="1196546" y="1344765"/>
                  </a:lnTo>
                  <a:lnTo>
                    <a:pt x="1273179" y="1410545"/>
                  </a:lnTo>
                  <a:lnTo>
                    <a:pt x="1349811" y="1474303"/>
                  </a:lnTo>
                  <a:lnTo>
                    <a:pt x="1426444" y="1536101"/>
                  </a:lnTo>
                  <a:lnTo>
                    <a:pt x="1503076" y="1595999"/>
                  </a:lnTo>
                  <a:lnTo>
                    <a:pt x="1579709" y="1654057"/>
                  </a:lnTo>
                  <a:lnTo>
                    <a:pt x="1656342" y="1710329"/>
                  </a:lnTo>
                  <a:lnTo>
                    <a:pt x="1732974" y="1764872"/>
                  </a:lnTo>
                  <a:lnTo>
                    <a:pt x="1809607" y="1817739"/>
                  </a:lnTo>
                  <a:lnTo>
                    <a:pt x="1886239" y="1868980"/>
                  </a:lnTo>
                  <a:lnTo>
                    <a:pt x="1962872" y="1918647"/>
                  </a:lnTo>
                  <a:lnTo>
                    <a:pt x="2039504" y="1966786"/>
                  </a:lnTo>
                  <a:lnTo>
                    <a:pt x="2116137" y="2013447"/>
                  </a:lnTo>
                  <a:lnTo>
                    <a:pt x="2192769" y="2058672"/>
                  </a:lnTo>
                  <a:lnTo>
                    <a:pt x="2269402" y="2102508"/>
                  </a:lnTo>
                  <a:lnTo>
                    <a:pt x="2346034" y="2144996"/>
                  </a:lnTo>
                  <a:lnTo>
                    <a:pt x="2422667" y="2186178"/>
                  </a:lnTo>
                  <a:lnTo>
                    <a:pt x="2499300" y="2226095"/>
                  </a:lnTo>
                  <a:lnTo>
                    <a:pt x="2575932" y="2264784"/>
                  </a:lnTo>
                  <a:lnTo>
                    <a:pt x="2652565" y="2302284"/>
                  </a:lnTo>
                  <a:lnTo>
                    <a:pt x="2729197" y="2338632"/>
                  </a:lnTo>
                  <a:lnTo>
                    <a:pt x="2805830" y="2373862"/>
                  </a:lnTo>
                  <a:lnTo>
                    <a:pt x="2882462" y="2408009"/>
                  </a:lnTo>
                  <a:lnTo>
                    <a:pt x="2959095" y="2441107"/>
                  </a:lnTo>
                  <a:lnTo>
                    <a:pt x="3035727" y="2473187"/>
                  </a:lnTo>
                  <a:lnTo>
                    <a:pt x="3112360" y="2504282"/>
                  </a:lnTo>
                  <a:lnTo>
                    <a:pt x="3188993" y="2534420"/>
                  </a:lnTo>
                  <a:lnTo>
                    <a:pt x="3265625" y="2563632"/>
                  </a:lnTo>
                  <a:lnTo>
                    <a:pt x="3342258" y="2591946"/>
                  </a:lnTo>
                  <a:lnTo>
                    <a:pt x="3418890" y="2619390"/>
                  </a:lnTo>
                  <a:lnTo>
                    <a:pt x="3495523" y="2645990"/>
                  </a:lnTo>
                  <a:lnTo>
                    <a:pt x="3572155" y="2671773"/>
                  </a:lnTo>
                  <a:lnTo>
                    <a:pt x="3648788" y="2696763"/>
                  </a:lnTo>
                  <a:lnTo>
                    <a:pt x="3725420" y="2720985"/>
                  </a:lnTo>
                  <a:lnTo>
                    <a:pt x="3802053" y="2744462"/>
                  </a:lnTo>
                  <a:lnTo>
                    <a:pt x="3878685" y="2767218"/>
                  </a:lnTo>
                  <a:lnTo>
                    <a:pt x="3955318" y="2789275"/>
                  </a:lnTo>
                  <a:lnTo>
                    <a:pt x="4031951" y="2810653"/>
                  </a:lnTo>
                  <a:lnTo>
                    <a:pt x="4108583" y="2831374"/>
                  </a:lnTo>
                  <a:lnTo>
                    <a:pt x="4185216" y="2851458"/>
                  </a:lnTo>
                  <a:lnTo>
                    <a:pt x="4261848" y="2870925"/>
                  </a:lnTo>
                  <a:lnTo>
                    <a:pt x="4338481" y="2889794"/>
                  </a:lnTo>
                  <a:lnTo>
                    <a:pt x="4415113" y="2908082"/>
                  </a:lnTo>
                  <a:lnTo>
                    <a:pt x="4491746" y="2925809"/>
                  </a:lnTo>
                  <a:lnTo>
                    <a:pt x="4568378" y="2942990"/>
                  </a:lnTo>
                  <a:lnTo>
                    <a:pt x="4645011" y="2959644"/>
                  </a:lnTo>
                  <a:lnTo>
                    <a:pt x="4721644" y="2975785"/>
                  </a:lnTo>
                  <a:lnTo>
                    <a:pt x="4798276" y="2991431"/>
                  </a:lnTo>
                  <a:lnTo>
                    <a:pt x="4874909" y="3006595"/>
                  </a:lnTo>
                  <a:lnTo>
                    <a:pt x="4951541" y="3021293"/>
                  </a:lnTo>
                  <a:lnTo>
                    <a:pt x="5028174" y="3035540"/>
                  </a:lnTo>
                  <a:lnTo>
                    <a:pt x="5104806" y="3049348"/>
                  </a:lnTo>
                  <a:lnTo>
                    <a:pt x="5181439" y="3062733"/>
                  </a:lnTo>
                  <a:lnTo>
                    <a:pt x="5258071" y="3075705"/>
                  </a:lnTo>
                  <a:lnTo>
                    <a:pt x="5334704" y="3088279"/>
                  </a:lnTo>
                  <a:lnTo>
                    <a:pt x="5411336" y="3100467"/>
                  </a:lnTo>
                  <a:lnTo>
                    <a:pt x="5487969" y="3112280"/>
                  </a:lnTo>
                  <a:lnTo>
                    <a:pt x="5564602" y="3123729"/>
                  </a:lnTo>
                  <a:lnTo>
                    <a:pt x="5641234" y="3134827"/>
                  </a:lnTo>
                  <a:lnTo>
                    <a:pt x="5717867" y="3145584"/>
                  </a:lnTo>
                  <a:lnTo>
                    <a:pt x="5794499" y="3156010"/>
                  </a:lnTo>
                  <a:lnTo>
                    <a:pt x="5871132" y="3166116"/>
                  </a:lnTo>
                  <a:lnTo>
                    <a:pt x="5947764" y="3175911"/>
                  </a:lnTo>
                  <a:lnTo>
                    <a:pt x="6024397" y="3185404"/>
                  </a:lnTo>
                  <a:lnTo>
                    <a:pt x="6101029" y="3194606"/>
                  </a:lnTo>
                  <a:lnTo>
                    <a:pt x="6177662" y="3203526"/>
                  </a:lnTo>
                  <a:lnTo>
                    <a:pt x="6254294" y="3212171"/>
                  </a:lnTo>
                  <a:lnTo>
                    <a:pt x="6330927" y="3220550"/>
                  </a:lnTo>
                  <a:lnTo>
                    <a:pt x="6407560" y="3228672"/>
                  </a:lnTo>
                  <a:lnTo>
                    <a:pt x="6484192" y="3236544"/>
                  </a:lnTo>
                  <a:lnTo>
                    <a:pt x="6560825" y="3244174"/>
                  </a:lnTo>
                  <a:lnTo>
                    <a:pt x="6637457" y="3251570"/>
                  </a:lnTo>
                  <a:lnTo>
                    <a:pt x="6714090" y="3258738"/>
                  </a:lnTo>
                  <a:lnTo>
                    <a:pt x="6790722" y="3265686"/>
                  </a:lnTo>
                  <a:lnTo>
                    <a:pt x="6867355" y="3272420"/>
                  </a:lnTo>
                  <a:lnTo>
                    <a:pt x="6943987" y="3278947"/>
                  </a:lnTo>
                  <a:lnTo>
                    <a:pt x="7020620" y="3285274"/>
                  </a:lnTo>
                  <a:lnTo>
                    <a:pt x="7097253" y="3291406"/>
                  </a:lnTo>
                  <a:lnTo>
                    <a:pt x="7173885" y="3297350"/>
                  </a:lnTo>
                  <a:lnTo>
                    <a:pt x="7250518" y="3303111"/>
                  </a:lnTo>
                  <a:lnTo>
                    <a:pt x="7327150" y="3308695"/>
                  </a:lnTo>
                  <a:lnTo>
                    <a:pt x="7403783" y="33141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2026-05-27T10:03:50Z</dcterms:modified>
  <cp:category/>
</cp:coreProperties>
</file>