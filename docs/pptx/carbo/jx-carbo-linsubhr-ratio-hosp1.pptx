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403783" cy="3458755"/>
            </a:xfrm>
            <a:custGeom>
              <a:avLst/>
              <a:pathLst>
                <a:path w="7403783" h="3458755">
                  <a:moveTo>
                    <a:pt x="1769554" y="0"/>
                  </a:moveTo>
                  <a:lnTo>
                    <a:pt x="1809607" y="122028"/>
                  </a:lnTo>
                  <a:lnTo>
                    <a:pt x="1886239" y="340343"/>
                  </a:lnTo>
                  <a:lnTo>
                    <a:pt x="1962872" y="544481"/>
                  </a:lnTo>
                  <a:lnTo>
                    <a:pt x="2039504" y="735361"/>
                  </a:lnTo>
                  <a:lnTo>
                    <a:pt x="2116137" y="913846"/>
                  </a:lnTo>
                  <a:lnTo>
                    <a:pt x="2192769" y="1080739"/>
                  </a:lnTo>
                  <a:lnTo>
                    <a:pt x="2269402" y="1236794"/>
                  </a:lnTo>
                  <a:lnTo>
                    <a:pt x="2346034" y="1382715"/>
                  </a:lnTo>
                  <a:lnTo>
                    <a:pt x="2422667" y="1519159"/>
                  </a:lnTo>
                  <a:lnTo>
                    <a:pt x="2499300" y="1646742"/>
                  </a:lnTo>
                  <a:lnTo>
                    <a:pt x="2575932" y="1766040"/>
                  </a:lnTo>
                  <a:lnTo>
                    <a:pt x="2652565" y="1877591"/>
                  </a:lnTo>
                  <a:lnTo>
                    <a:pt x="2729197" y="1981897"/>
                  </a:lnTo>
                  <a:lnTo>
                    <a:pt x="2805830" y="2079430"/>
                  </a:lnTo>
                  <a:lnTo>
                    <a:pt x="2882462" y="2170628"/>
                  </a:lnTo>
                  <a:lnTo>
                    <a:pt x="2959095" y="2255904"/>
                  </a:lnTo>
                  <a:lnTo>
                    <a:pt x="3035727" y="2335642"/>
                  </a:lnTo>
                  <a:lnTo>
                    <a:pt x="3112360" y="2410202"/>
                  </a:lnTo>
                  <a:lnTo>
                    <a:pt x="3188993" y="2479920"/>
                  </a:lnTo>
                  <a:lnTo>
                    <a:pt x="3265625" y="2545110"/>
                  </a:lnTo>
                  <a:lnTo>
                    <a:pt x="3342258" y="2606066"/>
                  </a:lnTo>
                  <a:lnTo>
                    <a:pt x="3418890" y="2655575"/>
                  </a:lnTo>
                  <a:lnTo>
                    <a:pt x="3495523" y="2663680"/>
                  </a:lnTo>
                  <a:lnTo>
                    <a:pt x="3572155" y="2671705"/>
                  </a:lnTo>
                  <a:lnTo>
                    <a:pt x="3648788" y="2679652"/>
                  </a:lnTo>
                  <a:lnTo>
                    <a:pt x="3725420" y="2687521"/>
                  </a:lnTo>
                  <a:lnTo>
                    <a:pt x="3802053" y="2695314"/>
                  </a:lnTo>
                  <a:lnTo>
                    <a:pt x="3878685" y="2703029"/>
                  </a:lnTo>
                  <a:lnTo>
                    <a:pt x="3955318" y="2710670"/>
                  </a:lnTo>
                  <a:lnTo>
                    <a:pt x="4031951" y="2718236"/>
                  </a:lnTo>
                  <a:lnTo>
                    <a:pt x="4108583" y="2725727"/>
                  </a:lnTo>
                  <a:lnTo>
                    <a:pt x="4185216" y="2733145"/>
                  </a:lnTo>
                  <a:lnTo>
                    <a:pt x="4261848" y="2740491"/>
                  </a:lnTo>
                  <a:lnTo>
                    <a:pt x="4338481" y="2747765"/>
                  </a:lnTo>
                  <a:lnTo>
                    <a:pt x="4415113" y="2754967"/>
                  </a:lnTo>
                  <a:lnTo>
                    <a:pt x="4491746" y="2762100"/>
                  </a:lnTo>
                  <a:lnTo>
                    <a:pt x="4568378" y="2769162"/>
                  </a:lnTo>
                  <a:lnTo>
                    <a:pt x="4645011" y="2776155"/>
                  </a:lnTo>
                  <a:lnTo>
                    <a:pt x="4721644" y="2783080"/>
                  </a:lnTo>
                  <a:lnTo>
                    <a:pt x="4798276" y="2789937"/>
                  </a:lnTo>
                  <a:lnTo>
                    <a:pt x="4874909" y="2796727"/>
                  </a:lnTo>
                  <a:lnTo>
                    <a:pt x="4951541" y="2803450"/>
                  </a:lnTo>
                  <a:lnTo>
                    <a:pt x="5028174" y="2810108"/>
                  </a:lnTo>
                  <a:lnTo>
                    <a:pt x="5104806" y="2816700"/>
                  </a:lnTo>
                  <a:lnTo>
                    <a:pt x="5181439" y="2823228"/>
                  </a:lnTo>
                  <a:lnTo>
                    <a:pt x="5258071" y="2829693"/>
                  </a:lnTo>
                  <a:lnTo>
                    <a:pt x="5334704" y="2836093"/>
                  </a:lnTo>
                  <a:lnTo>
                    <a:pt x="5411336" y="2842432"/>
                  </a:lnTo>
                  <a:lnTo>
                    <a:pt x="5487969" y="2848708"/>
                  </a:lnTo>
                  <a:lnTo>
                    <a:pt x="5564602" y="2854922"/>
                  </a:lnTo>
                  <a:lnTo>
                    <a:pt x="5641234" y="2861076"/>
                  </a:lnTo>
                  <a:lnTo>
                    <a:pt x="5717867" y="2867170"/>
                  </a:lnTo>
                  <a:lnTo>
                    <a:pt x="5794499" y="2873204"/>
                  </a:lnTo>
                  <a:lnTo>
                    <a:pt x="5871132" y="2879179"/>
                  </a:lnTo>
                  <a:lnTo>
                    <a:pt x="5947764" y="2885096"/>
                  </a:lnTo>
                  <a:lnTo>
                    <a:pt x="6024397" y="2890954"/>
                  </a:lnTo>
                  <a:lnTo>
                    <a:pt x="6101029" y="2896756"/>
                  </a:lnTo>
                  <a:lnTo>
                    <a:pt x="6177662" y="2902500"/>
                  </a:lnTo>
                  <a:lnTo>
                    <a:pt x="6254294" y="2908189"/>
                  </a:lnTo>
                  <a:lnTo>
                    <a:pt x="6330927" y="2913821"/>
                  </a:lnTo>
                  <a:lnTo>
                    <a:pt x="6407560" y="2919399"/>
                  </a:lnTo>
                  <a:lnTo>
                    <a:pt x="6484192" y="2924922"/>
                  </a:lnTo>
                  <a:lnTo>
                    <a:pt x="6560825" y="2930391"/>
                  </a:lnTo>
                  <a:lnTo>
                    <a:pt x="6637457" y="2935806"/>
                  </a:lnTo>
                  <a:lnTo>
                    <a:pt x="6714090" y="2941168"/>
                  </a:lnTo>
                  <a:lnTo>
                    <a:pt x="6790722" y="2946478"/>
                  </a:lnTo>
                  <a:lnTo>
                    <a:pt x="6867355" y="2951736"/>
                  </a:lnTo>
                  <a:lnTo>
                    <a:pt x="6943987" y="2956943"/>
                  </a:lnTo>
                  <a:lnTo>
                    <a:pt x="7020620" y="2962098"/>
                  </a:lnTo>
                  <a:lnTo>
                    <a:pt x="7097253" y="2967203"/>
                  </a:lnTo>
                  <a:lnTo>
                    <a:pt x="7173885" y="2972258"/>
                  </a:lnTo>
                  <a:lnTo>
                    <a:pt x="7250518" y="2977264"/>
                  </a:lnTo>
                  <a:lnTo>
                    <a:pt x="7327150" y="2982220"/>
                  </a:lnTo>
                  <a:lnTo>
                    <a:pt x="7403783" y="2987129"/>
                  </a:lnTo>
                  <a:lnTo>
                    <a:pt x="7403783" y="3458755"/>
                  </a:lnTo>
                  <a:lnTo>
                    <a:pt x="7327150" y="3457019"/>
                  </a:lnTo>
                  <a:lnTo>
                    <a:pt x="7250518" y="3455163"/>
                  </a:lnTo>
                  <a:lnTo>
                    <a:pt x="7173885" y="3453178"/>
                  </a:lnTo>
                  <a:lnTo>
                    <a:pt x="7097253" y="3451055"/>
                  </a:lnTo>
                  <a:lnTo>
                    <a:pt x="7020620" y="3448784"/>
                  </a:lnTo>
                  <a:lnTo>
                    <a:pt x="6943987" y="3446356"/>
                  </a:lnTo>
                  <a:lnTo>
                    <a:pt x="6867355" y="3443759"/>
                  </a:lnTo>
                  <a:lnTo>
                    <a:pt x="6790722" y="3440982"/>
                  </a:lnTo>
                  <a:lnTo>
                    <a:pt x="6714090" y="3438012"/>
                  </a:lnTo>
                  <a:lnTo>
                    <a:pt x="6637457" y="3434836"/>
                  </a:lnTo>
                  <a:lnTo>
                    <a:pt x="6560825" y="3431439"/>
                  </a:lnTo>
                  <a:lnTo>
                    <a:pt x="6484192" y="3427806"/>
                  </a:lnTo>
                  <a:lnTo>
                    <a:pt x="6407560" y="3423921"/>
                  </a:lnTo>
                  <a:lnTo>
                    <a:pt x="6330927" y="3419766"/>
                  </a:lnTo>
                  <a:lnTo>
                    <a:pt x="6254294" y="3415322"/>
                  </a:lnTo>
                  <a:lnTo>
                    <a:pt x="6177662" y="3410570"/>
                  </a:lnTo>
                  <a:lnTo>
                    <a:pt x="6101029" y="3405488"/>
                  </a:lnTo>
                  <a:lnTo>
                    <a:pt x="6024397" y="3400053"/>
                  </a:lnTo>
                  <a:lnTo>
                    <a:pt x="5947764" y="3394240"/>
                  </a:lnTo>
                  <a:lnTo>
                    <a:pt x="5871132" y="3388024"/>
                  </a:lnTo>
                  <a:lnTo>
                    <a:pt x="5794499" y="3381376"/>
                  </a:lnTo>
                  <a:lnTo>
                    <a:pt x="5717867" y="3374266"/>
                  </a:lnTo>
                  <a:lnTo>
                    <a:pt x="5641234" y="3366662"/>
                  </a:lnTo>
                  <a:lnTo>
                    <a:pt x="5564602" y="3358530"/>
                  </a:lnTo>
                  <a:lnTo>
                    <a:pt x="5487969" y="3349834"/>
                  </a:lnTo>
                  <a:lnTo>
                    <a:pt x="5411336" y="3340533"/>
                  </a:lnTo>
                  <a:lnTo>
                    <a:pt x="5334704" y="3330587"/>
                  </a:lnTo>
                  <a:lnTo>
                    <a:pt x="5258071" y="3319950"/>
                  </a:lnTo>
                  <a:lnTo>
                    <a:pt x="5181439" y="3308574"/>
                  </a:lnTo>
                  <a:lnTo>
                    <a:pt x="5104806" y="3296408"/>
                  </a:lnTo>
                  <a:lnTo>
                    <a:pt x="5028174" y="3283397"/>
                  </a:lnTo>
                  <a:lnTo>
                    <a:pt x="4951541" y="3269482"/>
                  </a:lnTo>
                  <a:lnTo>
                    <a:pt x="4874909" y="3254601"/>
                  </a:lnTo>
                  <a:lnTo>
                    <a:pt x="4798276" y="3238686"/>
                  </a:lnTo>
                  <a:lnTo>
                    <a:pt x="4721644" y="3221666"/>
                  </a:lnTo>
                  <a:lnTo>
                    <a:pt x="4645011" y="3203464"/>
                  </a:lnTo>
                  <a:lnTo>
                    <a:pt x="4568378" y="3183998"/>
                  </a:lnTo>
                  <a:lnTo>
                    <a:pt x="4491746" y="3163180"/>
                  </a:lnTo>
                  <a:lnTo>
                    <a:pt x="4415113" y="3140916"/>
                  </a:lnTo>
                  <a:lnTo>
                    <a:pt x="4338481" y="3117106"/>
                  </a:lnTo>
                  <a:lnTo>
                    <a:pt x="4261848" y="3091642"/>
                  </a:lnTo>
                  <a:lnTo>
                    <a:pt x="4185216" y="3064410"/>
                  </a:lnTo>
                  <a:lnTo>
                    <a:pt x="4108583" y="3035286"/>
                  </a:lnTo>
                  <a:lnTo>
                    <a:pt x="4031951" y="3004140"/>
                  </a:lnTo>
                  <a:lnTo>
                    <a:pt x="3955318" y="2970830"/>
                  </a:lnTo>
                  <a:lnTo>
                    <a:pt x="3878685" y="2935207"/>
                  </a:lnTo>
                  <a:lnTo>
                    <a:pt x="3802053" y="2897110"/>
                  </a:lnTo>
                  <a:lnTo>
                    <a:pt x="3725420" y="2856367"/>
                  </a:lnTo>
                  <a:lnTo>
                    <a:pt x="3648788" y="2812795"/>
                  </a:lnTo>
                  <a:lnTo>
                    <a:pt x="3572155" y="2766196"/>
                  </a:lnTo>
                  <a:lnTo>
                    <a:pt x="3495523" y="2716360"/>
                  </a:lnTo>
                  <a:lnTo>
                    <a:pt x="3418890" y="2663064"/>
                  </a:lnTo>
                  <a:lnTo>
                    <a:pt x="3342258" y="2647390"/>
                  </a:lnTo>
                  <a:lnTo>
                    <a:pt x="3265625" y="2639124"/>
                  </a:lnTo>
                  <a:lnTo>
                    <a:pt x="3188993" y="2630777"/>
                  </a:lnTo>
                  <a:lnTo>
                    <a:pt x="3112360" y="2622347"/>
                  </a:lnTo>
                  <a:lnTo>
                    <a:pt x="3035727" y="2613833"/>
                  </a:lnTo>
                  <a:lnTo>
                    <a:pt x="2959095" y="2605236"/>
                  </a:lnTo>
                  <a:lnTo>
                    <a:pt x="2882462" y="2596553"/>
                  </a:lnTo>
                  <a:lnTo>
                    <a:pt x="2805830" y="2587785"/>
                  </a:lnTo>
                  <a:lnTo>
                    <a:pt x="2729197" y="2578930"/>
                  </a:lnTo>
                  <a:lnTo>
                    <a:pt x="2652565" y="2569988"/>
                  </a:lnTo>
                  <a:lnTo>
                    <a:pt x="2575932" y="2560957"/>
                  </a:lnTo>
                  <a:lnTo>
                    <a:pt x="2499300" y="2551837"/>
                  </a:lnTo>
                  <a:lnTo>
                    <a:pt x="2422667" y="2542627"/>
                  </a:lnTo>
                  <a:lnTo>
                    <a:pt x="2346034" y="2533326"/>
                  </a:lnTo>
                  <a:lnTo>
                    <a:pt x="2269402" y="2523932"/>
                  </a:lnTo>
                  <a:lnTo>
                    <a:pt x="2192769" y="2514447"/>
                  </a:lnTo>
                  <a:lnTo>
                    <a:pt x="2116137" y="2504867"/>
                  </a:lnTo>
                  <a:lnTo>
                    <a:pt x="2039504" y="2495192"/>
                  </a:lnTo>
                  <a:lnTo>
                    <a:pt x="1962872" y="2485422"/>
                  </a:lnTo>
                  <a:lnTo>
                    <a:pt x="1886239" y="2475556"/>
                  </a:lnTo>
                  <a:lnTo>
                    <a:pt x="1809607" y="2465592"/>
                  </a:lnTo>
                  <a:lnTo>
                    <a:pt x="1732974" y="2455529"/>
                  </a:lnTo>
                  <a:lnTo>
                    <a:pt x="1656342" y="2445367"/>
                  </a:lnTo>
                  <a:lnTo>
                    <a:pt x="1579709" y="2435105"/>
                  </a:lnTo>
                  <a:lnTo>
                    <a:pt x="1503076" y="2424741"/>
                  </a:lnTo>
                  <a:lnTo>
                    <a:pt x="1426444" y="2414275"/>
                  </a:lnTo>
                  <a:lnTo>
                    <a:pt x="1349811" y="2403705"/>
                  </a:lnTo>
                  <a:lnTo>
                    <a:pt x="1273179" y="2393031"/>
                  </a:lnTo>
                  <a:lnTo>
                    <a:pt x="1196546" y="2382251"/>
                  </a:lnTo>
                  <a:lnTo>
                    <a:pt x="1119914" y="2371365"/>
                  </a:lnTo>
                  <a:lnTo>
                    <a:pt x="1043281" y="2360371"/>
                  </a:lnTo>
                  <a:lnTo>
                    <a:pt x="966649" y="2349269"/>
                  </a:lnTo>
                  <a:lnTo>
                    <a:pt x="890016" y="2338056"/>
                  </a:lnTo>
                  <a:lnTo>
                    <a:pt x="813384" y="2326733"/>
                  </a:lnTo>
                  <a:lnTo>
                    <a:pt x="736751" y="2315298"/>
                  </a:lnTo>
                  <a:lnTo>
                    <a:pt x="660118" y="2303751"/>
                  </a:lnTo>
                  <a:lnTo>
                    <a:pt x="583486" y="2292088"/>
                  </a:lnTo>
                  <a:lnTo>
                    <a:pt x="506853" y="2280311"/>
                  </a:lnTo>
                  <a:lnTo>
                    <a:pt x="430221" y="2268417"/>
                  </a:lnTo>
                  <a:lnTo>
                    <a:pt x="353588" y="2256406"/>
                  </a:lnTo>
                  <a:lnTo>
                    <a:pt x="276956" y="2244276"/>
                  </a:lnTo>
                  <a:lnTo>
                    <a:pt x="200323" y="2232026"/>
                  </a:lnTo>
                  <a:lnTo>
                    <a:pt x="123691" y="2219656"/>
                  </a:lnTo>
                  <a:lnTo>
                    <a:pt x="47058" y="2207162"/>
                  </a:lnTo>
                  <a:lnTo>
                    <a:pt x="0" y="219941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587072" y="2073503"/>
              <a:ext cx="5634228" cy="2987129"/>
            </a:xfrm>
            <a:custGeom>
              <a:avLst/>
              <a:pathLst>
                <a:path w="5634228" h="2987129">
                  <a:moveTo>
                    <a:pt x="0" y="0"/>
                  </a:moveTo>
                  <a:lnTo>
                    <a:pt x="40052" y="122028"/>
                  </a:lnTo>
                  <a:lnTo>
                    <a:pt x="116684" y="340343"/>
                  </a:lnTo>
                  <a:lnTo>
                    <a:pt x="193317" y="544481"/>
                  </a:lnTo>
                  <a:lnTo>
                    <a:pt x="269950" y="735361"/>
                  </a:lnTo>
                  <a:lnTo>
                    <a:pt x="346582" y="913846"/>
                  </a:lnTo>
                  <a:lnTo>
                    <a:pt x="423215" y="1080739"/>
                  </a:lnTo>
                  <a:lnTo>
                    <a:pt x="499847" y="1236794"/>
                  </a:lnTo>
                  <a:lnTo>
                    <a:pt x="576480" y="1382715"/>
                  </a:lnTo>
                  <a:lnTo>
                    <a:pt x="653112" y="1519159"/>
                  </a:lnTo>
                  <a:lnTo>
                    <a:pt x="729745" y="1646742"/>
                  </a:lnTo>
                  <a:lnTo>
                    <a:pt x="806377" y="1766040"/>
                  </a:lnTo>
                  <a:lnTo>
                    <a:pt x="883010" y="1877591"/>
                  </a:lnTo>
                  <a:lnTo>
                    <a:pt x="959643" y="1981897"/>
                  </a:lnTo>
                  <a:lnTo>
                    <a:pt x="1036275" y="2079430"/>
                  </a:lnTo>
                  <a:lnTo>
                    <a:pt x="1112908" y="2170628"/>
                  </a:lnTo>
                  <a:lnTo>
                    <a:pt x="1189540" y="2255904"/>
                  </a:lnTo>
                  <a:lnTo>
                    <a:pt x="1266173" y="2335642"/>
                  </a:lnTo>
                  <a:lnTo>
                    <a:pt x="1342805" y="2410202"/>
                  </a:lnTo>
                  <a:lnTo>
                    <a:pt x="1419438" y="2479920"/>
                  </a:lnTo>
                  <a:lnTo>
                    <a:pt x="1496070" y="2545110"/>
                  </a:lnTo>
                  <a:lnTo>
                    <a:pt x="1572703" y="2606066"/>
                  </a:lnTo>
                  <a:lnTo>
                    <a:pt x="1649335" y="2655575"/>
                  </a:lnTo>
                  <a:lnTo>
                    <a:pt x="1725968" y="2663680"/>
                  </a:lnTo>
                  <a:lnTo>
                    <a:pt x="1802601" y="2671705"/>
                  </a:lnTo>
                  <a:lnTo>
                    <a:pt x="1879233" y="2679652"/>
                  </a:lnTo>
                  <a:lnTo>
                    <a:pt x="1955866" y="2687521"/>
                  </a:lnTo>
                  <a:lnTo>
                    <a:pt x="2032498" y="2695314"/>
                  </a:lnTo>
                  <a:lnTo>
                    <a:pt x="2109131" y="2703029"/>
                  </a:lnTo>
                  <a:lnTo>
                    <a:pt x="2185763" y="2710670"/>
                  </a:lnTo>
                  <a:lnTo>
                    <a:pt x="2262396" y="2718236"/>
                  </a:lnTo>
                  <a:lnTo>
                    <a:pt x="2339028" y="2725727"/>
                  </a:lnTo>
                  <a:lnTo>
                    <a:pt x="2415661" y="2733145"/>
                  </a:lnTo>
                  <a:lnTo>
                    <a:pt x="2492294" y="2740491"/>
                  </a:lnTo>
                  <a:lnTo>
                    <a:pt x="2568926" y="2747765"/>
                  </a:lnTo>
                  <a:lnTo>
                    <a:pt x="2645559" y="2754967"/>
                  </a:lnTo>
                  <a:lnTo>
                    <a:pt x="2722191" y="2762100"/>
                  </a:lnTo>
                  <a:lnTo>
                    <a:pt x="2798824" y="2769162"/>
                  </a:lnTo>
                  <a:lnTo>
                    <a:pt x="2875456" y="2776155"/>
                  </a:lnTo>
                  <a:lnTo>
                    <a:pt x="2952089" y="2783080"/>
                  </a:lnTo>
                  <a:lnTo>
                    <a:pt x="3028721" y="2789937"/>
                  </a:lnTo>
                  <a:lnTo>
                    <a:pt x="3105354" y="2796727"/>
                  </a:lnTo>
                  <a:lnTo>
                    <a:pt x="3181986" y="2803450"/>
                  </a:lnTo>
                  <a:lnTo>
                    <a:pt x="3258619" y="2810108"/>
                  </a:lnTo>
                  <a:lnTo>
                    <a:pt x="3335252" y="2816700"/>
                  </a:lnTo>
                  <a:lnTo>
                    <a:pt x="3411884" y="2823228"/>
                  </a:lnTo>
                  <a:lnTo>
                    <a:pt x="3488517" y="2829693"/>
                  </a:lnTo>
                  <a:lnTo>
                    <a:pt x="3565149" y="2836093"/>
                  </a:lnTo>
                  <a:lnTo>
                    <a:pt x="3641782" y="2842432"/>
                  </a:lnTo>
                  <a:lnTo>
                    <a:pt x="3718414" y="2848708"/>
                  </a:lnTo>
                  <a:lnTo>
                    <a:pt x="3795047" y="2854922"/>
                  </a:lnTo>
                  <a:lnTo>
                    <a:pt x="3871679" y="2861076"/>
                  </a:lnTo>
                  <a:lnTo>
                    <a:pt x="3948312" y="2867170"/>
                  </a:lnTo>
                  <a:lnTo>
                    <a:pt x="4024944" y="2873204"/>
                  </a:lnTo>
                  <a:lnTo>
                    <a:pt x="4101577" y="2879179"/>
                  </a:lnTo>
                  <a:lnTo>
                    <a:pt x="4178210" y="2885096"/>
                  </a:lnTo>
                  <a:lnTo>
                    <a:pt x="4254842" y="2890954"/>
                  </a:lnTo>
                  <a:lnTo>
                    <a:pt x="4331475" y="2896756"/>
                  </a:lnTo>
                  <a:lnTo>
                    <a:pt x="4408107" y="2902500"/>
                  </a:lnTo>
                  <a:lnTo>
                    <a:pt x="4484740" y="2908189"/>
                  </a:lnTo>
                  <a:lnTo>
                    <a:pt x="4561372" y="2913821"/>
                  </a:lnTo>
                  <a:lnTo>
                    <a:pt x="4638005" y="2919399"/>
                  </a:lnTo>
                  <a:lnTo>
                    <a:pt x="4714637" y="2924922"/>
                  </a:lnTo>
                  <a:lnTo>
                    <a:pt x="4791270" y="2930391"/>
                  </a:lnTo>
                  <a:lnTo>
                    <a:pt x="4867903" y="2935806"/>
                  </a:lnTo>
                  <a:lnTo>
                    <a:pt x="4944535" y="2941168"/>
                  </a:lnTo>
                  <a:lnTo>
                    <a:pt x="5021168" y="2946478"/>
                  </a:lnTo>
                  <a:lnTo>
                    <a:pt x="5097800" y="2951736"/>
                  </a:lnTo>
                  <a:lnTo>
                    <a:pt x="5174433" y="2956943"/>
                  </a:lnTo>
                  <a:lnTo>
                    <a:pt x="5251065" y="2962098"/>
                  </a:lnTo>
                  <a:lnTo>
                    <a:pt x="5327698" y="2967203"/>
                  </a:lnTo>
                  <a:lnTo>
                    <a:pt x="5404330" y="2972258"/>
                  </a:lnTo>
                  <a:lnTo>
                    <a:pt x="5480963" y="2977264"/>
                  </a:lnTo>
                  <a:lnTo>
                    <a:pt x="5557595" y="2982220"/>
                  </a:lnTo>
                  <a:lnTo>
                    <a:pt x="5634228" y="298712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272918"/>
              <a:ext cx="7403783" cy="1259340"/>
            </a:xfrm>
            <a:custGeom>
              <a:avLst/>
              <a:pathLst>
                <a:path w="7403783" h="1259340">
                  <a:moveTo>
                    <a:pt x="7403783" y="1259340"/>
                  </a:moveTo>
                  <a:lnTo>
                    <a:pt x="7327150" y="1257604"/>
                  </a:lnTo>
                  <a:lnTo>
                    <a:pt x="7250518" y="1255748"/>
                  </a:lnTo>
                  <a:lnTo>
                    <a:pt x="7173885" y="1253763"/>
                  </a:lnTo>
                  <a:lnTo>
                    <a:pt x="7097253" y="1251640"/>
                  </a:lnTo>
                  <a:lnTo>
                    <a:pt x="7020620" y="1249369"/>
                  </a:lnTo>
                  <a:lnTo>
                    <a:pt x="6943987" y="1246941"/>
                  </a:lnTo>
                  <a:lnTo>
                    <a:pt x="6867355" y="1244344"/>
                  </a:lnTo>
                  <a:lnTo>
                    <a:pt x="6790722" y="1241567"/>
                  </a:lnTo>
                  <a:lnTo>
                    <a:pt x="6714090" y="1238597"/>
                  </a:lnTo>
                  <a:lnTo>
                    <a:pt x="6637457" y="1235421"/>
                  </a:lnTo>
                  <a:lnTo>
                    <a:pt x="6560825" y="1232024"/>
                  </a:lnTo>
                  <a:lnTo>
                    <a:pt x="6484192" y="1228391"/>
                  </a:lnTo>
                  <a:lnTo>
                    <a:pt x="6407560" y="1224506"/>
                  </a:lnTo>
                  <a:lnTo>
                    <a:pt x="6330927" y="1220351"/>
                  </a:lnTo>
                  <a:lnTo>
                    <a:pt x="6254294" y="1215907"/>
                  </a:lnTo>
                  <a:lnTo>
                    <a:pt x="6177662" y="1211155"/>
                  </a:lnTo>
                  <a:lnTo>
                    <a:pt x="6101029" y="1206073"/>
                  </a:lnTo>
                  <a:lnTo>
                    <a:pt x="6024397" y="1200638"/>
                  </a:lnTo>
                  <a:lnTo>
                    <a:pt x="5947764" y="1194825"/>
                  </a:lnTo>
                  <a:lnTo>
                    <a:pt x="5871132" y="1188608"/>
                  </a:lnTo>
                  <a:lnTo>
                    <a:pt x="5794499" y="1181960"/>
                  </a:lnTo>
                  <a:lnTo>
                    <a:pt x="5717867" y="1174850"/>
                  </a:lnTo>
                  <a:lnTo>
                    <a:pt x="5641234" y="1167247"/>
                  </a:lnTo>
                  <a:lnTo>
                    <a:pt x="5564602" y="1159115"/>
                  </a:lnTo>
                  <a:lnTo>
                    <a:pt x="5487969" y="1150419"/>
                  </a:lnTo>
                  <a:lnTo>
                    <a:pt x="5411336" y="1141118"/>
                  </a:lnTo>
                  <a:lnTo>
                    <a:pt x="5334704" y="1131172"/>
                  </a:lnTo>
                  <a:lnTo>
                    <a:pt x="5258071" y="1120535"/>
                  </a:lnTo>
                  <a:lnTo>
                    <a:pt x="5181439" y="1109159"/>
                  </a:lnTo>
                  <a:lnTo>
                    <a:pt x="5104806" y="1096992"/>
                  </a:lnTo>
                  <a:lnTo>
                    <a:pt x="5028174" y="1083981"/>
                  </a:lnTo>
                  <a:lnTo>
                    <a:pt x="4951541" y="1070067"/>
                  </a:lnTo>
                  <a:lnTo>
                    <a:pt x="4874909" y="1055186"/>
                  </a:lnTo>
                  <a:lnTo>
                    <a:pt x="4798276" y="1039271"/>
                  </a:lnTo>
                  <a:lnTo>
                    <a:pt x="4721644" y="1022251"/>
                  </a:lnTo>
                  <a:lnTo>
                    <a:pt x="4645011" y="1004049"/>
                  </a:lnTo>
                  <a:lnTo>
                    <a:pt x="4568378" y="984583"/>
                  </a:lnTo>
                  <a:lnTo>
                    <a:pt x="4491746" y="963765"/>
                  </a:lnTo>
                  <a:lnTo>
                    <a:pt x="4415113" y="941501"/>
                  </a:lnTo>
                  <a:lnTo>
                    <a:pt x="4338481" y="917691"/>
                  </a:lnTo>
                  <a:lnTo>
                    <a:pt x="4261848" y="892227"/>
                  </a:lnTo>
                  <a:lnTo>
                    <a:pt x="4185216" y="864995"/>
                  </a:lnTo>
                  <a:lnTo>
                    <a:pt x="4108583" y="835871"/>
                  </a:lnTo>
                  <a:lnTo>
                    <a:pt x="4031951" y="804725"/>
                  </a:lnTo>
                  <a:lnTo>
                    <a:pt x="3955318" y="771415"/>
                  </a:lnTo>
                  <a:lnTo>
                    <a:pt x="3878685" y="735792"/>
                  </a:lnTo>
                  <a:lnTo>
                    <a:pt x="3802053" y="697695"/>
                  </a:lnTo>
                  <a:lnTo>
                    <a:pt x="3725420" y="656952"/>
                  </a:lnTo>
                  <a:lnTo>
                    <a:pt x="3648788" y="613379"/>
                  </a:lnTo>
                  <a:lnTo>
                    <a:pt x="3572155" y="566781"/>
                  </a:lnTo>
                  <a:lnTo>
                    <a:pt x="3495523" y="516945"/>
                  </a:lnTo>
                  <a:lnTo>
                    <a:pt x="3418890" y="463649"/>
                  </a:lnTo>
                  <a:lnTo>
                    <a:pt x="3342258" y="447975"/>
                  </a:lnTo>
                  <a:lnTo>
                    <a:pt x="3265625" y="439709"/>
                  </a:lnTo>
                  <a:lnTo>
                    <a:pt x="3188993" y="431361"/>
                  </a:lnTo>
                  <a:lnTo>
                    <a:pt x="3112360" y="422931"/>
                  </a:lnTo>
                  <a:lnTo>
                    <a:pt x="3035727" y="414418"/>
                  </a:lnTo>
                  <a:lnTo>
                    <a:pt x="2959095" y="405821"/>
                  </a:lnTo>
                  <a:lnTo>
                    <a:pt x="2882462" y="397138"/>
                  </a:lnTo>
                  <a:lnTo>
                    <a:pt x="2805830" y="388370"/>
                  </a:lnTo>
                  <a:lnTo>
                    <a:pt x="2729197" y="379515"/>
                  </a:lnTo>
                  <a:lnTo>
                    <a:pt x="2652565" y="370573"/>
                  </a:lnTo>
                  <a:lnTo>
                    <a:pt x="2575932" y="361542"/>
                  </a:lnTo>
                  <a:lnTo>
                    <a:pt x="2499300" y="352422"/>
                  </a:lnTo>
                  <a:lnTo>
                    <a:pt x="2422667" y="343212"/>
                  </a:lnTo>
                  <a:lnTo>
                    <a:pt x="2346034" y="333910"/>
                  </a:lnTo>
                  <a:lnTo>
                    <a:pt x="2269402" y="324517"/>
                  </a:lnTo>
                  <a:lnTo>
                    <a:pt x="2192769" y="315031"/>
                  </a:lnTo>
                  <a:lnTo>
                    <a:pt x="2116137" y="305452"/>
                  </a:lnTo>
                  <a:lnTo>
                    <a:pt x="2039504" y="295777"/>
                  </a:lnTo>
                  <a:lnTo>
                    <a:pt x="1962872" y="286007"/>
                  </a:lnTo>
                  <a:lnTo>
                    <a:pt x="1886239" y="276141"/>
                  </a:lnTo>
                  <a:lnTo>
                    <a:pt x="1809607" y="266177"/>
                  </a:lnTo>
                  <a:lnTo>
                    <a:pt x="1732974" y="256114"/>
                  </a:lnTo>
                  <a:lnTo>
                    <a:pt x="1656342" y="245952"/>
                  </a:lnTo>
                  <a:lnTo>
                    <a:pt x="1579709" y="235690"/>
                  </a:lnTo>
                  <a:lnTo>
                    <a:pt x="1503076" y="225326"/>
                  </a:lnTo>
                  <a:lnTo>
                    <a:pt x="1426444" y="214859"/>
                  </a:lnTo>
                  <a:lnTo>
                    <a:pt x="1349811" y="204290"/>
                  </a:lnTo>
                  <a:lnTo>
                    <a:pt x="1273179" y="193615"/>
                  </a:lnTo>
                  <a:lnTo>
                    <a:pt x="1196546" y="182836"/>
                  </a:lnTo>
                  <a:lnTo>
                    <a:pt x="1119914" y="171950"/>
                  </a:lnTo>
                  <a:lnTo>
                    <a:pt x="1043281" y="160956"/>
                  </a:lnTo>
                  <a:lnTo>
                    <a:pt x="966649" y="149853"/>
                  </a:lnTo>
                  <a:lnTo>
                    <a:pt x="890016" y="138641"/>
                  </a:lnTo>
                  <a:lnTo>
                    <a:pt x="813384" y="127318"/>
                  </a:lnTo>
                  <a:lnTo>
                    <a:pt x="736751" y="115883"/>
                  </a:lnTo>
                  <a:lnTo>
                    <a:pt x="660118" y="104335"/>
                  </a:lnTo>
                  <a:lnTo>
                    <a:pt x="583486" y="92673"/>
                  </a:lnTo>
                  <a:lnTo>
                    <a:pt x="506853" y="80896"/>
                  </a:lnTo>
                  <a:lnTo>
                    <a:pt x="430221" y="69002"/>
                  </a:lnTo>
                  <a:lnTo>
                    <a:pt x="353588" y="56991"/>
                  </a:lnTo>
                  <a:lnTo>
                    <a:pt x="276956" y="44861"/>
                  </a:lnTo>
                  <a:lnTo>
                    <a:pt x="200323" y="32611"/>
                  </a:lnTo>
                  <a:lnTo>
                    <a:pt x="123691" y="20240"/>
                  </a:lnTo>
                  <a:lnTo>
                    <a:pt x="47058" y="774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367443" y="2073503"/>
              <a:ext cx="6853857" cy="3372341"/>
            </a:xfrm>
            <a:custGeom>
              <a:avLst/>
              <a:pathLst>
                <a:path w="6853857" h="3372341">
                  <a:moveTo>
                    <a:pt x="0" y="0"/>
                  </a:moveTo>
                  <a:lnTo>
                    <a:pt x="33561" y="58858"/>
                  </a:lnTo>
                  <a:lnTo>
                    <a:pt x="110193" y="188178"/>
                  </a:lnTo>
                  <a:lnTo>
                    <a:pt x="186826" y="312616"/>
                  </a:lnTo>
                  <a:lnTo>
                    <a:pt x="263458" y="432355"/>
                  </a:lnTo>
                  <a:lnTo>
                    <a:pt x="340091" y="547573"/>
                  </a:lnTo>
                  <a:lnTo>
                    <a:pt x="416723" y="658440"/>
                  </a:lnTo>
                  <a:lnTo>
                    <a:pt x="493356" y="765121"/>
                  </a:lnTo>
                  <a:lnTo>
                    <a:pt x="569988" y="867774"/>
                  </a:lnTo>
                  <a:lnTo>
                    <a:pt x="646621" y="966551"/>
                  </a:lnTo>
                  <a:lnTo>
                    <a:pt x="723253" y="1061598"/>
                  </a:lnTo>
                  <a:lnTo>
                    <a:pt x="799886" y="1153056"/>
                  </a:lnTo>
                  <a:lnTo>
                    <a:pt x="876519" y="1241060"/>
                  </a:lnTo>
                  <a:lnTo>
                    <a:pt x="953151" y="1325742"/>
                  </a:lnTo>
                  <a:lnTo>
                    <a:pt x="1029784" y="1407227"/>
                  </a:lnTo>
                  <a:lnTo>
                    <a:pt x="1106416" y="1485634"/>
                  </a:lnTo>
                  <a:lnTo>
                    <a:pt x="1183049" y="1561081"/>
                  </a:lnTo>
                  <a:lnTo>
                    <a:pt x="1259681" y="1633679"/>
                  </a:lnTo>
                  <a:lnTo>
                    <a:pt x="1336314" y="1703536"/>
                  </a:lnTo>
                  <a:lnTo>
                    <a:pt x="1412946" y="1770755"/>
                  </a:lnTo>
                  <a:lnTo>
                    <a:pt x="1489579" y="1835436"/>
                  </a:lnTo>
                  <a:lnTo>
                    <a:pt x="1566212" y="1897675"/>
                  </a:lnTo>
                  <a:lnTo>
                    <a:pt x="1642844" y="1957563"/>
                  </a:lnTo>
                  <a:lnTo>
                    <a:pt x="1719477" y="2015191"/>
                  </a:lnTo>
                  <a:lnTo>
                    <a:pt x="1796109" y="2070642"/>
                  </a:lnTo>
                  <a:lnTo>
                    <a:pt x="1872742" y="2124000"/>
                  </a:lnTo>
                  <a:lnTo>
                    <a:pt x="1949374" y="2175342"/>
                  </a:lnTo>
                  <a:lnTo>
                    <a:pt x="2026007" y="2224746"/>
                  </a:lnTo>
                  <a:lnTo>
                    <a:pt x="2102639" y="2272285"/>
                  </a:lnTo>
                  <a:lnTo>
                    <a:pt x="2179272" y="2318029"/>
                  </a:lnTo>
                  <a:lnTo>
                    <a:pt x="2255904" y="2362045"/>
                  </a:lnTo>
                  <a:lnTo>
                    <a:pt x="2332537" y="2404400"/>
                  </a:lnTo>
                  <a:lnTo>
                    <a:pt x="2409170" y="2445155"/>
                  </a:lnTo>
                  <a:lnTo>
                    <a:pt x="2485802" y="2484371"/>
                  </a:lnTo>
                  <a:lnTo>
                    <a:pt x="2562435" y="2522107"/>
                  </a:lnTo>
                  <a:lnTo>
                    <a:pt x="2639067" y="2558417"/>
                  </a:lnTo>
                  <a:lnTo>
                    <a:pt x="2715700" y="2593357"/>
                  </a:lnTo>
                  <a:lnTo>
                    <a:pt x="2792332" y="2626977"/>
                  </a:lnTo>
                  <a:lnTo>
                    <a:pt x="2868965" y="2659328"/>
                  </a:lnTo>
                  <a:lnTo>
                    <a:pt x="2945597" y="2690457"/>
                  </a:lnTo>
                  <a:lnTo>
                    <a:pt x="3022230" y="2720411"/>
                  </a:lnTo>
                  <a:lnTo>
                    <a:pt x="3098862" y="2749234"/>
                  </a:lnTo>
                  <a:lnTo>
                    <a:pt x="3175495" y="2776969"/>
                  </a:lnTo>
                  <a:lnTo>
                    <a:pt x="3252128" y="2803656"/>
                  </a:lnTo>
                  <a:lnTo>
                    <a:pt x="3328760" y="2829335"/>
                  </a:lnTo>
                  <a:lnTo>
                    <a:pt x="3405393" y="2854045"/>
                  </a:lnTo>
                  <a:lnTo>
                    <a:pt x="3482025" y="2877822"/>
                  </a:lnTo>
                  <a:lnTo>
                    <a:pt x="3558658" y="2900701"/>
                  </a:lnTo>
                  <a:lnTo>
                    <a:pt x="3635290" y="2922717"/>
                  </a:lnTo>
                  <a:lnTo>
                    <a:pt x="3711923" y="2943901"/>
                  </a:lnTo>
                  <a:lnTo>
                    <a:pt x="3788555" y="2964285"/>
                  </a:lnTo>
                  <a:lnTo>
                    <a:pt x="3865188" y="2983899"/>
                  </a:lnTo>
                  <a:lnTo>
                    <a:pt x="3941821" y="3002773"/>
                  </a:lnTo>
                  <a:lnTo>
                    <a:pt x="4018453" y="3020934"/>
                  </a:lnTo>
                  <a:lnTo>
                    <a:pt x="4095086" y="3038409"/>
                  </a:lnTo>
                  <a:lnTo>
                    <a:pt x="4171718" y="3055225"/>
                  </a:lnTo>
                  <a:lnTo>
                    <a:pt x="4248351" y="3071406"/>
                  </a:lnTo>
                  <a:lnTo>
                    <a:pt x="4324983" y="3086975"/>
                  </a:lnTo>
                  <a:lnTo>
                    <a:pt x="4401616" y="3101957"/>
                  </a:lnTo>
                  <a:lnTo>
                    <a:pt x="4478248" y="3116373"/>
                  </a:lnTo>
                  <a:lnTo>
                    <a:pt x="4554881" y="3130245"/>
                  </a:lnTo>
                  <a:lnTo>
                    <a:pt x="4631513" y="3143592"/>
                  </a:lnTo>
                  <a:lnTo>
                    <a:pt x="4708146" y="3156436"/>
                  </a:lnTo>
                  <a:lnTo>
                    <a:pt x="4784779" y="3168795"/>
                  </a:lnTo>
                  <a:lnTo>
                    <a:pt x="4861411" y="3180688"/>
                  </a:lnTo>
                  <a:lnTo>
                    <a:pt x="4938044" y="3192131"/>
                  </a:lnTo>
                  <a:lnTo>
                    <a:pt x="5014676" y="3203142"/>
                  </a:lnTo>
                  <a:lnTo>
                    <a:pt x="5091309" y="3213737"/>
                  </a:lnTo>
                  <a:lnTo>
                    <a:pt x="5167941" y="3223933"/>
                  </a:lnTo>
                  <a:lnTo>
                    <a:pt x="5244574" y="3233743"/>
                  </a:lnTo>
                  <a:lnTo>
                    <a:pt x="5321206" y="3243183"/>
                  </a:lnTo>
                  <a:lnTo>
                    <a:pt x="5397839" y="3252266"/>
                  </a:lnTo>
                  <a:lnTo>
                    <a:pt x="5474472" y="3261007"/>
                  </a:lnTo>
                  <a:lnTo>
                    <a:pt x="5551104" y="3269417"/>
                  </a:lnTo>
                  <a:lnTo>
                    <a:pt x="5627737" y="3277510"/>
                  </a:lnTo>
                  <a:lnTo>
                    <a:pt x="5704369" y="3285297"/>
                  </a:lnTo>
                  <a:lnTo>
                    <a:pt x="5781002" y="3292791"/>
                  </a:lnTo>
                  <a:lnTo>
                    <a:pt x="5857634" y="3300001"/>
                  </a:lnTo>
                  <a:lnTo>
                    <a:pt x="5934267" y="3306939"/>
                  </a:lnTo>
                  <a:lnTo>
                    <a:pt x="6010899" y="3313615"/>
                  </a:lnTo>
                  <a:lnTo>
                    <a:pt x="6087532" y="3320039"/>
                  </a:lnTo>
                  <a:lnTo>
                    <a:pt x="6164164" y="3326221"/>
                  </a:lnTo>
                  <a:lnTo>
                    <a:pt x="6240797" y="3332169"/>
                  </a:lnTo>
                  <a:lnTo>
                    <a:pt x="6317430" y="3337892"/>
                  </a:lnTo>
                  <a:lnTo>
                    <a:pt x="6394062" y="3343399"/>
                  </a:lnTo>
                  <a:lnTo>
                    <a:pt x="6470695" y="3348699"/>
                  </a:lnTo>
                  <a:lnTo>
                    <a:pt x="6547327" y="3353798"/>
                  </a:lnTo>
                  <a:lnTo>
                    <a:pt x="6623960" y="3358705"/>
                  </a:lnTo>
                  <a:lnTo>
                    <a:pt x="6700592" y="3363426"/>
                  </a:lnTo>
                  <a:lnTo>
                    <a:pt x="6777225" y="3367969"/>
                  </a:lnTo>
                  <a:lnTo>
                    <a:pt x="6853857" y="337234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242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23291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1.56 (1.12-2.17), p = 0.008  |  per IQR decline (Δ = 0.30): 3.79 (1.41-10.21)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51405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Nausea/Vomiting/GI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2026-06-08T10:30:18Z</dcterms:modified>
  <cp:category/>
</cp:coreProperties>
</file>