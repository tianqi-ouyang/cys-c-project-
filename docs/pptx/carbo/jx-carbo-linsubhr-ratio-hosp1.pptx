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26440"/>
            </a:xfrm>
            <a:custGeom>
              <a:avLst/>
              <a:pathLst>
                <a:path w="7403783" h="3626440">
                  <a:moveTo>
                    <a:pt x="1769554" y="0"/>
                  </a:moveTo>
                  <a:lnTo>
                    <a:pt x="1809607" y="127944"/>
                  </a:lnTo>
                  <a:lnTo>
                    <a:pt x="1886239" y="356844"/>
                  </a:lnTo>
                  <a:lnTo>
                    <a:pt x="1962872" y="570878"/>
                  </a:lnTo>
                  <a:lnTo>
                    <a:pt x="2039504" y="771013"/>
                  </a:lnTo>
                  <a:lnTo>
                    <a:pt x="2116137" y="958150"/>
                  </a:lnTo>
                  <a:lnTo>
                    <a:pt x="2192769" y="1133135"/>
                  </a:lnTo>
                  <a:lnTo>
                    <a:pt x="2269402" y="1296756"/>
                  </a:lnTo>
                  <a:lnTo>
                    <a:pt x="2346034" y="1449751"/>
                  </a:lnTo>
                  <a:lnTo>
                    <a:pt x="2422667" y="1592810"/>
                  </a:lnTo>
                  <a:lnTo>
                    <a:pt x="2499300" y="1726579"/>
                  </a:lnTo>
                  <a:lnTo>
                    <a:pt x="2575932" y="1851661"/>
                  </a:lnTo>
                  <a:lnTo>
                    <a:pt x="2652565" y="1968619"/>
                  </a:lnTo>
                  <a:lnTo>
                    <a:pt x="2729197" y="2077982"/>
                  </a:lnTo>
                  <a:lnTo>
                    <a:pt x="2805830" y="2180243"/>
                  </a:lnTo>
                  <a:lnTo>
                    <a:pt x="2882462" y="2275863"/>
                  </a:lnTo>
                  <a:lnTo>
                    <a:pt x="2959095" y="2365274"/>
                  </a:lnTo>
                  <a:lnTo>
                    <a:pt x="3035727" y="2448877"/>
                  </a:lnTo>
                  <a:lnTo>
                    <a:pt x="3112360" y="2527052"/>
                  </a:lnTo>
                  <a:lnTo>
                    <a:pt x="3188993" y="2600149"/>
                  </a:lnTo>
                  <a:lnTo>
                    <a:pt x="3265625" y="2668500"/>
                  </a:lnTo>
                  <a:lnTo>
                    <a:pt x="3342258" y="2732412"/>
                  </a:lnTo>
                  <a:lnTo>
                    <a:pt x="3418890" y="2784321"/>
                  </a:lnTo>
                  <a:lnTo>
                    <a:pt x="3495523" y="2792819"/>
                  </a:lnTo>
                  <a:lnTo>
                    <a:pt x="3572155" y="2801233"/>
                  </a:lnTo>
                  <a:lnTo>
                    <a:pt x="3648788" y="2809565"/>
                  </a:lnTo>
                  <a:lnTo>
                    <a:pt x="3725420" y="2817816"/>
                  </a:lnTo>
                  <a:lnTo>
                    <a:pt x="3802053" y="2825986"/>
                  </a:lnTo>
                  <a:lnTo>
                    <a:pt x="3878685" y="2834076"/>
                  </a:lnTo>
                  <a:lnTo>
                    <a:pt x="3955318" y="2842087"/>
                  </a:lnTo>
                  <a:lnTo>
                    <a:pt x="4031951" y="2850019"/>
                  </a:lnTo>
                  <a:lnTo>
                    <a:pt x="4108583" y="2857874"/>
                  </a:lnTo>
                  <a:lnTo>
                    <a:pt x="4185216" y="2865652"/>
                  </a:lnTo>
                  <a:lnTo>
                    <a:pt x="4261848" y="2873354"/>
                  </a:lnTo>
                  <a:lnTo>
                    <a:pt x="4338481" y="2880980"/>
                  </a:lnTo>
                  <a:lnTo>
                    <a:pt x="4415113" y="2888532"/>
                  </a:lnTo>
                  <a:lnTo>
                    <a:pt x="4491746" y="2896010"/>
                  </a:lnTo>
                  <a:lnTo>
                    <a:pt x="4568378" y="2903415"/>
                  </a:lnTo>
                  <a:lnTo>
                    <a:pt x="4645011" y="2910747"/>
                  </a:lnTo>
                  <a:lnTo>
                    <a:pt x="4721644" y="2918008"/>
                  </a:lnTo>
                  <a:lnTo>
                    <a:pt x="4798276" y="2925197"/>
                  </a:lnTo>
                  <a:lnTo>
                    <a:pt x="4874909" y="2932316"/>
                  </a:lnTo>
                  <a:lnTo>
                    <a:pt x="4951541" y="2939365"/>
                  </a:lnTo>
                  <a:lnTo>
                    <a:pt x="5028174" y="2946346"/>
                  </a:lnTo>
                  <a:lnTo>
                    <a:pt x="5104806" y="2953258"/>
                  </a:lnTo>
                  <a:lnTo>
                    <a:pt x="5181439" y="2960102"/>
                  </a:lnTo>
                  <a:lnTo>
                    <a:pt x="5258071" y="2966880"/>
                  </a:lnTo>
                  <a:lnTo>
                    <a:pt x="5334704" y="2973591"/>
                  </a:lnTo>
                  <a:lnTo>
                    <a:pt x="5411336" y="2980237"/>
                  </a:lnTo>
                  <a:lnTo>
                    <a:pt x="5487969" y="2986817"/>
                  </a:lnTo>
                  <a:lnTo>
                    <a:pt x="5564602" y="2993333"/>
                  </a:lnTo>
                  <a:lnTo>
                    <a:pt x="5641234" y="2999785"/>
                  </a:lnTo>
                  <a:lnTo>
                    <a:pt x="5717867" y="3006175"/>
                  </a:lnTo>
                  <a:lnTo>
                    <a:pt x="5794499" y="3012501"/>
                  </a:lnTo>
                  <a:lnTo>
                    <a:pt x="5871132" y="3018766"/>
                  </a:lnTo>
                  <a:lnTo>
                    <a:pt x="5947764" y="3024969"/>
                  </a:lnTo>
                  <a:lnTo>
                    <a:pt x="6024397" y="3031112"/>
                  </a:lnTo>
                  <a:lnTo>
                    <a:pt x="6101029" y="3037194"/>
                  </a:lnTo>
                  <a:lnTo>
                    <a:pt x="6177662" y="3043217"/>
                  </a:lnTo>
                  <a:lnTo>
                    <a:pt x="6254294" y="3049182"/>
                  </a:lnTo>
                  <a:lnTo>
                    <a:pt x="6330927" y="3055087"/>
                  </a:lnTo>
                  <a:lnTo>
                    <a:pt x="6407560" y="3060935"/>
                  </a:lnTo>
                  <a:lnTo>
                    <a:pt x="6484192" y="3066726"/>
                  </a:lnTo>
                  <a:lnTo>
                    <a:pt x="6560825" y="3072460"/>
                  </a:lnTo>
                  <a:lnTo>
                    <a:pt x="6637457" y="3078138"/>
                  </a:lnTo>
                  <a:lnTo>
                    <a:pt x="6714090" y="3083760"/>
                  </a:lnTo>
                  <a:lnTo>
                    <a:pt x="6790722" y="3089328"/>
                  </a:lnTo>
                  <a:lnTo>
                    <a:pt x="6867355" y="3094840"/>
                  </a:lnTo>
                  <a:lnTo>
                    <a:pt x="6943987" y="3100299"/>
                  </a:lnTo>
                  <a:lnTo>
                    <a:pt x="7020620" y="3105705"/>
                  </a:lnTo>
                  <a:lnTo>
                    <a:pt x="7097253" y="3111057"/>
                  </a:lnTo>
                  <a:lnTo>
                    <a:pt x="7173885" y="3116357"/>
                  </a:lnTo>
                  <a:lnTo>
                    <a:pt x="7250518" y="3121606"/>
                  </a:lnTo>
                  <a:lnTo>
                    <a:pt x="7327150" y="3126803"/>
                  </a:lnTo>
                  <a:lnTo>
                    <a:pt x="7403783" y="3131949"/>
                  </a:lnTo>
                  <a:lnTo>
                    <a:pt x="7403783" y="3626440"/>
                  </a:lnTo>
                  <a:lnTo>
                    <a:pt x="7327150" y="3624620"/>
                  </a:lnTo>
                  <a:lnTo>
                    <a:pt x="7250518" y="3622674"/>
                  </a:lnTo>
                  <a:lnTo>
                    <a:pt x="7173885" y="3620593"/>
                  </a:lnTo>
                  <a:lnTo>
                    <a:pt x="7097253" y="3618367"/>
                  </a:lnTo>
                  <a:lnTo>
                    <a:pt x="7020620" y="3615986"/>
                  </a:lnTo>
                  <a:lnTo>
                    <a:pt x="6943987" y="3613440"/>
                  </a:lnTo>
                  <a:lnTo>
                    <a:pt x="6867355" y="3610718"/>
                  </a:lnTo>
                  <a:lnTo>
                    <a:pt x="6790722" y="3607806"/>
                  </a:lnTo>
                  <a:lnTo>
                    <a:pt x="6714090" y="3604692"/>
                  </a:lnTo>
                  <a:lnTo>
                    <a:pt x="6637457" y="3601361"/>
                  </a:lnTo>
                  <a:lnTo>
                    <a:pt x="6560825" y="3597800"/>
                  </a:lnTo>
                  <a:lnTo>
                    <a:pt x="6484192" y="3593991"/>
                  </a:lnTo>
                  <a:lnTo>
                    <a:pt x="6407560" y="3589917"/>
                  </a:lnTo>
                  <a:lnTo>
                    <a:pt x="6330927" y="3585561"/>
                  </a:lnTo>
                  <a:lnTo>
                    <a:pt x="6254294" y="3580902"/>
                  </a:lnTo>
                  <a:lnTo>
                    <a:pt x="6177662" y="3575919"/>
                  </a:lnTo>
                  <a:lnTo>
                    <a:pt x="6101029" y="3570591"/>
                  </a:lnTo>
                  <a:lnTo>
                    <a:pt x="6024397" y="3564892"/>
                  </a:lnTo>
                  <a:lnTo>
                    <a:pt x="5947764" y="3558798"/>
                  </a:lnTo>
                  <a:lnTo>
                    <a:pt x="5871132" y="3552280"/>
                  </a:lnTo>
                  <a:lnTo>
                    <a:pt x="5794499" y="3545309"/>
                  </a:lnTo>
                  <a:lnTo>
                    <a:pt x="5717867" y="3537855"/>
                  </a:lnTo>
                  <a:lnTo>
                    <a:pt x="5641234" y="3529883"/>
                  </a:lnTo>
                  <a:lnTo>
                    <a:pt x="5564602" y="3521357"/>
                  </a:lnTo>
                  <a:lnTo>
                    <a:pt x="5487969" y="3512238"/>
                  </a:lnTo>
                  <a:lnTo>
                    <a:pt x="5411336" y="3502487"/>
                  </a:lnTo>
                  <a:lnTo>
                    <a:pt x="5334704" y="3492058"/>
                  </a:lnTo>
                  <a:lnTo>
                    <a:pt x="5258071" y="3480906"/>
                  </a:lnTo>
                  <a:lnTo>
                    <a:pt x="5181439" y="3468978"/>
                  </a:lnTo>
                  <a:lnTo>
                    <a:pt x="5104806" y="3456222"/>
                  </a:lnTo>
                  <a:lnTo>
                    <a:pt x="5028174" y="3442580"/>
                  </a:lnTo>
                  <a:lnTo>
                    <a:pt x="4951541" y="3427991"/>
                  </a:lnTo>
                  <a:lnTo>
                    <a:pt x="4874909" y="3412389"/>
                  </a:lnTo>
                  <a:lnTo>
                    <a:pt x="4798276" y="3395702"/>
                  </a:lnTo>
                  <a:lnTo>
                    <a:pt x="4721644" y="3377857"/>
                  </a:lnTo>
                  <a:lnTo>
                    <a:pt x="4645011" y="3358773"/>
                  </a:lnTo>
                  <a:lnTo>
                    <a:pt x="4568378" y="3338363"/>
                  </a:lnTo>
                  <a:lnTo>
                    <a:pt x="4491746" y="3316536"/>
                  </a:lnTo>
                  <a:lnTo>
                    <a:pt x="4415113" y="3293192"/>
                  </a:lnTo>
                  <a:lnTo>
                    <a:pt x="4338481" y="3268228"/>
                  </a:lnTo>
                  <a:lnTo>
                    <a:pt x="4261848" y="3241530"/>
                  </a:lnTo>
                  <a:lnTo>
                    <a:pt x="4185216" y="3212977"/>
                  </a:lnTo>
                  <a:lnTo>
                    <a:pt x="4108583" y="3182441"/>
                  </a:lnTo>
                  <a:lnTo>
                    <a:pt x="4031951" y="3149785"/>
                  </a:lnTo>
                  <a:lnTo>
                    <a:pt x="3955318" y="3114860"/>
                  </a:lnTo>
                  <a:lnTo>
                    <a:pt x="3878685" y="3077510"/>
                  </a:lnTo>
                  <a:lnTo>
                    <a:pt x="3802053" y="3037566"/>
                  </a:lnTo>
                  <a:lnTo>
                    <a:pt x="3725420" y="2994848"/>
                  </a:lnTo>
                  <a:lnTo>
                    <a:pt x="3648788" y="2949163"/>
                  </a:lnTo>
                  <a:lnTo>
                    <a:pt x="3572155" y="2900305"/>
                  </a:lnTo>
                  <a:lnTo>
                    <a:pt x="3495523" y="2848053"/>
                  </a:lnTo>
                  <a:lnTo>
                    <a:pt x="3418890" y="2792173"/>
                  </a:lnTo>
                  <a:lnTo>
                    <a:pt x="3342258" y="2775739"/>
                  </a:lnTo>
                  <a:lnTo>
                    <a:pt x="3265625" y="2767073"/>
                  </a:lnTo>
                  <a:lnTo>
                    <a:pt x="3188993" y="2758320"/>
                  </a:lnTo>
                  <a:lnTo>
                    <a:pt x="3112360" y="2749482"/>
                  </a:lnTo>
                  <a:lnTo>
                    <a:pt x="3035727" y="2740556"/>
                  </a:lnTo>
                  <a:lnTo>
                    <a:pt x="2959095" y="2731541"/>
                  </a:lnTo>
                  <a:lnTo>
                    <a:pt x="2882462" y="2722438"/>
                  </a:lnTo>
                  <a:lnTo>
                    <a:pt x="2805830" y="2713245"/>
                  </a:lnTo>
                  <a:lnTo>
                    <a:pt x="2729197" y="2703960"/>
                  </a:lnTo>
                  <a:lnTo>
                    <a:pt x="2652565" y="2694584"/>
                  </a:lnTo>
                  <a:lnTo>
                    <a:pt x="2575932" y="2685116"/>
                  </a:lnTo>
                  <a:lnTo>
                    <a:pt x="2499300" y="2675554"/>
                  </a:lnTo>
                  <a:lnTo>
                    <a:pt x="2422667" y="2665897"/>
                  </a:lnTo>
                  <a:lnTo>
                    <a:pt x="2346034" y="2656145"/>
                  </a:lnTo>
                  <a:lnTo>
                    <a:pt x="2269402" y="2646296"/>
                  </a:lnTo>
                  <a:lnTo>
                    <a:pt x="2192769" y="2636350"/>
                  </a:lnTo>
                  <a:lnTo>
                    <a:pt x="2116137" y="2626306"/>
                  </a:lnTo>
                  <a:lnTo>
                    <a:pt x="2039504" y="2616163"/>
                  </a:lnTo>
                  <a:lnTo>
                    <a:pt x="1962872" y="2605919"/>
                  </a:lnTo>
                  <a:lnTo>
                    <a:pt x="1886239" y="2595574"/>
                  </a:lnTo>
                  <a:lnTo>
                    <a:pt x="1809607" y="2585127"/>
                  </a:lnTo>
                  <a:lnTo>
                    <a:pt x="1732974" y="2574577"/>
                  </a:lnTo>
                  <a:lnTo>
                    <a:pt x="1656342" y="2563922"/>
                  </a:lnTo>
                  <a:lnTo>
                    <a:pt x="1579709" y="2553162"/>
                  </a:lnTo>
                  <a:lnTo>
                    <a:pt x="1503076" y="2542296"/>
                  </a:lnTo>
                  <a:lnTo>
                    <a:pt x="1426444" y="2531322"/>
                  </a:lnTo>
                  <a:lnTo>
                    <a:pt x="1349811" y="2520240"/>
                  </a:lnTo>
                  <a:lnTo>
                    <a:pt x="1273179" y="2509048"/>
                  </a:lnTo>
                  <a:lnTo>
                    <a:pt x="1196546" y="2497746"/>
                  </a:lnTo>
                  <a:lnTo>
                    <a:pt x="1119914" y="2486332"/>
                  </a:lnTo>
                  <a:lnTo>
                    <a:pt x="1043281" y="2474805"/>
                  </a:lnTo>
                  <a:lnTo>
                    <a:pt x="966649" y="2463164"/>
                  </a:lnTo>
                  <a:lnTo>
                    <a:pt x="890016" y="2451409"/>
                  </a:lnTo>
                  <a:lnTo>
                    <a:pt x="813384" y="2439537"/>
                  </a:lnTo>
                  <a:lnTo>
                    <a:pt x="736751" y="2427547"/>
                  </a:lnTo>
                  <a:lnTo>
                    <a:pt x="660118" y="2415440"/>
                  </a:lnTo>
                  <a:lnTo>
                    <a:pt x="583486" y="2403212"/>
                  </a:lnTo>
                  <a:lnTo>
                    <a:pt x="506853" y="2390864"/>
                  </a:lnTo>
                  <a:lnTo>
                    <a:pt x="430221" y="2378394"/>
                  </a:lnTo>
                  <a:lnTo>
                    <a:pt x="353588" y="2365800"/>
                  </a:lnTo>
                  <a:lnTo>
                    <a:pt x="276956" y="2353082"/>
                  </a:lnTo>
                  <a:lnTo>
                    <a:pt x="200323" y="2340238"/>
                  </a:lnTo>
                  <a:lnTo>
                    <a:pt x="123691" y="2327268"/>
                  </a:lnTo>
                  <a:lnTo>
                    <a:pt x="47058" y="2314169"/>
                  </a:lnTo>
                  <a:lnTo>
                    <a:pt x="0" y="2306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1896563"/>
              <a:ext cx="5634228" cy="3131949"/>
            </a:xfrm>
            <a:custGeom>
              <a:avLst/>
              <a:pathLst>
                <a:path w="5634228" h="3131949">
                  <a:moveTo>
                    <a:pt x="0" y="0"/>
                  </a:moveTo>
                  <a:lnTo>
                    <a:pt x="40052" y="127944"/>
                  </a:lnTo>
                  <a:lnTo>
                    <a:pt x="116684" y="356844"/>
                  </a:lnTo>
                  <a:lnTo>
                    <a:pt x="193317" y="570878"/>
                  </a:lnTo>
                  <a:lnTo>
                    <a:pt x="269950" y="771013"/>
                  </a:lnTo>
                  <a:lnTo>
                    <a:pt x="346582" y="958150"/>
                  </a:lnTo>
                  <a:lnTo>
                    <a:pt x="423215" y="1133135"/>
                  </a:lnTo>
                  <a:lnTo>
                    <a:pt x="499847" y="1296756"/>
                  </a:lnTo>
                  <a:lnTo>
                    <a:pt x="576480" y="1449751"/>
                  </a:lnTo>
                  <a:lnTo>
                    <a:pt x="653112" y="1592810"/>
                  </a:lnTo>
                  <a:lnTo>
                    <a:pt x="729745" y="1726579"/>
                  </a:lnTo>
                  <a:lnTo>
                    <a:pt x="806377" y="1851661"/>
                  </a:lnTo>
                  <a:lnTo>
                    <a:pt x="883010" y="1968619"/>
                  </a:lnTo>
                  <a:lnTo>
                    <a:pt x="959643" y="2077982"/>
                  </a:lnTo>
                  <a:lnTo>
                    <a:pt x="1036275" y="2180243"/>
                  </a:lnTo>
                  <a:lnTo>
                    <a:pt x="1112908" y="2275863"/>
                  </a:lnTo>
                  <a:lnTo>
                    <a:pt x="1189540" y="2365274"/>
                  </a:lnTo>
                  <a:lnTo>
                    <a:pt x="1266173" y="2448877"/>
                  </a:lnTo>
                  <a:lnTo>
                    <a:pt x="1342805" y="2527052"/>
                  </a:lnTo>
                  <a:lnTo>
                    <a:pt x="1419438" y="2600149"/>
                  </a:lnTo>
                  <a:lnTo>
                    <a:pt x="1496070" y="2668500"/>
                  </a:lnTo>
                  <a:lnTo>
                    <a:pt x="1572703" y="2732412"/>
                  </a:lnTo>
                  <a:lnTo>
                    <a:pt x="1649335" y="2784321"/>
                  </a:lnTo>
                  <a:lnTo>
                    <a:pt x="1725968" y="2792819"/>
                  </a:lnTo>
                  <a:lnTo>
                    <a:pt x="1802601" y="2801233"/>
                  </a:lnTo>
                  <a:lnTo>
                    <a:pt x="1879233" y="2809565"/>
                  </a:lnTo>
                  <a:lnTo>
                    <a:pt x="1955866" y="2817816"/>
                  </a:lnTo>
                  <a:lnTo>
                    <a:pt x="2032498" y="2825986"/>
                  </a:lnTo>
                  <a:lnTo>
                    <a:pt x="2109131" y="2834076"/>
                  </a:lnTo>
                  <a:lnTo>
                    <a:pt x="2185763" y="2842087"/>
                  </a:lnTo>
                  <a:lnTo>
                    <a:pt x="2262396" y="2850019"/>
                  </a:lnTo>
                  <a:lnTo>
                    <a:pt x="2339028" y="2857874"/>
                  </a:lnTo>
                  <a:lnTo>
                    <a:pt x="2415661" y="2865652"/>
                  </a:lnTo>
                  <a:lnTo>
                    <a:pt x="2492294" y="2873354"/>
                  </a:lnTo>
                  <a:lnTo>
                    <a:pt x="2568926" y="2880980"/>
                  </a:lnTo>
                  <a:lnTo>
                    <a:pt x="2645559" y="2888532"/>
                  </a:lnTo>
                  <a:lnTo>
                    <a:pt x="2722191" y="2896010"/>
                  </a:lnTo>
                  <a:lnTo>
                    <a:pt x="2798824" y="2903415"/>
                  </a:lnTo>
                  <a:lnTo>
                    <a:pt x="2875456" y="2910747"/>
                  </a:lnTo>
                  <a:lnTo>
                    <a:pt x="2952089" y="2918008"/>
                  </a:lnTo>
                  <a:lnTo>
                    <a:pt x="3028721" y="2925197"/>
                  </a:lnTo>
                  <a:lnTo>
                    <a:pt x="3105354" y="2932316"/>
                  </a:lnTo>
                  <a:lnTo>
                    <a:pt x="3181986" y="2939365"/>
                  </a:lnTo>
                  <a:lnTo>
                    <a:pt x="3258619" y="2946346"/>
                  </a:lnTo>
                  <a:lnTo>
                    <a:pt x="3335252" y="2953258"/>
                  </a:lnTo>
                  <a:lnTo>
                    <a:pt x="3411884" y="2960102"/>
                  </a:lnTo>
                  <a:lnTo>
                    <a:pt x="3488517" y="2966880"/>
                  </a:lnTo>
                  <a:lnTo>
                    <a:pt x="3565149" y="2973591"/>
                  </a:lnTo>
                  <a:lnTo>
                    <a:pt x="3641782" y="2980237"/>
                  </a:lnTo>
                  <a:lnTo>
                    <a:pt x="3718414" y="2986817"/>
                  </a:lnTo>
                  <a:lnTo>
                    <a:pt x="3795047" y="2993333"/>
                  </a:lnTo>
                  <a:lnTo>
                    <a:pt x="3871679" y="2999785"/>
                  </a:lnTo>
                  <a:lnTo>
                    <a:pt x="3948312" y="3006175"/>
                  </a:lnTo>
                  <a:lnTo>
                    <a:pt x="4024944" y="3012501"/>
                  </a:lnTo>
                  <a:lnTo>
                    <a:pt x="4101577" y="3018766"/>
                  </a:lnTo>
                  <a:lnTo>
                    <a:pt x="4178210" y="3024969"/>
                  </a:lnTo>
                  <a:lnTo>
                    <a:pt x="4254842" y="3031112"/>
                  </a:lnTo>
                  <a:lnTo>
                    <a:pt x="4331475" y="3037194"/>
                  </a:lnTo>
                  <a:lnTo>
                    <a:pt x="4408107" y="3043217"/>
                  </a:lnTo>
                  <a:lnTo>
                    <a:pt x="4484740" y="3049182"/>
                  </a:lnTo>
                  <a:lnTo>
                    <a:pt x="4561372" y="3055087"/>
                  </a:lnTo>
                  <a:lnTo>
                    <a:pt x="4638005" y="3060935"/>
                  </a:lnTo>
                  <a:lnTo>
                    <a:pt x="4714637" y="3066726"/>
                  </a:lnTo>
                  <a:lnTo>
                    <a:pt x="4791270" y="3072460"/>
                  </a:lnTo>
                  <a:lnTo>
                    <a:pt x="4867903" y="3078138"/>
                  </a:lnTo>
                  <a:lnTo>
                    <a:pt x="4944535" y="3083760"/>
                  </a:lnTo>
                  <a:lnTo>
                    <a:pt x="5021168" y="3089328"/>
                  </a:lnTo>
                  <a:lnTo>
                    <a:pt x="5097800" y="3094840"/>
                  </a:lnTo>
                  <a:lnTo>
                    <a:pt x="5174433" y="3100299"/>
                  </a:lnTo>
                  <a:lnTo>
                    <a:pt x="5251065" y="3105705"/>
                  </a:lnTo>
                  <a:lnTo>
                    <a:pt x="5327698" y="3111057"/>
                  </a:lnTo>
                  <a:lnTo>
                    <a:pt x="5404330" y="3116357"/>
                  </a:lnTo>
                  <a:lnTo>
                    <a:pt x="5480963" y="3121606"/>
                  </a:lnTo>
                  <a:lnTo>
                    <a:pt x="5557595" y="3126803"/>
                  </a:lnTo>
                  <a:lnTo>
                    <a:pt x="5634228" y="313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2609"/>
              <a:ext cx="7403783" cy="1320394"/>
            </a:xfrm>
            <a:custGeom>
              <a:avLst/>
              <a:pathLst>
                <a:path w="7403783" h="1320394">
                  <a:moveTo>
                    <a:pt x="7403783" y="1320394"/>
                  </a:moveTo>
                  <a:lnTo>
                    <a:pt x="7327150" y="1318575"/>
                  </a:lnTo>
                  <a:lnTo>
                    <a:pt x="7250518" y="1316628"/>
                  </a:lnTo>
                  <a:lnTo>
                    <a:pt x="7173885" y="1314547"/>
                  </a:lnTo>
                  <a:lnTo>
                    <a:pt x="7097253" y="1312321"/>
                  </a:lnTo>
                  <a:lnTo>
                    <a:pt x="7020620" y="1309940"/>
                  </a:lnTo>
                  <a:lnTo>
                    <a:pt x="6943987" y="1307394"/>
                  </a:lnTo>
                  <a:lnTo>
                    <a:pt x="6867355" y="1304672"/>
                  </a:lnTo>
                  <a:lnTo>
                    <a:pt x="6790722" y="1301760"/>
                  </a:lnTo>
                  <a:lnTo>
                    <a:pt x="6714090" y="1298646"/>
                  </a:lnTo>
                  <a:lnTo>
                    <a:pt x="6637457" y="1295316"/>
                  </a:lnTo>
                  <a:lnTo>
                    <a:pt x="6560825" y="1291754"/>
                  </a:lnTo>
                  <a:lnTo>
                    <a:pt x="6484192" y="1287945"/>
                  </a:lnTo>
                  <a:lnTo>
                    <a:pt x="6407560" y="1283871"/>
                  </a:lnTo>
                  <a:lnTo>
                    <a:pt x="6330927" y="1279515"/>
                  </a:lnTo>
                  <a:lnTo>
                    <a:pt x="6254294" y="1274856"/>
                  </a:lnTo>
                  <a:lnTo>
                    <a:pt x="6177662" y="1269873"/>
                  </a:lnTo>
                  <a:lnTo>
                    <a:pt x="6101029" y="1264545"/>
                  </a:lnTo>
                  <a:lnTo>
                    <a:pt x="6024397" y="1258846"/>
                  </a:lnTo>
                  <a:lnTo>
                    <a:pt x="5947764" y="1252752"/>
                  </a:lnTo>
                  <a:lnTo>
                    <a:pt x="5871132" y="1246234"/>
                  </a:lnTo>
                  <a:lnTo>
                    <a:pt x="5794499" y="1239263"/>
                  </a:lnTo>
                  <a:lnTo>
                    <a:pt x="5717867" y="1231809"/>
                  </a:lnTo>
                  <a:lnTo>
                    <a:pt x="5641234" y="1223837"/>
                  </a:lnTo>
                  <a:lnTo>
                    <a:pt x="5564602" y="1215311"/>
                  </a:lnTo>
                  <a:lnTo>
                    <a:pt x="5487969" y="1206193"/>
                  </a:lnTo>
                  <a:lnTo>
                    <a:pt x="5411336" y="1196441"/>
                  </a:lnTo>
                  <a:lnTo>
                    <a:pt x="5334704" y="1186013"/>
                  </a:lnTo>
                  <a:lnTo>
                    <a:pt x="5258071" y="1174860"/>
                  </a:lnTo>
                  <a:lnTo>
                    <a:pt x="5181439" y="1162932"/>
                  </a:lnTo>
                  <a:lnTo>
                    <a:pt x="5104806" y="1150176"/>
                  </a:lnTo>
                  <a:lnTo>
                    <a:pt x="5028174" y="1136534"/>
                  </a:lnTo>
                  <a:lnTo>
                    <a:pt x="4951541" y="1121945"/>
                  </a:lnTo>
                  <a:lnTo>
                    <a:pt x="4874909" y="1106343"/>
                  </a:lnTo>
                  <a:lnTo>
                    <a:pt x="4798276" y="1089656"/>
                  </a:lnTo>
                  <a:lnTo>
                    <a:pt x="4721644" y="1071811"/>
                  </a:lnTo>
                  <a:lnTo>
                    <a:pt x="4645011" y="1052727"/>
                  </a:lnTo>
                  <a:lnTo>
                    <a:pt x="4568378" y="1032317"/>
                  </a:lnTo>
                  <a:lnTo>
                    <a:pt x="4491746" y="1010490"/>
                  </a:lnTo>
                  <a:lnTo>
                    <a:pt x="4415113" y="987146"/>
                  </a:lnTo>
                  <a:lnTo>
                    <a:pt x="4338481" y="962182"/>
                  </a:lnTo>
                  <a:lnTo>
                    <a:pt x="4261848" y="935484"/>
                  </a:lnTo>
                  <a:lnTo>
                    <a:pt x="4185216" y="906931"/>
                  </a:lnTo>
                  <a:lnTo>
                    <a:pt x="4108583" y="876395"/>
                  </a:lnTo>
                  <a:lnTo>
                    <a:pt x="4031951" y="843739"/>
                  </a:lnTo>
                  <a:lnTo>
                    <a:pt x="3955318" y="808814"/>
                  </a:lnTo>
                  <a:lnTo>
                    <a:pt x="3878685" y="771464"/>
                  </a:lnTo>
                  <a:lnTo>
                    <a:pt x="3802053" y="731520"/>
                  </a:lnTo>
                  <a:lnTo>
                    <a:pt x="3725420" y="688802"/>
                  </a:lnTo>
                  <a:lnTo>
                    <a:pt x="3648788" y="643117"/>
                  </a:lnTo>
                  <a:lnTo>
                    <a:pt x="3572155" y="594259"/>
                  </a:lnTo>
                  <a:lnTo>
                    <a:pt x="3495523" y="542008"/>
                  </a:lnTo>
                  <a:lnTo>
                    <a:pt x="3418890" y="486127"/>
                  </a:lnTo>
                  <a:lnTo>
                    <a:pt x="3342258" y="469693"/>
                  </a:lnTo>
                  <a:lnTo>
                    <a:pt x="3265625" y="461027"/>
                  </a:lnTo>
                  <a:lnTo>
                    <a:pt x="3188993" y="452274"/>
                  </a:lnTo>
                  <a:lnTo>
                    <a:pt x="3112360" y="443436"/>
                  </a:lnTo>
                  <a:lnTo>
                    <a:pt x="3035727" y="434510"/>
                  </a:lnTo>
                  <a:lnTo>
                    <a:pt x="2959095" y="425495"/>
                  </a:lnTo>
                  <a:lnTo>
                    <a:pt x="2882462" y="416392"/>
                  </a:lnTo>
                  <a:lnTo>
                    <a:pt x="2805830" y="407199"/>
                  </a:lnTo>
                  <a:lnTo>
                    <a:pt x="2729197" y="397914"/>
                  </a:lnTo>
                  <a:lnTo>
                    <a:pt x="2652565" y="388538"/>
                  </a:lnTo>
                  <a:lnTo>
                    <a:pt x="2575932" y="379070"/>
                  </a:lnTo>
                  <a:lnTo>
                    <a:pt x="2499300" y="369508"/>
                  </a:lnTo>
                  <a:lnTo>
                    <a:pt x="2422667" y="359851"/>
                  </a:lnTo>
                  <a:lnTo>
                    <a:pt x="2346034" y="350099"/>
                  </a:lnTo>
                  <a:lnTo>
                    <a:pt x="2269402" y="340250"/>
                  </a:lnTo>
                  <a:lnTo>
                    <a:pt x="2192769" y="330304"/>
                  </a:lnTo>
                  <a:lnTo>
                    <a:pt x="2116137" y="320260"/>
                  </a:lnTo>
                  <a:lnTo>
                    <a:pt x="2039504" y="310117"/>
                  </a:lnTo>
                  <a:lnTo>
                    <a:pt x="1962872" y="299873"/>
                  </a:lnTo>
                  <a:lnTo>
                    <a:pt x="1886239" y="289528"/>
                  </a:lnTo>
                  <a:lnTo>
                    <a:pt x="1809607" y="279081"/>
                  </a:lnTo>
                  <a:lnTo>
                    <a:pt x="1732974" y="268531"/>
                  </a:lnTo>
                  <a:lnTo>
                    <a:pt x="1656342" y="257876"/>
                  </a:lnTo>
                  <a:lnTo>
                    <a:pt x="1579709" y="247116"/>
                  </a:lnTo>
                  <a:lnTo>
                    <a:pt x="1503076" y="236250"/>
                  </a:lnTo>
                  <a:lnTo>
                    <a:pt x="1426444" y="225276"/>
                  </a:lnTo>
                  <a:lnTo>
                    <a:pt x="1349811" y="214194"/>
                  </a:lnTo>
                  <a:lnTo>
                    <a:pt x="1273179" y="203002"/>
                  </a:lnTo>
                  <a:lnTo>
                    <a:pt x="1196546" y="191700"/>
                  </a:lnTo>
                  <a:lnTo>
                    <a:pt x="1119914" y="180286"/>
                  </a:lnTo>
                  <a:lnTo>
                    <a:pt x="1043281" y="168759"/>
                  </a:lnTo>
                  <a:lnTo>
                    <a:pt x="966649" y="157118"/>
                  </a:lnTo>
                  <a:lnTo>
                    <a:pt x="890016" y="145363"/>
                  </a:lnTo>
                  <a:lnTo>
                    <a:pt x="813384" y="133491"/>
                  </a:lnTo>
                  <a:lnTo>
                    <a:pt x="736751" y="121501"/>
                  </a:lnTo>
                  <a:lnTo>
                    <a:pt x="660118" y="109394"/>
                  </a:lnTo>
                  <a:lnTo>
                    <a:pt x="583486" y="97166"/>
                  </a:lnTo>
                  <a:lnTo>
                    <a:pt x="506853" y="84818"/>
                  </a:lnTo>
                  <a:lnTo>
                    <a:pt x="430221" y="72348"/>
                  </a:lnTo>
                  <a:lnTo>
                    <a:pt x="353588" y="59754"/>
                  </a:lnTo>
                  <a:lnTo>
                    <a:pt x="276956" y="47036"/>
                  </a:lnTo>
                  <a:lnTo>
                    <a:pt x="200323" y="34192"/>
                  </a:lnTo>
                  <a:lnTo>
                    <a:pt x="123691" y="21222"/>
                  </a:lnTo>
                  <a:lnTo>
                    <a:pt x="47058" y="81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1896563"/>
              <a:ext cx="6853857" cy="3535837"/>
            </a:xfrm>
            <a:custGeom>
              <a:avLst/>
              <a:pathLst>
                <a:path w="6853857" h="3535837">
                  <a:moveTo>
                    <a:pt x="0" y="0"/>
                  </a:moveTo>
                  <a:lnTo>
                    <a:pt x="33561" y="61711"/>
                  </a:lnTo>
                  <a:lnTo>
                    <a:pt x="110193" y="197301"/>
                  </a:lnTo>
                  <a:lnTo>
                    <a:pt x="186826" y="327772"/>
                  </a:lnTo>
                  <a:lnTo>
                    <a:pt x="263458" y="453316"/>
                  </a:lnTo>
                  <a:lnTo>
                    <a:pt x="340091" y="574120"/>
                  </a:lnTo>
                  <a:lnTo>
                    <a:pt x="416723" y="690362"/>
                  </a:lnTo>
                  <a:lnTo>
                    <a:pt x="493356" y="802215"/>
                  </a:lnTo>
                  <a:lnTo>
                    <a:pt x="569988" y="909845"/>
                  </a:lnTo>
                  <a:lnTo>
                    <a:pt x="646621" y="1013410"/>
                  </a:lnTo>
                  <a:lnTo>
                    <a:pt x="723253" y="1113065"/>
                  </a:lnTo>
                  <a:lnTo>
                    <a:pt x="799886" y="1208957"/>
                  </a:lnTo>
                  <a:lnTo>
                    <a:pt x="876519" y="1301229"/>
                  </a:lnTo>
                  <a:lnTo>
                    <a:pt x="953151" y="1390016"/>
                  </a:lnTo>
                  <a:lnTo>
                    <a:pt x="1029784" y="1475451"/>
                  </a:lnTo>
                  <a:lnTo>
                    <a:pt x="1106416" y="1557660"/>
                  </a:lnTo>
                  <a:lnTo>
                    <a:pt x="1183049" y="1636764"/>
                  </a:lnTo>
                  <a:lnTo>
                    <a:pt x="1259681" y="1712882"/>
                  </a:lnTo>
                  <a:lnTo>
                    <a:pt x="1336314" y="1786126"/>
                  </a:lnTo>
                  <a:lnTo>
                    <a:pt x="1412946" y="1856604"/>
                  </a:lnTo>
                  <a:lnTo>
                    <a:pt x="1489579" y="1924421"/>
                  </a:lnTo>
                  <a:lnTo>
                    <a:pt x="1566212" y="1989677"/>
                  </a:lnTo>
                  <a:lnTo>
                    <a:pt x="1642844" y="2052469"/>
                  </a:lnTo>
                  <a:lnTo>
                    <a:pt x="1719477" y="2112890"/>
                  </a:lnTo>
                  <a:lnTo>
                    <a:pt x="1796109" y="2171030"/>
                  </a:lnTo>
                  <a:lnTo>
                    <a:pt x="1872742" y="2226974"/>
                  </a:lnTo>
                  <a:lnTo>
                    <a:pt x="1949374" y="2280806"/>
                  </a:lnTo>
                  <a:lnTo>
                    <a:pt x="2026007" y="2332605"/>
                  </a:lnTo>
                  <a:lnTo>
                    <a:pt x="2102639" y="2382449"/>
                  </a:lnTo>
                  <a:lnTo>
                    <a:pt x="2179272" y="2430410"/>
                  </a:lnTo>
                  <a:lnTo>
                    <a:pt x="2255904" y="2476561"/>
                  </a:lnTo>
                  <a:lnTo>
                    <a:pt x="2332537" y="2520968"/>
                  </a:lnTo>
                  <a:lnTo>
                    <a:pt x="2409170" y="2563699"/>
                  </a:lnTo>
                  <a:lnTo>
                    <a:pt x="2485802" y="2604817"/>
                  </a:lnTo>
                  <a:lnTo>
                    <a:pt x="2562435" y="2644382"/>
                  </a:lnTo>
                  <a:lnTo>
                    <a:pt x="2639067" y="2682453"/>
                  </a:lnTo>
                  <a:lnTo>
                    <a:pt x="2715700" y="2719086"/>
                  </a:lnTo>
                  <a:lnTo>
                    <a:pt x="2792332" y="2754337"/>
                  </a:lnTo>
                  <a:lnTo>
                    <a:pt x="2868965" y="2788256"/>
                  </a:lnTo>
                  <a:lnTo>
                    <a:pt x="2945597" y="2820894"/>
                  </a:lnTo>
                  <a:lnTo>
                    <a:pt x="3022230" y="2852300"/>
                  </a:lnTo>
                  <a:lnTo>
                    <a:pt x="3098862" y="2882521"/>
                  </a:lnTo>
                  <a:lnTo>
                    <a:pt x="3175495" y="2911600"/>
                  </a:lnTo>
                  <a:lnTo>
                    <a:pt x="3252128" y="2939581"/>
                  </a:lnTo>
                  <a:lnTo>
                    <a:pt x="3328760" y="2966506"/>
                  </a:lnTo>
                  <a:lnTo>
                    <a:pt x="3405393" y="2992413"/>
                  </a:lnTo>
                  <a:lnTo>
                    <a:pt x="3482025" y="3017343"/>
                  </a:lnTo>
                  <a:lnTo>
                    <a:pt x="3558658" y="3041332"/>
                  </a:lnTo>
                  <a:lnTo>
                    <a:pt x="3635290" y="3064414"/>
                  </a:lnTo>
                  <a:lnTo>
                    <a:pt x="3711923" y="3086625"/>
                  </a:lnTo>
                  <a:lnTo>
                    <a:pt x="3788555" y="3107997"/>
                  </a:lnTo>
                  <a:lnTo>
                    <a:pt x="3865188" y="3128563"/>
                  </a:lnTo>
                  <a:lnTo>
                    <a:pt x="3941821" y="3148352"/>
                  </a:lnTo>
                  <a:lnTo>
                    <a:pt x="4018453" y="3167393"/>
                  </a:lnTo>
                  <a:lnTo>
                    <a:pt x="4095086" y="3185716"/>
                  </a:lnTo>
                  <a:lnTo>
                    <a:pt x="4171718" y="3203347"/>
                  </a:lnTo>
                  <a:lnTo>
                    <a:pt x="4248351" y="3220312"/>
                  </a:lnTo>
                  <a:lnTo>
                    <a:pt x="4324983" y="3236636"/>
                  </a:lnTo>
                  <a:lnTo>
                    <a:pt x="4401616" y="3252344"/>
                  </a:lnTo>
                  <a:lnTo>
                    <a:pt x="4478248" y="3267459"/>
                  </a:lnTo>
                  <a:lnTo>
                    <a:pt x="4554881" y="3282003"/>
                  </a:lnTo>
                  <a:lnTo>
                    <a:pt x="4631513" y="3295998"/>
                  </a:lnTo>
                  <a:lnTo>
                    <a:pt x="4708146" y="3309465"/>
                  </a:lnTo>
                  <a:lnTo>
                    <a:pt x="4784779" y="3322423"/>
                  </a:lnTo>
                  <a:lnTo>
                    <a:pt x="4861411" y="3334892"/>
                  </a:lnTo>
                  <a:lnTo>
                    <a:pt x="4938044" y="3346890"/>
                  </a:lnTo>
                  <a:lnTo>
                    <a:pt x="5014676" y="3358435"/>
                  </a:lnTo>
                  <a:lnTo>
                    <a:pt x="5091309" y="3369544"/>
                  </a:lnTo>
                  <a:lnTo>
                    <a:pt x="5167941" y="3380233"/>
                  </a:lnTo>
                  <a:lnTo>
                    <a:pt x="5244574" y="3390519"/>
                  </a:lnTo>
                  <a:lnTo>
                    <a:pt x="5321206" y="3400417"/>
                  </a:lnTo>
                  <a:lnTo>
                    <a:pt x="5397839" y="3409941"/>
                  </a:lnTo>
                  <a:lnTo>
                    <a:pt x="5474472" y="3419105"/>
                  </a:lnTo>
                  <a:lnTo>
                    <a:pt x="5551104" y="3427923"/>
                  </a:lnTo>
                  <a:lnTo>
                    <a:pt x="5627737" y="3436408"/>
                  </a:lnTo>
                  <a:lnTo>
                    <a:pt x="5704369" y="3444573"/>
                  </a:lnTo>
                  <a:lnTo>
                    <a:pt x="5781002" y="3452430"/>
                  </a:lnTo>
                  <a:lnTo>
                    <a:pt x="5857634" y="3459990"/>
                  </a:lnTo>
                  <a:lnTo>
                    <a:pt x="5934267" y="3467264"/>
                  </a:lnTo>
                  <a:lnTo>
                    <a:pt x="6010899" y="3474264"/>
                  </a:lnTo>
                  <a:lnTo>
                    <a:pt x="6087532" y="3480999"/>
                  </a:lnTo>
                  <a:lnTo>
                    <a:pt x="6164164" y="3487480"/>
                  </a:lnTo>
                  <a:lnTo>
                    <a:pt x="6240797" y="3493717"/>
                  </a:lnTo>
                  <a:lnTo>
                    <a:pt x="6317430" y="3499718"/>
                  </a:lnTo>
                  <a:lnTo>
                    <a:pt x="6394062" y="3505492"/>
                  </a:lnTo>
                  <a:lnTo>
                    <a:pt x="6470695" y="3511048"/>
                  </a:lnTo>
                  <a:lnTo>
                    <a:pt x="6547327" y="3516395"/>
                  </a:lnTo>
                  <a:lnTo>
                    <a:pt x="6623960" y="3521539"/>
                  </a:lnTo>
                  <a:lnTo>
                    <a:pt x="6700592" y="3526490"/>
                  </a:lnTo>
                  <a:lnTo>
                    <a:pt x="6777225" y="3531253"/>
                  </a:lnTo>
                  <a:lnTo>
                    <a:pt x="6853857" y="35358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2026-05-27T10:03:49Z</dcterms:modified>
  <cp:category/>
</cp:coreProperties>
</file>