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58755"/>
            </a:xfrm>
            <a:custGeom>
              <a:avLst/>
              <a:pathLst>
                <a:path w="7090630" h="3458755">
                  <a:moveTo>
                    <a:pt x="1824751" y="0"/>
                  </a:moveTo>
                  <a:lnTo>
                    <a:pt x="1862185" y="122028"/>
                  </a:lnTo>
                  <a:lnTo>
                    <a:pt x="1933808" y="340343"/>
                  </a:lnTo>
                  <a:lnTo>
                    <a:pt x="2005430" y="544481"/>
                  </a:lnTo>
                  <a:lnTo>
                    <a:pt x="2077053" y="735361"/>
                  </a:lnTo>
                  <a:lnTo>
                    <a:pt x="2148675" y="913846"/>
                  </a:lnTo>
                  <a:lnTo>
                    <a:pt x="2220298" y="1080739"/>
                  </a:lnTo>
                  <a:lnTo>
                    <a:pt x="2291920" y="1236794"/>
                  </a:lnTo>
                  <a:lnTo>
                    <a:pt x="2363543" y="1382715"/>
                  </a:lnTo>
                  <a:lnTo>
                    <a:pt x="2435165" y="1519159"/>
                  </a:lnTo>
                  <a:lnTo>
                    <a:pt x="2506788" y="1646742"/>
                  </a:lnTo>
                  <a:lnTo>
                    <a:pt x="2578410" y="1766040"/>
                  </a:lnTo>
                  <a:lnTo>
                    <a:pt x="2650033" y="1877591"/>
                  </a:lnTo>
                  <a:lnTo>
                    <a:pt x="2721655" y="1981897"/>
                  </a:lnTo>
                  <a:lnTo>
                    <a:pt x="2793278" y="2079430"/>
                  </a:lnTo>
                  <a:lnTo>
                    <a:pt x="2864901" y="2170628"/>
                  </a:lnTo>
                  <a:lnTo>
                    <a:pt x="2936523" y="2255904"/>
                  </a:lnTo>
                  <a:lnTo>
                    <a:pt x="3008146" y="2335642"/>
                  </a:lnTo>
                  <a:lnTo>
                    <a:pt x="3079768" y="2410202"/>
                  </a:lnTo>
                  <a:lnTo>
                    <a:pt x="3151391" y="2479920"/>
                  </a:lnTo>
                  <a:lnTo>
                    <a:pt x="3223013" y="2545110"/>
                  </a:lnTo>
                  <a:lnTo>
                    <a:pt x="3294636" y="2606066"/>
                  </a:lnTo>
                  <a:lnTo>
                    <a:pt x="3366258" y="2655575"/>
                  </a:lnTo>
                  <a:lnTo>
                    <a:pt x="3437881" y="2663680"/>
                  </a:lnTo>
                  <a:lnTo>
                    <a:pt x="3509503" y="2671705"/>
                  </a:lnTo>
                  <a:lnTo>
                    <a:pt x="3581126" y="2679652"/>
                  </a:lnTo>
                  <a:lnTo>
                    <a:pt x="3652748" y="2687521"/>
                  </a:lnTo>
                  <a:lnTo>
                    <a:pt x="3724371" y="2695314"/>
                  </a:lnTo>
                  <a:lnTo>
                    <a:pt x="3795993" y="2703029"/>
                  </a:lnTo>
                  <a:lnTo>
                    <a:pt x="3867616" y="2710670"/>
                  </a:lnTo>
                  <a:lnTo>
                    <a:pt x="3939238" y="2718236"/>
                  </a:lnTo>
                  <a:lnTo>
                    <a:pt x="4010861" y="2725727"/>
                  </a:lnTo>
                  <a:lnTo>
                    <a:pt x="4082483" y="2733145"/>
                  </a:lnTo>
                  <a:lnTo>
                    <a:pt x="4154106" y="2740491"/>
                  </a:lnTo>
                  <a:lnTo>
                    <a:pt x="4225729" y="2747765"/>
                  </a:lnTo>
                  <a:lnTo>
                    <a:pt x="4297351" y="2754967"/>
                  </a:lnTo>
                  <a:lnTo>
                    <a:pt x="4368974" y="2762100"/>
                  </a:lnTo>
                  <a:lnTo>
                    <a:pt x="4440596" y="2769162"/>
                  </a:lnTo>
                  <a:lnTo>
                    <a:pt x="4512219" y="2776155"/>
                  </a:lnTo>
                  <a:lnTo>
                    <a:pt x="4583841" y="2783080"/>
                  </a:lnTo>
                  <a:lnTo>
                    <a:pt x="4655464" y="2789937"/>
                  </a:lnTo>
                  <a:lnTo>
                    <a:pt x="4727086" y="2796727"/>
                  </a:lnTo>
                  <a:lnTo>
                    <a:pt x="4798709" y="2803450"/>
                  </a:lnTo>
                  <a:lnTo>
                    <a:pt x="4870331" y="2810108"/>
                  </a:lnTo>
                  <a:lnTo>
                    <a:pt x="4941954" y="2816700"/>
                  </a:lnTo>
                  <a:lnTo>
                    <a:pt x="5013576" y="2823228"/>
                  </a:lnTo>
                  <a:lnTo>
                    <a:pt x="5085199" y="2829693"/>
                  </a:lnTo>
                  <a:lnTo>
                    <a:pt x="5156821" y="2836093"/>
                  </a:lnTo>
                  <a:lnTo>
                    <a:pt x="5228444" y="2842432"/>
                  </a:lnTo>
                  <a:lnTo>
                    <a:pt x="5300066" y="2848708"/>
                  </a:lnTo>
                  <a:lnTo>
                    <a:pt x="5371689" y="2854922"/>
                  </a:lnTo>
                  <a:lnTo>
                    <a:pt x="5443311" y="2861076"/>
                  </a:lnTo>
                  <a:lnTo>
                    <a:pt x="5514934" y="2867170"/>
                  </a:lnTo>
                  <a:lnTo>
                    <a:pt x="5586557" y="2873204"/>
                  </a:lnTo>
                  <a:lnTo>
                    <a:pt x="5658179" y="2879179"/>
                  </a:lnTo>
                  <a:lnTo>
                    <a:pt x="5729802" y="2885096"/>
                  </a:lnTo>
                  <a:lnTo>
                    <a:pt x="5801424" y="2890954"/>
                  </a:lnTo>
                  <a:lnTo>
                    <a:pt x="5873047" y="2896756"/>
                  </a:lnTo>
                  <a:lnTo>
                    <a:pt x="5944669" y="2902500"/>
                  </a:lnTo>
                  <a:lnTo>
                    <a:pt x="6016292" y="2908189"/>
                  </a:lnTo>
                  <a:lnTo>
                    <a:pt x="6087914" y="2913821"/>
                  </a:lnTo>
                  <a:lnTo>
                    <a:pt x="6159537" y="2919399"/>
                  </a:lnTo>
                  <a:lnTo>
                    <a:pt x="6231159" y="2924922"/>
                  </a:lnTo>
                  <a:lnTo>
                    <a:pt x="6302782" y="2930391"/>
                  </a:lnTo>
                  <a:lnTo>
                    <a:pt x="6374404" y="2935806"/>
                  </a:lnTo>
                  <a:lnTo>
                    <a:pt x="6446027" y="2941168"/>
                  </a:lnTo>
                  <a:lnTo>
                    <a:pt x="6517649" y="2946478"/>
                  </a:lnTo>
                  <a:lnTo>
                    <a:pt x="6589272" y="2951736"/>
                  </a:lnTo>
                  <a:lnTo>
                    <a:pt x="6660894" y="2956943"/>
                  </a:lnTo>
                  <a:lnTo>
                    <a:pt x="6732517" y="2962098"/>
                  </a:lnTo>
                  <a:lnTo>
                    <a:pt x="6804139" y="2967203"/>
                  </a:lnTo>
                  <a:lnTo>
                    <a:pt x="6875762" y="2972258"/>
                  </a:lnTo>
                  <a:lnTo>
                    <a:pt x="6947385" y="2977264"/>
                  </a:lnTo>
                  <a:lnTo>
                    <a:pt x="7019007" y="2982220"/>
                  </a:lnTo>
                  <a:lnTo>
                    <a:pt x="7090630" y="2987129"/>
                  </a:lnTo>
                  <a:lnTo>
                    <a:pt x="7090630" y="3458755"/>
                  </a:lnTo>
                  <a:lnTo>
                    <a:pt x="7019007" y="3457019"/>
                  </a:lnTo>
                  <a:lnTo>
                    <a:pt x="6947385" y="3455163"/>
                  </a:lnTo>
                  <a:lnTo>
                    <a:pt x="6875762" y="3453178"/>
                  </a:lnTo>
                  <a:lnTo>
                    <a:pt x="6804139" y="3451055"/>
                  </a:lnTo>
                  <a:lnTo>
                    <a:pt x="6732517" y="3448784"/>
                  </a:lnTo>
                  <a:lnTo>
                    <a:pt x="6660894" y="3446356"/>
                  </a:lnTo>
                  <a:lnTo>
                    <a:pt x="6589272" y="3443759"/>
                  </a:lnTo>
                  <a:lnTo>
                    <a:pt x="6517649" y="3440982"/>
                  </a:lnTo>
                  <a:lnTo>
                    <a:pt x="6446027" y="3438012"/>
                  </a:lnTo>
                  <a:lnTo>
                    <a:pt x="6374404" y="3434836"/>
                  </a:lnTo>
                  <a:lnTo>
                    <a:pt x="6302782" y="3431439"/>
                  </a:lnTo>
                  <a:lnTo>
                    <a:pt x="6231159" y="3427806"/>
                  </a:lnTo>
                  <a:lnTo>
                    <a:pt x="6159537" y="3423921"/>
                  </a:lnTo>
                  <a:lnTo>
                    <a:pt x="6087914" y="3419766"/>
                  </a:lnTo>
                  <a:lnTo>
                    <a:pt x="6016292" y="3415322"/>
                  </a:lnTo>
                  <a:lnTo>
                    <a:pt x="5944669" y="3410570"/>
                  </a:lnTo>
                  <a:lnTo>
                    <a:pt x="5873047" y="3405488"/>
                  </a:lnTo>
                  <a:lnTo>
                    <a:pt x="5801424" y="3400053"/>
                  </a:lnTo>
                  <a:lnTo>
                    <a:pt x="5729802" y="3394240"/>
                  </a:lnTo>
                  <a:lnTo>
                    <a:pt x="5658179" y="3388024"/>
                  </a:lnTo>
                  <a:lnTo>
                    <a:pt x="5586557" y="3381376"/>
                  </a:lnTo>
                  <a:lnTo>
                    <a:pt x="5514934" y="3374266"/>
                  </a:lnTo>
                  <a:lnTo>
                    <a:pt x="5443311" y="3366662"/>
                  </a:lnTo>
                  <a:lnTo>
                    <a:pt x="5371689" y="3358530"/>
                  </a:lnTo>
                  <a:lnTo>
                    <a:pt x="5300066" y="3349834"/>
                  </a:lnTo>
                  <a:lnTo>
                    <a:pt x="5228444" y="3340533"/>
                  </a:lnTo>
                  <a:lnTo>
                    <a:pt x="5156821" y="3330587"/>
                  </a:lnTo>
                  <a:lnTo>
                    <a:pt x="5085199" y="3319950"/>
                  </a:lnTo>
                  <a:lnTo>
                    <a:pt x="5013576" y="3308574"/>
                  </a:lnTo>
                  <a:lnTo>
                    <a:pt x="4941954" y="3296408"/>
                  </a:lnTo>
                  <a:lnTo>
                    <a:pt x="4870331" y="3283397"/>
                  </a:lnTo>
                  <a:lnTo>
                    <a:pt x="4798709" y="3269482"/>
                  </a:lnTo>
                  <a:lnTo>
                    <a:pt x="4727086" y="3254601"/>
                  </a:lnTo>
                  <a:lnTo>
                    <a:pt x="4655464" y="3238686"/>
                  </a:lnTo>
                  <a:lnTo>
                    <a:pt x="4583841" y="3221666"/>
                  </a:lnTo>
                  <a:lnTo>
                    <a:pt x="4512219" y="3203464"/>
                  </a:lnTo>
                  <a:lnTo>
                    <a:pt x="4440596" y="3183998"/>
                  </a:lnTo>
                  <a:lnTo>
                    <a:pt x="4368974" y="3163180"/>
                  </a:lnTo>
                  <a:lnTo>
                    <a:pt x="4297351" y="3140916"/>
                  </a:lnTo>
                  <a:lnTo>
                    <a:pt x="4225729" y="3117106"/>
                  </a:lnTo>
                  <a:lnTo>
                    <a:pt x="4154106" y="3091642"/>
                  </a:lnTo>
                  <a:lnTo>
                    <a:pt x="4082483" y="3064410"/>
                  </a:lnTo>
                  <a:lnTo>
                    <a:pt x="4010861" y="3035286"/>
                  </a:lnTo>
                  <a:lnTo>
                    <a:pt x="3939238" y="3004140"/>
                  </a:lnTo>
                  <a:lnTo>
                    <a:pt x="3867616" y="2970830"/>
                  </a:lnTo>
                  <a:lnTo>
                    <a:pt x="3795993" y="2935207"/>
                  </a:lnTo>
                  <a:lnTo>
                    <a:pt x="3724371" y="2897110"/>
                  </a:lnTo>
                  <a:lnTo>
                    <a:pt x="3652748" y="2856367"/>
                  </a:lnTo>
                  <a:lnTo>
                    <a:pt x="3581126" y="2812795"/>
                  </a:lnTo>
                  <a:lnTo>
                    <a:pt x="3509503" y="2766196"/>
                  </a:lnTo>
                  <a:lnTo>
                    <a:pt x="3437881" y="2716360"/>
                  </a:lnTo>
                  <a:lnTo>
                    <a:pt x="3366258" y="2663064"/>
                  </a:lnTo>
                  <a:lnTo>
                    <a:pt x="3294636" y="2647390"/>
                  </a:lnTo>
                  <a:lnTo>
                    <a:pt x="3223013" y="2639124"/>
                  </a:lnTo>
                  <a:lnTo>
                    <a:pt x="3151391" y="2630777"/>
                  </a:lnTo>
                  <a:lnTo>
                    <a:pt x="3079768" y="2622347"/>
                  </a:lnTo>
                  <a:lnTo>
                    <a:pt x="3008146" y="2613833"/>
                  </a:lnTo>
                  <a:lnTo>
                    <a:pt x="2936523" y="2605236"/>
                  </a:lnTo>
                  <a:lnTo>
                    <a:pt x="2864901" y="2596553"/>
                  </a:lnTo>
                  <a:lnTo>
                    <a:pt x="2793278" y="2587785"/>
                  </a:lnTo>
                  <a:lnTo>
                    <a:pt x="2721655" y="2578930"/>
                  </a:lnTo>
                  <a:lnTo>
                    <a:pt x="2650033" y="2569988"/>
                  </a:lnTo>
                  <a:lnTo>
                    <a:pt x="2578410" y="2560957"/>
                  </a:lnTo>
                  <a:lnTo>
                    <a:pt x="2506788" y="2551837"/>
                  </a:lnTo>
                  <a:lnTo>
                    <a:pt x="2435165" y="2542627"/>
                  </a:lnTo>
                  <a:lnTo>
                    <a:pt x="2363543" y="2533326"/>
                  </a:lnTo>
                  <a:lnTo>
                    <a:pt x="2291920" y="2523932"/>
                  </a:lnTo>
                  <a:lnTo>
                    <a:pt x="2220298" y="2514447"/>
                  </a:lnTo>
                  <a:lnTo>
                    <a:pt x="2148675" y="2504867"/>
                  </a:lnTo>
                  <a:lnTo>
                    <a:pt x="2077053" y="2495192"/>
                  </a:lnTo>
                  <a:lnTo>
                    <a:pt x="2005430" y="2485422"/>
                  </a:lnTo>
                  <a:lnTo>
                    <a:pt x="1933808" y="2475556"/>
                  </a:lnTo>
                  <a:lnTo>
                    <a:pt x="1862185" y="2465592"/>
                  </a:lnTo>
                  <a:lnTo>
                    <a:pt x="1790563" y="2455529"/>
                  </a:lnTo>
                  <a:lnTo>
                    <a:pt x="1718940" y="2445367"/>
                  </a:lnTo>
                  <a:lnTo>
                    <a:pt x="1647318" y="2435105"/>
                  </a:lnTo>
                  <a:lnTo>
                    <a:pt x="1575695" y="2424741"/>
                  </a:lnTo>
                  <a:lnTo>
                    <a:pt x="1504073" y="2414275"/>
                  </a:lnTo>
                  <a:lnTo>
                    <a:pt x="1432450" y="2403705"/>
                  </a:lnTo>
                  <a:lnTo>
                    <a:pt x="1360827" y="2393031"/>
                  </a:lnTo>
                  <a:lnTo>
                    <a:pt x="1289205" y="2382251"/>
                  </a:lnTo>
                  <a:lnTo>
                    <a:pt x="1217582" y="2371365"/>
                  </a:lnTo>
                  <a:lnTo>
                    <a:pt x="1145960" y="2360371"/>
                  </a:lnTo>
                  <a:lnTo>
                    <a:pt x="1074337" y="2349269"/>
                  </a:lnTo>
                  <a:lnTo>
                    <a:pt x="1002715" y="2338056"/>
                  </a:lnTo>
                  <a:lnTo>
                    <a:pt x="931092" y="2326733"/>
                  </a:lnTo>
                  <a:lnTo>
                    <a:pt x="859470" y="2315298"/>
                  </a:lnTo>
                  <a:lnTo>
                    <a:pt x="787847" y="2303751"/>
                  </a:lnTo>
                  <a:lnTo>
                    <a:pt x="716225" y="2292088"/>
                  </a:lnTo>
                  <a:lnTo>
                    <a:pt x="644602" y="2280311"/>
                  </a:lnTo>
                  <a:lnTo>
                    <a:pt x="572980" y="2268417"/>
                  </a:lnTo>
                  <a:lnTo>
                    <a:pt x="501357" y="2256406"/>
                  </a:lnTo>
                  <a:lnTo>
                    <a:pt x="429735" y="2244276"/>
                  </a:lnTo>
                  <a:lnTo>
                    <a:pt x="358112" y="2232026"/>
                  </a:lnTo>
                  <a:lnTo>
                    <a:pt x="286490" y="2219656"/>
                  </a:lnTo>
                  <a:lnTo>
                    <a:pt x="214867" y="2207162"/>
                  </a:lnTo>
                  <a:lnTo>
                    <a:pt x="143245" y="2194546"/>
                  </a:lnTo>
                  <a:lnTo>
                    <a:pt x="71622" y="2181804"/>
                  </a:lnTo>
                  <a:lnTo>
                    <a:pt x="0" y="21689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996801" y="2073503"/>
              <a:ext cx="5265878" cy="2987129"/>
            </a:xfrm>
            <a:custGeom>
              <a:avLst/>
              <a:pathLst>
                <a:path w="5265878" h="2987129">
                  <a:moveTo>
                    <a:pt x="0" y="0"/>
                  </a:moveTo>
                  <a:lnTo>
                    <a:pt x="37433" y="122028"/>
                  </a:lnTo>
                  <a:lnTo>
                    <a:pt x="109056" y="340343"/>
                  </a:lnTo>
                  <a:lnTo>
                    <a:pt x="180678" y="544481"/>
                  </a:lnTo>
                  <a:lnTo>
                    <a:pt x="252301" y="735361"/>
                  </a:lnTo>
                  <a:lnTo>
                    <a:pt x="323924" y="913846"/>
                  </a:lnTo>
                  <a:lnTo>
                    <a:pt x="395546" y="1080739"/>
                  </a:lnTo>
                  <a:lnTo>
                    <a:pt x="467169" y="1236794"/>
                  </a:lnTo>
                  <a:lnTo>
                    <a:pt x="538791" y="1382715"/>
                  </a:lnTo>
                  <a:lnTo>
                    <a:pt x="610414" y="1519159"/>
                  </a:lnTo>
                  <a:lnTo>
                    <a:pt x="682036" y="1646742"/>
                  </a:lnTo>
                  <a:lnTo>
                    <a:pt x="753659" y="1766040"/>
                  </a:lnTo>
                  <a:lnTo>
                    <a:pt x="825281" y="1877591"/>
                  </a:lnTo>
                  <a:lnTo>
                    <a:pt x="896904" y="1981897"/>
                  </a:lnTo>
                  <a:lnTo>
                    <a:pt x="968526" y="2079430"/>
                  </a:lnTo>
                  <a:lnTo>
                    <a:pt x="1040149" y="2170628"/>
                  </a:lnTo>
                  <a:lnTo>
                    <a:pt x="1111771" y="2255904"/>
                  </a:lnTo>
                  <a:lnTo>
                    <a:pt x="1183394" y="2335642"/>
                  </a:lnTo>
                  <a:lnTo>
                    <a:pt x="1255016" y="2410202"/>
                  </a:lnTo>
                  <a:lnTo>
                    <a:pt x="1326639" y="2479920"/>
                  </a:lnTo>
                  <a:lnTo>
                    <a:pt x="1398261" y="2545110"/>
                  </a:lnTo>
                  <a:lnTo>
                    <a:pt x="1469884" y="2606066"/>
                  </a:lnTo>
                  <a:lnTo>
                    <a:pt x="1541506" y="2655575"/>
                  </a:lnTo>
                  <a:lnTo>
                    <a:pt x="1613129" y="2663680"/>
                  </a:lnTo>
                  <a:lnTo>
                    <a:pt x="1684752" y="2671705"/>
                  </a:lnTo>
                  <a:lnTo>
                    <a:pt x="1756374" y="2679652"/>
                  </a:lnTo>
                  <a:lnTo>
                    <a:pt x="1827997" y="2687521"/>
                  </a:lnTo>
                  <a:lnTo>
                    <a:pt x="1899619" y="2695314"/>
                  </a:lnTo>
                  <a:lnTo>
                    <a:pt x="1971242" y="2703029"/>
                  </a:lnTo>
                  <a:lnTo>
                    <a:pt x="2042864" y="2710670"/>
                  </a:lnTo>
                  <a:lnTo>
                    <a:pt x="2114487" y="2718236"/>
                  </a:lnTo>
                  <a:lnTo>
                    <a:pt x="2186109" y="2725727"/>
                  </a:lnTo>
                  <a:lnTo>
                    <a:pt x="2257732" y="2733145"/>
                  </a:lnTo>
                  <a:lnTo>
                    <a:pt x="2329354" y="2740491"/>
                  </a:lnTo>
                  <a:lnTo>
                    <a:pt x="2400977" y="2747765"/>
                  </a:lnTo>
                  <a:lnTo>
                    <a:pt x="2472599" y="2754967"/>
                  </a:lnTo>
                  <a:lnTo>
                    <a:pt x="2544222" y="2762100"/>
                  </a:lnTo>
                  <a:lnTo>
                    <a:pt x="2615844" y="2769162"/>
                  </a:lnTo>
                  <a:lnTo>
                    <a:pt x="2687467" y="2776155"/>
                  </a:lnTo>
                  <a:lnTo>
                    <a:pt x="2759089" y="2783080"/>
                  </a:lnTo>
                  <a:lnTo>
                    <a:pt x="2830712" y="2789937"/>
                  </a:lnTo>
                  <a:lnTo>
                    <a:pt x="2902334" y="2796727"/>
                  </a:lnTo>
                  <a:lnTo>
                    <a:pt x="2973957" y="2803450"/>
                  </a:lnTo>
                  <a:lnTo>
                    <a:pt x="3045580" y="2810108"/>
                  </a:lnTo>
                  <a:lnTo>
                    <a:pt x="3117202" y="2816700"/>
                  </a:lnTo>
                  <a:lnTo>
                    <a:pt x="3188825" y="2823228"/>
                  </a:lnTo>
                  <a:lnTo>
                    <a:pt x="3260447" y="2829693"/>
                  </a:lnTo>
                  <a:lnTo>
                    <a:pt x="3332070" y="2836093"/>
                  </a:lnTo>
                  <a:lnTo>
                    <a:pt x="3403692" y="2842432"/>
                  </a:lnTo>
                  <a:lnTo>
                    <a:pt x="3475315" y="2848708"/>
                  </a:lnTo>
                  <a:lnTo>
                    <a:pt x="3546937" y="2854922"/>
                  </a:lnTo>
                  <a:lnTo>
                    <a:pt x="3618560" y="2861076"/>
                  </a:lnTo>
                  <a:lnTo>
                    <a:pt x="3690182" y="2867170"/>
                  </a:lnTo>
                  <a:lnTo>
                    <a:pt x="3761805" y="2873204"/>
                  </a:lnTo>
                  <a:lnTo>
                    <a:pt x="3833427" y="2879179"/>
                  </a:lnTo>
                  <a:lnTo>
                    <a:pt x="3905050" y="2885096"/>
                  </a:lnTo>
                  <a:lnTo>
                    <a:pt x="3976672" y="2890954"/>
                  </a:lnTo>
                  <a:lnTo>
                    <a:pt x="4048295" y="2896756"/>
                  </a:lnTo>
                  <a:lnTo>
                    <a:pt x="4119917" y="2902500"/>
                  </a:lnTo>
                  <a:lnTo>
                    <a:pt x="4191540" y="2908189"/>
                  </a:lnTo>
                  <a:lnTo>
                    <a:pt x="4263162" y="2913821"/>
                  </a:lnTo>
                  <a:lnTo>
                    <a:pt x="4334785" y="2919399"/>
                  </a:lnTo>
                  <a:lnTo>
                    <a:pt x="4406408" y="2924922"/>
                  </a:lnTo>
                  <a:lnTo>
                    <a:pt x="4478030" y="2930391"/>
                  </a:lnTo>
                  <a:lnTo>
                    <a:pt x="4549653" y="2935806"/>
                  </a:lnTo>
                  <a:lnTo>
                    <a:pt x="4621275" y="2941168"/>
                  </a:lnTo>
                  <a:lnTo>
                    <a:pt x="4692898" y="2946478"/>
                  </a:lnTo>
                  <a:lnTo>
                    <a:pt x="4764520" y="2951736"/>
                  </a:lnTo>
                  <a:lnTo>
                    <a:pt x="4836143" y="2956943"/>
                  </a:lnTo>
                  <a:lnTo>
                    <a:pt x="4907765" y="2962098"/>
                  </a:lnTo>
                  <a:lnTo>
                    <a:pt x="4979388" y="2967203"/>
                  </a:lnTo>
                  <a:lnTo>
                    <a:pt x="5051010" y="2972258"/>
                  </a:lnTo>
                  <a:lnTo>
                    <a:pt x="5122633" y="2977264"/>
                  </a:lnTo>
                  <a:lnTo>
                    <a:pt x="5194255" y="2982220"/>
                  </a:lnTo>
                  <a:lnTo>
                    <a:pt x="5265878" y="29871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42440"/>
              <a:ext cx="7090630" cy="1289817"/>
            </a:xfrm>
            <a:custGeom>
              <a:avLst/>
              <a:pathLst>
                <a:path w="7090630" h="1289817">
                  <a:moveTo>
                    <a:pt x="7090630" y="1289817"/>
                  </a:moveTo>
                  <a:lnTo>
                    <a:pt x="7019007" y="1288082"/>
                  </a:lnTo>
                  <a:lnTo>
                    <a:pt x="6947385" y="1286225"/>
                  </a:lnTo>
                  <a:lnTo>
                    <a:pt x="6875762" y="1284240"/>
                  </a:lnTo>
                  <a:lnTo>
                    <a:pt x="6804139" y="1282117"/>
                  </a:lnTo>
                  <a:lnTo>
                    <a:pt x="6732517" y="1279847"/>
                  </a:lnTo>
                  <a:lnTo>
                    <a:pt x="6660894" y="1277419"/>
                  </a:lnTo>
                  <a:lnTo>
                    <a:pt x="6589272" y="1274822"/>
                  </a:lnTo>
                  <a:lnTo>
                    <a:pt x="6517649" y="1272045"/>
                  </a:lnTo>
                  <a:lnTo>
                    <a:pt x="6446027" y="1269075"/>
                  </a:lnTo>
                  <a:lnTo>
                    <a:pt x="6374404" y="1265898"/>
                  </a:lnTo>
                  <a:lnTo>
                    <a:pt x="6302782" y="1262501"/>
                  </a:lnTo>
                  <a:lnTo>
                    <a:pt x="6231159" y="1258868"/>
                  </a:lnTo>
                  <a:lnTo>
                    <a:pt x="6159537" y="1254983"/>
                  </a:lnTo>
                  <a:lnTo>
                    <a:pt x="6087914" y="1250828"/>
                  </a:lnTo>
                  <a:lnTo>
                    <a:pt x="6016292" y="1246385"/>
                  </a:lnTo>
                  <a:lnTo>
                    <a:pt x="5944669" y="1241633"/>
                  </a:lnTo>
                  <a:lnTo>
                    <a:pt x="5873047" y="1236550"/>
                  </a:lnTo>
                  <a:lnTo>
                    <a:pt x="5801424" y="1231115"/>
                  </a:lnTo>
                  <a:lnTo>
                    <a:pt x="5729802" y="1225302"/>
                  </a:lnTo>
                  <a:lnTo>
                    <a:pt x="5658179" y="1219086"/>
                  </a:lnTo>
                  <a:lnTo>
                    <a:pt x="5586557" y="1212438"/>
                  </a:lnTo>
                  <a:lnTo>
                    <a:pt x="5514934" y="1205328"/>
                  </a:lnTo>
                  <a:lnTo>
                    <a:pt x="5443311" y="1197724"/>
                  </a:lnTo>
                  <a:lnTo>
                    <a:pt x="5371689" y="1189593"/>
                  </a:lnTo>
                  <a:lnTo>
                    <a:pt x="5300066" y="1180896"/>
                  </a:lnTo>
                  <a:lnTo>
                    <a:pt x="5228444" y="1171596"/>
                  </a:lnTo>
                  <a:lnTo>
                    <a:pt x="5156821" y="1161649"/>
                  </a:lnTo>
                  <a:lnTo>
                    <a:pt x="5085199" y="1151012"/>
                  </a:lnTo>
                  <a:lnTo>
                    <a:pt x="5013576" y="1139636"/>
                  </a:lnTo>
                  <a:lnTo>
                    <a:pt x="4941954" y="1127470"/>
                  </a:lnTo>
                  <a:lnTo>
                    <a:pt x="4870331" y="1114459"/>
                  </a:lnTo>
                  <a:lnTo>
                    <a:pt x="4798709" y="1100544"/>
                  </a:lnTo>
                  <a:lnTo>
                    <a:pt x="4727086" y="1085663"/>
                  </a:lnTo>
                  <a:lnTo>
                    <a:pt x="4655464" y="1069749"/>
                  </a:lnTo>
                  <a:lnTo>
                    <a:pt x="4583841" y="1052729"/>
                  </a:lnTo>
                  <a:lnTo>
                    <a:pt x="4512219" y="1034527"/>
                  </a:lnTo>
                  <a:lnTo>
                    <a:pt x="4440596" y="1015061"/>
                  </a:lnTo>
                  <a:lnTo>
                    <a:pt x="4368974" y="994243"/>
                  </a:lnTo>
                  <a:lnTo>
                    <a:pt x="4297351" y="971979"/>
                  </a:lnTo>
                  <a:lnTo>
                    <a:pt x="4225729" y="948169"/>
                  </a:lnTo>
                  <a:lnTo>
                    <a:pt x="4154106" y="922705"/>
                  </a:lnTo>
                  <a:lnTo>
                    <a:pt x="4082483" y="895472"/>
                  </a:lnTo>
                  <a:lnTo>
                    <a:pt x="4010861" y="866349"/>
                  </a:lnTo>
                  <a:lnTo>
                    <a:pt x="3939238" y="835202"/>
                  </a:lnTo>
                  <a:lnTo>
                    <a:pt x="3867616" y="801893"/>
                  </a:lnTo>
                  <a:lnTo>
                    <a:pt x="3795993" y="766270"/>
                  </a:lnTo>
                  <a:lnTo>
                    <a:pt x="3724371" y="728173"/>
                  </a:lnTo>
                  <a:lnTo>
                    <a:pt x="3652748" y="687430"/>
                  </a:lnTo>
                  <a:lnTo>
                    <a:pt x="3581126" y="643857"/>
                  </a:lnTo>
                  <a:lnTo>
                    <a:pt x="3509503" y="597258"/>
                  </a:lnTo>
                  <a:lnTo>
                    <a:pt x="3437881" y="547423"/>
                  </a:lnTo>
                  <a:lnTo>
                    <a:pt x="3366258" y="494126"/>
                  </a:lnTo>
                  <a:lnTo>
                    <a:pt x="3294636" y="478452"/>
                  </a:lnTo>
                  <a:lnTo>
                    <a:pt x="3223013" y="470186"/>
                  </a:lnTo>
                  <a:lnTo>
                    <a:pt x="3151391" y="461839"/>
                  </a:lnTo>
                  <a:lnTo>
                    <a:pt x="3079768" y="453409"/>
                  </a:lnTo>
                  <a:lnTo>
                    <a:pt x="3008146" y="444896"/>
                  </a:lnTo>
                  <a:lnTo>
                    <a:pt x="2936523" y="436298"/>
                  </a:lnTo>
                  <a:lnTo>
                    <a:pt x="2864901" y="427616"/>
                  </a:lnTo>
                  <a:lnTo>
                    <a:pt x="2793278" y="418848"/>
                  </a:lnTo>
                  <a:lnTo>
                    <a:pt x="2721655" y="409993"/>
                  </a:lnTo>
                  <a:lnTo>
                    <a:pt x="2650033" y="401050"/>
                  </a:lnTo>
                  <a:lnTo>
                    <a:pt x="2578410" y="392019"/>
                  </a:lnTo>
                  <a:lnTo>
                    <a:pt x="2506788" y="382899"/>
                  </a:lnTo>
                  <a:lnTo>
                    <a:pt x="2435165" y="373689"/>
                  </a:lnTo>
                  <a:lnTo>
                    <a:pt x="2363543" y="364388"/>
                  </a:lnTo>
                  <a:lnTo>
                    <a:pt x="2291920" y="354995"/>
                  </a:lnTo>
                  <a:lnTo>
                    <a:pt x="2220298" y="345509"/>
                  </a:lnTo>
                  <a:lnTo>
                    <a:pt x="2148675" y="335929"/>
                  </a:lnTo>
                  <a:lnTo>
                    <a:pt x="2077053" y="326255"/>
                  </a:lnTo>
                  <a:lnTo>
                    <a:pt x="2005430" y="316485"/>
                  </a:lnTo>
                  <a:lnTo>
                    <a:pt x="1933808" y="306618"/>
                  </a:lnTo>
                  <a:lnTo>
                    <a:pt x="1862185" y="296654"/>
                  </a:lnTo>
                  <a:lnTo>
                    <a:pt x="1790563" y="286592"/>
                  </a:lnTo>
                  <a:lnTo>
                    <a:pt x="1718940" y="276430"/>
                  </a:lnTo>
                  <a:lnTo>
                    <a:pt x="1647318" y="266167"/>
                  </a:lnTo>
                  <a:lnTo>
                    <a:pt x="1575695" y="255803"/>
                  </a:lnTo>
                  <a:lnTo>
                    <a:pt x="1504073" y="245337"/>
                  </a:lnTo>
                  <a:lnTo>
                    <a:pt x="1432450" y="234767"/>
                  </a:lnTo>
                  <a:lnTo>
                    <a:pt x="1360827" y="224093"/>
                  </a:lnTo>
                  <a:lnTo>
                    <a:pt x="1289205" y="213313"/>
                  </a:lnTo>
                  <a:lnTo>
                    <a:pt x="1217582" y="202427"/>
                  </a:lnTo>
                  <a:lnTo>
                    <a:pt x="1145960" y="191433"/>
                  </a:lnTo>
                  <a:lnTo>
                    <a:pt x="1074337" y="180331"/>
                  </a:lnTo>
                  <a:lnTo>
                    <a:pt x="1002715" y="169119"/>
                  </a:lnTo>
                  <a:lnTo>
                    <a:pt x="931092" y="157796"/>
                  </a:lnTo>
                  <a:lnTo>
                    <a:pt x="859470" y="146361"/>
                  </a:lnTo>
                  <a:lnTo>
                    <a:pt x="787847" y="134813"/>
                  </a:lnTo>
                  <a:lnTo>
                    <a:pt x="716225" y="123151"/>
                  </a:lnTo>
                  <a:lnTo>
                    <a:pt x="644602" y="111374"/>
                  </a:lnTo>
                  <a:lnTo>
                    <a:pt x="572980" y="99480"/>
                  </a:lnTo>
                  <a:lnTo>
                    <a:pt x="501357" y="87469"/>
                  </a:lnTo>
                  <a:lnTo>
                    <a:pt x="429735" y="75339"/>
                  </a:lnTo>
                  <a:lnTo>
                    <a:pt x="358112" y="63089"/>
                  </a:lnTo>
                  <a:lnTo>
                    <a:pt x="286490" y="50718"/>
                  </a:lnTo>
                  <a:lnTo>
                    <a:pt x="214867" y="38225"/>
                  </a:lnTo>
                  <a:lnTo>
                    <a:pt x="143245" y="25608"/>
                  </a:lnTo>
                  <a:lnTo>
                    <a:pt x="71622" y="1286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56907" y="2073503"/>
              <a:ext cx="6405771" cy="3372341"/>
            </a:xfrm>
            <a:custGeom>
              <a:avLst/>
              <a:pathLst>
                <a:path w="6405771" h="3372341">
                  <a:moveTo>
                    <a:pt x="0" y="0"/>
                  </a:moveTo>
                  <a:lnTo>
                    <a:pt x="31366" y="58858"/>
                  </a:lnTo>
                  <a:lnTo>
                    <a:pt x="102989" y="188178"/>
                  </a:lnTo>
                  <a:lnTo>
                    <a:pt x="174611" y="312616"/>
                  </a:lnTo>
                  <a:lnTo>
                    <a:pt x="246234" y="432355"/>
                  </a:lnTo>
                  <a:lnTo>
                    <a:pt x="317857" y="547573"/>
                  </a:lnTo>
                  <a:lnTo>
                    <a:pt x="389479" y="658440"/>
                  </a:lnTo>
                  <a:lnTo>
                    <a:pt x="461102" y="765121"/>
                  </a:lnTo>
                  <a:lnTo>
                    <a:pt x="532724" y="867774"/>
                  </a:lnTo>
                  <a:lnTo>
                    <a:pt x="604347" y="966551"/>
                  </a:lnTo>
                  <a:lnTo>
                    <a:pt x="675969" y="1061598"/>
                  </a:lnTo>
                  <a:lnTo>
                    <a:pt x="747592" y="1153056"/>
                  </a:lnTo>
                  <a:lnTo>
                    <a:pt x="819214" y="1241060"/>
                  </a:lnTo>
                  <a:lnTo>
                    <a:pt x="890837" y="1325742"/>
                  </a:lnTo>
                  <a:lnTo>
                    <a:pt x="962459" y="1407227"/>
                  </a:lnTo>
                  <a:lnTo>
                    <a:pt x="1034082" y="1485634"/>
                  </a:lnTo>
                  <a:lnTo>
                    <a:pt x="1105704" y="1561081"/>
                  </a:lnTo>
                  <a:lnTo>
                    <a:pt x="1177327" y="1633679"/>
                  </a:lnTo>
                  <a:lnTo>
                    <a:pt x="1248949" y="1703536"/>
                  </a:lnTo>
                  <a:lnTo>
                    <a:pt x="1320572" y="1770755"/>
                  </a:lnTo>
                  <a:lnTo>
                    <a:pt x="1392194" y="1835436"/>
                  </a:lnTo>
                  <a:lnTo>
                    <a:pt x="1463817" y="1897675"/>
                  </a:lnTo>
                  <a:lnTo>
                    <a:pt x="1535439" y="1957563"/>
                  </a:lnTo>
                  <a:lnTo>
                    <a:pt x="1607062" y="2015191"/>
                  </a:lnTo>
                  <a:lnTo>
                    <a:pt x="1678685" y="2070642"/>
                  </a:lnTo>
                  <a:lnTo>
                    <a:pt x="1750307" y="2124000"/>
                  </a:lnTo>
                  <a:lnTo>
                    <a:pt x="1821930" y="2175342"/>
                  </a:lnTo>
                  <a:lnTo>
                    <a:pt x="1893552" y="2224746"/>
                  </a:lnTo>
                  <a:lnTo>
                    <a:pt x="1965175" y="2272285"/>
                  </a:lnTo>
                  <a:lnTo>
                    <a:pt x="2036797" y="2318029"/>
                  </a:lnTo>
                  <a:lnTo>
                    <a:pt x="2108420" y="2362045"/>
                  </a:lnTo>
                  <a:lnTo>
                    <a:pt x="2180042" y="2404400"/>
                  </a:lnTo>
                  <a:lnTo>
                    <a:pt x="2251665" y="2445155"/>
                  </a:lnTo>
                  <a:lnTo>
                    <a:pt x="2323287" y="2484371"/>
                  </a:lnTo>
                  <a:lnTo>
                    <a:pt x="2394910" y="2522107"/>
                  </a:lnTo>
                  <a:lnTo>
                    <a:pt x="2466532" y="2558417"/>
                  </a:lnTo>
                  <a:lnTo>
                    <a:pt x="2538155" y="2593357"/>
                  </a:lnTo>
                  <a:lnTo>
                    <a:pt x="2609777" y="2626977"/>
                  </a:lnTo>
                  <a:lnTo>
                    <a:pt x="2681400" y="2659328"/>
                  </a:lnTo>
                  <a:lnTo>
                    <a:pt x="2753022" y="2690457"/>
                  </a:lnTo>
                  <a:lnTo>
                    <a:pt x="2824645" y="2720411"/>
                  </a:lnTo>
                  <a:lnTo>
                    <a:pt x="2896267" y="2749234"/>
                  </a:lnTo>
                  <a:lnTo>
                    <a:pt x="2967890" y="2776969"/>
                  </a:lnTo>
                  <a:lnTo>
                    <a:pt x="3039513" y="2803656"/>
                  </a:lnTo>
                  <a:lnTo>
                    <a:pt x="3111135" y="2829335"/>
                  </a:lnTo>
                  <a:lnTo>
                    <a:pt x="3182758" y="2854045"/>
                  </a:lnTo>
                  <a:lnTo>
                    <a:pt x="3254380" y="2877822"/>
                  </a:lnTo>
                  <a:lnTo>
                    <a:pt x="3326003" y="2900701"/>
                  </a:lnTo>
                  <a:lnTo>
                    <a:pt x="3397625" y="2922717"/>
                  </a:lnTo>
                  <a:lnTo>
                    <a:pt x="3469248" y="2943901"/>
                  </a:lnTo>
                  <a:lnTo>
                    <a:pt x="3540870" y="2964285"/>
                  </a:lnTo>
                  <a:lnTo>
                    <a:pt x="3612493" y="2983899"/>
                  </a:lnTo>
                  <a:lnTo>
                    <a:pt x="3684115" y="3002773"/>
                  </a:lnTo>
                  <a:lnTo>
                    <a:pt x="3755738" y="3020934"/>
                  </a:lnTo>
                  <a:lnTo>
                    <a:pt x="3827360" y="3038409"/>
                  </a:lnTo>
                  <a:lnTo>
                    <a:pt x="3898983" y="3055225"/>
                  </a:lnTo>
                  <a:lnTo>
                    <a:pt x="3970605" y="3071406"/>
                  </a:lnTo>
                  <a:lnTo>
                    <a:pt x="4042228" y="3086975"/>
                  </a:lnTo>
                  <a:lnTo>
                    <a:pt x="4113850" y="3101957"/>
                  </a:lnTo>
                  <a:lnTo>
                    <a:pt x="4185473" y="3116373"/>
                  </a:lnTo>
                  <a:lnTo>
                    <a:pt x="4257095" y="3130245"/>
                  </a:lnTo>
                  <a:lnTo>
                    <a:pt x="4328718" y="3143592"/>
                  </a:lnTo>
                  <a:lnTo>
                    <a:pt x="4400341" y="3156436"/>
                  </a:lnTo>
                  <a:lnTo>
                    <a:pt x="4471963" y="3168795"/>
                  </a:lnTo>
                  <a:lnTo>
                    <a:pt x="4543586" y="3180688"/>
                  </a:lnTo>
                  <a:lnTo>
                    <a:pt x="4615208" y="3192131"/>
                  </a:lnTo>
                  <a:lnTo>
                    <a:pt x="4686831" y="3203142"/>
                  </a:lnTo>
                  <a:lnTo>
                    <a:pt x="4758453" y="3213737"/>
                  </a:lnTo>
                  <a:lnTo>
                    <a:pt x="4830076" y="3223933"/>
                  </a:lnTo>
                  <a:lnTo>
                    <a:pt x="4901698" y="3233743"/>
                  </a:lnTo>
                  <a:lnTo>
                    <a:pt x="4973321" y="3243183"/>
                  </a:lnTo>
                  <a:lnTo>
                    <a:pt x="5044943" y="3252266"/>
                  </a:lnTo>
                  <a:lnTo>
                    <a:pt x="5116566" y="3261007"/>
                  </a:lnTo>
                  <a:lnTo>
                    <a:pt x="5188188" y="3269417"/>
                  </a:lnTo>
                  <a:lnTo>
                    <a:pt x="5259811" y="3277510"/>
                  </a:lnTo>
                  <a:lnTo>
                    <a:pt x="5331433" y="3285297"/>
                  </a:lnTo>
                  <a:lnTo>
                    <a:pt x="5403056" y="3292791"/>
                  </a:lnTo>
                  <a:lnTo>
                    <a:pt x="5474678" y="3300001"/>
                  </a:lnTo>
                  <a:lnTo>
                    <a:pt x="5546301" y="3306939"/>
                  </a:lnTo>
                  <a:lnTo>
                    <a:pt x="5617923" y="3313615"/>
                  </a:lnTo>
                  <a:lnTo>
                    <a:pt x="5689546" y="3320039"/>
                  </a:lnTo>
                  <a:lnTo>
                    <a:pt x="5761168" y="3326221"/>
                  </a:lnTo>
                  <a:lnTo>
                    <a:pt x="5832791" y="3332169"/>
                  </a:lnTo>
                  <a:lnTo>
                    <a:pt x="5904414" y="3337892"/>
                  </a:lnTo>
                  <a:lnTo>
                    <a:pt x="5976036" y="3343399"/>
                  </a:lnTo>
                  <a:lnTo>
                    <a:pt x="6047659" y="3348699"/>
                  </a:lnTo>
                  <a:lnTo>
                    <a:pt x="6119281" y="3353798"/>
                  </a:lnTo>
                  <a:lnTo>
                    <a:pt x="6190904" y="3358705"/>
                  </a:lnTo>
                  <a:lnTo>
                    <a:pt x="6262526" y="3363426"/>
                  </a:lnTo>
                  <a:lnTo>
                    <a:pt x="6334149" y="3367969"/>
                  </a:lnTo>
                  <a:lnTo>
                    <a:pt x="6405771" y="33723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(1.12-2.17), p = 0.008  |  per IQR decline (Δ = 29.9 %): 3.79 (1.41-10.21)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51405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2026-09-28T17:00:33Z</dcterms:modified>
  <cp:category/>
</cp:coreProperties>
</file>