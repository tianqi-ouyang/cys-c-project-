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8183"/>
            </a:xfrm>
            <a:custGeom>
              <a:avLst/>
              <a:pathLst>
                <a:path w="6964104" h="1248183">
                  <a:moveTo>
                    <a:pt x="1792190" y="0"/>
                  </a:moveTo>
                  <a:lnTo>
                    <a:pt x="1828956" y="44037"/>
                  </a:lnTo>
                  <a:lnTo>
                    <a:pt x="1899301" y="122822"/>
                  </a:lnTo>
                  <a:lnTo>
                    <a:pt x="1969645" y="196490"/>
                  </a:lnTo>
                  <a:lnTo>
                    <a:pt x="2039990" y="265374"/>
                  </a:lnTo>
                  <a:lnTo>
                    <a:pt x="2110334" y="329785"/>
                  </a:lnTo>
                  <a:lnTo>
                    <a:pt x="2180679" y="390013"/>
                  </a:lnTo>
                  <a:lnTo>
                    <a:pt x="2251023" y="446330"/>
                  </a:lnTo>
                  <a:lnTo>
                    <a:pt x="2321368" y="498989"/>
                  </a:lnTo>
                  <a:lnTo>
                    <a:pt x="2391712" y="548228"/>
                  </a:lnTo>
                  <a:lnTo>
                    <a:pt x="2462057" y="594270"/>
                  </a:lnTo>
                  <a:lnTo>
                    <a:pt x="2532401" y="637322"/>
                  </a:lnTo>
                  <a:lnTo>
                    <a:pt x="2602746" y="677578"/>
                  </a:lnTo>
                  <a:lnTo>
                    <a:pt x="2673090" y="715220"/>
                  </a:lnTo>
                  <a:lnTo>
                    <a:pt x="2743435" y="750417"/>
                  </a:lnTo>
                  <a:lnTo>
                    <a:pt x="2813779" y="783328"/>
                  </a:lnTo>
                  <a:lnTo>
                    <a:pt x="2884124" y="814102"/>
                  </a:lnTo>
                  <a:lnTo>
                    <a:pt x="2954468" y="842878"/>
                  </a:lnTo>
                  <a:lnTo>
                    <a:pt x="3024813" y="869785"/>
                  </a:lnTo>
                  <a:lnTo>
                    <a:pt x="3095157" y="894944"/>
                  </a:lnTo>
                  <a:lnTo>
                    <a:pt x="3165502" y="918470"/>
                  </a:lnTo>
                  <a:lnTo>
                    <a:pt x="3235846" y="940468"/>
                  </a:lnTo>
                  <a:lnTo>
                    <a:pt x="3306191" y="958334"/>
                  </a:lnTo>
                  <a:lnTo>
                    <a:pt x="3376535" y="961259"/>
                  </a:lnTo>
                  <a:lnTo>
                    <a:pt x="3446880" y="964155"/>
                  </a:lnTo>
                  <a:lnTo>
                    <a:pt x="3517224" y="967023"/>
                  </a:lnTo>
                  <a:lnTo>
                    <a:pt x="3587569" y="969863"/>
                  </a:lnTo>
                  <a:lnTo>
                    <a:pt x="3657913" y="972675"/>
                  </a:lnTo>
                  <a:lnTo>
                    <a:pt x="3728257" y="975459"/>
                  </a:lnTo>
                  <a:lnTo>
                    <a:pt x="3798602" y="978217"/>
                  </a:lnTo>
                  <a:lnTo>
                    <a:pt x="3868946" y="980947"/>
                  </a:lnTo>
                  <a:lnTo>
                    <a:pt x="3939291" y="983650"/>
                  </a:lnTo>
                  <a:lnTo>
                    <a:pt x="4009635" y="986328"/>
                  </a:lnTo>
                  <a:lnTo>
                    <a:pt x="4079980" y="988978"/>
                  </a:lnTo>
                  <a:lnTo>
                    <a:pt x="4150324" y="991603"/>
                  </a:lnTo>
                  <a:lnTo>
                    <a:pt x="4220669" y="994203"/>
                  </a:lnTo>
                  <a:lnTo>
                    <a:pt x="4291013" y="996776"/>
                  </a:lnTo>
                  <a:lnTo>
                    <a:pt x="4361358" y="999325"/>
                  </a:lnTo>
                  <a:lnTo>
                    <a:pt x="4431702" y="1001849"/>
                  </a:lnTo>
                  <a:lnTo>
                    <a:pt x="4502047" y="1004348"/>
                  </a:lnTo>
                  <a:lnTo>
                    <a:pt x="4572391" y="1006822"/>
                  </a:lnTo>
                  <a:lnTo>
                    <a:pt x="4642736" y="1009273"/>
                  </a:lnTo>
                  <a:lnTo>
                    <a:pt x="4713080" y="1011699"/>
                  </a:lnTo>
                  <a:lnTo>
                    <a:pt x="4783425" y="1014102"/>
                  </a:lnTo>
                  <a:lnTo>
                    <a:pt x="4853769" y="1016481"/>
                  </a:lnTo>
                  <a:lnTo>
                    <a:pt x="4924114" y="1018836"/>
                  </a:lnTo>
                  <a:lnTo>
                    <a:pt x="4994458" y="1021169"/>
                  </a:lnTo>
                  <a:lnTo>
                    <a:pt x="5064803" y="1023479"/>
                  </a:lnTo>
                  <a:lnTo>
                    <a:pt x="5135147" y="1025766"/>
                  </a:lnTo>
                  <a:lnTo>
                    <a:pt x="5205492" y="1028031"/>
                  </a:lnTo>
                  <a:lnTo>
                    <a:pt x="5275836" y="1030274"/>
                  </a:lnTo>
                  <a:lnTo>
                    <a:pt x="5346181" y="1032495"/>
                  </a:lnTo>
                  <a:lnTo>
                    <a:pt x="5416525" y="1034694"/>
                  </a:lnTo>
                  <a:lnTo>
                    <a:pt x="5486870" y="1036871"/>
                  </a:lnTo>
                  <a:lnTo>
                    <a:pt x="5557214" y="1039028"/>
                  </a:lnTo>
                  <a:lnTo>
                    <a:pt x="5627559" y="1041163"/>
                  </a:lnTo>
                  <a:lnTo>
                    <a:pt x="5697903" y="1043277"/>
                  </a:lnTo>
                  <a:lnTo>
                    <a:pt x="5768248" y="1045371"/>
                  </a:lnTo>
                  <a:lnTo>
                    <a:pt x="5838592" y="1047444"/>
                  </a:lnTo>
                  <a:lnTo>
                    <a:pt x="5908937" y="1049496"/>
                  </a:lnTo>
                  <a:lnTo>
                    <a:pt x="5979281" y="1051529"/>
                  </a:lnTo>
                  <a:lnTo>
                    <a:pt x="6049626" y="1053542"/>
                  </a:lnTo>
                  <a:lnTo>
                    <a:pt x="6119970" y="1055535"/>
                  </a:lnTo>
                  <a:lnTo>
                    <a:pt x="6190315" y="1057509"/>
                  </a:lnTo>
                  <a:lnTo>
                    <a:pt x="6260659" y="1059463"/>
                  </a:lnTo>
                  <a:lnTo>
                    <a:pt x="6331004" y="1061398"/>
                  </a:lnTo>
                  <a:lnTo>
                    <a:pt x="6401348" y="1063314"/>
                  </a:lnTo>
                  <a:lnTo>
                    <a:pt x="6471693" y="1065212"/>
                  </a:lnTo>
                  <a:lnTo>
                    <a:pt x="6542037" y="1067091"/>
                  </a:lnTo>
                  <a:lnTo>
                    <a:pt x="6612382" y="1068951"/>
                  </a:lnTo>
                  <a:lnTo>
                    <a:pt x="6682726" y="1070793"/>
                  </a:lnTo>
                  <a:lnTo>
                    <a:pt x="6753071" y="1072618"/>
                  </a:lnTo>
                  <a:lnTo>
                    <a:pt x="6823415" y="1074424"/>
                  </a:lnTo>
                  <a:lnTo>
                    <a:pt x="6893760" y="1076213"/>
                  </a:lnTo>
                  <a:lnTo>
                    <a:pt x="6964104" y="1077984"/>
                  </a:lnTo>
                  <a:lnTo>
                    <a:pt x="6964104" y="1248183"/>
                  </a:lnTo>
                  <a:lnTo>
                    <a:pt x="6893760" y="1247557"/>
                  </a:lnTo>
                  <a:lnTo>
                    <a:pt x="6823415" y="1246887"/>
                  </a:lnTo>
                  <a:lnTo>
                    <a:pt x="6753071" y="1246170"/>
                  </a:lnTo>
                  <a:lnTo>
                    <a:pt x="6682726" y="1245404"/>
                  </a:lnTo>
                  <a:lnTo>
                    <a:pt x="6612382" y="1244585"/>
                  </a:lnTo>
                  <a:lnTo>
                    <a:pt x="6542037" y="1243709"/>
                  </a:lnTo>
                  <a:lnTo>
                    <a:pt x="6471693" y="1242771"/>
                  </a:lnTo>
                  <a:lnTo>
                    <a:pt x="6401348" y="1241769"/>
                  </a:lnTo>
                  <a:lnTo>
                    <a:pt x="6331004" y="1240697"/>
                  </a:lnTo>
                  <a:lnTo>
                    <a:pt x="6260659" y="1239551"/>
                  </a:lnTo>
                  <a:lnTo>
                    <a:pt x="6190315" y="1238325"/>
                  </a:lnTo>
                  <a:lnTo>
                    <a:pt x="6119970" y="1237014"/>
                  </a:lnTo>
                  <a:lnTo>
                    <a:pt x="6049626" y="1235612"/>
                  </a:lnTo>
                  <a:lnTo>
                    <a:pt x="5979281" y="1234113"/>
                  </a:lnTo>
                  <a:lnTo>
                    <a:pt x="5908937" y="1232509"/>
                  </a:lnTo>
                  <a:lnTo>
                    <a:pt x="5838592" y="1230794"/>
                  </a:lnTo>
                  <a:lnTo>
                    <a:pt x="5768248" y="1228960"/>
                  </a:lnTo>
                  <a:lnTo>
                    <a:pt x="5697903" y="1226999"/>
                  </a:lnTo>
                  <a:lnTo>
                    <a:pt x="5627559" y="1224901"/>
                  </a:lnTo>
                  <a:lnTo>
                    <a:pt x="5557214" y="1222658"/>
                  </a:lnTo>
                  <a:lnTo>
                    <a:pt x="5486870" y="1220259"/>
                  </a:lnTo>
                  <a:lnTo>
                    <a:pt x="5416525" y="1217693"/>
                  </a:lnTo>
                  <a:lnTo>
                    <a:pt x="5346181" y="1214949"/>
                  </a:lnTo>
                  <a:lnTo>
                    <a:pt x="5275836" y="1212014"/>
                  </a:lnTo>
                  <a:lnTo>
                    <a:pt x="5205492" y="1208876"/>
                  </a:lnTo>
                  <a:lnTo>
                    <a:pt x="5135147" y="1205520"/>
                  </a:lnTo>
                  <a:lnTo>
                    <a:pt x="5064803" y="1201930"/>
                  </a:lnTo>
                  <a:lnTo>
                    <a:pt x="4994458" y="1198091"/>
                  </a:lnTo>
                  <a:lnTo>
                    <a:pt x="4924114" y="1193986"/>
                  </a:lnTo>
                  <a:lnTo>
                    <a:pt x="4853769" y="1189596"/>
                  </a:lnTo>
                  <a:lnTo>
                    <a:pt x="4783425" y="1184900"/>
                  </a:lnTo>
                  <a:lnTo>
                    <a:pt x="4713080" y="1179879"/>
                  </a:lnTo>
                  <a:lnTo>
                    <a:pt x="4642736" y="1174509"/>
                  </a:lnTo>
                  <a:lnTo>
                    <a:pt x="4572391" y="1168765"/>
                  </a:lnTo>
                  <a:lnTo>
                    <a:pt x="4502047" y="1162623"/>
                  </a:lnTo>
                  <a:lnTo>
                    <a:pt x="4431702" y="1156055"/>
                  </a:lnTo>
                  <a:lnTo>
                    <a:pt x="4361358" y="1149030"/>
                  </a:lnTo>
                  <a:lnTo>
                    <a:pt x="4291013" y="1141517"/>
                  </a:lnTo>
                  <a:lnTo>
                    <a:pt x="4220669" y="1133483"/>
                  </a:lnTo>
                  <a:lnTo>
                    <a:pt x="4150324" y="1124890"/>
                  </a:lnTo>
                  <a:lnTo>
                    <a:pt x="4079980" y="1115701"/>
                  </a:lnTo>
                  <a:lnTo>
                    <a:pt x="4009635" y="1105873"/>
                  </a:lnTo>
                  <a:lnTo>
                    <a:pt x="3939291" y="1095363"/>
                  </a:lnTo>
                  <a:lnTo>
                    <a:pt x="3868946" y="1084123"/>
                  </a:lnTo>
                  <a:lnTo>
                    <a:pt x="3798602" y="1072102"/>
                  </a:lnTo>
                  <a:lnTo>
                    <a:pt x="3728257" y="1059247"/>
                  </a:lnTo>
                  <a:lnTo>
                    <a:pt x="3657913" y="1045499"/>
                  </a:lnTo>
                  <a:lnTo>
                    <a:pt x="3587569" y="1030795"/>
                  </a:lnTo>
                  <a:lnTo>
                    <a:pt x="3517224" y="1015071"/>
                  </a:lnTo>
                  <a:lnTo>
                    <a:pt x="3446880" y="998255"/>
                  </a:lnTo>
                  <a:lnTo>
                    <a:pt x="3376535" y="980270"/>
                  </a:lnTo>
                  <a:lnTo>
                    <a:pt x="3306191" y="961037"/>
                  </a:lnTo>
                  <a:lnTo>
                    <a:pt x="3235846" y="955380"/>
                  </a:lnTo>
                  <a:lnTo>
                    <a:pt x="3165502" y="952397"/>
                  </a:lnTo>
                  <a:lnTo>
                    <a:pt x="3095157" y="949385"/>
                  </a:lnTo>
                  <a:lnTo>
                    <a:pt x="3024813" y="946343"/>
                  </a:lnTo>
                  <a:lnTo>
                    <a:pt x="2954468" y="943271"/>
                  </a:lnTo>
                  <a:lnTo>
                    <a:pt x="2884124" y="940168"/>
                  </a:lnTo>
                  <a:lnTo>
                    <a:pt x="2813779" y="937035"/>
                  </a:lnTo>
                  <a:lnTo>
                    <a:pt x="2743435" y="933870"/>
                  </a:lnTo>
                  <a:lnTo>
                    <a:pt x="2673090" y="930675"/>
                  </a:lnTo>
                  <a:lnTo>
                    <a:pt x="2602746" y="927448"/>
                  </a:lnTo>
                  <a:lnTo>
                    <a:pt x="2532401" y="924189"/>
                  </a:lnTo>
                  <a:lnTo>
                    <a:pt x="2462057" y="920898"/>
                  </a:lnTo>
                  <a:lnTo>
                    <a:pt x="2391712" y="917574"/>
                  </a:lnTo>
                  <a:lnTo>
                    <a:pt x="2321368" y="914217"/>
                  </a:lnTo>
                  <a:lnTo>
                    <a:pt x="2251023" y="910828"/>
                  </a:lnTo>
                  <a:lnTo>
                    <a:pt x="2180679" y="907404"/>
                  </a:lnTo>
                  <a:lnTo>
                    <a:pt x="2110334" y="903947"/>
                  </a:lnTo>
                  <a:lnTo>
                    <a:pt x="2039990" y="900456"/>
                  </a:lnTo>
                  <a:lnTo>
                    <a:pt x="1969645" y="896930"/>
                  </a:lnTo>
                  <a:lnTo>
                    <a:pt x="1899301" y="893370"/>
                  </a:lnTo>
                  <a:lnTo>
                    <a:pt x="1828956" y="889774"/>
                  </a:lnTo>
                  <a:lnTo>
                    <a:pt x="1758612" y="886142"/>
                  </a:lnTo>
                  <a:lnTo>
                    <a:pt x="1688267" y="882475"/>
                  </a:lnTo>
                  <a:lnTo>
                    <a:pt x="1617923" y="878772"/>
                  </a:lnTo>
                  <a:lnTo>
                    <a:pt x="1547578" y="875032"/>
                  </a:lnTo>
                  <a:lnTo>
                    <a:pt x="1477234" y="871255"/>
                  </a:lnTo>
                  <a:lnTo>
                    <a:pt x="1406889" y="867440"/>
                  </a:lnTo>
                  <a:lnTo>
                    <a:pt x="1336545" y="863588"/>
                  </a:lnTo>
                  <a:lnTo>
                    <a:pt x="1266200" y="859698"/>
                  </a:lnTo>
                  <a:lnTo>
                    <a:pt x="1195856" y="855769"/>
                  </a:lnTo>
                  <a:lnTo>
                    <a:pt x="1125511" y="851802"/>
                  </a:lnTo>
                  <a:lnTo>
                    <a:pt x="1055167" y="847795"/>
                  </a:lnTo>
                  <a:lnTo>
                    <a:pt x="984822" y="843749"/>
                  </a:lnTo>
                  <a:lnTo>
                    <a:pt x="914478" y="839663"/>
                  </a:lnTo>
                  <a:lnTo>
                    <a:pt x="844133" y="835536"/>
                  </a:lnTo>
                  <a:lnTo>
                    <a:pt x="773789" y="831369"/>
                  </a:lnTo>
                  <a:lnTo>
                    <a:pt x="703444" y="827160"/>
                  </a:lnTo>
                  <a:lnTo>
                    <a:pt x="633100" y="822910"/>
                  </a:lnTo>
                  <a:lnTo>
                    <a:pt x="562755" y="818618"/>
                  </a:lnTo>
                  <a:lnTo>
                    <a:pt x="492411" y="814284"/>
                  </a:lnTo>
                  <a:lnTo>
                    <a:pt x="422066" y="809906"/>
                  </a:lnTo>
                  <a:lnTo>
                    <a:pt x="351722" y="805486"/>
                  </a:lnTo>
                  <a:lnTo>
                    <a:pt x="281377" y="801021"/>
                  </a:lnTo>
                  <a:lnTo>
                    <a:pt x="211033" y="796513"/>
                  </a:lnTo>
                  <a:lnTo>
                    <a:pt x="140688" y="791960"/>
                  </a:lnTo>
                  <a:lnTo>
                    <a:pt x="70344" y="787362"/>
                  </a:lnTo>
                  <a:lnTo>
                    <a:pt x="0" y="7827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7502" y="2143092"/>
              <a:ext cx="5171913" cy="1077984"/>
            </a:xfrm>
            <a:custGeom>
              <a:avLst/>
              <a:pathLst>
                <a:path w="5171913" h="1077984">
                  <a:moveTo>
                    <a:pt x="0" y="0"/>
                  </a:moveTo>
                  <a:lnTo>
                    <a:pt x="36765" y="44037"/>
                  </a:lnTo>
                  <a:lnTo>
                    <a:pt x="107110" y="122822"/>
                  </a:lnTo>
                  <a:lnTo>
                    <a:pt x="177454" y="196490"/>
                  </a:lnTo>
                  <a:lnTo>
                    <a:pt x="247799" y="265374"/>
                  </a:lnTo>
                  <a:lnTo>
                    <a:pt x="318143" y="329785"/>
                  </a:lnTo>
                  <a:lnTo>
                    <a:pt x="388488" y="390013"/>
                  </a:lnTo>
                  <a:lnTo>
                    <a:pt x="458832" y="446330"/>
                  </a:lnTo>
                  <a:lnTo>
                    <a:pt x="529177" y="498989"/>
                  </a:lnTo>
                  <a:lnTo>
                    <a:pt x="599521" y="548228"/>
                  </a:lnTo>
                  <a:lnTo>
                    <a:pt x="669866" y="594270"/>
                  </a:lnTo>
                  <a:lnTo>
                    <a:pt x="740210" y="637322"/>
                  </a:lnTo>
                  <a:lnTo>
                    <a:pt x="810555" y="677578"/>
                  </a:lnTo>
                  <a:lnTo>
                    <a:pt x="880899" y="715220"/>
                  </a:lnTo>
                  <a:lnTo>
                    <a:pt x="951244" y="750417"/>
                  </a:lnTo>
                  <a:lnTo>
                    <a:pt x="1021588" y="783328"/>
                  </a:lnTo>
                  <a:lnTo>
                    <a:pt x="1091933" y="814102"/>
                  </a:lnTo>
                  <a:lnTo>
                    <a:pt x="1162277" y="842878"/>
                  </a:lnTo>
                  <a:lnTo>
                    <a:pt x="1232622" y="869785"/>
                  </a:lnTo>
                  <a:lnTo>
                    <a:pt x="1302966" y="894944"/>
                  </a:lnTo>
                  <a:lnTo>
                    <a:pt x="1373311" y="918470"/>
                  </a:lnTo>
                  <a:lnTo>
                    <a:pt x="1443655" y="940468"/>
                  </a:lnTo>
                  <a:lnTo>
                    <a:pt x="1514000" y="958334"/>
                  </a:lnTo>
                  <a:lnTo>
                    <a:pt x="1584344" y="961259"/>
                  </a:lnTo>
                  <a:lnTo>
                    <a:pt x="1654689" y="964155"/>
                  </a:lnTo>
                  <a:lnTo>
                    <a:pt x="1725033" y="967023"/>
                  </a:lnTo>
                  <a:lnTo>
                    <a:pt x="1795378" y="969863"/>
                  </a:lnTo>
                  <a:lnTo>
                    <a:pt x="1865722" y="972675"/>
                  </a:lnTo>
                  <a:lnTo>
                    <a:pt x="1936067" y="975459"/>
                  </a:lnTo>
                  <a:lnTo>
                    <a:pt x="2006411" y="978217"/>
                  </a:lnTo>
                  <a:lnTo>
                    <a:pt x="2076756" y="980947"/>
                  </a:lnTo>
                  <a:lnTo>
                    <a:pt x="2147100" y="983650"/>
                  </a:lnTo>
                  <a:lnTo>
                    <a:pt x="2217445" y="986328"/>
                  </a:lnTo>
                  <a:lnTo>
                    <a:pt x="2287789" y="988978"/>
                  </a:lnTo>
                  <a:lnTo>
                    <a:pt x="2358134" y="991603"/>
                  </a:lnTo>
                  <a:lnTo>
                    <a:pt x="2428478" y="994203"/>
                  </a:lnTo>
                  <a:lnTo>
                    <a:pt x="2498823" y="996776"/>
                  </a:lnTo>
                  <a:lnTo>
                    <a:pt x="2569167" y="999325"/>
                  </a:lnTo>
                  <a:lnTo>
                    <a:pt x="2639512" y="1001849"/>
                  </a:lnTo>
                  <a:lnTo>
                    <a:pt x="2709856" y="1004348"/>
                  </a:lnTo>
                  <a:lnTo>
                    <a:pt x="2780201" y="1006822"/>
                  </a:lnTo>
                  <a:lnTo>
                    <a:pt x="2850545" y="1009273"/>
                  </a:lnTo>
                  <a:lnTo>
                    <a:pt x="2920890" y="1011699"/>
                  </a:lnTo>
                  <a:lnTo>
                    <a:pt x="2991234" y="1014102"/>
                  </a:lnTo>
                  <a:lnTo>
                    <a:pt x="3061579" y="1016481"/>
                  </a:lnTo>
                  <a:lnTo>
                    <a:pt x="3131923" y="1018836"/>
                  </a:lnTo>
                  <a:lnTo>
                    <a:pt x="3202268" y="1021169"/>
                  </a:lnTo>
                  <a:lnTo>
                    <a:pt x="3272612" y="1023479"/>
                  </a:lnTo>
                  <a:lnTo>
                    <a:pt x="3342957" y="1025766"/>
                  </a:lnTo>
                  <a:lnTo>
                    <a:pt x="3413301" y="1028031"/>
                  </a:lnTo>
                  <a:lnTo>
                    <a:pt x="3483645" y="1030274"/>
                  </a:lnTo>
                  <a:lnTo>
                    <a:pt x="3553990" y="1032495"/>
                  </a:lnTo>
                  <a:lnTo>
                    <a:pt x="3624334" y="1034694"/>
                  </a:lnTo>
                  <a:lnTo>
                    <a:pt x="3694679" y="1036871"/>
                  </a:lnTo>
                  <a:lnTo>
                    <a:pt x="3765023" y="1039028"/>
                  </a:lnTo>
                  <a:lnTo>
                    <a:pt x="3835368" y="1041163"/>
                  </a:lnTo>
                  <a:lnTo>
                    <a:pt x="3905712" y="1043277"/>
                  </a:lnTo>
                  <a:lnTo>
                    <a:pt x="3976057" y="1045371"/>
                  </a:lnTo>
                  <a:lnTo>
                    <a:pt x="4046401" y="1047444"/>
                  </a:lnTo>
                  <a:lnTo>
                    <a:pt x="4116746" y="1049496"/>
                  </a:lnTo>
                  <a:lnTo>
                    <a:pt x="4187090" y="1051529"/>
                  </a:lnTo>
                  <a:lnTo>
                    <a:pt x="4257435" y="1053542"/>
                  </a:lnTo>
                  <a:lnTo>
                    <a:pt x="4327779" y="1055535"/>
                  </a:lnTo>
                  <a:lnTo>
                    <a:pt x="4398124" y="1057509"/>
                  </a:lnTo>
                  <a:lnTo>
                    <a:pt x="4468468" y="1059463"/>
                  </a:lnTo>
                  <a:lnTo>
                    <a:pt x="4538813" y="1061398"/>
                  </a:lnTo>
                  <a:lnTo>
                    <a:pt x="4609157" y="1063314"/>
                  </a:lnTo>
                  <a:lnTo>
                    <a:pt x="4679502" y="1065212"/>
                  </a:lnTo>
                  <a:lnTo>
                    <a:pt x="4749846" y="1067091"/>
                  </a:lnTo>
                  <a:lnTo>
                    <a:pt x="4820191" y="1068951"/>
                  </a:lnTo>
                  <a:lnTo>
                    <a:pt x="4890535" y="1070793"/>
                  </a:lnTo>
                  <a:lnTo>
                    <a:pt x="4960880" y="1072618"/>
                  </a:lnTo>
                  <a:lnTo>
                    <a:pt x="5031224" y="1074424"/>
                  </a:lnTo>
                  <a:lnTo>
                    <a:pt x="5101569" y="1076213"/>
                  </a:lnTo>
                  <a:lnTo>
                    <a:pt x="5171913" y="1077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25810"/>
              <a:ext cx="6964104" cy="465464"/>
            </a:xfrm>
            <a:custGeom>
              <a:avLst/>
              <a:pathLst>
                <a:path w="6964104" h="465464">
                  <a:moveTo>
                    <a:pt x="6964104" y="465464"/>
                  </a:moveTo>
                  <a:lnTo>
                    <a:pt x="6893760" y="464838"/>
                  </a:lnTo>
                  <a:lnTo>
                    <a:pt x="6823415" y="464168"/>
                  </a:lnTo>
                  <a:lnTo>
                    <a:pt x="6753071" y="463452"/>
                  </a:lnTo>
                  <a:lnTo>
                    <a:pt x="6682726" y="462686"/>
                  </a:lnTo>
                  <a:lnTo>
                    <a:pt x="6612382" y="461866"/>
                  </a:lnTo>
                  <a:lnTo>
                    <a:pt x="6542037" y="460990"/>
                  </a:lnTo>
                  <a:lnTo>
                    <a:pt x="6471693" y="460053"/>
                  </a:lnTo>
                  <a:lnTo>
                    <a:pt x="6401348" y="459051"/>
                  </a:lnTo>
                  <a:lnTo>
                    <a:pt x="6331004" y="457979"/>
                  </a:lnTo>
                  <a:lnTo>
                    <a:pt x="6260659" y="456833"/>
                  </a:lnTo>
                  <a:lnTo>
                    <a:pt x="6190315" y="455607"/>
                  </a:lnTo>
                  <a:lnTo>
                    <a:pt x="6119970" y="454296"/>
                  </a:lnTo>
                  <a:lnTo>
                    <a:pt x="6049626" y="452894"/>
                  </a:lnTo>
                  <a:lnTo>
                    <a:pt x="5979281" y="451394"/>
                  </a:lnTo>
                  <a:lnTo>
                    <a:pt x="5908937" y="449791"/>
                  </a:lnTo>
                  <a:lnTo>
                    <a:pt x="5838592" y="448076"/>
                  </a:lnTo>
                  <a:lnTo>
                    <a:pt x="5768248" y="446242"/>
                  </a:lnTo>
                  <a:lnTo>
                    <a:pt x="5697903" y="444280"/>
                  </a:lnTo>
                  <a:lnTo>
                    <a:pt x="5627559" y="442183"/>
                  </a:lnTo>
                  <a:lnTo>
                    <a:pt x="5557214" y="439939"/>
                  </a:lnTo>
                  <a:lnTo>
                    <a:pt x="5486870" y="437540"/>
                  </a:lnTo>
                  <a:lnTo>
                    <a:pt x="5416525" y="434974"/>
                  </a:lnTo>
                  <a:lnTo>
                    <a:pt x="5346181" y="432230"/>
                  </a:lnTo>
                  <a:lnTo>
                    <a:pt x="5275836" y="429296"/>
                  </a:lnTo>
                  <a:lnTo>
                    <a:pt x="5205492" y="426157"/>
                  </a:lnTo>
                  <a:lnTo>
                    <a:pt x="5135147" y="422801"/>
                  </a:lnTo>
                  <a:lnTo>
                    <a:pt x="5064803" y="419212"/>
                  </a:lnTo>
                  <a:lnTo>
                    <a:pt x="4994458" y="415373"/>
                  </a:lnTo>
                  <a:lnTo>
                    <a:pt x="4924114" y="411268"/>
                  </a:lnTo>
                  <a:lnTo>
                    <a:pt x="4853769" y="406877"/>
                  </a:lnTo>
                  <a:lnTo>
                    <a:pt x="4783425" y="402182"/>
                  </a:lnTo>
                  <a:lnTo>
                    <a:pt x="4713080" y="397160"/>
                  </a:lnTo>
                  <a:lnTo>
                    <a:pt x="4642736" y="391790"/>
                  </a:lnTo>
                  <a:lnTo>
                    <a:pt x="4572391" y="386047"/>
                  </a:lnTo>
                  <a:lnTo>
                    <a:pt x="4502047" y="379905"/>
                  </a:lnTo>
                  <a:lnTo>
                    <a:pt x="4431702" y="373336"/>
                  </a:lnTo>
                  <a:lnTo>
                    <a:pt x="4361358" y="366311"/>
                  </a:lnTo>
                  <a:lnTo>
                    <a:pt x="4291013" y="358798"/>
                  </a:lnTo>
                  <a:lnTo>
                    <a:pt x="4220669" y="350764"/>
                  </a:lnTo>
                  <a:lnTo>
                    <a:pt x="4150324" y="342171"/>
                  </a:lnTo>
                  <a:lnTo>
                    <a:pt x="4079980" y="332982"/>
                  </a:lnTo>
                  <a:lnTo>
                    <a:pt x="4009635" y="323155"/>
                  </a:lnTo>
                  <a:lnTo>
                    <a:pt x="3939291" y="312645"/>
                  </a:lnTo>
                  <a:lnTo>
                    <a:pt x="3868946" y="301405"/>
                  </a:lnTo>
                  <a:lnTo>
                    <a:pt x="3798602" y="289384"/>
                  </a:lnTo>
                  <a:lnTo>
                    <a:pt x="3728257" y="276528"/>
                  </a:lnTo>
                  <a:lnTo>
                    <a:pt x="3657913" y="262780"/>
                  </a:lnTo>
                  <a:lnTo>
                    <a:pt x="3587569" y="248077"/>
                  </a:lnTo>
                  <a:lnTo>
                    <a:pt x="3517224" y="232353"/>
                  </a:lnTo>
                  <a:lnTo>
                    <a:pt x="3446880" y="215536"/>
                  </a:lnTo>
                  <a:lnTo>
                    <a:pt x="3376535" y="197552"/>
                  </a:lnTo>
                  <a:lnTo>
                    <a:pt x="3306191" y="178318"/>
                  </a:lnTo>
                  <a:lnTo>
                    <a:pt x="3235846" y="172662"/>
                  </a:lnTo>
                  <a:lnTo>
                    <a:pt x="3165502" y="169679"/>
                  </a:lnTo>
                  <a:lnTo>
                    <a:pt x="3095157" y="166667"/>
                  </a:lnTo>
                  <a:lnTo>
                    <a:pt x="3024813" y="163624"/>
                  </a:lnTo>
                  <a:lnTo>
                    <a:pt x="2954468" y="160552"/>
                  </a:lnTo>
                  <a:lnTo>
                    <a:pt x="2884124" y="157449"/>
                  </a:lnTo>
                  <a:lnTo>
                    <a:pt x="2813779" y="154316"/>
                  </a:lnTo>
                  <a:lnTo>
                    <a:pt x="2743435" y="151152"/>
                  </a:lnTo>
                  <a:lnTo>
                    <a:pt x="2673090" y="147956"/>
                  </a:lnTo>
                  <a:lnTo>
                    <a:pt x="2602746" y="144729"/>
                  </a:lnTo>
                  <a:lnTo>
                    <a:pt x="2532401" y="141470"/>
                  </a:lnTo>
                  <a:lnTo>
                    <a:pt x="2462057" y="138179"/>
                  </a:lnTo>
                  <a:lnTo>
                    <a:pt x="2391712" y="134855"/>
                  </a:lnTo>
                  <a:lnTo>
                    <a:pt x="2321368" y="131499"/>
                  </a:lnTo>
                  <a:lnTo>
                    <a:pt x="2251023" y="128109"/>
                  </a:lnTo>
                  <a:lnTo>
                    <a:pt x="2180679" y="124686"/>
                  </a:lnTo>
                  <a:lnTo>
                    <a:pt x="2110334" y="121229"/>
                  </a:lnTo>
                  <a:lnTo>
                    <a:pt x="2039990" y="117737"/>
                  </a:lnTo>
                  <a:lnTo>
                    <a:pt x="1969645" y="114212"/>
                  </a:lnTo>
                  <a:lnTo>
                    <a:pt x="1899301" y="110651"/>
                  </a:lnTo>
                  <a:lnTo>
                    <a:pt x="1828956" y="107055"/>
                  </a:lnTo>
                  <a:lnTo>
                    <a:pt x="1758612" y="103424"/>
                  </a:lnTo>
                  <a:lnTo>
                    <a:pt x="1688267" y="99757"/>
                  </a:lnTo>
                  <a:lnTo>
                    <a:pt x="1617923" y="96053"/>
                  </a:lnTo>
                  <a:lnTo>
                    <a:pt x="1547578" y="92313"/>
                  </a:lnTo>
                  <a:lnTo>
                    <a:pt x="1477234" y="88536"/>
                  </a:lnTo>
                  <a:lnTo>
                    <a:pt x="1406889" y="84722"/>
                  </a:lnTo>
                  <a:lnTo>
                    <a:pt x="1336545" y="80870"/>
                  </a:lnTo>
                  <a:lnTo>
                    <a:pt x="1266200" y="76979"/>
                  </a:lnTo>
                  <a:lnTo>
                    <a:pt x="1195856" y="73051"/>
                  </a:lnTo>
                  <a:lnTo>
                    <a:pt x="1125511" y="69083"/>
                  </a:lnTo>
                  <a:lnTo>
                    <a:pt x="1055167" y="65077"/>
                  </a:lnTo>
                  <a:lnTo>
                    <a:pt x="984822" y="61031"/>
                  </a:lnTo>
                  <a:lnTo>
                    <a:pt x="914478" y="56944"/>
                  </a:lnTo>
                  <a:lnTo>
                    <a:pt x="844133" y="52818"/>
                  </a:lnTo>
                  <a:lnTo>
                    <a:pt x="773789" y="48650"/>
                  </a:lnTo>
                  <a:lnTo>
                    <a:pt x="703444" y="44442"/>
                  </a:lnTo>
                  <a:lnTo>
                    <a:pt x="633100" y="40192"/>
                  </a:lnTo>
                  <a:lnTo>
                    <a:pt x="562755" y="35900"/>
                  </a:lnTo>
                  <a:lnTo>
                    <a:pt x="492411" y="31565"/>
                  </a:lnTo>
                  <a:lnTo>
                    <a:pt x="422066" y="27188"/>
                  </a:lnTo>
                  <a:lnTo>
                    <a:pt x="351722" y="22767"/>
                  </a:lnTo>
                  <a:lnTo>
                    <a:pt x="281377" y="18303"/>
                  </a:lnTo>
                  <a:lnTo>
                    <a:pt x="211033" y="13794"/>
                  </a:lnTo>
                  <a:lnTo>
                    <a:pt x="140688" y="9241"/>
                  </a:lnTo>
                  <a:lnTo>
                    <a:pt x="70344" y="46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07949" y="2143092"/>
              <a:ext cx="6291466" cy="1216998"/>
            </a:xfrm>
            <a:custGeom>
              <a:avLst/>
              <a:pathLst>
                <a:path w="6291466" h="1216998">
                  <a:moveTo>
                    <a:pt x="0" y="0"/>
                  </a:moveTo>
                  <a:lnTo>
                    <a:pt x="30807" y="21240"/>
                  </a:lnTo>
                  <a:lnTo>
                    <a:pt x="101151" y="67909"/>
                  </a:lnTo>
                  <a:lnTo>
                    <a:pt x="171496" y="112815"/>
                  </a:lnTo>
                  <a:lnTo>
                    <a:pt x="241840" y="156026"/>
                  </a:lnTo>
                  <a:lnTo>
                    <a:pt x="312185" y="197606"/>
                  </a:lnTo>
                  <a:lnTo>
                    <a:pt x="382529" y="237615"/>
                  </a:lnTo>
                  <a:lnTo>
                    <a:pt x="452874" y="276114"/>
                  </a:lnTo>
                  <a:lnTo>
                    <a:pt x="523218" y="313159"/>
                  </a:lnTo>
                  <a:lnTo>
                    <a:pt x="593563" y="348805"/>
                  </a:lnTo>
                  <a:lnTo>
                    <a:pt x="663907" y="383105"/>
                  </a:lnTo>
                  <a:lnTo>
                    <a:pt x="734252" y="416110"/>
                  </a:lnTo>
                  <a:lnTo>
                    <a:pt x="804596" y="447869"/>
                  </a:lnTo>
                  <a:lnTo>
                    <a:pt x="874941" y="478429"/>
                  </a:lnTo>
                  <a:lnTo>
                    <a:pt x="945285" y="507835"/>
                  </a:lnTo>
                  <a:lnTo>
                    <a:pt x="1015630" y="536130"/>
                  </a:lnTo>
                  <a:lnTo>
                    <a:pt x="1085974" y="563357"/>
                  </a:lnTo>
                  <a:lnTo>
                    <a:pt x="1156319" y="589556"/>
                  </a:lnTo>
                  <a:lnTo>
                    <a:pt x="1226663" y="614766"/>
                  </a:lnTo>
                  <a:lnTo>
                    <a:pt x="1297008" y="639024"/>
                  </a:lnTo>
                  <a:lnTo>
                    <a:pt x="1367352" y="662365"/>
                  </a:lnTo>
                  <a:lnTo>
                    <a:pt x="1437697" y="684826"/>
                  </a:lnTo>
                  <a:lnTo>
                    <a:pt x="1508041" y="706438"/>
                  </a:lnTo>
                  <a:lnTo>
                    <a:pt x="1578385" y="727235"/>
                  </a:lnTo>
                  <a:lnTo>
                    <a:pt x="1648730" y="747246"/>
                  </a:lnTo>
                  <a:lnTo>
                    <a:pt x="1719074" y="766501"/>
                  </a:lnTo>
                  <a:lnTo>
                    <a:pt x="1789419" y="785030"/>
                  </a:lnTo>
                  <a:lnTo>
                    <a:pt x="1859763" y="802858"/>
                  </a:lnTo>
                  <a:lnTo>
                    <a:pt x="1930108" y="820014"/>
                  </a:lnTo>
                  <a:lnTo>
                    <a:pt x="2000452" y="836522"/>
                  </a:lnTo>
                  <a:lnTo>
                    <a:pt x="2070797" y="852406"/>
                  </a:lnTo>
                  <a:lnTo>
                    <a:pt x="2141141" y="867691"/>
                  </a:lnTo>
                  <a:lnTo>
                    <a:pt x="2211486" y="882399"/>
                  </a:lnTo>
                  <a:lnTo>
                    <a:pt x="2281830" y="896551"/>
                  </a:lnTo>
                  <a:lnTo>
                    <a:pt x="2352175" y="910169"/>
                  </a:lnTo>
                  <a:lnTo>
                    <a:pt x="2422519" y="923272"/>
                  </a:lnTo>
                  <a:lnTo>
                    <a:pt x="2492864" y="935881"/>
                  </a:lnTo>
                  <a:lnTo>
                    <a:pt x="2563208" y="948014"/>
                  </a:lnTo>
                  <a:lnTo>
                    <a:pt x="2633553" y="959689"/>
                  </a:lnTo>
                  <a:lnTo>
                    <a:pt x="2703897" y="970922"/>
                  </a:lnTo>
                  <a:lnTo>
                    <a:pt x="2774242" y="981732"/>
                  </a:lnTo>
                  <a:lnTo>
                    <a:pt x="2844586" y="992134"/>
                  </a:lnTo>
                  <a:lnTo>
                    <a:pt x="2914931" y="1002142"/>
                  </a:lnTo>
                  <a:lnTo>
                    <a:pt x="2985275" y="1011773"/>
                  </a:lnTo>
                  <a:lnTo>
                    <a:pt x="3055620" y="1021040"/>
                  </a:lnTo>
                  <a:lnTo>
                    <a:pt x="3125964" y="1029958"/>
                  </a:lnTo>
                  <a:lnTo>
                    <a:pt x="3196309" y="1038538"/>
                  </a:lnTo>
                  <a:lnTo>
                    <a:pt x="3266653" y="1046795"/>
                  </a:lnTo>
                  <a:lnTo>
                    <a:pt x="3336998" y="1054739"/>
                  </a:lnTo>
                  <a:lnTo>
                    <a:pt x="3407342" y="1062384"/>
                  </a:lnTo>
                  <a:lnTo>
                    <a:pt x="3477687" y="1069740"/>
                  </a:lnTo>
                  <a:lnTo>
                    <a:pt x="3548031" y="1076819"/>
                  </a:lnTo>
                  <a:lnTo>
                    <a:pt x="3618376" y="1083630"/>
                  </a:lnTo>
                  <a:lnTo>
                    <a:pt x="3688720" y="1090184"/>
                  </a:lnTo>
                  <a:lnTo>
                    <a:pt x="3759065" y="1096490"/>
                  </a:lnTo>
                  <a:lnTo>
                    <a:pt x="3829409" y="1102558"/>
                  </a:lnTo>
                  <a:lnTo>
                    <a:pt x="3899754" y="1108398"/>
                  </a:lnTo>
                  <a:lnTo>
                    <a:pt x="3970098" y="1114016"/>
                  </a:lnTo>
                  <a:lnTo>
                    <a:pt x="4040443" y="1119423"/>
                  </a:lnTo>
                  <a:lnTo>
                    <a:pt x="4110787" y="1124625"/>
                  </a:lnTo>
                  <a:lnTo>
                    <a:pt x="4181132" y="1129631"/>
                  </a:lnTo>
                  <a:lnTo>
                    <a:pt x="4251476" y="1134448"/>
                  </a:lnTo>
                  <a:lnTo>
                    <a:pt x="4321821" y="1139083"/>
                  </a:lnTo>
                  <a:lnTo>
                    <a:pt x="4392165" y="1143543"/>
                  </a:lnTo>
                  <a:lnTo>
                    <a:pt x="4462510" y="1147835"/>
                  </a:lnTo>
                  <a:lnTo>
                    <a:pt x="4532854" y="1151965"/>
                  </a:lnTo>
                  <a:lnTo>
                    <a:pt x="4603199" y="1155938"/>
                  </a:lnTo>
                  <a:lnTo>
                    <a:pt x="4673543" y="1159762"/>
                  </a:lnTo>
                  <a:lnTo>
                    <a:pt x="4743888" y="1163441"/>
                  </a:lnTo>
                  <a:lnTo>
                    <a:pt x="4814232" y="1166981"/>
                  </a:lnTo>
                  <a:lnTo>
                    <a:pt x="4884577" y="1170388"/>
                  </a:lnTo>
                  <a:lnTo>
                    <a:pt x="4954921" y="1173666"/>
                  </a:lnTo>
                  <a:lnTo>
                    <a:pt x="5025266" y="1176820"/>
                  </a:lnTo>
                  <a:lnTo>
                    <a:pt x="5095610" y="1179855"/>
                  </a:lnTo>
                  <a:lnTo>
                    <a:pt x="5165955" y="1182776"/>
                  </a:lnTo>
                  <a:lnTo>
                    <a:pt x="5236299" y="1185586"/>
                  </a:lnTo>
                  <a:lnTo>
                    <a:pt x="5306643" y="1188290"/>
                  </a:lnTo>
                  <a:lnTo>
                    <a:pt x="5376988" y="1190892"/>
                  </a:lnTo>
                  <a:lnTo>
                    <a:pt x="5447332" y="1193396"/>
                  </a:lnTo>
                  <a:lnTo>
                    <a:pt x="5517677" y="1195805"/>
                  </a:lnTo>
                  <a:lnTo>
                    <a:pt x="5588021" y="1198124"/>
                  </a:lnTo>
                  <a:lnTo>
                    <a:pt x="5658366" y="1200354"/>
                  </a:lnTo>
                  <a:lnTo>
                    <a:pt x="5728710" y="1202501"/>
                  </a:lnTo>
                  <a:lnTo>
                    <a:pt x="5799055" y="1204566"/>
                  </a:lnTo>
                  <a:lnTo>
                    <a:pt x="5869399" y="1206554"/>
                  </a:lnTo>
                  <a:lnTo>
                    <a:pt x="5939744" y="1208466"/>
                  </a:lnTo>
                  <a:lnTo>
                    <a:pt x="6010088" y="1210306"/>
                  </a:lnTo>
                  <a:lnTo>
                    <a:pt x="6080433" y="1212077"/>
                  </a:lnTo>
                  <a:lnTo>
                    <a:pt x="6150777" y="1213781"/>
                  </a:lnTo>
                  <a:lnTo>
                    <a:pt x="6221122" y="1215421"/>
                  </a:lnTo>
                  <a:lnTo>
                    <a:pt x="6291466" y="1216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48183"/>
            </a:xfrm>
            <a:custGeom>
              <a:avLst/>
              <a:pathLst>
                <a:path w="6964104" h="1248183">
                  <a:moveTo>
                    <a:pt x="1792190" y="0"/>
                  </a:moveTo>
                  <a:lnTo>
                    <a:pt x="1828956" y="44037"/>
                  </a:lnTo>
                  <a:lnTo>
                    <a:pt x="1899301" y="122822"/>
                  </a:lnTo>
                  <a:lnTo>
                    <a:pt x="1969645" y="196490"/>
                  </a:lnTo>
                  <a:lnTo>
                    <a:pt x="2039990" y="265374"/>
                  </a:lnTo>
                  <a:lnTo>
                    <a:pt x="2110334" y="329785"/>
                  </a:lnTo>
                  <a:lnTo>
                    <a:pt x="2180679" y="390013"/>
                  </a:lnTo>
                  <a:lnTo>
                    <a:pt x="2251023" y="446330"/>
                  </a:lnTo>
                  <a:lnTo>
                    <a:pt x="2321368" y="498989"/>
                  </a:lnTo>
                  <a:lnTo>
                    <a:pt x="2391712" y="548228"/>
                  </a:lnTo>
                  <a:lnTo>
                    <a:pt x="2462057" y="594270"/>
                  </a:lnTo>
                  <a:lnTo>
                    <a:pt x="2532401" y="637322"/>
                  </a:lnTo>
                  <a:lnTo>
                    <a:pt x="2602746" y="677578"/>
                  </a:lnTo>
                  <a:lnTo>
                    <a:pt x="2673090" y="715220"/>
                  </a:lnTo>
                  <a:lnTo>
                    <a:pt x="2743435" y="750417"/>
                  </a:lnTo>
                  <a:lnTo>
                    <a:pt x="2813779" y="783328"/>
                  </a:lnTo>
                  <a:lnTo>
                    <a:pt x="2884124" y="814102"/>
                  </a:lnTo>
                  <a:lnTo>
                    <a:pt x="2954468" y="842878"/>
                  </a:lnTo>
                  <a:lnTo>
                    <a:pt x="3024813" y="869785"/>
                  </a:lnTo>
                  <a:lnTo>
                    <a:pt x="3095157" y="894944"/>
                  </a:lnTo>
                  <a:lnTo>
                    <a:pt x="3165502" y="918470"/>
                  </a:lnTo>
                  <a:lnTo>
                    <a:pt x="3235846" y="940468"/>
                  </a:lnTo>
                  <a:lnTo>
                    <a:pt x="3306191" y="958334"/>
                  </a:lnTo>
                  <a:lnTo>
                    <a:pt x="3376535" y="961259"/>
                  </a:lnTo>
                  <a:lnTo>
                    <a:pt x="3446880" y="964155"/>
                  </a:lnTo>
                  <a:lnTo>
                    <a:pt x="3517224" y="967023"/>
                  </a:lnTo>
                  <a:lnTo>
                    <a:pt x="3587569" y="969863"/>
                  </a:lnTo>
                  <a:lnTo>
                    <a:pt x="3657913" y="972675"/>
                  </a:lnTo>
                  <a:lnTo>
                    <a:pt x="3728257" y="975459"/>
                  </a:lnTo>
                  <a:lnTo>
                    <a:pt x="3798602" y="978217"/>
                  </a:lnTo>
                  <a:lnTo>
                    <a:pt x="3868946" y="980947"/>
                  </a:lnTo>
                  <a:lnTo>
                    <a:pt x="3939291" y="983650"/>
                  </a:lnTo>
                  <a:lnTo>
                    <a:pt x="4009635" y="986328"/>
                  </a:lnTo>
                  <a:lnTo>
                    <a:pt x="4079980" y="988978"/>
                  </a:lnTo>
                  <a:lnTo>
                    <a:pt x="4150324" y="991603"/>
                  </a:lnTo>
                  <a:lnTo>
                    <a:pt x="4220669" y="994203"/>
                  </a:lnTo>
                  <a:lnTo>
                    <a:pt x="4291013" y="996776"/>
                  </a:lnTo>
                  <a:lnTo>
                    <a:pt x="4361358" y="999325"/>
                  </a:lnTo>
                  <a:lnTo>
                    <a:pt x="4431702" y="1001849"/>
                  </a:lnTo>
                  <a:lnTo>
                    <a:pt x="4502047" y="1004348"/>
                  </a:lnTo>
                  <a:lnTo>
                    <a:pt x="4572391" y="1006822"/>
                  </a:lnTo>
                  <a:lnTo>
                    <a:pt x="4642736" y="1009273"/>
                  </a:lnTo>
                  <a:lnTo>
                    <a:pt x="4713080" y="1011699"/>
                  </a:lnTo>
                  <a:lnTo>
                    <a:pt x="4783425" y="1014102"/>
                  </a:lnTo>
                  <a:lnTo>
                    <a:pt x="4853769" y="1016481"/>
                  </a:lnTo>
                  <a:lnTo>
                    <a:pt x="4924114" y="1018836"/>
                  </a:lnTo>
                  <a:lnTo>
                    <a:pt x="4994458" y="1021169"/>
                  </a:lnTo>
                  <a:lnTo>
                    <a:pt x="5064803" y="1023479"/>
                  </a:lnTo>
                  <a:lnTo>
                    <a:pt x="5135147" y="1025766"/>
                  </a:lnTo>
                  <a:lnTo>
                    <a:pt x="5205492" y="1028031"/>
                  </a:lnTo>
                  <a:lnTo>
                    <a:pt x="5275836" y="1030274"/>
                  </a:lnTo>
                  <a:lnTo>
                    <a:pt x="5346181" y="1032495"/>
                  </a:lnTo>
                  <a:lnTo>
                    <a:pt x="5416525" y="1034694"/>
                  </a:lnTo>
                  <a:lnTo>
                    <a:pt x="5486870" y="1036871"/>
                  </a:lnTo>
                  <a:lnTo>
                    <a:pt x="5557214" y="1039028"/>
                  </a:lnTo>
                  <a:lnTo>
                    <a:pt x="5627559" y="1041163"/>
                  </a:lnTo>
                  <a:lnTo>
                    <a:pt x="5697903" y="1043277"/>
                  </a:lnTo>
                  <a:lnTo>
                    <a:pt x="5768248" y="1045371"/>
                  </a:lnTo>
                  <a:lnTo>
                    <a:pt x="5838592" y="1047444"/>
                  </a:lnTo>
                  <a:lnTo>
                    <a:pt x="5908937" y="1049496"/>
                  </a:lnTo>
                  <a:lnTo>
                    <a:pt x="5979281" y="1051529"/>
                  </a:lnTo>
                  <a:lnTo>
                    <a:pt x="6049626" y="1053542"/>
                  </a:lnTo>
                  <a:lnTo>
                    <a:pt x="6119970" y="1055535"/>
                  </a:lnTo>
                  <a:lnTo>
                    <a:pt x="6190315" y="1057509"/>
                  </a:lnTo>
                  <a:lnTo>
                    <a:pt x="6260659" y="1059463"/>
                  </a:lnTo>
                  <a:lnTo>
                    <a:pt x="6331004" y="1061398"/>
                  </a:lnTo>
                  <a:lnTo>
                    <a:pt x="6401348" y="1063314"/>
                  </a:lnTo>
                  <a:lnTo>
                    <a:pt x="6471693" y="1065212"/>
                  </a:lnTo>
                  <a:lnTo>
                    <a:pt x="6542037" y="1067091"/>
                  </a:lnTo>
                  <a:lnTo>
                    <a:pt x="6612382" y="1068951"/>
                  </a:lnTo>
                  <a:lnTo>
                    <a:pt x="6682726" y="1070793"/>
                  </a:lnTo>
                  <a:lnTo>
                    <a:pt x="6753071" y="1072618"/>
                  </a:lnTo>
                  <a:lnTo>
                    <a:pt x="6823415" y="1074424"/>
                  </a:lnTo>
                  <a:lnTo>
                    <a:pt x="6893760" y="1076213"/>
                  </a:lnTo>
                  <a:lnTo>
                    <a:pt x="6964104" y="1077984"/>
                  </a:lnTo>
                  <a:lnTo>
                    <a:pt x="6964104" y="1248183"/>
                  </a:lnTo>
                  <a:lnTo>
                    <a:pt x="6893760" y="1247557"/>
                  </a:lnTo>
                  <a:lnTo>
                    <a:pt x="6823415" y="1246887"/>
                  </a:lnTo>
                  <a:lnTo>
                    <a:pt x="6753071" y="1246170"/>
                  </a:lnTo>
                  <a:lnTo>
                    <a:pt x="6682726" y="1245404"/>
                  </a:lnTo>
                  <a:lnTo>
                    <a:pt x="6612382" y="1244585"/>
                  </a:lnTo>
                  <a:lnTo>
                    <a:pt x="6542037" y="1243709"/>
                  </a:lnTo>
                  <a:lnTo>
                    <a:pt x="6471693" y="1242771"/>
                  </a:lnTo>
                  <a:lnTo>
                    <a:pt x="6401348" y="1241769"/>
                  </a:lnTo>
                  <a:lnTo>
                    <a:pt x="6331004" y="1240697"/>
                  </a:lnTo>
                  <a:lnTo>
                    <a:pt x="6260659" y="1239551"/>
                  </a:lnTo>
                  <a:lnTo>
                    <a:pt x="6190315" y="1238325"/>
                  </a:lnTo>
                  <a:lnTo>
                    <a:pt x="6119970" y="1237014"/>
                  </a:lnTo>
                  <a:lnTo>
                    <a:pt x="6049626" y="1235612"/>
                  </a:lnTo>
                  <a:lnTo>
                    <a:pt x="5979281" y="1234113"/>
                  </a:lnTo>
                  <a:lnTo>
                    <a:pt x="5908937" y="1232509"/>
                  </a:lnTo>
                  <a:lnTo>
                    <a:pt x="5838592" y="1230794"/>
                  </a:lnTo>
                  <a:lnTo>
                    <a:pt x="5768248" y="1228960"/>
                  </a:lnTo>
                  <a:lnTo>
                    <a:pt x="5697903" y="1226999"/>
                  </a:lnTo>
                  <a:lnTo>
                    <a:pt x="5627559" y="1224901"/>
                  </a:lnTo>
                  <a:lnTo>
                    <a:pt x="5557214" y="1222658"/>
                  </a:lnTo>
                  <a:lnTo>
                    <a:pt x="5486870" y="1220259"/>
                  </a:lnTo>
                  <a:lnTo>
                    <a:pt x="5416525" y="1217693"/>
                  </a:lnTo>
                  <a:lnTo>
                    <a:pt x="5346181" y="1214949"/>
                  </a:lnTo>
                  <a:lnTo>
                    <a:pt x="5275836" y="1212014"/>
                  </a:lnTo>
                  <a:lnTo>
                    <a:pt x="5205492" y="1208876"/>
                  </a:lnTo>
                  <a:lnTo>
                    <a:pt x="5135147" y="1205520"/>
                  </a:lnTo>
                  <a:lnTo>
                    <a:pt x="5064803" y="1201930"/>
                  </a:lnTo>
                  <a:lnTo>
                    <a:pt x="4994458" y="1198091"/>
                  </a:lnTo>
                  <a:lnTo>
                    <a:pt x="4924114" y="1193986"/>
                  </a:lnTo>
                  <a:lnTo>
                    <a:pt x="4853769" y="1189596"/>
                  </a:lnTo>
                  <a:lnTo>
                    <a:pt x="4783425" y="1184900"/>
                  </a:lnTo>
                  <a:lnTo>
                    <a:pt x="4713080" y="1179879"/>
                  </a:lnTo>
                  <a:lnTo>
                    <a:pt x="4642736" y="1174509"/>
                  </a:lnTo>
                  <a:lnTo>
                    <a:pt x="4572391" y="1168765"/>
                  </a:lnTo>
                  <a:lnTo>
                    <a:pt x="4502047" y="1162623"/>
                  </a:lnTo>
                  <a:lnTo>
                    <a:pt x="4431702" y="1156055"/>
                  </a:lnTo>
                  <a:lnTo>
                    <a:pt x="4361358" y="1149030"/>
                  </a:lnTo>
                  <a:lnTo>
                    <a:pt x="4291013" y="1141517"/>
                  </a:lnTo>
                  <a:lnTo>
                    <a:pt x="4220669" y="1133483"/>
                  </a:lnTo>
                  <a:lnTo>
                    <a:pt x="4150324" y="1124890"/>
                  </a:lnTo>
                  <a:lnTo>
                    <a:pt x="4079980" y="1115701"/>
                  </a:lnTo>
                  <a:lnTo>
                    <a:pt x="4009635" y="1105873"/>
                  </a:lnTo>
                  <a:lnTo>
                    <a:pt x="3939291" y="1095363"/>
                  </a:lnTo>
                  <a:lnTo>
                    <a:pt x="3868946" y="1084123"/>
                  </a:lnTo>
                  <a:lnTo>
                    <a:pt x="3798602" y="1072102"/>
                  </a:lnTo>
                  <a:lnTo>
                    <a:pt x="3728257" y="1059247"/>
                  </a:lnTo>
                  <a:lnTo>
                    <a:pt x="3657913" y="1045499"/>
                  </a:lnTo>
                  <a:lnTo>
                    <a:pt x="3587569" y="1030795"/>
                  </a:lnTo>
                  <a:lnTo>
                    <a:pt x="3517224" y="1015071"/>
                  </a:lnTo>
                  <a:lnTo>
                    <a:pt x="3446880" y="998255"/>
                  </a:lnTo>
                  <a:lnTo>
                    <a:pt x="3376535" y="980270"/>
                  </a:lnTo>
                  <a:lnTo>
                    <a:pt x="3306191" y="961037"/>
                  </a:lnTo>
                  <a:lnTo>
                    <a:pt x="3235846" y="955380"/>
                  </a:lnTo>
                  <a:lnTo>
                    <a:pt x="3165502" y="952397"/>
                  </a:lnTo>
                  <a:lnTo>
                    <a:pt x="3095157" y="949385"/>
                  </a:lnTo>
                  <a:lnTo>
                    <a:pt x="3024813" y="946343"/>
                  </a:lnTo>
                  <a:lnTo>
                    <a:pt x="2954468" y="943271"/>
                  </a:lnTo>
                  <a:lnTo>
                    <a:pt x="2884124" y="940168"/>
                  </a:lnTo>
                  <a:lnTo>
                    <a:pt x="2813779" y="937035"/>
                  </a:lnTo>
                  <a:lnTo>
                    <a:pt x="2743435" y="933870"/>
                  </a:lnTo>
                  <a:lnTo>
                    <a:pt x="2673090" y="930675"/>
                  </a:lnTo>
                  <a:lnTo>
                    <a:pt x="2602746" y="927448"/>
                  </a:lnTo>
                  <a:lnTo>
                    <a:pt x="2532401" y="924189"/>
                  </a:lnTo>
                  <a:lnTo>
                    <a:pt x="2462057" y="920898"/>
                  </a:lnTo>
                  <a:lnTo>
                    <a:pt x="2391712" y="917574"/>
                  </a:lnTo>
                  <a:lnTo>
                    <a:pt x="2321368" y="914217"/>
                  </a:lnTo>
                  <a:lnTo>
                    <a:pt x="2251023" y="910828"/>
                  </a:lnTo>
                  <a:lnTo>
                    <a:pt x="2180679" y="907404"/>
                  </a:lnTo>
                  <a:lnTo>
                    <a:pt x="2110334" y="903947"/>
                  </a:lnTo>
                  <a:lnTo>
                    <a:pt x="2039990" y="900456"/>
                  </a:lnTo>
                  <a:lnTo>
                    <a:pt x="1969645" y="896930"/>
                  </a:lnTo>
                  <a:lnTo>
                    <a:pt x="1899301" y="893370"/>
                  </a:lnTo>
                  <a:lnTo>
                    <a:pt x="1828956" y="889774"/>
                  </a:lnTo>
                  <a:lnTo>
                    <a:pt x="1758612" y="886142"/>
                  </a:lnTo>
                  <a:lnTo>
                    <a:pt x="1688267" y="882475"/>
                  </a:lnTo>
                  <a:lnTo>
                    <a:pt x="1617923" y="878772"/>
                  </a:lnTo>
                  <a:lnTo>
                    <a:pt x="1547578" y="875032"/>
                  </a:lnTo>
                  <a:lnTo>
                    <a:pt x="1477234" y="871255"/>
                  </a:lnTo>
                  <a:lnTo>
                    <a:pt x="1406889" y="867440"/>
                  </a:lnTo>
                  <a:lnTo>
                    <a:pt x="1336545" y="863588"/>
                  </a:lnTo>
                  <a:lnTo>
                    <a:pt x="1266200" y="859698"/>
                  </a:lnTo>
                  <a:lnTo>
                    <a:pt x="1195856" y="855769"/>
                  </a:lnTo>
                  <a:lnTo>
                    <a:pt x="1125511" y="851802"/>
                  </a:lnTo>
                  <a:lnTo>
                    <a:pt x="1055167" y="847795"/>
                  </a:lnTo>
                  <a:lnTo>
                    <a:pt x="984822" y="843749"/>
                  </a:lnTo>
                  <a:lnTo>
                    <a:pt x="914478" y="839663"/>
                  </a:lnTo>
                  <a:lnTo>
                    <a:pt x="844133" y="835536"/>
                  </a:lnTo>
                  <a:lnTo>
                    <a:pt x="773789" y="831369"/>
                  </a:lnTo>
                  <a:lnTo>
                    <a:pt x="703444" y="827160"/>
                  </a:lnTo>
                  <a:lnTo>
                    <a:pt x="633100" y="822910"/>
                  </a:lnTo>
                  <a:lnTo>
                    <a:pt x="562755" y="818618"/>
                  </a:lnTo>
                  <a:lnTo>
                    <a:pt x="492411" y="814284"/>
                  </a:lnTo>
                  <a:lnTo>
                    <a:pt x="422066" y="809906"/>
                  </a:lnTo>
                  <a:lnTo>
                    <a:pt x="351722" y="805486"/>
                  </a:lnTo>
                  <a:lnTo>
                    <a:pt x="281377" y="801021"/>
                  </a:lnTo>
                  <a:lnTo>
                    <a:pt x="211033" y="796513"/>
                  </a:lnTo>
                  <a:lnTo>
                    <a:pt x="140688" y="791960"/>
                  </a:lnTo>
                  <a:lnTo>
                    <a:pt x="70344" y="787362"/>
                  </a:lnTo>
                  <a:lnTo>
                    <a:pt x="0" y="7827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27502" y="4336484"/>
              <a:ext cx="5171913" cy="1077984"/>
            </a:xfrm>
            <a:custGeom>
              <a:avLst/>
              <a:pathLst>
                <a:path w="5171913" h="1077984">
                  <a:moveTo>
                    <a:pt x="0" y="0"/>
                  </a:moveTo>
                  <a:lnTo>
                    <a:pt x="36765" y="44037"/>
                  </a:lnTo>
                  <a:lnTo>
                    <a:pt x="107110" y="122822"/>
                  </a:lnTo>
                  <a:lnTo>
                    <a:pt x="177454" y="196490"/>
                  </a:lnTo>
                  <a:lnTo>
                    <a:pt x="247799" y="265374"/>
                  </a:lnTo>
                  <a:lnTo>
                    <a:pt x="318143" y="329785"/>
                  </a:lnTo>
                  <a:lnTo>
                    <a:pt x="388488" y="390013"/>
                  </a:lnTo>
                  <a:lnTo>
                    <a:pt x="458832" y="446330"/>
                  </a:lnTo>
                  <a:lnTo>
                    <a:pt x="529177" y="498989"/>
                  </a:lnTo>
                  <a:lnTo>
                    <a:pt x="599521" y="548228"/>
                  </a:lnTo>
                  <a:lnTo>
                    <a:pt x="669866" y="594270"/>
                  </a:lnTo>
                  <a:lnTo>
                    <a:pt x="740210" y="637322"/>
                  </a:lnTo>
                  <a:lnTo>
                    <a:pt x="810555" y="677578"/>
                  </a:lnTo>
                  <a:lnTo>
                    <a:pt x="880899" y="715220"/>
                  </a:lnTo>
                  <a:lnTo>
                    <a:pt x="951244" y="750417"/>
                  </a:lnTo>
                  <a:lnTo>
                    <a:pt x="1021588" y="783328"/>
                  </a:lnTo>
                  <a:lnTo>
                    <a:pt x="1091933" y="814102"/>
                  </a:lnTo>
                  <a:lnTo>
                    <a:pt x="1162277" y="842878"/>
                  </a:lnTo>
                  <a:lnTo>
                    <a:pt x="1232622" y="869785"/>
                  </a:lnTo>
                  <a:lnTo>
                    <a:pt x="1302966" y="894944"/>
                  </a:lnTo>
                  <a:lnTo>
                    <a:pt x="1373311" y="918470"/>
                  </a:lnTo>
                  <a:lnTo>
                    <a:pt x="1443655" y="940468"/>
                  </a:lnTo>
                  <a:lnTo>
                    <a:pt x="1514000" y="958334"/>
                  </a:lnTo>
                  <a:lnTo>
                    <a:pt x="1584344" y="961259"/>
                  </a:lnTo>
                  <a:lnTo>
                    <a:pt x="1654689" y="964155"/>
                  </a:lnTo>
                  <a:lnTo>
                    <a:pt x="1725033" y="967023"/>
                  </a:lnTo>
                  <a:lnTo>
                    <a:pt x="1795378" y="969863"/>
                  </a:lnTo>
                  <a:lnTo>
                    <a:pt x="1865722" y="972675"/>
                  </a:lnTo>
                  <a:lnTo>
                    <a:pt x="1936067" y="975459"/>
                  </a:lnTo>
                  <a:lnTo>
                    <a:pt x="2006411" y="978217"/>
                  </a:lnTo>
                  <a:lnTo>
                    <a:pt x="2076756" y="980947"/>
                  </a:lnTo>
                  <a:lnTo>
                    <a:pt x="2147100" y="983650"/>
                  </a:lnTo>
                  <a:lnTo>
                    <a:pt x="2217445" y="986328"/>
                  </a:lnTo>
                  <a:lnTo>
                    <a:pt x="2287789" y="988978"/>
                  </a:lnTo>
                  <a:lnTo>
                    <a:pt x="2358134" y="991603"/>
                  </a:lnTo>
                  <a:lnTo>
                    <a:pt x="2428478" y="994203"/>
                  </a:lnTo>
                  <a:lnTo>
                    <a:pt x="2498823" y="996776"/>
                  </a:lnTo>
                  <a:lnTo>
                    <a:pt x="2569167" y="999325"/>
                  </a:lnTo>
                  <a:lnTo>
                    <a:pt x="2639512" y="1001849"/>
                  </a:lnTo>
                  <a:lnTo>
                    <a:pt x="2709856" y="1004348"/>
                  </a:lnTo>
                  <a:lnTo>
                    <a:pt x="2780201" y="1006822"/>
                  </a:lnTo>
                  <a:lnTo>
                    <a:pt x="2850545" y="1009273"/>
                  </a:lnTo>
                  <a:lnTo>
                    <a:pt x="2920890" y="1011699"/>
                  </a:lnTo>
                  <a:lnTo>
                    <a:pt x="2991234" y="1014102"/>
                  </a:lnTo>
                  <a:lnTo>
                    <a:pt x="3061579" y="1016481"/>
                  </a:lnTo>
                  <a:lnTo>
                    <a:pt x="3131923" y="1018836"/>
                  </a:lnTo>
                  <a:lnTo>
                    <a:pt x="3202268" y="1021169"/>
                  </a:lnTo>
                  <a:lnTo>
                    <a:pt x="3272612" y="1023479"/>
                  </a:lnTo>
                  <a:lnTo>
                    <a:pt x="3342957" y="1025766"/>
                  </a:lnTo>
                  <a:lnTo>
                    <a:pt x="3413301" y="1028031"/>
                  </a:lnTo>
                  <a:lnTo>
                    <a:pt x="3483645" y="1030274"/>
                  </a:lnTo>
                  <a:lnTo>
                    <a:pt x="3553990" y="1032495"/>
                  </a:lnTo>
                  <a:lnTo>
                    <a:pt x="3624334" y="1034694"/>
                  </a:lnTo>
                  <a:lnTo>
                    <a:pt x="3694679" y="1036871"/>
                  </a:lnTo>
                  <a:lnTo>
                    <a:pt x="3765023" y="1039028"/>
                  </a:lnTo>
                  <a:lnTo>
                    <a:pt x="3835368" y="1041163"/>
                  </a:lnTo>
                  <a:lnTo>
                    <a:pt x="3905712" y="1043277"/>
                  </a:lnTo>
                  <a:lnTo>
                    <a:pt x="3976057" y="1045371"/>
                  </a:lnTo>
                  <a:lnTo>
                    <a:pt x="4046401" y="1047444"/>
                  </a:lnTo>
                  <a:lnTo>
                    <a:pt x="4116746" y="1049496"/>
                  </a:lnTo>
                  <a:lnTo>
                    <a:pt x="4187090" y="1051529"/>
                  </a:lnTo>
                  <a:lnTo>
                    <a:pt x="4257435" y="1053542"/>
                  </a:lnTo>
                  <a:lnTo>
                    <a:pt x="4327779" y="1055535"/>
                  </a:lnTo>
                  <a:lnTo>
                    <a:pt x="4398124" y="1057509"/>
                  </a:lnTo>
                  <a:lnTo>
                    <a:pt x="4468468" y="1059463"/>
                  </a:lnTo>
                  <a:lnTo>
                    <a:pt x="4538813" y="1061398"/>
                  </a:lnTo>
                  <a:lnTo>
                    <a:pt x="4609157" y="1063314"/>
                  </a:lnTo>
                  <a:lnTo>
                    <a:pt x="4679502" y="1065212"/>
                  </a:lnTo>
                  <a:lnTo>
                    <a:pt x="4749846" y="1067091"/>
                  </a:lnTo>
                  <a:lnTo>
                    <a:pt x="4820191" y="1068951"/>
                  </a:lnTo>
                  <a:lnTo>
                    <a:pt x="4890535" y="1070793"/>
                  </a:lnTo>
                  <a:lnTo>
                    <a:pt x="4960880" y="1072618"/>
                  </a:lnTo>
                  <a:lnTo>
                    <a:pt x="5031224" y="1074424"/>
                  </a:lnTo>
                  <a:lnTo>
                    <a:pt x="5101569" y="1076213"/>
                  </a:lnTo>
                  <a:lnTo>
                    <a:pt x="5171913" y="1077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19203"/>
              <a:ext cx="6964104" cy="465464"/>
            </a:xfrm>
            <a:custGeom>
              <a:avLst/>
              <a:pathLst>
                <a:path w="6964104" h="465464">
                  <a:moveTo>
                    <a:pt x="6964104" y="465464"/>
                  </a:moveTo>
                  <a:lnTo>
                    <a:pt x="6893760" y="464838"/>
                  </a:lnTo>
                  <a:lnTo>
                    <a:pt x="6823415" y="464168"/>
                  </a:lnTo>
                  <a:lnTo>
                    <a:pt x="6753071" y="463452"/>
                  </a:lnTo>
                  <a:lnTo>
                    <a:pt x="6682726" y="462686"/>
                  </a:lnTo>
                  <a:lnTo>
                    <a:pt x="6612382" y="461866"/>
                  </a:lnTo>
                  <a:lnTo>
                    <a:pt x="6542037" y="460990"/>
                  </a:lnTo>
                  <a:lnTo>
                    <a:pt x="6471693" y="460053"/>
                  </a:lnTo>
                  <a:lnTo>
                    <a:pt x="6401348" y="459051"/>
                  </a:lnTo>
                  <a:lnTo>
                    <a:pt x="6331004" y="457979"/>
                  </a:lnTo>
                  <a:lnTo>
                    <a:pt x="6260659" y="456833"/>
                  </a:lnTo>
                  <a:lnTo>
                    <a:pt x="6190315" y="455607"/>
                  </a:lnTo>
                  <a:lnTo>
                    <a:pt x="6119970" y="454296"/>
                  </a:lnTo>
                  <a:lnTo>
                    <a:pt x="6049626" y="452894"/>
                  </a:lnTo>
                  <a:lnTo>
                    <a:pt x="5979281" y="451394"/>
                  </a:lnTo>
                  <a:lnTo>
                    <a:pt x="5908937" y="449791"/>
                  </a:lnTo>
                  <a:lnTo>
                    <a:pt x="5838592" y="448076"/>
                  </a:lnTo>
                  <a:lnTo>
                    <a:pt x="5768248" y="446242"/>
                  </a:lnTo>
                  <a:lnTo>
                    <a:pt x="5697903" y="444280"/>
                  </a:lnTo>
                  <a:lnTo>
                    <a:pt x="5627559" y="442183"/>
                  </a:lnTo>
                  <a:lnTo>
                    <a:pt x="5557214" y="439939"/>
                  </a:lnTo>
                  <a:lnTo>
                    <a:pt x="5486870" y="437540"/>
                  </a:lnTo>
                  <a:lnTo>
                    <a:pt x="5416525" y="434974"/>
                  </a:lnTo>
                  <a:lnTo>
                    <a:pt x="5346181" y="432230"/>
                  </a:lnTo>
                  <a:lnTo>
                    <a:pt x="5275836" y="429296"/>
                  </a:lnTo>
                  <a:lnTo>
                    <a:pt x="5205492" y="426157"/>
                  </a:lnTo>
                  <a:lnTo>
                    <a:pt x="5135147" y="422801"/>
                  </a:lnTo>
                  <a:lnTo>
                    <a:pt x="5064803" y="419212"/>
                  </a:lnTo>
                  <a:lnTo>
                    <a:pt x="4994458" y="415373"/>
                  </a:lnTo>
                  <a:lnTo>
                    <a:pt x="4924114" y="411268"/>
                  </a:lnTo>
                  <a:lnTo>
                    <a:pt x="4853769" y="406877"/>
                  </a:lnTo>
                  <a:lnTo>
                    <a:pt x="4783425" y="402182"/>
                  </a:lnTo>
                  <a:lnTo>
                    <a:pt x="4713080" y="397160"/>
                  </a:lnTo>
                  <a:lnTo>
                    <a:pt x="4642736" y="391790"/>
                  </a:lnTo>
                  <a:lnTo>
                    <a:pt x="4572391" y="386047"/>
                  </a:lnTo>
                  <a:lnTo>
                    <a:pt x="4502047" y="379905"/>
                  </a:lnTo>
                  <a:lnTo>
                    <a:pt x="4431702" y="373336"/>
                  </a:lnTo>
                  <a:lnTo>
                    <a:pt x="4361358" y="366311"/>
                  </a:lnTo>
                  <a:lnTo>
                    <a:pt x="4291013" y="358798"/>
                  </a:lnTo>
                  <a:lnTo>
                    <a:pt x="4220669" y="350764"/>
                  </a:lnTo>
                  <a:lnTo>
                    <a:pt x="4150324" y="342171"/>
                  </a:lnTo>
                  <a:lnTo>
                    <a:pt x="4079980" y="332982"/>
                  </a:lnTo>
                  <a:lnTo>
                    <a:pt x="4009635" y="323155"/>
                  </a:lnTo>
                  <a:lnTo>
                    <a:pt x="3939291" y="312645"/>
                  </a:lnTo>
                  <a:lnTo>
                    <a:pt x="3868946" y="301405"/>
                  </a:lnTo>
                  <a:lnTo>
                    <a:pt x="3798602" y="289384"/>
                  </a:lnTo>
                  <a:lnTo>
                    <a:pt x="3728257" y="276528"/>
                  </a:lnTo>
                  <a:lnTo>
                    <a:pt x="3657913" y="262780"/>
                  </a:lnTo>
                  <a:lnTo>
                    <a:pt x="3587569" y="248077"/>
                  </a:lnTo>
                  <a:lnTo>
                    <a:pt x="3517224" y="232353"/>
                  </a:lnTo>
                  <a:lnTo>
                    <a:pt x="3446880" y="215536"/>
                  </a:lnTo>
                  <a:lnTo>
                    <a:pt x="3376535" y="197552"/>
                  </a:lnTo>
                  <a:lnTo>
                    <a:pt x="3306191" y="178318"/>
                  </a:lnTo>
                  <a:lnTo>
                    <a:pt x="3235846" y="172662"/>
                  </a:lnTo>
                  <a:lnTo>
                    <a:pt x="3165502" y="169679"/>
                  </a:lnTo>
                  <a:lnTo>
                    <a:pt x="3095157" y="166667"/>
                  </a:lnTo>
                  <a:lnTo>
                    <a:pt x="3024813" y="163624"/>
                  </a:lnTo>
                  <a:lnTo>
                    <a:pt x="2954468" y="160552"/>
                  </a:lnTo>
                  <a:lnTo>
                    <a:pt x="2884124" y="157449"/>
                  </a:lnTo>
                  <a:lnTo>
                    <a:pt x="2813779" y="154316"/>
                  </a:lnTo>
                  <a:lnTo>
                    <a:pt x="2743435" y="151152"/>
                  </a:lnTo>
                  <a:lnTo>
                    <a:pt x="2673090" y="147956"/>
                  </a:lnTo>
                  <a:lnTo>
                    <a:pt x="2602746" y="144729"/>
                  </a:lnTo>
                  <a:lnTo>
                    <a:pt x="2532401" y="141470"/>
                  </a:lnTo>
                  <a:lnTo>
                    <a:pt x="2462057" y="138179"/>
                  </a:lnTo>
                  <a:lnTo>
                    <a:pt x="2391712" y="134855"/>
                  </a:lnTo>
                  <a:lnTo>
                    <a:pt x="2321368" y="131499"/>
                  </a:lnTo>
                  <a:lnTo>
                    <a:pt x="2251023" y="128109"/>
                  </a:lnTo>
                  <a:lnTo>
                    <a:pt x="2180679" y="124686"/>
                  </a:lnTo>
                  <a:lnTo>
                    <a:pt x="2110334" y="121229"/>
                  </a:lnTo>
                  <a:lnTo>
                    <a:pt x="2039990" y="117737"/>
                  </a:lnTo>
                  <a:lnTo>
                    <a:pt x="1969645" y="114212"/>
                  </a:lnTo>
                  <a:lnTo>
                    <a:pt x="1899301" y="110651"/>
                  </a:lnTo>
                  <a:lnTo>
                    <a:pt x="1828956" y="107055"/>
                  </a:lnTo>
                  <a:lnTo>
                    <a:pt x="1758612" y="103424"/>
                  </a:lnTo>
                  <a:lnTo>
                    <a:pt x="1688267" y="99757"/>
                  </a:lnTo>
                  <a:lnTo>
                    <a:pt x="1617923" y="96053"/>
                  </a:lnTo>
                  <a:lnTo>
                    <a:pt x="1547578" y="92313"/>
                  </a:lnTo>
                  <a:lnTo>
                    <a:pt x="1477234" y="88536"/>
                  </a:lnTo>
                  <a:lnTo>
                    <a:pt x="1406889" y="84722"/>
                  </a:lnTo>
                  <a:lnTo>
                    <a:pt x="1336545" y="80870"/>
                  </a:lnTo>
                  <a:lnTo>
                    <a:pt x="1266200" y="76979"/>
                  </a:lnTo>
                  <a:lnTo>
                    <a:pt x="1195856" y="73051"/>
                  </a:lnTo>
                  <a:lnTo>
                    <a:pt x="1125511" y="69083"/>
                  </a:lnTo>
                  <a:lnTo>
                    <a:pt x="1055167" y="65077"/>
                  </a:lnTo>
                  <a:lnTo>
                    <a:pt x="984822" y="61031"/>
                  </a:lnTo>
                  <a:lnTo>
                    <a:pt x="914478" y="56944"/>
                  </a:lnTo>
                  <a:lnTo>
                    <a:pt x="844133" y="52818"/>
                  </a:lnTo>
                  <a:lnTo>
                    <a:pt x="773789" y="48650"/>
                  </a:lnTo>
                  <a:lnTo>
                    <a:pt x="703444" y="44442"/>
                  </a:lnTo>
                  <a:lnTo>
                    <a:pt x="633100" y="40192"/>
                  </a:lnTo>
                  <a:lnTo>
                    <a:pt x="562755" y="35900"/>
                  </a:lnTo>
                  <a:lnTo>
                    <a:pt x="492411" y="31565"/>
                  </a:lnTo>
                  <a:lnTo>
                    <a:pt x="422066" y="27188"/>
                  </a:lnTo>
                  <a:lnTo>
                    <a:pt x="351722" y="22767"/>
                  </a:lnTo>
                  <a:lnTo>
                    <a:pt x="281377" y="18303"/>
                  </a:lnTo>
                  <a:lnTo>
                    <a:pt x="211033" y="13794"/>
                  </a:lnTo>
                  <a:lnTo>
                    <a:pt x="140688" y="9241"/>
                  </a:lnTo>
                  <a:lnTo>
                    <a:pt x="70344" y="46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07949" y="4336484"/>
              <a:ext cx="6291466" cy="1216998"/>
            </a:xfrm>
            <a:custGeom>
              <a:avLst/>
              <a:pathLst>
                <a:path w="6291466" h="1216998">
                  <a:moveTo>
                    <a:pt x="0" y="0"/>
                  </a:moveTo>
                  <a:lnTo>
                    <a:pt x="30807" y="21240"/>
                  </a:lnTo>
                  <a:lnTo>
                    <a:pt x="101151" y="67909"/>
                  </a:lnTo>
                  <a:lnTo>
                    <a:pt x="171496" y="112815"/>
                  </a:lnTo>
                  <a:lnTo>
                    <a:pt x="241840" y="156026"/>
                  </a:lnTo>
                  <a:lnTo>
                    <a:pt x="312185" y="197606"/>
                  </a:lnTo>
                  <a:lnTo>
                    <a:pt x="382529" y="237615"/>
                  </a:lnTo>
                  <a:lnTo>
                    <a:pt x="452874" y="276114"/>
                  </a:lnTo>
                  <a:lnTo>
                    <a:pt x="523218" y="313159"/>
                  </a:lnTo>
                  <a:lnTo>
                    <a:pt x="593563" y="348805"/>
                  </a:lnTo>
                  <a:lnTo>
                    <a:pt x="663907" y="383105"/>
                  </a:lnTo>
                  <a:lnTo>
                    <a:pt x="734252" y="416110"/>
                  </a:lnTo>
                  <a:lnTo>
                    <a:pt x="804596" y="447869"/>
                  </a:lnTo>
                  <a:lnTo>
                    <a:pt x="874941" y="478429"/>
                  </a:lnTo>
                  <a:lnTo>
                    <a:pt x="945285" y="507835"/>
                  </a:lnTo>
                  <a:lnTo>
                    <a:pt x="1015630" y="536130"/>
                  </a:lnTo>
                  <a:lnTo>
                    <a:pt x="1085974" y="563357"/>
                  </a:lnTo>
                  <a:lnTo>
                    <a:pt x="1156319" y="589556"/>
                  </a:lnTo>
                  <a:lnTo>
                    <a:pt x="1226663" y="614766"/>
                  </a:lnTo>
                  <a:lnTo>
                    <a:pt x="1297008" y="639024"/>
                  </a:lnTo>
                  <a:lnTo>
                    <a:pt x="1367352" y="662365"/>
                  </a:lnTo>
                  <a:lnTo>
                    <a:pt x="1437697" y="684826"/>
                  </a:lnTo>
                  <a:lnTo>
                    <a:pt x="1508041" y="706438"/>
                  </a:lnTo>
                  <a:lnTo>
                    <a:pt x="1578385" y="727235"/>
                  </a:lnTo>
                  <a:lnTo>
                    <a:pt x="1648730" y="747246"/>
                  </a:lnTo>
                  <a:lnTo>
                    <a:pt x="1719074" y="766501"/>
                  </a:lnTo>
                  <a:lnTo>
                    <a:pt x="1789419" y="785030"/>
                  </a:lnTo>
                  <a:lnTo>
                    <a:pt x="1859763" y="802858"/>
                  </a:lnTo>
                  <a:lnTo>
                    <a:pt x="1930108" y="820014"/>
                  </a:lnTo>
                  <a:lnTo>
                    <a:pt x="2000452" y="836522"/>
                  </a:lnTo>
                  <a:lnTo>
                    <a:pt x="2070797" y="852406"/>
                  </a:lnTo>
                  <a:lnTo>
                    <a:pt x="2141141" y="867691"/>
                  </a:lnTo>
                  <a:lnTo>
                    <a:pt x="2211486" y="882399"/>
                  </a:lnTo>
                  <a:lnTo>
                    <a:pt x="2281830" y="896551"/>
                  </a:lnTo>
                  <a:lnTo>
                    <a:pt x="2352175" y="910169"/>
                  </a:lnTo>
                  <a:lnTo>
                    <a:pt x="2422519" y="923272"/>
                  </a:lnTo>
                  <a:lnTo>
                    <a:pt x="2492864" y="935881"/>
                  </a:lnTo>
                  <a:lnTo>
                    <a:pt x="2563208" y="948014"/>
                  </a:lnTo>
                  <a:lnTo>
                    <a:pt x="2633553" y="959689"/>
                  </a:lnTo>
                  <a:lnTo>
                    <a:pt x="2703897" y="970922"/>
                  </a:lnTo>
                  <a:lnTo>
                    <a:pt x="2774242" y="981732"/>
                  </a:lnTo>
                  <a:lnTo>
                    <a:pt x="2844586" y="992134"/>
                  </a:lnTo>
                  <a:lnTo>
                    <a:pt x="2914931" y="1002142"/>
                  </a:lnTo>
                  <a:lnTo>
                    <a:pt x="2985275" y="1011773"/>
                  </a:lnTo>
                  <a:lnTo>
                    <a:pt x="3055620" y="1021040"/>
                  </a:lnTo>
                  <a:lnTo>
                    <a:pt x="3125964" y="1029958"/>
                  </a:lnTo>
                  <a:lnTo>
                    <a:pt x="3196309" y="1038538"/>
                  </a:lnTo>
                  <a:lnTo>
                    <a:pt x="3266653" y="1046795"/>
                  </a:lnTo>
                  <a:lnTo>
                    <a:pt x="3336998" y="1054739"/>
                  </a:lnTo>
                  <a:lnTo>
                    <a:pt x="3407342" y="1062384"/>
                  </a:lnTo>
                  <a:lnTo>
                    <a:pt x="3477687" y="1069740"/>
                  </a:lnTo>
                  <a:lnTo>
                    <a:pt x="3548031" y="1076819"/>
                  </a:lnTo>
                  <a:lnTo>
                    <a:pt x="3618376" y="1083630"/>
                  </a:lnTo>
                  <a:lnTo>
                    <a:pt x="3688720" y="1090184"/>
                  </a:lnTo>
                  <a:lnTo>
                    <a:pt x="3759065" y="1096490"/>
                  </a:lnTo>
                  <a:lnTo>
                    <a:pt x="3829409" y="1102558"/>
                  </a:lnTo>
                  <a:lnTo>
                    <a:pt x="3899754" y="1108398"/>
                  </a:lnTo>
                  <a:lnTo>
                    <a:pt x="3970098" y="1114016"/>
                  </a:lnTo>
                  <a:lnTo>
                    <a:pt x="4040443" y="1119423"/>
                  </a:lnTo>
                  <a:lnTo>
                    <a:pt x="4110787" y="1124625"/>
                  </a:lnTo>
                  <a:lnTo>
                    <a:pt x="4181132" y="1129631"/>
                  </a:lnTo>
                  <a:lnTo>
                    <a:pt x="4251476" y="1134448"/>
                  </a:lnTo>
                  <a:lnTo>
                    <a:pt x="4321821" y="1139083"/>
                  </a:lnTo>
                  <a:lnTo>
                    <a:pt x="4392165" y="1143543"/>
                  </a:lnTo>
                  <a:lnTo>
                    <a:pt x="4462510" y="1147835"/>
                  </a:lnTo>
                  <a:lnTo>
                    <a:pt x="4532854" y="1151965"/>
                  </a:lnTo>
                  <a:lnTo>
                    <a:pt x="4603199" y="1155938"/>
                  </a:lnTo>
                  <a:lnTo>
                    <a:pt x="4673543" y="1159762"/>
                  </a:lnTo>
                  <a:lnTo>
                    <a:pt x="4743888" y="1163441"/>
                  </a:lnTo>
                  <a:lnTo>
                    <a:pt x="4814232" y="1166981"/>
                  </a:lnTo>
                  <a:lnTo>
                    <a:pt x="4884577" y="1170388"/>
                  </a:lnTo>
                  <a:lnTo>
                    <a:pt x="4954921" y="1173666"/>
                  </a:lnTo>
                  <a:lnTo>
                    <a:pt x="5025266" y="1176820"/>
                  </a:lnTo>
                  <a:lnTo>
                    <a:pt x="5095610" y="1179855"/>
                  </a:lnTo>
                  <a:lnTo>
                    <a:pt x="5165955" y="1182776"/>
                  </a:lnTo>
                  <a:lnTo>
                    <a:pt x="5236299" y="1185586"/>
                  </a:lnTo>
                  <a:lnTo>
                    <a:pt x="5306643" y="1188290"/>
                  </a:lnTo>
                  <a:lnTo>
                    <a:pt x="5376988" y="1190892"/>
                  </a:lnTo>
                  <a:lnTo>
                    <a:pt x="5447332" y="1193396"/>
                  </a:lnTo>
                  <a:lnTo>
                    <a:pt x="5517677" y="1195805"/>
                  </a:lnTo>
                  <a:lnTo>
                    <a:pt x="5588021" y="1198124"/>
                  </a:lnTo>
                  <a:lnTo>
                    <a:pt x="5658366" y="1200354"/>
                  </a:lnTo>
                  <a:lnTo>
                    <a:pt x="5728710" y="1202501"/>
                  </a:lnTo>
                  <a:lnTo>
                    <a:pt x="5799055" y="1204566"/>
                  </a:lnTo>
                  <a:lnTo>
                    <a:pt x="5869399" y="1206554"/>
                  </a:lnTo>
                  <a:lnTo>
                    <a:pt x="5939744" y="1208466"/>
                  </a:lnTo>
                  <a:lnTo>
                    <a:pt x="6010088" y="1210306"/>
                  </a:lnTo>
                  <a:lnTo>
                    <a:pt x="6080433" y="1212077"/>
                  </a:lnTo>
                  <a:lnTo>
                    <a:pt x="6150777" y="1213781"/>
                  </a:lnTo>
                  <a:lnTo>
                    <a:pt x="6221122" y="1215421"/>
                  </a:lnTo>
                  <a:lnTo>
                    <a:pt x="6291466" y="1216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2026-07-22T07:57:24Z</dcterms:modified>
  <cp:category/>
</cp:coreProperties>
</file>