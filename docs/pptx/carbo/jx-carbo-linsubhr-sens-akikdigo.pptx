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451038"/>
              <a:ext cx="6964104" cy="880767"/>
            </a:xfrm>
            <a:custGeom>
              <a:avLst/>
              <a:pathLst>
                <a:path w="6964104" h="880767">
                  <a:moveTo>
                    <a:pt x="0" y="0"/>
                  </a:moveTo>
                  <a:lnTo>
                    <a:pt x="70344" y="24876"/>
                  </a:lnTo>
                  <a:lnTo>
                    <a:pt x="140688" y="49100"/>
                  </a:lnTo>
                  <a:lnTo>
                    <a:pt x="211033" y="72690"/>
                  </a:lnTo>
                  <a:lnTo>
                    <a:pt x="281377" y="95662"/>
                  </a:lnTo>
                  <a:lnTo>
                    <a:pt x="351722" y="118031"/>
                  </a:lnTo>
                  <a:lnTo>
                    <a:pt x="422066" y="139814"/>
                  </a:lnTo>
                  <a:lnTo>
                    <a:pt x="492411" y="161027"/>
                  </a:lnTo>
                  <a:lnTo>
                    <a:pt x="562755" y="181683"/>
                  </a:lnTo>
                  <a:lnTo>
                    <a:pt x="633100" y="201798"/>
                  </a:lnTo>
                  <a:lnTo>
                    <a:pt x="703444" y="221386"/>
                  </a:lnTo>
                  <a:lnTo>
                    <a:pt x="773789" y="240461"/>
                  </a:lnTo>
                  <a:lnTo>
                    <a:pt x="844133" y="259036"/>
                  </a:lnTo>
                  <a:lnTo>
                    <a:pt x="914478" y="277124"/>
                  </a:lnTo>
                  <a:lnTo>
                    <a:pt x="984822" y="294738"/>
                  </a:lnTo>
                  <a:lnTo>
                    <a:pt x="1055167" y="311891"/>
                  </a:lnTo>
                  <a:lnTo>
                    <a:pt x="1125511" y="328593"/>
                  </a:lnTo>
                  <a:lnTo>
                    <a:pt x="1195856" y="344859"/>
                  </a:lnTo>
                  <a:lnTo>
                    <a:pt x="1266200" y="360698"/>
                  </a:lnTo>
                  <a:lnTo>
                    <a:pt x="1336545" y="376121"/>
                  </a:lnTo>
                  <a:lnTo>
                    <a:pt x="1406889" y="391141"/>
                  </a:lnTo>
                  <a:lnTo>
                    <a:pt x="1477234" y="405767"/>
                  </a:lnTo>
                  <a:lnTo>
                    <a:pt x="1547578" y="420010"/>
                  </a:lnTo>
                  <a:lnTo>
                    <a:pt x="1617923" y="433880"/>
                  </a:lnTo>
                  <a:lnTo>
                    <a:pt x="1688267" y="447386"/>
                  </a:lnTo>
                  <a:lnTo>
                    <a:pt x="1758612" y="460538"/>
                  </a:lnTo>
                  <a:lnTo>
                    <a:pt x="1828956" y="473345"/>
                  </a:lnTo>
                  <a:lnTo>
                    <a:pt x="1899301" y="485817"/>
                  </a:lnTo>
                  <a:lnTo>
                    <a:pt x="1969645" y="497962"/>
                  </a:lnTo>
                  <a:lnTo>
                    <a:pt x="2039990" y="509789"/>
                  </a:lnTo>
                  <a:lnTo>
                    <a:pt x="2110334" y="521305"/>
                  </a:lnTo>
                  <a:lnTo>
                    <a:pt x="2180679" y="532520"/>
                  </a:lnTo>
                  <a:lnTo>
                    <a:pt x="2251023" y="543441"/>
                  </a:lnTo>
                  <a:lnTo>
                    <a:pt x="2321368" y="554076"/>
                  </a:lnTo>
                  <a:lnTo>
                    <a:pt x="2391712" y="564432"/>
                  </a:lnTo>
                  <a:lnTo>
                    <a:pt x="2462057" y="574517"/>
                  </a:lnTo>
                  <a:lnTo>
                    <a:pt x="2532401" y="584338"/>
                  </a:lnTo>
                  <a:lnTo>
                    <a:pt x="2602746" y="593901"/>
                  </a:lnTo>
                  <a:lnTo>
                    <a:pt x="2673090" y="603213"/>
                  </a:lnTo>
                  <a:lnTo>
                    <a:pt x="2743435" y="612282"/>
                  </a:lnTo>
                  <a:lnTo>
                    <a:pt x="2813779" y="621113"/>
                  </a:lnTo>
                  <a:lnTo>
                    <a:pt x="2884124" y="629712"/>
                  </a:lnTo>
                  <a:lnTo>
                    <a:pt x="2954468" y="638086"/>
                  </a:lnTo>
                  <a:lnTo>
                    <a:pt x="3024813" y="646241"/>
                  </a:lnTo>
                  <a:lnTo>
                    <a:pt x="3095157" y="649394"/>
                  </a:lnTo>
                  <a:lnTo>
                    <a:pt x="3165502" y="648413"/>
                  </a:lnTo>
                  <a:lnTo>
                    <a:pt x="3235846" y="647430"/>
                  </a:lnTo>
                  <a:lnTo>
                    <a:pt x="3306191" y="646443"/>
                  </a:lnTo>
                  <a:lnTo>
                    <a:pt x="3376535" y="645453"/>
                  </a:lnTo>
                  <a:lnTo>
                    <a:pt x="3446880" y="644460"/>
                  </a:lnTo>
                  <a:lnTo>
                    <a:pt x="3517224" y="643463"/>
                  </a:lnTo>
                  <a:lnTo>
                    <a:pt x="3587569" y="642463"/>
                  </a:lnTo>
                  <a:lnTo>
                    <a:pt x="3657913" y="641460"/>
                  </a:lnTo>
                  <a:lnTo>
                    <a:pt x="3728257" y="640454"/>
                  </a:lnTo>
                  <a:lnTo>
                    <a:pt x="3798602" y="639444"/>
                  </a:lnTo>
                  <a:lnTo>
                    <a:pt x="3868946" y="638431"/>
                  </a:lnTo>
                  <a:lnTo>
                    <a:pt x="3939291" y="637415"/>
                  </a:lnTo>
                  <a:lnTo>
                    <a:pt x="4009635" y="636396"/>
                  </a:lnTo>
                  <a:lnTo>
                    <a:pt x="4079980" y="635373"/>
                  </a:lnTo>
                  <a:lnTo>
                    <a:pt x="4150324" y="634346"/>
                  </a:lnTo>
                  <a:lnTo>
                    <a:pt x="4220669" y="633317"/>
                  </a:lnTo>
                  <a:lnTo>
                    <a:pt x="4291013" y="632284"/>
                  </a:lnTo>
                  <a:lnTo>
                    <a:pt x="4361358" y="631248"/>
                  </a:lnTo>
                  <a:lnTo>
                    <a:pt x="4431702" y="630208"/>
                  </a:lnTo>
                  <a:lnTo>
                    <a:pt x="4502047" y="629165"/>
                  </a:lnTo>
                  <a:lnTo>
                    <a:pt x="4572391" y="628118"/>
                  </a:lnTo>
                  <a:lnTo>
                    <a:pt x="4642736" y="627068"/>
                  </a:lnTo>
                  <a:lnTo>
                    <a:pt x="4713080" y="626015"/>
                  </a:lnTo>
                  <a:lnTo>
                    <a:pt x="4783425" y="624958"/>
                  </a:lnTo>
                  <a:lnTo>
                    <a:pt x="4853769" y="623898"/>
                  </a:lnTo>
                  <a:lnTo>
                    <a:pt x="4924114" y="622834"/>
                  </a:lnTo>
                  <a:lnTo>
                    <a:pt x="4994458" y="621767"/>
                  </a:lnTo>
                  <a:lnTo>
                    <a:pt x="5064803" y="620696"/>
                  </a:lnTo>
                  <a:lnTo>
                    <a:pt x="5135147" y="619622"/>
                  </a:lnTo>
                  <a:lnTo>
                    <a:pt x="5205492" y="618544"/>
                  </a:lnTo>
                  <a:lnTo>
                    <a:pt x="5275836" y="617463"/>
                  </a:lnTo>
                  <a:lnTo>
                    <a:pt x="5346181" y="616378"/>
                  </a:lnTo>
                  <a:lnTo>
                    <a:pt x="5416525" y="615290"/>
                  </a:lnTo>
                  <a:lnTo>
                    <a:pt x="5486870" y="614198"/>
                  </a:lnTo>
                  <a:lnTo>
                    <a:pt x="5557214" y="613102"/>
                  </a:lnTo>
                  <a:lnTo>
                    <a:pt x="5627559" y="612003"/>
                  </a:lnTo>
                  <a:lnTo>
                    <a:pt x="5697903" y="610901"/>
                  </a:lnTo>
                  <a:lnTo>
                    <a:pt x="5768248" y="609794"/>
                  </a:lnTo>
                  <a:lnTo>
                    <a:pt x="5838592" y="608685"/>
                  </a:lnTo>
                  <a:lnTo>
                    <a:pt x="5908937" y="607571"/>
                  </a:lnTo>
                  <a:lnTo>
                    <a:pt x="5979281" y="606454"/>
                  </a:lnTo>
                  <a:lnTo>
                    <a:pt x="6049626" y="605333"/>
                  </a:lnTo>
                  <a:lnTo>
                    <a:pt x="6119970" y="604209"/>
                  </a:lnTo>
                  <a:lnTo>
                    <a:pt x="6190315" y="603081"/>
                  </a:lnTo>
                  <a:lnTo>
                    <a:pt x="6260659" y="601949"/>
                  </a:lnTo>
                  <a:lnTo>
                    <a:pt x="6331004" y="600813"/>
                  </a:lnTo>
                  <a:lnTo>
                    <a:pt x="6401348" y="599674"/>
                  </a:lnTo>
                  <a:lnTo>
                    <a:pt x="6471693" y="598531"/>
                  </a:lnTo>
                  <a:lnTo>
                    <a:pt x="6542037" y="597384"/>
                  </a:lnTo>
                  <a:lnTo>
                    <a:pt x="6612382" y="596234"/>
                  </a:lnTo>
                  <a:lnTo>
                    <a:pt x="6682726" y="595080"/>
                  </a:lnTo>
                  <a:lnTo>
                    <a:pt x="6753071" y="593922"/>
                  </a:lnTo>
                  <a:lnTo>
                    <a:pt x="6823415" y="592760"/>
                  </a:lnTo>
                  <a:lnTo>
                    <a:pt x="6893760" y="591595"/>
                  </a:lnTo>
                  <a:lnTo>
                    <a:pt x="6964104" y="590425"/>
                  </a:lnTo>
                  <a:lnTo>
                    <a:pt x="6964104" y="880767"/>
                  </a:lnTo>
                  <a:lnTo>
                    <a:pt x="6893760" y="878924"/>
                  </a:lnTo>
                  <a:lnTo>
                    <a:pt x="6823415" y="877031"/>
                  </a:lnTo>
                  <a:lnTo>
                    <a:pt x="6753071" y="875088"/>
                  </a:lnTo>
                  <a:lnTo>
                    <a:pt x="6682726" y="873092"/>
                  </a:lnTo>
                  <a:lnTo>
                    <a:pt x="6612382" y="871042"/>
                  </a:lnTo>
                  <a:lnTo>
                    <a:pt x="6542037" y="868937"/>
                  </a:lnTo>
                  <a:lnTo>
                    <a:pt x="6471693" y="866776"/>
                  </a:lnTo>
                  <a:lnTo>
                    <a:pt x="6401348" y="864556"/>
                  </a:lnTo>
                  <a:lnTo>
                    <a:pt x="6331004" y="862277"/>
                  </a:lnTo>
                  <a:lnTo>
                    <a:pt x="6260659" y="859936"/>
                  </a:lnTo>
                  <a:lnTo>
                    <a:pt x="6190315" y="857532"/>
                  </a:lnTo>
                  <a:lnTo>
                    <a:pt x="6119970" y="855064"/>
                  </a:lnTo>
                  <a:lnTo>
                    <a:pt x="6049626" y="852529"/>
                  </a:lnTo>
                  <a:lnTo>
                    <a:pt x="5979281" y="849926"/>
                  </a:lnTo>
                  <a:lnTo>
                    <a:pt x="5908937" y="847253"/>
                  </a:lnTo>
                  <a:lnTo>
                    <a:pt x="5838592" y="844508"/>
                  </a:lnTo>
                  <a:lnTo>
                    <a:pt x="5768248" y="841689"/>
                  </a:lnTo>
                  <a:lnTo>
                    <a:pt x="5697903" y="838794"/>
                  </a:lnTo>
                  <a:lnTo>
                    <a:pt x="5627559" y="835822"/>
                  </a:lnTo>
                  <a:lnTo>
                    <a:pt x="5557214" y="832769"/>
                  </a:lnTo>
                  <a:lnTo>
                    <a:pt x="5486870" y="829634"/>
                  </a:lnTo>
                  <a:lnTo>
                    <a:pt x="5416525" y="826415"/>
                  </a:lnTo>
                  <a:lnTo>
                    <a:pt x="5346181" y="823109"/>
                  </a:lnTo>
                  <a:lnTo>
                    <a:pt x="5275836" y="819714"/>
                  </a:lnTo>
                  <a:lnTo>
                    <a:pt x="5205492" y="816228"/>
                  </a:lnTo>
                  <a:lnTo>
                    <a:pt x="5135147" y="812648"/>
                  </a:lnTo>
                  <a:lnTo>
                    <a:pt x="5064803" y="808972"/>
                  </a:lnTo>
                  <a:lnTo>
                    <a:pt x="4994458" y="805197"/>
                  </a:lnTo>
                  <a:lnTo>
                    <a:pt x="4924114" y="801320"/>
                  </a:lnTo>
                  <a:lnTo>
                    <a:pt x="4853769" y="797339"/>
                  </a:lnTo>
                  <a:lnTo>
                    <a:pt x="4783425" y="793250"/>
                  </a:lnTo>
                  <a:lnTo>
                    <a:pt x="4713080" y="789052"/>
                  </a:lnTo>
                  <a:lnTo>
                    <a:pt x="4642736" y="784741"/>
                  </a:lnTo>
                  <a:lnTo>
                    <a:pt x="4572391" y="780313"/>
                  </a:lnTo>
                  <a:lnTo>
                    <a:pt x="4502047" y="775767"/>
                  </a:lnTo>
                  <a:lnTo>
                    <a:pt x="4431702" y="771098"/>
                  </a:lnTo>
                  <a:lnTo>
                    <a:pt x="4361358" y="766304"/>
                  </a:lnTo>
                  <a:lnTo>
                    <a:pt x="4291013" y="761380"/>
                  </a:lnTo>
                  <a:lnTo>
                    <a:pt x="4220669" y="756324"/>
                  </a:lnTo>
                  <a:lnTo>
                    <a:pt x="4150324" y="751132"/>
                  </a:lnTo>
                  <a:lnTo>
                    <a:pt x="4079980" y="745800"/>
                  </a:lnTo>
                  <a:lnTo>
                    <a:pt x="4009635" y="740325"/>
                  </a:lnTo>
                  <a:lnTo>
                    <a:pt x="3939291" y="734702"/>
                  </a:lnTo>
                  <a:lnTo>
                    <a:pt x="3868946" y="728928"/>
                  </a:lnTo>
                  <a:lnTo>
                    <a:pt x="3798602" y="722999"/>
                  </a:lnTo>
                  <a:lnTo>
                    <a:pt x="3728257" y="716910"/>
                  </a:lnTo>
                  <a:lnTo>
                    <a:pt x="3657913" y="710657"/>
                  </a:lnTo>
                  <a:lnTo>
                    <a:pt x="3587569" y="704236"/>
                  </a:lnTo>
                  <a:lnTo>
                    <a:pt x="3517224" y="697643"/>
                  </a:lnTo>
                  <a:lnTo>
                    <a:pt x="3446880" y="690871"/>
                  </a:lnTo>
                  <a:lnTo>
                    <a:pt x="3376535" y="683918"/>
                  </a:lnTo>
                  <a:lnTo>
                    <a:pt x="3306191" y="676777"/>
                  </a:lnTo>
                  <a:lnTo>
                    <a:pt x="3235846" y="669444"/>
                  </a:lnTo>
                  <a:lnTo>
                    <a:pt x="3165502" y="661914"/>
                  </a:lnTo>
                  <a:lnTo>
                    <a:pt x="3095157" y="654181"/>
                  </a:lnTo>
                  <a:lnTo>
                    <a:pt x="3024813" y="650371"/>
                  </a:lnTo>
                  <a:lnTo>
                    <a:pt x="2954468" y="651345"/>
                  </a:lnTo>
                  <a:lnTo>
                    <a:pt x="2884124" y="652316"/>
                  </a:lnTo>
                  <a:lnTo>
                    <a:pt x="2813779" y="653283"/>
                  </a:lnTo>
                  <a:lnTo>
                    <a:pt x="2743435" y="654248"/>
                  </a:lnTo>
                  <a:lnTo>
                    <a:pt x="2673090" y="655209"/>
                  </a:lnTo>
                  <a:lnTo>
                    <a:pt x="2602746" y="656168"/>
                  </a:lnTo>
                  <a:lnTo>
                    <a:pt x="2532401" y="657123"/>
                  </a:lnTo>
                  <a:lnTo>
                    <a:pt x="2462057" y="658075"/>
                  </a:lnTo>
                  <a:lnTo>
                    <a:pt x="2391712" y="659024"/>
                  </a:lnTo>
                  <a:lnTo>
                    <a:pt x="2321368" y="659969"/>
                  </a:lnTo>
                  <a:lnTo>
                    <a:pt x="2251023" y="660912"/>
                  </a:lnTo>
                  <a:lnTo>
                    <a:pt x="2180679" y="661852"/>
                  </a:lnTo>
                  <a:lnTo>
                    <a:pt x="2110334" y="662788"/>
                  </a:lnTo>
                  <a:lnTo>
                    <a:pt x="2039990" y="663722"/>
                  </a:lnTo>
                  <a:lnTo>
                    <a:pt x="1969645" y="664652"/>
                  </a:lnTo>
                  <a:lnTo>
                    <a:pt x="1899301" y="665580"/>
                  </a:lnTo>
                  <a:lnTo>
                    <a:pt x="1828956" y="666504"/>
                  </a:lnTo>
                  <a:lnTo>
                    <a:pt x="1758612" y="667426"/>
                  </a:lnTo>
                  <a:lnTo>
                    <a:pt x="1688267" y="668344"/>
                  </a:lnTo>
                  <a:lnTo>
                    <a:pt x="1617923" y="669260"/>
                  </a:lnTo>
                  <a:lnTo>
                    <a:pt x="1547578" y="670172"/>
                  </a:lnTo>
                  <a:lnTo>
                    <a:pt x="1477234" y="671082"/>
                  </a:lnTo>
                  <a:lnTo>
                    <a:pt x="1406889" y="671988"/>
                  </a:lnTo>
                  <a:lnTo>
                    <a:pt x="1336545" y="672892"/>
                  </a:lnTo>
                  <a:lnTo>
                    <a:pt x="1266200" y="673792"/>
                  </a:lnTo>
                  <a:lnTo>
                    <a:pt x="1195856" y="674690"/>
                  </a:lnTo>
                  <a:lnTo>
                    <a:pt x="1125511" y="675585"/>
                  </a:lnTo>
                  <a:lnTo>
                    <a:pt x="1055167" y="676477"/>
                  </a:lnTo>
                  <a:lnTo>
                    <a:pt x="984822" y="677366"/>
                  </a:lnTo>
                  <a:lnTo>
                    <a:pt x="914478" y="678252"/>
                  </a:lnTo>
                  <a:lnTo>
                    <a:pt x="844133" y="679135"/>
                  </a:lnTo>
                  <a:lnTo>
                    <a:pt x="773789" y="680015"/>
                  </a:lnTo>
                  <a:lnTo>
                    <a:pt x="703444" y="680892"/>
                  </a:lnTo>
                  <a:lnTo>
                    <a:pt x="633100" y="681767"/>
                  </a:lnTo>
                  <a:lnTo>
                    <a:pt x="562755" y="682639"/>
                  </a:lnTo>
                  <a:lnTo>
                    <a:pt x="492411" y="683508"/>
                  </a:lnTo>
                  <a:lnTo>
                    <a:pt x="422066" y="684374"/>
                  </a:lnTo>
                  <a:lnTo>
                    <a:pt x="351722" y="685237"/>
                  </a:lnTo>
                  <a:lnTo>
                    <a:pt x="281377" y="686097"/>
                  </a:lnTo>
                  <a:lnTo>
                    <a:pt x="211033" y="686955"/>
                  </a:lnTo>
                  <a:lnTo>
                    <a:pt x="140688" y="687810"/>
                  </a:lnTo>
                  <a:lnTo>
                    <a:pt x="70344" y="688662"/>
                  </a:lnTo>
                  <a:lnTo>
                    <a:pt x="0" y="6895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51038"/>
              <a:ext cx="6964104" cy="649394"/>
            </a:xfrm>
            <a:custGeom>
              <a:avLst/>
              <a:pathLst>
                <a:path w="6964104" h="649394">
                  <a:moveTo>
                    <a:pt x="0" y="0"/>
                  </a:moveTo>
                  <a:lnTo>
                    <a:pt x="70344" y="24876"/>
                  </a:lnTo>
                  <a:lnTo>
                    <a:pt x="140688" y="49100"/>
                  </a:lnTo>
                  <a:lnTo>
                    <a:pt x="211033" y="72690"/>
                  </a:lnTo>
                  <a:lnTo>
                    <a:pt x="281377" y="95662"/>
                  </a:lnTo>
                  <a:lnTo>
                    <a:pt x="351722" y="118031"/>
                  </a:lnTo>
                  <a:lnTo>
                    <a:pt x="422066" y="139814"/>
                  </a:lnTo>
                  <a:lnTo>
                    <a:pt x="492411" y="161027"/>
                  </a:lnTo>
                  <a:lnTo>
                    <a:pt x="562755" y="181683"/>
                  </a:lnTo>
                  <a:lnTo>
                    <a:pt x="633100" y="201798"/>
                  </a:lnTo>
                  <a:lnTo>
                    <a:pt x="703444" y="221386"/>
                  </a:lnTo>
                  <a:lnTo>
                    <a:pt x="773789" y="240461"/>
                  </a:lnTo>
                  <a:lnTo>
                    <a:pt x="844133" y="259036"/>
                  </a:lnTo>
                  <a:lnTo>
                    <a:pt x="914478" y="277124"/>
                  </a:lnTo>
                  <a:lnTo>
                    <a:pt x="984822" y="294738"/>
                  </a:lnTo>
                  <a:lnTo>
                    <a:pt x="1055167" y="311891"/>
                  </a:lnTo>
                  <a:lnTo>
                    <a:pt x="1125511" y="328593"/>
                  </a:lnTo>
                  <a:lnTo>
                    <a:pt x="1195856" y="344859"/>
                  </a:lnTo>
                  <a:lnTo>
                    <a:pt x="1266200" y="360698"/>
                  </a:lnTo>
                  <a:lnTo>
                    <a:pt x="1336545" y="376121"/>
                  </a:lnTo>
                  <a:lnTo>
                    <a:pt x="1406889" y="391141"/>
                  </a:lnTo>
                  <a:lnTo>
                    <a:pt x="1477234" y="405767"/>
                  </a:lnTo>
                  <a:lnTo>
                    <a:pt x="1547578" y="420010"/>
                  </a:lnTo>
                  <a:lnTo>
                    <a:pt x="1617923" y="433880"/>
                  </a:lnTo>
                  <a:lnTo>
                    <a:pt x="1688267" y="447386"/>
                  </a:lnTo>
                  <a:lnTo>
                    <a:pt x="1758612" y="460538"/>
                  </a:lnTo>
                  <a:lnTo>
                    <a:pt x="1828956" y="473345"/>
                  </a:lnTo>
                  <a:lnTo>
                    <a:pt x="1899301" y="485817"/>
                  </a:lnTo>
                  <a:lnTo>
                    <a:pt x="1969645" y="497962"/>
                  </a:lnTo>
                  <a:lnTo>
                    <a:pt x="2039990" y="509789"/>
                  </a:lnTo>
                  <a:lnTo>
                    <a:pt x="2110334" y="521305"/>
                  </a:lnTo>
                  <a:lnTo>
                    <a:pt x="2180679" y="532520"/>
                  </a:lnTo>
                  <a:lnTo>
                    <a:pt x="2251023" y="543441"/>
                  </a:lnTo>
                  <a:lnTo>
                    <a:pt x="2321368" y="554076"/>
                  </a:lnTo>
                  <a:lnTo>
                    <a:pt x="2391712" y="564432"/>
                  </a:lnTo>
                  <a:lnTo>
                    <a:pt x="2462057" y="574517"/>
                  </a:lnTo>
                  <a:lnTo>
                    <a:pt x="2532401" y="584338"/>
                  </a:lnTo>
                  <a:lnTo>
                    <a:pt x="2602746" y="593901"/>
                  </a:lnTo>
                  <a:lnTo>
                    <a:pt x="2673090" y="603213"/>
                  </a:lnTo>
                  <a:lnTo>
                    <a:pt x="2743435" y="612282"/>
                  </a:lnTo>
                  <a:lnTo>
                    <a:pt x="2813779" y="621113"/>
                  </a:lnTo>
                  <a:lnTo>
                    <a:pt x="2884124" y="629712"/>
                  </a:lnTo>
                  <a:lnTo>
                    <a:pt x="2954468" y="638086"/>
                  </a:lnTo>
                  <a:lnTo>
                    <a:pt x="3024813" y="646241"/>
                  </a:lnTo>
                  <a:lnTo>
                    <a:pt x="3095157" y="649394"/>
                  </a:lnTo>
                  <a:lnTo>
                    <a:pt x="3165502" y="648413"/>
                  </a:lnTo>
                  <a:lnTo>
                    <a:pt x="3235846" y="647430"/>
                  </a:lnTo>
                  <a:lnTo>
                    <a:pt x="3306191" y="646443"/>
                  </a:lnTo>
                  <a:lnTo>
                    <a:pt x="3376535" y="645453"/>
                  </a:lnTo>
                  <a:lnTo>
                    <a:pt x="3446880" y="644460"/>
                  </a:lnTo>
                  <a:lnTo>
                    <a:pt x="3517224" y="643463"/>
                  </a:lnTo>
                  <a:lnTo>
                    <a:pt x="3587569" y="642463"/>
                  </a:lnTo>
                  <a:lnTo>
                    <a:pt x="3657913" y="641460"/>
                  </a:lnTo>
                  <a:lnTo>
                    <a:pt x="3728257" y="640454"/>
                  </a:lnTo>
                  <a:lnTo>
                    <a:pt x="3798602" y="639444"/>
                  </a:lnTo>
                  <a:lnTo>
                    <a:pt x="3868946" y="638431"/>
                  </a:lnTo>
                  <a:lnTo>
                    <a:pt x="3939291" y="637415"/>
                  </a:lnTo>
                  <a:lnTo>
                    <a:pt x="4009635" y="636396"/>
                  </a:lnTo>
                  <a:lnTo>
                    <a:pt x="4079980" y="635373"/>
                  </a:lnTo>
                  <a:lnTo>
                    <a:pt x="4150324" y="634346"/>
                  </a:lnTo>
                  <a:lnTo>
                    <a:pt x="4220669" y="633317"/>
                  </a:lnTo>
                  <a:lnTo>
                    <a:pt x="4291013" y="632284"/>
                  </a:lnTo>
                  <a:lnTo>
                    <a:pt x="4361358" y="631248"/>
                  </a:lnTo>
                  <a:lnTo>
                    <a:pt x="4431702" y="630208"/>
                  </a:lnTo>
                  <a:lnTo>
                    <a:pt x="4502047" y="629165"/>
                  </a:lnTo>
                  <a:lnTo>
                    <a:pt x="4572391" y="628118"/>
                  </a:lnTo>
                  <a:lnTo>
                    <a:pt x="4642736" y="627068"/>
                  </a:lnTo>
                  <a:lnTo>
                    <a:pt x="4713080" y="626015"/>
                  </a:lnTo>
                  <a:lnTo>
                    <a:pt x="4783425" y="624958"/>
                  </a:lnTo>
                  <a:lnTo>
                    <a:pt x="4853769" y="623898"/>
                  </a:lnTo>
                  <a:lnTo>
                    <a:pt x="4924114" y="622834"/>
                  </a:lnTo>
                  <a:lnTo>
                    <a:pt x="4994458" y="621767"/>
                  </a:lnTo>
                  <a:lnTo>
                    <a:pt x="5064803" y="620696"/>
                  </a:lnTo>
                  <a:lnTo>
                    <a:pt x="5135147" y="619622"/>
                  </a:lnTo>
                  <a:lnTo>
                    <a:pt x="5205492" y="618544"/>
                  </a:lnTo>
                  <a:lnTo>
                    <a:pt x="5275836" y="617463"/>
                  </a:lnTo>
                  <a:lnTo>
                    <a:pt x="5346181" y="616378"/>
                  </a:lnTo>
                  <a:lnTo>
                    <a:pt x="5416525" y="615290"/>
                  </a:lnTo>
                  <a:lnTo>
                    <a:pt x="5486870" y="614198"/>
                  </a:lnTo>
                  <a:lnTo>
                    <a:pt x="5557214" y="613102"/>
                  </a:lnTo>
                  <a:lnTo>
                    <a:pt x="5627559" y="612003"/>
                  </a:lnTo>
                  <a:lnTo>
                    <a:pt x="5697903" y="610901"/>
                  </a:lnTo>
                  <a:lnTo>
                    <a:pt x="5768248" y="609794"/>
                  </a:lnTo>
                  <a:lnTo>
                    <a:pt x="5838592" y="608685"/>
                  </a:lnTo>
                  <a:lnTo>
                    <a:pt x="5908937" y="607571"/>
                  </a:lnTo>
                  <a:lnTo>
                    <a:pt x="5979281" y="606454"/>
                  </a:lnTo>
                  <a:lnTo>
                    <a:pt x="6049626" y="605333"/>
                  </a:lnTo>
                  <a:lnTo>
                    <a:pt x="6119970" y="604209"/>
                  </a:lnTo>
                  <a:lnTo>
                    <a:pt x="6190315" y="603081"/>
                  </a:lnTo>
                  <a:lnTo>
                    <a:pt x="6260659" y="601949"/>
                  </a:lnTo>
                  <a:lnTo>
                    <a:pt x="6331004" y="600813"/>
                  </a:lnTo>
                  <a:lnTo>
                    <a:pt x="6401348" y="599674"/>
                  </a:lnTo>
                  <a:lnTo>
                    <a:pt x="6471693" y="598531"/>
                  </a:lnTo>
                  <a:lnTo>
                    <a:pt x="6542037" y="597384"/>
                  </a:lnTo>
                  <a:lnTo>
                    <a:pt x="6612382" y="596234"/>
                  </a:lnTo>
                  <a:lnTo>
                    <a:pt x="6682726" y="595080"/>
                  </a:lnTo>
                  <a:lnTo>
                    <a:pt x="6753071" y="593922"/>
                  </a:lnTo>
                  <a:lnTo>
                    <a:pt x="6823415" y="592760"/>
                  </a:lnTo>
                  <a:lnTo>
                    <a:pt x="6893760" y="591595"/>
                  </a:lnTo>
                  <a:lnTo>
                    <a:pt x="6964104" y="5904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101409"/>
              <a:ext cx="6964104" cy="230396"/>
            </a:xfrm>
            <a:custGeom>
              <a:avLst/>
              <a:pathLst>
                <a:path w="6964104" h="230396">
                  <a:moveTo>
                    <a:pt x="6964104" y="230396"/>
                  </a:moveTo>
                  <a:lnTo>
                    <a:pt x="6893760" y="228553"/>
                  </a:lnTo>
                  <a:lnTo>
                    <a:pt x="6823415" y="226660"/>
                  </a:lnTo>
                  <a:lnTo>
                    <a:pt x="6753071" y="224716"/>
                  </a:lnTo>
                  <a:lnTo>
                    <a:pt x="6682726" y="222720"/>
                  </a:lnTo>
                  <a:lnTo>
                    <a:pt x="6612382" y="220671"/>
                  </a:lnTo>
                  <a:lnTo>
                    <a:pt x="6542037" y="218566"/>
                  </a:lnTo>
                  <a:lnTo>
                    <a:pt x="6471693" y="216404"/>
                  </a:lnTo>
                  <a:lnTo>
                    <a:pt x="6401348" y="214185"/>
                  </a:lnTo>
                  <a:lnTo>
                    <a:pt x="6331004" y="211905"/>
                  </a:lnTo>
                  <a:lnTo>
                    <a:pt x="6260659" y="209565"/>
                  </a:lnTo>
                  <a:lnTo>
                    <a:pt x="6190315" y="207161"/>
                  </a:lnTo>
                  <a:lnTo>
                    <a:pt x="6119970" y="204693"/>
                  </a:lnTo>
                  <a:lnTo>
                    <a:pt x="6049626" y="202158"/>
                  </a:lnTo>
                  <a:lnTo>
                    <a:pt x="5979281" y="199555"/>
                  </a:lnTo>
                  <a:lnTo>
                    <a:pt x="5908937" y="196882"/>
                  </a:lnTo>
                  <a:lnTo>
                    <a:pt x="5838592" y="194137"/>
                  </a:lnTo>
                  <a:lnTo>
                    <a:pt x="5768248" y="191318"/>
                  </a:lnTo>
                  <a:lnTo>
                    <a:pt x="5697903" y="188423"/>
                  </a:lnTo>
                  <a:lnTo>
                    <a:pt x="5627559" y="185450"/>
                  </a:lnTo>
                  <a:lnTo>
                    <a:pt x="5557214" y="182398"/>
                  </a:lnTo>
                  <a:lnTo>
                    <a:pt x="5486870" y="179263"/>
                  </a:lnTo>
                  <a:lnTo>
                    <a:pt x="5416525" y="176044"/>
                  </a:lnTo>
                  <a:lnTo>
                    <a:pt x="5346181" y="172738"/>
                  </a:lnTo>
                  <a:lnTo>
                    <a:pt x="5275836" y="169343"/>
                  </a:lnTo>
                  <a:lnTo>
                    <a:pt x="5205492" y="165857"/>
                  </a:lnTo>
                  <a:lnTo>
                    <a:pt x="5135147" y="162277"/>
                  </a:lnTo>
                  <a:lnTo>
                    <a:pt x="5064803" y="158601"/>
                  </a:lnTo>
                  <a:lnTo>
                    <a:pt x="4994458" y="154825"/>
                  </a:lnTo>
                  <a:lnTo>
                    <a:pt x="4924114" y="150948"/>
                  </a:lnTo>
                  <a:lnTo>
                    <a:pt x="4853769" y="146967"/>
                  </a:lnTo>
                  <a:lnTo>
                    <a:pt x="4783425" y="142879"/>
                  </a:lnTo>
                  <a:lnTo>
                    <a:pt x="4713080" y="138681"/>
                  </a:lnTo>
                  <a:lnTo>
                    <a:pt x="4642736" y="134369"/>
                  </a:lnTo>
                  <a:lnTo>
                    <a:pt x="4572391" y="129942"/>
                  </a:lnTo>
                  <a:lnTo>
                    <a:pt x="4502047" y="125396"/>
                  </a:lnTo>
                  <a:lnTo>
                    <a:pt x="4431702" y="120727"/>
                  </a:lnTo>
                  <a:lnTo>
                    <a:pt x="4361358" y="115932"/>
                  </a:lnTo>
                  <a:lnTo>
                    <a:pt x="4291013" y="111009"/>
                  </a:lnTo>
                  <a:lnTo>
                    <a:pt x="4220669" y="105953"/>
                  </a:lnTo>
                  <a:lnTo>
                    <a:pt x="4150324" y="100761"/>
                  </a:lnTo>
                  <a:lnTo>
                    <a:pt x="4079980" y="95429"/>
                  </a:lnTo>
                  <a:lnTo>
                    <a:pt x="4009635" y="89954"/>
                  </a:lnTo>
                  <a:lnTo>
                    <a:pt x="3939291" y="84331"/>
                  </a:lnTo>
                  <a:lnTo>
                    <a:pt x="3868946" y="78557"/>
                  </a:lnTo>
                  <a:lnTo>
                    <a:pt x="3798602" y="72628"/>
                  </a:lnTo>
                  <a:lnTo>
                    <a:pt x="3728257" y="66539"/>
                  </a:lnTo>
                  <a:lnTo>
                    <a:pt x="3657913" y="60286"/>
                  </a:lnTo>
                  <a:lnTo>
                    <a:pt x="3587569" y="53865"/>
                  </a:lnTo>
                  <a:lnTo>
                    <a:pt x="3517224" y="47271"/>
                  </a:lnTo>
                  <a:lnTo>
                    <a:pt x="3446880" y="40500"/>
                  </a:lnTo>
                  <a:lnTo>
                    <a:pt x="3376535" y="33546"/>
                  </a:lnTo>
                  <a:lnTo>
                    <a:pt x="3306191" y="26406"/>
                  </a:lnTo>
                  <a:lnTo>
                    <a:pt x="3235846" y="19073"/>
                  </a:lnTo>
                  <a:lnTo>
                    <a:pt x="3165502" y="11543"/>
                  </a:lnTo>
                  <a:lnTo>
                    <a:pt x="3095157" y="3810"/>
                  </a:lnTo>
                  <a:lnTo>
                    <a:pt x="3024813" y="0"/>
                  </a:lnTo>
                  <a:lnTo>
                    <a:pt x="2954468" y="974"/>
                  </a:lnTo>
                  <a:lnTo>
                    <a:pt x="2884124" y="1944"/>
                  </a:lnTo>
                  <a:lnTo>
                    <a:pt x="2813779" y="2912"/>
                  </a:lnTo>
                  <a:lnTo>
                    <a:pt x="2743435" y="3877"/>
                  </a:lnTo>
                  <a:lnTo>
                    <a:pt x="2673090" y="4838"/>
                  </a:lnTo>
                  <a:lnTo>
                    <a:pt x="2602746" y="5796"/>
                  </a:lnTo>
                  <a:lnTo>
                    <a:pt x="2532401" y="6751"/>
                  </a:lnTo>
                  <a:lnTo>
                    <a:pt x="2462057" y="7703"/>
                  </a:lnTo>
                  <a:lnTo>
                    <a:pt x="2391712" y="8652"/>
                  </a:lnTo>
                  <a:lnTo>
                    <a:pt x="2321368" y="9598"/>
                  </a:lnTo>
                  <a:lnTo>
                    <a:pt x="2251023" y="10541"/>
                  </a:lnTo>
                  <a:lnTo>
                    <a:pt x="2180679" y="11480"/>
                  </a:lnTo>
                  <a:lnTo>
                    <a:pt x="2110334" y="12417"/>
                  </a:lnTo>
                  <a:lnTo>
                    <a:pt x="2039990" y="13351"/>
                  </a:lnTo>
                  <a:lnTo>
                    <a:pt x="1969645" y="14281"/>
                  </a:lnTo>
                  <a:lnTo>
                    <a:pt x="1899301" y="15209"/>
                  </a:lnTo>
                  <a:lnTo>
                    <a:pt x="1828956" y="16133"/>
                  </a:lnTo>
                  <a:lnTo>
                    <a:pt x="1758612" y="17054"/>
                  </a:lnTo>
                  <a:lnTo>
                    <a:pt x="1688267" y="17973"/>
                  </a:lnTo>
                  <a:lnTo>
                    <a:pt x="1617923" y="18888"/>
                  </a:lnTo>
                  <a:lnTo>
                    <a:pt x="1547578" y="19801"/>
                  </a:lnTo>
                  <a:lnTo>
                    <a:pt x="1477234" y="20710"/>
                  </a:lnTo>
                  <a:lnTo>
                    <a:pt x="1406889" y="21617"/>
                  </a:lnTo>
                  <a:lnTo>
                    <a:pt x="1336545" y="22520"/>
                  </a:lnTo>
                  <a:lnTo>
                    <a:pt x="1266200" y="23421"/>
                  </a:lnTo>
                  <a:lnTo>
                    <a:pt x="1195856" y="24319"/>
                  </a:lnTo>
                  <a:lnTo>
                    <a:pt x="1125511" y="25213"/>
                  </a:lnTo>
                  <a:lnTo>
                    <a:pt x="1055167" y="26105"/>
                  </a:lnTo>
                  <a:lnTo>
                    <a:pt x="984822" y="26994"/>
                  </a:lnTo>
                  <a:lnTo>
                    <a:pt x="914478" y="27880"/>
                  </a:lnTo>
                  <a:lnTo>
                    <a:pt x="844133" y="28763"/>
                  </a:lnTo>
                  <a:lnTo>
                    <a:pt x="773789" y="29644"/>
                  </a:lnTo>
                  <a:lnTo>
                    <a:pt x="703444" y="30521"/>
                  </a:lnTo>
                  <a:lnTo>
                    <a:pt x="633100" y="31396"/>
                  </a:lnTo>
                  <a:lnTo>
                    <a:pt x="562755" y="32267"/>
                  </a:lnTo>
                  <a:lnTo>
                    <a:pt x="492411" y="33136"/>
                  </a:lnTo>
                  <a:lnTo>
                    <a:pt x="422066" y="34002"/>
                  </a:lnTo>
                  <a:lnTo>
                    <a:pt x="351722" y="34865"/>
                  </a:lnTo>
                  <a:lnTo>
                    <a:pt x="281377" y="35726"/>
                  </a:lnTo>
                  <a:lnTo>
                    <a:pt x="211033" y="36583"/>
                  </a:lnTo>
                  <a:lnTo>
                    <a:pt x="140688" y="37438"/>
                  </a:lnTo>
                  <a:lnTo>
                    <a:pt x="70344" y="38290"/>
                  </a:lnTo>
                  <a:lnTo>
                    <a:pt x="0" y="39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03742"/>
              <a:ext cx="6964104" cy="339786"/>
            </a:xfrm>
            <a:custGeom>
              <a:avLst/>
              <a:pathLst>
                <a:path w="6964104" h="339786">
                  <a:moveTo>
                    <a:pt x="0" y="0"/>
                  </a:moveTo>
                  <a:lnTo>
                    <a:pt x="70344" y="5749"/>
                  </a:lnTo>
                  <a:lnTo>
                    <a:pt x="140688" y="11431"/>
                  </a:lnTo>
                  <a:lnTo>
                    <a:pt x="211033" y="17048"/>
                  </a:lnTo>
                  <a:lnTo>
                    <a:pt x="281377" y="22600"/>
                  </a:lnTo>
                  <a:lnTo>
                    <a:pt x="351722" y="28088"/>
                  </a:lnTo>
                  <a:lnTo>
                    <a:pt x="422066" y="33512"/>
                  </a:lnTo>
                  <a:lnTo>
                    <a:pt x="492411" y="38873"/>
                  </a:lnTo>
                  <a:lnTo>
                    <a:pt x="562755" y="44172"/>
                  </a:lnTo>
                  <a:lnTo>
                    <a:pt x="633100" y="49410"/>
                  </a:lnTo>
                  <a:lnTo>
                    <a:pt x="703444" y="54587"/>
                  </a:lnTo>
                  <a:lnTo>
                    <a:pt x="773789" y="59704"/>
                  </a:lnTo>
                  <a:lnTo>
                    <a:pt x="844133" y="64762"/>
                  </a:lnTo>
                  <a:lnTo>
                    <a:pt x="914478" y="69761"/>
                  </a:lnTo>
                  <a:lnTo>
                    <a:pt x="984822" y="74703"/>
                  </a:lnTo>
                  <a:lnTo>
                    <a:pt x="1055167" y="79587"/>
                  </a:lnTo>
                  <a:lnTo>
                    <a:pt x="1125511" y="84415"/>
                  </a:lnTo>
                  <a:lnTo>
                    <a:pt x="1195856" y="89187"/>
                  </a:lnTo>
                  <a:lnTo>
                    <a:pt x="1266200" y="93903"/>
                  </a:lnTo>
                  <a:lnTo>
                    <a:pt x="1336545" y="98565"/>
                  </a:lnTo>
                  <a:lnTo>
                    <a:pt x="1406889" y="103173"/>
                  </a:lnTo>
                  <a:lnTo>
                    <a:pt x="1477234" y="107728"/>
                  </a:lnTo>
                  <a:lnTo>
                    <a:pt x="1547578" y="112230"/>
                  </a:lnTo>
                  <a:lnTo>
                    <a:pt x="1617923" y="116679"/>
                  </a:lnTo>
                  <a:lnTo>
                    <a:pt x="1688267" y="121078"/>
                  </a:lnTo>
                  <a:lnTo>
                    <a:pt x="1758612" y="125425"/>
                  </a:lnTo>
                  <a:lnTo>
                    <a:pt x="1828956" y="129722"/>
                  </a:lnTo>
                  <a:lnTo>
                    <a:pt x="1899301" y="133969"/>
                  </a:lnTo>
                  <a:lnTo>
                    <a:pt x="1969645" y="138167"/>
                  </a:lnTo>
                  <a:lnTo>
                    <a:pt x="2039990" y="142317"/>
                  </a:lnTo>
                  <a:lnTo>
                    <a:pt x="2110334" y="146418"/>
                  </a:lnTo>
                  <a:lnTo>
                    <a:pt x="2180679" y="150472"/>
                  </a:lnTo>
                  <a:lnTo>
                    <a:pt x="2251023" y="154479"/>
                  </a:lnTo>
                  <a:lnTo>
                    <a:pt x="2321368" y="158440"/>
                  </a:lnTo>
                  <a:lnTo>
                    <a:pt x="2391712" y="162354"/>
                  </a:lnTo>
                  <a:lnTo>
                    <a:pt x="2462057" y="166224"/>
                  </a:lnTo>
                  <a:lnTo>
                    <a:pt x="2532401" y="170048"/>
                  </a:lnTo>
                  <a:lnTo>
                    <a:pt x="2602746" y="173829"/>
                  </a:lnTo>
                  <a:lnTo>
                    <a:pt x="2673090" y="177565"/>
                  </a:lnTo>
                  <a:lnTo>
                    <a:pt x="2743435" y="181259"/>
                  </a:lnTo>
                  <a:lnTo>
                    <a:pt x="2813779" y="184909"/>
                  </a:lnTo>
                  <a:lnTo>
                    <a:pt x="2884124" y="188517"/>
                  </a:lnTo>
                  <a:lnTo>
                    <a:pt x="2954468" y="192084"/>
                  </a:lnTo>
                  <a:lnTo>
                    <a:pt x="3024813" y="195609"/>
                  </a:lnTo>
                  <a:lnTo>
                    <a:pt x="3095157" y="199094"/>
                  </a:lnTo>
                  <a:lnTo>
                    <a:pt x="3165502" y="202538"/>
                  </a:lnTo>
                  <a:lnTo>
                    <a:pt x="3235846" y="205942"/>
                  </a:lnTo>
                  <a:lnTo>
                    <a:pt x="3306191" y="209307"/>
                  </a:lnTo>
                  <a:lnTo>
                    <a:pt x="3376535" y="212632"/>
                  </a:lnTo>
                  <a:lnTo>
                    <a:pt x="3446880" y="215920"/>
                  </a:lnTo>
                  <a:lnTo>
                    <a:pt x="3517224" y="219169"/>
                  </a:lnTo>
                  <a:lnTo>
                    <a:pt x="3587569" y="222380"/>
                  </a:lnTo>
                  <a:lnTo>
                    <a:pt x="3657913" y="225555"/>
                  </a:lnTo>
                  <a:lnTo>
                    <a:pt x="3728257" y="228693"/>
                  </a:lnTo>
                  <a:lnTo>
                    <a:pt x="3798602" y="231794"/>
                  </a:lnTo>
                  <a:lnTo>
                    <a:pt x="3868946" y="234859"/>
                  </a:lnTo>
                  <a:lnTo>
                    <a:pt x="3939291" y="237889"/>
                  </a:lnTo>
                  <a:lnTo>
                    <a:pt x="4009635" y="240884"/>
                  </a:lnTo>
                  <a:lnTo>
                    <a:pt x="4079980" y="243844"/>
                  </a:lnTo>
                  <a:lnTo>
                    <a:pt x="4150324" y="246770"/>
                  </a:lnTo>
                  <a:lnTo>
                    <a:pt x="4220669" y="249662"/>
                  </a:lnTo>
                  <a:lnTo>
                    <a:pt x="4291013" y="252521"/>
                  </a:lnTo>
                  <a:lnTo>
                    <a:pt x="4361358" y="255346"/>
                  </a:lnTo>
                  <a:lnTo>
                    <a:pt x="4431702" y="258139"/>
                  </a:lnTo>
                  <a:lnTo>
                    <a:pt x="4502047" y="260899"/>
                  </a:lnTo>
                  <a:lnTo>
                    <a:pt x="4572391" y="263628"/>
                  </a:lnTo>
                  <a:lnTo>
                    <a:pt x="4642736" y="266325"/>
                  </a:lnTo>
                  <a:lnTo>
                    <a:pt x="4713080" y="268990"/>
                  </a:lnTo>
                  <a:lnTo>
                    <a:pt x="4783425" y="271625"/>
                  </a:lnTo>
                  <a:lnTo>
                    <a:pt x="4853769" y="274229"/>
                  </a:lnTo>
                  <a:lnTo>
                    <a:pt x="4924114" y="276803"/>
                  </a:lnTo>
                  <a:lnTo>
                    <a:pt x="4994458" y="279348"/>
                  </a:lnTo>
                  <a:lnTo>
                    <a:pt x="5064803" y="281863"/>
                  </a:lnTo>
                  <a:lnTo>
                    <a:pt x="5135147" y="284348"/>
                  </a:lnTo>
                  <a:lnTo>
                    <a:pt x="5205492" y="286805"/>
                  </a:lnTo>
                  <a:lnTo>
                    <a:pt x="5275836" y="289234"/>
                  </a:lnTo>
                  <a:lnTo>
                    <a:pt x="5346181" y="291634"/>
                  </a:lnTo>
                  <a:lnTo>
                    <a:pt x="5416525" y="294007"/>
                  </a:lnTo>
                  <a:lnTo>
                    <a:pt x="5486870" y="296352"/>
                  </a:lnTo>
                  <a:lnTo>
                    <a:pt x="5557214" y="298670"/>
                  </a:lnTo>
                  <a:lnTo>
                    <a:pt x="5627559" y="300961"/>
                  </a:lnTo>
                  <a:lnTo>
                    <a:pt x="5697903" y="303226"/>
                  </a:lnTo>
                  <a:lnTo>
                    <a:pt x="5768248" y="305464"/>
                  </a:lnTo>
                  <a:lnTo>
                    <a:pt x="5838592" y="307676"/>
                  </a:lnTo>
                  <a:lnTo>
                    <a:pt x="5908937" y="309863"/>
                  </a:lnTo>
                  <a:lnTo>
                    <a:pt x="5979281" y="312025"/>
                  </a:lnTo>
                  <a:lnTo>
                    <a:pt x="6049626" y="314161"/>
                  </a:lnTo>
                  <a:lnTo>
                    <a:pt x="6119970" y="316273"/>
                  </a:lnTo>
                  <a:lnTo>
                    <a:pt x="6190315" y="318360"/>
                  </a:lnTo>
                  <a:lnTo>
                    <a:pt x="6260659" y="320423"/>
                  </a:lnTo>
                  <a:lnTo>
                    <a:pt x="6331004" y="322463"/>
                  </a:lnTo>
                  <a:lnTo>
                    <a:pt x="6401348" y="324478"/>
                  </a:lnTo>
                  <a:lnTo>
                    <a:pt x="6471693" y="326471"/>
                  </a:lnTo>
                  <a:lnTo>
                    <a:pt x="6542037" y="328440"/>
                  </a:lnTo>
                  <a:lnTo>
                    <a:pt x="6612382" y="330386"/>
                  </a:lnTo>
                  <a:lnTo>
                    <a:pt x="6682726" y="332310"/>
                  </a:lnTo>
                  <a:lnTo>
                    <a:pt x="6753071" y="334212"/>
                  </a:lnTo>
                  <a:lnTo>
                    <a:pt x="6823415" y="336091"/>
                  </a:lnTo>
                  <a:lnTo>
                    <a:pt x="6893760" y="337949"/>
                  </a:lnTo>
                  <a:lnTo>
                    <a:pt x="6964104" y="339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644430"/>
              <a:ext cx="6964104" cy="880767"/>
            </a:xfrm>
            <a:custGeom>
              <a:avLst/>
              <a:pathLst>
                <a:path w="6964104" h="880767">
                  <a:moveTo>
                    <a:pt x="0" y="0"/>
                  </a:moveTo>
                  <a:lnTo>
                    <a:pt x="70344" y="24876"/>
                  </a:lnTo>
                  <a:lnTo>
                    <a:pt x="140688" y="49100"/>
                  </a:lnTo>
                  <a:lnTo>
                    <a:pt x="211033" y="72690"/>
                  </a:lnTo>
                  <a:lnTo>
                    <a:pt x="281377" y="95662"/>
                  </a:lnTo>
                  <a:lnTo>
                    <a:pt x="351722" y="118031"/>
                  </a:lnTo>
                  <a:lnTo>
                    <a:pt x="422066" y="139814"/>
                  </a:lnTo>
                  <a:lnTo>
                    <a:pt x="492411" y="161027"/>
                  </a:lnTo>
                  <a:lnTo>
                    <a:pt x="562755" y="181683"/>
                  </a:lnTo>
                  <a:lnTo>
                    <a:pt x="633100" y="201798"/>
                  </a:lnTo>
                  <a:lnTo>
                    <a:pt x="703444" y="221386"/>
                  </a:lnTo>
                  <a:lnTo>
                    <a:pt x="773789" y="240461"/>
                  </a:lnTo>
                  <a:lnTo>
                    <a:pt x="844133" y="259036"/>
                  </a:lnTo>
                  <a:lnTo>
                    <a:pt x="914478" y="277124"/>
                  </a:lnTo>
                  <a:lnTo>
                    <a:pt x="984822" y="294738"/>
                  </a:lnTo>
                  <a:lnTo>
                    <a:pt x="1055167" y="311891"/>
                  </a:lnTo>
                  <a:lnTo>
                    <a:pt x="1125511" y="328593"/>
                  </a:lnTo>
                  <a:lnTo>
                    <a:pt x="1195856" y="344859"/>
                  </a:lnTo>
                  <a:lnTo>
                    <a:pt x="1266200" y="360698"/>
                  </a:lnTo>
                  <a:lnTo>
                    <a:pt x="1336545" y="376121"/>
                  </a:lnTo>
                  <a:lnTo>
                    <a:pt x="1406889" y="391141"/>
                  </a:lnTo>
                  <a:lnTo>
                    <a:pt x="1477234" y="405767"/>
                  </a:lnTo>
                  <a:lnTo>
                    <a:pt x="1547578" y="420010"/>
                  </a:lnTo>
                  <a:lnTo>
                    <a:pt x="1617923" y="433880"/>
                  </a:lnTo>
                  <a:lnTo>
                    <a:pt x="1688267" y="447386"/>
                  </a:lnTo>
                  <a:lnTo>
                    <a:pt x="1758612" y="460538"/>
                  </a:lnTo>
                  <a:lnTo>
                    <a:pt x="1828956" y="473345"/>
                  </a:lnTo>
                  <a:lnTo>
                    <a:pt x="1899301" y="485817"/>
                  </a:lnTo>
                  <a:lnTo>
                    <a:pt x="1969645" y="497962"/>
                  </a:lnTo>
                  <a:lnTo>
                    <a:pt x="2039990" y="509789"/>
                  </a:lnTo>
                  <a:lnTo>
                    <a:pt x="2110334" y="521305"/>
                  </a:lnTo>
                  <a:lnTo>
                    <a:pt x="2180679" y="532520"/>
                  </a:lnTo>
                  <a:lnTo>
                    <a:pt x="2251023" y="543441"/>
                  </a:lnTo>
                  <a:lnTo>
                    <a:pt x="2321368" y="554076"/>
                  </a:lnTo>
                  <a:lnTo>
                    <a:pt x="2391712" y="564432"/>
                  </a:lnTo>
                  <a:lnTo>
                    <a:pt x="2462057" y="574517"/>
                  </a:lnTo>
                  <a:lnTo>
                    <a:pt x="2532401" y="584338"/>
                  </a:lnTo>
                  <a:lnTo>
                    <a:pt x="2602746" y="593901"/>
                  </a:lnTo>
                  <a:lnTo>
                    <a:pt x="2673090" y="603213"/>
                  </a:lnTo>
                  <a:lnTo>
                    <a:pt x="2743435" y="612282"/>
                  </a:lnTo>
                  <a:lnTo>
                    <a:pt x="2813779" y="621113"/>
                  </a:lnTo>
                  <a:lnTo>
                    <a:pt x="2884124" y="629712"/>
                  </a:lnTo>
                  <a:lnTo>
                    <a:pt x="2954468" y="638086"/>
                  </a:lnTo>
                  <a:lnTo>
                    <a:pt x="3024813" y="646241"/>
                  </a:lnTo>
                  <a:lnTo>
                    <a:pt x="3095157" y="649394"/>
                  </a:lnTo>
                  <a:lnTo>
                    <a:pt x="3165502" y="648413"/>
                  </a:lnTo>
                  <a:lnTo>
                    <a:pt x="3235846" y="647430"/>
                  </a:lnTo>
                  <a:lnTo>
                    <a:pt x="3306191" y="646443"/>
                  </a:lnTo>
                  <a:lnTo>
                    <a:pt x="3376535" y="645453"/>
                  </a:lnTo>
                  <a:lnTo>
                    <a:pt x="3446880" y="644460"/>
                  </a:lnTo>
                  <a:lnTo>
                    <a:pt x="3517224" y="643463"/>
                  </a:lnTo>
                  <a:lnTo>
                    <a:pt x="3587569" y="642463"/>
                  </a:lnTo>
                  <a:lnTo>
                    <a:pt x="3657913" y="641460"/>
                  </a:lnTo>
                  <a:lnTo>
                    <a:pt x="3728257" y="640454"/>
                  </a:lnTo>
                  <a:lnTo>
                    <a:pt x="3798602" y="639444"/>
                  </a:lnTo>
                  <a:lnTo>
                    <a:pt x="3868946" y="638431"/>
                  </a:lnTo>
                  <a:lnTo>
                    <a:pt x="3939291" y="637415"/>
                  </a:lnTo>
                  <a:lnTo>
                    <a:pt x="4009635" y="636396"/>
                  </a:lnTo>
                  <a:lnTo>
                    <a:pt x="4079980" y="635373"/>
                  </a:lnTo>
                  <a:lnTo>
                    <a:pt x="4150324" y="634346"/>
                  </a:lnTo>
                  <a:lnTo>
                    <a:pt x="4220669" y="633317"/>
                  </a:lnTo>
                  <a:lnTo>
                    <a:pt x="4291013" y="632284"/>
                  </a:lnTo>
                  <a:lnTo>
                    <a:pt x="4361358" y="631248"/>
                  </a:lnTo>
                  <a:lnTo>
                    <a:pt x="4431702" y="630208"/>
                  </a:lnTo>
                  <a:lnTo>
                    <a:pt x="4502047" y="629165"/>
                  </a:lnTo>
                  <a:lnTo>
                    <a:pt x="4572391" y="628118"/>
                  </a:lnTo>
                  <a:lnTo>
                    <a:pt x="4642736" y="627068"/>
                  </a:lnTo>
                  <a:lnTo>
                    <a:pt x="4713080" y="626015"/>
                  </a:lnTo>
                  <a:lnTo>
                    <a:pt x="4783425" y="624958"/>
                  </a:lnTo>
                  <a:lnTo>
                    <a:pt x="4853769" y="623898"/>
                  </a:lnTo>
                  <a:lnTo>
                    <a:pt x="4924114" y="622834"/>
                  </a:lnTo>
                  <a:lnTo>
                    <a:pt x="4994458" y="621767"/>
                  </a:lnTo>
                  <a:lnTo>
                    <a:pt x="5064803" y="620696"/>
                  </a:lnTo>
                  <a:lnTo>
                    <a:pt x="5135147" y="619622"/>
                  </a:lnTo>
                  <a:lnTo>
                    <a:pt x="5205492" y="618544"/>
                  </a:lnTo>
                  <a:lnTo>
                    <a:pt x="5275836" y="617463"/>
                  </a:lnTo>
                  <a:lnTo>
                    <a:pt x="5346181" y="616378"/>
                  </a:lnTo>
                  <a:lnTo>
                    <a:pt x="5416525" y="615290"/>
                  </a:lnTo>
                  <a:lnTo>
                    <a:pt x="5486870" y="614198"/>
                  </a:lnTo>
                  <a:lnTo>
                    <a:pt x="5557214" y="613102"/>
                  </a:lnTo>
                  <a:lnTo>
                    <a:pt x="5627559" y="612003"/>
                  </a:lnTo>
                  <a:lnTo>
                    <a:pt x="5697903" y="610901"/>
                  </a:lnTo>
                  <a:lnTo>
                    <a:pt x="5768248" y="609794"/>
                  </a:lnTo>
                  <a:lnTo>
                    <a:pt x="5838592" y="608685"/>
                  </a:lnTo>
                  <a:lnTo>
                    <a:pt x="5908937" y="607571"/>
                  </a:lnTo>
                  <a:lnTo>
                    <a:pt x="5979281" y="606454"/>
                  </a:lnTo>
                  <a:lnTo>
                    <a:pt x="6049626" y="605333"/>
                  </a:lnTo>
                  <a:lnTo>
                    <a:pt x="6119970" y="604209"/>
                  </a:lnTo>
                  <a:lnTo>
                    <a:pt x="6190315" y="603081"/>
                  </a:lnTo>
                  <a:lnTo>
                    <a:pt x="6260659" y="601949"/>
                  </a:lnTo>
                  <a:lnTo>
                    <a:pt x="6331004" y="600813"/>
                  </a:lnTo>
                  <a:lnTo>
                    <a:pt x="6401348" y="599674"/>
                  </a:lnTo>
                  <a:lnTo>
                    <a:pt x="6471693" y="598531"/>
                  </a:lnTo>
                  <a:lnTo>
                    <a:pt x="6542037" y="597384"/>
                  </a:lnTo>
                  <a:lnTo>
                    <a:pt x="6612382" y="596234"/>
                  </a:lnTo>
                  <a:lnTo>
                    <a:pt x="6682726" y="595080"/>
                  </a:lnTo>
                  <a:lnTo>
                    <a:pt x="6753071" y="593922"/>
                  </a:lnTo>
                  <a:lnTo>
                    <a:pt x="6823415" y="592760"/>
                  </a:lnTo>
                  <a:lnTo>
                    <a:pt x="6893760" y="591595"/>
                  </a:lnTo>
                  <a:lnTo>
                    <a:pt x="6964104" y="590425"/>
                  </a:lnTo>
                  <a:lnTo>
                    <a:pt x="6964104" y="880767"/>
                  </a:lnTo>
                  <a:lnTo>
                    <a:pt x="6893760" y="878924"/>
                  </a:lnTo>
                  <a:lnTo>
                    <a:pt x="6823415" y="877031"/>
                  </a:lnTo>
                  <a:lnTo>
                    <a:pt x="6753071" y="875088"/>
                  </a:lnTo>
                  <a:lnTo>
                    <a:pt x="6682726" y="873092"/>
                  </a:lnTo>
                  <a:lnTo>
                    <a:pt x="6612382" y="871042"/>
                  </a:lnTo>
                  <a:lnTo>
                    <a:pt x="6542037" y="868937"/>
                  </a:lnTo>
                  <a:lnTo>
                    <a:pt x="6471693" y="866776"/>
                  </a:lnTo>
                  <a:lnTo>
                    <a:pt x="6401348" y="864556"/>
                  </a:lnTo>
                  <a:lnTo>
                    <a:pt x="6331004" y="862277"/>
                  </a:lnTo>
                  <a:lnTo>
                    <a:pt x="6260659" y="859936"/>
                  </a:lnTo>
                  <a:lnTo>
                    <a:pt x="6190315" y="857532"/>
                  </a:lnTo>
                  <a:lnTo>
                    <a:pt x="6119970" y="855064"/>
                  </a:lnTo>
                  <a:lnTo>
                    <a:pt x="6049626" y="852529"/>
                  </a:lnTo>
                  <a:lnTo>
                    <a:pt x="5979281" y="849926"/>
                  </a:lnTo>
                  <a:lnTo>
                    <a:pt x="5908937" y="847253"/>
                  </a:lnTo>
                  <a:lnTo>
                    <a:pt x="5838592" y="844508"/>
                  </a:lnTo>
                  <a:lnTo>
                    <a:pt x="5768248" y="841689"/>
                  </a:lnTo>
                  <a:lnTo>
                    <a:pt x="5697903" y="838794"/>
                  </a:lnTo>
                  <a:lnTo>
                    <a:pt x="5627559" y="835822"/>
                  </a:lnTo>
                  <a:lnTo>
                    <a:pt x="5557214" y="832769"/>
                  </a:lnTo>
                  <a:lnTo>
                    <a:pt x="5486870" y="829634"/>
                  </a:lnTo>
                  <a:lnTo>
                    <a:pt x="5416525" y="826415"/>
                  </a:lnTo>
                  <a:lnTo>
                    <a:pt x="5346181" y="823109"/>
                  </a:lnTo>
                  <a:lnTo>
                    <a:pt x="5275836" y="819714"/>
                  </a:lnTo>
                  <a:lnTo>
                    <a:pt x="5205492" y="816228"/>
                  </a:lnTo>
                  <a:lnTo>
                    <a:pt x="5135147" y="812648"/>
                  </a:lnTo>
                  <a:lnTo>
                    <a:pt x="5064803" y="808972"/>
                  </a:lnTo>
                  <a:lnTo>
                    <a:pt x="4994458" y="805197"/>
                  </a:lnTo>
                  <a:lnTo>
                    <a:pt x="4924114" y="801320"/>
                  </a:lnTo>
                  <a:lnTo>
                    <a:pt x="4853769" y="797339"/>
                  </a:lnTo>
                  <a:lnTo>
                    <a:pt x="4783425" y="793250"/>
                  </a:lnTo>
                  <a:lnTo>
                    <a:pt x="4713080" y="789052"/>
                  </a:lnTo>
                  <a:lnTo>
                    <a:pt x="4642736" y="784741"/>
                  </a:lnTo>
                  <a:lnTo>
                    <a:pt x="4572391" y="780313"/>
                  </a:lnTo>
                  <a:lnTo>
                    <a:pt x="4502047" y="775767"/>
                  </a:lnTo>
                  <a:lnTo>
                    <a:pt x="4431702" y="771098"/>
                  </a:lnTo>
                  <a:lnTo>
                    <a:pt x="4361358" y="766304"/>
                  </a:lnTo>
                  <a:lnTo>
                    <a:pt x="4291013" y="761380"/>
                  </a:lnTo>
                  <a:lnTo>
                    <a:pt x="4220669" y="756324"/>
                  </a:lnTo>
                  <a:lnTo>
                    <a:pt x="4150324" y="751132"/>
                  </a:lnTo>
                  <a:lnTo>
                    <a:pt x="4079980" y="745800"/>
                  </a:lnTo>
                  <a:lnTo>
                    <a:pt x="4009635" y="740325"/>
                  </a:lnTo>
                  <a:lnTo>
                    <a:pt x="3939291" y="734702"/>
                  </a:lnTo>
                  <a:lnTo>
                    <a:pt x="3868946" y="728928"/>
                  </a:lnTo>
                  <a:lnTo>
                    <a:pt x="3798602" y="722999"/>
                  </a:lnTo>
                  <a:lnTo>
                    <a:pt x="3728257" y="716910"/>
                  </a:lnTo>
                  <a:lnTo>
                    <a:pt x="3657913" y="710657"/>
                  </a:lnTo>
                  <a:lnTo>
                    <a:pt x="3587569" y="704236"/>
                  </a:lnTo>
                  <a:lnTo>
                    <a:pt x="3517224" y="697643"/>
                  </a:lnTo>
                  <a:lnTo>
                    <a:pt x="3446880" y="690871"/>
                  </a:lnTo>
                  <a:lnTo>
                    <a:pt x="3376535" y="683918"/>
                  </a:lnTo>
                  <a:lnTo>
                    <a:pt x="3306191" y="676777"/>
                  </a:lnTo>
                  <a:lnTo>
                    <a:pt x="3235846" y="669444"/>
                  </a:lnTo>
                  <a:lnTo>
                    <a:pt x="3165502" y="661914"/>
                  </a:lnTo>
                  <a:lnTo>
                    <a:pt x="3095157" y="654181"/>
                  </a:lnTo>
                  <a:lnTo>
                    <a:pt x="3024813" y="650371"/>
                  </a:lnTo>
                  <a:lnTo>
                    <a:pt x="2954468" y="651345"/>
                  </a:lnTo>
                  <a:lnTo>
                    <a:pt x="2884124" y="652316"/>
                  </a:lnTo>
                  <a:lnTo>
                    <a:pt x="2813779" y="653283"/>
                  </a:lnTo>
                  <a:lnTo>
                    <a:pt x="2743435" y="654248"/>
                  </a:lnTo>
                  <a:lnTo>
                    <a:pt x="2673090" y="655209"/>
                  </a:lnTo>
                  <a:lnTo>
                    <a:pt x="2602746" y="656168"/>
                  </a:lnTo>
                  <a:lnTo>
                    <a:pt x="2532401" y="657123"/>
                  </a:lnTo>
                  <a:lnTo>
                    <a:pt x="2462057" y="658075"/>
                  </a:lnTo>
                  <a:lnTo>
                    <a:pt x="2391712" y="659024"/>
                  </a:lnTo>
                  <a:lnTo>
                    <a:pt x="2321368" y="659969"/>
                  </a:lnTo>
                  <a:lnTo>
                    <a:pt x="2251023" y="660912"/>
                  </a:lnTo>
                  <a:lnTo>
                    <a:pt x="2180679" y="661852"/>
                  </a:lnTo>
                  <a:lnTo>
                    <a:pt x="2110334" y="662788"/>
                  </a:lnTo>
                  <a:lnTo>
                    <a:pt x="2039990" y="663722"/>
                  </a:lnTo>
                  <a:lnTo>
                    <a:pt x="1969645" y="664652"/>
                  </a:lnTo>
                  <a:lnTo>
                    <a:pt x="1899301" y="665580"/>
                  </a:lnTo>
                  <a:lnTo>
                    <a:pt x="1828956" y="666504"/>
                  </a:lnTo>
                  <a:lnTo>
                    <a:pt x="1758612" y="667426"/>
                  </a:lnTo>
                  <a:lnTo>
                    <a:pt x="1688267" y="668344"/>
                  </a:lnTo>
                  <a:lnTo>
                    <a:pt x="1617923" y="669260"/>
                  </a:lnTo>
                  <a:lnTo>
                    <a:pt x="1547578" y="670172"/>
                  </a:lnTo>
                  <a:lnTo>
                    <a:pt x="1477234" y="671082"/>
                  </a:lnTo>
                  <a:lnTo>
                    <a:pt x="1406889" y="671988"/>
                  </a:lnTo>
                  <a:lnTo>
                    <a:pt x="1336545" y="672892"/>
                  </a:lnTo>
                  <a:lnTo>
                    <a:pt x="1266200" y="673792"/>
                  </a:lnTo>
                  <a:lnTo>
                    <a:pt x="1195856" y="674690"/>
                  </a:lnTo>
                  <a:lnTo>
                    <a:pt x="1125511" y="675585"/>
                  </a:lnTo>
                  <a:lnTo>
                    <a:pt x="1055167" y="676477"/>
                  </a:lnTo>
                  <a:lnTo>
                    <a:pt x="984822" y="677366"/>
                  </a:lnTo>
                  <a:lnTo>
                    <a:pt x="914478" y="678252"/>
                  </a:lnTo>
                  <a:lnTo>
                    <a:pt x="844133" y="679135"/>
                  </a:lnTo>
                  <a:lnTo>
                    <a:pt x="773789" y="680015"/>
                  </a:lnTo>
                  <a:lnTo>
                    <a:pt x="703444" y="680892"/>
                  </a:lnTo>
                  <a:lnTo>
                    <a:pt x="633100" y="681767"/>
                  </a:lnTo>
                  <a:lnTo>
                    <a:pt x="562755" y="682639"/>
                  </a:lnTo>
                  <a:lnTo>
                    <a:pt x="492411" y="683508"/>
                  </a:lnTo>
                  <a:lnTo>
                    <a:pt x="422066" y="684374"/>
                  </a:lnTo>
                  <a:lnTo>
                    <a:pt x="351722" y="685237"/>
                  </a:lnTo>
                  <a:lnTo>
                    <a:pt x="281377" y="686097"/>
                  </a:lnTo>
                  <a:lnTo>
                    <a:pt x="211033" y="686955"/>
                  </a:lnTo>
                  <a:lnTo>
                    <a:pt x="140688" y="687810"/>
                  </a:lnTo>
                  <a:lnTo>
                    <a:pt x="70344" y="688662"/>
                  </a:lnTo>
                  <a:lnTo>
                    <a:pt x="0" y="6895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644430"/>
              <a:ext cx="6964104" cy="649394"/>
            </a:xfrm>
            <a:custGeom>
              <a:avLst/>
              <a:pathLst>
                <a:path w="6964104" h="649394">
                  <a:moveTo>
                    <a:pt x="0" y="0"/>
                  </a:moveTo>
                  <a:lnTo>
                    <a:pt x="70344" y="24876"/>
                  </a:lnTo>
                  <a:lnTo>
                    <a:pt x="140688" y="49100"/>
                  </a:lnTo>
                  <a:lnTo>
                    <a:pt x="211033" y="72690"/>
                  </a:lnTo>
                  <a:lnTo>
                    <a:pt x="281377" y="95662"/>
                  </a:lnTo>
                  <a:lnTo>
                    <a:pt x="351722" y="118031"/>
                  </a:lnTo>
                  <a:lnTo>
                    <a:pt x="422066" y="139814"/>
                  </a:lnTo>
                  <a:lnTo>
                    <a:pt x="492411" y="161027"/>
                  </a:lnTo>
                  <a:lnTo>
                    <a:pt x="562755" y="181683"/>
                  </a:lnTo>
                  <a:lnTo>
                    <a:pt x="633100" y="201798"/>
                  </a:lnTo>
                  <a:lnTo>
                    <a:pt x="703444" y="221386"/>
                  </a:lnTo>
                  <a:lnTo>
                    <a:pt x="773789" y="240461"/>
                  </a:lnTo>
                  <a:lnTo>
                    <a:pt x="844133" y="259036"/>
                  </a:lnTo>
                  <a:lnTo>
                    <a:pt x="914478" y="277124"/>
                  </a:lnTo>
                  <a:lnTo>
                    <a:pt x="984822" y="294738"/>
                  </a:lnTo>
                  <a:lnTo>
                    <a:pt x="1055167" y="311891"/>
                  </a:lnTo>
                  <a:lnTo>
                    <a:pt x="1125511" y="328593"/>
                  </a:lnTo>
                  <a:lnTo>
                    <a:pt x="1195856" y="344859"/>
                  </a:lnTo>
                  <a:lnTo>
                    <a:pt x="1266200" y="360698"/>
                  </a:lnTo>
                  <a:lnTo>
                    <a:pt x="1336545" y="376121"/>
                  </a:lnTo>
                  <a:lnTo>
                    <a:pt x="1406889" y="391141"/>
                  </a:lnTo>
                  <a:lnTo>
                    <a:pt x="1477234" y="405767"/>
                  </a:lnTo>
                  <a:lnTo>
                    <a:pt x="1547578" y="420010"/>
                  </a:lnTo>
                  <a:lnTo>
                    <a:pt x="1617923" y="433880"/>
                  </a:lnTo>
                  <a:lnTo>
                    <a:pt x="1688267" y="447386"/>
                  </a:lnTo>
                  <a:lnTo>
                    <a:pt x="1758612" y="460538"/>
                  </a:lnTo>
                  <a:lnTo>
                    <a:pt x="1828956" y="473345"/>
                  </a:lnTo>
                  <a:lnTo>
                    <a:pt x="1899301" y="485817"/>
                  </a:lnTo>
                  <a:lnTo>
                    <a:pt x="1969645" y="497962"/>
                  </a:lnTo>
                  <a:lnTo>
                    <a:pt x="2039990" y="509789"/>
                  </a:lnTo>
                  <a:lnTo>
                    <a:pt x="2110334" y="521305"/>
                  </a:lnTo>
                  <a:lnTo>
                    <a:pt x="2180679" y="532520"/>
                  </a:lnTo>
                  <a:lnTo>
                    <a:pt x="2251023" y="543441"/>
                  </a:lnTo>
                  <a:lnTo>
                    <a:pt x="2321368" y="554076"/>
                  </a:lnTo>
                  <a:lnTo>
                    <a:pt x="2391712" y="564432"/>
                  </a:lnTo>
                  <a:lnTo>
                    <a:pt x="2462057" y="574517"/>
                  </a:lnTo>
                  <a:lnTo>
                    <a:pt x="2532401" y="584338"/>
                  </a:lnTo>
                  <a:lnTo>
                    <a:pt x="2602746" y="593901"/>
                  </a:lnTo>
                  <a:lnTo>
                    <a:pt x="2673090" y="603213"/>
                  </a:lnTo>
                  <a:lnTo>
                    <a:pt x="2743435" y="612282"/>
                  </a:lnTo>
                  <a:lnTo>
                    <a:pt x="2813779" y="621113"/>
                  </a:lnTo>
                  <a:lnTo>
                    <a:pt x="2884124" y="629712"/>
                  </a:lnTo>
                  <a:lnTo>
                    <a:pt x="2954468" y="638086"/>
                  </a:lnTo>
                  <a:lnTo>
                    <a:pt x="3024813" y="646241"/>
                  </a:lnTo>
                  <a:lnTo>
                    <a:pt x="3095157" y="649394"/>
                  </a:lnTo>
                  <a:lnTo>
                    <a:pt x="3165502" y="648413"/>
                  </a:lnTo>
                  <a:lnTo>
                    <a:pt x="3235846" y="647430"/>
                  </a:lnTo>
                  <a:lnTo>
                    <a:pt x="3306191" y="646443"/>
                  </a:lnTo>
                  <a:lnTo>
                    <a:pt x="3376535" y="645453"/>
                  </a:lnTo>
                  <a:lnTo>
                    <a:pt x="3446880" y="644460"/>
                  </a:lnTo>
                  <a:lnTo>
                    <a:pt x="3517224" y="643463"/>
                  </a:lnTo>
                  <a:lnTo>
                    <a:pt x="3587569" y="642463"/>
                  </a:lnTo>
                  <a:lnTo>
                    <a:pt x="3657913" y="641460"/>
                  </a:lnTo>
                  <a:lnTo>
                    <a:pt x="3728257" y="640454"/>
                  </a:lnTo>
                  <a:lnTo>
                    <a:pt x="3798602" y="639444"/>
                  </a:lnTo>
                  <a:lnTo>
                    <a:pt x="3868946" y="638431"/>
                  </a:lnTo>
                  <a:lnTo>
                    <a:pt x="3939291" y="637415"/>
                  </a:lnTo>
                  <a:lnTo>
                    <a:pt x="4009635" y="636396"/>
                  </a:lnTo>
                  <a:lnTo>
                    <a:pt x="4079980" y="635373"/>
                  </a:lnTo>
                  <a:lnTo>
                    <a:pt x="4150324" y="634346"/>
                  </a:lnTo>
                  <a:lnTo>
                    <a:pt x="4220669" y="633317"/>
                  </a:lnTo>
                  <a:lnTo>
                    <a:pt x="4291013" y="632284"/>
                  </a:lnTo>
                  <a:lnTo>
                    <a:pt x="4361358" y="631248"/>
                  </a:lnTo>
                  <a:lnTo>
                    <a:pt x="4431702" y="630208"/>
                  </a:lnTo>
                  <a:lnTo>
                    <a:pt x="4502047" y="629165"/>
                  </a:lnTo>
                  <a:lnTo>
                    <a:pt x="4572391" y="628118"/>
                  </a:lnTo>
                  <a:lnTo>
                    <a:pt x="4642736" y="627068"/>
                  </a:lnTo>
                  <a:lnTo>
                    <a:pt x="4713080" y="626015"/>
                  </a:lnTo>
                  <a:lnTo>
                    <a:pt x="4783425" y="624958"/>
                  </a:lnTo>
                  <a:lnTo>
                    <a:pt x="4853769" y="623898"/>
                  </a:lnTo>
                  <a:lnTo>
                    <a:pt x="4924114" y="622834"/>
                  </a:lnTo>
                  <a:lnTo>
                    <a:pt x="4994458" y="621767"/>
                  </a:lnTo>
                  <a:lnTo>
                    <a:pt x="5064803" y="620696"/>
                  </a:lnTo>
                  <a:lnTo>
                    <a:pt x="5135147" y="619622"/>
                  </a:lnTo>
                  <a:lnTo>
                    <a:pt x="5205492" y="618544"/>
                  </a:lnTo>
                  <a:lnTo>
                    <a:pt x="5275836" y="617463"/>
                  </a:lnTo>
                  <a:lnTo>
                    <a:pt x="5346181" y="616378"/>
                  </a:lnTo>
                  <a:lnTo>
                    <a:pt x="5416525" y="615290"/>
                  </a:lnTo>
                  <a:lnTo>
                    <a:pt x="5486870" y="614198"/>
                  </a:lnTo>
                  <a:lnTo>
                    <a:pt x="5557214" y="613102"/>
                  </a:lnTo>
                  <a:lnTo>
                    <a:pt x="5627559" y="612003"/>
                  </a:lnTo>
                  <a:lnTo>
                    <a:pt x="5697903" y="610901"/>
                  </a:lnTo>
                  <a:lnTo>
                    <a:pt x="5768248" y="609794"/>
                  </a:lnTo>
                  <a:lnTo>
                    <a:pt x="5838592" y="608685"/>
                  </a:lnTo>
                  <a:lnTo>
                    <a:pt x="5908937" y="607571"/>
                  </a:lnTo>
                  <a:lnTo>
                    <a:pt x="5979281" y="606454"/>
                  </a:lnTo>
                  <a:lnTo>
                    <a:pt x="6049626" y="605333"/>
                  </a:lnTo>
                  <a:lnTo>
                    <a:pt x="6119970" y="604209"/>
                  </a:lnTo>
                  <a:lnTo>
                    <a:pt x="6190315" y="603081"/>
                  </a:lnTo>
                  <a:lnTo>
                    <a:pt x="6260659" y="601949"/>
                  </a:lnTo>
                  <a:lnTo>
                    <a:pt x="6331004" y="600813"/>
                  </a:lnTo>
                  <a:lnTo>
                    <a:pt x="6401348" y="599674"/>
                  </a:lnTo>
                  <a:lnTo>
                    <a:pt x="6471693" y="598531"/>
                  </a:lnTo>
                  <a:lnTo>
                    <a:pt x="6542037" y="597384"/>
                  </a:lnTo>
                  <a:lnTo>
                    <a:pt x="6612382" y="596234"/>
                  </a:lnTo>
                  <a:lnTo>
                    <a:pt x="6682726" y="595080"/>
                  </a:lnTo>
                  <a:lnTo>
                    <a:pt x="6753071" y="593922"/>
                  </a:lnTo>
                  <a:lnTo>
                    <a:pt x="6823415" y="592760"/>
                  </a:lnTo>
                  <a:lnTo>
                    <a:pt x="6893760" y="591595"/>
                  </a:lnTo>
                  <a:lnTo>
                    <a:pt x="6964104" y="5904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94802"/>
              <a:ext cx="6964104" cy="230396"/>
            </a:xfrm>
            <a:custGeom>
              <a:avLst/>
              <a:pathLst>
                <a:path w="6964104" h="230396">
                  <a:moveTo>
                    <a:pt x="6964104" y="230396"/>
                  </a:moveTo>
                  <a:lnTo>
                    <a:pt x="6893760" y="228553"/>
                  </a:lnTo>
                  <a:lnTo>
                    <a:pt x="6823415" y="226660"/>
                  </a:lnTo>
                  <a:lnTo>
                    <a:pt x="6753071" y="224716"/>
                  </a:lnTo>
                  <a:lnTo>
                    <a:pt x="6682726" y="222720"/>
                  </a:lnTo>
                  <a:lnTo>
                    <a:pt x="6612382" y="220671"/>
                  </a:lnTo>
                  <a:lnTo>
                    <a:pt x="6542037" y="218566"/>
                  </a:lnTo>
                  <a:lnTo>
                    <a:pt x="6471693" y="216404"/>
                  </a:lnTo>
                  <a:lnTo>
                    <a:pt x="6401348" y="214185"/>
                  </a:lnTo>
                  <a:lnTo>
                    <a:pt x="6331004" y="211905"/>
                  </a:lnTo>
                  <a:lnTo>
                    <a:pt x="6260659" y="209565"/>
                  </a:lnTo>
                  <a:lnTo>
                    <a:pt x="6190315" y="207161"/>
                  </a:lnTo>
                  <a:lnTo>
                    <a:pt x="6119970" y="204693"/>
                  </a:lnTo>
                  <a:lnTo>
                    <a:pt x="6049626" y="202158"/>
                  </a:lnTo>
                  <a:lnTo>
                    <a:pt x="5979281" y="199555"/>
                  </a:lnTo>
                  <a:lnTo>
                    <a:pt x="5908937" y="196882"/>
                  </a:lnTo>
                  <a:lnTo>
                    <a:pt x="5838592" y="194137"/>
                  </a:lnTo>
                  <a:lnTo>
                    <a:pt x="5768248" y="191318"/>
                  </a:lnTo>
                  <a:lnTo>
                    <a:pt x="5697903" y="188423"/>
                  </a:lnTo>
                  <a:lnTo>
                    <a:pt x="5627559" y="185450"/>
                  </a:lnTo>
                  <a:lnTo>
                    <a:pt x="5557214" y="182398"/>
                  </a:lnTo>
                  <a:lnTo>
                    <a:pt x="5486870" y="179263"/>
                  </a:lnTo>
                  <a:lnTo>
                    <a:pt x="5416525" y="176044"/>
                  </a:lnTo>
                  <a:lnTo>
                    <a:pt x="5346181" y="172738"/>
                  </a:lnTo>
                  <a:lnTo>
                    <a:pt x="5275836" y="169343"/>
                  </a:lnTo>
                  <a:lnTo>
                    <a:pt x="5205492" y="165857"/>
                  </a:lnTo>
                  <a:lnTo>
                    <a:pt x="5135147" y="162277"/>
                  </a:lnTo>
                  <a:lnTo>
                    <a:pt x="5064803" y="158601"/>
                  </a:lnTo>
                  <a:lnTo>
                    <a:pt x="4994458" y="154825"/>
                  </a:lnTo>
                  <a:lnTo>
                    <a:pt x="4924114" y="150948"/>
                  </a:lnTo>
                  <a:lnTo>
                    <a:pt x="4853769" y="146967"/>
                  </a:lnTo>
                  <a:lnTo>
                    <a:pt x="4783425" y="142879"/>
                  </a:lnTo>
                  <a:lnTo>
                    <a:pt x="4713080" y="138681"/>
                  </a:lnTo>
                  <a:lnTo>
                    <a:pt x="4642736" y="134369"/>
                  </a:lnTo>
                  <a:lnTo>
                    <a:pt x="4572391" y="129942"/>
                  </a:lnTo>
                  <a:lnTo>
                    <a:pt x="4502047" y="125396"/>
                  </a:lnTo>
                  <a:lnTo>
                    <a:pt x="4431702" y="120727"/>
                  </a:lnTo>
                  <a:lnTo>
                    <a:pt x="4361358" y="115932"/>
                  </a:lnTo>
                  <a:lnTo>
                    <a:pt x="4291013" y="111009"/>
                  </a:lnTo>
                  <a:lnTo>
                    <a:pt x="4220669" y="105953"/>
                  </a:lnTo>
                  <a:lnTo>
                    <a:pt x="4150324" y="100761"/>
                  </a:lnTo>
                  <a:lnTo>
                    <a:pt x="4079980" y="95429"/>
                  </a:lnTo>
                  <a:lnTo>
                    <a:pt x="4009635" y="89954"/>
                  </a:lnTo>
                  <a:lnTo>
                    <a:pt x="3939291" y="84331"/>
                  </a:lnTo>
                  <a:lnTo>
                    <a:pt x="3868946" y="78557"/>
                  </a:lnTo>
                  <a:lnTo>
                    <a:pt x="3798602" y="72628"/>
                  </a:lnTo>
                  <a:lnTo>
                    <a:pt x="3728257" y="66539"/>
                  </a:lnTo>
                  <a:lnTo>
                    <a:pt x="3657913" y="60286"/>
                  </a:lnTo>
                  <a:lnTo>
                    <a:pt x="3587569" y="53865"/>
                  </a:lnTo>
                  <a:lnTo>
                    <a:pt x="3517224" y="47271"/>
                  </a:lnTo>
                  <a:lnTo>
                    <a:pt x="3446880" y="40500"/>
                  </a:lnTo>
                  <a:lnTo>
                    <a:pt x="3376535" y="33546"/>
                  </a:lnTo>
                  <a:lnTo>
                    <a:pt x="3306191" y="26406"/>
                  </a:lnTo>
                  <a:lnTo>
                    <a:pt x="3235846" y="19073"/>
                  </a:lnTo>
                  <a:lnTo>
                    <a:pt x="3165502" y="11543"/>
                  </a:lnTo>
                  <a:lnTo>
                    <a:pt x="3095157" y="3810"/>
                  </a:lnTo>
                  <a:lnTo>
                    <a:pt x="3024813" y="0"/>
                  </a:lnTo>
                  <a:lnTo>
                    <a:pt x="2954468" y="974"/>
                  </a:lnTo>
                  <a:lnTo>
                    <a:pt x="2884124" y="1944"/>
                  </a:lnTo>
                  <a:lnTo>
                    <a:pt x="2813779" y="2912"/>
                  </a:lnTo>
                  <a:lnTo>
                    <a:pt x="2743435" y="3877"/>
                  </a:lnTo>
                  <a:lnTo>
                    <a:pt x="2673090" y="4838"/>
                  </a:lnTo>
                  <a:lnTo>
                    <a:pt x="2602746" y="5796"/>
                  </a:lnTo>
                  <a:lnTo>
                    <a:pt x="2532401" y="6751"/>
                  </a:lnTo>
                  <a:lnTo>
                    <a:pt x="2462057" y="7703"/>
                  </a:lnTo>
                  <a:lnTo>
                    <a:pt x="2391712" y="8652"/>
                  </a:lnTo>
                  <a:lnTo>
                    <a:pt x="2321368" y="9598"/>
                  </a:lnTo>
                  <a:lnTo>
                    <a:pt x="2251023" y="10541"/>
                  </a:lnTo>
                  <a:lnTo>
                    <a:pt x="2180679" y="11480"/>
                  </a:lnTo>
                  <a:lnTo>
                    <a:pt x="2110334" y="12417"/>
                  </a:lnTo>
                  <a:lnTo>
                    <a:pt x="2039990" y="13351"/>
                  </a:lnTo>
                  <a:lnTo>
                    <a:pt x="1969645" y="14281"/>
                  </a:lnTo>
                  <a:lnTo>
                    <a:pt x="1899301" y="15209"/>
                  </a:lnTo>
                  <a:lnTo>
                    <a:pt x="1828956" y="16133"/>
                  </a:lnTo>
                  <a:lnTo>
                    <a:pt x="1758612" y="17054"/>
                  </a:lnTo>
                  <a:lnTo>
                    <a:pt x="1688267" y="17973"/>
                  </a:lnTo>
                  <a:lnTo>
                    <a:pt x="1617923" y="18888"/>
                  </a:lnTo>
                  <a:lnTo>
                    <a:pt x="1547578" y="19801"/>
                  </a:lnTo>
                  <a:lnTo>
                    <a:pt x="1477234" y="20710"/>
                  </a:lnTo>
                  <a:lnTo>
                    <a:pt x="1406889" y="21617"/>
                  </a:lnTo>
                  <a:lnTo>
                    <a:pt x="1336545" y="22520"/>
                  </a:lnTo>
                  <a:lnTo>
                    <a:pt x="1266200" y="23421"/>
                  </a:lnTo>
                  <a:lnTo>
                    <a:pt x="1195856" y="24319"/>
                  </a:lnTo>
                  <a:lnTo>
                    <a:pt x="1125511" y="25213"/>
                  </a:lnTo>
                  <a:lnTo>
                    <a:pt x="1055167" y="26105"/>
                  </a:lnTo>
                  <a:lnTo>
                    <a:pt x="984822" y="26994"/>
                  </a:lnTo>
                  <a:lnTo>
                    <a:pt x="914478" y="27880"/>
                  </a:lnTo>
                  <a:lnTo>
                    <a:pt x="844133" y="28763"/>
                  </a:lnTo>
                  <a:lnTo>
                    <a:pt x="773789" y="29644"/>
                  </a:lnTo>
                  <a:lnTo>
                    <a:pt x="703444" y="30521"/>
                  </a:lnTo>
                  <a:lnTo>
                    <a:pt x="633100" y="31396"/>
                  </a:lnTo>
                  <a:lnTo>
                    <a:pt x="562755" y="32267"/>
                  </a:lnTo>
                  <a:lnTo>
                    <a:pt x="492411" y="33136"/>
                  </a:lnTo>
                  <a:lnTo>
                    <a:pt x="422066" y="34002"/>
                  </a:lnTo>
                  <a:lnTo>
                    <a:pt x="351722" y="34865"/>
                  </a:lnTo>
                  <a:lnTo>
                    <a:pt x="281377" y="35726"/>
                  </a:lnTo>
                  <a:lnTo>
                    <a:pt x="211033" y="36583"/>
                  </a:lnTo>
                  <a:lnTo>
                    <a:pt x="140688" y="37438"/>
                  </a:lnTo>
                  <a:lnTo>
                    <a:pt x="70344" y="38290"/>
                  </a:lnTo>
                  <a:lnTo>
                    <a:pt x="0" y="39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97134"/>
              <a:ext cx="6964104" cy="339786"/>
            </a:xfrm>
            <a:custGeom>
              <a:avLst/>
              <a:pathLst>
                <a:path w="6964104" h="339786">
                  <a:moveTo>
                    <a:pt x="0" y="0"/>
                  </a:moveTo>
                  <a:lnTo>
                    <a:pt x="70344" y="5749"/>
                  </a:lnTo>
                  <a:lnTo>
                    <a:pt x="140688" y="11431"/>
                  </a:lnTo>
                  <a:lnTo>
                    <a:pt x="211033" y="17048"/>
                  </a:lnTo>
                  <a:lnTo>
                    <a:pt x="281377" y="22600"/>
                  </a:lnTo>
                  <a:lnTo>
                    <a:pt x="351722" y="28088"/>
                  </a:lnTo>
                  <a:lnTo>
                    <a:pt x="422066" y="33512"/>
                  </a:lnTo>
                  <a:lnTo>
                    <a:pt x="492411" y="38873"/>
                  </a:lnTo>
                  <a:lnTo>
                    <a:pt x="562755" y="44172"/>
                  </a:lnTo>
                  <a:lnTo>
                    <a:pt x="633100" y="49410"/>
                  </a:lnTo>
                  <a:lnTo>
                    <a:pt x="703444" y="54587"/>
                  </a:lnTo>
                  <a:lnTo>
                    <a:pt x="773789" y="59704"/>
                  </a:lnTo>
                  <a:lnTo>
                    <a:pt x="844133" y="64762"/>
                  </a:lnTo>
                  <a:lnTo>
                    <a:pt x="914478" y="69761"/>
                  </a:lnTo>
                  <a:lnTo>
                    <a:pt x="984822" y="74703"/>
                  </a:lnTo>
                  <a:lnTo>
                    <a:pt x="1055167" y="79587"/>
                  </a:lnTo>
                  <a:lnTo>
                    <a:pt x="1125511" y="84415"/>
                  </a:lnTo>
                  <a:lnTo>
                    <a:pt x="1195856" y="89187"/>
                  </a:lnTo>
                  <a:lnTo>
                    <a:pt x="1266200" y="93903"/>
                  </a:lnTo>
                  <a:lnTo>
                    <a:pt x="1336545" y="98565"/>
                  </a:lnTo>
                  <a:lnTo>
                    <a:pt x="1406889" y="103173"/>
                  </a:lnTo>
                  <a:lnTo>
                    <a:pt x="1477234" y="107728"/>
                  </a:lnTo>
                  <a:lnTo>
                    <a:pt x="1547578" y="112230"/>
                  </a:lnTo>
                  <a:lnTo>
                    <a:pt x="1617923" y="116679"/>
                  </a:lnTo>
                  <a:lnTo>
                    <a:pt x="1688267" y="121078"/>
                  </a:lnTo>
                  <a:lnTo>
                    <a:pt x="1758612" y="125425"/>
                  </a:lnTo>
                  <a:lnTo>
                    <a:pt x="1828956" y="129722"/>
                  </a:lnTo>
                  <a:lnTo>
                    <a:pt x="1899301" y="133969"/>
                  </a:lnTo>
                  <a:lnTo>
                    <a:pt x="1969645" y="138167"/>
                  </a:lnTo>
                  <a:lnTo>
                    <a:pt x="2039990" y="142317"/>
                  </a:lnTo>
                  <a:lnTo>
                    <a:pt x="2110334" y="146418"/>
                  </a:lnTo>
                  <a:lnTo>
                    <a:pt x="2180679" y="150472"/>
                  </a:lnTo>
                  <a:lnTo>
                    <a:pt x="2251023" y="154479"/>
                  </a:lnTo>
                  <a:lnTo>
                    <a:pt x="2321368" y="158440"/>
                  </a:lnTo>
                  <a:lnTo>
                    <a:pt x="2391712" y="162354"/>
                  </a:lnTo>
                  <a:lnTo>
                    <a:pt x="2462057" y="166224"/>
                  </a:lnTo>
                  <a:lnTo>
                    <a:pt x="2532401" y="170048"/>
                  </a:lnTo>
                  <a:lnTo>
                    <a:pt x="2602746" y="173829"/>
                  </a:lnTo>
                  <a:lnTo>
                    <a:pt x="2673090" y="177565"/>
                  </a:lnTo>
                  <a:lnTo>
                    <a:pt x="2743435" y="181259"/>
                  </a:lnTo>
                  <a:lnTo>
                    <a:pt x="2813779" y="184909"/>
                  </a:lnTo>
                  <a:lnTo>
                    <a:pt x="2884124" y="188517"/>
                  </a:lnTo>
                  <a:lnTo>
                    <a:pt x="2954468" y="192084"/>
                  </a:lnTo>
                  <a:lnTo>
                    <a:pt x="3024813" y="195609"/>
                  </a:lnTo>
                  <a:lnTo>
                    <a:pt x="3095157" y="199094"/>
                  </a:lnTo>
                  <a:lnTo>
                    <a:pt x="3165502" y="202538"/>
                  </a:lnTo>
                  <a:lnTo>
                    <a:pt x="3235846" y="205942"/>
                  </a:lnTo>
                  <a:lnTo>
                    <a:pt x="3306191" y="209307"/>
                  </a:lnTo>
                  <a:lnTo>
                    <a:pt x="3376535" y="212632"/>
                  </a:lnTo>
                  <a:lnTo>
                    <a:pt x="3446880" y="215920"/>
                  </a:lnTo>
                  <a:lnTo>
                    <a:pt x="3517224" y="219169"/>
                  </a:lnTo>
                  <a:lnTo>
                    <a:pt x="3587569" y="222380"/>
                  </a:lnTo>
                  <a:lnTo>
                    <a:pt x="3657913" y="225555"/>
                  </a:lnTo>
                  <a:lnTo>
                    <a:pt x="3728257" y="228693"/>
                  </a:lnTo>
                  <a:lnTo>
                    <a:pt x="3798602" y="231794"/>
                  </a:lnTo>
                  <a:lnTo>
                    <a:pt x="3868946" y="234859"/>
                  </a:lnTo>
                  <a:lnTo>
                    <a:pt x="3939291" y="237889"/>
                  </a:lnTo>
                  <a:lnTo>
                    <a:pt x="4009635" y="240884"/>
                  </a:lnTo>
                  <a:lnTo>
                    <a:pt x="4079980" y="243844"/>
                  </a:lnTo>
                  <a:lnTo>
                    <a:pt x="4150324" y="246770"/>
                  </a:lnTo>
                  <a:lnTo>
                    <a:pt x="4220669" y="249662"/>
                  </a:lnTo>
                  <a:lnTo>
                    <a:pt x="4291013" y="252521"/>
                  </a:lnTo>
                  <a:lnTo>
                    <a:pt x="4361358" y="255346"/>
                  </a:lnTo>
                  <a:lnTo>
                    <a:pt x="4431702" y="258139"/>
                  </a:lnTo>
                  <a:lnTo>
                    <a:pt x="4502047" y="260899"/>
                  </a:lnTo>
                  <a:lnTo>
                    <a:pt x="4572391" y="263628"/>
                  </a:lnTo>
                  <a:lnTo>
                    <a:pt x="4642736" y="266325"/>
                  </a:lnTo>
                  <a:lnTo>
                    <a:pt x="4713080" y="268990"/>
                  </a:lnTo>
                  <a:lnTo>
                    <a:pt x="4783425" y="271625"/>
                  </a:lnTo>
                  <a:lnTo>
                    <a:pt x="4853769" y="274229"/>
                  </a:lnTo>
                  <a:lnTo>
                    <a:pt x="4924114" y="276803"/>
                  </a:lnTo>
                  <a:lnTo>
                    <a:pt x="4994458" y="279348"/>
                  </a:lnTo>
                  <a:lnTo>
                    <a:pt x="5064803" y="281863"/>
                  </a:lnTo>
                  <a:lnTo>
                    <a:pt x="5135147" y="284348"/>
                  </a:lnTo>
                  <a:lnTo>
                    <a:pt x="5205492" y="286805"/>
                  </a:lnTo>
                  <a:lnTo>
                    <a:pt x="5275836" y="289234"/>
                  </a:lnTo>
                  <a:lnTo>
                    <a:pt x="5346181" y="291634"/>
                  </a:lnTo>
                  <a:lnTo>
                    <a:pt x="5416525" y="294007"/>
                  </a:lnTo>
                  <a:lnTo>
                    <a:pt x="5486870" y="296352"/>
                  </a:lnTo>
                  <a:lnTo>
                    <a:pt x="5557214" y="298670"/>
                  </a:lnTo>
                  <a:lnTo>
                    <a:pt x="5627559" y="300961"/>
                  </a:lnTo>
                  <a:lnTo>
                    <a:pt x="5697903" y="303226"/>
                  </a:lnTo>
                  <a:lnTo>
                    <a:pt x="5768248" y="305464"/>
                  </a:lnTo>
                  <a:lnTo>
                    <a:pt x="5838592" y="307676"/>
                  </a:lnTo>
                  <a:lnTo>
                    <a:pt x="5908937" y="309863"/>
                  </a:lnTo>
                  <a:lnTo>
                    <a:pt x="5979281" y="312025"/>
                  </a:lnTo>
                  <a:lnTo>
                    <a:pt x="6049626" y="314161"/>
                  </a:lnTo>
                  <a:lnTo>
                    <a:pt x="6119970" y="316273"/>
                  </a:lnTo>
                  <a:lnTo>
                    <a:pt x="6190315" y="318360"/>
                  </a:lnTo>
                  <a:lnTo>
                    <a:pt x="6260659" y="320423"/>
                  </a:lnTo>
                  <a:lnTo>
                    <a:pt x="6331004" y="322463"/>
                  </a:lnTo>
                  <a:lnTo>
                    <a:pt x="6401348" y="324478"/>
                  </a:lnTo>
                  <a:lnTo>
                    <a:pt x="6471693" y="326471"/>
                  </a:lnTo>
                  <a:lnTo>
                    <a:pt x="6542037" y="328440"/>
                  </a:lnTo>
                  <a:lnTo>
                    <a:pt x="6612382" y="330386"/>
                  </a:lnTo>
                  <a:lnTo>
                    <a:pt x="6682726" y="332310"/>
                  </a:lnTo>
                  <a:lnTo>
                    <a:pt x="6753071" y="334212"/>
                  </a:lnTo>
                  <a:lnTo>
                    <a:pt x="6823415" y="336091"/>
                  </a:lnTo>
                  <a:lnTo>
                    <a:pt x="6893760" y="337949"/>
                  </a:lnTo>
                  <a:lnTo>
                    <a:pt x="6964104" y="339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2026-07-22T07:57:31Z</dcterms:modified>
  <cp:category/>
</cp:coreProperties>
</file>