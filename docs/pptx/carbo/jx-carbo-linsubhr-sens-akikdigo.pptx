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1.15 (0.96-1.38), p = 0.126  |  per IQR decline (Δ = 0.28): 1.48 (0.90-2.46)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2026-06-08T10:30:24Z</dcterms:modified>
  <cp:category/>
</cp:coreProperties>
</file>