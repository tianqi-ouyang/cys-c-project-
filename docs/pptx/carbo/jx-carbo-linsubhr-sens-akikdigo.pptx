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(0.96-1.38), p_Bonf = 0.755 (n = 6)  |  per IQR decline (Δ = 0.28): 1.48 (0.90-2.46)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2026-07-07T08:49:21Z</dcterms:modified>
  <cp:category/>
</cp:coreProperties>
</file>