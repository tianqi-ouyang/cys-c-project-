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2073503"/>
              <a:ext cx="7403783" cy="3366242"/>
            </a:xfrm>
            <a:custGeom>
              <a:avLst/>
              <a:pathLst>
                <a:path w="7403783" h="3366242">
                  <a:moveTo>
                    <a:pt x="471997" y="0"/>
                  </a:moveTo>
                  <a:lnTo>
                    <a:pt x="506853" y="59466"/>
                  </a:lnTo>
                  <a:lnTo>
                    <a:pt x="583486" y="185395"/>
                  </a:lnTo>
                  <a:lnTo>
                    <a:pt x="660118" y="306693"/>
                  </a:lnTo>
                  <a:lnTo>
                    <a:pt x="736751" y="423530"/>
                  </a:lnTo>
                  <a:lnTo>
                    <a:pt x="813384" y="536070"/>
                  </a:lnTo>
                  <a:lnTo>
                    <a:pt x="890016" y="644472"/>
                  </a:lnTo>
                  <a:lnTo>
                    <a:pt x="966649" y="748887"/>
                  </a:lnTo>
                  <a:lnTo>
                    <a:pt x="1043281" y="849463"/>
                  </a:lnTo>
                  <a:lnTo>
                    <a:pt x="1119914" y="946339"/>
                  </a:lnTo>
                  <a:lnTo>
                    <a:pt x="1196546" y="1039653"/>
                  </a:lnTo>
                  <a:lnTo>
                    <a:pt x="1273179" y="1129536"/>
                  </a:lnTo>
                  <a:lnTo>
                    <a:pt x="1349811" y="1216113"/>
                  </a:lnTo>
                  <a:lnTo>
                    <a:pt x="1426444" y="1299506"/>
                  </a:lnTo>
                  <a:lnTo>
                    <a:pt x="1503076" y="1379832"/>
                  </a:lnTo>
                  <a:lnTo>
                    <a:pt x="1579709" y="1457204"/>
                  </a:lnTo>
                  <a:lnTo>
                    <a:pt x="1656342" y="1531731"/>
                  </a:lnTo>
                  <a:lnTo>
                    <a:pt x="1732974" y="1603517"/>
                  </a:lnTo>
                  <a:lnTo>
                    <a:pt x="1809607" y="1672663"/>
                  </a:lnTo>
                  <a:lnTo>
                    <a:pt x="1886239" y="1739266"/>
                  </a:lnTo>
                  <a:lnTo>
                    <a:pt x="1962872" y="1803420"/>
                  </a:lnTo>
                  <a:lnTo>
                    <a:pt x="2039504" y="1865214"/>
                  </a:lnTo>
                  <a:lnTo>
                    <a:pt x="2116137" y="1924736"/>
                  </a:lnTo>
                  <a:lnTo>
                    <a:pt x="2192769" y="1982070"/>
                  </a:lnTo>
                  <a:lnTo>
                    <a:pt x="2269402" y="2037294"/>
                  </a:lnTo>
                  <a:lnTo>
                    <a:pt x="2346034" y="2090488"/>
                  </a:lnTo>
                  <a:lnTo>
                    <a:pt x="2422667" y="2141725"/>
                  </a:lnTo>
                  <a:lnTo>
                    <a:pt x="2499300" y="2191079"/>
                  </a:lnTo>
                  <a:lnTo>
                    <a:pt x="2575932" y="2238617"/>
                  </a:lnTo>
                  <a:lnTo>
                    <a:pt x="2652565" y="2284407"/>
                  </a:lnTo>
                  <a:lnTo>
                    <a:pt x="2729197" y="2328513"/>
                  </a:lnTo>
                  <a:lnTo>
                    <a:pt x="2805830" y="2370997"/>
                  </a:lnTo>
                  <a:lnTo>
                    <a:pt x="2882462" y="2411919"/>
                  </a:lnTo>
                  <a:lnTo>
                    <a:pt x="2959095" y="2451336"/>
                  </a:lnTo>
                  <a:lnTo>
                    <a:pt x="3035727" y="2489303"/>
                  </a:lnTo>
                  <a:lnTo>
                    <a:pt x="3112360" y="2525874"/>
                  </a:lnTo>
                  <a:lnTo>
                    <a:pt x="3188993" y="2561100"/>
                  </a:lnTo>
                  <a:lnTo>
                    <a:pt x="3265625" y="2595031"/>
                  </a:lnTo>
                  <a:lnTo>
                    <a:pt x="3342258" y="2627714"/>
                  </a:lnTo>
                  <a:lnTo>
                    <a:pt x="3418890" y="2655302"/>
                  </a:lnTo>
                  <a:lnTo>
                    <a:pt x="3495523" y="2661700"/>
                  </a:lnTo>
                  <a:lnTo>
                    <a:pt x="3572155" y="2668049"/>
                  </a:lnTo>
                  <a:lnTo>
                    <a:pt x="3648788" y="2674349"/>
                  </a:lnTo>
                  <a:lnTo>
                    <a:pt x="3725420" y="2680600"/>
                  </a:lnTo>
                  <a:lnTo>
                    <a:pt x="3802053" y="2686803"/>
                  </a:lnTo>
                  <a:lnTo>
                    <a:pt x="3878685" y="2692958"/>
                  </a:lnTo>
                  <a:lnTo>
                    <a:pt x="3955318" y="2699066"/>
                  </a:lnTo>
                  <a:lnTo>
                    <a:pt x="4031951" y="2705126"/>
                  </a:lnTo>
                  <a:lnTo>
                    <a:pt x="4108583" y="2711140"/>
                  </a:lnTo>
                  <a:lnTo>
                    <a:pt x="4185216" y="2717107"/>
                  </a:lnTo>
                  <a:lnTo>
                    <a:pt x="4261848" y="2723028"/>
                  </a:lnTo>
                  <a:lnTo>
                    <a:pt x="4338481" y="2728904"/>
                  </a:lnTo>
                  <a:lnTo>
                    <a:pt x="4415113" y="2734734"/>
                  </a:lnTo>
                  <a:lnTo>
                    <a:pt x="4491746" y="2740519"/>
                  </a:lnTo>
                  <a:lnTo>
                    <a:pt x="4568378" y="2746259"/>
                  </a:lnTo>
                  <a:lnTo>
                    <a:pt x="4645011" y="2751955"/>
                  </a:lnTo>
                  <a:lnTo>
                    <a:pt x="4721644" y="2757607"/>
                  </a:lnTo>
                  <a:lnTo>
                    <a:pt x="4798276" y="2763215"/>
                  </a:lnTo>
                  <a:lnTo>
                    <a:pt x="4874909" y="2768780"/>
                  </a:lnTo>
                  <a:lnTo>
                    <a:pt x="4951541" y="2774302"/>
                  </a:lnTo>
                  <a:lnTo>
                    <a:pt x="5028174" y="2779781"/>
                  </a:lnTo>
                  <a:lnTo>
                    <a:pt x="5104806" y="2785218"/>
                  </a:lnTo>
                  <a:lnTo>
                    <a:pt x="5181439" y="2790613"/>
                  </a:lnTo>
                  <a:lnTo>
                    <a:pt x="5258071" y="2795967"/>
                  </a:lnTo>
                  <a:lnTo>
                    <a:pt x="5334704" y="2801279"/>
                  </a:lnTo>
                  <a:lnTo>
                    <a:pt x="5411336" y="2806550"/>
                  </a:lnTo>
                  <a:lnTo>
                    <a:pt x="5487969" y="2811780"/>
                  </a:lnTo>
                  <a:lnTo>
                    <a:pt x="5564602" y="2816970"/>
                  </a:lnTo>
                  <a:lnTo>
                    <a:pt x="5641234" y="2822119"/>
                  </a:lnTo>
                  <a:lnTo>
                    <a:pt x="5717867" y="2827229"/>
                  </a:lnTo>
                  <a:lnTo>
                    <a:pt x="5794499" y="2832300"/>
                  </a:lnTo>
                  <a:lnTo>
                    <a:pt x="5871132" y="2837331"/>
                  </a:lnTo>
                  <a:lnTo>
                    <a:pt x="5947764" y="2842324"/>
                  </a:lnTo>
                  <a:lnTo>
                    <a:pt x="6024397" y="2847278"/>
                  </a:lnTo>
                  <a:lnTo>
                    <a:pt x="6101029" y="2852194"/>
                  </a:lnTo>
                  <a:lnTo>
                    <a:pt x="6177662" y="2857071"/>
                  </a:lnTo>
                  <a:lnTo>
                    <a:pt x="6254294" y="2861911"/>
                  </a:lnTo>
                  <a:lnTo>
                    <a:pt x="6330927" y="2866714"/>
                  </a:lnTo>
                  <a:lnTo>
                    <a:pt x="6407560" y="2871480"/>
                  </a:lnTo>
                  <a:lnTo>
                    <a:pt x="6484192" y="2876209"/>
                  </a:lnTo>
                  <a:lnTo>
                    <a:pt x="6560825" y="2880901"/>
                  </a:lnTo>
                  <a:lnTo>
                    <a:pt x="6637457" y="2885557"/>
                  </a:lnTo>
                  <a:lnTo>
                    <a:pt x="6714090" y="2890177"/>
                  </a:lnTo>
                  <a:lnTo>
                    <a:pt x="6790722" y="2894761"/>
                  </a:lnTo>
                  <a:lnTo>
                    <a:pt x="6867355" y="2899310"/>
                  </a:lnTo>
                  <a:lnTo>
                    <a:pt x="6943987" y="2903824"/>
                  </a:lnTo>
                  <a:lnTo>
                    <a:pt x="7020620" y="2908303"/>
                  </a:lnTo>
                  <a:lnTo>
                    <a:pt x="7097253" y="2912747"/>
                  </a:lnTo>
                  <a:lnTo>
                    <a:pt x="7173885" y="2917157"/>
                  </a:lnTo>
                  <a:lnTo>
                    <a:pt x="7250518" y="2921533"/>
                  </a:lnTo>
                  <a:lnTo>
                    <a:pt x="7327150" y="2925876"/>
                  </a:lnTo>
                  <a:lnTo>
                    <a:pt x="7403783" y="2930184"/>
                  </a:lnTo>
                  <a:lnTo>
                    <a:pt x="7403783" y="3366242"/>
                  </a:lnTo>
                  <a:lnTo>
                    <a:pt x="7327150" y="3361756"/>
                  </a:lnTo>
                  <a:lnTo>
                    <a:pt x="7250518" y="3357099"/>
                  </a:lnTo>
                  <a:lnTo>
                    <a:pt x="7173885" y="3352263"/>
                  </a:lnTo>
                  <a:lnTo>
                    <a:pt x="7097253" y="3347243"/>
                  </a:lnTo>
                  <a:lnTo>
                    <a:pt x="7020620" y="3342032"/>
                  </a:lnTo>
                  <a:lnTo>
                    <a:pt x="6943987" y="3336621"/>
                  </a:lnTo>
                  <a:lnTo>
                    <a:pt x="6867355" y="3331004"/>
                  </a:lnTo>
                  <a:lnTo>
                    <a:pt x="6790722" y="3325172"/>
                  </a:lnTo>
                  <a:lnTo>
                    <a:pt x="6714090" y="3319118"/>
                  </a:lnTo>
                  <a:lnTo>
                    <a:pt x="6637457" y="3312833"/>
                  </a:lnTo>
                  <a:lnTo>
                    <a:pt x="6560825" y="3306307"/>
                  </a:lnTo>
                  <a:lnTo>
                    <a:pt x="6484192" y="3299533"/>
                  </a:lnTo>
                  <a:lnTo>
                    <a:pt x="6407560" y="3292500"/>
                  </a:lnTo>
                  <a:lnTo>
                    <a:pt x="6330927" y="3285198"/>
                  </a:lnTo>
                  <a:lnTo>
                    <a:pt x="6254294" y="3277617"/>
                  </a:lnTo>
                  <a:lnTo>
                    <a:pt x="6177662" y="3269748"/>
                  </a:lnTo>
                  <a:lnTo>
                    <a:pt x="6101029" y="3261577"/>
                  </a:lnTo>
                  <a:lnTo>
                    <a:pt x="6024397" y="3253095"/>
                  </a:lnTo>
                  <a:lnTo>
                    <a:pt x="5947764" y="3244289"/>
                  </a:lnTo>
                  <a:lnTo>
                    <a:pt x="5871132" y="3235146"/>
                  </a:lnTo>
                  <a:lnTo>
                    <a:pt x="5794499" y="3225655"/>
                  </a:lnTo>
                  <a:lnTo>
                    <a:pt x="5717867" y="3215801"/>
                  </a:lnTo>
                  <a:lnTo>
                    <a:pt x="5641234" y="3205571"/>
                  </a:lnTo>
                  <a:lnTo>
                    <a:pt x="5564602" y="3194951"/>
                  </a:lnTo>
                  <a:lnTo>
                    <a:pt x="5487969" y="3183925"/>
                  </a:lnTo>
                  <a:lnTo>
                    <a:pt x="5411336" y="3172478"/>
                  </a:lnTo>
                  <a:lnTo>
                    <a:pt x="5334704" y="3160594"/>
                  </a:lnTo>
                  <a:lnTo>
                    <a:pt x="5258071" y="3148256"/>
                  </a:lnTo>
                  <a:lnTo>
                    <a:pt x="5181439" y="3135447"/>
                  </a:lnTo>
                  <a:lnTo>
                    <a:pt x="5104806" y="3122149"/>
                  </a:lnTo>
                  <a:lnTo>
                    <a:pt x="5028174" y="3108344"/>
                  </a:lnTo>
                  <a:lnTo>
                    <a:pt x="4951541" y="3094011"/>
                  </a:lnTo>
                  <a:lnTo>
                    <a:pt x="4874909" y="3079131"/>
                  </a:lnTo>
                  <a:lnTo>
                    <a:pt x="4798276" y="3063683"/>
                  </a:lnTo>
                  <a:lnTo>
                    <a:pt x="4721644" y="3047645"/>
                  </a:lnTo>
                  <a:lnTo>
                    <a:pt x="4645011" y="3030995"/>
                  </a:lnTo>
                  <a:lnTo>
                    <a:pt x="4568378" y="3013709"/>
                  </a:lnTo>
                  <a:lnTo>
                    <a:pt x="4491746" y="2995764"/>
                  </a:lnTo>
                  <a:lnTo>
                    <a:pt x="4415113" y="2977133"/>
                  </a:lnTo>
                  <a:lnTo>
                    <a:pt x="4338481" y="2957791"/>
                  </a:lnTo>
                  <a:lnTo>
                    <a:pt x="4261848" y="2937710"/>
                  </a:lnTo>
                  <a:lnTo>
                    <a:pt x="4185216" y="2916863"/>
                  </a:lnTo>
                  <a:lnTo>
                    <a:pt x="4108583" y="2895219"/>
                  </a:lnTo>
                  <a:lnTo>
                    <a:pt x="4031951" y="2872750"/>
                  </a:lnTo>
                  <a:lnTo>
                    <a:pt x="3955318" y="2849422"/>
                  </a:lnTo>
                  <a:lnTo>
                    <a:pt x="3878685" y="2825204"/>
                  </a:lnTo>
                  <a:lnTo>
                    <a:pt x="3802053" y="2800061"/>
                  </a:lnTo>
                  <a:lnTo>
                    <a:pt x="3725420" y="2773959"/>
                  </a:lnTo>
                  <a:lnTo>
                    <a:pt x="3648788" y="2746860"/>
                  </a:lnTo>
                  <a:lnTo>
                    <a:pt x="3572155" y="2718726"/>
                  </a:lnTo>
                  <a:lnTo>
                    <a:pt x="3495523" y="2689518"/>
                  </a:lnTo>
                  <a:lnTo>
                    <a:pt x="3418890" y="2659194"/>
                  </a:lnTo>
                  <a:lnTo>
                    <a:pt x="3342258" y="2648853"/>
                  </a:lnTo>
                  <a:lnTo>
                    <a:pt x="3265625" y="2642355"/>
                  </a:lnTo>
                  <a:lnTo>
                    <a:pt x="3188993" y="2635806"/>
                  </a:lnTo>
                  <a:lnTo>
                    <a:pt x="3112360" y="2629206"/>
                  </a:lnTo>
                  <a:lnTo>
                    <a:pt x="3035727" y="2622555"/>
                  </a:lnTo>
                  <a:lnTo>
                    <a:pt x="2959095" y="2615852"/>
                  </a:lnTo>
                  <a:lnTo>
                    <a:pt x="2882462" y="2609096"/>
                  </a:lnTo>
                  <a:lnTo>
                    <a:pt x="2805830" y="2602288"/>
                  </a:lnTo>
                  <a:lnTo>
                    <a:pt x="2729197" y="2595428"/>
                  </a:lnTo>
                  <a:lnTo>
                    <a:pt x="2652565" y="2588513"/>
                  </a:lnTo>
                  <a:lnTo>
                    <a:pt x="2575932" y="2581545"/>
                  </a:lnTo>
                  <a:lnTo>
                    <a:pt x="2499300" y="2574523"/>
                  </a:lnTo>
                  <a:lnTo>
                    <a:pt x="2422667" y="2567446"/>
                  </a:lnTo>
                  <a:lnTo>
                    <a:pt x="2346034" y="2560314"/>
                  </a:lnTo>
                  <a:lnTo>
                    <a:pt x="2269402" y="2553126"/>
                  </a:lnTo>
                  <a:lnTo>
                    <a:pt x="2192769" y="2545883"/>
                  </a:lnTo>
                  <a:lnTo>
                    <a:pt x="2116137" y="2538583"/>
                  </a:lnTo>
                  <a:lnTo>
                    <a:pt x="2039504" y="2531226"/>
                  </a:lnTo>
                  <a:lnTo>
                    <a:pt x="1962872" y="2523812"/>
                  </a:lnTo>
                  <a:lnTo>
                    <a:pt x="1886239" y="2516341"/>
                  </a:lnTo>
                  <a:lnTo>
                    <a:pt x="1809607" y="2508811"/>
                  </a:lnTo>
                  <a:lnTo>
                    <a:pt x="1732974" y="2501222"/>
                  </a:lnTo>
                  <a:lnTo>
                    <a:pt x="1656342" y="2493575"/>
                  </a:lnTo>
                  <a:lnTo>
                    <a:pt x="1579709" y="2485868"/>
                  </a:lnTo>
                  <a:lnTo>
                    <a:pt x="1503076" y="2478101"/>
                  </a:lnTo>
                  <a:lnTo>
                    <a:pt x="1426444" y="2470273"/>
                  </a:lnTo>
                  <a:lnTo>
                    <a:pt x="1349811" y="2462385"/>
                  </a:lnTo>
                  <a:lnTo>
                    <a:pt x="1273179" y="2454435"/>
                  </a:lnTo>
                  <a:lnTo>
                    <a:pt x="1196546" y="2446423"/>
                  </a:lnTo>
                  <a:lnTo>
                    <a:pt x="1119914" y="2438349"/>
                  </a:lnTo>
                  <a:lnTo>
                    <a:pt x="1043281" y="2430213"/>
                  </a:lnTo>
                  <a:lnTo>
                    <a:pt x="966649" y="2422012"/>
                  </a:lnTo>
                  <a:lnTo>
                    <a:pt x="890016" y="2413748"/>
                  </a:lnTo>
                  <a:lnTo>
                    <a:pt x="813384" y="2405420"/>
                  </a:lnTo>
                  <a:lnTo>
                    <a:pt x="736751" y="2397027"/>
                  </a:lnTo>
                  <a:lnTo>
                    <a:pt x="660118" y="2388568"/>
                  </a:lnTo>
                  <a:lnTo>
                    <a:pt x="583486" y="2380044"/>
                  </a:lnTo>
                  <a:lnTo>
                    <a:pt x="506853" y="2371453"/>
                  </a:lnTo>
                  <a:lnTo>
                    <a:pt x="430221" y="2362796"/>
                  </a:lnTo>
                  <a:lnTo>
                    <a:pt x="353588" y="2354071"/>
                  </a:lnTo>
                  <a:lnTo>
                    <a:pt x="276956" y="2345278"/>
                  </a:lnTo>
                  <a:lnTo>
                    <a:pt x="200323" y="2336417"/>
                  </a:lnTo>
                  <a:lnTo>
                    <a:pt x="123691" y="2327486"/>
                  </a:lnTo>
                  <a:lnTo>
                    <a:pt x="47058" y="2318486"/>
                  </a:lnTo>
                  <a:lnTo>
                    <a:pt x="0" y="231291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89515" y="2073503"/>
              <a:ext cx="6931785" cy="2930184"/>
            </a:xfrm>
            <a:custGeom>
              <a:avLst/>
              <a:pathLst>
                <a:path w="6931785" h="2930184">
                  <a:moveTo>
                    <a:pt x="0" y="0"/>
                  </a:moveTo>
                  <a:lnTo>
                    <a:pt x="34856" y="59466"/>
                  </a:lnTo>
                  <a:lnTo>
                    <a:pt x="111489" y="185395"/>
                  </a:lnTo>
                  <a:lnTo>
                    <a:pt x="188121" y="306693"/>
                  </a:lnTo>
                  <a:lnTo>
                    <a:pt x="264754" y="423530"/>
                  </a:lnTo>
                  <a:lnTo>
                    <a:pt x="341386" y="536070"/>
                  </a:lnTo>
                  <a:lnTo>
                    <a:pt x="418019" y="644472"/>
                  </a:lnTo>
                  <a:lnTo>
                    <a:pt x="494651" y="748887"/>
                  </a:lnTo>
                  <a:lnTo>
                    <a:pt x="571284" y="849463"/>
                  </a:lnTo>
                  <a:lnTo>
                    <a:pt x="647916" y="946339"/>
                  </a:lnTo>
                  <a:lnTo>
                    <a:pt x="724549" y="1039653"/>
                  </a:lnTo>
                  <a:lnTo>
                    <a:pt x="801182" y="1129536"/>
                  </a:lnTo>
                  <a:lnTo>
                    <a:pt x="877814" y="1216113"/>
                  </a:lnTo>
                  <a:lnTo>
                    <a:pt x="954447" y="1299506"/>
                  </a:lnTo>
                  <a:lnTo>
                    <a:pt x="1031079" y="1379832"/>
                  </a:lnTo>
                  <a:lnTo>
                    <a:pt x="1107712" y="1457204"/>
                  </a:lnTo>
                  <a:lnTo>
                    <a:pt x="1184344" y="1531731"/>
                  </a:lnTo>
                  <a:lnTo>
                    <a:pt x="1260977" y="1603517"/>
                  </a:lnTo>
                  <a:lnTo>
                    <a:pt x="1337609" y="1672663"/>
                  </a:lnTo>
                  <a:lnTo>
                    <a:pt x="1414242" y="1739266"/>
                  </a:lnTo>
                  <a:lnTo>
                    <a:pt x="1490874" y="1803420"/>
                  </a:lnTo>
                  <a:lnTo>
                    <a:pt x="1567507" y="1865214"/>
                  </a:lnTo>
                  <a:lnTo>
                    <a:pt x="1644140" y="1924736"/>
                  </a:lnTo>
                  <a:lnTo>
                    <a:pt x="1720772" y="1982070"/>
                  </a:lnTo>
                  <a:lnTo>
                    <a:pt x="1797405" y="2037294"/>
                  </a:lnTo>
                  <a:lnTo>
                    <a:pt x="1874037" y="2090488"/>
                  </a:lnTo>
                  <a:lnTo>
                    <a:pt x="1950670" y="2141725"/>
                  </a:lnTo>
                  <a:lnTo>
                    <a:pt x="2027302" y="2191079"/>
                  </a:lnTo>
                  <a:lnTo>
                    <a:pt x="2103935" y="2238617"/>
                  </a:lnTo>
                  <a:lnTo>
                    <a:pt x="2180567" y="2284407"/>
                  </a:lnTo>
                  <a:lnTo>
                    <a:pt x="2257200" y="2328513"/>
                  </a:lnTo>
                  <a:lnTo>
                    <a:pt x="2333833" y="2370997"/>
                  </a:lnTo>
                  <a:lnTo>
                    <a:pt x="2410465" y="2411919"/>
                  </a:lnTo>
                  <a:lnTo>
                    <a:pt x="2487098" y="2451336"/>
                  </a:lnTo>
                  <a:lnTo>
                    <a:pt x="2563730" y="2489303"/>
                  </a:lnTo>
                  <a:lnTo>
                    <a:pt x="2640363" y="2525874"/>
                  </a:lnTo>
                  <a:lnTo>
                    <a:pt x="2716995" y="2561100"/>
                  </a:lnTo>
                  <a:lnTo>
                    <a:pt x="2793628" y="2595031"/>
                  </a:lnTo>
                  <a:lnTo>
                    <a:pt x="2870260" y="2627714"/>
                  </a:lnTo>
                  <a:lnTo>
                    <a:pt x="2946893" y="2655302"/>
                  </a:lnTo>
                  <a:lnTo>
                    <a:pt x="3023525" y="2661700"/>
                  </a:lnTo>
                  <a:lnTo>
                    <a:pt x="3100158" y="2668049"/>
                  </a:lnTo>
                  <a:lnTo>
                    <a:pt x="3176791" y="2674349"/>
                  </a:lnTo>
                  <a:lnTo>
                    <a:pt x="3253423" y="2680600"/>
                  </a:lnTo>
                  <a:lnTo>
                    <a:pt x="3330056" y="2686803"/>
                  </a:lnTo>
                  <a:lnTo>
                    <a:pt x="3406688" y="2692958"/>
                  </a:lnTo>
                  <a:lnTo>
                    <a:pt x="3483321" y="2699066"/>
                  </a:lnTo>
                  <a:lnTo>
                    <a:pt x="3559953" y="2705126"/>
                  </a:lnTo>
                  <a:lnTo>
                    <a:pt x="3636586" y="2711140"/>
                  </a:lnTo>
                  <a:lnTo>
                    <a:pt x="3713218" y="2717107"/>
                  </a:lnTo>
                  <a:lnTo>
                    <a:pt x="3789851" y="2723028"/>
                  </a:lnTo>
                  <a:lnTo>
                    <a:pt x="3866484" y="2728904"/>
                  </a:lnTo>
                  <a:lnTo>
                    <a:pt x="3943116" y="2734734"/>
                  </a:lnTo>
                  <a:lnTo>
                    <a:pt x="4019749" y="2740519"/>
                  </a:lnTo>
                  <a:lnTo>
                    <a:pt x="4096381" y="2746259"/>
                  </a:lnTo>
                  <a:lnTo>
                    <a:pt x="4173014" y="2751955"/>
                  </a:lnTo>
                  <a:lnTo>
                    <a:pt x="4249646" y="2757607"/>
                  </a:lnTo>
                  <a:lnTo>
                    <a:pt x="4326279" y="2763215"/>
                  </a:lnTo>
                  <a:lnTo>
                    <a:pt x="4402911" y="2768780"/>
                  </a:lnTo>
                  <a:lnTo>
                    <a:pt x="4479544" y="2774302"/>
                  </a:lnTo>
                  <a:lnTo>
                    <a:pt x="4556176" y="2779781"/>
                  </a:lnTo>
                  <a:lnTo>
                    <a:pt x="4632809" y="2785218"/>
                  </a:lnTo>
                  <a:lnTo>
                    <a:pt x="4709442" y="2790613"/>
                  </a:lnTo>
                  <a:lnTo>
                    <a:pt x="4786074" y="2795967"/>
                  </a:lnTo>
                  <a:lnTo>
                    <a:pt x="4862707" y="2801279"/>
                  </a:lnTo>
                  <a:lnTo>
                    <a:pt x="4939339" y="2806550"/>
                  </a:lnTo>
                  <a:lnTo>
                    <a:pt x="5015972" y="2811780"/>
                  </a:lnTo>
                  <a:lnTo>
                    <a:pt x="5092604" y="2816970"/>
                  </a:lnTo>
                  <a:lnTo>
                    <a:pt x="5169237" y="2822119"/>
                  </a:lnTo>
                  <a:lnTo>
                    <a:pt x="5245869" y="2827229"/>
                  </a:lnTo>
                  <a:lnTo>
                    <a:pt x="5322502" y="2832300"/>
                  </a:lnTo>
                  <a:lnTo>
                    <a:pt x="5399134" y="2837331"/>
                  </a:lnTo>
                  <a:lnTo>
                    <a:pt x="5475767" y="2842324"/>
                  </a:lnTo>
                  <a:lnTo>
                    <a:pt x="5552400" y="2847278"/>
                  </a:lnTo>
                  <a:lnTo>
                    <a:pt x="5629032" y="2852194"/>
                  </a:lnTo>
                  <a:lnTo>
                    <a:pt x="5705665" y="2857071"/>
                  </a:lnTo>
                  <a:lnTo>
                    <a:pt x="5782297" y="2861911"/>
                  </a:lnTo>
                  <a:lnTo>
                    <a:pt x="5858930" y="2866714"/>
                  </a:lnTo>
                  <a:lnTo>
                    <a:pt x="5935562" y="2871480"/>
                  </a:lnTo>
                  <a:lnTo>
                    <a:pt x="6012195" y="2876209"/>
                  </a:lnTo>
                  <a:lnTo>
                    <a:pt x="6088827" y="2880901"/>
                  </a:lnTo>
                  <a:lnTo>
                    <a:pt x="6165460" y="2885557"/>
                  </a:lnTo>
                  <a:lnTo>
                    <a:pt x="6242093" y="2890177"/>
                  </a:lnTo>
                  <a:lnTo>
                    <a:pt x="6318725" y="2894761"/>
                  </a:lnTo>
                  <a:lnTo>
                    <a:pt x="6395358" y="2899310"/>
                  </a:lnTo>
                  <a:lnTo>
                    <a:pt x="6471990" y="2903824"/>
                  </a:lnTo>
                  <a:lnTo>
                    <a:pt x="6548623" y="2908303"/>
                  </a:lnTo>
                  <a:lnTo>
                    <a:pt x="6625255" y="2912747"/>
                  </a:lnTo>
                  <a:lnTo>
                    <a:pt x="6701888" y="2917157"/>
                  </a:lnTo>
                  <a:lnTo>
                    <a:pt x="6778520" y="2921533"/>
                  </a:lnTo>
                  <a:lnTo>
                    <a:pt x="6855153" y="2925876"/>
                  </a:lnTo>
                  <a:lnTo>
                    <a:pt x="6931785" y="29301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4386420"/>
              <a:ext cx="7403783" cy="1053325"/>
            </a:xfrm>
            <a:custGeom>
              <a:avLst/>
              <a:pathLst>
                <a:path w="7403783" h="1053325">
                  <a:moveTo>
                    <a:pt x="7403783" y="1053325"/>
                  </a:moveTo>
                  <a:lnTo>
                    <a:pt x="7327150" y="1048839"/>
                  </a:lnTo>
                  <a:lnTo>
                    <a:pt x="7250518" y="1044181"/>
                  </a:lnTo>
                  <a:lnTo>
                    <a:pt x="7173885" y="1039346"/>
                  </a:lnTo>
                  <a:lnTo>
                    <a:pt x="7097253" y="1034326"/>
                  </a:lnTo>
                  <a:lnTo>
                    <a:pt x="7020620" y="1029114"/>
                  </a:lnTo>
                  <a:lnTo>
                    <a:pt x="6943987" y="1023704"/>
                  </a:lnTo>
                  <a:lnTo>
                    <a:pt x="6867355" y="1018087"/>
                  </a:lnTo>
                  <a:lnTo>
                    <a:pt x="6790722" y="1012255"/>
                  </a:lnTo>
                  <a:lnTo>
                    <a:pt x="6714090" y="1006201"/>
                  </a:lnTo>
                  <a:lnTo>
                    <a:pt x="6637457" y="999915"/>
                  </a:lnTo>
                  <a:lnTo>
                    <a:pt x="6560825" y="993390"/>
                  </a:lnTo>
                  <a:lnTo>
                    <a:pt x="6484192" y="986615"/>
                  </a:lnTo>
                  <a:lnTo>
                    <a:pt x="6407560" y="979582"/>
                  </a:lnTo>
                  <a:lnTo>
                    <a:pt x="6330927" y="972280"/>
                  </a:lnTo>
                  <a:lnTo>
                    <a:pt x="6254294" y="964700"/>
                  </a:lnTo>
                  <a:lnTo>
                    <a:pt x="6177662" y="956830"/>
                  </a:lnTo>
                  <a:lnTo>
                    <a:pt x="6101029" y="948660"/>
                  </a:lnTo>
                  <a:lnTo>
                    <a:pt x="6024397" y="940177"/>
                  </a:lnTo>
                  <a:lnTo>
                    <a:pt x="5947764" y="931371"/>
                  </a:lnTo>
                  <a:lnTo>
                    <a:pt x="5871132" y="922229"/>
                  </a:lnTo>
                  <a:lnTo>
                    <a:pt x="5794499" y="912738"/>
                  </a:lnTo>
                  <a:lnTo>
                    <a:pt x="5717867" y="902884"/>
                  </a:lnTo>
                  <a:lnTo>
                    <a:pt x="5641234" y="892654"/>
                  </a:lnTo>
                  <a:lnTo>
                    <a:pt x="5564602" y="882033"/>
                  </a:lnTo>
                  <a:lnTo>
                    <a:pt x="5487969" y="871007"/>
                  </a:lnTo>
                  <a:lnTo>
                    <a:pt x="5411336" y="859560"/>
                  </a:lnTo>
                  <a:lnTo>
                    <a:pt x="5334704" y="847676"/>
                  </a:lnTo>
                  <a:lnTo>
                    <a:pt x="5258071" y="835338"/>
                  </a:lnTo>
                  <a:lnTo>
                    <a:pt x="5181439" y="822530"/>
                  </a:lnTo>
                  <a:lnTo>
                    <a:pt x="5104806" y="809232"/>
                  </a:lnTo>
                  <a:lnTo>
                    <a:pt x="5028174" y="795426"/>
                  </a:lnTo>
                  <a:lnTo>
                    <a:pt x="4951541" y="781094"/>
                  </a:lnTo>
                  <a:lnTo>
                    <a:pt x="4874909" y="766214"/>
                  </a:lnTo>
                  <a:lnTo>
                    <a:pt x="4798276" y="750766"/>
                  </a:lnTo>
                  <a:lnTo>
                    <a:pt x="4721644" y="734728"/>
                  </a:lnTo>
                  <a:lnTo>
                    <a:pt x="4645011" y="718078"/>
                  </a:lnTo>
                  <a:lnTo>
                    <a:pt x="4568378" y="700792"/>
                  </a:lnTo>
                  <a:lnTo>
                    <a:pt x="4491746" y="682846"/>
                  </a:lnTo>
                  <a:lnTo>
                    <a:pt x="4415113" y="664215"/>
                  </a:lnTo>
                  <a:lnTo>
                    <a:pt x="4338481" y="644873"/>
                  </a:lnTo>
                  <a:lnTo>
                    <a:pt x="4261848" y="624793"/>
                  </a:lnTo>
                  <a:lnTo>
                    <a:pt x="4185216" y="603945"/>
                  </a:lnTo>
                  <a:lnTo>
                    <a:pt x="4108583" y="582302"/>
                  </a:lnTo>
                  <a:lnTo>
                    <a:pt x="4031951" y="559832"/>
                  </a:lnTo>
                  <a:lnTo>
                    <a:pt x="3955318" y="536505"/>
                  </a:lnTo>
                  <a:lnTo>
                    <a:pt x="3878685" y="512287"/>
                  </a:lnTo>
                  <a:lnTo>
                    <a:pt x="3802053" y="487144"/>
                  </a:lnTo>
                  <a:lnTo>
                    <a:pt x="3725420" y="461041"/>
                  </a:lnTo>
                  <a:lnTo>
                    <a:pt x="3648788" y="433942"/>
                  </a:lnTo>
                  <a:lnTo>
                    <a:pt x="3572155" y="405808"/>
                  </a:lnTo>
                  <a:lnTo>
                    <a:pt x="3495523" y="376600"/>
                  </a:lnTo>
                  <a:lnTo>
                    <a:pt x="3418890" y="346277"/>
                  </a:lnTo>
                  <a:lnTo>
                    <a:pt x="3342258" y="335936"/>
                  </a:lnTo>
                  <a:lnTo>
                    <a:pt x="3265625" y="329438"/>
                  </a:lnTo>
                  <a:lnTo>
                    <a:pt x="3188993" y="322889"/>
                  </a:lnTo>
                  <a:lnTo>
                    <a:pt x="3112360" y="316289"/>
                  </a:lnTo>
                  <a:lnTo>
                    <a:pt x="3035727" y="309637"/>
                  </a:lnTo>
                  <a:lnTo>
                    <a:pt x="2959095" y="302934"/>
                  </a:lnTo>
                  <a:lnTo>
                    <a:pt x="2882462" y="296179"/>
                  </a:lnTo>
                  <a:lnTo>
                    <a:pt x="2805830" y="289371"/>
                  </a:lnTo>
                  <a:lnTo>
                    <a:pt x="2729197" y="282510"/>
                  </a:lnTo>
                  <a:lnTo>
                    <a:pt x="2652565" y="275596"/>
                  </a:lnTo>
                  <a:lnTo>
                    <a:pt x="2575932" y="268628"/>
                  </a:lnTo>
                  <a:lnTo>
                    <a:pt x="2499300" y="261606"/>
                  </a:lnTo>
                  <a:lnTo>
                    <a:pt x="2422667" y="254529"/>
                  </a:lnTo>
                  <a:lnTo>
                    <a:pt x="2346034" y="247397"/>
                  </a:lnTo>
                  <a:lnTo>
                    <a:pt x="2269402" y="240209"/>
                  </a:lnTo>
                  <a:lnTo>
                    <a:pt x="2192769" y="232965"/>
                  </a:lnTo>
                  <a:lnTo>
                    <a:pt x="2116137" y="225666"/>
                  </a:lnTo>
                  <a:lnTo>
                    <a:pt x="2039504" y="218309"/>
                  </a:lnTo>
                  <a:lnTo>
                    <a:pt x="1962872" y="210895"/>
                  </a:lnTo>
                  <a:lnTo>
                    <a:pt x="1886239" y="203423"/>
                  </a:lnTo>
                  <a:lnTo>
                    <a:pt x="1809607" y="195893"/>
                  </a:lnTo>
                  <a:lnTo>
                    <a:pt x="1732974" y="188305"/>
                  </a:lnTo>
                  <a:lnTo>
                    <a:pt x="1656342" y="180657"/>
                  </a:lnTo>
                  <a:lnTo>
                    <a:pt x="1579709" y="172950"/>
                  </a:lnTo>
                  <a:lnTo>
                    <a:pt x="1503076" y="165183"/>
                  </a:lnTo>
                  <a:lnTo>
                    <a:pt x="1426444" y="157356"/>
                  </a:lnTo>
                  <a:lnTo>
                    <a:pt x="1349811" y="149468"/>
                  </a:lnTo>
                  <a:lnTo>
                    <a:pt x="1273179" y="141518"/>
                  </a:lnTo>
                  <a:lnTo>
                    <a:pt x="1196546" y="133506"/>
                  </a:lnTo>
                  <a:lnTo>
                    <a:pt x="1119914" y="125432"/>
                  </a:lnTo>
                  <a:lnTo>
                    <a:pt x="1043281" y="117295"/>
                  </a:lnTo>
                  <a:lnTo>
                    <a:pt x="966649" y="109095"/>
                  </a:lnTo>
                  <a:lnTo>
                    <a:pt x="890016" y="100831"/>
                  </a:lnTo>
                  <a:lnTo>
                    <a:pt x="813384" y="92503"/>
                  </a:lnTo>
                  <a:lnTo>
                    <a:pt x="736751" y="84109"/>
                  </a:lnTo>
                  <a:lnTo>
                    <a:pt x="660118" y="75651"/>
                  </a:lnTo>
                  <a:lnTo>
                    <a:pt x="583486" y="67127"/>
                  </a:lnTo>
                  <a:lnTo>
                    <a:pt x="506853" y="58536"/>
                  </a:lnTo>
                  <a:lnTo>
                    <a:pt x="430221" y="49878"/>
                  </a:lnTo>
                  <a:lnTo>
                    <a:pt x="353588" y="41153"/>
                  </a:lnTo>
                  <a:lnTo>
                    <a:pt x="276956" y="32360"/>
                  </a:lnTo>
                  <a:lnTo>
                    <a:pt x="200323" y="23499"/>
                  </a:lnTo>
                  <a:lnTo>
                    <a:pt x="123691" y="14569"/>
                  </a:lnTo>
                  <a:lnTo>
                    <a:pt x="47058" y="556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3290676"/>
              <a:ext cx="7403783" cy="2011532"/>
            </a:xfrm>
            <a:custGeom>
              <a:avLst/>
              <a:pathLst>
                <a:path w="7403783" h="2011532">
                  <a:moveTo>
                    <a:pt x="0" y="0"/>
                  </a:moveTo>
                  <a:lnTo>
                    <a:pt x="47058" y="31388"/>
                  </a:lnTo>
                  <a:lnTo>
                    <a:pt x="123691" y="81361"/>
                  </a:lnTo>
                  <a:lnTo>
                    <a:pt x="200323" y="130216"/>
                  </a:lnTo>
                  <a:lnTo>
                    <a:pt x="276956" y="177980"/>
                  </a:lnTo>
                  <a:lnTo>
                    <a:pt x="353588" y="224675"/>
                  </a:lnTo>
                  <a:lnTo>
                    <a:pt x="430221" y="270326"/>
                  </a:lnTo>
                  <a:lnTo>
                    <a:pt x="506853" y="314957"/>
                  </a:lnTo>
                  <a:lnTo>
                    <a:pt x="583486" y="358590"/>
                  </a:lnTo>
                  <a:lnTo>
                    <a:pt x="660118" y="401247"/>
                  </a:lnTo>
                  <a:lnTo>
                    <a:pt x="736751" y="442951"/>
                  </a:lnTo>
                  <a:lnTo>
                    <a:pt x="813384" y="483722"/>
                  </a:lnTo>
                  <a:lnTo>
                    <a:pt x="890016" y="523581"/>
                  </a:lnTo>
                  <a:lnTo>
                    <a:pt x="966649" y="562550"/>
                  </a:lnTo>
                  <a:lnTo>
                    <a:pt x="1043281" y="600647"/>
                  </a:lnTo>
                  <a:lnTo>
                    <a:pt x="1119914" y="637893"/>
                  </a:lnTo>
                  <a:lnTo>
                    <a:pt x="1196546" y="674306"/>
                  </a:lnTo>
                  <a:lnTo>
                    <a:pt x="1273179" y="709904"/>
                  </a:lnTo>
                  <a:lnTo>
                    <a:pt x="1349811" y="744707"/>
                  </a:lnTo>
                  <a:lnTo>
                    <a:pt x="1426444" y="778732"/>
                  </a:lnTo>
                  <a:lnTo>
                    <a:pt x="1503076" y="811996"/>
                  </a:lnTo>
                  <a:lnTo>
                    <a:pt x="1579709" y="844517"/>
                  </a:lnTo>
                  <a:lnTo>
                    <a:pt x="1656342" y="876310"/>
                  </a:lnTo>
                  <a:lnTo>
                    <a:pt x="1732974" y="907392"/>
                  </a:lnTo>
                  <a:lnTo>
                    <a:pt x="1809607" y="937780"/>
                  </a:lnTo>
                  <a:lnTo>
                    <a:pt x="1886239" y="967488"/>
                  </a:lnTo>
                  <a:lnTo>
                    <a:pt x="1962872" y="996532"/>
                  </a:lnTo>
                  <a:lnTo>
                    <a:pt x="2039504" y="1024927"/>
                  </a:lnTo>
                  <a:lnTo>
                    <a:pt x="2116137" y="1052687"/>
                  </a:lnTo>
                  <a:lnTo>
                    <a:pt x="2192769" y="1079826"/>
                  </a:lnTo>
                  <a:lnTo>
                    <a:pt x="2269402" y="1106358"/>
                  </a:lnTo>
                  <a:lnTo>
                    <a:pt x="2346034" y="1132297"/>
                  </a:lnTo>
                  <a:lnTo>
                    <a:pt x="2422667" y="1157657"/>
                  </a:lnTo>
                  <a:lnTo>
                    <a:pt x="2499300" y="1182449"/>
                  </a:lnTo>
                  <a:lnTo>
                    <a:pt x="2575932" y="1206687"/>
                  </a:lnTo>
                  <a:lnTo>
                    <a:pt x="2652565" y="1230383"/>
                  </a:lnTo>
                  <a:lnTo>
                    <a:pt x="2729197" y="1253550"/>
                  </a:lnTo>
                  <a:lnTo>
                    <a:pt x="2805830" y="1276198"/>
                  </a:lnTo>
                  <a:lnTo>
                    <a:pt x="2882462" y="1298340"/>
                  </a:lnTo>
                  <a:lnTo>
                    <a:pt x="2959095" y="1319987"/>
                  </a:lnTo>
                  <a:lnTo>
                    <a:pt x="3035727" y="1341150"/>
                  </a:lnTo>
                  <a:lnTo>
                    <a:pt x="3112360" y="1361840"/>
                  </a:lnTo>
                  <a:lnTo>
                    <a:pt x="3188993" y="1382068"/>
                  </a:lnTo>
                  <a:lnTo>
                    <a:pt x="3265625" y="1401843"/>
                  </a:lnTo>
                  <a:lnTo>
                    <a:pt x="3342258" y="1421176"/>
                  </a:lnTo>
                  <a:lnTo>
                    <a:pt x="3418890" y="1440076"/>
                  </a:lnTo>
                  <a:lnTo>
                    <a:pt x="3495523" y="1458555"/>
                  </a:lnTo>
                  <a:lnTo>
                    <a:pt x="3572155" y="1476620"/>
                  </a:lnTo>
                  <a:lnTo>
                    <a:pt x="3648788" y="1494281"/>
                  </a:lnTo>
                  <a:lnTo>
                    <a:pt x="3725420" y="1511547"/>
                  </a:lnTo>
                  <a:lnTo>
                    <a:pt x="3802053" y="1528428"/>
                  </a:lnTo>
                  <a:lnTo>
                    <a:pt x="3878685" y="1544931"/>
                  </a:lnTo>
                  <a:lnTo>
                    <a:pt x="3955318" y="1561064"/>
                  </a:lnTo>
                  <a:lnTo>
                    <a:pt x="4031951" y="1576838"/>
                  </a:lnTo>
                  <a:lnTo>
                    <a:pt x="4108583" y="1592258"/>
                  </a:lnTo>
                  <a:lnTo>
                    <a:pt x="4185216" y="1607334"/>
                  </a:lnTo>
                  <a:lnTo>
                    <a:pt x="4261848" y="1622073"/>
                  </a:lnTo>
                  <a:lnTo>
                    <a:pt x="4338481" y="1636482"/>
                  </a:lnTo>
                  <a:lnTo>
                    <a:pt x="4415113" y="1650569"/>
                  </a:lnTo>
                  <a:lnTo>
                    <a:pt x="4491746" y="1664341"/>
                  </a:lnTo>
                  <a:lnTo>
                    <a:pt x="4568378" y="1677806"/>
                  </a:lnTo>
                  <a:lnTo>
                    <a:pt x="4645011" y="1690969"/>
                  </a:lnTo>
                  <a:lnTo>
                    <a:pt x="4721644" y="1703838"/>
                  </a:lnTo>
                  <a:lnTo>
                    <a:pt x="4798276" y="1716419"/>
                  </a:lnTo>
                  <a:lnTo>
                    <a:pt x="4874909" y="1728719"/>
                  </a:lnTo>
                  <a:lnTo>
                    <a:pt x="4951541" y="1740744"/>
                  </a:lnTo>
                  <a:lnTo>
                    <a:pt x="5028174" y="1752500"/>
                  </a:lnTo>
                  <a:lnTo>
                    <a:pt x="5104806" y="1763993"/>
                  </a:lnTo>
                  <a:lnTo>
                    <a:pt x="5181439" y="1775230"/>
                  </a:lnTo>
                  <a:lnTo>
                    <a:pt x="5258071" y="1786215"/>
                  </a:lnTo>
                  <a:lnTo>
                    <a:pt x="5334704" y="1796954"/>
                  </a:lnTo>
                  <a:lnTo>
                    <a:pt x="5411336" y="1807454"/>
                  </a:lnTo>
                  <a:lnTo>
                    <a:pt x="5487969" y="1817718"/>
                  </a:lnTo>
                  <a:lnTo>
                    <a:pt x="5564602" y="1827753"/>
                  </a:lnTo>
                  <a:lnTo>
                    <a:pt x="5641234" y="1837564"/>
                  </a:lnTo>
                  <a:lnTo>
                    <a:pt x="5717867" y="1847156"/>
                  </a:lnTo>
                  <a:lnTo>
                    <a:pt x="5794499" y="1856533"/>
                  </a:lnTo>
                  <a:lnTo>
                    <a:pt x="5871132" y="1865700"/>
                  </a:lnTo>
                  <a:lnTo>
                    <a:pt x="5947764" y="1874662"/>
                  </a:lnTo>
                  <a:lnTo>
                    <a:pt x="6024397" y="1883425"/>
                  </a:lnTo>
                  <a:lnTo>
                    <a:pt x="6101029" y="1891991"/>
                  </a:lnTo>
                  <a:lnTo>
                    <a:pt x="6177662" y="1900365"/>
                  </a:lnTo>
                  <a:lnTo>
                    <a:pt x="6254294" y="1908553"/>
                  </a:lnTo>
                  <a:lnTo>
                    <a:pt x="6330927" y="1916557"/>
                  </a:lnTo>
                  <a:lnTo>
                    <a:pt x="6407560" y="1924382"/>
                  </a:lnTo>
                  <a:lnTo>
                    <a:pt x="6484192" y="1932033"/>
                  </a:lnTo>
                  <a:lnTo>
                    <a:pt x="6560825" y="1939512"/>
                  </a:lnTo>
                  <a:lnTo>
                    <a:pt x="6637457" y="1946824"/>
                  </a:lnTo>
                  <a:lnTo>
                    <a:pt x="6714090" y="1953973"/>
                  </a:lnTo>
                  <a:lnTo>
                    <a:pt x="6790722" y="1960962"/>
                  </a:lnTo>
                  <a:lnTo>
                    <a:pt x="6867355" y="1967795"/>
                  </a:lnTo>
                  <a:lnTo>
                    <a:pt x="6943987" y="1974475"/>
                  </a:lnTo>
                  <a:lnTo>
                    <a:pt x="7020620" y="1981005"/>
                  </a:lnTo>
                  <a:lnTo>
                    <a:pt x="7097253" y="1987390"/>
                  </a:lnTo>
                  <a:lnTo>
                    <a:pt x="7173885" y="1993631"/>
                  </a:lnTo>
                  <a:lnTo>
                    <a:pt x="7250518" y="1999734"/>
                  </a:lnTo>
                  <a:lnTo>
                    <a:pt x="7327150" y="2005699"/>
                  </a:lnTo>
                  <a:lnTo>
                    <a:pt x="7403783" y="201153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242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1.30 (1.09-1.54), p_Bonf = 0.017 (n = 6)  |  per IQR decline (Δ = 29.9 %): 2.19 (1.31-3.66)  |  IQR: [-15.0,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42041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2026-09-28T16:51:08Z</dcterms:modified>
  <cp:category/>
</cp:coreProperties>
</file>