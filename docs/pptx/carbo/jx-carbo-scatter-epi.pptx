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465977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4353694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4929386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024933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418596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126191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147852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089756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164810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726149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798847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36206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064204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4468533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25437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529599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188354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620255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995939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382372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02657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276996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90668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32669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192217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54046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65588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573141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8296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87368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4726295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231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499926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18286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428342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075175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362697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724092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05683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019666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4546777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10458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33152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479756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641941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66193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399293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4182822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4239244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64672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096406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787570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040814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653551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685874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166731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4099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574496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437677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388076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859592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056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91808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97429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5468754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5004849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68566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10103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564407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476816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360585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336770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81965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29403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22284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103528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833506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236777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767603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59348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53305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884469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724454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839227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735669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5251114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576152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572107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475919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324027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928592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2419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619165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102231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975915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12357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367356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945377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685529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40840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56109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817182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65337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10435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791585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46356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714508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07947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786259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1648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0205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694375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682627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238340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754804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45489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14217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99094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73618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915039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750907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767809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05078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534943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497876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931955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695134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201192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95568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56981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323348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814914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97748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9787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597906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59159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021458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79026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797922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692737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84312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8193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449632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113039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26541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0175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5705963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5396146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645772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647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352153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944890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844065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54209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1454918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413450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11403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961828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622357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395991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98864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939112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073540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5524183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3548026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95259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993386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702803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3195496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783525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21111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048288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3474513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68963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140685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03046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09404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37139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00157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526274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643473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51747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3691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693270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31879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5262916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44566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58139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640485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627942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201816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860244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87590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17803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5507157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213036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432924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50245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88662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5193905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6865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67744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514472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33665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797325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129149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795199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955049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499688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614278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42287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5064643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263776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227311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625514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698850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232186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62826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357867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920421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089676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8160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1929202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327966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7262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647310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27009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280869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58448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33073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736484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544006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714709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475263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337016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475851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77285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3067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046396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423580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1931725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190966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58453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426410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719546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312917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341507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38266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202286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412555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038841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65151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722185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235537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895660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84972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308791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010238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646856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906324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313346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41277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49700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1635419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517813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5029106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8847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566172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8823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3717626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911868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581407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586458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934446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194622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116488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483722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1892945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835073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667735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926736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47373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60068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933405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654872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699398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978403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133114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4594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270231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574035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845682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121797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02573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920641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781945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423560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76904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5518581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420565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885261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902836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063610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102495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75325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438335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137559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915021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41933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04782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091023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370320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499173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948052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3614076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366399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73824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559188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1925835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600661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575699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653374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975624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5917029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428620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16642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491437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31929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923447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638799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243036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5244102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333669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444524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11748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184155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512384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299764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200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963007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052882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728150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377186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821987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2973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286564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518777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4260990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310139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419980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380059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624851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5093079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22777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86962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3878592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185365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382528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58935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773167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5429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605450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875941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958307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3755148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378607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88083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44807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852932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506341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08683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524035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496199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5134674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797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4643384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84382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1913645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41950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946055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643800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313528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37366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5105283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386076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939261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1775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28831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4099512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86657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998303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11662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559114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4073252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767424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876661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672188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5397546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44698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926358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927411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043590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495218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252022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4304819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5210524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54954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81756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5403107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409245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26605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598960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470541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754862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764340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8676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732699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43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44331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545666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956881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401863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055590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5295130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5256598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5186038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2235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36821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503538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83777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29935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5642655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774793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037991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661490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590016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836493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84561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725854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4596581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568046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478065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3455158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696999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201116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114199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491770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895394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585720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0082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3990164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558853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7290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92158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5507740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274855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4480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185976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440442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98287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516195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920355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777190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295835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951795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055315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5700105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701964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4998981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541665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427453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532919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71196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22898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276968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941522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035152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95336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5899327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52711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472214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249825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849923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719563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176086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81295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5027811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332981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59450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609260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67965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4605723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185562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803145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56882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66569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01725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6228704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70021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665025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663949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022404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264921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670611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866811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3965239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673640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4673342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065604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31704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3786754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674684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023881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3557874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4177551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50758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580424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60382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437848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2715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460490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4582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05948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351199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2695949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901823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909158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103833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4440345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69904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19682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473897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352491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5100854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545742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5210356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5348324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227296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658556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6379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364356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463918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3263237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338995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227695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767135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6015005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119295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190411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4751211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369459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70121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2273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669911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59983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18017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304575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325380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5575303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281353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921202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4135428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740385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4642909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474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033088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278206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0974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564312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32242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3622612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792958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5186267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118787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014131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112160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79528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636051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5702942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4793160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4688465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16758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66747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359670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4581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859152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60475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2389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43413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4574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78382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5026027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135442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54424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1326279" y="3560829"/>
              <a:ext cx="6943744" cy="444924"/>
            </a:xfrm>
            <a:custGeom>
              <a:avLst/>
              <a:pathLst>
                <a:path w="6943744" h="444924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  <a:lnTo>
                    <a:pt x="6943744" y="444924"/>
                  </a:lnTo>
                  <a:lnTo>
                    <a:pt x="6855848" y="439474"/>
                  </a:lnTo>
                  <a:lnTo>
                    <a:pt x="6767953" y="434028"/>
                  </a:lnTo>
                  <a:lnTo>
                    <a:pt x="6680057" y="428585"/>
                  </a:lnTo>
                  <a:lnTo>
                    <a:pt x="6592162" y="423145"/>
                  </a:lnTo>
                  <a:lnTo>
                    <a:pt x="6504266" y="417709"/>
                  </a:lnTo>
                  <a:lnTo>
                    <a:pt x="6416371" y="412278"/>
                  </a:lnTo>
                  <a:lnTo>
                    <a:pt x="6328475" y="406851"/>
                  </a:lnTo>
                  <a:lnTo>
                    <a:pt x="6240580" y="401428"/>
                  </a:lnTo>
                  <a:lnTo>
                    <a:pt x="6152684" y="396010"/>
                  </a:lnTo>
                  <a:lnTo>
                    <a:pt x="6064789" y="390598"/>
                  </a:lnTo>
                  <a:lnTo>
                    <a:pt x="5976893" y="385192"/>
                  </a:lnTo>
                  <a:lnTo>
                    <a:pt x="5888998" y="379791"/>
                  </a:lnTo>
                  <a:lnTo>
                    <a:pt x="5801102" y="374398"/>
                  </a:lnTo>
                  <a:lnTo>
                    <a:pt x="5713207" y="369012"/>
                  </a:lnTo>
                  <a:lnTo>
                    <a:pt x="5625311" y="363633"/>
                  </a:lnTo>
                  <a:lnTo>
                    <a:pt x="5537416" y="358263"/>
                  </a:lnTo>
                  <a:lnTo>
                    <a:pt x="5449520" y="352903"/>
                  </a:lnTo>
                  <a:lnTo>
                    <a:pt x="5361625" y="347552"/>
                  </a:lnTo>
                  <a:lnTo>
                    <a:pt x="5273729" y="342213"/>
                  </a:lnTo>
                  <a:lnTo>
                    <a:pt x="5185834" y="336885"/>
                  </a:lnTo>
                  <a:lnTo>
                    <a:pt x="5097938" y="331571"/>
                  </a:lnTo>
                  <a:lnTo>
                    <a:pt x="5010043" y="326271"/>
                  </a:lnTo>
                  <a:lnTo>
                    <a:pt x="4922147" y="320988"/>
                  </a:lnTo>
                  <a:lnTo>
                    <a:pt x="4834252" y="315722"/>
                  </a:lnTo>
                  <a:lnTo>
                    <a:pt x="4746356" y="310475"/>
                  </a:lnTo>
                  <a:lnTo>
                    <a:pt x="4658461" y="305250"/>
                  </a:lnTo>
                  <a:lnTo>
                    <a:pt x="4570565" y="300049"/>
                  </a:lnTo>
                  <a:lnTo>
                    <a:pt x="4482670" y="294875"/>
                  </a:lnTo>
                  <a:lnTo>
                    <a:pt x="4394774" y="289731"/>
                  </a:lnTo>
                  <a:lnTo>
                    <a:pt x="4306879" y="284620"/>
                  </a:lnTo>
                  <a:lnTo>
                    <a:pt x="4218983" y="279547"/>
                  </a:lnTo>
                  <a:lnTo>
                    <a:pt x="4131088" y="274516"/>
                  </a:lnTo>
                  <a:lnTo>
                    <a:pt x="4043192" y="269532"/>
                  </a:lnTo>
                  <a:lnTo>
                    <a:pt x="3955297" y="264603"/>
                  </a:lnTo>
                  <a:lnTo>
                    <a:pt x="3867401" y="259734"/>
                  </a:lnTo>
                  <a:lnTo>
                    <a:pt x="3779506" y="254933"/>
                  </a:lnTo>
                  <a:lnTo>
                    <a:pt x="3691610" y="250210"/>
                  </a:lnTo>
                  <a:lnTo>
                    <a:pt x="3603715" y="245573"/>
                  </a:lnTo>
                  <a:lnTo>
                    <a:pt x="3515819" y="241035"/>
                  </a:lnTo>
                  <a:lnTo>
                    <a:pt x="3427924" y="236605"/>
                  </a:lnTo>
                  <a:lnTo>
                    <a:pt x="3340028" y="232297"/>
                  </a:lnTo>
                  <a:lnTo>
                    <a:pt x="3252133" y="228123"/>
                  </a:lnTo>
                  <a:lnTo>
                    <a:pt x="3164237" y="224094"/>
                  </a:lnTo>
                  <a:lnTo>
                    <a:pt x="3076342" y="220222"/>
                  </a:lnTo>
                  <a:lnTo>
                    <a:pt x="2988446" y="216516"/>
                  </a:lnTo>
                  <a:lnTo>
                    <a:pt x="2900551" y="212984"/>
                  </a:lnTo>
                  <a:lnTo>
                    <a:pt x="2812655" y="209628"/>
                  </a:lnTo>
                  <a:lnTo>
                    <a:pt x="2724760" y="206449"/>
                  </a:lnTo>
                  <a:lnTo>
                    <a:pt x="2636864" y="203445"/>
                  </a:lnTo>
                  <a:lnTo>
                    <a:pt x="2548969" y="200610"/>
                  </a:lnTo>
                  <a:lnTo>
                    <a:pt x="2461073" y="197935"/>
                  </a:lnTo>
                  <a:lnTo>
                    <a:pt x="2373178" y="195408"/>
                  </a:lnTo>
                  <a:lnTo>
                    <a:pt x="2285282" y="193020"/>
                  </a:lnTo>
                  <a:lnTo>
                    <a:pt x="2197387" y="190756"/>
                  </a:lnTo>
                  <a:lnTo>
                    <a:pt x="2109491" y="188606"/>
                  </a:lnTo>
                  <a:lnTo>
                    <a:pt x="2021596" y="186556"/>
                  </a:lnTo>
                  <a:lnTo>
                    <a:pt x="1933700" y="184597"/>
                  </a:lnTo>
                  <a:lnTo>
                    <a:pt x="1845805" y="182719"/>
                  </a:lnTo>
                  <a:lnTo>
                    <a:pt x="1757909" y="180911"/>
                  </a:lnTo>
                  <a:lnTo>
                    <a:pt x="1670014" y="179166"/>
                  </a:lnTo>
                  <a:lnTo>
                    <a:pt x="1582118" y="177477"/>
                  </a:lnTo>
                  <a:lnTo>
                    <a:pt x="1494223" y="175837"/>
                  </a:lnTo>
                  <a:lnTo>
                    <a:pt x="1406327" y="174242"/>
                  </a:lnTo>
                  <a:lnTo>
                    <a:pt x="1318432" y="172685"/>
                  </a:lnTo>
                  <a:lnTo>
                    <a:pt x="1230536" y="171163"/>
                  </a:lnTo>
                  <a:lnTo>
                    <a:pt x="1142641" y="169672"/>
                  </a:lnTo>
                  <a:lnTo>
                    <a:pt x="1054745" y="168209"/>
                  </a:lnTo>
                  <a:lnTo>
                    <a:pt x="966850" y="166770"/>
                  </a:lnTo>
                  <a:lnTo>
                    <a:pt x="878954" y="165354"/>
                  </a:lnTo>
                  <a:lnTo>
                    <a:pt x="791059" y="163958"/>
                  </a:lnTo>
                  <a:lnTo>
                    <a:pt x="703163" y="162580"/>
                  </a:lnTo>
                  <a:lnTo>
                    <a:pt x="615268" y="161219"/>
                  </a:lnTo>
                  <a:lnTo>
                    <a:pt x="527372" y="159872"/>
                  </a:lnTo>
                  <a:lnTo>
                    <a:pt x="439477" y="158539"/>
                  </a:lnTo>
                  <a:lnTo>
                    <a:pt x="351581" y="157219"/>
                  </a:lnTo>
                  <a:lnTo>
                    <a:pt x="263686" y="155910"/>
                  </a:lnTo>
                  <a:lnTo>
                    <a:pt x="175790" y="154611"/>
                  </a:lnTo>
                  <a:lnTo>
                    <a:pt x="87895" y="153322"/>
                  </a:lnTo>
                  <a:lnTo>
                    <a:pt x="0" y="15204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1326279" y="3560829"/>
              <a:ext cx="6943744" cy="232962"/>
            </a:xfrm>
            <a:custGeom>
              <a:avLst/>
              <a:pathLst>
                <a:path w="6943744" h="232962">
                  <a:moveTo>
                    <a:pt x="0" y="0"/>
                  </a:moveTo>
                  <a:lnTo>
                    <a:pt x="87895" y="5375"/>
                  </a:lnTo>
                  <a:lnTo>
                    <a:pt x="175790" y="10742"/>
                  </a:lnTo>
                  <a:lnTo>
                    <a:pt x="263686" y="16100"/>
                  </a:lnTo>
                  <a:lnTo>
                    <a:pt x="351581" y="21447"/>
                  </a:lnTo>
                  <a:lnTo>
                    <a:pt x="439477" y="26783"/>
                  </a:lnTo>
                  <a:lnTo>
                    <a:pt x="527372" y="32106"/>
                  </a:lnTo>
                  <a:lnTo>
                    <a:pt x="615268" y="37416"/>
                  </a:lnTo>
                  <a:lnTo>
                    <a:pt x="703163" y="42711"/>
                  </a:lnTo>
                  <a:lnTo>
                    <a:pt x="791059" y="47989"/>
                  </a:lnTo>
                  <a:lnTo>
                    <a:pt x="878954" y="53250"/>
                  </a:lnTo>
                  <a:lnTo>
                    <a:pt x="966850" y="58490"/>
                  </a:lnTo>
                  <a:lnTo>
                    <a:pt x="1054745" y="63707"/>
                  </a:lnTo>
                  <a:lnTo>
                    <a:pt x="1142641" y="68900"/>
                  </a:lnTo>
                  <a:lnTo>
                    <a:pt x="1230536" y="74066"/>
                  </a:lnTo>
                  <a:lnTo>
                    <a:pt x="1318432" y="79200"/>
                  </a:lnTo>
                  <a:lnTo>
                    <a:pt x="1406327" y="84299"/>
                  </a:lnTo>
                  <a:lnTo>
                    <a:pt x="1494223" y="89360"/>
                  </a:lnTo>
                  <a:lnTo>
                    <a:pt x="1582118" y="94377"/>
                  </a:lnTo>
                  <a:lnTo>
                    <a:pt x="1670014" y="99344"/>
                  </a:lnTo>
                  <a:lnTo>
                    <a:pt x="1757909" y="104255"/>
                  </a:lnTo>
                  <a:lnTo>
                    <a:pt x="1845805" y="109104"/>
                  </a:lnTo>
                  <a:lnTo>
                    <a:pt x="1933700" y="113881"/>
                  </a:lnTo>
                  <a:lnTo>
                    <a:pt x="2021596" y="118578"/>
                  </a:lnTo>
                  <a:lnTo>
                    <a:pt x="2109491" y="123185"/>
                  </a:lnTo>
                  <a:lnTo>
                    <a:pt x="2197387" y="127691"/>
                  </a:lnTo>
                  <a:lnTo>
                    <a:pt x="2285282" y="132084"/>
                  </a:lnTo>
                  <a:lnTo>
                    <a:pt x="2373178" y="136352"/>
                  </a:lnTo>
                  <a:lnTo>
                    <a:pt x="2461073" y="140482"/>
                  </a:lnTo>
                  <a:lnTo>
                    <a:pt x="2548969" y="144463"/>
                  </a:lnTo>
                  <a:lnTo>
                    <a:pt x="2636864" y="148284"/>
                  </a:lnTo>
                  <a:lnTo>
                    <a:pt x="2724760" y="151936"/>
                  </a:lnTo>
                  <a:lnTo>
                    <a:pt x="2812655" y="155414"/>
                  </a:lnTo>
                  <a:lnTo>
                    <a:pt x="2900551" y="158714"/>
                  </a:lnTo>
                  <a:lnTo>
                    <a:pt x="2988446" y="161838"/>
                  </a:lnTo>
                  <a:lnTo>
                    <a:pt x="3076342" y="164788"/>
                  </a:lnTo>
                  <a:lnTo>
                    <a:pt x="3164237" y="167572"/>
                  </a:lnTo>
                  <a:lnTo>
                    <a:pt x="3252133" y="170200"/>
                  </a:lnTo>
                  <a:lnTo>
                    <a:pt x="3340028" y="172682"/>
                  </a:lnTo>
                  <a:lnTo>
                    <a:pt x="3427924" y="175030"/>
                  </a:lnTo>
                  <a:lnTo>
                    <a:pt x="3515819" y="177257"/>
                  </a:lnTo>
                  <a:lnTo>
                    <a:pt x="3603715" y="179374"/>
                  </a:lnTo>
                  <a:lnTo>
                    <a:pt x="3691610" y="181394"/>
                  </a:lnTo>
                  <a:lnTo>
                    <a:pt x="3779506" y="183327"/>
                  </a:lnTo>
                  <a:lnTo>
                    <a:pt x="3867401" y="185183"/>
                  </a:lnTo>
                  <a:lnTo>
                    <a:pt x="3955297" y="186970"/>
                  </a:lnTo>
                  <a:lnTo>
                    <a:pt x="4043192" y="188697"/>
                  </a:lnTo>
                  <a:lnTo>
                    <a:pt x="4131088" y="190370"/>
                  </a:lnTo>
                  <a:lnTo>
                    <a:pt x="4218983" y="191995"/>
                  </a:lnTo>
                  <a:lnTo>
                    <a:pt x="4306879" y="193578"/>
                  </a:lnTo>
                  <a:lnTo>
                    <a:pt x="4394774" y="195124"/>
                  </a:lnTo>
                  <a:lnTo>
                    <a:pt x="4482670" y="196636"/>
                  </a:lnTo>
                  <a:lnTo>
                    <a:pt x="4570565" y="198118"/>
                  </a:lnTo>
                  <a:lnTo>
                    <a:pt x="4658461" y="199573"/>
                  </a:lnTo>
                  <a:lnTo>
                    <a:pt x="4746356" y="201004"/>
                  </a:lnTo>
                  <a:lnTo>
                    <a:pt x="4834252" y="202414"/>
                  </a:lnTo>
                  <a:lnTo>
                    <a:pt x="4922147" y="203804"/>
                  </a:lnTo>
                  <a:lnTo>
                    <a:pt x="5010043" y="205177"/>
                  </a:lnTo>
                  <a:lnTo>
                    <a:pt x="5097938" y="206533"/>
                  </a:lnTo>
                  <a:lnTo>
                    <a:pt x="5185834" y="207875"/>
                  </a:lnTo>
                  <a:lnTo>
                    <a:pt x="5273729" y="209204"/>
                  </a:lnTo>
                  <a:lnTo>
                    <a:pt x="5361625" y="210521"/>
                  </a:lnTo>
                  <a:lnTo>
                    <a:pt x="5449520" y="211827"/>
                  </a:lnTo>
                  <a:lnTo>
                    <a:pt x="5537416" y="213122"/>
                  </a:lnTo>
                  <a:lnTo>
                    <a:pt x="5625311" y="214409"/>
                  </a:lnTo>
                  <a:lnTo>
                    <a:pt x="5713207" y="215687"/>
                  </a:lnTo>
                  <a:lnTo>
                    <a:pt x="5801102" y="216957"/>
                  </a:lnTo>
                  <a:lnTo>
                    <a:pt x="5888998" y="218219"/>
                  </a:lnTo>
                  <a:lnTo>
                    <a:pt x="5976893" y="219475"/>
                  </a:lnTo>
                  <a:lnTo>
                    <a:pt x="6064789" y="220725"/>
                  </a:lnTo>
                  <a:lnTo>
                    <a:pt x="6152684" y="221969"/>
                  </a:lnTo>
                  <a:lnTo>
                    <a:pt x="6240580" y="223208"/>
                  </a:lnTo>
                  <a:lnTo>
                    <a:pt x="6328475" y="224442"/>
                  </a:lnTo>
                  <a:lnTo>
                    <a:pt x="6416371" y="225671"/>
                  </a:lnTo>
                  <a:lnTo>
                    <a:pt x="6504266" y="226895"/>
                  </a:lnTo>
                  <a:lnTo>
                    <a:pt x="6592162" y="228116"/>
                  </a:lnTo>
                  <a:lnTo>
                    <a:pt x="6680057" y="229332"/>
                  </a:lnTo>
                  <a:lnTo>
                    <a:pt x="6767953" y="230546"/>
                  </a:lnTo>
                  <a:lnTo>
                    <a:pt x="6855848" y="231755"/>
                  </a:lnTo>
                  <a:lnTo>
                    <a:pt x="6943744" y="2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3712870"/>
              <a:ext cx="6943744" cy="292882"/>
            </a:xfrm>
            <a:custGeom>
              <a:avLst/>
              <a:pathLst>
                <a:path w="6943744" h="292882">
                  <a:moveTo>
                    <a:pt x="6943744" y="292882"/>
                  </a:moveTo>
                  <a:lnTo>
                    <a:pt x="6855848" y="287433"/>
                  </a:lnTo>
                  <a:lnTo>
                    <a:pt x="6767953" y="281986"/>
                  </a:lnTo>
                  <a:lnTo>
                    <a:pt x="6680057" y="276543"/>
                  </a:lnTo>
                  <a:lnTo>
                    <a:pt x="6592162" y="271103"/>
                  </a:lnTo>
                  <a:lnTo>
                    <a:pt x="6504266" y="265668"/>
                  </a:lnTo>
                  <a:lnTo>
                    <a:pt x="6416371" y="260236"/>
                  </a:lnTo>
                  <a:lnTo>
                    <a:pt x="6328475" y="254809"/>
                  </a:lnTo>
                  <a:lnTo>
                    <a:pt x="6240580" y="249386"/>
                  </a:lnTo>
                  <a:lnTo>
                    <a:pt x="6152684" y="243968"/>
                  </a:lnTo>
                  <a:lnTo>
                    <a:pt x="6064789" y="238556"/>
                  </a:lnTo>
                  <a:lnTo>
                    <a:pt x="5976893" y="233150"/>
                  </a:lnTo>
                  <a:lnTo>
                    <a:pt x="5888998" y="227750"/>
                  </a:lnTo>
                  <a:lnTo>
                    <a:pt x="5801102" y="222356"/>
                  </a:lnTo>
                  <a:lnTo>
                    <a:pt x="5713207" y="216970"/>
                  </a:lnTo>
                  <a:lnTo>
                    <a:pt x="5625311" y="211591"/>
                  </a:lnTo>
                  <a:lnTo>
                    <a:pt x="5537416" y="206222"/>
                  </a:lnTo>
                  <a:lnTo>
                    <a:pt x="5449520" y="200861"/>
                  </a:lnTo>
                  <a:lnTo>
                    <a:pt x="5361625" y="195511"/>
                  </a:lnTo>
                  <a:lnTo>
                    <a:pt x="5273729" y="190171"/>
                  </a:lnTo>
                  <a:lnTo>
                    <a:pt x="5185834" y="184844"/>
                  </a:lnTo>
                  <a:lnTo>
                    <a:pt x="5097938" y="179529"/>
                  </a:lnTo>
                  <a:lnTo>
                    <a:pt x="5010043" y="174230"/>
                  </a:lnTo>
                  <a:lnTo>
                    <a:pt x="4922147" y="168946"/>
                  </a:lnTo>
                  <a:lnTo>
                    <a:pt x="4834252" y="163680"/>
                  </a:lnTo>
                  <a:lnTo>
                    <a:pt x="4746356" y="158433"/>
                  </a:lnTo>
                  <a:lnTo>
                    <a:pt x="4658461" y="153208"/>
                  </a:lnTo>
                  <a:lnTo>
                    <a:pt x="4570565" y="148007"/>
                  </a:lnTo>
                  <a:lnTo>
                    <a:pt x="4482670" y="142833"/>
                  </a:lnTo>
                  <a:lnTo>
                    <a:pt x="4394774" y="137689"/>
                  </a:lnTo>
                  <a:lnTo>
                    <a:pt x="4306879" y="132578"/>
                  </a:lnTo>
                  <a:lnTo>
                    <a:pt x="4218983" y="127505"/>
                  </a:lnTo>
                  <a:lnTo>
                    <a:pt x="4131088" y="122474"/>
                  </a:lnTo>
                  <a:lnTo>
                    <a:pt x="4043192" y="117490"/>
                  </a:lnTo>
                  <a:lnTo>
                    <a:pt x="3955297" y="112561"/>
                  </a:lnTo>
                  <a:lnTo>
                    <a:pt x="3867401" y="107692"/>
                  </a:lnTo>
                  <a:lnTo>
                    <a:pt x="3779506" y="102891"/>
                  </a:lnTo>
                  <a:lnTo>
                    <a:pt x="3691610" y="98168"/>
                  </a:lnTo>
                  <a:lnTo>
                    <a:pt x="3603715" y="93532"/>
                  </a:lnTo>
                  <a:lnTo>
                    <a:pt x="3515819" y="88993"/>
                  </a:lnTo>
                  <a:lnTo>
                    <a:pt x="3427924" y="84564"/>
                  </a:lnTo>
                  <a:lnTo>
                    <a:pt x="3340028" y="80256"/>
                  </a:lnTo>
                  <a:lnTo>
                    <a:pt x="3252133" y="76081"/>
                  </a:lnTo>
                  <a:lnTo>
                    <a:pt x="3164237" y="72052"/>
                  </a:lnTo>
                  <a:lnTo>
                    <a:pt x="3076342" y="68180"/>
                  </a:lnTo>
                  <a:lnTo>
                    <a:pt x="2988446" y="64475"/>
                  </a:lnTo>
                  <a:lnTo>
                    <a:pt x="2900551" y="60942"/>
                  </a:lnTo>
                  <a:lnTo>
                    <a:pt x="2812655" y="57586"/>
                  </a:lnTo>
                  <a:lnTo>
                    <a:pt x="2724760" y="54407"/>
                  </a:lnTo>
                  <a:lnTo>
                    <a:pt x="2636864" y="51404"/>
                  </a:lnTo>
                  <a:lnTo>
                    <a:pt x="2548969" y="48568"/>
                  </a:lnTo>
                  <a:lnTo>
                    <a:pt x="2461073" y="45893"/>
                  </a:lnTo>
                  <a:lnTo>
                    <a:pt x="2373178" y="43367"/>
                  </a:lnTo>
                  <a:lnTo>
                    <a:pt x="2285282" y="40978"/>
                  </a:lnTo>
                  <a:lnTo>
                    <a:pt x="2197387" y="38714"/>
                  </a:lnTo>
                  <a:lnTo>
                    <a:pt x="2109491" y="36564"/>
                  </a:lnTo>
                  <a:lnTo>
                    <a:pt x="2021596" y="34515"/>
                  </a:lnTo>
                  <a:lnTo>
                    <a:pt x="1933700" y="32556"/>
                  </a:lnTo>
                  <a:lnTo>
                    <a:pt x="1845805" y="30677"/>
                  </a:lnTo>
                  <a:lnTo>
                    <a:pt x="1757909" y="28869"/>
                  </a:lnTo>
                  <a:lnTo>
                    <a:pt x="1670014" y="27124"/>
                  </a:lnTo>
                  <a:lnTo>
                    <a:pt x="1582118" y="25435"/>
                  </a:lnTo>
                  <a:lnTo>
                    <a:pt x="1494223" y="23796"/>
                  </a:lnTo>
                  <a:lnTo>
                    <a:pt x="1406327" y="22200"/>
                  </a:lnTo>
                  <a:lnTo>
                    <a:pt x="1318432" y="20643"/>
                  </a:lnTo>
                  <a:lnTo>
                    <a:pt x="1230536" y="19121"/>
                  </a:lnTo>
                  <a:lnTo>
                    <a:pt x="1142641" y="17630"/>
                  </a:lnTo>
                  <a:lnTo>
                    <a:pt x="1054745" y="16167"/>
                  </a:lnTo>
                  <a:lnTo>
                    <a:pt x="966850" y="14728"/>
                  </a:lnTo>
                  <a:lnTo>
                    <a:pt x="878954" y="13312"/>
                  </a:lnTo>
                  <a:lnTo>
                    <a:pt x="791059" y="11916"/>
                  </a:lnTo>
                  <a:lnTo>
                    <a:pt x="703163" y="10538"/>
                  </a:lnTo>
                  <a:lnTo>
                    <a:pt x="615268" y="9177"/>
                  </a:lnTo>
                  <a:lnTo>
                    <a:pt x="527372" y="7830"/>
                  </a:lnTo>
                  <a:lnTo>
                    <a:pt x="439477" y="6498"/>
                  </a:lnTo>
                  <a:lnTo>
                    <a:pt x="351581" y="5177"/>
                  </a:lnTo>
                  <a:lnTo>
                    <a:pt x="263686" y="3868"/>
                  </a:lnTo>
                  <a:lnTo>
                    <a:pt x="175790" y="2569"/>
                  </a:lnTo>
                  <a:lnTo>
                    <a:pt x="87895" y="12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636850"/>
              <a:ext cx="6943744" cy="262922"/>
            </a:xfrm>
            <a:custGeom>
              <a:avLst/>
              <a:pathLst>
                <a:path w="6943744" h="262922">
                  <a:moveTo>
                    <a:pt x="0" y="0"/>
                  </a:moveTo>
                  <a:lnTo>
                    <a:pt x="87895" y="3328"/>
                  </a:lnTo>
                  <a:lnTo>
                    <a:pt x="175790" y="6656"/>
                  </a:lnTo>
                  <a:lnTo>
                    <a:pt x="263686" y="9984"/>
                  </a:lnTo>
                  <a:lnTo>
                    <a:pt x="351581" y="13312"/>
                  </a:lnTo>
                  <a:lnTo>
                    <a:pt x="439477" y="16640"/>
                  </a:lnTo>
                  <a:lnTo>
                    <a:pt x="527372" y="19968"/>
                  </a:lnTo>
                  <a:lnTo>
                    <a:pt x="615268" y="23296"/>
                  </a:lnTo>
                  <a:lnTo>
                    <a:pt x="703163" y="26625"/>
                  </a:lnTo>
                  <a:lnTo>
                    <a:pt x="791059" y="29953"/>
                  </a:lnTo>
                  <a:lnTo>
                    <a:pt x="878954" y="33281"/>
                  </a:lnTo>
                  <a:lnTo>
                    <a:pt x="966850" y="36609"/>
                  </a:lnTo>
                  <a:lnTo>
                    <a:pt x="1054745" y="39937"/>
                  </a:lnTo>
                  <a:lnTo>
                    <a:pt x="1142641" y="43265"/>
                  </a:lnTo>
                  <a:lnTo>
                    <a:pt x="1230536" y="46593"/>
                  </a:lnTo>
                  <a:lnTo>
                    <a:pt x="1318432" y="49922"/>
                  </a:lnTo>
                  <a:lnTo>
                    <a:pt x="1406327" y="53250"/>
                  </a:lnTo>
                  <a:lnTo>
                    <a:pt x="1494223" y="56578"/>
                  </a:lnTo>
                  <a:lnTo>
                    <a:pt x="1582118" y="59906"/>
                  </a:lnTo>
                  <a:lnTo>
                    <a:pt x="1670014" y="63234"/>
                  </a:lnTo>
                  <a:lnTo>
                    <a:pt x="1757909" y="66562"/>
                  </a:lnTo>
                  <a:lnTo>
                    <a:pt x="1845805" y="69890"/>
                  </a:lnTo>
                  <a:lnTo>
                    <a:pt x="1933700" y="73218"/>
                  </a:lnTo>
                  <a:lnTo>
                    <a:pt x="2021596" y="76547"/>
                  </a:lnTo>
                  <a:lnTo>
                    <a:pt x="2109491" y="79875"/>
                  </a:lnTo>
                  <a:lnTo>
                    <a:pt x="2197387" y="83203"/>
                  </a:lnTo>
                  <a:lnTo>
                    <a:pt x="2285282" y="86531"/>
                  </a:lnTo>
                  <a:lnTo>
                    <a:pt x="2373178" y="89859"/>
                  </a:lnTo>
                  <a:lnTo>
                    <a:pt x="2461073" y="93187"/>
                  </a:lnTo>
                  <a:lnTo>
                    <a:pt x="2548969" y="96515"/>
                  </a:lnTo>
                  <a:lnTo>
                    <a:pt x="2636864" y="99844"/>
                  </a:lnTo>
                  <a:lnTo>
                    <a:pt x="2724760" y="103172"/>
                  </a:lnTo>
                  <a:lnTo>
                    <a:pt x="2812655" y="106500"/>
                  </a:lnTo>
                  <a:lnTo>
                    <a:pt x="2900551" y="109828"/>
                  </a:lnTo>
                  <a:lnTo>
                    <a:pt x="2988446" y="113156"/>
                  </a:lnTo>
                  <a:lnTo>
                    <a:pt x="3076342" y="116484"/>
                  </a:lnTo>
                  <a:lnTo>
                    <a:pt x="3164237" y="119812"/>
                  </a:lnTo>
                  <a:lnTo>
                    <a:pt x="3252133" y="123140"/>
                  </a:lnTo>
                  <a:lnTo>
                    <a:pt x="3340028" y="126469"/>
                  </a:lnTo>
                  <a:lnTo>
                    <a:pt x="3427924" y="129797"/>
                  </a:lnTo>
                  <a:lnTo>
                    <a:pt x="3515819" y="133125"/>
                  </a:lnTo>
                  <a:lnTo>
                    <a:pt x="3603715" y="136453"/>
                  </a:lnTo>
                  <a:lnTo>
                    <a:pt x="3691610" y="139781"/>
                  </a:lnTo>
                  <a:lnTo>
                    <a:pt x="3779506" y="143109"/>
                  </a:lnTo>
                  <a:lnTo>
                    <a:pt x="3867401" y="146437"/>
                  </a:lnTo>
                  <a:lnTo>
                    <a:pt x="3955297" y="149766"/>
                  </a:lnTo>
                  <a:lnTo>
                    <a:pt x="4043192" y="153094"/>
                  </a:lnTo>
                  <a:lnTo>
                    <a:pt x="4131088" y="156422"/>
                  </a:lnTo>
                  <a:lnTo>
                    <a:pt x="4218983" y="159750"/>
                  </a:lnTo>
                  <a:lnTo>
                    <a:pt x="4306879" y="163078"/>
                  </a:lnTo>
                  <a:lnTo>
                    <a:pt x="4394774" y="166406"/>
                  </a:lnTo>
                  <a:lnTo>
                    <a:pt x="4482670" y="169734"/>
                  </a:lnTo>
                  <a:lnTo>
                    <a:pt x="4570565" y="173062"/>
                  </a:lnTo>
                  <a:lnTo>
                    <a:pt x="4658461" y="176391"/>
                  </a:lnTo>
                  <a:lnTo>
                    <a:pt x="4746356" y="179719"/>
                  </a:lnTo>
                  <a:lnTo>
                    <a:pt x="4834252" y="183047"/>
                  </a:lnTo>
                  <a:lnTo>
                    <a:pt x="4922147" y="186375"/>
                  </a:lnTo>
                  <a:lnTo>
                    <a:pt x="5010043" y="189703"/>
                  </a:lnTo>
                  <a:lnTo>
                    <a:pt x="5097938" y="193031"/>
                  </a:lnTo>
                  <a:lnTo>
                    <a:pt x="5185834" y="196359"/>
                  </a:lnTo>
                  <a:lnTo>
                    <a:pt x="5273729" y="199688"/>
                  </a:lnTo>
                  <a:lnTo>
                    <a:pt x="5361625" y="203016"/>
                  </a:lnTo>
                  <a:lnTo>
                    <a:pt x="5449520" y="206344"/>
                  </a:lnTo>
                  <a:lnTo>
                    <a:pt x="5537416" y="209672"/>
                  </a:lnTo>
                  <a:lnTo>
                    <a:pt x="5625311" y="213000"/>
                  </a:lnTo>
                  <a:lnTo>
                    <a:pt x="5713207" y="216328"/>
                  </a:lnTo>
                  <a:lnTo>
                    <a:pt x="5801102" y="219656"/>
                  </a:lnTo>
                  <a:lnTo>
                    <a:pt x="5888998" y="222985"/>
                  </a:lnTo>
                  <a:lnTo>
                    <a:pt x="5976893" y="226313"/>
                  </a:lnTo>
                  <a:lnTo>
                    <a:pt x="6064789" y="229641"/>
                  </a:lnTo>
                  <a:lnTo>
                    <a:pt x="6152684" y="232969"/>
                  </a:lnTo>
                  <a:lnTo>
                    <a:pt x="6240580" y="236297"/>
                  </a:lnTo>
                  <a:lnTo>
                    <a:pt x="6328475" y="239625"/>
                  </a:lnTo>
                  <a:lnTo>
                    <a:pt x="6416371" y="242953"/>
                  </a:lnTo>
                  <a:lnTo>
                    <a:pt x="6504266" y="246281"/>
                  </a:lnTo>
                  <a:lnTo>
                    <a:pt x="6592162" y="249610"/>
                  </a:lnTo>
                  <a:lnTo>
                    <a:pt x="6680057" y="252938"/>
                  </a:lnTo>
                  <a:lnTo>
                    <a:pt x="6767953" y="256266"/>
                  </a:lnTo>
                  <a:lnTo>
                    <a:pt x="6855848" y="259594"/>
                  </a:lnTo>
                  <a:lnTo>
                    <a:pt x="6943744" y="262922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tx619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0" name="tx620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627" name="tx627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2026-05-28T20:43:47Z</dcterms:modified>
  <cp:category/>
</cp:coreProperties>
</file>