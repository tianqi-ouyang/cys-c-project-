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79092" y="5140215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9092" y="4204857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9092" y="3269499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79092" y="2334141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6355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80720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95085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09450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79092" y="5607894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79092" y="4672536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9092" y="3737178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79092" y="2801820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73537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87902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022680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2465977" y="38127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4353694" y="28898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4929386" y="39271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2024933" y="36329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2418596" y="36785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2126191" y="36637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5147852" y="36347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089756" y="40095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164810" y="34137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726149" y="42364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2798847" y="37759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362066" y="34673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064204" y="45371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468533" y="41637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225437" y="31699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529599" y="37568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188354" y="39524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620255" y="38660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995939" y="38760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382372" y="36906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202657" y="40509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5276996" y="36904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290668" y="36234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032669" y="40938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3192217" y="37646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854046" y="387303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655888" y="39379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6573141" y="37712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082960" y="38967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287368" y="34026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4726295" y="37521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523125" y="38468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4499926" y="42393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518286" y="39026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428342" y="38796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075175" y="37243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362697" y="36584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724092" y="37443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905683" y="34966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2019666" y="35506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4546777" y="40404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410458" y="378203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933152" y="42552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1479756" y="34946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5641941" y="35264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266193" y="40502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399293" y="37924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4182822" y="39407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4239244" y="33491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2764672" y="38743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2096406" y="34001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5787570" y="38840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2040814" y="37158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2653551" y="35292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685874" y="36901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166731" y="399623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6409918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5574496" y="38554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3437677" y="38657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3388076" y="41866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859592" y="38222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056749" y="41981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5918089" y="37080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3974292" y="44216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5468754" y="39236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5004849" y="38623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468566" y="37867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2210103" y="35856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4564407" y="29558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4476816" y="38729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4360585" y="38687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3336770" y="37241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4781965" y="35186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629403" y="37776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3222840" y="42749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103528" y="40576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4833506" y="35669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2236777" y="36931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2767603" y="36125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5934814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4533055" y="39230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3884469" y="33985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4724454" y="29259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4839227" y="33627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2735669" y="38803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5251114" y="32706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4576152" y="37337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4572107" y="42459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4475919" y="35621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4324027" y="40872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5928592" y="44980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2724190" y="36378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2619165" y="36294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5102231" y="41049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3975915" y="39886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5212357" y="38316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4367356" y="38080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3945377" y="35604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3685529" y="39892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4040840" y="37019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4561092" y="43732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4817182" y="32431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5653372" y="35636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4210435" y="38335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2791585" y="38641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2746356" y="29759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5714508" y="35969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3207947" y="33709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4786259" y="38125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6164855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2702051" y="35818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3694375" y="30507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3682627" y="36875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2238340" y="35295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2754804" y="32377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2245489" y="36965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4142178" y="40582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3699094" y="37521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3973618" y="43591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3915039" y="35999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4750907" y="38383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3767809" y="37488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3050781" y="36684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5534943" y="34563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4497876" y="37101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4931955" y="39219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3695134" y="39968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4201192" y="37410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3955684" y="35058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656981" y="38941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3323348" y="36504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2814914" y="33687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3977482" y="36727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4497871" y="41096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4597906" y="37152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3459159" y="30029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3021458" y="39901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4179026" y="42441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4797922" y="38009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3692737" y="39861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3984312" y="39076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3278193" y="33952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4449632" y="38944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3113039" y="40137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4526541" y="45157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4301756" y="40942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5705963" y="40553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5396146" y="39822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4645772" y="35843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3526475" y="38625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5352153" y="37566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3944890" y="36373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2844065" y="41546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3854209" y="35130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1454918" y="36254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3413450" y="37660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4114039" y="26582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4961828" y="35019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3622357" y="38055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3395991" y="37662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2988647" y="38616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3939112" y="38621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5073540" y="36605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5524183" y="38924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3548026" y="36917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4795259" y="37439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3993386" y="40019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3702803" y="42558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3195496" y="36675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3783525" y="30256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4521111" y="40583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4048288" y="39415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3474513" y="39255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4689636" y="36944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4140685" y="33676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4603046" y="40502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4509404" y="39615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2437139" y="37256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3500157" y="36309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3526274" y="38528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3643473" y="38397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5174753" y="35068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6369118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3693270" y="40496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3318796" y="32443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5262916" y="43281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4445663" y="39809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3758139" y="37388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4640485" y="41967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4627942" y="38648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5201816" y="40857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4860244" y="35017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4587590" y="39971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7178035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5507157" y="36438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4213036" y="42720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2432924" y="31072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4502452" y="36935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588662" y="39410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5193905" y="36456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4268651" y="36922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3067744" y="35610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5144720" y="42244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4336652" y="44613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4797325" y="40835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4129149" y="34080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3795199" y="34434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1955049" y="37776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3499688" y="33898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6142787" y="43671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4422875" y="41820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5064643" y="37406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5263776" y="38889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5227311" y="40088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2625514" y="36163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4698850" y="42476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2232186" y="35145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6282682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2357867" y="36109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3920421" y="35712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2089676" y="36891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3816087" y="37459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1929202" y="35746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4327966" y="42265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3572625" y="36540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5647310" y="36590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4727009" y="33681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4280869" y="35609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2158448" y="36907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3330739" y="38872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1736484" y="36906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5544006" y="39381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4714709" y="35216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4475263" y="36760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4337016" y="37470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4475851" y="32815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4477285" y="36132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3430671" y="37665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4046396" y="30156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4423580" y="29840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1931725" y="36737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4190966" y="35648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3558453" y="38492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4426410" y="31854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3719546" y="36827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4312917" y="34147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3341507" y="37150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5382664" y="41712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4202286" y="39296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4412555" y="31768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4038841" y="42684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3765151" y="39905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3722185" y="34527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3235537" y="38403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4895660" y="37183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2784972" y="37743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2308791" y="36241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4010238" y="35911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6468567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4906324" y="43417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4313346" y="39972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4412770" y="40604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4497008" y="38636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1635419" y="37464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3517813" y="37761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5029106" y="41972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1884789" y="36929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4566172" y="43375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3882354" y="38532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3717626" y="43621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3911868" y="37736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4581407" y="37248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4586458" y="38793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3934446" y="40408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4194622" y="33227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2116488" y="33041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4837220" y="38814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1892945" y="34020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4835073" y="32363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2667735" y="34762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4926736" y="40376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3147373" y="35755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4600682" y="43761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3933405" y="37666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4654872" y="38936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3699398" y="36353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4978403" y="39578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4133114" y="42702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4459484" y="36111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4270231" y="40990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5574035" y="42396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2845682" y="36270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4121797" y="41827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3902573" y="31699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3920641" y="34276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5781945" y="36180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2423560" y="28917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4769040" y="35330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5518581" y="34456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3420565" y="38840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4885261" y="45071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3902836" y="35184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5063610" y="41024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4102495" y="41716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4775325" y="35544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4438335" y="36136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4137559" y="40463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3915021" y="37298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6419339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3304782" y="43439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4091023" y="40093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3703205" y="40842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5499173" y="35894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2948052" y="39191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3614076" y="39011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3663993" y="34919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3773824" y="38316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4559188" y="43815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1925835" y="36070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5600661" y="42972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3575699" y="36651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5653374" y="36875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4975624" y="38928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5917029" y="39449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3428620" y="37462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5016642" y="36982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3491437" y="33953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4031929" y="35818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3923447" y="33791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6387999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4243036" y="38957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5244102" y="40208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3336695" y="20456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4445242" y="40146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5117484" y="35367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2184155" y="36227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3512384" y="37498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5299764" y="33024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3524200" y="37650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3963007" y="41336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2052882" y="34612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4728150" y="37324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4377186" y="30365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4821987" y="36290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4129739" y="37544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5286564" y="33776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5187772" y="33400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4260990" y="36881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4310139" y="35863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5419980" y="34363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3800590" y="35313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4624851" y="29477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5093079" y="41326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5227775" y="42832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4869627" y="35625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3878592" y="38586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4185365" y="38058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3825287" y="32914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4589359" y="32264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3773167" y="33986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2454295" y="37315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6054501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2875941" y="37998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3958307" y="36076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3755148" y="31573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3378607" y="35599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2088083" y="35866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3544807" y="38129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3852932" y="39245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5063410" y="38153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3086832" y="37422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5240353" y="37041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4961997" y="39603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5134674" y="32947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4337977" y="34809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4643384" y="34594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4684382" y="39541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1913645" y="37632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2641950" y="38479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3946055" y="38771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3643800" y="42260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3135281" y="38691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2837366" y="32420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5105283" y="38344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3860766" y="33493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4939261" y="39814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4417752" y="37876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4028831" y="35378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4099512" y="36842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3086657" y="38689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3998303" y="39423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4116629" y="37151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2559114" y="38002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4073252" y="37447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4767424" y="37956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4876661" y="38725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2672188" y="36983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5397546" y="34241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2144698" y="37895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2926358" y="30611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4927411" y="36480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4043590" y="43154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4952186" y="37512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3252022" y="37575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4304819" y="35763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5210524" y="35609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3549546" y="40460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5681756" y="37638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5403107" y="40468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4409245" y="27196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4266053" y="33728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5989600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5470541" y="37308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3754862" y="34868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2764340" y="34400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4738676" y="40688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2732699" y="32263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6434908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6443314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2545666" y="34984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2956881" y="36250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4401863" y="40504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4055590" y="39385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5295130" y="43545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5256598" y="35663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5186038" y="32280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3842235" y="32001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5536821" y="35538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8245197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5035382" y="37581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4783777" y="36353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4299359" y="33800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5642655" y="35268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3774793" y="42854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3037991" y="38739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6614908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3590016" y="37033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3836493" y="37488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4845614" y="30052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5725854" y="36031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4596581" y="31322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4568046" y="39202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4478065" y="38365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3455158" y="36350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4696999" y="30420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3201116" y="40012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5114199" y="41943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2491770" y="37095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2895394" y="37068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4585720" y="38368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2540082" y="36227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3990164" y="27315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3558853" y="28912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2729058" y="37130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3592158" y="390493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5507740" y="37225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2274855" y="354843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4480652" y="37045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5185976" y="34396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4404424" y="28824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3598287" y="34482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5161959" y="39152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3920355" y="34368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5777190" y="43326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3295835" y="37225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2951795" y="38796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4055315" y="37971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5700105" y="36873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4701964" y="36884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4998981" y="38486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3541665" y="39600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4274538" y="26314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3532919" y="33214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3711961" y="37358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3522898" y="37789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3276968" y="36097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4941522" y="30679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4035152" y="31627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5295336" y="33683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5899327" y="37065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4552711" y="37560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4472214" y="38150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4249825" y="33850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3849923" y="37959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2719563" y="34273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4176086" y="39037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4812952" y="32055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5027811" y="35285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3332981" y="39914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5945055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6092602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3967965" y="40496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4605723" y="31488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4185562" y="38232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5803145" y="36855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4568822" y="39322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2266569" y="32854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3017254" y="34832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6228704" y="3010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3700211" y="35786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6650250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6639492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3022404" y="36742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4264921" y="30488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4670611" y="36289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5866811" y="38198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3965239" y="36156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5673640" y="36710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4673342" y="35269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2065604" y="33210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4631704" y="55243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3786754" y="41941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2674684" y="29702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4023881" y="37434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3557874" y="33325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4177551" y="32918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3350758" y="34512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5804241" y="41237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6038277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3437848" y="30752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3527159" y="34513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4604906" y="29917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4582584" y="38050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3059489" y="38571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3511992" y="42149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2695949" y="36923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2901823" y="37301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4909158" y="37809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4103833" y="42618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4440345" y="42594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6990494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1968222" y="30076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1301453" y="36836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3473897" y="39275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3352491" y="36976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5100854" y="35323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3545742" y="39390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5210356" y="435233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5348324" y="33342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5227296" y="35599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3658556" y="37162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6379597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3643563" y="37786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4463918" y="37730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3263237" y="38936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4338995" y="43386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5227695" y="44796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4767135" y="37934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6015005" y="39705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4119295" y="36748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3190411" y="36911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4751211" y="391993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3369459" y="41839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7012162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3722735" y="28707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3669911" y="39924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5998304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4180170" y="35097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5304575" y="33733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1325380" y="35139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5575303" y="40496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3281353" y="36778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2921202" y="36378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4135428" y="37173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3740385" y="39583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4642909" y="39552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3047433" y="39749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4033088" y="38072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4278206" y="34964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5097420" y="31700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4564312" y="42325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5032242" y="38625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3622612" y="37761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2792958" y="33995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5186267" y="33088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4118787" y="38256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4014131" y="37130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4112160" y="33146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2479528" y="36284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6360511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5702942" y="35663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4793160" y="35901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4688465" y="42556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1816758" y="35241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6674794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5359670" y="41283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4545812" y="38513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4859152" y="35377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6047516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4412389" y="37076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4243413" y="37001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2884574" y="37127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4783824" y="30893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5026027" y="40014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4135442" y="32875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4654424" y="32785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1326279" y="3560829"/>
              <a:ext cx="6943744" cy="444924"/>
            </a:xfrm>
            <a:custGeom>
              <a:avLst/>
              <a:pathLst>
                <a:path w="6943744" h="444924">
                  <a:moveTo>
                    <a:pt x="0" y="0"/>
                  </a:moveTo>
                  <a:lnTo>
                    <a:pt x="87895" y="5375"/>
                  </a:lnTo>
                  <a:lnTo>
                    <a:pt x="175790" y="10742"/>
                  </a:lnTo>
                  <a:lnTo>
                    <a:pt x="263686" y="16100"/>
                  </a:lnTo>
                  <a:lnTo>
                    <a:pt x="351581" y="21447"/>
                  </a:lnTo>
                  <a:lnTo>
                    <a:pt x="439477" y="26783"/>
                  </a:lnTo>
                  <a:lnTo>
                    <a:pt x="527372" y="32106"/>
                  </a:lnTo>
                  <a:lnTo>
                    <a:pt x="615268" y="37416"/>
                  </a:lnTo>
                  <a:lnTo>
                    <a:pt x="703163" y="42711"/>
                  </a:lnTo>
                  <a:lnTo>
                    <a:pt x="791059" y="47989"/>
                  </a:lnTo>
                  <a:lnTo>
                    <a:pt x="878954" y="53250"/>
                  </a:lnTo>
                  <a:lnTo>
                    <a:pt x="966850" y="58490"/>
                  </a:lnTo>
                  <a:lnTo>
                    <a:pt x="1054745" y="63707"/>
                  </a:lnTo>
                  <a:lnTo>
                    <a:pt x="1142641" y="68900"/>
                  </a:lnTo>
                  <a:lnTo>
                    <a:pt x="1230536" y="74066"/>
                  </a:lnTo>
                  <a:lnTo>
                    <a:pt x="1318432" y="79200"/>
                  </a:lnTo>
                  <a:lnTo>
                    <a:pt x="1406327" y="84299"/>
                  </a:lnTo>
                  <a:lnTo>
                    <a:pt x="1494223" y="89360"/>
                  </a:lnTo>
                  <a:lnTo>
                    <a:pt x="1582118" y="94377"/>
                  </a:lnTo>
                  <a:lnTo>
                    <a:pt x="1670014" y="99344"/>
                  </a:lnTo>
                  <a:lnTo>
                    <a:pt x="1757909" y="104255"/>
                  </a:lnTo>
                  <a:lnTo>
                    <a:pt x="1845805" y="109104"/>
                  </a:lnTo>
                  <a:lnTo>
                    <a:pt x="1933700" y="113881"/>
                  </a:lnTo>
                  <a:lnTo>
                    <a:pt x="2021596" y="118578"/>
                  </a:lnTo>
                  <a:lnTo>
                    <a:pt x="2109491" y="123185"/>
                  </a:lnTo>
                  <a:lnTo>
                    <a:pt x="2197387" y="127691"/>
                  </a:lnTo>
                  <a:lnTo>
                    <a:pt x="2285282" y="132084"/>
                  </a:lnTo>
                  <a:lnTo>
                    <a:pt x="2373178" y="136352"/>
                  </a:lnTo>
                  <a:lnTo>
                    <a:pt x="2461073" y="140482"/>
                  </a:lnTo>
                  <a:lnTo>
                    <a:pt x="2548969" y="144463"/>
                  </a:lnTo>
                  <a:lnTo>
                    <a:pt x="2636864" y="148284"/>
                  </a:lnTo>
                  <a:lnTo>
                    <a:pt x="2724760" y="151936"/>
                  </a:lnTo>
                  <a:lnTo>
                    <a:pt x="2812655" y="155414"/>
                  </a:lnTo>
                  <a:lnTo>
                    <a:pt x="2900551" y="158714"/>
                  </a:lnTo>
                  <a:lnTo>
                    <a:pt x="2988446" y="161838"/>
                  </a:lnTo>
                  <a:lnTo>
                    <a:pt x="3076342" y="164788"/>
                  </a:lnTo>
                  <a:lnTo>
                    <a:pt x="3164237" y="167572"/>
                  </a:lnTo>
                  <a:lnTo>
                    <a:pt x="3252133" y="170200"/>
                  </a:lnTo>
                  <a:lnTo>
                    <a:pt x="3340028" y="172682"/>
                  </a:lnTo>
                  <a:lnTo>
                    <a:pt x="3427924" y="175030"/>
                  </a:lnTo>
                  <a:lnTo>
                    <a:pt x="3515819" y="177257"/>
                  </a:lnTo>
                  <a:lnTo>
                    <a:pt x="3603715" y="179374"/>
                  </a:lnTo>
                  <a:lnTo>
                    <a:pt x="3691610" y="181394"/>
                  </a:lnTo>
                  <a:lnTo>
                    <a:pt x="3779506" y="183327"/>
                  </a:lnTo>
                  <a:lnTo>
                    <a:pt x="3867401" y="185183"/>
                  </a:lnTo>
                  <a:lnTo>
                    <a:pt x="3955297" y="186970"/>
                  </a:lnTo>
                  <a:lnTo>
                    <a:pt x="4043192" y="188697"/>
                  </a:lnTo>
                  <a:lnTo>
                    <a:pt x="4131088" y="190370"/>
                  </a:lnTo>
                  <a:lnTo>
                    <a:pt x="4218983" y="191995"/>
                  </a:lnTo>
                  <a:lnTo>
                    <a:pt x="4306879" y="193578"/>
                  </a:lnTo>
                  <a:lnTo>
                    <a:pt x="4394774" y="195124"/>
                  </a:lnTo>
                  <a:lnTo>
                    <a:pt x="4482670" y="196636"/>
                  </a:lnTo>
                  <a:lnTo>
                    <a:pt x="4570565" y="198118"/>
                  </a:lnTo>
                  <a:lnTo>
                    <a:pt x="4658461" y="199573"/>
                  </a:lnTo>
                  <a:lnTo>
                    <a:pt x="4746356" y="201004"/>
                  </a:lnTo>
                  <a:lnTo>
                    <a:pt x="4834252" y="202414"/>
                  </a:lnTo>
                  <a:lnTo>
                    <a:pt x="4922147" y="203804"/>
                  </a:lnTo>
                  <a:lnTo>
                    <a:pt x="5010043" y="205177"/>
                  </a:lnTo>
                  <a:lnTo>
                    <a:pt x="5097938" y="206533"/>
                  </a:lnTo>
                  <a:lnTo>
                    <a:pt x="5185834" y="207875"/>
                  </a:lnTo>
                  <a:lnTo>
                    <a:pt x="5273729" y="209204"/>
                  </a:lnTo>
                  <a:lnTo>
                    <a:pt x="5361625" y="210521"/>
                  </a:lnTo>
                  <a:lnTo>
                    <a:pt x="5449520" y="211827"/>
                  </a:lnTo>
                  <a:lnTo>
                    <a:pt x="5537416" y="213122"/>
                  </a:lnTo>
                  <a:lnTo>
                    <a:pt x="5625311" y="214409"/>
                  </a:lnTo>
                  <a:lnTo>
                    <a:pt x="5713207" y="215687"/>
                  </a:lnTo>
                  <a:lnTo>
                    <a:pt x="5801102" y="216957"/>
                  </a:lnTo>
                  <a:lnTo>
                    <a:pt x="5888998" y="218219"/>
                  </a:lnTo>
                  <a:lnTo>
                    <a:pt x="5976893" y="219475"/>
                  </a:lnTo>
                  <a:lnTo>
                    <a:pt x="6064789" y="220725"/>
                  </a:lnTo>
                  <a:lnTo>
                    <a:pt x="6152684" y="221969"/>
                  </a:lnTo>
                  <a:lnTo>
                    <a:pt x="6240580" y="223208"/>
                  </a:lnTo>
                  <a:lnTo>
                    <a:pt x="6328475" y="224442"/>
                  </a:lnTo>
                  <a:lnTo>
                    <a:pt x="6416371" y="225671"/>
                  </a:lnTo>
                  <a:lnTo>
                    <a:pt x="6504266" y="226895"/>
                  </a:lnTo>
                  <a:lnTo>
                    <a:pt x="6592162" y="228116"/>
                  </a:lnTo>
                  <a:lnTo>
                    <a:pt x="6680057" y="229332"/>
                  </a:lnTo>
                  <a:lnTo>
                    <a:pt x="6767953" y="230546"/>
                  </a:lnTo>
                  <a:lnTo>
                    <a:pt x="6855848" y="231755"/>
                  </a:lnTo>
                  <a:lnTo>
                    <a:pt x="6943744" y="232962"/>
                  </a:lnTo>
                  <a:lnTo>
                    <a:pt x="6943744" y="444924"/>
                  </a:lnTo>
                  <a:lnTo>
                    <a:pt x="6855848" y="439474"/>
                  </a:lnTo>
                  <a:lnTo>
                    <a:pt x="6767953" y="434028"/>
                  </a:lnTo>
                  <a:lnTo>
                    <a:pt x="6680057" y="428585"/>
                  </a:lnTo>
                  <a:lnTo>
                    <a:pt x="6592162" y="423145"/>
                  </a:lnTo>
                  <a:lnTo>
                    <a:pt x="6504266" y="417709"/>
                  </a:lnTo>
                  <a:lnTo>
                    <a:pt x="6416371" y="412278"/>
                  </a:lnTo>
                  <a:lnTo>
                    <a:pt x="6328475" y="406851"/>
                  </a:lnTo>
                  <a:lnTo>
                    <a:pt x="6240580" y="401428"/>
                  </a:lnTo>
                  <a:lnTo>
                    <a:pt x="6152684" y="396010"/>
                  </a:lnTo>
                  <a:lnTo>
                    <a:pt x="6064789" y="390598"/>
                  </a:lnTo>
                  <a:lnTo>
                    <a:pt x="5976893" y="385192"/>
                  </a:lnTo>
                  <a:lnTo>
                    <a:pt x="5888998" y="379791"/>
                  </a:lnTo>
                  <a:lnTo>
                    <a:pt x="5801102" y="374398"/>
                  </a:lnTo>
                  <a:lnTo>
                    <a:pt x="5713207" y="369012"/>
                  </a:lnTo>
                  <a:lnTo>
                    <a:pt x="5625311" y="363633"/>
                  </a:lnTo>
                  <a:lnTo>
                    <a:pt x="5537416" y="358263"/>
                  </a:lnTo>
                  <a:lnTo>
                    <a:pt x="5449520" y="352903"/>
                  </a:lnTo>
                  <a:lnTo>
                    <a:pt x="5361625" y="347552"/>
                  </a:lnTo>
                  <a:lnTo>
                    <a:pt x="5273729" y="342213"/>
                  </a:lnTo>
                  <a:lnTo>
                    <a:pt x="5185834" y="336885"/>
                  </a:lnTo>
                  <a:lnTo>
                    <a:pt x="5097938" y="331571"/>
                  </a:lnTo>
                  <a:lnTo>
                    <a:pt x="5010043" y="326271"/>
                  </a:lnTo>
                  <a:lnTo>
                    <a:pt x="4922147" y="320988"/>
                  </a:lnTo>
                  <a:lnTo>
                    <a:pt x="4834252" y="315722"/>
                  </a:lnTo>
                  <a:lnTo>
                    <a:pt x="4746356" y="310475"/>
                  </a:lnTo>
                  <a:lnTo>
                    <a:pt x="4658461" y="305250"/>
                  </a:lnTo>
                  <a:lnTo>
                    <a:pt x="4570565" y="300049"/>
                  </a:lnTo>
                  <a:lnTo>
                    <a:pt x="4482670" y="294875"/>
                  </a:lnTo>
                  <a:lnTo>
                    <a:pt x="4394774" y="289731"/>
                  </a:lnTo>
                  <a:lnTo>
                    <a:pt x="4306879" y="284620"/>
                  </a:lnTo>
                  <a:lnTo>
                    <a:pt x="4218983" y="279547"/>
                  </a:lnTo>
                  <a:lnTo>
                    <a:pt x="4131088" y="274516"/>
                  </a:lnTo>
                  <a:lnTo>
                    <a:pt x="4043192" y="269532"/>
                  </a:lnTo>
                  <a:lnTo>
                    <a:pt x="3955297" y="264603"/>
                  </a:lnTo>
                  <a:lnTo>
                    <a:pt x="3867401" y="259734"/>
                  </a:lnTo>
                  <a:lnTo>
                    <a:pt x="3779506" y="254933"/>
                  </a:lnTo>
                  <a:lnTo>
                    <a:pt x="3691610" y="250210"/>
                  </a:lnTo>
                  <a:lnTo>
                    <a:pt x="3603715" y="245573"/>
                  </a:lnTo>
                  <a:lnTo>
                    <a:pt x="3515819" y="241035"/>
                  </a:lnTo>
                  <a:lnTo>
                    <a:pt x="3427924" y="236605"/>
                  </a:lnTo>
                  <a:lnTo>
                    <a:pt x="3340028" y="232297"/>
                  </a:lnTo>
                  <a:lnTo>
                    <a:pt x="3252133" y="228123"/>
                  </a:lnTo>
                  <a:lnTo>
                    <a:pt x="3164237" y="224094"/>
                  </a:lnTo>
                  <a:lnTo>
                    <a:pt x="3076342" y="220222"/>
                  </a:lnTo>
                  <a:lnTo>
                    <a:pt x="2988446" y="216516"/>
                  </a:lnTo>
                  <a:lnTo>
                    <a:pt x="2900551" y="212984"/>
                  </a:lnTo>
                  <a:lnTo>
                    <a:pt x="2812655" y="209628"/>
                  </a:lnTo>
                  <a:lnTo>
                    <a:pt x="2724760" y="206449"/>
                  </a:lnTo>
                  <a:lnTo>
                    <a:pt x="2636864" y="203445"/>
                  </a:lnTo>
                  <a:lnTo>
                    <a:pt x="2548969" y="200610"/>
                  </a:lnTo>
                  <a:lnTo>
                    <a:pt x="2461073" y="197935"/>
                  </a:lnTo>
                  <a:lnTo>
                    <a:pt x="2373178" y="195408"/>
                  </a:lnTo>
                  <a:lnTo>
                    <a:pt x="2285282" y="193020"/>
                  </a:lnTo>
                  <a:lnTo>
                    <a:pt x="2197387" y="190756"/>
                  </a:lnTo>
                  <a:lnTo>
                    <a:pt x="2109491" y="188606"/>
                  </a:lnTo>
                  <a:lnTo>
                    <a:pt x="2021596" y="186556"/>
                  </a:lnTo>
                  <a:lnTo>
                    <a:pt x="1933700" y="184597"/>
                  </a:lnTo>
                  <a:lnTo>
                    <a:pt x="1845805" y="182719"/>
                  </a:lnTo>
                  <a:lnTo>
                    <a:pt x="1757909" y="180911"/>
                  </a:lnTo>
                  <a:lnTo>
                    <a:pt x="1670014" y="179166"/>
                  </a:lnTo>
                  <a:lnTo>
                    <a:pt x="1582118" y="177477"/>
                  </a:lnTo>
                  <a:lnTo>
                    <a:pt x="1494223" y="175837"/>
                  </a:lnTo>
                  <a:lnTo>
                    <a:pt x="1406327" y="174242"/>
                  </a:lnTo>
                  <a:lnTo>
                    <a:pt x="1318432" y="172685"/>
                  </a:lnTo>
                  <a:lnTo>
                    <a:pt x="1230536" y="171163"/>
                  </a:lnTo>
                  <a:lnTo>
                    <a:pt x="1142641" y="169672"/>
                  </a:lnTo>
                  <a:lnTo>
                    <a:pt x="1054745" y="168209"/>
                  </a:lnTo>
                  <a:lnTo>
                    <a:pt x="966850" y="166770"/>
                  </a:lnTo>
                  <a:lnTo>
                    <a:pt x="878954" y="165354"/>
                  </a:lnTo>
                  <a:lnTo>
                    <a:pt x="791059" y="163958"/>
                  </a:lnTo>
                  <a:lnTo>
                    <a:pt x="703163" y="162580"/>
                  </a:lnTo>
                  <a:lnTo>
                    <a:pt x="615268" y="161219"/>
                  </a:lnTo>
                  <a:lnTo>
                    <a:pt x="527372" y="159872"/>
                  </a:lnTo>
                  <a:lnTo>
                    <a:pt x="439477" y="158539"/>
                  </a:lnTo>
                  <a:lnTo>
                    <a:pt x="351581" y="157219"/>
                  </a:lnTo>
                  <a:lnTo>
                    <a:pt x="263686" y="155910"/>
                  </a:lnTo>
                  <a:lnTo>
                    <a:pt x="175790" y="154611"/>
                  </a:lnTo>
                  <a:lnTo>
                    <a:pt x="87895" y="153322"/>
                  </a:lnTo>
                  <a:lnTo>
                    <a:pt x="0" y="152041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16" name="pl616"/>
            <p:cNvSpPr/>
            <p:nvPr/>
          </p:nvSpPr>
          <p:spPr>
            <a:xfrm>
              <a:off x="1326279" y="3560829"/>
              <a:ext cx="6943744" cy="232962"/>
            </a:xfrm>
            <a:custGeom>
              <a:avLst/>
              <a:pathLst>
                <a:path w="6943744" h="232962">
                  <a:moveTo>
                    <a:pt x="0" y="0"/>
                  </a:moveTo>
                  <a:lnTo>
                    <a:pt x="87895" y="5375"/>
                  </a:lnTo>
                  <a:lnTo>
                    <a:pt x="175790" y="10742"/>
                  </a:lnTo>
                  <a:lnTo>
                    <a:pt x="263686" y="16100"/>
                  </a:lnTo>
                  <a:lnTo>
                    <a:pt x="351581" y="21447"/>
                  </a:lnTo>
                  <a:lnTo>
                    <a:pt x="439477" y="26783"/>
                  </a:lnTo>
                  <a:lnTo>
                    <a:pt x="527372" y="32106"/>
                  </a:lnTo>
                  <a:lnTo>
                    <a:pt x="615268" y="37416"/>
                  </a:lnTo>
                  <a:lnTo>
                    <a:pt x="703163" y="42711"/>
                  </a:lnTo>
                  <a:lnTo>
                    <a:pt x="791059" y="47989"/>
                  </a:lnTo>
                  <a:lnTo>
                    <a:pt x="878954" y="53250"/>
                  </a:lnTo>
                  <a:lnTo>
                    <a:pt x="966850" y="58490"/>
                  </a:lnTo>
                  <a:lnTo>
                    <a:pt x="1054745" y="63707"/>
                  </a:lnTo>
                  <a:lnTo>
                    <a:pt x="1142641" y="68900"/>
                  </a:lnTo>
                  <a:lnTo>
                    <a:pt x="1230536" y="74066"/>
                  </a:lnTo>
                  <a:lnTo>
                    <a:pt x="1318432" y="79200"/>
                  </a:lnTo>
                  <a:lnTo>
                    <a:pt x="1406327" y="84299"/>
                  </a:lnTo>
                  <a:lnTo>
                    <a:pt x="1494223" y="89360"/>
                  </a:lnTo>
                  <a:lnTo>
                    <a:pt x="1582118" y="94377"/>
                  </a:lnTo>
                  <a:lnTo>
                    <a:pt x="1670014" y="99344"/>
                  </a:lnTo>
                  <a:lnTo>
                    <a:pt x="1757909" y="104255"/>
                  </a:lnTo>
                  <a:lnTo>
                    <a:pt x="1845805" y="109104"/>
                  </a:lnTo>
                  <a:lnTo>
                    <a:pt x="1933700" y="113881"/>
                  </a:lnTo>
                  <a:lnTo>
                    <a:pt x="2021596" y="118578"/>
                  </a:lnTo>
                  <a:lnTo>
                    <a:pt x="2109491" y="123185"/>
                  </a:lnTo>
                  <a:lnTo>
                    <a:pt x="2197387" y="127691"/>
                  </a:lnTo>
                  <a:lnTo>
                    <a:pt x="2285282" y="132084"/>
                  </a:lnTo>
                  <a:lnTo>
                    <a:pt x="2373178" y="136352"/>
                  </a:lnTo>
                  <a:lnTo>
                    <a:pt x="2461073" y="140482"/>
                  </a:lnTo>
                  <a:lnTo>
                    <a:pt x="2548969" y="144463"/>
                  </a:lnTo>
                  <a:lnTo>
                    <a:pt x="2636864" y="148284"/>
                  </a:lnTo>
                  <a:lnTo>
                    <a:pt x="2724760" y="151936"/>
                  </a:lnTo>
                  <a:lnTo>
                    <a:pt x="2812655" y="155414"/>
                  </a:lnTo>
                  <a:lnTo>
                    <a:pt x="2900551" y="158714"/>
                  </a:lnTo>
                  <a:lnTo>
                    <a:pt x="2988446" y="161838"/>
                  </a:lnTo>
                  <a:lnTo>
                    <a:pt x="3076342" y="164788"/>
                  </a:lnTo>
                  <a:lnTo>
                    <a:pt x="3164237" y="167572"/>
                  </a:lnTo>
                  <a:lnTo>
                    <a:pt x="3252133" y="170200"/>
                  </a:lnTo>
                  <a:lnTo>
                    <a:pt x="3340028" y="172682"/>
                  </a:lnTo>
                  <a:lnTo>
                    <a:pt x="3427924" y="175030"/>
                  </a:lnTo>
                  <a:lnTo>
                    <a:pt x="3515819" y="177257"/>
                  </a:lnTo>
                  <a:lnTo>
                    <a:pt x="3603715" y="179374"/>
                  </a:lnTo>
                  <a:lnTo>
                    <a:pt x="3691610" y="181394"/>
                  </a:lnTo>
                  <a:lnTo>
                    <a:pt x="3779506" y="183327"/>
                  </a:lnTo>
                  <a:lnTo>
                    <a:pt x="3867401" y="185183"/>
                  </a:lnTo>
                  <a:lnTo>
                    <a:pt x="3955297" y="186970"/>
                  </a:lnTo>
                  <a:lnTo>
                    <a:pt x="4043192" y="188697"/>
                  </a:lnTo>
                  <a:lnTo>
                    <a:pt x="4131088" y="190370"/>
                  </a:lnTo>
                  <a:lnTo>
                    <a:pt x="4218983" y="191995"/>
                  </a:lnTo>
                  <a:lnTo>
                    <a:pt x="4306879" y="193578"/>
                  </a:lnTo>
                  <a:lnTo>
                    <a:pt x="4394774" y="195124"/>
                  </a:lnTo>
                  <a:lnTo>
                    <a:pt x="4482670" y="196636"/>
                  </a:lnTo>
                  <a:lnTo>
                    <a:pt x="4570565" y="198118"/>
                  </a:lnTo>
                  <a:lnTo>
                    <a:pt x="4658461" y="199573"/>
                  </a:lnTo>
                  <a:lnTo>
                    <a:pt x="4746356" y="201004"/>
                  </a:lnTo>
                  <a:lnTo>
                    <a:pt x="4834252" y="202414"/>
                  </a:lnTo>
                  <a:lnTo>
                    <a:pt x="4922147" y="203804"/>
                  </a:lnTo>
                  <a:lnTo>
                    <a:pt x="5010043" y="205177"/>
                  </a:lnTo>
                  <a:lnTo>
                    <a:pt x="5097938" y="206533"/>
                  </a:lnTo>
                  <a:lnTo>
                    <a:pt x="5185834" y="207875"/>
                  </a:lnTo>
                  <a:lnTo>
                    <a:pt x="5273729" y="209204"/>
                  </a:lnTo>
                  <a:lnTo>
                    <a:pt x="5361625" y="210521"/>
                  </a:lnTo>
                  <a:lnTo>
                    <a:pt x="5449520" y="211827"/>
                  </a:lnTo>
                  <a:lnTo>
                    <a:pt x="5537416" y="213122"/>
                  </a:lnTo>
                  <a:lnTo>
                    <a:pt x="5625311" y="214409"/>
                  </a:lnTo>
                  <a:lnTo>
                    <a:pt x="5713207" y="215687"/>
                  </a:lnTo>
                  <a:lnTo>
                    <a:pt x="5801102" y="216957"/>
                  </a:lnTo>
                  <a:lnTo>
                    <a:pt x="5888998" y="218219"/>
                  </a:lnTo>
                  <a:lnTo>
                    <a:pt x="5976893" y="219475"/>
                  </a:lnTo>
                  <a:lnTo>
                    <a:pt x="6064789" y="220725"/>
                  </a:lnTo>
                  <a:lnTo>
                    <a:pt x="6152684" y="221969"/>
                  </a:lnTo>
                  <a:lnTo>
                    <a:pt x="6240580" y="223208"/>
                  </a:lnTo>
                  <a:lnTo>
                    <a:pt x="6328475" y="224442"/>
                  </a:lnTo>
                  <a:lnTo>
                    <a:pt x="6416371" y="225671"/>
                  </a:lnTo>
                  <a:lnTo>
                    <a:pt x="6504266" y="226895"/>
                  </a:lnTo>
                  <a:lnTo>
                    <a:pt x="6592162" y="228116"/>
                  </a:lnTo>
                  <a:lnTo>
                    <a:pt x="6680057" y="229332"/>
                  </a:lnTo>
                  <a:lnTo>
                    <a:pt x="6767953" y="230546"/>
                  </a:lnTo>
                  <a:lnTo>
                    <a:pt x="6855848" y="231755"/>
                  </a:lnTo>
                  <a:lnTo>
                    <a:pt x="6943744" y="23296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17" name="pl617"/>
            <p:cNvSpPr/>
            <p:nvPr/>
          </p:nvSpPr>
          <p:spPr>
            <a:xfrm>
              <a:off x="1326279" y="3712870"/>
              <a:ext cx="6943744" cy="292882"/>
            </a:xfrm>
            <a:custGeom>
              <a:avLst/>
              <a:pathLst>
                <a:path w="6943744" h="292882">
                  <a:moveTo>
                    <a:pt x="6943744" y="292882"/>
                  </a:moveTo>
                  <a:lnTo>
                    <a:pt x="6855848" y="287433"/>
                  </a:lnTo>
                  <a:lnTo>
                    <a:pt x="6767953" y="281986"/>
                  </a:lnTo>
                  <a:lnTo>
                    <a:pt x="6680057" y="276543"/>
                  </a:lnTo>
                  <a:lnTo>
                    <a:pt x="6592162" y="271103"/>
                  </a:lnTo>
                  <a:lnTo>
                    <a:pt x="6504266" y="265668"/>
                  </a:lnTo>
                  <a:lnTo>
                    <a:pt x="6416371" y="260236"/>
                  </a:lnTo>
                  <a:lnTo>
                    <a:pt x="6328475" y="254809"/>
                  </a:lnTo>
                  <a:lnTo>
                    <a:pt x="6240580" y="249386"/>
                  </a:lnTo>
                  <a:lnTo>
                    <a:pt x="6152684" y="243968"/>
                  </a:lnTo>
                  <a:lnTo>
                    <a:pt x="6064789" y="238556"/>
                  </a:lnTo>
                  <a:lnTo>
                    <a:pt x="5976893" y="233150"/>
                  </a:lnTo>
                  <a:lnTo>
                    <a:pt x="5888998" y="227750"/>
                  </a:lnTo>
                  <a:lnTo>
                    <a:pt x="5801102" y="222356"/>
                  </a:lnTo>
                  <a:lnTo>
                    <a:pt x="5713207" y="216970"/>
                  </a:lnTo>
                  <a:lnTo>
                    <a:pt x="5625311" y="211591"/>
                  </a:lnTo>
                  <a:lnTo>
                    <a:pt x="5537416" y="206222"/>
                  </a:lnTo>
                  <a:lnTo>
                    <a:pt x="5449520" y="200861"/>
                  </a:lnTo>
                  <a:lnTo>
                    <a:pt x="5361625" y="195511"/>
                  </a:lnTo>
                  <a:lnTo>
                    <a:pt x="5273729" y="190171"/>
                  </a:lnTo>
                  <a:lnTo>
                    <a:pt x="5185834" y="184844"/>
                  </a:lnTo>
                  <a:lnTo>
                    <a:pt x="5097938" y="179529"/>
                  </a:lnTo>
                  <a:lnTo>
                    <a:pt x="5010043" y="174230"/>
                  </a:lnTo>
                  <a:lnTo>
                    <a:pt x="4922147" y="168946"/>
                  </a:lnTo>
                  <a:lnTo>
                    <a:pt x="4834252" y="163680"/>
                  </a:lnTo>
                  <a:lnTo>
                    <a:pt x="4746356" y="158433"/>
                  </a:lnTo>
                  <a:lnTo>
                    <a:pt x="4658461" y="153208"/>
                  </a:lnTo>
                  <a:lnTo>
                    <a:pt x="4570565" y="148007"/>
                  </a:lnTo>
                  <a:lnTo>
                    <a:pt x="4482670" y="142833"/>
                  </a:lnTo>
                  <a:lnTo>
                    <a:pt x="4394774" y="137689"/>
                  </a:lnTo>
                  <a:lnTo>
                    <a:pt x="4306879" y="132578"/>
                  </a:lnTo>
                  <a:lnTo>
                    <a:pt x="4218983" y="127505"/>
                  </a:lnTo>
                  <a:lnTo>
                    <a:pt x="4131088" y="122474"/>
                  </a:lnTo>
                  <a:lnTo>
                    <a:pt x="4043192" y="117490"/>
                  </a:lnTo>
                  <a:lnTo>
                    <a:pt x="3955297" y="112561"/>
                  </a:lnTo>
                  <a:lnTo>
                    <a:pt x="3867401" y="107692"/>
                  </a:lnTo>
                  <a:lnTo>
                    <a:pt x="3779506" y="102891"/>
                  </a:lnTo>
                  <a:lnTo>
                    <a:pt x="3691610" y="98168"/>
                  </a:lnTo>
                  <a:lnTo>
                    <a:pt x="3603715" y="93532"/>
                  </a:lnTo>
                  <a:lnTo>
                    <a:pt x="3515819" y="88993"/>
                  </a:lnTo>
                  <a:lnTo>
                    <a:pt x="3427924" y="84564"/>
                  </a:lnTo>
                  <a:lnTo>
                    <a:pt x="3340028" y="80256"/>
                  </a:lnTo>
                  <a:lnTo>
                    <a:pt x="3252133" y="76081"/>
                  </a:lnTo>
                  <a:lnTo>
                    <a:pt x="3164237" y="72052"/>
                  </a:lnTo>
                  <a:lnTo>
                    <a:pt x="3076342" y="68180"/>
                  </a:lnTo>
                  <a:lnTo>
                    <a:pt x="2988446" y="64475"/>
                  </a:lnTo>
                  <a:lnTo>
                    <a:pt x="2900551" y="60942"/>
                  </a:lnTo>
                  <a:lnTo>
                    <a:pt x="2812655" y="57586"/>
                  </a:lnTo>
                  <a:lnTo>
                    <a:pt x="2724760" y="54407"/>
                  </a:lnTo>
                  <a:lnTo>
                    <a:pt x="2636864" y="51404"/>
                  </a:lnTo>
                  <a:lnTo>
                    <a:pt x="2548969" y="48568"/>
                  </a:lnTo>
                  <a:lnTo>
                    <a:pt x="2461073" y="45893"/>
                  </a:lnTo>
                  <a:lnTo>
                    <a:pt x="2373178" y="43367"/>
                  </a:lnTo>
                  <a:lnTo>
                    <a:pt x="2285282" y="40978"/>
                  </a:lnTo>
                  <a:lnTo>
                    <a:pt x="2197387" y="38714"/>
                  </a:lnTo>
                  <a:lnTo>
                    <a:pt x="2109491" y="36564"/>
                  </a:lnTo>
                  <a:lnTo>
                    <a:pt x="2021596" y="34515"/>
                  </a:lnTo>
                  <a:lnTo>
                    <a:pt x="1933700" y="32556"/>
                  </a:lnTo>
                  <a:lnTo>
                    <a:pt x="1845805" y="30677"/>
                  </a:lnTo>
                  <a:lnTo>
                    <a:pt x="1757909" y="28869"/>
                  </a:lnTo>
                  <a:lnTo>
                    <a:pt x="1670014" y="27124"/>
                  </a:lnTo>
                  <a:lnTo>
                    <a:pt x="1582118" y="25435"/>
                  </a:lnTo>
                  <a:lnTo>
                    <a:pt x="1494223" y="23796"/>
                  </a:lnTo>
                  <a:lnTo>
                    <a:pt x="1406327" y="22200"/>
                  </a:lnTo>
                  <a:lnTo>
                    <a:pt x="1318432" y="20643"/>
                  </a:lnTo>
                  <a:lnTo>
                    <a:pt x="1230536" y="19121"/>
                  </a:lnTo>
                  <a:lnTo>
                    <a:pt x="1142641" y="17630"/>
                  </a:lnTo>
                  <a:lnTo>
                    <a:pt x="1054745" y="16167"/>
                  </a:lnTo>
                  <a:lnTo>
                    <a:pt x="966850" y="14728"/>
                  </a:lnTo>
                  <a:lnTo>
                    <a:pt x="878954" y="13312"/>
                  </a:lnTo>
                  <a:lnTo>
                    <a:pt x="791059" y="11916"/>
                  </a:lnTo>
                  <a:lnTo>
                    <a:pt x="703163" y="10538"/>
                  </a:lnTo>
                  <a:lnTo>
                    <a:pt x="615268" y="9177"/>
                  </a:lnTo>
                  <a:lnTo>
                    <a:pt x="527372" y="7830"/>
                  </a:lnTo>
                  <a:lnTo>
                    <a:pt x="439477" y="6498"/>
                  </a:lnTo>
                  <a:lnTo>
                    <a:pt x="351581" y="5177"/>
                  </a:lnTo>
                  <a:lnTo>
                    <a:pt x="263686" y="3868"/>
                  </a:lnTo>
                  <a:lnTo>
                    <a:pt x="175790" y="2569"/>
                  </a:lnTo>
                  <a:lnTo>
                    <a:pt x="87895" y="128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18" name="pl618"/>
            <p:cNvSpPr/>
            <p:nvPr/>
          </p:nvSpPr>
          <p:spPr>
            <a:xfrm>
              <a:off x="1326279" y="3636850"/>
              <a:ext cx="6943744" cy="262922"/>
            </a:xfrm>
            <a:custGeom>
              <a:avLst/>
              <a:pathLst>
                <a:path w="6943744" h="262922">
                  <a:moveTo>
                    <a:pt x="0" y="0"/>
                  </a:moveTo>
                  <a:lnTo>
                    <a:pt x="87895" y="3328"/>
                  </a:lnTo>
                  <a:lnTo>
                    <a:pt x="175790" y="6656"/>
                  </a:lnTo>
                  <a:lnTo>
                    <a:pt x="263686" y="9984"/>
                  </a:lnTo>
                  <a:lnTo>
                    <a:pt x="351581" y="13312"/>
                  </a:lnTo>
                  <a:lnTo>
                    <a:pt x="439477" y="16640"/>
                  </a:lnTo>
                  <a:lnTo>
                    <a:pt x="527372" y="19968"/>
                  </a:lnTo>
                  <a:lnTo>
                    <a:pt x="615268" y="23296"/>
                  </a:lnTo>
                  <a:lnTo>
                    <a:pt x="703163" y="26625"/>
                  </a:lnTo>
                  <a:lnTo>
                    <a:pt x="791059" y="29953"/>
                  </a:lnTo>
                  <a:lnTo>
                    <a:pt x="878954" y="33281"/>
                  </a:lnTo>
                  <a:lnTo>
                    <a:pt x="966850" y="36609"/>
                  </a:lnTo>
                  <a:lnTo>
                    <a:pt x="1054745" y="39937"/>
                  </a:lnTo>
                  <a:lnTo>
                    <a:pt x="1142641" y="43265"/>
                  </a:lnTo>
                  <a:lnTo>
                    <a:pt x="1230536" y="46593"/>
                  </a:lnTo>
                  <a:lnTo>
                    <a:pt x="1318432" y="49922"/>
                  </a:lnTo>
                  <a:lnTo>
                    <a:pt x="1406327" y="53250"/>
                  </a:lnTo>
                  <a:lnTo>
                    <a:pt x="1494223" y="56578"/>
                  </a:lnTo>
                  <a:lnTo>
                    <a:pt x="1582118" y="59906"/>
                  </a:lnTo>
                  <a:lnTo>
                    <a:pt x="1670014" y="63234"/>
                  </a:lnTo>
                  <a:lnTo>
                    <a:pt x="1757909" y="66562"/>
                  </a:lnTo>
                  <a:lnTo>
                    <a:pt x="1845805" y="69890"/>
                  </a:lnTo>
                  <a:lnTo>
                    <a:pt x="1933700" y="73218"/>
                  </a:lnTo>
                  <a:lnTo>
                    <a:pt x="2021596" y="76547"/>
                  </a:lnTo>
                  <a:lnTo>
                    <a:pt x="2109491" y="79875"/>
                  </a:lnTo>
                  <a:lnTo>
                    <a:pt x="2197387" y="83203"/>
                  </a:lnTo>
                  <a:lnTo>
                    <a:pt x="2285282" y="86531"/>
                  </a:lnTo>
                  <a:lnTo>
                    <a:pt x="2373178" y="89859"/>
                  </a:lnTo>
                  <a:lnTo>
                    <a:pt x="2461073" y="93187"/>
                  </a:lnTo>
                  <a:lnTo>
                    <a:pt x="2548969" y="96515"/>
                  </a:lnTo>
                  <a:lnTo>
                    <a:pt x="2636864" y="99844"/>
                  </a:lnTo>
                  <a:lnTo>
                    <a:pt x="2724760" y="103172"/>
                  </a:lnTo>
                  <a:lnTo>
                    <a:pt x="2812655" y="106500"/>
                  </a:lnTo>
                  <a:lnTo>
                    <a:pt x="2900551" y="109828"/>
                  </a:lnTo>
                  <a:lnTo>
                    <a:pt x="2988446" y="113156"/>
                  </a:lnTo>
                  <a:lnTo>
                    <a:pt x="3076342" y="116484"/>
                  </a:lnTo>
                  <a:lnTo>
                    <a:pt x="3164237" y="119812"/>
                  </a:lnTo>
                  <a:lnTo>
                    <a:pt x="3252133" y="123140"/>
                  </a:lnTo>
                  <a:lnTo>
                    <a:pt x="3340028" y="126469"/>
                  </a:lnTo>
                  <a:lnTo>
                    <a:pt x="3427924" y="129797"/>
                  </a:lnTo>
                  <a:lnTo>
                    <a:pt x="3515819" y="133125"/>
                  </a:lnTo>
                  <a:lnTo>
                    <a:pt x="3603715" y="136453"/>
                  </a:lnTo>
                  <a:lnTo>
                    <a:pt x="3691610" y="139781"/>
                  </a:lnTo>
                  <a:lnTo>
                    <a:pt x="3779506" y="143109"/>
                  </a:lnTo>
                  <a:lnTo>
                    <a:pt x="3867401" y="146437"/>
                  </a:lnTo>
                  <a:lnTo>
                    <a:pt x="3955297" y="149766"/>
                  </a:lnTo>
                  <a:lnTo>
                    <a:pt x="4043192" y="153094"/>
                  </a:lnTo>
                  <a:lnTo>
                    <a:pt x="4131088" y="156422"/>
                  </a:lnTo>
                  <a:lnTo>
                    <a:pt x="4218983" y="159750"/>
                  </a:lnTo>
                  <a:lnTo>
                    <a:pt x="4306879" y="163078"/>
                  </a:lnTo>
                  <a:lnTo>
                    <a:pt x="4394774" y="166406"/>
                  </a:lnTo>
                  <a:lnTo>
                    <a:pt x="4482670" y="169734"/>
                  </a:lnTo>
                  <a:lnTo>
                    <a:pt x="4570565" y="173062"/>
                  </a:lnTo>
                  <a:lnTo>
                    <a:pt x="4658461" y="176391"/>
                  </a:lnTo>
                  <a:lnTo>
                    <a:pt x="4746356" y="179719"/>
                  </a:lnTo>
                  <a:lnTo>
                    <a:pt x="4834252" y="183047"/>
                  </a:lnTo>
                  <a:lnTo>
                    <a:pt x="4922147" y="186375"/>
                  </a:lnTo>
                  <a:lnTo>
                    <a:pt x="5010043" y="189703"/>
                  </a:lnTo>
                  <a:lnTo>
                    <a:pt x="5097938" y="193031"/>
                  </a:lnTo>
                  <a:lnTo>
                    <a:pt x="5185834" y="196359"/>
                  </a:lnTo>
                  <a:lnTo>
                    <a:pt x="5273729" y="199688"/>
                  </a:lnTo>
                  <a:lnTo>
                    <a:pt x="5361625" y="203016"/>
                  </a:lnTo>
                  <a:lnTo>
                    <a:pt x="5449520" y="206344"/>
                  </a:lnTo>
                  <a:lnTo>
                    <a:pt x="5537416" y="209672"/>
                  </a:lnTo>
                  <a:lnTo>
                    <a:pt x="5625311" y="213000"/>
                  </a:lnTo>
                  <a:lnTo>
                    <a:pt x="5713207" y="216328"/>
                  </a:lnTo>
                  <a:lnTo>
                    <a:pt x="5801102" y="219656"/>
                  </a:lnTo>
                  <a:lnTo>
                    <a:pt x="5888998" y="222985"/>
                  </a:lnTo>
                  <a:lnTo>
                    <a:pt x="5976893" y="226313"/>
                  </a:lnTo>
                  <a:lnTo>
                    <a:pt x="6064789" y="229641"/>
                  </a:lnTo>
                  <a:lnTo>
                    <a:pt x="6152684" y="232969"/>
                  </a:lnTo>
                  <a:lnTo>
                    <a:pt x="6240580" y="236297"/>
                  </a:lnTo>
                  <a:lnTo>
                    <a:pt x="6328475" y="239625"/>
                  </a:lnTo>
                  <a:lnTo>
                    <a:pt x="6416371" y="242953"/>
                  </a:lnTo>
                  <a:lnTo>
                    <a:pt x="6504266" y="246281"/>
                  </a:lnTo>
                  <a:lnTo>
                    <a:pt x="6592162" y="249610"/>
                  </a:lnTo>
                  <a:lnTo>
                    <a:pt x="6680057" y="252938"/>
                  </a:lnTo>
                  <a:lnTo>
                    <a:pt x="6767953" y="256266"/>
                  </a:lnTo>
                  <a:lnTo>
                    <a:pt x="6855848" y="259594"/>
                  </a:lnTo>
                  <a:lnTo>
                    <a:pt x="6943744" y="262922"/>
                  </a:lnTo>
                </a:path>
              </a:pathLst>
            </a:custGeom>
            <a:ln w="27101" cap="flat">
              <a:solidFill>
                <a:srgbClr val="4682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tx619"/>
            <p:cNvSpPr/>
            <p:nvPr/>
          </p:nvSpPr>
          <p:spPr>
            <a:xfrm>
              <a:off x="692708" y="5567843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-400</a:t>
              </a:r>
            </a:p>
          </p:txBody>
        </p:sp>
        <p:sp>
          <p:nvSpPr>
            <p:cNvPr id="620" name="tx620"/>
            <p:cNvSpPr/>
            <p:nvPr/>
          </p:nvSpPr>
          <p:spPr>
            <a:xfrm>
              <a:off x="692708" y="4632485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-200</a:t>
              </a:r>
            </a:p>
          </p:txBody>
        </p:sp>
        <p:sp>
          <p:nvSpPr>
            <p:cNvPr id="621" name="tx621"/>
            <p:cNvSpPr/>
            <p:nvPr/>
          </p:nvSpPr>
          <p:spPr>
            <a:xfrm>
              <a:off x="854283" y="369712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22" name="tx622"/>
            <p:cNvSpPr/>
            <p:nvPr/>
          </p:nvSpPr>
          <p:spPr>
            <a:xfrm>
              <a:off x="729924" y="276176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623" name="tx623"/>
            <p:cNvSpPr/>
            <p:nvPr/>
          </p:nvSpPr>
          <p:spPr>
            <a:xfrm>
              <a:off x="267320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624" name="tx624"/>
            <p:cNvSpPr/>
            <p:nvPr/>
          </p:nvSpPr>
          <p:spPr>
            <a:xfrm>
              <a:off x="4785761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25" name="tx625"/>
            <p:cNvSpPr/>
            <p:nvPr/>
          </p:nvSpPr>
          <p:spPr>
            <a:xfrm>
              <a:off x="6929411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626" name="tx626"/>
            <p:cNvSpPr/>
            <p:nvPr/>
          </p:nvSpPr>
          <p:spPr>
            <a:xfrm>
              <a:off x="3416401" y="5925448"/>
              <a:ext cx="27634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eGFR (unindexed, mL/min)</a:t>
              </a:r>
            </a:p>
          </p:txBody>
        </p:sp>
        <p:sp>
          <p:nvSpPr>
            <p:cNvPr id="627" name="tx627"/>
            <p:cNvSpPr/>
            <p:nvPr/>
          </p:nvSpPr>
          <p:spPr>
            <a:xfrm rot="-5400000">
              <a:off x="-152930" y="3759743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628" name="tx628"/>
            <p:cNvSpPr/>
            <p:nvPr/>
          </p:nvSpPr>
          <p:spPr>
            <a:xfrm>
              <a:off x="979092" y="1669789"/>
              <a:ext cx="437522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vs CKD-EPI Cr-Cys eGFR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2026-09-28T17:00:37Z</dcterms:modified>
  <cp:category/>
</cp:coreProperties>
</file>