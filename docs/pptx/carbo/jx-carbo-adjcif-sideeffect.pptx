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9691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72990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416289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59589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2874" y="302888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6055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3044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4843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9237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501341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444640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387939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2874" y="331238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2874" y="274537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3858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28252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32646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37040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0344" y="4329063"/>
              <a:ext cx="6949396" cy="1237879"/>
            </a:xfrm>
            <a:custGeom>
              <a:avLst/>
              <a:pathLst>
                <a:path w="6949396" h="1237879">
                  <a:moveTo>
                    <a:pt x="0" y="1237879"/>
                  </a:moveTo>
                  <a:lnTo>
                    <a:pt x="163515" y="1237879"/>
                  </a:lnTo>
                  <a:lnTo>
                    <a:pt x="163515" y="1210774"/>
                  </a:lnTo>
                  <a:lnTo>
                    <a:pt x="245272" y="1210774"/>
                  </a:lnTo>
                  <a:lnTo>
                    <a:pt x="245272" y="1197141"/>
                  </a:lnTo>
                  <a:lnTo>
                    <a:pt x="327030" y="1197141"/>
                  </a:lnTo>
                  <a:lnTo>
                    <a:pt x="327030" y="1183497"/>
                  </a:lnTo>
                  <a:lnTo>
                    <a:pt x="408788" y="1183497"/>
                  </a:lnTo>
                  <a:lnTo>
                    <a:pt x="408788" y="1128819"/>
                  </a:lnTo>
                  <a:lnTo>
                    <a:pt x="490545" y="1128819"/>
                  </a:lnTo>
                  <a:lnTo>
                    <a:pt x="490545" y="1060629"/>
                  </a:lnTo>
                  <a:lnTo>
                    <a:pt x="572303" y="1060629"/>
                  </a:lnTo>
                  <a:lnTo>
                    <a:pt x="572303" y="1046717"/>
                  </a:lnTo>
                  <a:lnTo>
                    <a:pt x="654060" y="1046717"/>
                  </a:lnTo>
                  <a:lnTo>
                    <a:pt x="654060" y="977251"/>
                  </a:lnTo>
                  <a:lnTo>
                    <a:pt x="735818" y="977251"/>
                  </a:lnTo>
                  <a:lnTo>
                    <a:pt x="735818" y="949195"/>
                  </a:lnTo>
                  <a:lnTo>
                    <a:pt x="817576" y="949195"/>
                  </a:lnTo>
                  <a:lnTo>
                    <a:pt x="817576" y="935162"/>
                  </a:lnTo>
                  <a:lnTo>
                    <a:pt x="899333" y="935162"/>
                  </a:lnTo>
                  <a:lnTo>
                    <a:pt x="899333" y="921138"/>
                  </a:lnTo>
                  <a:lnTo>
                    <a:pt x="981091" y="921138"/>
                  </a:lnTo>
                  <a:lnTo>
                    <a:pt x="981091" y="878863"/>
                  </a:lnTo>
                  <a:lnTo>
                    <a:pt x="1062848" y="878863"/>
                  </a:lnTo>
                  <a:lnTo>
                    <a:pt x="1062848" y="850500"/>
                  </a:lnTo>
                  <a:lnTo>
                    <a:pt x="1144606" y="850500"/>
                  </a:lnTo>
                  <a:lnTo>
                    <a:pt x="1144606" y="808060"/>
                  </a:lnTo>
                  <a:lnTo>
                    <a:pt x="1308121" y="808060"/>
                  </a:lnTo>
                  <a:lnTo>
                    <a:pt x="1308121" y="779479"/>
                  </a:lnTo>
                  <a:lnTo>
                    <a:pt x="1389879" y="779479"/>
                  </a:lnTo>
                  <a:lnTo>
                    <a:pt x="1389879" y="765087"/>
                  </a:lnTo>
                  <a:lnTo>
                    <a:pt x="1471636" y="765087"/>
                  </a:lnTo>
                  <a:lnTo>
                    <a:pt x="1471636" y="736299"/>
                  </a:lnTo>
                  <a:lnTo>
                    <a:pt x="1553394" y="736299"/>
                  </a:lnTo>
                  <a:lnTo>
                    <a:pt x="1553394" y="721860"/>
                  </a:lnTo>
                  <a:lnTo>
                    <a:pt x="1635152" y="721860"/>
                  </a:lnTo>
                  <a:lnTo>
                    <a:pt x="1635152" y="707426"/>
                  </a:lnTo>
                  <a:lnTo>
                    <a:pt x="1880425" y="707426"/>
                  </a:lnTo>
                  <a:lnTo>
                    <a:pt x="1880425" y="664195"/>
                  </a:lnTo>
                  <a:lnTo>
                    <a:pt x="1962182" y="664195"/>
                  </a:lnTo>
                  <a:lnTo>
                    <a:pt x="1962182" y="649665"/>
                  </a:lnTo>
                  <a:lnTo>
                    <a:pt x="2125697" y="649665"/>
                  </a:lnTo>
                  <a:lnTo>
                    <a:pt x="2125697" y="620668"/>
                  </a:lnTo>
                  <a:lnTo>
                    <a:pt x="2207455" y="620668"/>
                  </a:lnTo>
                  <a:lnTo>
                    <a:pt x="2207455" y="591553"/>
                  </a:lnTo>
                  <a:lnTo>
                    <a:pt x="2289213" y="591553"/>
                  </a:lnTo>
                  <a:lnTo>
                    <a:pt x="2289213" y="562235"/>
                  </a:lnTo>
                  <a:lnTo>
                    <a:pt x="2370970" y="562235"/>
                  </a:lnTo>
                  <a:lnTo>
                    <a:pt x="2370970" y="547526"/>
                  </a:lnTo>
                  <a:lnTo>
                    <a:pt x="2452728" y="547526"/>
                  </a:lnTo>
                  <a:lnTo>
                    <a:pt x="2452728" y="518182"/>
                  </a:lnTo>
                  <a:lnTo>
                    <a:pt x="2616243" y="518182"/>
                  </a:lnTo>
                  <a:lnTo>
                    <a:pt x="2616243" y="503447"/>
                  </a:lnTo>
                  <a:lnTo>
                    <a:pt x="2698001" y="503447"/>
                  </a:lnTo>
                  <a:lnTo>
                    <a:pt x="2698001" y="473964"/>
                  </a:lnTo>
                  <a:lnTo>
                    <a:pt x="2943273" y="473964"/>
                  </a:lnTo>
                  <a:lnTo>
                    <a:pt x="2943273" y="459234"/>
                  </a:lnTo>
                  <a:lnTo>
                    <a:pt x="3025031" y="459234"/>
                  </a:lnTo>
                  <a:lnTo>
                    <a:pt x="3025031" y="444501"/>
                  </a:lnTo>
                  <a:lnTo>
                    <a:pt x="3188546" y="444501"/>
                  </a:lnTo>
                  <a:lnTo>
                    <a:pt x="3188546" y="429770"/>
                  </a:lnTo>
                  <a:lnTo>
                    <a:pt x="3270304" y="429770"/>
                  </a:lnTo>
                  <a:lnTo>
                    <a:pt x="3270304" y="400343"/>
                  </a:lnTo>
                  <a:lnTo>
                    <a:pt x="3352062" y="400343"/>
                  </a:lnTo>
                  <a:lnTo>
                    <a:pt x="3352062" y="370920"/>
                  </a:lnTo>
                  <a:lnTo>
                    <a:pt x="3433819" y="370920"/>
                  </a:lnTo>
                  <a:lnTo>
                    <a:pt x="3433819" y="356175"/>
                  </a:lnTo>
                  <a:lnTo>
                    <a:pt x="3597334" y="356175"/>
                  </a:lnTo>
                  <a:lnTo>
                    <a:pt x="3597334" y="341447"/>
                  </a:lnTo>
                  <a:lnTo>
                    <a:pt x="3679092" y="341447"/>
                  </a:lnTo>
                  <a:lnTo>
                    <a:pt x="3679092" y="312016"/>
                  </a:lnTo>
                  <a:lnTo>
                    <a:pt x="4006122" y="312016"/>
                  </a:lnTo>
                  <a:lnTo>
                    <a:pt x="4006122" y="297144"/>
                  </a:lnTo>
                  <a:lnTo>
                    <a:pt x="4169638" y="297144"/>
                  </a:lnTo>
                  <a:lnTo>
                    <a:pt x="4169638" y="237898"/>
                  </a:lnTo>
                  <a:lnTo>
                    <a:pt x="4414910" y="237898"/>
                  </a:lnTo>
                  <a:lnTo>
                    <a:pt x="4414910" y="193382"/>
                  </a:lnTo>
                  <a:lnTo>
                    <a:pt x="4578426" y="193382"/>
                  </a:lnTo>
                  <a:lnTo>
                    <a:pt x="4578426" y="178508"/>
                  </a:lnTo>
                  <a:lnTo>
                    <a:pt x="5477759" y="178508"/>
                  </a:lnTo>
                  <a:lnTo>
                    <a:pt x="5477759" y="148775"/>
                  </a:lnTo>
                  <a:lnTo>
                    <a:pt x="5641275" y="148775"/>
                  </a:lnTo>
                  <a:lnTo>
                    <a:pt x="5641275" y="133913"/>
                  </a:lnTo>
                  <a:lnTo>
                    <a:pt x="5723032" y="133913"/>
                  </a:lnTo>
                  <a:lnTo>
                    <a:pt x="5723032" y="119055"/>
                  </a:lnTo>
                  <a:lnTo>
                    <a:pt x="5804790" y="119055"/>
                  </a:lnTo>
                  <a:lnTo>
                    <a:pt x="5804790" y="104218"/>
                  </a:lnTo>
                  <a:lnTo>
                    <a:pt x="5968305" y="104218"/>
                  </a:lnTo>
                  <a:lnTo>
                    <a:pt x="5968305" y="89360"/>
                  </a:lnTo>
                  <a:lnTo>
                    <a:pt x="6050063" y="89360"/>
                  </a:lnTo>
                  <a:lnTo>
                    <a:pt x="6050063" y="74520"/>
                  </a:lnTo>
                  <a:lnTo>
                    <a:pt x="6295335" y="74520"/>
                  </a:lnTo>
                  <a:lnTo>
                    <a:pt x="6295335" y="44877"/>
                  </a:lnTo>
                  <a:lnTo>
                    <a:pt x="6458851" y="44877"/>
                  </a:lnTo>
                  <a:lnTo>
                    <a:pt x="6458851" y="29948"/>
                  </a:lnTo>
                  <a:lnTo>
                    <a:pt x="6622366" y="29948"/>
                  </a:lnTo>
                  <a:lnTo>
                    <a:pt x="6622366" y="14985"/>
                  </a:lnTo>
                  <a:lnTo>
                    <a:pt x="6949396" y="14985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320344" y="2861938"/>
              <a:ext cx="6949396" cy="2685954"/>
            </a:xfrm>
            <a:custGeom>
              <a:avLst/>
              <a:pathLst>
                <a:path w="6949396" h="2685954">
                  <a:moveTo>
                    <a:pt x="0" y="2685954"/>
                  </a:moveTo>
                  <a:lnTo>
                    <a:pt x="163515" y="2685954"/>
                  </a:lnTo>
                  <a:lnTo>
                    <a:pt x="163515" y="2620775"/>
                  </a:lnTo>
                  <a:lnTo>
                    <a:pt x="245272" y="2620775"/>
                  </a:lnTo>
                  <a:lnTo>
                    <a:pt x="245272" y="2588106"/>
                  </a:lnTo>
                  <a:lnTo>
                    <a:pt x="327030" y="2588106"/>
                  </a:lnTo>
                  <a:lnTo>
                    <a:pt x="327030" y="2555489"/>
                  </a:lnTo>
                  <a:lnTo>
                    <a:pt x="408788" y="2555489"/>
                  </a:lnTo>
                  <a:lnTo>
                    <a:pt x="408788" y="2425545"/>
                  </a:lnTo>
                  <a:lnTo>
                    <a:pt x="490545" y="2425545"/>
                  </a:lnTo>
                  <a:lnTo>
                    <a:pt x="490545" y="2265204"/>
                  </a:lnTo>
                  <a:lnTo>
                    <a:pt x="572303" y="2265204"/>
                  </a:lnTo>
                  <a:lnTo>
                    <a:pt x="572303" y="2232724"/>
                  </a:lnTo>
                  <a:lnTo>
                    <a:pt x="654060" y="2232724"/>
                  </a:lnTo>
                  <a:lnTo>
                    <a:pt x="654060" y="2071705"/>
                  </a:lnTo>
                  <a:lnTo>
                    <a:pt x="735818" y="2071705"/>
                  </a:lnTo>
                  <a:lnTo>
                    <a:pt x="735818" y="2007218"/>
                  </a:lnTo>
                  <a:lnTo>
                    <a:pt x="817576" y="2007218"/>
                  </a:lnTo>
                  <a:lnTo>
                    <a:pt x="817576" y="1975081"/>
                  </a:lnTo>
                  <a:lnTo>
                    <a:pt x="899333" y="1975081"/>
                  </a:lnTo>
                  <a:lnTo>
                    <a:pt x="899333" y="1943043"/>
                  </a:lnTo>
                  <a:lnTo>
                    <a:pt x="981091" y="1943043"/>
                  </a:lnTo>
                  <a:lnTo>
                    <a:pt x="981091" y="1846932"/>
                  </a:lnTo>
                  <a:lnTo>
                    <a:pt x="1062848" y="1846932"/>
                  </a:lnTo>
                  <a:lnTo>
                    <a:pt x="1062848" y="1782841"/>
                  </a:lnTo>
                  <a:lnTo>
                    <a:pt x="1144606" y="1782841"/>
                  </a:lnTo>
                  <a:lnTo>
                    <a:pt x="1144606" y="1687529"/>
                  </a:lnTo>
                  <a:lnTo>
                    <a:pt x="1308121" y="1687529"/>
                  </a:lnTo>
                  <a:lnTo>
                    <a:pt x="1308121" y="1623732"/>
                  </a:lnTo>
                  <a:lnTo>
                    <a:pt x="1389879" y="1623732"/>
                  </a:lnTo>
                  <a:lnTo>
                    <a:pt x="1389879" y="1591727"/>
                  </a:lnTo>
                  <a:lnTo>
                    <a:pt x="1471636" y="1591727"/>
                  </a:lnTo>
                  <a:lnTo>
                    <a:pt x="1471636" y="1527948"/>
                  </a:lnTo>
                  <a:lnTo>
                    <a:pt x="1553394" y="1527948"/>
                  </a:lnTo>
                  <a:lnTo>
                    <a:pt x="1553394" y="1496077"/>
                  </a:lnTo>
                  <a:lnTo>
                    <a:pt x="1635152" y="1496077"/>
                  </a:lnTo>
                  <a:lnTo>
                    <a:pt x="1635152" y="1464296"/>
                  </a:lnTo>
                  <a:lnTo>
                    <a:pt x="1880425" y="1464296"/>
                  </a:lnTo>
                  <a:lnTo>
                    <a:pt x="1880425" y="1369585"/>
                  </a:lnTo>
                  <a:lnTo>
                    <a:pt x="1962182" y="1369585"/>
                  </a:lnTo>
                  <a:lnTo>
                    <a:pt x="1962182" y="1337910"/>
                  </a:lnTo>
                  <a:lnTo>
                    <a:pt x="2125697" y="1337910"/>
                  </a:lnTo>
                  <a:lnTo>
                    <a:pt x="2125697" y="1274938"/>
                  </a:lnTo>
                  <a:lnTo>
                    <a:pt x="2207455" y="1274938"/>
                  </a:lnTo>
                  <a:lnTo>
                    <a:pt x="2207455" y="1212024"/>
                  </a:lnTo>
                  <a:lnTo>
                    <a:pt x="2289213" y="1212024"/>
                  </a:lnTo>
                  <a:lnTo>
                    <a:pt x="2289213" y="1148992"/>
                  </a:lnTo>
                  <a:lnTo>
                    <a:pt x="2370970" y="1148992"/>
                  </a:lnTo>
                  <a:lnTo>
                    <a:pt x="2370970" y="1117489"/>
                  </a:lnTo>
                  <a:lnTo>
                    <a:pt x="2452728" y="1117489"/>
                  </a:lnTo>
                  <a:lnTo>
                    <a:pt x="2452728" y="1054878"/>
                  </a:lnTo>
                  <a:lnTo>
                    <a:pt x="2616243" y="1054878"/>
                  </a:lnTo>
                  <a:lnTo>
                    <a:pt x="2616243" y="1023559"/>
                  </a:lnTo>
                  <a:lnTo>
                    <a:pt x="2698001" y="1023559"/>
                  </a:lnTo>
                  <a:lnTo>
                    <a:pt x="2698001" y="961131"/>
                  </a:lnTo>
                  <a:lnTo>
                    <a:pt x="2943273" y="961131"/>
                  </a:lnTo>
                  <a:lnTo>
                    <a:pt x="2943273" y="930060"/>
                  </a:lnTo>
                  <a:lnTo>
                    <a:pt x="3025031" y="930060"/>
                  </a:lnTo>
                  <a:lnTo>
                    <a:pt x="3025031" y="899061"/>
                  </a:lnTo>
                  <a:lnTo>
                    <a:pt x="3188546" y="899061"/>
                  </a:lnTo>
                  <a:lnTo>
                    <a:pt x="3188546" y="868145"/>
                  </a:lnTo>
                  <a:lnTo>
                    <a:pt x="3270304" y="868145"/>
                  </a:lnTo>
                  <a:lnTo>
                    <a:pt x="3270304" y="806625"/>
                  </a:lnTo>
                  <a:lnTo>
                    <a:pt x="3352062" y="806625"/>
                  </a:lnTo>
                  <a:lnTo>
                    <a:pt x="3352062" y="745422"/>
                  </a:lnTo>
                  <a:lnTo>
                    <a:pt x="3433819" y="745422"/>
                  </a:lnTo>
                  <a:lnTo>
                    <a:pt x="3433819" y="714870"/>
                  </a:lnTo>
                  <a:lnTo>
                    <a:pt x="3597334" y="714870"/>
                  </a:lnTo>
                  <a:lnTo>
                    <a:pt x="3597334" y="684428"/>
                  </a:lnTo>
                  <a:lnTo>
                    <a:pt x="3679092" y="684428"/>
                  </a:lnTo>
                  <a:lnTo>
                    <a:pt x="3679092" y="623831"/>
                  </a:lnTo>
                  <a:lnTo>
                    <a:pt x="4006122" y="623831"/>
                  </a:lnTo>
                  <a:lnTo>
                    <a:pt x="4006122" y="593327"/>
                  </a:lnTo>
                  <a:lnTo>
                    <a:pt x="4169638" y="593327"/>
                  </a:lnTo>
                  <a:lnTo>
                    <a:pt x="4169638" y="472582"/>
                  </a:lnTo>
                  <a:lnTo>
                    <a:pt x="4414910" y="472582"/>
                  </a:lnTo>
                  <a:lnTo>
                    <a:pt x="4414910" y="382666"/>
                  </a:lnTo>
                  <a:lnTo>
                    <a:pt x="4578426" y="382666"/>
                  </a:lnTo>
                  <a:lnTo>
                    <a:pt x="4578426" y="352778"/>
                  </a:lnTo>
                  <a:lnTo>
                    <a:pt x="5477759" y="352778"/>
                  </a:lnTo>
                  <a:lnTo>
                    <a:pt x="5477759" y="293260"/>
                  </a:lnTo>
                  <a:lnTo>
                    <a:pt x="5641275" y="293260"/>
                  </a:lnTo>
                  <a:lnTo>
                    <a:pt x="5641275" y="263624"/>
                  </a:lnTo>
                  <a:lnTo>
                    <a:pt x="5723032" y="263624"/>
                  </a:lnTo>
                  <a:lnTo>
                    <a:pt x="5723032" y="234071"/>
                  </a:lnTo>
                  <a:lnTo>
                    <a:pt x="5804790" y="234071"/>
                  </a:lnTo>
                  <a:lnTo>
                    <a:pt x="5804790" y="204639"/>
                  </a:lnTo>
                  <a:lnTo>
                    <a:pt x="5968305" y="204639"/>
                  </a:lnTo>
                  <a:lnTo>
                    <a:pt x="5968305" y="175237"/>
                  </a:lnTo>
                  <a:lnTo>
                    <a:pt x="6050063" y="175237"/>
                  </a:lnTo>
                  <a:lnTo>
                    <a:pt x="6050063" y="145948"/>
                  </a:lnTo>
                  <a:lnTo>
                    <a:pt x="6295335" y="145948"/>
                  </a:lnTo>
                  <a:lnTo>
                    <a:pt x="6295335" y="87667"/>
                  </a:lnTo>
                  <a:lnTo>
                    <a:pt x="6458851" y="87667"/>
                  </a:lnTo>
                  <a:lnTo>
                    <a:pt x="6458851" y="58427"/>
                  </a:lnTo>
                  <a:lnTo>
                    <a:pt x="6622366" y="58427"/>
                  </a:lnTo>
                  <a:lnTo>
                    <a:pt x="6622366" y="29197"/>
                  </a:lnTo>
                  <a:lnTo>
                    <a:pt x="6949396" y="29197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97336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40635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3934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27233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70532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207497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203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2642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30822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972874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2.42 (95% CI 1.38-4.22), p = 0.002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972874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2026-09-28T16:51:20Z</dcterms:modified>
  <cp:category/>
</cp:coreProperties>
</file>