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23519"/>
            </a:xfrm>
            <a:custGeom>
              <a:avLst/>
              <a:pathLst>
                <a:path w="7403783" h="3523519">
                  <a:moveTo>
                    <a:pt x="399714" y="0"/>
                  </a:moveTo>
                  <a:lnTo>
                    <a:pt x="430221" y="53367"/>
                  </a:lnTo>
                  <a:lnTo>
                    <a:pt x="506853" y="182608"/>
                  </a:lnTo>
                  <a:lnTo>
                    <a:pt x="583486" y="307210"/>
                  </a:lnTo>
                  <a:lnTo>
                    <a:pt x="660118" y="427336"/>
                  </a:lnTo>
                  <a:lnTo>
                    <a:pt x="736751" y="543150"/>
                  </a:lnTo>
                  <a:lnTo>
                    <a:pt x="813384" y="654805"/>
                  </a:lnTo>
                  <a:lnTo>
                    <a:pt x="890016" y="762450"/>
                  </a:lnTo>
                  <a:lnTo>
                    <a:pt x="966649" y="866231"/>
                  </a:lnTo>
                  <a:lnTo>
                    <a:pt x="1043281" y="966284"/>
                  </a:lnTo>
                  <a:lnTo>
                    <a:pt x="1119914" y="1062745"/>
                  </a:lnTo>
                  <a:lnTo>
                    <a:pt x="1196546" y="1155743"/>
                  </a:lnTo>
                  <a:lnTo>
                    <a:pt x="1273179" y="1245401"/>
                  </a:lnTo>
                  <a:lnTo>
                    <a:pt x="1349811" y="1331839"/>
                  </a:lnTo>
                  <a:lnTo>
                    <a:pt x="1426444" y="1415174"/>
                  </a:lnTo>
                  <a:lnTo>
                    <a:pt x="1503076" y="1495517"/>
                  </a:lnTo>
                  <a:lnTo>
                    <a:pt x="1579709" y="1572974"/>
                  </a:lnTo>
                  <a:lnTo>
                    <a:pt x="1656342" y="1647650"/>
                  </a:lnTo>
                  <a:lnTo>
                    <a:pt x="1732974" y="1719645"/>
                  </a:lnTo>
                  <a:lnTo>
                    <a:pt x="1809607" y="1789055"/>
                  </a:lnTo>
                  <a:lnTo>
                    <a:pt x="1886239" y="1855972"/>
                  </a:lnTo>
                  <a:lnTo>
                    <a:pt x="1962872" y="1920486"/>
                  </a:lnTo>
                  <a:lnTo>
                    <a:pt x="2039504" y="1982684"/>
                  </a:lnTo>
                  <a:lnTo>
                    <a:pt x="2116137" y="2042648"/>
                  </a:lnTo>
                  <a:lnTo>
                    <a:pt x="2192769" y="2100460"/>
                  </a:lnTo>
                  <a:lnTo>
                    <a:pt x="2269402" y="2156195"/>
                  </a:lnTo>
                  <a:lnTo>
                    <a:pt x="2346034" y="2209929"/>
                  </a:lnTo>
                  <a:lnTo>
                    <a:pt x="2422667" y="2261734"/>
                  </a:lnTo>
                  <a:lnTo>
                    <a:pt x="2499300" y="2311678"/>
                  </a:lnTo>
                  <a:lnTo>
                    <a:pt x="2575932" y="2359829"/>
                  </a:lnTo>
                  <a:lnTo>
                    <a:pt x="2652565" y="2406251"/>
                  </a:lnTo>
                  <a:lnTo>
                    <a:pt x="2729197" y="2451006"/>
                  </a:lnTo>
                  <a:lnTo>
                    <a:pt x="2805830" y="2494154"/>
                  </a:lnTo>
                  <a:lnTo>
                    <a:pt x="2882462" y="2535753"/>
                  </a:lnTo>
                  <a:lnTo>
                    <a:pt x="2959095" y="2575858"/>
                  </a:lnTo>
                  <a:lnTo>
                    <a:pt x="3035727" y="2614523"/>
                  </a:lnTo>
                  <a:lnTo>
                    <a:pt x="3112360" y="2651799"/>
                  </a:lnTo>
                  <a:lnTo>
                    <a:pt x="3188993" y="2687737"/>
                  </a:lnTo>
                  <a:lnTo>
                    <a:pt x="3265625" y="2722385"/>
                  </a:lnTo>
                  <a:lnTo>
                    <a:pt x="3342258" y="2755789"/>
                  </a:lnTo>
                  <a:lnTo>
                    <a:pt x="3418890" y="2783460"/>
                  </a:lnTo>
                  <a:lnTo>
                    <a:pt x="3495523" y="2786570"/>
                  </a:lnTo>
                  <a:lnTo>
                    <a:pt x="3572155" y="2789669"/>
                  </a:lnTo>
                  <a:lnTo>
                    <a:pt x="3648788" y="2792757"/>
                  </a:lnTo>
                  <a:lnTo>
                    <a:pt x="3725420" y="2795834"/>
                  </a:lnTo>
                  <a:lnTo>
                    <a:pt x="3802053" y="2798899"/>
                  </a:lnTo>
                  <a:lnTo>
                    <a:pt x="3878685" y="2801954"/>
                  </a:lnTo>
                  <a:lnTo>
                    <a:pt x="3955318" y="2804998"/>
                  </a:lnTo>
                  <a:lnTo>
                    <a:pt x="4031951" y="2808031"/>
                  </a:lnTo>
                  <a:lnTo>
                    <a:pt x="4108583" y="2811053"/>
                  </a:lnTo>
                  <a:lnTo>
                    <a:pt x="4185216" y="2814065"/>
                  </a:lnTo>
                  <a:lnTo>
                    <a:pt x="4261848" y="2817065"/>
                  </a:lnTo>
                  <a:lnTo>
                    <a:pt x="4338481" y="2820055"/>
                  </a:lnTo>
                  <a:lnTo>
                    <a:pt x="4415113" y="2823034"/>
                  </a:lnTo>
                  <a:lnTo>
                    <a:pt x="4491746" y="2826002"/>
                  </a:lnTo>
                  <a:lnTo>
                    <a:pt x="4568378" y="2828960"/>
                  </a:lnTo>
                  <a:lnTo>
                    <a:pt x="4645011" y="2831907"/>
                  </a:lnTo>
                  <a:lnTo>
                    <a:pt x="4721644" y="2834844"/>
                  </a:lnTo>
                  <a:lnTo>
                    <a:pt x="4798276" y="2837770"/>
                  </a:lnTo>
                  <a:lnTo>
                    <a:pt x="4874909" y="2840686"/>
                  </a:lnTo>
                  <a:lnTo>
                    <a:pt x="4951541" y="2843591"/>
                  </a:lnTo>
                  <a:lnTo>
                    <a:pt x="5028174" y="2846486"/>
                  </a:lnTo>
                  <a:lnTo>
                    <a:pt x="5104806" y="2849371"/>
                  </a:lnTo>
                  <a:lnTo>
                    <a:pt x="5181439" y="2852245"/>
                  </a:lnTo>
                  <a:lnTo>
                    <a:pt x="5258071" y="2855109"/>
                  </a:lnTo>
                  <a:lnTo>
                    <a:pt x="5334704" y="2857962"/>
                  </a:lnTo>
                  <a:lnTo>
                    <a:pt x="5411336" y="2860806"/>
                  </a:lnTo>
                  <a:lnTo>
                    <a:pt x="5487969" y="2863639"/>
                  </a:lnTo>
                  <a:lnTo>
                    <a:pt x="5564602" y="2866462"/>
                  </a:lnTo>
                  <a:lnTo>
                    <a:pt x="5641234" y="2869275"/>
                  </a:lnTo>
                  <a:lnTo>
                    <a:pt x="5717867" y="2872078"/>
                  </a:lnTo>
                  <a:lnTo>
                    <a:pt x="5794499" y="2874871"/>
                  </a:lnTo>
                  <a:lnTo>
                    <a:pt x="5871132" y="2877654"/>
                  </a:lnTo>
                  <a:lnTo>
                    <a:pt x="5947764" y="2880427"/>
                  </a:lnTo>
                  <a:lnTo>
                    <a:pt x="6024397" y="2883190"/>
                  </a:lnTo>
                  <a:lnTo>
                    <a:pt x="6101029" y="2885944"/>
                  </a:lnTo>
                  <a:lnTo>
                    <a:pt x="6177662" y="2888687"/>
                  </a:lnTo>
                  <a:lnTo>
                    <a:pt x="6254294" y="2891420"/>
                  </a:lnTo>
                  <a:lnTo>
                    <a:pt x="6330927" y="2894144"/>
                  </a:lnTo>
                  <a:lnTo>
                    <a:pt x="6407560" y="2896858"/>
                  </a:lnTo>
                  <a:lnTo>
                    <a:pt x="6484192" y="2899562"/>
                  </a:lnTo>
                  <a:lnTo>
                    <a:pt x="6560825" y="2902257"/>
                  </a:lnTo>
                  <a:lnTo>
                    <a:pt x="6637457" y="2904942"/>
                  </a:lnTo>
                  <a:lnTo>
                    <a:pt x="6714090" y="2907617"/>
                  </a:lnTo>
                  <a:lnTo>
                    <a:pt x="6790722" y="2910283"/>
                  </a:lnTo>
                  <a:lnTo>
                    <a:pt x="6867355" y="2912939"/>
                  </a:lnTo>
                  <a:lnTo>
                    <a:pt x="6943987" y="2915586"/>
                  </a:lnTo>
                  <a:lnTo>
                    <a:pt x="7020620" y="2918223"/>
                  </a:lnTo>
                  <a:lnTo>
                    <a:pt x="7097253" y="2920851"/>
                  </a:lnTo>
                  <a:lnTo>
                    <a:pt x="7173885" y="2923470"/>
                  </a:lnTo>
                  <a:lnTo>
                    <a:pt x="7250518" y="2926079"/>
                  </a:lnTo>
                  <a:lnTo>
                    <a:pt x="7327150" y="2928678"/>
                  </a:lnTo>
                  <a:lnTo>
                    <a:pt x="7403783" y="2931269"/>
                  </a:lnTo>
                  <a:lnTo>
                    <a:pt x="7403783" y="3523519"/>
                  </a:lnTo>
                  <a:lnTo>
                    <a:pt x="7327150" y="3518710"/>
                  </a:lnTo>
                  <a:lnTo>
                    <a:pt x="7250518" y="3513721"/>
                  </a:lnTo>
                  <a:lnTo>
                    <a:pt x="7173885" y="3508547"/>
                  </a:lnTo>
                  <a:lnTo>
                    <a:pt x="7097253" y="3503180"/>
                  </a:lnTo>
                  <a:lnTo>
                    <a:pt x="7020620" y="3497614"/>
                  </a:lnTo>
                  <a:lnTo>
                    <a:pt x="6943987" y="3491839"/>
                  </a:lnTo>
                  <a:lnTo>
                    <a:pt x="6867355" y="3485850"/>
                  </a:lnTo>
                  <a:lnTo>
                    <a:pt x="6790722" y="3479638"/>
                  </a:lnTo>
                  <a:lnTo>
                    <a:pt x="6714090" y="3473194"/>
                  </a:lnTo>
                  <a:lnTo>
                    <a:pt x="6637457" y="3466511"/>
                  </a:lnTo>
                  <a:lnTo>
                    <a:pt x="6560825" y="3459578"/>
                  </a:lnTo>
                  <a:lnTo>
                    <a:pt x="6484192" y="3452388"/>
                  </a:lnTo>
                  <a:lnTo>
                    <a:pt x="6407560" y="3444929"/>
                  </a:lnTo>
                  <a:lnTo>
                    <a:pt x="6330927" y="3437193"/>
                  </a:lnTo>
                  <a:lnTo>
                    <a:pt x="6254294" y="3429168"/>
                  </a:lnTo>
                  <a:lnTo>
                    <a:pt x="6177662" y="3420845"/>
                  </a:lnTo>
                  <a:lnTo>
                    <a:pt x="6101029" y="3412212"/>
                  </a:lnTo>
                  <a:lnTo>
                    <a:pt x="6024397" y="3403257"/>
                  </a:lnTo>
                  <a:lnTo>
                    <a:pt x="5947764" y="3393968"/>
                  </a:lnTo>
                  <a:lnTo>
                    <a:pt x="5871132" y="3384334"/>
                  </a:lnTo>
                  <a:lnTo>
                    <a:pt x="5794499" y="3374341"/>
                  </a:lnTo>
                  <a:lnTo>
                    <a:pt x="5717867" y="3363975"/>
                  </a:lnTo>
                  <a:lnTo>
                    <a:pt x="5641234" y="3353224"/>
                  </a:lnTo>
                  <a:lnTo>
                    <a:pt x="5564602" y="3342072"/>
                  </a:lnTo>
                  <a:lnTo>
                    <a:pt x="5487969" y="3330505"/>
                  </a:lnTo>
                  <a:lnTo>
                    <a:pt x="5411336" y="3318506"/>
                  </a:lnTo>
                  <a:lnTo>
                    <a:pt x="5334704" y="3306061"/>
                  </a:lnTo>
                  <a:lnTo>
                    <a:pt x="5258071" y="3293153"/>
                  </a:lnTo>
                  <a:lnTo>
                    <a:pt x="5181439" y="3279764"/>
                  </a:lnTo>
                  <a:lnTo>
                    <a:pt x="5104806" y="3265876"/>
                  </a:lnTo>
                  <a:lnTo>
                    <a:pt x="5028174" y="3251471"/>
                  </a:lnTo>
                  <a:lnTo>
                    <a:pt x="4951541" y="3236529"/>
                  </a:lnTo>
                  <a:lnTo>
                    <a:pt x="4874909" y="3221031"/>
                  </a:lnTo>
                  <a:lnTo>
                    <a:pt x="4798276" y="3204955"/>
                  </a:lnTo>
                  <a:lnTo>
                    <a:pt x="4721644" y="3188281"/>
                  </a:lnTo>
                  <a:lnTo>
                    <a:pt x="4645011" y="3170986"/>
                  </a:lnTo>
                  <a:lnTo>
                    <a:pt x="4568378" y="3153046"/>
                  </a:lnTo>
                  <a:lnTo>
                    <a:pt x="4491746" y="3134439"/>
                  </a:lnTo>
                  <a:lnTo>
                    <a:pt x="4415113" y="3115138"/>
                  </a:lnTo>
                  <a:lnTo>
                    <a:pt x="4338481" y="3095119"/>
                  </a:lnTo>
                  <a:lnTo>
                    <a:pt x="4261848" y="3074354"/>
                  </a:lnTo>
                  <a:lnTo>
                    <a:pt x="4185216" y="3052815"/>
                  </a:lnTo>
                  <a:lnTo>
                    <a:pt x="4108583" y="3030475"/>
                  </a:lnTo>
                  <a:lnTo>
                    <a:pt x="4031951" y="3007302"/>
                  </a:lnTo>
                  <a:lnTo>
                    <a:pt x="3955318" y="2983266"/>
                  </a:lnTo>
                  <a:lnTo>
                    <a:pt x="3878685" y="2958335"/>
                  </a:lnTo>
                  <a:lnTo>
                    <a:pt x="3802053" y="2932475"/>
                  </a:lnTo>
                  <a:lnTo>
                    <a:pt x="3725420" y="2905653"/>
                  </a:lnTo>
                  <a:lnTo>
                    <a:pt x="3648788" y="2877831"/>
                  </a:lnTo>
                  <a:lnTo>
                    <a:pt x="3572155" y="2848973"/>
                  </a:lnTo>
                  <a:lnTo>
                    <a:pt x="3495523" y="2819040"/>
                  </a:lnTo>
                  <a:lnTo>
                    <a:pt x="3418890" y="2787993"/>
                  </a:lnTo>
                  <a:lnTo>
                    <a:pt x="3342258" y="2780339"/>
                  </a:lnTo>
                  <a:lnTo>
                    <a:pt x="3265625" y="2777207"/>
                  </a:lnTo>
                  <a:lnTo>
                    <a:pt x="3188993" y="2774063"/>
                  </a:lnTo>
                  <a:lnTo>
                    <a:pt x="3112360" y="2770908"/>
                  </a:lnTo>
                  <a:lnTo>
                    <a:pt x="3035727" y="2767742"/>
                  </a:lnTo>
                  <a:lnTo>
                    <a:pt x="2959095" y="2764564"/>
                  </a:lnTo>
                  <a:lnTo>
                    <a:pt x="2882462" y="2761375"/>
                  </a:lnTo>
                  <a:lnTo>
                    <a:pt x="2805830" y="2758174"/>
                  </a:lnTo>
                  <a:lnTo>
                    <a:pt x="2729197" y="2754962"/>
                  </a:lnTo>
                  <a:lnTo>
                    <a:pt x="2652565" y="2751739"/>
                  </a:lnTo>
                  <a:lnTo>
                    <a:pt x="2575932" y="2748504"/>
                  </a:lnTo>
                  <a:lnTo>
                    <a:pt x="2499300" y="2745257"/>
                  </a:lnTo>
                  <a:lnTo>
                    <a:pt x="2422667" y="2741999"/>
                  </a:lnTo>
                  <a:lnTo>
                    <a:pt x="2346034" y="2738729"/>
                  </a:lnTo>
                  <a:lnTo>
                    <a:pt x="2269402" y="2735447"/>
                  </a:lnTo>
                  <a:lnTo>
                    <a:pt x="2192769" y="2732153"/>
                  </a:lnTo>
                  <a:lnTo>
                    <a:pt x="2116137" y="2728848"/>
                  </a:lnTo>
                  <a:lnTo>
                    <a:pt x="2039504" y="2725530"/>
                  </a:lnTo>
                  <a:lnTo>
                    <a:pt x="1962872" y="2722201"/>
                  </a:lnTo>
                  <a:lnTo>
                    <a:pt x="1886239" y="2718860"/>
                  </a:lnTo>
                  <a:lnTo>
                    <a:pt x="1809607" y="2715507"/>
                  </a:lnTo>
                  <a:lnTo>
                    <a:pt x="1732974" y="2712142"/>
                  </a:lnTo>
                  <a:lnTo>
                    <a:pt x="1656342" y="2708764"/>
                  </a:lnTo>
                  <a:lnTo>
                    <a:pt x="1579709" y="2705375"/>
                  </a:lnTo>
                  <a:lnTo>
                    <a:pt x="1503076" y="2701973"/>
                  </a:lnTo>
                  <a:lnTo>
                    <a:pt x="1426444" y="2698559"/>
                  </a:lnTo>
                  <a:lnTo>
                    <a:pt x="1349811" y="2695133"/>
                  </a:lnTo>
                  <a:lnTo>
                    <a:pt x="1273179" y="2691695"/>
                  </a:lnTo>
                  <a:lnTo>
                    <a:pt x="1196546" y="2688244"/>
                  </a:lnTo>
                  <a:lnTo>
                    <a:pt x="1119914" y="2684781"/>
                  </a:lnTo>
                  <a:lnTo>
                    <a:pt x="1043281" y="2681306"/>
                  </a:lnTo>
                  <a:lnTo>
                    <a:pt x="966649" y="2677818"/>
                  </a:lnTo>
                  <a:lnTo>
                    <a:pt x="890016" y="2674317"/>
                  </a:lnTo>
                  <a:lnTo>
                    <a:pt x="813384" y="2670804"/>
                  </a:lnTo>
                  <a:lnTo>
                    <a:pt x="736751" y="2667278"/>
                  </a:lnTo>
                  <a:lnTo>
                    <a:pt x="660118" y="2663740"/>
                  </a:lnTo>
                  <a:lnTo>
                    <a:pt x="583486" y="2660189"/>
                  </a:lnTo>
                  <a:lnTo>
                    <a:pt x="506853" y="2656625"/>
                  </a:lnTo>
                  <a:lnTo>
                    <a:pt x="430221" y="2653048"/>
                  </a:lnTo>
                  <a:lnTo>
                    <a:pt x="353588" y="2649459"/>
                  </a:lnTo>
                  <a:lnTo>
                    <a:pt x="276956" y="2645856"/>
                  </a:lnTo>
                  <a:lnTo>
                    <a:pt x="200323" y="2642241"/>
                  </a:lnTo>
                  <a:lnTo>
                    <a:pt x="123691" y="2638612"/>
                  </a:lnTo>
                  <a:lnTo>
                    <a:pt x="47058" y="2634971"/>
                  </a:lnTo>
                  <a:lnTo>
                    <a:pt x="0" y="26327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1896563"/>
              <a:ext cx="7004069" cy="2931269"/>
            </a:xfrm>
            <a:custGeom>
              <a:avLst/>
              <a:pathLst>
                <a:path w="7004069" h="2931269">
                  <a:moveTo>
                    <a:pt x="0" y="0"/>
                  </a:moveTo>
                  <a:lnTo>
                    <a:pt x="30507" y="53367"/>
                  </a:lnTo>
                  <a:lnTo>
                    <a:pt x="107139" y="182608"/>
                  </a:lnTo>
                  <a:lnTo>
                    <a:pt x="183772" y="307210"/>
                  </a:lnTo>
                  <a:lnTo>
                    <a:pt x="260404" y="427336"/>
                  </a:lnTo>
                  <a:lnTo>
                    <a:pt x="337037" y="543150"/>
                  </a:lnTo>
                  <a:lnTo>
                    <a:pt x="413669" y="654805"/>
                  </a:lnTo>
                  <a:lnTo>
                    <a:pt x="490302" y="762450"/>
                  </a:lnTo>
                  <a:lnTo>
                    <a:pt x="566935" y="866231"/>
                  </a:lnTo>
                  <a:lnTo>
                    <a:pt x="643567" y="966284"/>
                  </a:lnTo>
                  <a:lnTo>
                    <a:pt x="720200" y="1062745"/>
                  </a:lnTo>
                  <a:lnTo>
                    <a:pt x="796832" y="1155743"/>
                  </a:lnTo>
                  <a:lnTo>
                    <a:pt x="873465" y="1245401"/>
                  </a:lnTo>
                  <a:lnTo>
                    <a:pt x="950097" y="1331839"/>
                  </a:lnTo>
                  <a:lnTo>
                    <a:pt x="1026730" y="1415174"/>
                  </a:lnTo>
                  <a:lnTo>
                    <a:pt x="1103362" y="1495517"/>
                  </a:lnTo>
                  <a:lnTo>
                    <a:pt x="1179995" y="1572974"/>
                  </a:lnTo>
                  <a:lnTo>
                    <a:pt x="1256627" y="1647650"/>
                  </a:lnTo>
                  <a:lnTo>
                    <a:pt x="1333260" y="1719645"/>
                  </a:lnTo>
                  <a:lnTo>
                    <a:pt x="1409893" y="1789055"/>
                  </a:lnTo>
                  <a:lnTo>
                    <a:pt x="1486525" y="1855972"/>
                  </a:lnTo>
                  <a:lnTo>
                    <a:pt x="1563158" y="1920486"/>
                  </a:lnTo>
                  <a:lnTo>
                    <a:pt x="1639790" y="1982684"/>
                  </a:lnTo>
                  <a:lnTo>
                    <a:pt x="1716423" y="2042648"/>
                  </a:lnTo>
                  <a:lnTo>
                    <a:pt x="1793055" y="2100460"/>
                  </a:lnTo>
                  <a:lnTo>
                    <a:pt x="1869688" y="2156195"/>
                  </a:lnTo>
                  <a:lnTo>
                    <a:pt x="1946320" y="2209929"/>
                  </a:lnTo>
                  <a:lnTo>
                    <a:pt x="2022953" y="2261734"/>
                  </a:lnTo>
                  <a:lnTo>
                    <a:pt x="2099586" y="2311678"/>
                  </a:lnTo>
                  <a:lnTo>
                    <a:pt x="2176218" y="2359829"/>
                  </a:lnTo>
                  <a:lnTo>
                    <a:pt x="2252851" y="2406251"/>
                  </a:lnTo>
                  <a:lnTo>
                    <a:pt x="2329483" y="2451006"/>
                  </a:lnTo>
                  <a:lnTo>
                    <a:pt x="2406116" y="2494154"/>
                  </a:lnTo>
                  <a:lnTo>
                    <a:pt x="2482748" y="2535753"/>
                  </a:lnTo>
                  <a:lnTo>
                    <a:pt x="2559381" y="2575858"/>
                  </a:lnTo>
                  <a:lnTo>
                    <a:pt x="2636013" y="2614523"/>
                  </a:lnTo>
                  <a:lnTo>
                    <a:pt x="2712646" y="2651799"/>
                  </a:lnTo>
                  <a:lnTo>
                    <a:pt x="2789278" y="2687737"/>
                  </a:lnTo>
                  <a:lnTo>
                    <a:pt x="2865911" y="2722385"/>
                  </a:lnTo>
                  <a:lnTo>
                    <a:pt x="2942544" y="2755789"/>
                  </a:lnTo>
                  <a:lnTo>
                    <a:pt x="3019176" y="2783460"/>
                  </a:lnTo>
                  <a:lnTo>
                    <a:pt x="3095809" y="2786570"/>
                  </a:lnTo>
                  <a:lnTo>
                    <a:pt x="3172441" y="2789669"/>
                  </a:lnTo>
                  <a:lnTo>
                    <a:pt x="3249074" y="2792757"/>
                  </a:lnTo>
                  <a:lnTo>
                    <a:pt x="3325706" y="2795834"/>
                  </a:lnTo>
                  <a:lnTo>
                    <a:pt x="3402339" y="2798899"/>
                  </a:lnTo>
                  <a:lnTo>
                    <a:pt x="3478971" y="2801954"/>
                  </a:lnTo>
                  <a:lnTo>
                    <a:pt x="3555604" y="2804998"/>
                  </a:lnTo>
                  <a:lnTo>
                    <a:pt x="3632237" y="2808031"/>
                  </a:lnTo>
                  <a:lnTo>
                    <a:pt x="3708869" y="2811053"/>
                  </a:lnTo>
                  <a:lnTo>
                    <a:pt x="3785502" y="2814065"/>
                  </a:lnTo>
                  <a:lnTo>
                    <a:pt x="3862134" y="2817065"/>
                  </a:lnTo>
                  <a:lnTo>
                    <a:pt x="3938767" y="2820055"/>
                  </a:lnTo>
                  <a:lnTo>
                    <a:pt x="4015399" y="2823034"/>
                  </a:lnTo>
                  <a:lnTo>
                    <a:pt x="4092032" y="2826002"/>
                  </a:lnTo>
                  <a:lnTo>
                    <a:pt x="4168664" y="2828960"/>
                  </a:lnTo>
                  <a:lnTo>
                    <a:pt x="4245297" y="2831907"/>
                  </a:lnTo>
                  <a:lnTo>
                    <a:pt x="4321929" y="2834844"/>
                  </a:lnTo>
                  <a:lnTo>
                    <a:pt x="4398562" y="2837770"/>
                  </a:lnTo>
                  <a:lnTo>
                    <a:pt x="4475195" y="2840686"/>
                  </a:lnTo>
                  <a:lnTo>
                    <a:pt x="4551827" y="2843591"/>
                  </a:lnTo>
                  <a:lnTo>
                    <a:pt x="4628460" y="2846486"/>
                  </a:lnTo>
                  <a:lnTo>
                    <a:pt x="4705092" y="2849371"/>
                  </a:lnTo>
                  <a:lnTo>
                    <a:pt x="4781725" y="2852245"/>
                  </a:lnTo>
                  <a:lnTo>
                    <a:pt x="4858357" y="2855109"/>
                  </a:lnTo>
                  <a:lnTo>
                    <a:pt x="4934990" y="2857962"/>
                  </a:lnTo>
                  <a:lnTo>
                    <a:pt x="5011622" y="2860806"/>
                  </a:lnTo>
                  <a:lnTo>
                    <a:pt x="5088255" y="2863639"/>
                  </a:lnTo>
                  <a:lnTo>
                    <a:pt x="5164887" y="2866462"/>
                  </a:lnTo>
                  <a:lnTo>
                    <a:pt x="5241520" y="2869275"/>
                  </a:lnTo>
                  <a:lnTo>
                    <a:pt x="5318153" y="2872078"/>
                  </a:lnTo>
                  <a:lnTo>
                    <a:pt x="5394785" y="2874871"/>
                  </a:lnTo>
                  <a:lnTo>
                    <a:pt x="5471418" y="2877654"/>
                  </a:lnTo>
                  <a:lnTo>
                    <a:pt x="5548050" y="2880427"/>
                  </a:lnTo>
                  <a:lnTo>
                    <a:pt x="5624683" y="2883190"/>
                  </a:lnTo>
                  <a:lnTo>
                    <a:pt x="5701315" y="2885944"/>
                  </a:lnTo>
                  <a:lnTo>
                    <a:pt x="5777948" y="2888687"/>
                  </a:lnTo>
                  <a:lnTo>
                    <a:pt x="5854580" y="2891420"/>
                  </a:lnTo>
                  <a:lnTo>
                    <a:pt x="5931213" y="2894144"/>
                  </a:lnTo>
                  <a:lnTo>
                    <a:pt x="6007846" y="2896858"/>
                  </a:lnTo>
                  <a:lnTo>
                    <a:pt x="6084478" y="2899562"/>
                  </a:lnTo>
                  <a:lnTo>
                    <a:pt x="6161111" y="2902257"/>
                  </a:lnTo>
                  <a:lnTo>
                    <a:pt x="6237743" y="2904942"/>
                  </a:lnTo>
                  <a:lnTo>
                    <a:pt x="6314376" y="2907617"/>
                  </a:lnTo>
                  <a:lnTo>
                    <a:pt x="6391008" y="2910283"/>
                  </a:lnTo>
                  <a:lnTo>
                    <a:pt x="6467641" y="2912939"/>
                  </a:lnTo>
                  <a:lnTo>
                    <a:pt x="6544273" y="2915586"/>
                  </a:lnTo>
                  <a:lnTo>
                    <a:pt x="6620906" y="2918223"/>
                  </a:lnTo>
                  <a:lnTo>
                    <a:pt x="6697538" y="2920851"/>
                  </a:lnTo>
                  <a:lnTo>
                    <a:pt x="6774171" y="2923470"/>
                  </a:lnTo>
                  <a:lnTo>
                    <a:pt x="6850804" y="2926079"/>
                  </a:lnTo>
                  <a:lnTo>
                    <a:pt x="6927436" y="2928678"/>
                  </a:lnTo>
                  <a:lnTo>
                    <a:pt x="7004069" y="293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9290"/>
              <a:ext cx="7403783" cy="890791"/>
            </a:xfrm>
            <a:custGeom>
              <a:avLst/>
              <a:pathLst>
                <a:path w="7403783" h="890791">
                  <a:moveTo>
                    <a:pt x="7403783" y="890791"/>
                  </a:moveTo>
                  <a:lnTo>
                    <a:pt x="7327150" y="885982"/>
                  </a:lnTo>
                  <a:lnTo>
                    <a:pt x="7250518" y="880994"/>
                  </a:lnTo>
                  <a:lnTo>
                    <a:pt x="7173885" y="875820"/>
                  </a:lnTo>
                  <a:lnTo>
                    <a:pt x="7097253" y="870453"/>
                  </a:lnTo>
                  <a:lnTo>
                    <a:pt x="7020620" y="864886"/>
                  </a:lnTo>
                  <a:lnTo>
                    <a:pt x="6943987" y="859112"/>
                  </a:lnTo>
                  <a:lnTo>
                    <a:pt x="6867355" y="853123"/>
                  </a:lnTo>
                  <a:lnTo>
                    <a:pt x="6790722" y="846911"/>
                  </a:lnTo>
                  <a:lnTo>
                    <a:pt x="6714090" y="840467"/>
                  </a:lnTo>
                  <a:lnTo>
                    <a:pt x="6637457" y="833783"/>
                  </a:lnTo>
                  <a:lnTo>
                    <a:pt x="6560825" y="826851"/>
                  </a:lnTo>
                  <a:lnTo>
                    <a:pt x="6484192" y="819660"/>
                  </a:lnTo>
                  <a:lnTo>
                    <a:pt x="6407560" y="812202"/>
                  </a:lnTo>
                  <a:lnTo>
                    <a:pt x="6330927" y="804465"/>
                  </a:lnTo>
                  <a:lnTo>
                    <a:pt x="6254294" y="796441"/>
                  </a:lnTo>
                  <a:lnTo>
                    <a:pt x="6177662" y="788117"/>
                  </a:lnTo>
                  <a:lnTo>
                    <a:pt x="6101029" y="779484"/>
                  </a:lnTo>
                  <a:lnTo>
                    <a:pt x="6024397" y="770529"/>
                  </a:lnTo>
                  <a:lnTo>
                    <a:pt x="5947764" y="761241"/>
                  </a:lnTo>
                  <a:lnTo>
                    <a:pt x="5871132" y="751606"/>
                  </a:lnTo>
                  <a:lnTo>
                    <a:pt x="5794499" y="741613"/>
                  </a:lnTo>
                  <a:lnTo>
                    <a:pt x="5717867" y="731248"/>
                  </a:lnTo>
                  <a:lnTo>
                    <a:pt x="5641234" y="720496"/>
                  </a:lnTo>
                  <a:lnTo>
                    <a:pt x="5564602" y="709344"/>
                  </a:lnTo>
                  <a:lnTo>
                    <a:pt x="5487969" y="697777"/>
                  </a:lnTo>
                  <a:lnTo>
                    <a:pt x="5411336" y="685779"/>
                  </a:lnTo>
                  <a:lnTo>
                    <a:pt x="5334704" y="673334"/>
                  </a:lnTo>
                  <a:lnTo>
                    <a:pt x="5258071" y="660425"/>
                  </a:lnTo>
                  <a:lnTo>
                    <a:pt x="5181439" y="647036"/>
                  </a:lnTo>
                  <a:lnTo>
                    <a:pt x="5104806" y="633148"/>
                  </a:lnTo>
                  <a:lnTo>
                    <a:pt x="5028174" y="618743"/>
                  </a:lnTo>
                  <a:lnTo>
                    <a:pt x="4951541" y="603801"/>
                  </a:lnTo>
                  <a:lnTo>
                    <a:pt x="4874909" y="588303"/>
                  </a:lnTo>
                  <a:lnTo>
                    <a:pt x="4798276" y="572228"/>
                  </a:lnTo>
                  <a:lnTo>
                    <a:pt x="4721644" y="555553"/>
                  </a:lnTo>
                  <a:lnTo>
                    <a:pt x="4645011" y="538258"/>
                  </a:lnTo>
                  <a:lnTo>
                    <a:pt x="4568378" y="520319"/>
                  </a:lnTo>
                  <a:lnTo>
                    <a:pt x="4491746" y="501711"/>
                  </a:lnTo>
                  <a:lnTo>
                    <a:pt x="4415113" y="482411"/>
                  </a:lnTo>
                  <a:lnTo>
                    <a:pt x="4338481" y="462391"/>
                  </a:lnTo>
                  <a:lnTo>
                    <a:pt x="4261848" y="441626"/>
                  </a:lnTo>
                  <a:lnTo>
                    <a:pt x="4185216" y="420088"/>
                  </a:lnTo>
                  <a:lnTo>
                    <a:pt x="4108583" y="397747"/>
                  </a:lnTo>
                  <a:lnTo>
                    <a:pt x="4031951" y="374574"/>
                  </a:lnTo>
                  <a:lnTo>
                    <a:pt x="3955318" y="350539"/>
                  </a:lnTo>
                  <a:lnTo>
                    <a:pt x="3878685" y="325607"/>
                  </a:lnTo>
                  <a:lnTo>
                    <a:pt x="3802053" y="299748"/>
                  </a:lnTo>
                  <a:lnTo>
                    <a:pt x="3725420" y="272925"/>
                  </a:lnTo>
                  <a:lnTo>
                    <a:pt x="3648788" y="245103"/>
                  </a:lnTo>
                  <a:lnTo>
                    <a:pt x="3572155" y="216245"/>
                  </a:lnTo>
                  <a:lnTo>
                    <a:pt x="3495523" y="186313"/>
                  </a:lnTo>
                  <a:lnTo>
                    <a:pt x="3418890" y="155265"/>
                  </a:lnTo>
                  <a:lnTo>
                    <a:pt x="3342258" y="147611"/>
                  </a:lnTo>
                  <a:lnTo>
                    <a:pt x="3265625" y="144479"/>
                  </a:lnTo>
                  <a:lnTo>
                    <a:pt x="3188993" y="141335"/>
                  </a:lnTo>
                  <a:lnTo>
                    <a:pt x="3112360" y="138180"/>
                  </a:lnTo>
                  <a:lnTo>
                    <a:pt x="3035727" y="135014"/>
                  </a:lnTo>
                  <a:lnTo>
                    <a:pt x="2959095" y="131837"/>
                  </a:lnTo>
                  <a:lnTo>
                    <a:pt x="2882462" y="128647"/>
                  </a:lnTo>
                  <a:lnTo>
                    <a:pt x="2805830" y="125447"/>
                  </a:lnTo>
                  <a:lnTo>
                    <a:pt x="2729197" y="122235"/>
                  </a:lnTo>
                  <a:lnTo>
                    <a:pt x="2652565" y="119011"/>
                  </a:lnTo>
                  <a:lnTo>
                    <a:pt x="2575932" y="115776"/>
                  </a:lnTo>
                  <a:lnTo>
                    <a:pt x="2499300" y="112530"/>
                  </a:lnTo>
                  <a:lnTo>
                    <a:pt x="2422667" y="109271"/>
                  </a:lnTo>
                  <a:lnTo>
                    <a:pt x="2346034" y="106001"/>
                  </a:lnTo>
                  <a:lnTo>
                    <a:pt x="2269402" y="102719"/>
                  </a:lnTo>
                  <a:lnTo>
                    <a:pt x="2192769" y="99426"/>
                  </a:lnTo>
                  <a:lnTo>
                    <a:pt x="2116137" y="96120"/>
                  </a:lnTo>
                  <a:lnTo>
                    <a:pt x="2039504" y="92803"/>
                  </a:lnTo>
                  <a:lnTo>
                    <a:pt x="1962872" y="89474"/>
                  </a:lnTo>
                  <a:lnTo>
                    <a:pt x="1886239" y="86132"/>
                  </a:lnTo>
                  <a:lnTo>
                    <a:pt x="1809607" y="82779"/>
                  </a:lnTo>
                  <a:lnTo>
                    <a:pt x="1732974" y="79414"/>
                  </a:lnTo>
                  <a:lnTo>
                    <a:pt x="1656342" y="76037"/>
                  </a:lnTo>
                  <a:lnTo>
                    <a:pt x="1579709" y="72647"/>
                  </a:lnTo>
                  <a:lnTo>
                    <a:pt x="1503076" y="69246"/>
                  </a:lnTo>
                  <a:lnTo>
                    <a:pt x="1426444" y="65832"/>
                  </a:lnTo>
                  <a:lnTo>
                    <a:pt x="1349811" y="62406"/>
                  </a:lnTo>
                  <a:lnTo>
                    <a:pt x="1273179" y="58967"/>
                  </a:lnTo>
                  <a:lnTo>
                    <a:pt x="1196546" y="55517"/>
                  </a:lnTo>
                  <a:lnTo>
                    <a:pt x="1119914" y="52054"/>
                  </a:lnTo>
                  <a:lnTo>
                    <a:pt x="1043281" y="48578"/>
                  </a:lnTo>
                  <a:lnTo>
                    <a:pt x="966649" y="45090"/>
                  </a:lnTo>
                  <a:lnTo>
                    <a:pt x="890016" y="41589"/>
                  </a:lnTo>
                  <a:lnTo>
                    <a:pt x="813384" y="38076"/>
                  </a:lnTo>
                  <a:lnTo>
                    <a:pt x="736751" y="34551"/>
                  </a:lnTo>
                  <a:lnTo>
                    <a:pt x="660118" y="31012"/>
                  </a:lnTo>
                  <a:lnTo>
                    <a:pt x="583486" y="27461"/>
                  </a:lnTo>
                  <a:lnTo>
                    <a:pt x="506853" y="23897"/>
                  </a:lnTo>
                  <a:lnTo>
                    <a:pt x="430221" y="20321"/>
                  </a:lnTo>
                  <a:lnTo>
                    <a:pt x="353588" y="16731"/>
                  </a:lnTo>
                  <a:lnTo>
                    <a:pt x="276956" y="13129"/>
                  </a:lnTo>
                  <a:lnTo>
                    <a:pt x="200323" y="9513"/>
                  </a:lnTo>
                  <a:lnTo>
                    <a:pt x="123691" y="5885"/>
                  </a:lnTo>
                  <a:lnTo>
                    <a:pt x="47058" y="2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26011"/>
              <a:ext cx="7403783" cy="1817995"/>
            </a:xfrm>
            <a:custGeom>
              <a:avLst/>
              <a:pathLst>
                <a:path w="7403783" h="1817995">
                  <a:moveTo>
                    <a:pt x="0" y="0"/>
                  </a:moveTo>
                  <a:lnTo>
                    <a:pt x="47058" y="26115"/>
                  </a:lnTo>
                  <a:lnTo>
                    <a:pt x="123691" y="67797"/>
                  </a:lnTo>
                  <a:lnTo>
                    <a:pt x="200323" y="108650"/>
                  </a:lnTo>
                  <a:lnTo>
                    <a:pt x="276956" y="148692"/>
                  </a:lnTo>
                  <a:lnTo>
                    <a:pt x="353588" y="187937"/>
                  </a:lnTo>
                  <a:lnTo>
                    <a:pt x="430221" y="226403"/>
                  </a:lnTo>
                  <a:lnTo>
                    <a:pt x="506853" y="264104"/>
                  </a:lnTo>
                  <a:lnTo>
                    <a:pt x="583486" y="301056"/>
                  </a:lnTo>
                  <a:lnTo>
                    <a:pt x="660118" y="337273"/>
                  </a:lnTo>
                  <a:lnTo>
                    <a:pt x="736751" y="372770"/>
                  </a:lnTo>
                  <a:lnTo>
                    <a:pt x="813384" y="407562"/>
                  </a:lnTo>
                  <a:lnTo>
                    <a:pt x="890016" y="441662"/>
                  </a:lnTo>
                  <a:lnTo>
                    <a:pt x="966649" y="475085"/>
                  </a:lnTo>
                  <a:lnTo>
                    <a:pt x="1043281" y="507843"/>
                  </a:lnTo>
                  <a:lnTo>
                    <a:pt x="1119914" y="539950"/>
                  </a:lnTo>
                  <a:lnTo>
                    <a:pt x="1196546" y="571419"/>
                  </a:lnTo>
                  <a:lnTo>
                    <a:pt x="1273179" y="602262"/>
                  </a:lnTo>
                  <a:lnTo>
                    <a:pt x="1349811" y="632493"/>
                  </a:lnTo>
                  <a:lnTo>
                    <a:pt x="1426444" y="662122"/>
                  </a:lnTo>
                  <a:lnTo>
                    <a:pt x="1503076" y="691163"/>
                  </a:lnTo>
                  <a:lnTo>
                    <a:pt x="1579709" y="719626"/>
                  </a:lnTo>
                  <a:lnTo>
                    <a:pt x="1656342" y="747524"/>
                  </a:lnTo>
                  <a:lnTo>
                    <a:pt x="1732974" y="774867"/>
                  </a:lnTo>
                  <a:lnTo>
                    <a:pt x="1809607" y="801667"/>
                  </a:lnTo>
                  <a:lnTo>
                    <a:pt x="1886239" y="827934"/>
                  </a:lnTo>
                  <a:lnTo>
                    <a:pt x="1962872" y="853679"/>
                  </a:lnTo>
                  <a:lnTo>
                    <a:pt x="2039504" y="878912"/>
                  </a:lnTo>
                  <a:lnTo>
                    <a:pt x="2116137" y="903643"/>
                  </a:lnTo>
                  <a:lnTo>
                    <a:pt x="2192769" y="927883"/>
                  </a:lnTo>
                  <a:lnTo>
                    <a:pt x="2269402" y="951642"/>
                  </a:lnTo>
                  <a:lnTo>
                    <a:pt x="2346034" y="974928"/>
                  </a:lnTo>
                  <a:lnTo>
                    <a:pt x="2422667" y="997751"/>
                  </a:lnTo>
                  <a:lnTo>
                    <a:pt x="2499300" y="1020120"/>
                  </a:lnTo>
                  <a:lnTo>
                    <a:pt x="2575932" y="1042045"/>
                  </a:lnTo>
                  <a:lnTo>
                    <a:pt x="2652565" y="1063535"/>
                  </a:lnTo>
                  <a:lnTo>
                    <a:pt x="2729197" y="1084597"/>
                  </a:lnTo>
                  <a:lnTo>
                    <a:pt x="2805830" y="1105240"/>
                  </a:lnTo>
                  <a:lnTo>
                    <a:pt x="2882462" y="1125473"/>
                  </a:lnTo>
                  <a:lnTo>
                    <a:pt x="2959095" y="1145304"/>
                  </a:lnTo>
                  <a:lnTo>
                    <a:pt x="3035727" y="1164741"/>
                  </a:lnTo>
                  <a:lnTo>
                    <a:pt x="3112360" y="1183791"/>
                  </a:lnTo>
                  <a:lnTo>
                    <a:pt x="3188993" y="1202463"/>
                  </a:lnTo>
                  <a:lnTo>
                    <a:pt x="3265625" y="1220764"/>
                  </a:lnTo>
                  <a:lnTo>
                    <a:pt x="3342258" y="1238701"/>
                  </a:lnTo>
                  <a:lnTo>
                    <a:pt x="3418890" y="1256281"/>
                  </a:lnTo>
                  <a:lnTo>
                    <a:pt x="3495523" y="1273512"/>
                  </a:lnTo>
                  <a:lnTo>
                    <a:pt x="3572155" y="1290400"/>
                  </a:lnTo>
                  <a:lnTo>
                    <a:pt x="3648788" y="1306953"/>
                  </a:lnTo>
                  <a:lnTo>
                    <a:pt x="3725420" y="1323177"/>
                  </a:lnTo>
                  <a:lnTo>
                    <a:pt x="3802053" y="1339078"/>
                  </a:lnTo>
                  <a:lnTo>
                    <a:pt x="3878685" y="1354664"/>
                  </a:lnTo>
                  <a:lnTo>
                    <a:pt x="3955318" y="1369939"/>
                  </a:lnTo>
                  <a:lnTo>
                    <a:pt x="4031951" y="1384911"/>
                  </a:lnTo>
                  <a:lnTo>
                    <a:pt x="4108583" y="1399585"/>
                  </a:lnTo>
                  <a:lnTo>
                    <a:pt x="4185216" y="1413968"/>
                  </a:lnTo>
                  <a:lnTo>
                    <a:pt x="4261848" y="1428065"/>
                  </a:lnTo>
                  <a:lnTo>
                    <a:pt x="4338481" y="1441881"/>
                  </a:lnTo>
                  <a:lnTo>
                    <a:pt x="4415113" y="1455423"/>
                  </a:lnTo>
                  <a:lnTo>
                    <a:pt x="4491746" y="1468696"/>
                  </a:lnTo>
                  <a:lnTo>
                    <a:pt x="4568378" y="1481705"/>
                  </a:lnTo>
                  <a:lnTo>
                    <a:pt x="4645011" y="1494455"/>
                  </a:lnTo>
                  <a:lnTo>
                    <a:pt x="4721644" y="1506952"/>
                  </a:lnTo>
                  <a:lnTo>
                    <a:pt x="4798276" y="1519201"/>
                  </a:lnTo>
                  <a:lnTo>
                    <a:pt x="4874909" y="1531206"/>
                  </a:lnTo>
                  <a:lnTo>
                    <a:pt x="4951541" y="1542972"/>
                  </a:lnTo>
                  <a:lnTo>
                    <a:pt x="5028174" y="1554505"/>
                  </a:lnTo>
                  <a:lnTo>
                    <a:pt x="5104806" y="1565808"/>
                  </a:lnTo>
                  <a:lnTo>
                    <a:pt x="5181439" y="1576887"/>
                  </a:lnTo>
                  <a:lnTo>
                    <a:pt x="5258071" y="1587746"/>
                  </a:lnTo>
                  <a:lnTo>
                    <a:pt x="5334704" y="1598388"/>
                  </a:lnTo>
                  <a:lnTo>
                    <a:pt x="5411336" y="1608820"/>
                  </a:lnTo>
                  <a:lnTo>
                    <a:pt x="5487969" y="1619043"/>
                  </a:lnTo>
                  <a:lnTo>
                    <a:pt x="5564602" y="1629064"/>
                  </a:lnTo>
                  <a:lnTo>
                    <a:pt x="5641234" y="1638885"/>
                  </a:lnTo>
                  <a:lnTo>
                    <a:pt x="5717867" y="1648512"/>
                  </a:lnTo>
                  <a:lnTo>
                    <a:pt x="5794499" y="1657947"/>
                  </a:lnTo>
                  <a:lnTo>
                    <a:pt x="5871132" y="1667194"/>
                  </a:lnTo>
                  <a:lnTo>
                    <a:pt x="5947764" y="1676258"/>
                  </a:lnTo>
                  <a:lnTo>
                    <a:pt x="6024397" y="1685141"/>
                  </a:lnTo>
                  <a:lnTo>
                    <a:pt x="6101029" y="1693848"/>
                  </a:lnTo>
                  <a:lnTo>
                    <a:pt x="6177662" y="1702382"/>
                  </a:lnTo>
                  <a:lnTo>
                    <a:pt x="6254294" y="1710746"/>
                  </a:lnTo>
                  <a:lnTo>
                    <a:pt x="6330927" y="1718944"/>
                  </a:lnTo>
                  <a:lnTo>
                    <a:pt x="6407560" y="1726979"/>
                  </a:lnTo>
                  <a:lnTo>
                    <a:pt x="6484192" y="1734854"/>
                  </a:lnTo>
                  <a:lnTo>
                    <a:pt x="6560825" y="1742573"/>
                  </a:lnTo>
                  <a:lnTo>
                    <a:pt x="6637457" y="1750138"/>
                  </a:lnTo>
                  <a:lnTo>
                    <a:pt x="6714090" y="1757553"/>
                  </a:lnTo>
                  <a:lnTo>
                    <a:pt x="6790722" y="1764821"/>
                  </a:lnTo>
                  <a:lnTo>
                    <a:pt x="6867355" y="1771944"/>
                  </a:lnTo>
                  <a:lnTo>
                    <a:pt x="6943987" y="1778925"/>
                  </a:lnTo>
                  <a:lnTo>
                    <a:pt x="7020620" y="1785768"/>
                  </a:lnTo>
                  <a:lnTo>
                    <a:pt x="7097253" y="1792475"/>
                  </a:lnTo>
                  <a:lnTo>
                    <a:pt x="7173885" y="1799048"/>
                  </a:lnTo>
                  <a:lnTo>
                    <a:pt x="7250518" y="1805491"/>
                  </a:lnTo>
                  <a:lnTo>
                    <a:pt x="7327150" y="1811806"/>
                  </a:lnTo>
                  <a:lnTo>
                    <a:pt x="7403783" y="18179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2026-05-26T09:05:47Z</dcterms:modified>
  <cp:category/>
</cp:coreProperties>
</file>