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2518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5919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93195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62719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421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57619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61019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143092"/>
              <a:ext cx="6964104" cy="1212759"/>
            </a:xfrm>
            <a:custGeom>
              <a:avLst/>
              <a:pathLst>
                <a:path w="6964104" h="1212759">
                  <a:moveTo>
                    <a:pt x="534751" y="0"/>
                  </a:moveTo>
                  <a:lnTo>
                    <a:pt x="562755" y="18368"/>
                  </a:lnTo>
                  <a:lnTo>
                    <a:pt x="633100" y="62852"/>
                  </a:lnTo>
                  <a:lnTo>
                    <a:pt x="703444" y="105738"/>
                  </a:lnTo>
                  <a:lnTo>
                    <a:pt x="773789" y="147084"/>
                  </a:lnTo>
                  <a:lnTo>
                    <a:pt x="844133" y="186946"/>
                  </a:lnTo>
                  <a:lnTo>
                    <a:pt x="914478" y="225377"/>
                  </a:lnTo>
                  <a:lnTo>
                    <a:pt x="984822" y="262427"/>
                  </a:lnTo>
                  <a:lnTo>
                    <a:pt x="1055167" y="298147"/>
                  </a:lnTo>
                  <a:lnTo>
                    <a:pt x="1125511" y="332585"/>
                  </a:lnTo>
                  <a:lnTo>
                    <a:pt x="1195856" y="365786"/>
                  </a:lnTo>
                  <a:lnTo>
                    <a:pt x="1266200" y="397794"/>
                  </a:lnTo>
                  <a:lnTo>
                    <a:pt x="1336545" y="428654"/>
                  </a:lnTo>
                  <a:lnTo>
                    <a:pt x="1406889" y="458405"/>
                  </a:lnTo>
                  <a:lnTo>
                    <a:pt x="1477234" y="487088"/>
                  </a:lnTo>
                  <a:lnTo>
                    <a:pt x="1547578" y="514741"/>
                  </a:lnTo>
                  <a:lnTo>
                    <a:pt x="1617923" y="541401"/>
                  </a:lnTo>
                  <a:lnTo>
                    <a:pt x="1688267" y="567104"/>
                  </a:lnTo>
                  <a:lnTo>
                    <a:pt x="1758612" y="591884"/>
                  </a:lnTo>
                  <a:lnTo>
                    <a:pt x="1828956" y="615774"/>
                  </a:lnTo>
                  <a:lnTo>
                    <a:pt x="1899301" y="638806"/>
                  </a:lnTo>
                  <a:lnTo>
                    <a:pt x="1969645" y="661011"/>
                  </a:lnTo>
                  <a:lnTo>
                    <a:pt x="2039990" y="682419"/>
                  </a:lnTo>
                  <a:lnTo>
                    <a:pt x="2110334" y="703058"/>
                  </a:lnTo>
                  <a:lnTo>
                    <a:pt x="2180679" y="722956"/>
                  </a:lnTo>
                  <a:lnTo>
                    <a:pt x="2251023" y="742140"/>
                  </a:lnTo>
                  <a:lnTo>
                    <a:pt x="2321368" y="760634"/>
                  </a:lnTo>
                  <a:lnTo>
                    <a:pt x="2391712" y="778465"/>
                  </a:lnTo>
                  <a:lnTo>
                    <a:pt x="2462057" y="795655"/>
                  </a:lnTo>
                  <a:lnTo>
                    <a:pt x="2532401" y="812228"/>
                  </a:lnTo>
                  <a:lnTo>
                    <a:pt x="2602746" y="828206"/>
                  </a:lnTo>
                  <a:lnTo>
                    <a:pt x="2673090" y="843611"/>
                  </a:lnTo>
                  <a:lnTo>
                    <a:pt x="2743435" y="858462"/>
                  </a:lnTo>
                  <a:lnTo>
                    <a:pt x="2813779" y="872780"/>
                  </a:lnTo>
                  <a:lnTo>
                    <a:pt x="2884124" y="886583"/>
                  </a:lnTo>
                  <a:lnTo>
                    <a:pt x="2954468" y="899891"/>
                  </a:lnTo>
                  <a:lnTo>
                    <a:pt x="3024813" y="912722"/>
                  </a:lnTo>
                  <a:lnTo>
                    <a:pt x="3095157" y="925091"/>
                  </a:lnTo>
                  <a:lnTo>
                    <a:pt x="3165502" y="937017"/>
                  </a:lnTo>
                  <a:lnTo>
                    <a:pt x="3235846" y="948514"/>
                  </a:lnTo>
                  <a:lnTo>
                    <a:pt x="3306191" y="958038"/>
                  </a:lnTo>
                  <a:lnTo>
                    <a:pt x="3376535" y="959108"/>
                  </a:lnTo>
                  <a:lnTo>
                    <a:pt x="3446880" y="960175"/>
                  </a:lnTo>
                  <a:lnTo>
                    <a:pt x="3517224" y="961238"/>
                  </a:lnTo>
                  <a:lnTo>
                    <a:pt x="3587569" y="962297"/>
                  </a:lnTo>
                  <a:lnTo>
                    <a:pt x="3657913" y="963352"/>
                  </a:lnTo>
                  <a:lnTo>
                    <a:pt x="3728257" y="964403"/>
                  </a:lnTo>
                  <a:lnTo>
                    <a:pt x="3798602" y="965451"/>
                  </a:lnTo>
                  <a:lnTo>
                    <a:pt x="3868946" y="966495"/>
                  </a:lnTo>
                  <a:lnTo>
                    <a:pt x="3939291" y="967535"/>
                  </a:lnTo>
                  <a:lnTo>
                    <a:pt x="4009635" y="968572"/>
                  </a:lnTo>
                  <a:lnTo>
                    <a:pt x="4079980" y="969604"/>
                  </a:lnTo>
                  <a:lnTo>
                    <a:pt x="4150324" y="970633"/>
                  </a:lnTo>
                  <a:lnTo>
                    <a:pt x="4220669" y="971659"/>
                  </a:lnTo>
                  <a:lnTo>
                    <a:pt x="4291013" y="972681"/>
                  </a:lnTo>
                  <a:lnTo>
                    <a:pt x="4361358" y="973699"/>
                  </a:lnTo>
                  <a:lnTo>
                    <a:pt x="4431702" y="974713"/>
                  </a:lnTo>
                  <a:lnTo>
                    <a:pt x="4502047" y="975724"/>
                  </a:lnTo>
                  <a:lnTo>
                    <a:pt x="4572391" y="976731"/>
                  </a:lnTo>
                  <a:lnTo>
                    <a:pt x="4642736" y="977734"/>
                  </a:lnTo>
                  <a:lnTo>
                    <a:pt x="4713080" y="978734"/>
                  </a:lnTo>
                  <a:lnTo>
                    <a:pt x="4783425" y="979731"/>
                  </a:lnTo>
                  <a:lnTo>
                    <a:pt x="4853769" y="980724"/>
                  </a:lnTo>
                  <a:lnTo>
                    <a:pt x="4924114" y="981713"/>
                  </a:lnTo>
                  <a:lnTo>
                    <a:pt x="4994458" y="982699"/>
                  </a:lnTo>
                  <a:lnTo>
                    <a:pt x="5064803" y="983681"/>
                  </a:lnTo>
                  <a:lnTo>
                    <a:pt x="5135147" y="984660"/>
                  </a:lnTo>
                  <a:lnTo>
                    <a:pt x="5205492" y="985635"/>
                  </a:lnTo>
                  <a:lnTo>
                    <a:pt x="5275836" y="986606"/>
                  </a:lnTo>
                  <a:lnTo>
                    <a:pt x="5346181" y="987575"/>
                  </a:lnTo>
                  <a:lnTo>
                    <a:pt x="5416525" y="988539"/>
                  </a:lnTo>
                  <a:lnTo>
                    <a:pt x="5486870" y="989501"/>
                  </a:lnTo>
                  <a:lnTo>
                    <a:pt x="5557214" y="990459"/>
                  </a:lnTo>
                  <a:lnTo>
                    <a:pt x="5627559" y="991413"/>
                  </a:lnTo>
                  <a:lnTo>
                    <a:pt x="5697903" y="992364"/>
                  </a:lnTo>
                  <a:lnTo>
                    <a:pt x="5768248" y="993312"/>
                  </a:lnTo>
                  <a:lnTo>
                    <a:pt x="5838592" y="994256"/>
                  </a:lnTo>
                  <a:lnTo>
                    <a:pt x="5908937" y="995197"/>
                  </a:lnTo>
                  <a:lnTo>
                    <a:pt x="5979281" y="996134"/>
                  </a:lnTo>
                  <a:lnTo>
                    <a:pt x="6049626" y="997068"/>
                  </a:lnTo>
                  <a:lnTo>
                    <a:pt x="6119970" y="997999"/>
                  </a:lnTo>
                  <a:lnTo>
                    <a:pt x="6190315" y="998927"/>
                  </a:lnTo>
                  <a:lnTo>
                    <a:pt x="6260659" y="999851"/>
                  </a:lnTo>
                  <a:lnTo>
                    <a:pt x="6331004" y="1000772"/>
                  </a:lnTo>
                  <a:lnTo>
                    <a:pt x="6401348" y="1001689"/>
                  </a:lnTo>
                  <a:lnTo>
                    <a:pt x="6471693" y="1002603"/>
                  </a:lnTo>
                  <a:lnTo>
                    <a:pt x="6542037" y="1003514"/>
                  </a:lnTo>
                  <a:lnTo>
                    <a:pt x="6612382" y="1004422"/>
                  </a:lnTo>
                  <a:lnTo>
                    <a:pt x="6682726" y="1005327"/>
                  </a:lnTo>
                  <a:lnTo>
                    <a:pt x="6753071" y="1006228"/>
                  </a:lnTo>
                  <a:lnTo>
                    <a:pt x="6823415" y="1007126"/>
                  </a:lnTo>
                  <a:lnTo>
                    <a:pt x="6893760" y="1008021"/>
                  </a:lnTo>
                  <a:lnTo>
                    <a:pt x="6964104" y="1008912"/>
                  </a:lnTo>
                  <a:lnTo>
                    <a:pt x="6964104" y="1212759"/>
                  </a:lnTo>
                  <a:lnTo>
                    <a:pt x="6893760" y="1211103"/>
                  </a:lnTo>
                  <a:lnTo>
                    <a:pt x="6823415" y="1209386"/>
                  </a:lnTo>
                  <a:lnTo>
                    <a:pt x="6753071" y="1207605"/>
                  </a:lnTo>
                  <a:lnTo>
                    <a:pt x="6682726" y="1205758"/>
                  </a:lnTo>
                  <a:lnTo>
                    <a:pt x="6612382" y="1203842"/>
                  </a:lnTo>
                  <a:lnTo>
                    <a:pt x="6542037" y="1201855"/>
                  </a:lnTo>
                  <a:lnTo>
                    <a:pt x="6471693" y="1199793"/>
                  </a:lnTo>
                  <a:lnTo>
                    <a:pt x="6401348" y="1197655"/>
                  </a:lnTo>
                  <a:lnTo>
                    <a:pt x="6331004" y="1195437"/>
                  </a:lnTo>
                  <a:lnTo>
                    <a:pt x="6260659" y="1193137"/>
                  </a:lnTo>
                  <a:lnTo>
                    <a:pt x="6190315" y="1190751"/>
                  </a:lnTo>
                  <a:lnTo>
                    <a:pt x="6119970" y="1188276"/>
                  </a:lnTo>
                  <a:lnTo>
                    <a:pt x="6049626" y="1185709"/>
                  </a:lnTo>
                  <a:lnTo>
                    <a:pt x="5979281" y="1183046"/>
                  </a:lnTo>
                  <a:lnTo>
                    <a:pt x="5908937" y="1180284"/>
                  </a:lnTo>
                  <a:lnTo>
                    <a:pt x="5838592" y="1177419"/>
                  </a:lnTo>
                  <a:lnTo>
                    <a:pt x="5768248" y="1174448"/>
                  </a:lnTo>
                  <a:lnTo>
                    <a:pt x="5697903" y="1171365"/>
                  </a:lnTo>
                  <a:lnTo>
                    <a:pt x="5627559" y="1168169"/>
                  </a:lnTo>
                  <a:lnTo>
                    <a:pt x="5557214" y="1164852"/>
                  </a:lnTo>
                  <a:lnTo>
                    <a:pt x="5486870" y="1161413"/>
                  </a:lnTo>
                  <a:lnTo>
                    <a:pt x="5416525" y="1157845"/>
                  </a:lnTo>
                  <a:lnTo>
                    <a:pt x="5346181" y="1154145"/>
                  </a:lnTo>
                  <a:lnTo>
                    <a:pt x="5275836" y="1150306"/>
                  </a:lnTo>
                  <a:lnTo>
                    <a:pt x="5205492" y="1146325"/>
                  </a:lnTo>
                  <a:lnTo>
                    <a:pt x="5135147" y="1142195"/>
                  </a:lnTo>
                  <a:lnTo>
                    <a:pt x="5064803" y="1137912"/>
                  </a:lnTo>
                  <a:lnTo>
                    <a:pt x="4994458" y="1133469"/>
                  </a:lnTo>
                  <a:lnTo>
                    <a:pt x="4924114" y="1128860"/>
                  </a:lnTo>
                  <a:lnTo>
                    <a:pt x="4853769" y="1124080"/>
                  </a:lnTo>
                  <a:lnTo>
                    <a:pt x="4783425" y="1119122"/>
                  </a:lnTo>
                  <a:lnTo>
                    <a:pt x="4713080" y="1113980"/>
                  </a:lnTo>
                  <a:lnTo>
                    <a:pt x="4642736" y="1108645"/>
                  </a:lnTo>
                  <a:lnTo>
                    <a:pt x="4572391" y="1103112"/>
                  </a:lnTo>
                  <a:lnTo>
                    <a:pt x="4502047" y="1097373"/>
                  </a:lnTo>
                  <a:lnTo>
                    <a:pt x="4431702" y="1091420"/>
                  </a:lnTo>
                  <a:lnTo>
                    <a:pt x="4361358" y="1085246"/>
                  </a:lnTo>
                  <a:lnTo>
                    <a:pt x="4291013" y="1078841"/>
                  </a:lnTo>
                  <a:lnTo>
                    <a:pt x="4220669" y="1072198"/>
                  </a:lnTo>
                  <a:lnTo>
                    <a:pt x="4150324" y="1065308"/>
                  </a:lnTo>
                  <a:lnTo>
                    <a:pt x="4079980" y="1058160"/>
                  </a:lnTo>
                  <a:lnTo>
                    <a:pt x="4009635" y="1050747"/>
                  </a:lnTo>
                  <a:lnTo>
                    <a:pt x="3939291" y="1043058"/>
                  </a:lnTo>
                  <a:lnTo>
                    <a:pt x="3868946" y="1035082"/>
                  </a:lnTo>
                  <a:lnTo>
                    <a:pt x="3798602" y="1026809"/>
                  </a:lnTo>
                  <a:lnTo>
                    <a:pt x="3728257" y="1018228"/>
                  </a:lnTo>
                  <a:lnTo>
                    <a:pt x="3657913" y="1009327"/>
                  </a:lnTo>
                  <a:lnTo>
                    <a:pt x="3587569" y="1000095"/>
                  </a:lnTo>
                  <a:lnTo>
                    <a:pt x="3517224" y="990519"/>
                  </a:lnTo>
                  <a:lnTo>
                    <a:pt x="3446880" y="980587"/>
                  </a:lnTo>
                  <a:lnTo>
                    <a:pt x="3376535" y="970284"/>
                  </a:lnTo>
                  <a:lnTo>
                    <a:pt x="3306191" y="959598"/>
                  </a:lnTo>
                  <a:lnTo>
                    <a:pt x="3235846" y="956964"/>
                  </a:lnTo>
                  <a:lnTo>
                    <a:pt x="3165502" y="955886"/>
                  </a:lnTo>
                  <a:lnTo>
                    <a:pt x="3095157" y="954803"/>
                  </a:lnTo>
                  <a:lnTo>
                    <a:pt x="3024813" y="953718"/>
                  </a:lnTo>
                  <a:lnTo>
                    <a:pt x="2954468" y="952628"/>
                  </a:lnTo>
                  <a:lnTo>
                    <a:pt x="2884124" y="951534"/>
                  </a:lnTo>
                  <a:lnTo>
                    <a:pt x="2813779" y="950436"/>
                  </a:lnTo>
                  <a:lnTo>
                    <a:pt x="2743435" y="949335"/>
                  </a:lnTo>
                  <a:lnTo>
                    <a:pt x="2673090" y="948229"/>
                  </a:lnTo>
                  <a:lnTo>
                    <a:pt x="2602746" y="947120"/>
                  </a:lnTo>
                  <a:lnTo>
                    <a:pt x="2532401" y="946006"/>
                  </a:lnTo>
                  <a:lnTo>
                    <a:pt x="2462057" y="944889"/>
                  </a:lnTo>
                  <a:lnTo>
                    <a:pt x="2391712" y="943767"/>
                  </a:lnTo>
                  <a:lnTo>
                    <a:pt x="2321368" y="942642"/>
                  </a:lnTo>
                  <a:lnTo>
                    <a:pt x="2251023" y="941512"/>
                  </a:lnTo>
                  <a:lnTo>
                    <a:pt x="2180679" y="940379"/>
                  </a:lnTo>
                  <a:lnTo>
                    <a:pt x="2110334" y="939241"/>
                  </a:lnTo>
                  <a:lnTo>
                    <a:pt x="2039990" y="938099"/>
                  </a:lnTo>
                  <a:lnTo>
                    <a:pt x="1969645" y="936953"/>
                  </a:lnTo>
                  <a:lnTo>
                    <a:pt x="1899301" y="935803"/>
                  </a:lnTo>
                  <a:lnTo>
                    <a:pt x="1828956" y="934649"/>
                  </a:lnTo>
                  <a:lnTo>
                    <a:pt x="1758612" y="933491"/>
                  </a:lnTo>
                  <a:lnTo>
                    <a:pt x="1688267" y="932328"/>
                  </a:lnTo>
                  <a:lnTo>
                    <a:pt x="1617923" y="931162"/>
                  </a:lnTo>
                  <a:lnTo>
                    <a:pt x="1547578" y="929991"/>
                  </a:lnTo>
                  <a:lnTo>
                    <a:pt x="1477234" y="928816"/>
                  </a:lnTo>
                  <a:lnTo>
                    <a:pt x="1406889" y="927637"/>
                  </a:lnTo>
                  <a:lnTo>
                    <a:pt x="1336545" y="926453"/>
                  </a:lnTo>
                  <a:lnTo>
                    <a:pt x="1266200" y="925266"/>
                  </a:lnTo>
                  <a:lnTo>
                    <a:pt x="1195856" y="924074"/>
                  </a:lnTo>
                  <a:lnTo>
                    <a:pt x="1125511" y="922877"/>
                  </a:lnTo>
                  <a:lnTo>
                    <a:pt x="1055167" y="921677"/>
                  </a:lnTo>
                  <a:lnTo>
                    <a:pt x="984822" y="920472"/>
                  </a:lnTo>
                  <a:lnTo>
                    <a:pt x="914478" y="919263"/>
                  </a:lnTo>
                  <a:lnTo>
                    <a:pt x="844133" y="918049"/>
                  </a:lnTo>
                  <a:lnTo>
                    <a:pt x="773789" y="916831"/>
                  </a:lnTo>
                  <a:lnTo>
                    <a:pt x="703444" y="915609"/>
                  </a:lnTo>
                  <a:lnTo>
                    <a:pt x="633100" y="914382"/>
                  </a:lnTo>
                  <a:lnTo>
                    <a:pt x="562755" y="913151"/>
                  </a:lnTo>
                  <a:lnTo>
                    <a:pt x="492411" y="911916"/>
                  </a:lnTo>
                  <a:lnTo>
                    <a:pt x="422066" y="910676"/>
                  </a:lnTo>
                  <a:lnTo>
                    <a:pt x="351722" y="909432"/>
                  </a:lnTo>
                  <a:lnTo>
                    <a:pt x="281377" y="908183"/>
                  </a:lnTo>
                  <a:lnTo>
                    <a:pt x="211033" y="906930"/>
                  </a:lnTo>
                  <a:lnTo>
                    <a:pt x="140688" y="905672"/>
                  </a:lnTo>
                  <a:lnTo>
                    <a:pt x="70344" y="904409"/>
                  </a:lnTo>
                  <a:lnTo>
                    <a:pt x="0" y="9031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70064" y="2143092"/>
              <a:ext cx="6429352" cy="1008912"/>
            </a:xfrm>
            <a:custGeom>
              <a:avLst/>
              <a:pathLst>
                <a:path w="6429352" h="1008912">
                  <a:moveTo>
                    <a:pt x="0" y="0"/>
                  </a:moveTo>
                  <a:lnTo>
                    <a:pt x="28003" y="18368"/>
                  </a:lnTo>
                  <a:lnTo>
                    <a:pt x="98348" y="62852"/>
                  </a:lnTo>
                  <a:lnTo>
                    <a:pt x="168692" y="105738"/>
                  </a:lnTo>
                  <a:lnTo>
                    <a:pt x="239037" y="147084"/>
                  </a:lnTo>
                  <a:lnTo>
                    <a:pt x="309381" y="186946"/>
                  </a:lnTo>
                  <a:lnTo>
                    <a:pt x="379726" y="225377"/>
                  </a:lnTo>
                  <a:lnTo>
                    <a:pt x="450070" y="262427"/>
                  </a:lnTo>
                  <a:lnTo>
                    <a:pt x="520415" y="298147"/>
                  </a:lnTo>
                  <a:lnTo>
                    <a:pt x="590759" y="332585"/>
                  </a:lnTo>
                  <a:lnTo>
                    <a:pt x="661104" y="365786"/>
                  </a:lnTo>
                  <a:lnTo>
                    <a:pt x="731448" y="397794"/>
                  </a:lnTo>
                  <a:lnTo>
                    <a:pt x="801793" y="428654"/>
                  </a:lnTo>
                  <a:lnTo>
                    <a:pt x="872137" y="458405"/>
                  </a:lnTo>
                  <a:lnTo>
                    <a:pt x="942482" y="487088"/>
                  </a:lnTo>
                  <a:lnTo>
                    <a:pt x="1012826" y="514741"/>
                  </a:lnTo>
                  <a:lnTo>
                    <a:pt x="1083171" y="541401"/>
                  </a:lnTo>
                  <a:lnTo>
                    <a:pt x="1153515" y="567104"/>
                  </a:lnTo>
                  <a:lnTo>
                    <a:pt x="1223860" y="591884"/>
                  </a:lnTo>
                  <a:lnTo>
                    <a:pt x="1294204" y="615774"/>
                  </a:lnTo>
                  <a:lnTo>
                    <a:pt x="1364549" y="638806"/>
                  </a:lnTo>
                  <a:lnTo>
                    <a:pt x="1434893" y="661011"/>
                  </a:lnTo>
                  <a:lnTo>
                    <a:pt x="1505238" y="682419"/>
                  </a:lnTo>
                  <a:lnTo>
                    <a:pt x="1575582" y="703058"/>
                  </a:lnTo>
                  <a:lnTo>
                    <a:pt x="1645927" y="722956"/>
                  </a:lnTo>
                  <a:lnTo>
                    <a:pt x="1716271" y="742140"/>
                  </a:lnTo>
                  <a:lnTo>
                    <a:pt x="1786616" y="760634"/>
                  </a:lnTo>
                  <a:lnTo>
                    <a:pt x="1856960" y="778465"/>
                  </a:lnTo>
                  <a:lnTo>
                    <a:pt x="1927305" y="795655"/>
                  </a:lnTo>
                  <a:lnTo>
                    <a:pt x="1997649" y="812228"/>
                  </a:lnTo>
                  <a:lnTo>
                    <a:pt x="2067994" y="828206"/>
                  </a:lnTo>
                  <a:lnTo>
                    <a:pt x="2138338" y="843611"/>
                  </a:lnTo>
                  <a:lnTo>
                    <a:pt x="2208683" y="858462"/>
                  </a:lnTo>
                  <a:lnTo>
                    <a:pt x="2279027" y="872780"/>
                  </a:lnTo>
                  <a:lnTo>
                    <a:pt x="2349372" y="886583"/>
                  </a:lnTo>
                  <a:lnTo>
                    <a:pt x="2419716" y="899891"/>
                  </a:lnTo>
                  <a:lnTo>
                    <a:pt x="2490061" y="912722"/>
                  </a:lnTo>
                  <a:lnTo>
                    <a:pt x="2560405" y="925091"/>
                  </a:lnTo>
                  <a:lnTo>
                    <a:pt x="2630750" y="937017"/>
                  </a:lnTo>
                  <a:lnTo>
                    <a:pt x="2701094" y="948514"/>
                  </a:lnTo>
                  <a:lnTo>
                    <a:pt x="2771439" y="958038"/>
                  </a:lnTo>
                  <a:lnTo>
                    <a:pt x="2841783" y="959108"/>
                  </a:lnTo>
                  <a:lnTo>
                    <a:pt x="2912128" y="960175"/>
                  </a:lnTo>
                  <a:lnTo>
                    <a:pt x="2982472" y="961238"/>
                  </a:lnTo>
                  <a:lnTo>
                    <a:pt x="3052817" y="962297"/>
                  </a:lnTo>
                  <a:lnTo>
                    <a:pt x="3123161" y="963352"/>
                  </a:lnTo>
                  <a:lnTo>
                    <a:pt x="3193506" y="964403"/>
                  </a:lnTo>
                  <a:lnTo>
                    <a:pt x="3263850" y="965451"/>
                  </a:lnTo>
                  <a:lnTo>
                    <a:pt x="3334195" y="966495"/>
                  </a:lnTo>
                  <a:lnTo>
                    <a:pt x="3404539" y="967535"/>
                  </a:lnTo>
                  <a:lnTo>
                    <a:pt x="3474883" y="968572"/>
                  </a:lnTo>
                  <a:lnTo>
                    <a:pt x="3545228" y="969604"/>
                  </a:lnTo>
                  <a:lnTo>
                    <a:pt x="3615572" y="970633"/>
                  </a:lnTo>
                  <a:lnTo>
                    <a:pt x="3685917" y="971659"/>
                  </a:lnTo>
                  <a:lnTo>
                    <a:pt x="3756261" y="972681"/>
                  </a:lnTo>
                  <a:lnTo>
                    <a:pt x="3826606" y="973699"/>
                  </a:lnTo>
                  <a:lnTo>
                    <a:pt x="3896950" y="974713"/>
                  </a:lnTo>
                  <a:lnTo>
                    <a:pt x="3967295" y="975724"/>
                  </a:lnTo>
                  <a:lnTo>
                    <a:pt x="4037639" y="976731"/>
                  </a:lnTo>
                  <a:lnTo>
                    <a:pt x="4107984" y="977734"/>
                  </a:lnTo>
                  <a:lnTo>
                    <a:pt x="4178328" y="978734"/>
                  </a:lnTo>
                  <a:lnTo>
                    <a:pt x="4248673" y="979731"/>
                  </a:lnTo>
                  <a:lnTo>
                    <a:pt x="4319017" y="980724"/>
                  </a:lnTo>
                  <a:lnTo>
                    <a:pt x="4389362" y="981713"/>
                  </a:lnTo>
                  <a:lnTo>
                    <a:pt x="4459706" y="982699"/>
                  </a:lnTo>
                  <a:lnTo>
                    <a:pt x="4530051" y="983681"/>
                  </a:lnTo>
                  <a:lnTo>
                    <a:pt x="4600395" y="984660"/>
                  </a:lnTo>
                  <a:lnTo>
                    <a:pt x="4670740" y="985635"/>
                  </a:lnTo>
                  <a:lnTo>
                    <a:pt x="4741084" y="986606"/>
                  </a:lnTo>
                  <a:lnTo>
                    <a:pt x="4811429" y="987575"/>
                  </a:lnTo>
                  <a:lnTo>
                    <a:pt x="4881773" y="988539"/>
                  </a:lnTo>
                  <a:lnTo>
                    <a:pt x="4952118" y="989501"/>
                  </a:lnTo>
                  <a:lnTo>
                    <a:pt x="5022462" y="990459"/>
                  </a:lnTo>
                  <a:lnTo>
                    <a:pt x="5092807" y="991413"/>
                  </a:lnTo>
                  <a:lnTo>
                    <a:pt x="5163151" y="992364"/>
                  </a:lnTo>
                  <a:lnTo>
                    <a:pt x="5233496" y="993312"/>
                  </a:lnTo>
                  <a:lnTo>
                    <a:pt x="5303840" y="994256"/>
                  </a:lnTo>
                  <a:lnTo>
                    <a:pt x="5374185" y="995197"/>
                  </a:lnTo>
                  <a:lnTo>
                    <a:pt x="5444529" y="996134"/>
                  </a:lnTo>
                  <a:lnTo>
                    <a:pt x="5514874" y="997068"/>
                  </a:lnTo>
                  <a:lnTo>
                    <a:pt x="5585218" y="997999"/>
                  </a:lnTo>
                  <a:lnTo>
                    <a:pt x="5655563" y="998927"/>
                  </a:lnTo>
                  <a:lnTo>
                    <a:pt x="5725907" y="999851"/>
                  </a:lnTo>
                  <a:lnTo>
                    <a:pt x="5796252" y="1000772"/>
                  </a:lnTo>
                  <a:lnTo>
                    <a:pt x="5866596" y="1001689"/>
                  </a:lnTo>
                  <a:lnTo>
                    <a:pt x="5936941" y="1002603"/>
                  </a:lnTo>
                  <a:lnTo>
                    <a:pt x="6007285" y="1003514"/>
                  </a:lnTo>
                  <a:lnTo>
                    <a:pt x="6077630" y="1004422"/>
                  </a:lnTo>
                  <a:lnTo>
                    <a:pt x="6147974" y="1005327"/>
                  </a:lnTo>
                  <a:lnTo>
                    <a:pt x="6218319" y="1006228"/>
                  </a:lnTo>
                  <a:lnTo>
                    <a:pt x="6288663" y="1007126"/>
                  </a:lnTo>
                  <a:lnTo>
                    <a:pt x="6359008" y="1008021"/>
                  </a:lnTo>
                  <a:lnTo>
                    <a:pt x="6429352" y="10089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3046235"/>
              <a:ext cx="6964104" cy="309616"/>
            </a:xfrm>
            <a:custGeom>
              <a:avLst/>
              <a:pathLst>
                <a:path w="6964104" h="309616">
                  <a:moveTo>
                    <a:pt x="6964104" y="309616"/>
                  </a:moveTo>
                  <a:lnTo>
                    <a:pt x="6893760" y="307960"/>
                  </a:lnTo>
                  <a:lnTo>
                    <a:pt x="6823415" y="306243"/>
                  </a:lnTo>
                  <a:lnTo>
                    <a:pt x="6753071" y="304462"/>
                  </a:lnTo>
                  <a:lnTo>
                    <a:pt x="6682726" y="302615"/>
                  </a:lnTo>
                  <a:lnTo>
                    <a:pt x="6612382" y="300699"/>
                  </a:lnTo>
                  <a:lnTo>
                    <a:pt x="6542037" y="298712"/>
                  </a:lnTo>
                  <a:lnTo>
                    <a:pt x="6471693" y="296650"/>
                  </a:lnTo>
                  <a:lnTo>
                    <a:pt x="6401348" y="294512"/>
                  </a:lnTo>
                  <a:lnTo>
                    <a:pt x="6331004" y="292294"/>
                  </a:lnTo>
                  <a:lnTo>
                    <a:pt x="6260659" y="289994"/>
                  </a:lnTo>
                  <a:lnTo>
                    <a:pt x="6190315" y="287608"/>
                  </a:lnTo>
                  <a:lnTo>
                    <a:pt x="6119970" y="285133"/>
                  </a:lnTo>
                  <a:lnTo>
                    <a:pt x="6049626" y="282566"/>
                  </a:lnTo>
                  <a:lnTo>
                    <a:pt x="5979281" y="279903"/>
                  </a:lnTo>
                  <a:lnTo>
                    <a:pt x="5908937" y="277141"/>
                  </a:lnTo>
                  <a:lnTo>
                    <a:pt x="5838592" y="274276"/>
                  </a:lnTo>
                  <a:lnTo>
                    <a:pt x="5768248" y="271305"/>
                  </a:lnTo>
                  <a:lnTo>
                    <a:pt x="5697903" y="268222"/>
                  </a:lnTo>
                  <a:lnTo>
                    <a:pt x="5627559" y="265025"/>
                  </a:lnTo>
                  <a:lnTo>
                    <a:pt x="5557214" y="261709"/>
                  </a:lnTo>
                  <a:lnTo>
                    <a:pt x="5486870" y="258270"/>
                  </a:lnTo>
                  <a:lnTo>
                    <a:pt x="5416525" y="254702"/>
                  </a:lnTo>
                  <a:lnTo>
                    <a:pt x="5346181" y="251002"/>
                  </a:lnTo>
                  <a:lnTo>
                    <a:pt x="5275836" y="247163"/>
                  </a:lnTo>
                  <a:lnTo>
                    <a:pt x="5205492" y="243182"/>
                  </a:lnTo>
                  <a:lnTo>
                    <a:pt x="5135147" y="239052"/>
                  </a:lnTo>
                  <a:lnTo>
                    <a:pt x="5064803" y="234769"/>
                  </a:lnTo>
                  <a:lnTo>
                    <a:pt x="4994458" y="230326"/>
                  </a:lnTo>
                  <a:lnTo>
                    <a:pt x="4924114" y="225717"/>
                  </a:lnTo>
                  <a:lnTo>
                    <a:pt x="4853769" y="220937"/>
                  </a:lnTo>
                  <a:lnTo>
                    <a:pt x="4783425" y="215979"/>
                  </a:lnTo>
                  <a:lnTo>
                    <a:pt x="4713080" y="210836"/>
                  </a:lnTo>
                  <a:lnTo>
                    <a:pt x="4642736" y="205502"/>
                  </a:lnTo>
                  <a:lnTo>
                    <a:pt x="4572391" y="199969"/>
                  </a:lnTo>
                  <a:lnTo>
                    <a:pt x="4502047" y="194230"/>
                  </a:lnTo>
                  <a:lnTo>
                    <a:pt x="4431702" y="188277"/>
                  </a:lnTo>
                  <a:lnTo>
                    <a:pt x="4361358" y="182103"/>
                  </a:lnTo>
                  <a:lnTo>
                    <a:pt x="4291013" y="175698"/>
                  </a:lnTo>
                  <a:lnTo>
                    <a:pt x="4220669" y="169055"/>
                  </a:lnTo>
                  <a:lnTo>
                    <a:pt x="4150324" y="162165"/>
                  </a:lnTo>
                  <a:lnTo>
                    <a:pt x="4079980" y="155017"/>
                  </a:lnTo>
                  <a:lnTo>
                    <a:pt x="4009635" y="147604"/>
                  </a:lnTo>
                  <a:lnTo>
                    <a:pt x="3939291" y="139915"/>
                  </a:lnTo>
                  <a:lnTo>
                    <a:pt x="3868946" y="131939"/>
                  </a:lnTo>
                  <a:lnTo>
                    <a:pt x="3798602" y="123666"/>
                  </a:lnTo>
                  <a:lnTo>
                    <a:pt x="3728257" y="115085"/>
                  </a:lnTo>
                  <a:lnTo>
                    <a:pt x="3657913" y="106184"/>
                  </a:lnTo>
                  <a:lnTo>
                    <a:pt x="3587569" y="96952"/>
                  </a:lnTo>
                  <a:lnTo>
                    <a:pt x="3517224" y="87376"/>
                  </a:lnTo>
                  <a:lnTo>
                    <a:pt x="3446880" y="77444"/>
                  </a:lnTo>
                  <a:lnTo>
                    <a:pt x="3376535" y="67141"/>
                  </a:lnTo>
                  <a:lnTo>
                    <a:pt x="3306191" y="56455"/>
                  </a:lnTo>
                  <a:lnTo>
                    <a:pt x="3235846" y="53821"/>
                  </a:lnTo>
                  <a:lnTo>
                    <a:pt x="3165502" y="52742"/>
                  </a:lnTo>
                  <a:lnTo>
                    <a:pt x="3095157" y="51660"/>
                  </a:lnTo>
                  <a:lnTo>
                    <a:pt x="3024813" y="50575"/>
                  </a:lnTo>
                  <a:lnTo>
                    <a:pt x="2954468" y="49485"/>
                  </a:lnTo>
                  <a:lnTo>
                    <a:pt x="2884124" y="48391"/>
                  </a:lnTo>
                  <a:lnTo>
                    <a:pt x="2813779" y="47293"/>
                  </a:lnTo>
                  <a:lnTo>
                    <a:pt x="2743435" y="46192"/>
                  </a:lnTo>
                  <a:lnTo>
                    <a:pt x="2673090" y="45086"/>
                  </a:lnTo>
                  <a:lnTo>
                    <a:pt x="2602746" y="43977"/>
                  </a:lnTo>
                  <a:lnTo>
                    <a:pt x="2532401" y="42863"/>
                  </a:lnTo>
                  <a:lnTo>
                    <a:pt x="2462057" y="41746"/>
                  </a:lnTo>
                  <a:lnTo>
                    <a:pt x="2391712" y="40624"/>
                  </a:lnTo>
                  <a:lnTo>
                    <a:pt x="2321368" y="39499"/>
                  </a:lnTo>
                  <a:lnTo>
                    <a:pt x="2251023" y="38369"/>
                  </a:lnTo>
                  <a:lnTo>
                    <a:pt x="2180679" y="37236"/>
                  </a:lnTo>
                  <a:lnTo>
                    <a:pt x="2110334" y="36098"/>
                  </a:lnTo>
                  <a:lnTo>
                    <a:pt x="2039990" y="34956"/>
                  </a:lnTo>
                  <a:lnTo>
                    <a:pt x="1969645" y="33810"/>
                  </a:lnTo>
                  <a:lnTo>
                    <a:pt x="1899301" y="32660"/>
                  </a:lnTo>
                  <a:lnTo>
                    <a:pt x="1828956" y="31506"/>
                  </a:lnTo>
                  <a:lnTo>
                    <a:pt x="1758612" y="30348"/>
                  </a:lnTo>
                  <a:lnTo>
                    <a:pt x="1688267" y="29185"/>
                  </a:lnTo>
                  <a:lnTo>
                    <a:pt x="1617923" y="28019"/>
                  </a:lnTo>
                  <a:lnTo>
                    <a:pt x="1547578" y="26848"/>
                  </a:lnTo>
                  <a:lnTo>
                    <a:pt x="1477234" y="25673"/>
                  </a:lnTo>
                  <a:lnTo>
                    <a:pt x="1406889" y="24494"/>
                  </a:lnTo>
                  <a:lnTo>
                    <a:pt x="1336545" y="23310"/>
                  </a:lnTo>
                  <a:lnTo>
                    <a:pt x="1266200" y="22123"/>
                  </a:lnTo>
                  <a:lnTo>
                    <a:pt x="1195856" y="20931"/>
                  </a:lnTo>
                  <a:lnTo>
                    <a:pt x="1125511" y="19734"/>
                  </a:lnTo>
                  <a:lnTo>
                    <a:pt x="1055167" y="18534"/>
                  </a:lnTo>
                  <a:lnTo>
                    <a:pt x="984822" y="17329"/>
                  </a:lnTo>
                  <a:lnTo>
                    <a:pt x="914478" y="16120"/>
                  </a:lnTo>
                  <a:lnTo>
                    <a:pt x="844133" y="14906"/>
                  </a:lnTo>
                  <a:lnTo>
                    <a:pt x="773789" y="13688"/>
                  </a:lnTo>
                  <a:lnTo>
                    <a:pt x="703444" y="12466"/>
                  </a:lnTo>
                  <a:lnTo>
                    <a:pt x="633100" y="11239"/>
                  </a:lnTo>
                  <a:lnTo>
                    <a:pt x="562755" y="10008"/>
                  </a:lnTo>
                  <a:lnTo>
                    <a:pt x="492411" y="8773"/>
                  </a:lnTo>
                  <a:lnTo>
                    <a:pt x="422066" y="7533"/>
                  </a:lnTo>
                  <a:lnTo>
                    <a:pt x="351722" y="6289"/>
                  </a:lnTo>
                  <a:lnTo>
                    <a:pt x="281377" y="5040"/>
                  </a:lnTo>
                  <a:lnTo>
                    <a:pt x="211033" y="3787"/>
                  </a:lnTo>
                  <a:lnTo>
                    <a:pt x="140688" y="2529"/>
                  </a:lnTo>
                  <a:lnTo>
                    <a:pt x="70344" y="126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633692"/>
              <a:ext cx="6964104" cy="661555"/>
            </a:xfrm>
            <a:custGeom>
              <a:avLst/>
              <a:pathLst>
                <a:path w="6964104" h="661555">
                  <a:moveTo>
                    <a:pt x="0" y="0"/>
                  </a:moveTo>
                  <a:lnTo>
                    <a:pt x="70344" y="15237"/>
                  </a:lnTo>
                  <a:lnTo>
                    <a:pt x="140688" y="30171"/>
                  </a:lnTo>
                  <a:lnTo>
                    <a:pt x="211033" y="44808"/>
                  </a:lnTo>
                  <a:lnTo>
                    <a:pt x="281377" y="59155"/>
                  </a:lnTo>
                  <a:lnTo>
                    <a:pt x="351722" y="73216"/>
                  </a:lnTo>
                  <a:lnTo>
                    <a:pt x="422066" y="86998"/>
                  </a:lnTo>
                  <a:lnTo>
                    <a:pt x="492411" y="100506"/>
                  </a:lnTo>
                  <a:lnTo>
                    <a:pt x="562755" y="113746"/>
                  </a:lnTo>
                  <a:lnTo>
                    <a:pt x="633100" y="126722"/>
                  </a:lnTo>
                  <a:lnTo>
                    <a:pt x="703444" y="139440"/>
                  </a:lnTo>
                  <a:lnTo>
                    <a:pt x="773789" y="151906"/>
                  </a:lnTo>
                  <a:lnTo>
                    <a:pt x="844133" y="164124"/>
                  </a:lnTo>
                  <a:lnTo>
                    <a:pt x="914478" y="176099"/>
                  </a:lnTo>
                  <a:lnTo>
                    <a:pt x="984822" y="187836"/>
                  </a:lnTo>
                  <a:lnTo>
                    <a:pt x="1055167" y="199339"/>
                  </a:lnTo>
                  <a:lnTo>
                    <a:pt x="1125511" y="210614"/>
                  </a:lnTo>
                  <a:lnTo>
                    <a:pt x="1195856" y="221665"/>
                  </a:lnTo>
                  <a:lnTo>
                    <a:pt x="1266200" y="232497"/>
                  </a:lnTo>
                  <a:lnTo>
                    <a:pt x="1336545" y="243113"/>
                  </a:lnTo>
                  <a:lnTo>
                    <a:pt x="1406889" y="253517"/>
                  </a:lnTo>
                  <a:lnTo>
                    <a:pt x="1477234" y="263716"/>
                  </a:lnTo>
                  <a:lnTo>
                    <a:pt x="1547578" y="273711"/>
                  </a:lnTo>
                  <a:lnTo>
                    <a:pt x="1617923" y="283508"/>
                  </a:lnTo>
                  <a:lnTo>
                    <a:pt x="1688267" y="293110"/>
                  </a:lnTo>
                  <a:lnTo>
                    <a:pt x="1758612" y="302521"/>
                  </a:lnTo>
                  <a:lnTo>
                    <a:pt x="1828956" y="311745"/>
                  </a:lnTo>
                  <a:lnTo>
                    <a:pt x="1899301" y="320786"/>
                  </a:lnTo>
                  <a:lnTo>
                    <a:pt x="1969645" y="329647"/>
                  </a:lnTo>
                  <a:lnTo>
                    <a:pt x="2039990" y="338332"/>
                  </a:lnTo>
                  <a:lnTo>
                    <a:pt x="2110334" y="346845"/>
                  </a:lnTo>
                  <a:lnTo>
                    <a:pt x="2180679" y="355188"/>
                  </a:lnTo>
                  <a:lnTo>
                    <a:pt x="2251023" y="363365"/>
                  </a:lnTo>
                  <a:lnTo>
                    <a:pt x="2321368" y="371380"/>
                  </a:lnTo>
                  <a:lnTo>
                    <a:pt x="2391712" y="379236"/>
                  </a:lnTo>
                  <a:lnTo>
                    <a:pt x="2462057" y="386935"/>
                  </a:lnTo>
                  <a:lnTo>
                    <a:pt x="2532401" y="394481"/>
                  </a:lnTo>
                  <a:lnTo>
                    <a:pt x="2602746" y="401878"/>
                  </a:lnTo>
                  <a:lnTo>
                    <a:pt x="2673090" y="409127"/>
                  </a:lnTo>
                  <a:lnTo>
                    <a:pt x="2743435" y="416232"/>
                  </a:lnTo>
                  <a:lnTo>
                    <a:pt x="2813779" y="423196"/>
                  </a:lnTo>
                  <a:lnTo>
                    <a:pt x="2884124" y="430022"/>
                  </a:lnTo>
                  <a:lnTo>
                    <a:pt x="2954468" y="436712"/>
                  </a:lnTo>
                  <a:lnTo>
                    <a:pt x="3024813" y="443269"/>
                  </a:lnTo>
                  <a:lnTo>
                    <a:pt x="3095157" y="449695"/>
                  </a:lnTo>
                  <a:lnTo>
                    <a:pt x="3165502" y="455994"/>
                  </a:lnTo>
                  <a:lnTo>
                    <a:pt x="3235846" y="462168"/>
                  </a:lnTo>
                  <a:lnTo>
                    <a:pt x="3306191" y="468219"/>
                  </a:lnTo>
                  <a:lnTo>
                    <a:pt x="3376535" y="474150"/>
                  </a:lnTo>
                  <a:lnTo>
                    <a:pt x="3446880" y="479963"/>
                  </a:lnTo>
                  <a:lnTo>
                    <a:pt x="3517224" y="485660"/>
                  </a:lnTo>
                  <a:lnTo>
                    <a:pt x="3587569" y="491244"/>
                  </a:lnTo>
                  <a:lnTo>
                    <a:pt x="3657913" y="496717"/>
                  </a:lnTo>
                  <a:lnTo>
                    <a:pt x="3728257" y="502081"/>
                  </a:lnTo>
                  <a:lnTo>
                    <a:pt x="3798602" y="507339"/>
                  </a:lnTo>
                  <a:lnTo>
                    <a:pt x="3868946" y="512492"/>
                  </a:lnTo>
                  <a:lnTo>
                    <a:pt x="3939291" y="517543"/>
                  </a:lnTo>
                  <a:lnTo>
                    <a:pt x="4009635" y="522493"/>
                  </a:lnTo>
                  <a:lnTo>
                    <a:pt x="4079980" y="527345"/>
                  </a:lnTo>
                  <a:lnTo>
                    <a:pt x="4150324" y="532101"/>
                  </a:lnTo>
                  <a:lnTo>
                    <a:pt x="4220669" y="536762"/>
                  </a:lnTo>
                  <a:lnTo>
                    <a:pt x="4291013" y="541330"/>
                  </a:lnTo>
                  <a:lnTo>
                    <a:pt x="4361358" y="545808"/>
                  </a:lnTo>
                  <a:lnTo>
                    <a:pt x="4431702" y="550196"/>
                  </a:lnTo>
                  <a:lnTo>
                    <a:pt x="4502047" y="554497"/>
                  </a:lnTo>
                  <a:lnTo>
                    <a:pt x="4572391" y="558713"/>
                  </a:lnTo>
                  <a:lnTo>
                    <a:pt x="4642736" y="562845"/>
                  </a:lnTo>
                  <a:lnTo>
                    <a:pt x="4713080" y="566895"/>
                  </a:lnTo>
                  <a:lnTo>
                    <a:pt x="4783425" y="570865"/>
                  </a:lnTo>
                  <a:lnTo>
                    <a:pt x="4853769" y="574755"/>
                  </a:lnTo>
                  <a:lnTo>
                    <a:pt x="4924114" y="578568"/>
                  </a:lnTo>
                  <a:lnTo>
                    <a:pt x="4994458" y="582306"/>
                  </a:lnTo>
                  <a:lnTo>
                    <a:pt x="5064803" y="585969"/>
                  </a:lnTo>
                  <a:lnTo>
                    <a:pt x="5135147" y="589559"/>
                  </a:lnTo>
                  <a:lnTo>
                    <a:pt x="5205492" y="593078"/>
                  </a:lnTo>
                  <a:lnTo>
                    <a:pt x="5275836" y="596527"/>
                  </a:lnTo>
                  <a:lnTo>
                    <a:pt x="5346181" y="599907"/>
                  </a:lnTo>
                  <a:lnTo>
                    <a:pt x="5416525" y="603221"/>
                  </a:lnTo>
                  <a:lnTo>
                    <a:pt x="5486870" y="606468"/>
                  </a:lnTo>
                  <a:lnTo>
                    <a:pt x="5557214" y="609651"/>
                  </a:lnTo>
                  <a:lnTo>
                    <a:pt x="5627559" y="612771"/>
                  </a:lnTo>
                  <a:lnTo>
                    <a:pt x="5697903" y="615828"/>
                  </a:lnTo>
                  <a:lnTo>
                    <a:pt x="5768248" y="618825"/>
                  </a:lnTo>
                  <a:lnTo>
                    <a:pt x="5838592" y="621762"/>
                  </a:lnTo>
                  <a:lnTo>
                    <a:pt x="5908937" y="624641"/>
                  </a:lnTo>
                  <a:lnTo>
                    <a:pt x="5979281" y="627463"/>
                  </a:lnTo>
                  <a:lnTo>
                    <a:pt x="6049626" y="630228"/>
                  </a:lnTo>
                  <a:lnTo>
                    <a:pt x="6119970" y="632939"/>
                  </a:lnTo>
                  <a:lnTo>
                    <a:pt x="6190315" y="635596"/>
                  </a:lnTo>
                  <a:lnTo>
                    <a:pt x="6260659" y="638199"/>
                  </a:lnTo>
                  <a:lnTo>
                    <a:pt x="6331004" y="640752"/>
                  </a:lnTo>
                  <a:lnTo>
                    <a:pt x="6401348" y="643253"/>
                  </a:lnTo>
                  <a:lnTo>
                    <a:pt x="6471693" y="645705"/>
                  </a:lnTo>
                  <a:lnTo>
                    <a:pt x="6542037" y="648108"/>
                  </a:lnTo>
                  <a:lnTo>
                    <a:pt x="6612382" y="650463"/>
                  </a:lnTo>
                  <a:lnTo>
                    <a:pt x="6682726" y="652771"/>
                  </a:lnTo>
                  <a:lnTo>
                    <a:pt x="6753071" y="655034"/>
                  </a:lnTo>
                  <a:lnTo>
                    <a:pt x="6823415" y="657251"/>
                  </a:lnTo>
                  <a:lnTo>
                    <a:pt x="6893760" y="659425"/>
                  </a:lnTo>
                  <a:lnTo>
                    <a:pt x="6964104" y="66155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3035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61403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45104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548017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1.26 (1.04-1.53), p_Bonf = 0.102 (n = 6)  |  per IQR decline (Δ = 29.9 %): 2.00 (1.13-3.54)  |  IQR: [-15.0, 14.9]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1498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72858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54219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335579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41693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498299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57965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661019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42379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373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32178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13538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294899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7625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5761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53897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620339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01699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8305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1235312" y="4336484"/>
              <a:ext cx="6964104" cy="1212759"/>
            </a:xfrm>
            <a:custGeom>
              <a:avLst/>
              <a:pathLst>
                <a:path w="6964104" h="1212759">
                  <a:moveTo>
                    <a:pt x="534751" y="0"/>
                  </a:moveTo>
                  <a:lnTo>
                    <a:pt x="562755" y="18368"/>
                  </a:lnTo>
                  <a:lnTo>
                    <a:pt x="633100" y="62852"/>
                  </a:lnTo>
                  <a:lnTo>
                    <a:pt x="703444" y="105738"/>
                  </a:lnTo>
                  <a:lnTo>
                    <a:pt x="773789" y="147084"/>
                  </a:lnTo>
                  <a:lnTo>
                    <a:pt x="844133" y="186946"/>
                  </a:lnTo>
                  <a:lnTo>
                    <a:pt x="914478" y="225377"/>
                  </a:lnTo>
                  <a:lnTo>
                    <a:pt x="984822" y="262427"/>
                  </a:lnTo>
                  <a:lnTo>
                    <a:pt x="1055167" y="298147"/>
                  </a:lnTo>
                  <a:lnTo>
                    <a:pt x="1125511" y="332585"/>
                  </a:lnTo>
                  <a:lnTo>
                    <a:pt x="1195856" y="365786"/>
                  </a:lnTo>
                  <a:lnTo>
                    <a:pt x="1266200" y="397794"/>
                  </a:lnTo>
                  <a:lnTo>
                    <a:pt x="1336545" y="428654"/>
                  </a:lnTo>
                  <a:lnTo>
                    <a:pt x="1406889" y="458405"/>
                  </a:lnTo>
                  <a:lnTo>
                    <a:pt x="1477234" y="487088"/>
                  </a:lnTo>
                  <a:lnTo>
                    <a:pt x="1547578" y="514741"/>
                  </a:lnTo>
                  <a:lnTo>
                    <a:pt x="1617923" y="541401"/>
                  </a:lnTo>
                  <a:lnTo>
                    <a:pt x="1688267" y="567104"/>
                  </a:lnTo>
                  <a:lnTo>
                    <a:pt x="1758612" y="591884"/>
                  </a:lnTo>
                  <a:lnTo>
                    <a:pt x="1828956" y="615774"/>
                  </a:lnTo>
                  <a:lnTo>
                    <a:pt x="1899301" y="638806"/>
                  </a:lnTo>
                  <a:lnTo>
                    <a:pt x="1969645" y="661011"/>
                  </a:lnTo>
                  <a:lnTo>
                    <a:pt x="2039990" y="682419"/>
                  </a:lnTo>
                  <a:lnTo>
                    <a:pt x="2110334" y="703058"/>
                  </a:lnTo>
                  <a:lnTo>
                    <a:pt x="2180679" y="722956"/>
                  </a:lnTo>
                  <a:lnTo>
                    <a:pt x="2251023" y="742140"/>
                  </a:lnTo>
                  <a:lnTo>
                    <a:pt x="2321368" y="760634"/>
                  </a:lnTo>
                  <a:lnTo>
                    <a:pt x="2391712" y="778465"/>
                  </a:lnTo>
                  <a:lnTo>
                    <a:pt x="2462057" y="795655"/>
                  </a:lnTo>
                  <a:lnTo>
                    <a:pt x="2532401" y="812228"/>
                  </a:lnTo>
                  <a:lnTo>
                    <a:pt x="2602746" y="828206"/>
                  </a:lnTo>
                  <a:lnTo>
                    <a:pt x="2673090" y="843611"/>
                  </a:lnTo>
                  <a:lnTo>
                    <a:pt x="2743435" y="858462"/>
                  </a:lnTo>
                  <a:lnTo>
                    <a:pt x="2813779" y="872780"/>
                  </a:lnTo>
                  <a:lnTo>
                    <a:pt x="2884124" y="886583"/>
                  </a:lnTo>
                  <a:lnTo>
                    <a:pt x="2954468" y="899891"/>
                  </a:lnTo>
                  <a:lnTo>
                    <a:pt x="3024813" y="912722"/>
                  </a:lnTo>
                  <a:lnTo>
                    <a:pt x="3095157" y="925091"/>
                  </a:lnTo>
                  <a:lnTo>
                    <a:pt x="3165502" y="937017"/>
                  </a:lnTo>
                  <a:lnTo>
                    <a:pt x="3235846" y="948514"/>
                  </a:lnTo>
                  <a:lnTo>
                    <a:pt x="3306191" y="958038"/>
                  </a:lnTo>
                  <a:lnTo>
                    <a:pt x="3376535" y="959108"/>
                  </a:lnTo>
                  <a:lnTo>
                    <a:pt x="3446880" y="960175"/>
                  </a:lnTo>
                  <a:lnTo>
                    <a:pt x="3517224" y="961238"/>
                  </a:lnTo>
                  <a:lnTo>
                    <a:pt x="3587569" y="962297"/>
                  </a:lnTo>
                  <a:lnTo>
                    <a:pt x="3657913" y="963352"/>
                  </a:lnTo>
                  <a:lnTo>
                    <a:pt x="3728257" y="964403"/>
                  </a:lnTo>
                  <a:lnTo>
                    <a:pt x="3798602" y="965451"/>
                  </a:lnTo>
                  <a:lnTo>
                    <a:pt x="3868946" y="966495"/>
                  </a:lnTo>
                  <a:lnTo>
                    <a:pt x="3939291" y="967535"/>
                  </a:lnTo>
                  <a:lnTo>
                    <a:pt x="4009635" y="968572"/>
                  </a:lnTo>
                  <a:lnTo>
                    <a:pt x="4079980" y="969604"/>
                  </a:lnTo>
                  <a:lnTo>
                    <a:pt x="4150324" y="970633"/>
                  </a:lnTo>
                  <a:lnTo>
                    <a:pt x="4220669" y="971659"/>
                  </a:lnTo>
                  <a:lnTo>
                    <a:pt x="4291013" y="972681"/>
                  </a:lnTo>
                  <a:lnTo>
                    <a:pt x="4361358" y="973699"/>
                  </a:lnTo>
                  <a:lnTo>
                    <a:pt x="4431702" y="974713"/>
                  </a:lnTo>
                  <a:lnTo>
                    <a:pt x="4502047" y="975724"/>
                  </a:lnTo>
                  <a:lnTo>
                    <a:pt x="4572391" y="976731"/>
                  </a:lnTo>
                  <a:lnTo>
                    <a:pt x="4642736" y="977734"/>
                  </a:lnTo>
                  <a:lnTo>
                    <a:pt x="4713080" y="978734"/>
                  </a:lnTo>
                  <a:lnTo>
                    <a:pt x="4783425" y="979731"/>
                  </a:lnTo>
                  <a:lnTo>
                    <a:pt x="4853769" y="980724"/>
                  </a:lnTo>
                  <a:lnTo>
                    <a:pt x="4924114" y="981713"/>
                  </a:lnTo>
                  <a:lnTo>
                    <a:pt x="4994458" y="982699"/>
                  </a:lnTo>
                  <a:lnTo>
                    <a:pt x="5064803" y="983681"/>
                  </a:lnTo>
                  <a:lnTo>
                    <a:pt x="5135147" y="984660"/>
                  </a:lnTo>
                  <a:lnTo>
                    <a:pt x="5205492" y="985635"/>
                  </a:lnTo>
                  <a:lnTo>
                    <a:pt x="5275836" y="986606"/>
                  </a:lnTo>
                  <a:lnTo>
                    <a:pt x="5346181" y="987575"/>
                  </a:lnTo>
                  <a:lnTo>
                    <a:pt x="5416525" y="988539"/>
                  </a:lnTo>
                  <a:lnTo>
                    <a:pt x="5486870" y="989501"/>
                  </a:lnTo>
                  <a:lnTo>
                    <a:pt x="5557214" y="990459"/>
                  </a:lnTo>
                  <a:lnTo>
                    <a:pt x="5627559" y="991413"/>
                  </a:lnTo>
                  <a:lnTo>
                    <a:pt x="5697903" y="992364"/>
                  </a:lnTo>
                  <a:lnTo>
                    <a:pt x="5768248" y="993312"/>
                  </a:lnTo>
                  <a:lnTo>
                    <a:pt x="5838592" y="994256"/>
                  </a:lnTo>
                  <a:lnTo>
                    <a:pt x="5908937" y="995197"/>
                  </a:lnTo>
                  <a:lnTo>
                    <a:pt x="5979281" y="996134"/>
                  </a:lnTo>
                  <a:lnTo>
                    <a:pt x="6049626" y="997068"/>
                  </a:lnTo>
                  <a:lnTo>
                    <a:pt x="6119970" y="997999"/>
                  </a:lnTo>
                  <a:lnTo>
                    <a:pt x="6190315" y="998927"/>
                  </a:lnTo>
                  <a:lnTo>
                    <a:pt x="6260659" y="999851"/>
                  </a:lnTo>
                  <a:lnTo>
                    <a:pt x="6331004" y="1000772"/>
                  </a:lnTo>
                  <a:lnTo>
                    <a:pt x="6401348" y="1001689"/>
                  </a:lnTo>
                  <a:lnTo>
                    <a:pt x="6471693" y="1002603"/>
                  </a:lnTo>
                  <a:lnTo>
                    <a:pt x="6542037" y="1003514"/>
                  </a:lnTo>
                  <a:lnTo>
                    <a:pt x="6612382" y="1004422"/>
                  </a:lnTo>
                  <a:lnTo>
                    <a:pt x="6682726" y="1005327"/>
                  </a:lnTo>
                  <a:lnTo>
                    <a:pt x="6753071" y="1006228"/>
                  </a:lnTo>
                  <a:lnTo>
                    <a:pt x="6823415" y="1007126"/>
                  </a:lnTo>
                  <a:lnTo>
                    <a:pt x="6893760" y="1008021"/>
                  </a:lnTo>
                  <a:lnTo>
                    <a:pt x="6964104" y="1008912"/>
                  </a:lnTo>
                  <a:lnTo>
                    <a:pt x="6964104" y="1212759"/>
                  </a:lnTo>
                  <a:lnTo>
                    <a:pt x="6893760" y="1211103"/>
                  </a:lnTo>
                  <a:lnTo>
                    <a:pt x="6823415" y="1209386"/>
                  </a:lnTo>
                  <a:lnTo>
                    <a:pt x="6753071" y="1207605"/>
                  </a:lnTo>
                  <a:lnTo>
                    <a:pt x="6682726" y="1205758"/>
                  </a:lnTo>
                  <a:lnTo>
                    <a:pt x="6612382" y="1203842"/>
                  </a:lnTo>
                  <a:lnTo>
                    <a:pt x="6542037" y="1201855"/>
                  </a:lnTo>
                  <a:lnTo>
                    <a:pt x="6471693" y="1199793"/>
                  </a:lnTo>
                  <a:lnTo>
                    <a:pt x="6401348" y="1197655"/>
                  </a:lnTo>
                  <a:lnTo>
                    <a:pt x="6331004" y="1195437"/>
                  </a:lnTo>
                  <a:lnTo>
                    <a:pt x="6260659" y="1193137"/>
                  </a:lnTo>
                  <a:lnTo>
                    <a:pt x="6190315" y="1190751"/>
                  </a:lnTo>
                  <a:lnTo>
                    <a:pt x="6119970" y="1188276"/>
                  </a:lnTo>
                  <a:lnTo>
                    <a:pt x="6049626" y="1185709"/>
                  </a:lnTo>
                  <a:lnTo>
                    <a:pt x="5979281" y="1183046"/>
                  </a:lnTo>
                  <a:lnTo>
                    <a:pt x="5908937" y="1180284"/>
                  </a:lnTo>
                  <a:lnTo>
                    <a:pt x="5838592" y="1177419"/>
                  </a:lnTo>
                  <a:lnTo>
                    <a:pt x="5768248" y="1174448"/>
                  </a:lnTo>
                  <a:lnTo>
                    <a:pt x="5697903" y="1171365"/>
                  </a:lnTo>
                  <a:lnTo>
                    <a:pt x="5627559" y="1168169"/>
                  </a:lnTo>
                  <a:lnTo>
                    <a:pt x="5557214" y="1164852"/>
                  </a:lnTo>
                  <a:lnTo>
                    <a:pt x="5486870" y="1161413"/>
                  </a:lnTo>
                  <a:lnTo>
                    <a:pt x="5416525" y="1157845"/>
                  </a:lnTo>
                  <a:lnTo>
                    <a:pt x="5346181" y="1154145"/>
                  </a:lnTo>
                  <a:lnTo>
                    <a:pt x="5275836" y="1150306"/>
                  </a:lnTo>
                  <a:lnTo>
                    <a:pt x="5205492" y="1146325"/>
                  </a:lnTo>
                  <a:lnTo>
                    <a:pt x="5135147" y="1142195"/>
                  </a:lnTo>
                  <a:lnTo>
                    <a:pt x="5064803" y="1137912"/>
                  </a:lnTo>
                  <a:lnTo>
                    <a:pt x="4994458" y="1133469"/>
                  </a:lnTo>
                  <a:lnTo>
                    <a:pt x="4924114" y="1128860"/>
                  </a:lnTo>
                  <a:lnTo>
                    <a:pt x="4853769" y="1124080"/>
                  </a:lnTo>
                  <a:lnTo>
                    <a:pt x="4783425" y="1119122"/>
                  </a:lnTo>
                  <a:lnTo>
                    <a:pt x="4713080" y="1113980"/>
                  </a:lnTo>
                  <a:lnTo>
                    <a:pt x="4642736" y="1108645"/>
                  </a:lnTo>
                  <a:lnTo>
                    <a:pt x="4572391" y="1103112"/>
                  </a:lnTo>
                  <a:lnTo>
                    <a:pt x="4502047" y="1097373"/>
                  </a:lnTo>
                  <a:lnTo>
                    <a:pt x="4431702" y="1091420"/>
                  </a:lnTo>
                  <a:lnTo>
                    <a:pt x="4361358" y="1085246"/>
                  </a:lnTo>
                  <a:lnTo>
                    <a:pt x="4291013" y="1078841"/>
                  </a:lnTo>
                  <a:lnTo>
                    <a:pt x="4220669" y="1072198"/>
                  </a:lnTo>
                  <a:lnTo>
                    <a:pt x="4150324" y="1065308"/>
                  </a:lnTo>
                  <a:lnTo>
                    <a:pt x="4079980" y="1058160"/>
                  </a:lnTo>
                  <a:lnTo>
                    <a:pt x="4009635" y="1050747"/>
                  </a:lnTo>
                  <a:lnTo>
                    <a:pt x="3939291" y="1043058"/>
                  </a:lnTo>
                  <a:lnTo>
                    <a:pt x="3868946" y="1035082"/>
                  </a:lnTo>
                  <a:lnTo>
                    <a:pt x="3798602" y="1026809"/>
                  </a:lnTo>
                  <a:lnTo>
                    <a:pt x="3728257" y="1018228"/>
                  </a:lnTo>
                  <a:lnTo>
                    <a:pt x="3657913" y="1009327"/>
                  </a:lnTo>
                  <a:lnTo>
                    <a:pt x="3587569" y="1000095"/>
                  </a:lnTo>
                  <a:lnTo>
                    <a:pt x="3517224" y="990519"/>
                  </a:lnTo>
                  <a:lnTo>
                    <a:pt x="3446880" y="980587"/>
                  </a:lnTo>
                  <a:lnTo>
                    <a:pt x="3376535" y="970284"/>
                  </a:lnTo>
                  <a:lnTo>
                    <a:pt x="3306191" y="959598"/>
                  </a:lnTo>
                  <a:lnTo>
                    <a:pt x="3235846" y="956964"/>
                  </a:lnTo>
                  <a:lnTo>
                    <a:pt x="3165502" y="955886"/>
                  </a:lnTo>
                  <a:lnTo>
                    <a:pt x="3095157" y="954803"/>
                  </a:lnTo>
                  <a:lnTo>
                    <a:pt x="3024813" y="953718"/>
                  </a:lnTo>
                  <a:lnTo>
                    <a:pt x="2954468" y="952628"/>
                  </a:lnTo>
                  <a:lnTo>
                    <a:pt x="2884124" y="951534"/>
                  </a:lnTo>
                  <a:lnTo>
                    <a:pt x="2813779" y="950436"/>
                  </a:lnTo>
                  <a:lnTo>
                    <a:pt x="2743435" y="949335"/>
                  </a:lnTo>
                  <a:lnTo>
                    <a:pt x="2673090" y="948229"/>
                  </a:lnTo>
                  <a:lnTo>
                    <a:pt x="2602746" y="947120"/>
                  </a:lnTo>
                  <a:lnTo>
                    <a:pt x="2532401" y="946006"/>
                  </a:lnTo>
                  <a:lnTo>
                    <a:pt x="2462057" y="944889"/>
                  </a:lnTo>
                  <a:lnTo>
                    <a:pt x="2391712" y="943767"/>
                  </a:lnTo>
                  <a:lnTo>
                    <a:pt x="2321368" y="942642"/>
                  </a:lnTo>
                  <a:lnTo>
                    <a:pt x="2251023" y="941512"/>
                  </a:lnTo>
                  <a:lnTo>
                    <a:pt x="2180679" y="940379"/>
                  </a:lnTo>
                  <a:lnTo>
                    <a:pt x="2110334" y="939241"/>
                  </a:lnTo>
                  <a:lnTo>
                    <a:pt x="2039990" y="938099"/>
                  </a:lnTo>
                  <a:lnTo>
                    <a:pt x="1969645" y="936953"/>
                  </a:lnTo>
                  <a:lnTo>
                    <a:pt x="1899301" y="935803"/>
                  </a:lnTo>
                  <a:lnTo>
                    <a:pt x="1828956" y="934649"/>
                  </a:lnTo>
                  <a:lnTo>
                    <a:pt x="1758612" y="933491"/>
                  </a:lnTo>
                  <a:lnTo>
                    <a:pt x="1688267" y="932328"/>
                  </a:lnTo>
                  <a:lnTo>
                    <a:pt x="1617923" y="931162"/>
                  </a:lnTo>
                  <a:lnTo>
                    <a:pt x="1547578" y="929991"/>
                  </a:lnTo>
                  <a:lnTo>
                    <a:pt x="1477234" y="928816"/>
                  </a:lnTo>
                  <a:lnTo>
                    <a:pt x="1406889" y="927637"/>
                  </a:lnTo>
                  <a:lnTo>
                    <a:pt x="1336545" y="926453"/>
                  </a:lnTo>
                  <a:lnTo>
                    <a:pt x="1266200" y="925266"/>
                  </a:lnTo>
                  <a:lnTo>
                    <a:pt x="1195856" y="924074"/>
                  </a:lnTo>
                  <a:lnTo>
                    <a:pt x="1125511" y="922877"/>
                  </a:lnTo>
                  <a:lnTo>
                    <a:pt x="1055167" y="921677"/>
                  </a:lnTo>
                  <a:lnTo>
                    <a:pt x="984822" y="920472"/>
                  </a:lnTo>
                  <a:lnTo>
                    <a:pt x="914478" y="919263"/>
                  </a:lnTo>
                  <a:lnTo>
                    <a:pt x="844133" y="918049"/>
                  </a:lnTo>
                  <a:lnTo>
                    <a:pt x="773789" y="916831"/>
                  </a:lnTo>
                  <a:lnTo>
                    <a:pt x="703444" y="915609"/>
                  </a:lnTo>
                  <a:lnTo>
                    <a:pt x="633100" y="914382"/>
                  </a:lnTo>
                  <a:lnTo>
                    <a:pt x="562755" y="913151"/>
                  </a:lnTo>
                  <a:lnTo>
                    <a:pt x="492411" y="911916"/>
                  </a:lnTo>
                  <a:lnTo>
                    <a:pt x="422066" y="910676"/>
                  </a:lnTo>
                  <a:lnTo>
                    <a:pt x="351722" y="909432"/>
                  </a:lnTo>
                  <a:lnTo>
                    <a:pt x="281377" y="908183"/>
                  </a:lnTo>
                  <a:lnTo>
                    <a:pt x="211033" y="906930"/>
                  </a:lnTo>
                  <a:lnTo>
                    <a:pt x="140688" y="905672"/>
                  </a:lnTo>
                  <a:lnTo>
                    <a:pt x="70344" y="904409"/>
                  </a:lnTo>
                  <a:lnTo>
                    <a:pt x="0" y="9031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1770064" y="4336484"/>
              <a:ext cx="6429352" cy="1008912"/>
            </a:xfrm>
            <a:custGeom>
              <a:avLst/>
              <a:pathLst>
                <a:path w="6429352" h="1008912">
                  <a:moveTo>
                    <a:pt x="0" y="0"/>
                  </a:moveTo>
                  <a:lnTo>
                    <a:pt x="28003" y="18368"/>
                  </a:lnTo>
                  <a:lnTo>
                    <a:pt x="98348" y="62852"/>
                  </a:lnTo>
                  <a:lnTo>
                    <a:pt x="168692" y="105738"/>
                  </a:lnTo>
                  <a:lnTo>
                    <a:pt x="239037" y="147084"/>
                  </a:lnTo>
                  <a:lnTo>
                    <a:pt x="309381" y="186946"/>
                  </a:lnTo>
                  <a:lnTo>
                    <a:pt x="379726" y="225377"/>
                  </a:lnTo>
                  <a:lnTo>
                    <a:pt x="450070" y="262427"/>
                  </a:lnTo>
                  <a:lnTo>
                    <a:pt x="520415" y="298147"/>
                  </a:lnTo>
                  <a:lnTo>
                    <a:pt x="590759" y="332585"/>
                  </a:lnTo>
                  <a:lnTo>
                    <a:pt x="661104" y="365786"/>
                  </a:lnTo>
                  <a:lnTo>
                    <a:pt x="731448" y="397794"/>
                  </a:lnTo>
                  <a:lnTo>
                    <a:pt x="801793" y="428654"/>
                  </a:lnTo>
                  <a:lnTo>
                    <a:pt x="872137" y="458405"/>
                  </a:lnTo>
                  <a:lnTo>
                    <a:pt x="942482" y="487088"/>
                  </a:lnTo>
                  <a:lnTo>
                    <a:pt x="1012826" y="514741"/>
                  </a:lnTo>
                  <a:lnTo>
                    <a:pt x="1083171" y="541401"/>
                  </a:lnTo>
                  <a:lnTo>
                    <a:pt x="1153515" y="567104"/>
                  </a:lnTo>
                  <a:lnTo>
                    <a:pt x="1223860" y="591884"/>
                  </a:lnTo>
                  <a:lnTo>
                    <a:pt x="1294204" y="615774"/>
                  </a:lnTo>
                  <a:lnTo>
                    <a:pt x="1364549" y="638806"/>
                  </a:lnTo>
                  <a:lnTo>
                    <a:pt x="1434893" y="661011"/>
                  </a:lnTo>
                  <a:lnTo>
                    <a:pt x="1505238" y="682419"/>
                  </a:lnTo>
                  <a:lnTo>
                    <a:pt x="1575582" y="703058"/>
                  </a:lnTo>
                  <a:lnTo>
                    <a:pt x="1645927" y="722956"/>
                  </a:lnTo>
                  <a:lnTo>
                    <a:pt x="1716271" y="742140"/>
                  </a:lnTo>
                  <a:lnTo>
                    <a:pt x="1786616" y="760634"/>
                  </a:lnTo>
                  <a:lnTo>
                    <a:pt x="1856960" y="778465"/>
                  </a:lnTo>
                  <a:lnTo>
                    <a:pt x="1927305" y="795655"/>
                  </a:lnTo>
                  <a:lnTo>
                    <a:pt x="1997649" y="812228"/>
                  </a:lnTo>
                  <a:lnTo>
                    <a:pt x="2067994" y="828206"/>
                  </a:lnTo>
                  <a:lnTo>
                    <a:pt x="2138338" y="843611"/>
                  </a:lnTo>
                  <a:lnTo>
                    <a:pt x="2208683" y="858462"/>
                  </a:lnTo>
                  <a:lnTo>
                    <a:pt x="2279027" y="872780"/>
                  </a:lnTo>
                  <a:lnTo>
                    <a:pt x="2349372" y="886583"/>
                  </a:lnTo>
                  <a:lnTo>
                    <a:pt x="2419716" y="899891"/>
                  </a:lnTo>
                  <a:lnTo>
                    <a:pt x="2490061" y="912722"/>
                  </a:lnTo>
                  <a:lnTo>
                    <a:pt x="2560405" y="925091"/>
                  </a:lnTo>
                  <a:lnTo>
                    <a:pt x="2630750" y="937017"/>
                  </a:lnTo>
                  <a:lnTo>
                    <a:pt x="2701094" y="948514"/>
                  </a:lnTo>
                  <a:lnTo>
                    <a:pt x="2771439" y="958038"/>
                  </a:lnTo>
                  <a:lnTo>
                    <a:pt x="2841783" y="959108"/>
                  </a:lnTo>
                  <a:lnTo>
                    <a:pt x="2912128" y="960175"/>
                  </a:lnTo>
                  <a:lnTo>
                    <a:pt x="2982472" y="961238"/>
                  </a:lnTo>
                  <a:lnTo>
                    <a:pt x="3052817" y="962297"/>
                  </a:lnTo>
                  <a:lnTo>
                    <a:pt x="3123161" y="963352"/>
                  </a:lnTo>
                  <a:lnTo>
                    <a:pt x="3193506" y="964403"/>
                  </a:lnTo>
                  <a:lnTo>
                    <a:pt x="3263850" y="965451"/>
                  </a:lnTo>
                  <a:lnTo>
                    <a:pt x="3334195" y="966495"/>
                  </a:lnTo>
                  <a:lnTo>
                    <a:pt x="3404539" y="967535"/>
                  </a:lnTo>
                  <a:lnTo>
                    <a:pt x="3474883" y="968572"/>
                  </a:lnTo>
                  <a:lnTo>
                    <a:pt x="3545228" y="969604"/>
                  </a:lnTo>
                  <a:lnTo>
                    <a:pt x="3615572" y="970633"/>
                  </a:lnTo>
                  <a:lnTo>
                    <a:pt x="3685917" y="971659"/>
                  </a:lnTo>
                  <a:lnTo>
                    <a:pt x="3756261" y="972681"/>
                  </a:lnTo>
                  <a:lnTo>
                    <a:pt x="3826606" y="973699"/>
                  </a:lnTo>
                  <a:lnTo>
                    <a:pt x="3896950" y="974713"/>
                  </a:lnTo>
                  <a:lnTo>
                    <a:pt x="3967295" y="975724"/>
                  </a:lnTo>
                  <a:lnTo>
                    <a:pt x="4037639" y="976731"/>
                  </a:lnTo>
                  <a:lnTo>
                    <a:pt x="4107984" y="977734"/>
                  </a:lnTo>
                  <a:lnTo>
                    <a:pt x="4178328" y="978734"/>
                  </a:lnTo>
                  <a:lnTo>
                    <a:pt x="4248673" y="979731"/>
                  </a:lnTo>
                  <a:lnTo>
                    <a:pt x="4319017" y="980724"/>
                  </a:lnTo>
                  <a:lnTo>
                    <a:pt x="4389362" y="981713"/>
                  </a:lnTo>
                  <a:lnTo>
                    <a:pt x="4459706" y="982699"/>
                  </a:lnTo>
                  <a:lnTo>
                    <a:pt x="4530051" y="983681"/>
                  </a:lnTo>
                  <a:lnTo>
                    <a:pt x="4600395" y="984660"/>
                  </a:lnTo>
                  <a:lnTo>
                    <a:pt x="4670740" y="985635"/>
                  </a:lnTo>
                  <a:lnTo>
                    <a:pt x="4741084" y="986606"/>
                  </a:lnTo>
                  <a:lnTo>
                    <a:pt x="4811429" y="987575"/>
                  </a:lnTo>
                  <a:lnTo>
                    <a:pt x="4881773" y="988539"/>
                  </a:lnTo>
                  <a:lnTo>
                    <a:pt x="4952118" y="989501"/>
                  </a:lnTo>
                  <a:lnTo>
                    <a:pt x="5022462" y="990459"/>
                  </a:lnTo>
                  <a:lnTo>
                    <a:pt x="5092807" y="991413"/>
                  </a:lnTo>
                  <a:lnTo>
                    <a:pt x="5163151" y="992364"/>
                  </a:lnTo>
                  <a:lnTo>
                    <a:pt x="5233496" y="993312"/>
                  </a:lnTo>
                  <a:lnTo>
                    <a:pt x="5303840" y="994256"/>
                  </a:lnTo>
                  <a:lnTo>
                    <a:pt x="5374185" y="995197"/>
                  </a:lnTo>
                  <a:lnTo>
                    <a:pt x="5444529" y="996134"/>
                  </a:lnTo>
                  <a:lnTo>
                    <a:pt x="5514874" y="997068"/>
                  </a:lnTo>
                  <a:lnTo>
                    <a:pt x="5585218" y="997999"/>
                  </a:lnTo>
                  <a:lnTo>
                    <a:pt x="5655563" y="998927"/>
                  </a:lnTo>
                  <a:lnTo>
                    <a:pt x="5725907" y="999851"/>
                  </a:lnTo>
                  <a:lnTo>
                    <a:pt x="5796252" y="1000772"/>
                  </a:lnTo>
                  <a:lnTo>
                    <a:pt x="5866596" y="1001689"/>
                  </a:lnTo>
                  <a:lnTo>
                    <a:pt x="5936941" y="1002603"/>
                  </a:lnTo>
                  <a:lnTo>
                    <a:pt x="6007285" y="1003514"/>
                  </a:lnTo>
                  <a:lnTo>
                    <a:pt x="6077630" y="1004422"/>
                  </a:lnTo>
                  <a:lnTo>
                    <a:pt x="6147974" y="1005327"/>
                  </a:lnTo>
                  <a:lnTo>
                    <a:pt x="6218319" y="1006228"/>
                  </a:lnTo>
                  <a:lnTo>
                    <a:pt x="6288663" y="1007126"/>
                  </a:lnTo>
                  <a:lnTo>
                    <a:pt x="6359008" y="1008021"/>
                  </a:lnTo>
                  <a:lnTo>
                    <a:pt x="6429352" y="10089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235312" y="5239627"/>
              <a:ext cx="6964104" cy="309616"/>
            </a:xfrm>
            <a:custGeom>
              <a:avLst/>
              <a:pathLst>
                <a:path w="6964104" h="309616">
                  <a:moveTo>
                    <a:pt x="6964104" y="309616"/>
                  </a:moveTo>
                  <a:lnTo>
                    <a:pt x="6893760" y="307960"/>
                  </a:lnTo>
                  <a:lnTo>
                    <a:pt x="6823415" y="306243"/>
                  </a:lnTo>
                  <a:lnTo>
                    <a:pt x="6753071" y="304462"/>
                  </a:lnTo>
                  <a:lnTo>
                    <a:pt x="6682726" y="302615"/>
                  </a:lnTo>
                  <a:lnTo>
                    <a:pt x="6612382" y="300699"/>
                  </a:lnTo>
                  <a:lnTo>
                    <a:pt x="6542037" y="298712"/>
                  </a:lnTo>
                  <a:lnTo>
                    <a:pt x="6471693" y="296650"/>
                  </a:lnTo>
                  <a:lnTo>
                    <a:pt x="6401348" y="294512"/>
                  </a:lnTo>
                  <a:lnTo>
                    <a:pt x="6331004" y="292294"/>
                  </a:lnTo>
                  <a:lnTo>
                    <a:pt x="6260659" y="289994"/>
                  </a:lnTo>
                  <a:lnTo>
                    <a:pt x="6190315" y="287608"/>
                  </a:lnTo>
                  <a:lnTo>
                    <a:pt x="6119970" y="285133"/>
                  </a:lnTo>
                  <a:lnTo>
                    <a:pt x="6049626" y="282566"/>
                  </a:lnTo>
                  <a:lnTo>
                    <a:pt x="5979281" y="279903"/>
                  </a:lnTo>
                  <a:lnTo>
                    <a:pt x="5908937" y="277141"/>
                  </a:lnTo>
                  <a:lnTo>
                    <a:pt x="5838592" y="274276"/>
                  </a:lnTo>
                  <a:lnTo>
                    <a:pt x="5768248" y="271305"/>
                  </a:lnTo>
                  <a:lnTo>
                    <a:pt x="5697903" y="268222"/>
                  </a:lnTo>
                  <a:lnTo>
                    <a:pt x="5627559" y="265025"/>
                  </a:lnTo>
                  <a:lnTo>
                    <a:pt x="5557214" y="261709"/>
                  </a:lnTo>
                  <a:lnTo>
                    <a:pt x="5486870" y="258270"/>
                  </a:lnTo>
                  <a:lnTo>
                    <a:pt x="5416525" y="254702"/>
                  </a:lnTo>
                  <a:lnTo>
                    <a:pt x="5346181" y="251002"/>
                  </a:lnTo>
                  <a:lnTo>
                    <a:pt x="5275836" y="247163"/>
                  </a:lnTo>
                  <a:lnTo>
                    <a:pt x="5205492" y="243182"/>
                  </a:lnTo>
                  <a:lnTo>
                    <a:pt x="5135147" y="239052"/>
                  </a:lnTo>
                  <a:lnTo>
                    <a:pt x="5064803" y="234769"/>
                  </a:lnTo>
                  <a:lnTo>
                    <a:pt x="4994458" y="230326"/>
                  </a:lnTo>
                  <a:lnTo>
                    <a:pt x="4924114" y="225717"/>
                  </a:lnTo>
                  <a:lnTo>
                    <a:pt x="4853769" y="220937"/>
                  </a:lnTo>
                  <a:lnTo>
                    <a:pt x="4783425" y="215979"/>
                  </a:lnTo>
                  <a:lnTo>
                    <a:pt x="4713080" y="210836"/>
                  </a:lnTo>
                  <a:lnTo>
                    <a:pt x="4642736" y="205502"/>
                  </a:lnTo>
                  <a:lnTo>
                    <a:pt x="4572391" y="199969"/>
                  </a:lnTo>
                  <a:lnTo>
                    <a:pt x="4502047" y="194230"/>
                  </a:lnTo>
                  <a:lnTo>
                    <a:pt x="4431702" y="188277"/>
                  </a:lnTo>
                  <a:lnTo>
                    <a:pt x="4361358" y="182103"/>
                  </a:lnTo>
                  <a:lnTo>
                    <a:pt x="4291013" y="175698"/>
                  </a:lnTo>
                  <a:lnTo>
                    <a:pt x="4220669" y="169055"/>
                  </a:lnTo>
                  <a:lnTo>
                    <a:pt x="4150324" y="162165"/>
                  </a:lnTo>
                  <a:lnTo>
                    <a:pt x="4079980" y="155017"/>
                  </a:lnTo>
                  <a:lnTo>
                    <a:pt x="4009635" y="147604"/>
                  </a:lnTo>
                  <a:lnTo>
                    <a:pt x="3939291" y="139915"/>
                  </a:lnTo>
                  <a:lnTo>
                    <a:pt x="3868946" y="131939"/>
                  </a:lnTo>
                  <a:lnTo>
                    <a:pt x="3798602" y="123666"/>
                  </a:lnTo>
                  <a:lnTo>
                    <a:pt x="3728257" y="115085"/>
                  </a:lnTo>
                  <a:lnTo>
                    <a:pt x="3657913" y="106184"/>
                  </a:lnTo>
                  <a:lnTo>
                    <a:pt x="3587569" y="96952"/>
                  </a:lnTo>
                  <a:lnTo>
                    <a:pt x="3517224" y="87376"/>
                  </a:lnTo>
                  <a:lnTo>
                    <a:pt x="3446880" y="77444"/>
                  </a:lnTo>
                  <a:lnTo>
                    <a:pt x="3376535" y="67141"/>
                  </a:lnTo>
                  <a:lnTo>
                    <a:pt x="3306191" y="56455"/>
                  </a:lnTo>
                  <a:lnTo>
                    <a:pt x="3235846" y="53821"/>
                  </a:lnTo>
                  <a:lnTo>
                    <a:pt x="3165502" y="52742"/>
                  </a:lnTo>
                  <a:lnTo>
                    <a:pt x="3095157" y="51660"/>
                  </a:lnTo>
                  <a:lnTo>
                    <a:pt x="3024813" y="50575"/>
                  </a:lnTo>
                  <a:lnTo>
                    <a:pt x="2954468" y="49485"/>
                  </a:lnTo>
                  <a:lnTo>
                    <a:pt x="2884124" y="48391"/>
                  </a:lnTo>
                  <a:lnTo>
                    <a:pt x="2813779" y="47293"/>
                  </a:lnTo>
                  <a:lnTo>
                    <a:pt x="2743435" y="46192"/>
                  </a:lnTo>
                  <a:lnTo>
                    <a:pt x="2673090" y="45086"/>
                  </a:lnTo>
                  <a:lnTo>
                    <a:pt x="2602746" y="43977"/>
                  </a:lnTo>
                  <a:lnTo>
                    <a:pt x="2532401" y="42863"/>
                  </a:lnTo>
                  <a:lnTo>
                    <a:pt x="2462057" y="41746"/>
                  </a:lnTo>
                  <a:lnTo>
                    <a:pt x="2391712" y="40624"/>
                  </a:lnTo>
                  <a:lnTo>
                    <a:pt x="2321368" y="39499"/>
                  </a:lnTo>
                  <a:lnTo>
                    <a:pt x="2251023" y="38369"/>
                  </a:lnTo>
                  <a:lnTo>
                    <a:pt x="2180679" y="37236"/>
                  </a:lnTo>
                  <a:lnTo>
                    <a:pt x="2110334" y="36098"/>
                  </a:lnTo>
                  <a:lnTo>
                    <a:pt x="2039990" y="34956"/>
                  </a:lnTo>
                  <a:lnTo>
                    <a:pt x="1969645" y="33810"/>
                  </a:lnTo>
                  <a:lnTo>
                    <a:pt x="1899301" y="32660"/>
                  </a:lnTo>
                  <a:lnTo>
                    <a:pt x="1828956" y="31506"/>
                  </a:lnTo>
                  <a:lnTo>
                    <a:pt x="1758612" y="30348"/>
                  </a:lnTo>
                  <a:lnTo>
                    <a:pt x="1688267" y="29185"/>
                  </a:lnTo>
                  <a:lnTo>
                    <a:pt x="1617923" y="28019"/>
                  </a:lnTo>
                  <a:lnTo>
                    <a:pt x="1547578" y="26848"/>
                  </a:lnTo>
                  <a:lnTo>
                    <a:pt x="1477234" y="25673"/>
                  </a:lnTo>
                  <a:lnTo>
                    <a:pt x="1406889" y="24494"/>
                  </a:lnTo>
                  <a:lnTo>
                    <a:pt x="1336545" y="23310"/>
                  </a:lnTo>
                  <a:lnTo>
                    <a:pt x="1266200" y="22123"/>
                  </a:lnTo>
                  <a:lnTo>
                    <a:pt x="1195856" y="20931"/>
                  </a:lnTo>
                  <a:lnTo>
                    <a:pt x="1125511" y="19734"/>
                  </a:lnTo>
                  <a:lnTo>
                    <a:pt x="1055167" y="18534"/>
                  </a:lnTo>
                  <a:lnTo>
                    <a:pt x="984822" y="17329"/>
                  </a:lnTo>
                  <a:lnTo>
                    <a:pt x="914478" y="16120"/>
                  </a:lnTo>
                  <a:lnTo>
                    <a:pt x="844133" y="14906"/>
                  </a:lnTo>
                  <a:lnTo>
                    <a:pt x="773789" y="13688"/>
                  </a:lnTo>
                  <a:lnTo>
                    <a:pt x="703444" y="12466"/>
                  </a:lnTo>
                  <a:lnTo>
                    <a:pt x="633100" y="11239"/>
                  </a:lnTo>
                  <a:lnTo>
                    <a:pt x="562755" y="10008"/>
                  </a:lnTo>
                  <a:lnTo>
                    <a:pt x="492411" y="8773"/>
                  </a:lnTo>
                  <a:lnTo>
                    <a:pt x="422066" y="7533"/>
                  </a:lnTo>
                  <a:lnTo>
                    <a:pt x="351722" y="6289"/>
                  </a:lnTo>
                  <a:lnTo>
                    <a:pt x="281377" y="5040"/>
                  </a:lnTo>
                  <a:lnTo>
                    <a:pt x="211033" y="3787"/>
                  </a:lnTo>
                  <a:lnTo>
                    <a:pt x="140688" y="2529"/>
                  </a:lnTo>
                  <a:lnTo>
                    <a:pt x="70344" y="126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1235312" y="4827084"/>
              <a:ext cx="6964104" cy="661555"/>
            </a:xfrm>
            <a:custGeom>
              <a:avLst/>
              <a:pathLst>
                <a:path w="6964104" h="661555">
                  <a:moveTo>
                    <a:pt x="0" y="0"/>
                  </a:moveTo>
                  <a:lnTo>
                    <a:pt x="70344" y="15237"/>
                  </a:lnTo>
                  <a:lnTo>
                    <a:pt x="140688" y="30171"/>
                  </a:lnTo>
                  <a:lnTo>
                    <a:pt x="211033" y="44808"/>
                  </a:lnTo>
                  <a:lnTo>
                    <a:pt x="281377" y="59155"/>
                  </a:lnTo>
                  <a:lnTo>
                    <a:pt x="351722" y="73216"/>
                  </a:lnTo>
                  <a:lnTo>
                    <a:pt x="422066" y="86998"/>
                  </a:lnTo>
                  <a:lnTo>
                    <a:pt x="492411" y="100506"/>
                  </a:lnTo>
                  <a:lnTo>
                    <a:pt x="562755" y="113746"/>
                  </a:lnTo>
                  <a:lnTo>
                    <a:pt x="633100" y="126722"/>
                  </a:lnTo>
                  <a:lnTo>
                    <a:pt x="703444" y="139440"/>
                  </a:lnTo>
                  <a:lnTo>
                    <a:pt x="773789" y="151906"/>
                  </a:lnTo>
                  <a:lnTo>
                    <a:pt x="844133" y="164124"/>
                  </a:lnTo>
                  <a:lnTo>
                    <a:pt x="914478" y="176099"/>
                  </a:lnTo>
                  <a:lnTo>
                    <a:pt x="984822" y="187836"/>
                  </a:lnTo>
                  <a:lnTo>
                    <a:pt x="1055167" y="199339"/>
                  </a:lnTo>
                  <a:lnTo>
                    <a:pt x="1125511" y="210614"/>
                  </a:lnTo>
                  <a:lnTo>
                    <a:pt x="1195856" y="221665"/>
                  </a:lnTo>
                  <a:lnTo>
                    <a:pt x="1266200" y="232497"/>
                  </a:lnTo>
                  <a:lnTo>
                    <a:pt x="1336545" y="243113"/>
                  </a:lnTo>
                  <a:lnTo>
                    <a:pt x="1406889" y="253517"/>
                  </a:lnTo>
                  <a:lnTo>
                    <a:pt x="1477234" y="263716"/>
                  </a:lnTo>
                  <a:lnTo>
                    <a:pt x="1547578" y="273711"/>
                  </a:lnTo>
                  <a:lnTo>
                    <a:pt x="1617923" y="283508"/>
                  </a:lnTo>
                  <a:lnTo>
                    <a:pt x="1688267" y="293110"/>
                  </a:lnTo>
                  <a:lnTo>
                    <a:pt x="1758612" y="302521"/>
                  </a:lnTo>
                  <a:lnTo>
                    <a:pt x="1828956" y="311745"/>
                  </a:lnTo>
                  <a:lnTo>
                    <a:pt x="1899301" y="320786"/>
                  </a:lnTo>
                  <a:lnTo>
                    <a:pt x="1969645" y="329647"/>
                  </a:lnTo>
                  <a:lnTo>
                    <a:pt x="2039990" y="338332"/>
                  </a:lnTo>
                  <a:lnTo>
                    <a:pt x="2110334" y="346845"/>
                  </a:lnTo>
                  <a:lnTo>
                    <a:pt x="2180679" y="355188"/>
                  </a:lnTo>
                  <a:lnTo>
                    <a:pt x="2251023" y="363365"/>
                  </a:lnTo>
                  <a:lnTo>
                    <a:pt x="2321368" y="371380"/>
                  </a:lnTo>
                  <a:lnTo>
                    <a:pt x="2391712" y="379236"/>
                  </a:lnTo>
                  <a:lnTo>
                    <a:pt x="2462057" y="386935"/>
                  </a:lnTo>
                  <a:lnTo>
                    <a:pt x="2532401" y="394481"/>
                  </a:lnTo>
                  <a:lnTo>
                    <a:pt x="2602746" y="401878"/>
                  </a:lnTo>
                  <a:lnTo>
                    <a:pt x="2673090" y="409127"/>
                  </a:lnTo>
                  <a:lnTo>
                    <a:pt x="2743435" y="416232"/>
                  </a:lnTo>
                  <a:lnTo>
                    <a:pt x="2813779" y="423196"/>
                  </a:lnTo>
                  <a:lnTo>
                    <a:pt x="2884124" y="430022"/>
                  </a:lnTo>
                  <a:lnTo>
                    <a:pt x="2954468" y="436712"/>
                  </a:lnTo>
                  <a:lnTo>
                    <a:pt x="3024813" y="443269"/>
                  </a:lnTo>
                  <a:lnTo>
                    <a:pt x="3095157" y="449695"/>
                  </a:lnTo>
                  <a:lnTo>
                    <a:pt x="3165502" y="455994"/>
                  </a:lnTo>
                  <a:lnTo>
                    <a:pt x="3235846" y="462168"/>
                  </a:lnTo>
                  <a:lnTo>
                    <a:pt x="3306191" y="468219"/>
                  </a:lnTo>
                  <a:lnTo>
                    <a:pt x="3376535" y="474150"/>
                  </a:lnTo>
                  <a:lnTo>
                    <a:pt x="3446880" y="479963"/>
                  </a:lnTo>
                  <a:lnTo>
                    <a:pt x="3517224" y="485660"/>
                  </a:lnTo>
                  <a:lnTo>
                    <a:pt x="3587569" y="491244"/>
                  </a:lnTo>
                  <a:lnTo>
                    <a:pt x="3657913" y="496717"/>
                  </a:lnTo>
                  <a:lnTo>
                    <a:pt x="3728257" y="502081"/>
                  </a:lnTo>
                  <a:lnTo>
                    <a:pt x="3798602" y="507339"/>
                  </a:lnTo>
                  <a:lnTo>
                    <a:pt x="3868946" y="512492"/>
                  </a:lnTo>
                  <a:lnTo>
                    <a:pt x="3939291" y="517543"/>
                  </a:lnTo>
                  <a:lnTo>
                    <a:pt x="4009635" y="522493"/>
                  </a:lnTo>
                  <a:lnTo>
                    <a:pt x="4079980" y="527345"/>
                  </a:lnTo>
                  <a:lnTo>
                    <a:pt x="4150324" y="532101"/>
                  </a:lnTo>
                  <a:lnTo>
                    <a:pt x="4220669" y="536762"/>
                  </a:lnTo>
                  <a:lnTo>
                    <a:pt x="4291013" y="541330"/>
                  </a:lnTo>
                  <a:lnTo>
                    <a:pt x="4361358" y="545808"/>
                  </a:lnTo>
                  <a:lnTo>
                    <a:pt x="4431702" y="550196"/>
                  </a:lnTo>
                  <a:lnTo>
                    <a:pt x="4502047" y="554497"/>
                  </a:lnTo>
                  <a:lnTo>
                    <a:pt x="4572391" y="558713"/>
                  </a:lnTo>
                  <a:lnTo>
                    <a:pt x="4642736" y="562845"/>
                  </a:lnTo>
                  <a:lnTo>
                    <a:pt x="4713080" y="566895"/>
                  </a:lnTo>
                  <a:lnTo>
                    <a:pt x="4783425" y="570865"/>
                  </a:lnTo>
                  <a:lnTo>
                    <a:pt x="4853769" y="574755"/>
                  </a:lnTo>
                  <a:lnTo>
                    <a:pt x="4924114" y="578568"/>
                  </a:lnTo>
                  <a:lnTo>
                    <a:pt x="4994458" y="582306"/>
                  </a:lnTo>
                  <a:lnTo>
                    <a:pt x="5064803" y="585969"/>
                  </a:lnTo>
                  <a:lnTo>
                    <a:pt x="5135147" y="589559"/>
                  </a:lnTo>
                  <a:lnTo>
                    <a:pt x="5205492" y="593078"/>
                  </a:lnTo>
                  <a:lnTo>
                    <a:pt x="5275836" y="596527"/>
                  </a:lnTo>
                  <a:lnTo>
                    <a:pt x="5346181" y="599907"/>
                  </a:lnTo>
                  <a:lnTo>
                    <a:pt x="5416525" y="603221"/>
                  </a:lnTo>
                  <a:lnTo>
                    <a:pt x="5486870" y="606468"/>
                  </a:lnTo>
                  <a:lnTo>
                    <a:pt x="5557214" y="609651"/>
                  </a:lnTo>
                  <a:lnTo>
                    <a:pt x="5627559" y="612771"/>
                  </a:lnTo>
                  <a:lnTo>
                    <a:pt x="5697903" y="615828"/>
                  </a:lnTo>
                  <a:lnTo>
                    <a:pt x="5768248" y="618825"/>
                  </a:lnTo>
                  <a:lnTo>
                    <a:pt x="5838592" y="621762"/>
                  </a:lnTo>
                  <a:lnTo>
                    <a:pt x="5908937" y="624641"/>
                  </a:lnTo>
                  <a:lnTo>
                    <a:pt x="5979281" y="627463"/>
                  </a:lnTo>
                  <a:lnTo>
                    <a:pt x="6049626" y="630228"/>
                  </a:lnTo>
                  <a:lnTo>
                    <a:pt x="6119970" y="632939"/>
                  </a:lnTo>
                  <a:lnTo>
                    <a:pt x="6190315" y="635596"/>
                  </a:lnTo>
                  <a:lnTo>
                    <a:pt x="6260659" y="638199"/>
                  </a:lnTo>
                  <a:lnTo>
                    <a:pt x="6331004" y="640752"/>
                  </a:lnTo>
                  <a:lnTo>
                    <a:pt x="6401348" y="643253"/>
                  </a:lnTo>
                  <a:lnTo>
                    <a:pt x="6471693" y="645705"/>
                  </a:lnTo>
                  <a:lnTo>
                    <a:pt x="6542037" y="648108"/>
                  </a:lnTo>
                  <a:lnTo>
                    <a:pt x="6612382" y="650463"/>
                  </a:lnTo>
                  <a:lnTo>
                    <a:pt x="6682726" y="652771"/>
                  </a:lnTo>
                  <a:lnTo>
                    <a:pt x="6753071" y="655034"/>
                  </a:lnTo>
                  <a:lnTo>
                    <a:pt x="6823415" y="657251"/>
                  </a:lnTo>
                  <a:lnTo>
                    <a:pt x="6893760" y="659425"/>
                  </a:lnTo>
                  <a:lnTo>
                    <a:pt x="6964104" y="66155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53035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3" name="tx73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241001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05460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2868203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368180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4545104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5327615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6141217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6954818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776841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8" name="tx88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4159544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1.26 (1.04-1.53), p_Bonf = 0.102 (n = 6)  |  per IQR decline (Δ = 29.9 %): 2.00 (1.13-3.54)  |  IQR: [-15.0, 14.9] %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887106" y="3932770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2026-07-22T07:57:17Z</dcterms:modified>
  <cp:category/>
</cp:coreProperties>
</file>