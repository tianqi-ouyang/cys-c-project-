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0593"/>
            </a:xfrm>
            <a:custGeom>
              <a:avLst/>
              <a:pathLst>
                <a:path w="7090630" h="3360593">
                  <a:moveTo>
                    <a:pt x="544467" y="0"/>
                  </a:moveTo>
                  <a:lnTo>
                    <a:pt x="572980" y="50899"/>
                  </a:lnTo>
                  <a:lnTo>
                    <a:pt x="644602" y="174165"/>
                  </a:lnTo>
                  <a:lnTo>
                    <a:pt x="716225" y="293004"/>
                  </a:lnTo>
                  <a:lnTo>
                    <a:pt x="787847" y="407577"/>
                  </a:lnTo>
                  <a:lnTo>
                    <a:pt x="859470" y="518035"/>
                  </a:lnTo>
                  <a:lnTo>
                    <a:pt x="931092" y="624527"/>
                  </a:lnTo>
                  <a:lnTo>
                    <a:pt x="1002715" y="727195"/>
                  </a:lnTo>
                  <a:lnTo>
                    <a:pt x="1074337" y="826176"/>
                  </a:lnTo>
                  <a:lnTo>
                    <a:pt x="1145960" y="921604"/>
                  </a:lnTo>
                  <a:lnTo>
                    <a:pt x="1217582" y="1013604"/>
                  </a:lnTo>
                  <a:lnTo>
                    <a:pt x="1289205" y="1102302"/>
                  </a:lnTo>
                  <a:lnTo>
                    <a:pt x="1360827" y="1187814"/>
                  </a:lnTo>
                  <a:lnTo>
                    <a:pt x="1432450" y="1270256"/>
                  </a:lnTo>
                  <a:lnTo>
                    <a:pt x="1504073" y="1349737"/>
                  </a:lnTo>
                  <a:lnTo>
                    <a:pt x="1575695" y="1426364"/>
                  </a:lnTo>
                  <a:lnTo>
                    <a:pt x="1647318" y="1500240"/>
                  </a:lnTo>
                  <a:lnTo>
                    <a:pt x="1718940" y="1571463"/>
                  </a:lnTo>
                  <a:lnTo>
                    <a:pt x="1790563" y="1640129"/>
                  </a:lnTo>
                  <a:lnTo>
                    <a:pt x="1862185" y="1706329"/>
                  </a:lnTo>
                  <a:lnTo>
                    <a:pt x="1933808" y="1770152"/>
                  </a:lnTo>
                  <a:lnTo>
                    <a:pt x="2005430" y="1831684"/>
                  </a:lnTo>
                  <a:lnTo>
                    <a:pt x="2077053" y="1891005"/>
                  </a:lnTo>
                  <a:lnTo>
                    <a:pt x="2148675" y="1948197"/>
                  </a:lnTo>
                  <a:lnTo>
                    <a:pt x="2220298" y="2003335"/>
                  </a:lnTo>
                  <a:lnTo>
                    <a:pt x="2291920" y="2056493"/>
                  </a:lnTo>
                  <a:lnTo>
                    <a:pt x="2363543" y="2107743"/>
                  </a:lnTo>
                  <a:lnTo>
                    <a:pt x="2435165" y="2157152"/>
                  </a:lnTo>
                  <a:lnTo>
                    <a:pt x="2506788" y="2204787"/>
                  </a:lnTo>
                  <a:lnTo>
                    <a:pt x="2578410" y="2250711"/>
                  </a:lnTo>
                  <a:lnTo>
                    <a:pt x="2650033" y="2294987"/>
                  </a:lnTo>
                  <a:lnTo>
                    <a:pt x="2721655" y="2337673"/>
                  </a:lnTo>
                  <a:lnTo>
                    <a:pt x="2793278" y="2378826"/>
                  </a:lnTo>
                  <a:lnTo>
                    <a:pt x="2864901" y="2418501"/>
                  </a:lnTo>
                  <a:lnTo>
                    <a:pt x="2936523" y="2456751"/>
                  </a:lnTo>
                  <a:lnTo>
                    <a:pt x="3008146" y="2493628"/>
                  </a:lnTo>
                  <a:lnTo>
                    <a:pt x="3079768" y="2529181"/>
                  </a:lnTo>
                  <a:lnTo>
                    <a:pt x="3151391" y="2563457"/>
                  </a:lnTo>
                  <a:lnTo>
                    <a:pt x="3223013" y="2596503"/>
                  </a:lnTo>
                  <a:lnTo>
                    <a:pt x="3294636" y="2628362"/>
                  </a:lnTo>
                  <a:lnTo>
                    <a:pt x="3366258" y="2654754"/>
                  </a:lnTo>
                  <a:lnTo>
                    <a:pt x="3437881" y="2657720"/>
                  </a:lnTo>
                  <a:lnTo>
                    <a:pt x="3509503" y="2660676"/>
                  </a:lnTo>
                  <a:lnTo>
                    <a:pt x="3581126" y="2663621"/>
                  </a:lnTo>
                  <a:lnTo>
                    <a:pt x="3652748" y="2666555"/>
                  </a:lnTo>
                  <a:lnTo>
                    <a:pt x="3724371" y="2669479"/>
                  </a:lnTo>
                  <a:lnTo>
                    <a:pt x="3795993" y="2672393"/>
                  </a:lnTo>
                  <a:lnTo>
                    <a:pt x="3867616" y="2675296"/>
                  </a:lnTo>
                  <a:lnTo>
                    <a:pt x="3939238" y="2678189"/>
                  </a:lnTo>
                  <a:lnTo>
                    <a:pt x="4010861" y="2681071"/>
                  </a:lnTo>
                  <a:lnTo>
                    <a:pt x="4082483" y="2683943"/>
                  </a:lnTo>
                  <a:lnTo>
                    <a:pt x="4154106" y="2686805"/>
                  </a:lnTo>
                  <a:lnTo>
                    <a:pt x="4225729" y="2689657"/>
                  </a:lnTo>
                  <a:lnTo>
                    <a:pt x="4297351" y="2692498"/>
                  </a:lnTo>
                  <a:lnTo>
                    <a:pt x="4368974" y="2695329"/>
                  </a:lnTo>
                  <a:lnTo>
                    <a:pt x="4440596" y="2698150"/>
                  </a:lnTo>
                  <a:lnTo>
                    <a:pt x="4512219" y="2700961"/>
                  </a:lnTo>
                  <a:lnTo>
                    <a:pt x="4583841" y="2703762"/>
                  </a:lnTo>
                  <a:lnTo>
                    <a:pt x="4655464" y="2706553"/>
                  </a:lnTo>
                  <a:lnTo>
                    <a:pt x="4727086" y="2709334"/>
                  </a:lnTo>
                  <a:lnTo>
                    <a:pt x="4798709" y="2712105"/>
                  </a:lnTo>
                  <a:lnTo>
                    <a:pt x="4870331" y="2714866"/>
                  </a:lnTo>
                  <a:lnTo>
                    <a:pt x="4941954" y="2717617"/>
                  </a:lnTo>
                  <a:lnTo>
                    <a:pt x="5013576" y="2720358"/>
                  </a:lnTo>
                  <a:lnTo>
                    <a:pt x="5085199" y="2723090"/>
                  </a:lnTo>
                  <a:lnTo>
                    <a:pt x="5156821" y="2725811"/>
                  </a:lnTo>
                  <a:lnTo>
                    <a:pt x="5228444" y="2728523"/>
                  </a:lnTo>
                  <a:lnTo>
                    <a:pt x="5300066" y="2731226"/>
                  </a:lnTo>
                  <a:lnTo>
                    <a:pt x="5371689" y="2733918"/>
                  </a:lnTo>
                  <a:lnTo>
                    <a:pt x="5443311" y="2736601"/>
                  </a:lnTo>
                  <a:lnTo>
                    <a:pt x="5514934" y="2739275"/>
                  </a:lnTo>
                  <a:lnTo>
                    <a:pt x="5586557" y="2741938"/>
                  </a:lnTo>
                  <a:lnTo>
                    <a:pt x="5658179" y="2744593"/>
                  </a:lnTo>
                  <a:lnTo>
                    <a:pt x="5729802" y="2747237"/>
                  </a:lnTo>
                  <a:lnTo>
                    <a:pt x="5801424" y="2749873"/>
                  </a:lnTo>
                  <a:lnTo>
                    <a:pt x="5873047" y="2752499"/>
                  </a:lnTo>
                  <a:lnTo>
                    <a:pt x="5944669" y="2755115"/>
                  </a:lnTo>
                  <a:lnTo>
                    <a:pt x="6016292" y="2757722"/>
                  </a:lnTo>
                  <a:lnTo>
                    <a:pt x="6087914" y="2760320"/>
                  </a:lnTo>
                  <a:lnTo>
                    <a:pt x="6159537" y="2762908"/>
                  </a:lnTo>
                  <a:lnTo>
                    <a:pt x="6231159" y="2765488"/>
                  </a:lnTo>
                  <a:lnTo>
                    <a:pt x="6302782" y="2768058"/>
                  </a:lnTo>
                  <a:lnTo>
                    <a:pt x="6374404" y="2770619"/>
                  </a:lnTo>
                  <a:lnTo>
                    <a:pt x="6446027" y="2773170"/>
                  </a:lnTo>
                  <a:lnTo>
                    <a:pt x="6517649" y="2775713"/>
                  </a:lnTo>
                  <a:lnTo>
                    <a:pt x="6589272" y="2778246"/>
                  </a:lnTo>
                  <a:lnTo>
                    <a:pt x="6660894" y="2780770"/>
                  </a:lnTo>
                  <a:lnTo>
                    <a:pt x="6732517" y="2783286"/>
                  </a:lnTo>
                  <a:lnTo>
                    <a:pt x="6804139" y="2785792"/>
                  </a:lnTo>
                  <a:lnTo>
                    <a:pt x="6875762" y="2788290"/>
                  </a:lnTo>
                  <a:lnTo>
                    <a:pt x="6947385" y="2790778"/>
                  </a:lnTo>
                  <a:lnTo>
                    <a:pt x="7019007" y="2793257"/>
                  </a:lnTo>
                  <a:lnTo>
                    <a:pt x="7090630" y="2795728"/>
                  </a:lnTo>
                  <a:lnTo>
                    <a:pt x="7090630" y="3360593"/>
                  </a:lnTo>
                  <a:lnTo>
                    <a:pt x="7019007" y="3356006"/>
                  </a:lnTo>
                  <a:lnTo>
                    <a:pt x="6947385" y="3351248"/>
                  </a:lnTo>
                  <a:lnTo>
                    <a:pt x="6875762" y="3346313"/>
                  </a:lnTo>
                  <a:lnTo>
                    <a:pt x="6804139" y="3341195"/>
                  </a:lnTo>
                  <a:lnTo>
                    <a:pt x="6732517" y="3335885"/>
                  </a:lnTo>
                  <a:lnTo>
                    <a:pt x="6660894" y="3330378"/>
                  </a:lnTo>
                  <a:lnTo>
                    <a:pt x="6589272" y="3324666"/>
                  </a:lnTo>
                  <a:lnTo>
                    <a:pt x="6517649" y="3318741"/>
                  </a:lnTo>
                  <a:lnTo>
                    <a:pt x="6446027" y="3312595"/>
                  </a:lnTo>
                  <a:lnTo>
                    <a:pt x="6374404" y="3306221"/>
                  </a:lnTo>
                  <a:lnTo>
                    <a:pt x="6302782" y="3299609"/>
                  </a:lnTo>
                  <a:lnTo>
                    <a:pt x="6231159" y="3292750"/>
                  </a:lnTo>
                  <a:lnTo>
                    <a:pt x="6159537" y="3285637"/>
                  </a:lnTo>
                  <a:lnTo>
                    <a:pt x="6087914" y="3278258"/>
                  </a:lnTo>
                  <a:lnTo>
                    <a:pt x="6016292" y="3270605"/>
                  </a:lnTo>
                  <a:lnTo>
                    <a:pt x="5944669" y="3262666"/>
                  </a:lnTo>
                  <a:lnTo>
                    <a:pt x="5873047" y="3254432"/>
                  </a:lnTo>
                  <a:lnTo>
                    <a:pt x="5801424" y="3245891"/>
                  </a:lnTo>
                  <a:lnTo>
                    <a:pt x="5729802" y="3237032"/>
                  </a:lnTo>
                  <a:lnTo>
                    <a:pt x="5658179" y="3227843"/>
                  </a:lnTo>
                  <a:lnTo>
                    <a:pt x="5586557" y="3218312"/>
                  </a:lnTo>
                  <a:lnTo>
                    <a:pt x="5514934" y="3208426"/>
                  </a:lnTo>
                  <a:lnTo>
                    <a:pt x="5443311" y="3198172"/>
                  </a:lnTo>
                  <a:lnTo>
                    <a:pt x="5371689" y="3187536"/>
                  </a:lnTo>
                  <a:lnTo>
                    <a:pt x="5300066" y="3176503"/>
                  </a:lnTo>
                  <a:lnTo>
                    <a:pt x="5228444" y="3165060"/>
                  </a:lnTo>
                  <a:lnTo>
                    <a:pt x="5156821" y="3153190"/>
                  </a:lnTo>
                  <a:lnTo>
                    <a:pt x="5085199" y="3140879"/>
                  </a:lnTo>
                  <a:lnTo>
                    <a:pt x="5013576" y="3128109"/>
                  </a:lnTo>
                  <a:lnTo>
                    <a:pt x="4941954" y="3114863"/>
                  </a:lnTo>
                  <a:lnTo>
                    <a:pt x="4870331" y="3101124"/>
                  </a:lnTo>
                  <a:lnTo>
                    <a:pt x="4798709" y="3086873"/>
                  </a:lnTo>
                  <a:lnTo>
                    <a:pt x="4727086" y="3072091"/>
                  </a:lnTo>
                  <a:lnTo>
                    <a:pt x="4655464" y="3056759"/>
                  </a:lnTo>
                  <a:lnTo>
                    <a:pt x="4583841" y="3040856"/>
                  </a:lnTo>
                  <a:lnTo>
                    <a:pt x="4512219" y="3024361"/>
                  </a:lnTo>
                  <a:lnTo>
                    <a:pt x="4440596" y="3007251"/>
                  </a:lnTo>
                  <a:lnTo>
                    <a:pt x="4368974" y="2989503"/>
                  </a:lnTo>
                  <a:lnTo>
                    <a:pt x="4297351" y="2971095"/>
                  </a:lnTo>
                  <a:lnTo>
                    <a:pt x="4225729" y="2952002"/>
                  </a:lnTo>
                  <a:lnTo>
                    <a:pt x="4154106" y="2932197"/>
                  </a:lnTo>
                  <a:lnTo>
                    <a:pt x="4082483" y="2911654"/>
                  </a:lnTo>
                  <a:lnTo>
                    <a:pt x="4010861" y="2890347"/>
                  </a:lnTo>
                  <a:lnTo>
                    <a:pt x="3939238" y="2868245"/>
                  </a:lnTo>
                  <a:lnTo>
                    <a:pt x="3867616" y="2845321"/>
                  </a:lnTo>
                  <a:lnTo>
                    <a:pt x="3795993" y="2821543"/>
                  </a:lnTo>
                  <a:lnTo>
                    <a:pt x="3724371" y="2796879"/>
                  </a:lnTo>
                  <a:lnTo>
                    <a:pt x="3652748" y="2771296"/>
                  </a:lnTo>
                  <a:lnTo>
                    <a:pt x="3581126" y="2744761"/>
                  </a:lnTo>
                  <a:lnTo>
                    <a:pt x="3509503" y="2717237"/>
                  </a:lnTo>
                  <a:lnTo>
                    <a:pt x="3437881" y="2688689"/>
                  </a:lnTo>
                  <a:lnTo>
                    <a:pt x="3366258" y="2659077"/>
                  </a:lnTo>
                  <a:lnTo>
                    <a:pt x="3294636" y="2651777"/>
                  </a:lnTo>
                  <a:lnTo>
                    <a:pt x="3223013" y="2648790"/>
                  </a:lnTo>
                  <a:lnTo>
                    <a:pt x="3151391" y="2645791"/>
                  </a:lnTo>
                  <a:lnTo>
                    <a:pt x="3079768" y="2642782"/>
                  </a:lnTo>
                  <a:lnTo>
                    <a:pt x="3008146" y="2639762"/>
                  </a:lnTo>
                  <a:lnTo>
                    <a:pt x="2936523" y="2636732"/>
                  </a:lnTo>
                  <a:lnTo>
                    <a:pt x="2864901" y="2633690"/>
                  </a:lnTo>
                  <a:lnTo>
                    <a:pt x="2793278" y="2630637"/>
                  </a:lnTo>
                  <a:lnTo>
                    <a:pt x="2721655" y="2627574"/>
                  </a:lnTo>
                  <a:lnTo>
                    <a:pt x="2650033" y="2624500"/>
                  </a:lnTo>
                  <a:lnTo>
                    <a:pt x="2578410" y="2621414"/>
                  </a:lnTo>
                  <a:lnTo>
                    <a:pt x="2506788" y="2618317"/>
                  </a:lnTo>
                  <a:lnTo>
                    <a:pt x="2435165" y="2615210"/>
                  </a:lnTo>
                  <a:lnTo>
                    <a:pt x="2363543" y="2612091"/>
                  </a:lnTo>
                  <a:lnTo>
                    <a:pt x="2291920" y="2608961"/>
                  </a:lnTo>
                  <a:lnTo>
                    <a:pt x="2220298" y="2605819"/>
                  </a:lnTo>
                  <a:lnTo>
                    <a:pt x="2148675" y="2602667"/>
                  </a:lnTo>
                  <a:lnTo>
                    <a:pt x="2077053" y="2599503"/>
                  </a:lnTo>
                  <a:lnTo>
                    <a:pt x="2005430" y="2596328"/>
                  </a:lnTo>
                  <a:lnTo>
                    <a:pt x="1933808" y="2593141"/>
                  </a:lnTo>
                  <a:lnTo>
                    <a:pt x="1862185" y="2589943"/>
                  </a:lnTo>
                  <a:lnTo>
                    <a:pt x="1790563" y="2586733"/>
                  </a:lnTo>
                  <a:lnTo>
                    <a:pt x="1718940" y="2583512"/>
                  </a:lnTo>
                  <a:lnTo>
                    <a:pt x="1647318" y="2580279"/>
                  </a:lnTo>
                  <a:lnTo>
                    <a:pt x="1575695" y="2577035"/>
                  </a:lnTo>
                  <a:lnTo>
                    <a:pt x="1504073" y="2573779"/>
                  </a:lnTo>
                  <a:lnTo>
                    <a:pt x="1432450" y="2570511"/>
                  </a:lnTo>
                  <a:lnTo>
                    <a:pt x="1360827" y="2567232"/>
                  </a:lnTo>
                  <a:lnTo>
                    <a:pt x="1289205" y="2563941"/>
                  </a:lnTo>
                  <a:lnTo>
                    <a:pt x="1217582" y="2560638"/>
                  </a:lnTo>
                  <a:lnTo>
                    <a:pt x="1145960" y="2557323"/>
                  </a:lnTo>
                  <a:lnTo>
                    <a:pt x="1074337" y="2553996"/>
                  </a:lnTo>
                  <a:lnTo>
                    <a:pt x="1002715" y="2550658"/>
                  </a:lnTo>
                  <a:lnTo>
                    <a:pt x="931092" y="2547307"/>
                  </a:lnTo>
                  <a:lnTo>
                    <a:pt x="859470" y="2543944"/>
                  </a:lnTo>
                  <a:lnTo>
                    <a:pt x="787847" y="2540569"/>
                  </a:lnTo>
                  <a:lnTo>
                    <a:pt x="716225" y="2537182"/>
                  </a:lnTo>
                  <a:lnTo>
                    <a:pt x="644602" y="2533783"/>
                  </a:lnTo>
                  <a:lnTo>
                    <a:pt x="572980" y="2530372"/>
                  </a:lnTo>
                  <a:lnTo>
                    <a:pt x="501357" y="2526949"/>
                  </a:lnTo>
                  <a:lnTo>
                    <a:pt x="429735" y="2523513"/>
                  </a:lnTo>
                  <a:lnTo>
                    <a:pt x="358112" y="2520065"/>
                  </a:lnTo>
                  <a:lnTo>
                    <a:pt x="286490" y="2516604"/>
                  </a:lnTo>
                  <a:lnTo>
                    <a:pt x="214867" y="2513131"/>
                  </a:lnTo>
                  <a:lnTo>
                    <a:pt x="143245" y="2509646"/>
                  </a:lnTo>
                  <a:lnTo>
                    <a:pt x="71622" y="2506148"/>
                  </a:lnTo>
                  <a:lnTo>
                    <a:pt x="0" y="25026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716516" y="2073503"/>
              <a:ext cx="6546162" cy="2795728"/>
            </a:xfrm>
            <a:custGeom>
              <a:avLst/>
              <a:pathLst>
                <a:path w="6546162" h="2795728">
                  <a:moveTo>
                    <a:pt x="0" y="0"/>
                  </a:moveTo>
                  <a:lnTo>
                    <a:pt x="28512" y="50899"/>
                  </a:lnTo>
                  <a:lnTo>
                    <a:pt x="100135" y="174165"/>
                  </a:lnTo>
                  <a:lnTo>
                    <a:pt x="171757" y="293004"/>
                  </a:lnTo>
                  <a:lnTo>
                    <a:pt x="243380" y="407577"/>
                  </a:lnTo>
                  <a:lnTo>
                    <a:pt x="315002" y="518035"/>
                  </a:lnTo>
                  <a:lnTo>
                    <a:pt x="386625" y="624527"/>
                  </a:lnTo>
                  <a:lnTo>
                    <a:pt x="458247" y="727195"/>
                  </a:lnTo>
                  <a:lnTo>
                    <a:pt x="529870" y="826176"/>
                  </a:lnTo>
                  <a:lnTo>
                    <a:pt x="601492" y="921604"/>
                  </a:lnTo>
                  <a:lnTo>
                    <a:pt x="673115" y="1013604"/>
                  </a:lnTo>
                  <a:lnTo>
                    <a:pt x="744737" y="1102302"/>
                  </a:lnTo>
                  <a:lnTo>
                    <a:pt x="816360" y="1187814"/>
                  </a:lnTo>
                  <a:lnTo>
                    <a:pt x="887983" y="1270256"/>
                  </a:lnTo>
                  <a:lnTo>
                    <a:pt x="959605" y="1349737"/>
                  </a:lnTo>
                  <a:lnTo>
                    <a:pt x="1031228" y="1426364"/>
                  </a:lnTo>
                  <a:lnTo>
                    <a:pt x="1102850" y="1500240"/>
                  </a:lnTo>
                  <a:lnTo>
                    <a:pt x="1174473" y="1571463"/>
                  </a:lnTo>
                  <a:lnTo>
                    <a:pt x="1246095" y="1640129"/>
                  </a:lnTo>
                  <a:lnTo>
                    <a:pt x="1317718" y="1706329"/>
                  </a:lnTo>
                  <a:lnTo>
                    <a:pt x="1389340" y="1770152"/>
                  </a:lnTo>
                  <a:lnTo>
                    <a:pt x="1460963" y="1831684"/>
                  </a:lnTo>
                  <a:lnTo>
                    <a:pt x="1532585" y="1891005"/>
                  </a:lnTo>
                  <a:lnTo>
                    <a:pt x="1604208" y="1948197"/>
                  </a:lnTo>
                  <a:lnTo>
                    <a:pt x="1675830" y="2003335"/>
                  </a:lnTo>
                  <a:lnTo>
                    <a:pt x="1747453" y="2056493"/>
                  </a:lnTo>
                  <a:lnTo>
                    <a:pt x="1819075" y="2107743"/>
                  </a:lnTo>
                  <a:lnTo>
                    <a:pt x="1890698" y="2157152"/>
                  </a:lnTo>
                  <a:lnTo>
                    <a:pt x="1962320" y="2204787"/>
                  </a:lnTo>
                  <a:lnTo>
                    <a:pt x="2033943" y="2250711"/>
                  </a:lnTo>
                  <a:lnTo>
                    <a:pt x="2105565" y="2294987"/>
                  </a:lnTo>
                  <a:lnTo>
                    <a:pt x="2177188" y="2337673"/>
                  </a:lnTo>
                  <a:lnTo>
                    <a:pt x="2248811" y="2378826"/>
                  </a:lnTo>
                  <a:lnTo>
                    <a:pt x="2320433" y="2418501"/>
                  </a:lnTo>
                  <a:lnTo>
                    <a:pt x="2392056" y="2456751"/>
                  </a:lnTo>
                  <a:lnTo>
                    <a:pt x="2463678" y="2493628"/>
                  </a:lnTo>
                  <a:lnTo>
                    <a:pt x="2535301" y="2529181"/>
                  </a:lnTo>
                  <a:lnTo>
                    <a:pt x="2606923" y="2563457"/>
                  </a:lnTo>
                  <a:lnTo>
                    <a:pt x="2678546" y="2596503"/>
                  </a:lnTo>
                  <a:lnTo>
                    <a:pt x="2750168" y="2628362"/>
                  </a:lnTo>
                  <a:lnTo>
                    <a:pt x="2821791" y="2654754"/>
                  </a:lnTo>
                  <a:lnTo>
                    <a:pt x="2893413" y="2657720"/>
                  </a:lnTo>
                  <a:lnTo>
                    <a:pt x="2965036" y="2660676"/>
                  </a:lnTo>
                  <a:lnTo>
                    <a:pt x="3036658" y="2663621"/>
                  </a:lnTo>
                  <a:lnTo>
                    <a:pt x="3108281" y="2666555"/>
                  </a:lnTo>
                  <a:lnTo>
                    <a:pt x="3179903" y="2669479"/>
                  </a:lnTo>
                  <a:lnTo>
                    <a:pt x="3251526" y="2672393"/>
                  </a:lnTo>
                  <a:lnTo>
                    <a:pt x="3323148" y="2675296"/>
                  </a:lnTo>
                  <a:lnTo>
                    <a:pt x="3394771" y="2678189"/>
                  </a:lnTo>
                  <a:lnTo>
                    <a:pt x="3466393" y="2681071"/>
                  </a:lnTo>
                  <a:lnTo>
                    <a:pt x="3538016" y="2683943"/>
                  </a:lnTo>
                  <a:lnTo>
                    <a:pt x="3609639" y="2686805"/>
                  </a:lnTo>
                  <a:lnTo>
                    <a:pt x="3681261" y="2689657"/>
                  </a:lnTo>
                  <a:lnTo>
                    <a:pt x="3752884" y="2692498"/>
                  </a:lnTo>
                  <a:lnTo>
                    <a:pt x="3824506" y="2695329"/>
                  </a:lnTo>
                  <a:lnTo>
                    <a:pt x="3896129" y="2698150"/>
                  </a:lnTo>
                  <a:lnTo>
                    <a:pt x="3967751" y="2700961"/>
                  </a:lnTo>
                  <a:lnTo>
                    <a:pt x="4039374" y="2703762"/>
                  </a:lnTo>
                  <a:lnTo>
                    <a:pt x="4110996" y="2706553"/>
                  </a:lnTo>
                  <a:lnTo>
                    <a:pt x="4182619" y="2709334"/>
                  </a:lnTo>
                  <a:lnTo>
                    <a:pt x="4254241" y="2712105"/>
                  </a:lnTo>
                  <a:lnTo>
                    <a:pt x="4325864" y="2714866"/>
                  </a:lnTo>
                  <a:lnTo>
                    <a:pt x="4397486" y="2717617"/>
                  </a:lnTo>
                  <a:lnTo>
                    <a:pt x="4469109" y="2720358"/>
                  </a:lnTo>
                  <a:lnTo>
                    <a:pt x="4540731" y="2723090"/>
                  </a:lnTo>
                  <a:lnTo>
                    <a:pt x="4612354" y="2725811"/>
                  </a:lnTo>
                  <a:lnTo>
                    <a:pt x="4683976" y="2728523"/>
                  </a:lnTo>
                  <a:lnTo>
                    <a:pt x="4755599" y="2731226"/>
                  </a:lnTo>
                  <a:lnTo>
                    <a:pt x="4827221" y="2733918"/>
                  </a:lnTo>
                  <a:lnTo>
                    <a:pt x="4898844" y="2736601"/>
                  </a:lnTo>
                  <a:lnTo>
                    <a:pt x="4970467" y="2739275"/>
                  </a:lnTo>
                  <a:lnTo>
                    <a:pt x="5042089" y="2741938"/>
                  </a:lnTo>
                  <a:lnTo>
                    <a:pt x="5113712" y="2744593"/>
                  </a:lnTo>
                  <a:lnTo>
                    <a:pt x="5185334" y="2747237"/>
                  </a:lnTo>
                  <a:lnTo>
                    <a:pt x="5256957" y="2749873"/>
                  </a:lnTo>
                  <a:lnTo>
                    <a:pt x="5328579" y="2752499"/>
                  </a:lnTo>
                  <a:lnTo>
                    <a:pt x="5400202" y="2755115"/>
                  </a:lnTo>
                  <a:lnTo>
                    <a:pt x="5471824" y="2757722"/>
                  </a:lnTo>
                  <a:lnTo>
                    <a:pt x="5543447" y="2760320"/>
                  </a:lnTo>
                  <a:lnTo>
                    <a:pt x="5615069" y="2762908"/>
                  </a:lnTo>
                  <a:lnTo>
                    <a:pt x="5686692" y="2765488"/>
                  </a:lnTo>
                  <a:lnTo>
                    <a:pt x="5758314" y="2768058"/>
                  </a:lnTo>
                  <a:lnTo>
                    <a:pt x="5829937" y="2770619"/>
                  </a:lnTo>
                  <a:lnTo>
                    <a:pt x="5901559" y="2773170"/>
                  </a:lnTo>
                  <a:lnTo>
                    <a:pt x="5973182" y="2775713"/>
                  </a:lnTo>
                  <a:lnTo>
                    <a:pt x="6044804" y="2778246"/>
                  </a:lnTo>
                  <a:lnTo>
                    <a:pt x="6116427" y="2780770"/>
                  </a:lnTo>
                  <a:lnTo>
                    <a:pt x="6188049" y="2783286"/>
                  </a:lnTo>
                  <a:lnTo>
                    <a:pt x="6259672" y="2785792"/>
                  </a:lnTo>
                  <a:lnTo>
                    <a:pt x="6331295" y="2788290"/>
                  </a:lnTo>
                  <a:lnTo>
                    <a:pt x="6402917" y="2790778"/>
                  </a:lnTo>
                  <a:lnTo>
                    <a:pt x="6474540" y="2793257"/>
                  </a:lnTo>
                  <a:lnTo>
                    <a:pt x="6546162" y="27957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76140"/>
              <a:ext cx="7090630" cy="857955"/>
            </a:xfrm>
            <a:custGeom>
              <a:avLst/>
              <a:pathLst>
                <a:path w="7090630" h="857955">
                  <a:moveTo>
                    <a:pt x="7090630" y="857955"/>
                  </a:moveTo>
                  <a:lnTo>
                    <a:pt x="7019007" y="853368"/>
                  </a:lnTo>
                  <a:lnTo>
                    <a:pt x="6947385" y="848611"/>
                  </a:lnTo>
                  <a:lnTo>
                    <a:pt x="6875762" y="843676"/>
                  </a:lnTo>
                  <a:lnTo>
                    <a:pt x="6804139" y="838557"/>
                  </a:lnTo>
                  <a:lnTo>
                    <a:pt x="6732517" y="833248"/>
                  </a:lnTo>
                  <a:lnTo>
                    <a:pt x="6660894" y="827740"/>
                  </a:lnTo>
                  <a:lnTo>
                    <a:pt x="6589272" y="822028"/>
                  </a:lnTo>
                  <a:lnTo>
                    <a:pt x="6517649" y="816103"/>
                  </a:lnTo>
                  <a:lnTo>
                    <a:pt x="6446027" y="809958"/>
                  </a:lnTo>
                  <a:lnTo>
                    <a:pt x="6374404" y="803583"/>
                  </a:lnTo>
                  <a:lnTo>
                    <a:pt x="6302782" y="796971"/>
                  </a:lnTo>
                  <a:lnTo>
                    <a:pt x="6231159" y="790113"/>
                  </a:lnTo>
                  <a:lnTo>
                    <a:pt x="6159537" y="782999"/>
                  </a:lnTo>
                  <a:lnTo>
                    <a:pt x="6087914" y="775621"/>
                  </a:lnTo>
                  <a:lnTo>
                    <a:pt x="6016292" y="767967"/>
                  </a:lnTo>
                  <a:lnTo>
                    <a:pt x="5944669" y="760029"/>
                  </a:lnTo>
                  <a:lnTo>
                    <a:pt x="5873047" y="751795"/>
                  </a:lnTo>
                  <a:lnTo>
                    <a:pt x="5801424" y="743254"/>
                  </a:lnTo>
                  <a:lnTo>
                    <a:pt x="5729802" y="734395"/>
                  </a:lnTo>
                  <a:lnTo>
                    <a:pt x="5658179" y="725206"/>
                  </a:lnTo>
                  <a:lnTo>
                    <a:pt x="5586557" y="715675"/>
                  </a:lnTo>
                  <a:lnTo>
                    <a:pt x="5514934" y="705789"/>
                  </a:lnTo>
                  <a:lnTo>
                    <a:pt x="5443311" y="695534"/>
                  </a:lnTo>
                  <a:lnTo>
                    <a:pt x="5371689" y="684898"/>
                  </a:lnTo>
                  <a:lnTo>
                    <a:pt x="5300066" y="673866"/>
                  </a:lnTo>
                  <a:lnTo>
                    <a:pt x="5228444" y="662422"/>
                  </a:lnTo>
                  <a:lnTo>
                    <a:pt x="5156821" y="650553"/>
                  </a:lnTo>
                  <a:lnTo>
                    <a:pt x="5085199" y="638241"/>
                  </a:lnTo>
                  <a:lnTo>
                    <a:pt x="5013576" y="625471"/>
                  </a:lnTo>
                  <a:lnTo>
                    <a:pt x="4941954" y="612225"/>
                  </a:lnTo>
                  <a:lnTo>
                    <a:pt x="4870331" y="598486"/>
                  </a:lnTo>
                  <a:lnTo>
                    <a:pt x="4798709" y="584235"/>
                  </a:lnTo>
                  <a:lnTo>
                    <a:pt x="4727086" y="569454"/>
                  </a:lnTo>
                  <a:lnTo>
                    <a:pt x="4655464" y="554122"/>
                  </a:lnTo>
                  <a:lnTo>
                    <a:pt x="4583841" y="538218"/>
                  </a:lnTo>
                  <a:lnTo>
                    <a:pt x="4512219" y="521723"/>
                  </a:lnTo>
                  <a:lnTo>
                    <a:pt x="4440596" y="504613"/>
                  </a:lnTo>
                  <a:lnTo>
                    <a:pt x="4368974" y="486866"/>
                  </a:lnTo>
                  <a:lnTo>
                    <a:pt x="4297351" y="468458"/>
                  </a:lnTo>
                  <a:lnTo>
                    <a:pt x="4225729" y="449364"/>
                  </a:lnTo>
                  <a:lnTo>
                    <a:pt x="4154106" y="429559"/>
                  </a:lnTo>
                  <a:lnTo>
                    <a:pt x="4082483" y="409017"/>
                  </a:lnTo>
                  <a:lnTo>
                    <a:pt x="4010861" y="387709"/>
                  </a:lnTo>
                  <a:lnTo>
                    <a:pt x="3939238" y="365608"/>
                  </a:lnTo>
                  <a:lnTo>
                    <a:pt x="3867616" y="342683"/>
                  </a:lnTo>
                  <a:lnTo>
                    <a:pt x="3795993" y="318905"/>
                  </a:lnTo>
                  <a:lnTo>
                    <a:pt x="3724371" y="294241"/>
                  </a:lnTo>
                  <a:lnTo>
                    <a:pt x="3652748" y="268659"/>
                  </a:lnTo>
                  <a:lnTo>
                    <a:pt x="3581126" y="242123"/>
                  </a:lnTo>
                  <a:lnTo>
                    <a:pt x="3509503" y="214600"/>
                  </a:lnTo>
                  <a:lnTo>
                    <a:pt x="3437881" y="186051"/>
                  </a:lnTo>
                  <a:lnTo>
                    <a:pt x="3366258" y="156439"/>
                  </a:lnTo>
                  <a:lnTo>
                    <a:pt x="3294636" y="149140"/>
                  </a:lnTo>
                  <a:lnTo>
                    <a:pt x="3223013" y="146152"/>
                  </a:lnTo>
                  <a:lnTo>
                    <a:pt x="3151391" y="143154"/>
                  </a:lnTo>
                  <a:lnTo>
                    <a:pt x="3079768" y="140145"/>
                  </a:lnTo>
                  <a:lnTo>
                    <a:pt x="3008146" y="137125"/>
                  </a:lnTo>
                  <a:lnTo>
                    <a:pt x="2936523" y="134094"/>
                  </a:lnTo>
                  <a:lnTo>
                    <a:pt x="2864901" y="131052"/>
                  </a:lnTo>
                  <a:lnTo>
                    <a:pt x="2793278" y="128000"/>
                  </a:lnTo>
                  <a:lnTo>
                    <a:pt x="2721655" y="124936"/>
                  </a:lnTo>
                  <a:lnTo>
                    <a:pt x="2650033" y="121862"/>
                  </a:lnTo>
                  <a:lnTo>
                    <a:pt x="2578410" y="118776"/>
                  </a:lnTo>
                  <a:lnTo>
                    <a:pt x="2506788" y="115680"/>
                  </a:lnTo>
                  <a:lnTo>
                    <a:pt x="2435165" y="112572"/>
                  </a:lnTo>
                  <a:lnTo>
                    <a:pt x="2363543" y="109453"/>
                  </a:lnTo>
                  <a:lnTo>
                    <a:pt x="2291920" y="106323"/>
                  </a:lnTo>
                  <a:lnTo>
                    <a:pt x="2220298" y="103182"/>
                  </a:lnTo>
                  <a:lnTo>
                    <a:pt x="2148675" y="100029"/>
                  </a:lnTo>
                  <a:lnTo>
                    <a:pt x="2077053" y="96865"/>
                  </a:lnTo>
                  <a:lnTo>
                    <a:pt x="2005430" y="93690"/>
                  </a:lnTo>
                  <a:lnTo>
                    <a:pt x="1933808" y="90503"/>
                  </a:lnTo>
                  <a:lnTo>
                    <a:pt x="1862185" y="87305"/>
                  </a:lnTo>
                  <a:lnTo>
                    <a:pt x="1790563" y="84096"/>
                  </a:lnTo>
                  <a:lnTo>
                    <a:pt x="1718940" y="80874"/>
                  </a:lnTo>
                  <a:lnTo>
                    <a:pt x="1647318" y="77642"/>
                  </a:lnTo>
                  <a:lnTo>
                    <a:pt x="1575695" y="74397"/>
                  </a:lnTo>
                  <a:lnTo>
                    <a:pt x="1504073" y="71141"/>
                  </a:lnTo>
                  <a:lnTo>
                    <a:pt x="1432450" y="67874"/>
                  </a:lnTo>
                  <a:lnTo>
                    <a:pt x="1360827" y="64594"/>
                  </a:lnTo>
                  <a:lnTo>
                    <a:pt x="1289205" y="61303"/>
                  </a:lnTo>
                  <a:lnTo>
                    <a:pt x="1217582" y="58000"/>
                  </a:lnTo>
                  <a:lnTo>
                    <a:pt x="1145960" y="54685"/>
                  </a:lnTo>
                  <a:lnTo>
                    <a:pt x="1074337" y="51359"/>
                  </a:lnTo>
                  <a:lnTo>
                    <a:pt x="1002715" y="48020"/>
                  </a:lnTo>
                  <a:lnTo>
                    <a:pt x="931092" y="44669"/>
                  </a:lnTo>
                  <a:lnTo>
                    <a:pt x="859470" y="41307"/>
                  </a:lnTo>
                  <a:lnTo>
                    <a:pt x="787847" y="37932"/>
                  </a:lnTo>
                  <a:lnTo>
                    <a:pt x="716225" y="34545"/>
                  </a:lnTo>
                  <a:lnTo>
                    <a:pt x="644602" y="31146"/>
                  </a:lnTo>
                  <a:lnTo>
                    <a:pt x="572980" y="27734"/>
                  </a:lnTo>
                  <a:lnTo>
                    <a:pt x="501357" y="24311"/>
                  </a:lnTo>
                  <a:lnTo>
                    <a:pt x="429735" y="20875"/>
                  </a:lnTo>
                  <a:lnTo>
                    <a:pt x="358112" y="17427"/>
                  </a:lnTo>
                  <a:lnTo>
                    <a:pt x="286490" y="13966"/>
                  </a:lnTo>
                  <a:lnTo>
                    <a:pt x="214867" y="10493"/>
                  </a:lnTo>
                  <a:lnTo>
                    <a:pt x="143245" y="7008"/>
                  </a:lnTo>
                  <a:lnTo>
                    <a:pt x="71622" y="35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32971"/>
              <a:ext cx="7090630" cy="1833191"/>
            </a:xfrm>
            <a:custGeom>
              <a:avLst/>
              <a:pathLst>
                <a:path w="7090630" h="1833191">
                  <a:moveTo>
                    <a:pt x="0" y="0"/>
                  </a:moveTo>
                  <a:lnTo>
                    <a:pt x="71622" y="42222"/>
                  </a:lnTo>
                  <a:lnTo>
                    <a:pt x="143245" y="83606"/>
                  </a:lnTo>
                  <a:lnTo>
                    <a:pt x="214867" y="124166"/>
                  </a:lnTo>
                  <a:lnTo>
                    <a:pt x="286490" y="163921"/>
                  </a:lnTo>
                  <a:lnTo>
                    <a:pt x="358112" y="202885"/>
                  </a:lnTo>
                  <a:lnTo>
                    <a:pt x="429735" y="241075"/>
                  </a:lnTo>
                  <a:lnTo>
                    <a:pt x="501357" y="278506"/>
                  </a:lnTo>
                  <a:lnTo>
                    <a:pt x="572980" y="315193"/>
                  </a:lnTo>
                  <a:lnTo>
                    <a:pt x="644602" y="351151"/>
                  </a:lnTo>
                  <a:lnTo>
                    <a:pt x="716225" y="386394"/>
                  </a:lnTo>
                  <a:lnTo>
                    <a:pt x="787847" y="420937"/>
                  </a:lnTo>
                  <a:lnTo>
                    <a:pt x="859470" y="454793"/>
                  </a:lnTo>
                  <a:lnTo>
                    <a:pt x="931092" y="487976"/>
                  </a:lnTo>
                  <a:lnTo>
                    <a:pt x="1002715" y="520499"/>
                  </a:lnTo>
                  <a:lnTo>
                    <a:pt x="1074337" y="552376"/>
                  </a:lnTo>
                  <a:lnTo>
                    <a:pt x="1145960" y="583620"/>
                  </a:lnTo>
                  <a:lnTo>
                    <a:pt x="1217582" y="614242"/>
                  </a:lnTo>
                  <a:lnTo>
                    <a:pt x="1289205" y="644256"/>
                  </a:lnTo>
                  <a:lnTo>
                    <a:pt x="1360827" y="673673"/>
                  </a:lnTo>
                  <a:lnTo>
                    <a:pt x="1432450" y="702506"/>
                  </a:lnTo>
                  <a:lnTo>
                    <a:pt x="1504073" y="730765"/>
                  </a:lnTo>
                  <a:lnTo>
                    <a:pt x="1575695" y="758463"/>
                  </a:lnTo>
                  <a:lnTo>
                    <a:pt x="1647318" y="785610"/>
                  </a:lnTo>
                  <a:lnTo>
                    <a:pt x="1718940" y="812218"/>
                  </a:lnTo>
                  <a:lnTo>
                    <a:pt x="1790563" y="838297"/>
                  </a:lnTo>
                  <a:lnTo>
                    <a:pt x="1862185" y="863857"/>
                  </a:lnTo>
                  <a:lnTo>
                    <a:pt x="1933808" y="888910"/>
                  </a:lnTo>
                  <a:lnTo>
                    <a:pt x="2005430" y="913464"/>
                  </a:lnTo>
                  <a:lnTo>
                    <a:pt x="2077053" y="937530"/>
                  </a:lnTo>
                  <a:lnTo>
                    <a:pt x="2148675" y="961118"/>
                  </a:lnTo>
                  <a:lnTo>
                    <a:pt x="2220298" y="984238"/>
                  </a:lnTo>
                  <a:lnTo>
                    <a:pt x="2291920" y="1006897"/>
                  </a:lnTo>
                  <a:lnTo>
                    <a:pt x="2363543" y="1029107"/>
                  </a:lnTo>
                  <a:lnTo>
                    <a:pt x="2435165" y="1050874"/>
                  </a:lnTo>
                  <a:lnTo>
                    <a:pt x="2506788" y="1072210"/>
                  </a:lnTo>
                  <a:lnTo>
                    <a:pt x="2578410" y="1093121"/>
                  </a:lnTo>
                  <a:lnTo>
                    <a:pt x="2650033" y="1113616"/>
                  </a:lnTo>
                  <a:lnTo>
                    <a:pt x="2721655" y="1133704"/>
                  </a:lnTo>
                  <a:lnTo>
                    <a:pt x="2793278" y="1153393"/>
                  </a:lnTo>
                  <a:lnTo>
                    <a:pt x="2864901" y="1172691"/>
                  </a:lnTo>
                  <a:lnTo>
                    <a:pt x="2936523" y="1191605"/>
                  </a:lnTo>
                  <a:lnTo>
                    <a:pt x="3008146" y="1210143"/>
                  </a:lnTo>
                  <a:lnTo>
                    <a:pt x="3079768" y="1228312"/>
                  </a:lnTo>
                  <a:lnTo>
                    <a:pt x="3151391" y="1246121"/>
                  </a:lnTo>
                  <a:lnTo>
                    <a:pt x="3223013" y="1263575"/>
                  </a:lnTo>
                  <a:lnTo>
                    <a:pt x="3294636" y="1280683"/>
                  </a:lnTo>
                  <a:lnTo>
                    <a:pt x="3366258" y="1297450"/>
                  </a:lnTo>
                  <a:lnTo>
                    <a:pt x="3437881" y="1313884"/>
                  </a:lnTo>
                  <a:lnTo>
                    <a:pt x="3509503" y="1329992"/>
                  </a:lnTo>
                  <a:lnTo>
                    <a:pt x="3581126" y="1345779"/>
                  </a:lnTo>
                  <a:lnTo>
                    <a:pt x="3652748" y="1361253"/>
                  </a:lnTo>
                  <a:lnTo>
                    <a:pt x="3724371" y="1376419"/>
                  </a:lnTo>
                  <a:lnTo>
                    <a:pt x="3795993" y="1391284"/>
                  </a:lnTo>
                  <a:lnTo>
                    <a:pt x="3867616" y="1405853"/>
                  </a:lnTo>
                  <a:lnTo>
                    <a:pt x="3939238" y="1420132"/>
                  </a:lnTo>
                  <a:lnTo>
                    <a:pt x="4010861" y="1434128"/>
                  </a:lnTo>
                  <a:lnTo>
                    <a:pt x="4082483" y="1447846"/>
                  </a:lnTo>
                  <a:lnTo>
                    <a:pt x="4154106" y="1461291"/>
                  </a:lnTo>
                  <a:lnTo>
                    <a:pt x="4225729" y="1474468"/>
                  </a:lnTo>
                  <a:lnTo>
                    <a:pt x="4297351" y="1487384"/>
                  </a:lnTo>
                  <a:lnTo>
                    <a:pt x="4368974" y="1500043"/>
                  </a:lnTo>
                  <a:lnTo>
                    <a:pt x="4440596" y="1512451"/>
                  </a:lnTo>
                  <a:lnTo>
                    <a:pt x="4512219" y="1524611"/>
                  </a:lnTo>
                  <a:lnTo>
                    <a:pt x="4583841" y="1536531"/>
                  </a:lnTo>
                  <a:lnTo>
                    <a:pt x="4655464" y="1548213"/>
                  </a:lnTo>
                  <a:lnTo>
                    <a:pt x="4727086" y="1559663"/>
                  </a:lnTo>
                  <a:lnTo>
                    <a:pt x="4798709" y="1570885"/>
                  </a:lnTo>
                  <a:lnTo>
                    <a:pt x="4870331" y="1581884"/>
                  </a:lnTo>
                  <a:lnTo>
                    <a:pt x="4941954" y="1592665"/>
                  </a:lnTo>
                  <a:lnTo>
                    <a:pt x="5013576" y="1603232"/>
                  </a:lnTo>
                  <a:lnTo>
                    <a:pt x="5085199" y="1613588"/>
                  </a:lnTo>
                  <a:lnTo>
                    <a:pt x="5156821" y="1623739"/>
                  </a:lnTo>
                  <a:lnTo>
                    <a:pt x="5228444" y="1633688"/>
                  </a:lnTo>
                  <a:lnTo>
                    <a:pt x="5300066" y="1643439"/>
                  </a:lnTo>
                  <a:lnTo>
                    <a:pt x="5371689" y="1652996"/>
                  </a:lnTo>
                  <a:lnTo>
                    <a:pt x="5443311" y="1662363"/>
                  </a:lnTo>
                  <a:lnTo>
                    <a:pt x="5514934" y="1671544"/>
                  </a:lnTo>
                  <a:lnTo>
                    <a:pt x="5586557" y="1680543"/>
                  </a:lnTo>
                  <a:lnTo>
                    <a:pt x="5658179" y="1689363"/>
                  </a:lnTo>
                  <a:lnTo>
                    <a:pt x="5729802" y="1698007"/>
                  </a:lnTo>
                  <a:lnTo>
                    <a:pt x="5801424" y="1706480"/>
                  </a:lnTo>
                  <a:lnTo>
                    <a:pt x="5873047" y="1714784"/>
                  </a:lnTo>
                  <a:lnTo>
                    <a:pt x="5944669" y="1722923"/>
                  </a:lnTo>
                  <a:lnTo>
                    <a:pt x="6016292" y="1730901"/>
                  </a:lnTo>
                  <a:lnTo>
                    <a:pt x="6087914" y="1738720"/>
                  </a:lnTo>
                  <a:lnTo>
                    <a:pt x="6159537" y="1746383"/>
                  </a:lnTo>
                  <a:lnTo>
                    <a:pt x="6231159" y="1753894"/>
                  </a:lnTo>
                  <a:lnTo>
                    <a:pt x="6302782" y="1761256"/>
                  </a:lnTo>
                  <a:lnTo>
                    <a:pt x="6374404" y="1768472"/>
                  </a:lnTo>
                  <a:lnTo>
                    <a:pt x="6446027" y="1775544"/>
                  </a:lnTo>
                  <a:lnTo>
                    <a:pt x="6517649" y="1782475"/>
                  </a:lnTo>
                  <a:lnTo>
                    <a:pt x="6589272" y="1789269"/>
                  </a:lnTo>
                  <a:lnTo>
                    <a:pt x="6660894" y="1795928"/>
                  </a:lnTo>
                  <a:lnTo>
                    <a:pt x="6732517" y="1802454"/>
                  </a:lnTo>
                  <a:lnTo>
                    <a:pt x="6804139" y="1808851"/>
                  </a:lnTo>
                  <a:lnTo>
                    <a:pt x="6875762" y="1815120"/>
                  </a:lnTo>
                  <a:lnTo>
                    <a:pt x="6947385" y="1821265"/>
                  </a:lnTo>
                  <a:lnTo>
                    <a:pt x="7019007" y="1827288"/>
                  </a:lnTo>
                  <a:lnTo>
                    <a:pt x="7090630" y="18331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(1.04-1.53), p_Bonf = 0.102 (n = 6)  |  per IQR decline (Δ = 29.9 %): 2.00 (1.13-3.54)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2026-09-28T16:51:05Z</dcterms:modified>
  <cp:category/>
</cp:coreProperties>
</file>