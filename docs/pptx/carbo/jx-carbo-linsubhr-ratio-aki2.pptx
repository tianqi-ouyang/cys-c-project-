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60593"/>
            </a:xfrm>
            <a:custGeom>
              <a:avLst/>
              <a:pathLst>
                <a:path w="7403783" h="3360593">
                  <a:moveTo>
                    <a:pt x="399714" y="0"/>
                  </a:moveTo>
                  <a:lnTo>
                    <a:pt x="430221" y="50899"/>
                  </a:lnTo>
                  <a:lnTo>
                    <a:pt x="506853" y="174165"/>
                  </a:lnTo>
                  <a:lnTo>
                    <a:pt x="583486" y="293004"/>
                  </a:lnTo>
                  <a:lnTo>
                    <a:pt x="660118" y="407577"/>
                  </a:lnTo>
                  <a:lnTo>
                    <a:pt x="736751" y="518035"/>
                  </a:lnTo>
                  <a:lnTo>
                    <a:pt x="813384" y="624527"/>
                  </a:lnTo>
                  <a:lnTo>
                    <a:pt x="890016" y="727195"/>
                  </a:lnTo>
                  <a:lnTo>
                    <a:pt x="966649" y="826176"/>
                  </a:lnTo>
                  <a:lnTo>
                    <a:pt x="1043281" y="921604"/>
                  </a:lnTo>
                  <a:lnTo>
                    <a:pt x="1119914" y="1013604"/>
                  </a:lnTo>
                  <a:lnTo>
                    <a:pt x="1196546" y="1102302"/>
                  </a:lnTo>
                  <a:lnTo>
                    <a:pt x="1273179" y="1187814"/>
                  </a:lnTo>
                  <a:lnTo>
                    <a:pt x="1349811" y="1270256"/>
                  </a:lnTo>
                  <a:lnTo>
                    <a:pt x="1426444" y="1349737"/>
                  </a:lnTo>
                  <a:lnTo>
                    <a:pt x="1503076" y="1426364"/>
                  </a:lnTo>
                  <a:lnTo>
                    <a:pt x="1579709" y="1500240"/>
                  </a:lnTo>
                  <a:lnTo>
                    <a:pt x="1656342" y="1571463"/>
                  </a:lnTo>
                  <a:lnTo>
                    <a:pt x="1732974" y="1640129"/>
                  </a:lnTo>
                  <a:lnTo>
                    <a:pt x="1809607" y="1706329"/>
                  </a:lnTo>
                  <a:lnTo>
                    <a:pt x="1886239" y="1770152"/>
                  </a:lnTo>
                  <a:lnTo>
                    <a:pt x="1962872" y="1831684"/>
                  </a:lnTo>
                  <a:lnTo>
                    <a:pt x="2039504" y="1891005"/>
                  </a:lnTo>
                  <a:lnTo>
                    <a:pt x="2116137" y="1948197"/>
                  </a:lnTo>
                  <a:lnTo>
                    <a:pt x="2192769" y="2003335"/>
                  </a:lnTo>
                  <a:lnTo>
                    <a:pt x="2269402" y="2056493"/>
                  </a:lnTo>
                  <a:lnTo>
                    <a:pt x="2346034" y="2107743"/>
                  </a:lnTo>
                  <a:lnTo>
                    <a:pt x="2422667" y="2157152"/>
                  </a:lnTo>
                  <a:lnTo>
                    <a:pt x="2499300" y="2204787"/>
                  </a:lnTo>
                  <a:lnTo>
                    <a:pt x="2575932" y="2250711"/>
                  </a:lnTo>
                  <a:lnTo>
                    <a:pt x="2652565" y="2294987"/>
                  </a:lnTo>
                  <a:lnTo>
                    <a:pt x="2729197" y="2337673"/>
                  </a:lnTo>
                  <a:lnTo>
                    <a:pt x="2805830" y="2378826"/>
                  </a:lnTo>
                  <a:lnTo>
                    <a:pt x="2882462" y="2418501"/>
                  </a:lnTo>
                  <a:lnTo>
                    <a:pt x="2959095" y="2456751"/>
                  </a:lnTo>
                  <a:lnTo>
                    <a:pt x="3035727" y="2493628"/>
                  </a:lnTo>
                  <a:lnTo>
                    <a:pt x="3112360" y="2529181"/>
                  </a:lnTo>
                  <a:lnTo>
                    <a:pt x="3188993" y="2563457"/>
                  </a:lnTo>
                  <a:lnTo>
                    <a:pt x="3265625" y="2596503"/>
                  </a:lnTo>
                  <a:lnTo>
                    <a:pt x="3342258" y="2628362"/>
                  </a:lnTo>
                  <a:lnTo>
                    <a:pt x="3418890" y="2654754"/>
                  </a:lnTo>
                  <a:lnTo>
                    <a:pt x="3495523" y="2657720"/>
                  </a:lnTo>
                  <a:lnTo>
                    <a:pt x="3572155" y="2660676"/>
                  </a:lnTo>
                  <a:lnTo>
                    <a:pt x="3648788" y="2663621"/>
                  </a:lnTo>
                  <a:lnTo>
                    <a:pt x="3725420" y="2666555"/>
                  </a:lnTo>
                  <a:lnTo>
                    <a:pt x="3802053" y="2669479"/>
                  </a:lnTo>
                  <a:lnTo>
                    <a:pt x="3878685" y="2672393"/>
                  </a:lnTo>
                  <a:lnTo>
                    <a:pt x="3955318" y="2675296"/>
                  </a:lnTo>
                  <a:lnTo>
                    <a:pt x="4031951" y="2678189"/>
                  </a:lnTo>
                  <a:lnTo>
                    <a:pt x="4108583" y="2681071"/>
                  </a:lnTo>
                  <a:lnTo>
                    <a:pt x="4185216" y="2683943"/>
                  </a:lnTo>
                  <a:lnTo>
                    <a:pt x="4261848" y="2686805"/>
                  </a:lnTo>
                  <a:lnTo>
                    <a:pt x="4338481" y="2689657"/>
                  </a:lnTo>
                  <a:lnTo>
                    <a:pt x="4415113" y="2692498"/>
                  </a:lnTo>
                  <a:lnTo>
                    <a:pt x="4491746" y="2695329"/>
                  </a:lnTo>
                  <a:lnTo>
                    <a:pt x="4568378" y="2698150"/>
                  </a:lnTo>
                  <a:lnTo>
                    <a:pt x="4645011" y="2700961"/>
                  </a:lnTo>
                  <a:lnTo>
                    <a:pt x="4721644" y="2703762"/>
                  </a:lnTo>
                  <a:lnTo>
                    <a:pt x="4798276" y="2706553"/>
                  </a:lnTo>
                  <a:lnTo>
                    <a:pt x="4874909" y="2709334"/>
                  </a:lnTo>
                  <a:lnTo>
                    <a:pt x="4951541" y="2712105"/>
                  </a:lnTo>
                  <a:lnTo>
                    <a:pt x="5028174" y="2714866"/>
                  </a:lnTo>
                  <a:lnTo>
                    <a:pt x="5104806" y="2717617"/>
                  </a:lnTo>
                  <a:lnTo>
                    <a:pt x="5181439" y="2720358"/>
                  </a:lnTo>
                  <a:lnTo>
                    <a:pt x="5258071" y="2723090"/>
                  </a:lnTo>
                  <a:lnTo>
                    <a:pt x="5334704" y="2725811"/>
                  </a:lnTo>
                  <a:lnTo>
                    <a:pt x="5411336" y="2728523"/>
                  </a:lnTo>
                  <a:lnTo>
                    <a:pt x="5487969" y="2731226"/>
                  </a:lnTo>
                  <a:lnTo>
                    <a:pt x="5564602" y="2733918"/>
                  </a:lnTo>
                  <a:lnTo>
                    <a:pt x="5641234" y="2736601"/>
                  </a:lnTo>
                  <a:lnTo>
                    <a:pt x="5717867" y="2739275"/>
                  </a:lnTo>
                  <a:lnTo>
                    <a:pt x="5794499" y="2741938"/>
                  </a:lnTo>
                  <a:lnTo>
                    <a:pt x="5871132" y="2744593"/>
                  </a:lnTo>
                  <a:lnTo>
                    <a:pt x="5947764" y="2747237"/>
                  </a:lnTo>
                  <a:lnTo>
                    <a:pt x="6024397" y="2749873"/>
                  </a:lnTo>
                  <a:lnTo>
                    <a:pt x="6101029" y="2752499"/>
                  </a:lnTo>
                  <a:lnTo>
                    <a:pt x="6177662" y="2755115"/>
                  </a:lnTo>
                  <a:lnTo>
                    <a:pt x="6254294" y="2757722"/>
                  </a:lnTo>
                  <a:lnTo>
                    <a:pt x="6330927" y="2760320"/>
                  </a:lnTo>
                  <a:lnTo>
                    <a:pt x="6407560" y="2762908"/>
                  </a:lnTo>
                  <a:lnTo>
                    <a:pt x="6484192" y="2765488"/>
                  </a:lnTo>
                  <a:lnTo>
                    <a:pt x="6560825" y="2768058"/>
                  </a:lnTo>
                  <a:lnTo>
                    <a:pt x="6637457" y="2770619"/>
                  </a:lnTo>
                  <a:lnTo>
                    <a:pt x="6714090" y="2773170"/>
                  </a:lnTo>
                  <a:lnTo>
                    <a:pt x="6790722" y="2775713"/>
                  </a:lnTo>
                  <a:lnTo>
                    <a:pt x="6867355" y="2778246"/>
                  </a:lnTo>
                  <a:lnTo>
                    <a:pt x="6943987" y="2780770"/>
                  </a:lnTo>
                  <a:lnTo>
                    <a:pt x="7020620" y="2783286"/>
                  </a:lnTo>
                  <a:lnTo>
                    <a:pt x="7097253" y="2785792"/>
                  </a:lnTo>
                  <a:lnTo>
                    <a:pt x="7173885" y="2788290"/>
                  </a:lnTo>
                  <a:lnTo>
                    <a:pt x="7250518" y="2790778"/>
                  </a:lnTo>
                  <a:lnTo>
                    <a:pt x="7327150" y="2793257"/>
                  </a:lnTo>
                  <a:lnTo>
                    <a:pt x="7403783" y="2795728"/>
                  </a:lnTo>
                  <a:lnTo>
                    <a:pt x="7403783" y="3360593"/>
                  </a:lnTo>
                  <a:lnTo>
                    <a:pt x="7327150" y="3356006"/>
                  </a:lnTo>
                  <a:lnTo>
                    <a:pt x="7250518" y="3351248"/>
                  </a:lnTo>
                  <a:lnTo>
                    <a:pt x="7173885" y="3346313"/>
                  </a:lnTo>
                  <a:lnTo>
                    <a:pt x="7097253" y="3341195"/>
                  </a:lnTo>
                  <a:lnTo>
                    <a:pt x="7020620" y="3335885"/>
                  </a:lnTo>
                  <a:lnTo>
                    <a:pt x="6943987" y="3330378"/>
                  </a:lnTo>
                  <a:lnTo>
                    <a:pt x="6867355" y="3324666"/>
                  </a:lnTo>
                  <a:lnTo>
                    <a:pt x="6790722" y="3318741"/>
                  </a:lnTo>
                  <a:lnTo>
                    <a:pt x="6714090" y="3312595"/>
                  </a:lnTo>
                  <a:lnTo>
                    <a:pt x="6637457" y="3306221"/>
                  </a:lnTo>
                  <a:lnTo>
                    <a:pt x="6560825" y="3299609"/>
                  </a:lnTo>
                  <a:lnTo>
                    <a:pt x="6484192" y="3292750"/>
                  </a:lnTo>
                  <a:lnTo>
                    <a:pt x="6407560" y="3285637"/>
                  </a:lnTo>
                  <a:lnTo>
                    <a:pt x="6330927" y="3278258"/>
                  </a:lnTo>
                  <a:lnTo>
                    <a:pt x="6254294" y="3270605"/>
                  </a:lnTo>
                  <a:lnTo>
                    <a:pt x="6177662" y="3262666"/>
                  </a:lnTo>
                  <a:lnTo>
                    <a:pt x="6101029" y="3254432"/>
                  </a:lnTo>
                  <a:lnTo>
                    <a:pt x="6024397" y="3245891"/>
                  </a:lnTo>
                  <a:lnTo>
                    <a:pt x="5947764" y="3237032"/>
                  </a:lnTo>
                  <a:lnTo>
                    <a:pt x="5871132" y="3227843"/>
                  </a:lnTo>
                  <a:lnTo>
                    <a:pt x="5794499" y="3218312"/>
                  </a:lnTo>
                  <a:lnTo>
                    <a:pt x="5717867" y="3208426"/>
                  </a:lnTo>
                  <a:lnTo>
                    <a:pt x="5641234" y="3198172"/>
                  </a:lnTo>
                  <a:lnTo>
                    <a:pt x="5564602" y="3187536"/>
                  </a:lnTo>
                  <a:lnTo>
                    <a:pt x="5487969" y="3176503"/>
                  </a:lnTo>
                  <a:lnTo>
                    <a:pt x="5411336" y="3165060"/>
                  </a:lnTo>
                  <a:lnTo>
                    <a:pt x="5334704" y="3153190"/>
                  </a:lnTo>
                  <a:lnTo>
                    <a:pt x="5258071" y="3140879"/>
                  </a:lnTo>
                  <a:lnTo>
                    <a:pt x="5181439" y="3128109"/>
                  </a:lnTo>
                  <a:lnTo>
                    <a:pt x="5104806" y="3114863"/>
                  </a:lnTo>
                  <a:lnTo>
                    <a:pt x="5028174" y="3101124"/>
                  </a:lnTo>
                  <a:lnTo>
                    <a:pt x="4951541" y="3086873"/>
                  </a:lnTo>
                  <a:lnTo>
                    <a:pt x="4874909" y="3072091"/>
                  </a:lnTo>
                  <a:lnTo>
                    <a:pt x="4798276" y="3056759"/>
                  </a:lnTo>
                  <a:lnTo>
                    <a:pt x="4721644" y="3040856"/>
                  </a:lnTo>
                  <a:lnTo>
                    <a:pt x="4645011" y="3024361"/>
                  </a:lnTo>
                  <a:lnTo>
                    <a:pt x="4568378" y="3007251"/>
                  </a:lnTo>
                  <a:lnTo>
                    <a:pt x="4491746" y="2989503"/>
                  </a:lnTo>
                  <a:lnTo>
                    <a:pt x="4415113" y="2971095"/>
                  </a:lnTo>
                  <a:lnTo>
                    <a:pt x="4338481" y="2952002"/>
                  </a:lnTo>
                  <a:lnTo>
                    <a:pt x="4261848" y="2932197"/>
                  </a:lnTo>
                  <a:lnTo>
                    <a:pt x="4185216" y="2911654"/>
                  </a:lnTo>
                  <a:lnTo>
                    <a:pt x="4108583" y="2890347"/>
                  </a:lnTo>
                  <a:lnTo>
                    <a:pt x="4031951" y="2868245"/>
                  </a:lnTo>
                  <a:lnTo>
                    <a:pt x="3955318" y="2845321"/>
                  </a:lnTo>
                  <a:lnTo>
                    <a:pt x="3878685" y="2821543"/>
                  </a:lnTo>
                  <a:lnTo>
                    <a:pt x="3802053" y="2796879"/>
                  </a:lnTo>
                  <a:lnTo>
                    <a:pt x="3725420" y="2771296"/>
                  </a:lnTo>
                  <a:lnTo>
                    <a:pt x="3648788" y="2744761"/>
                  </a:lnTo>
                  <a:lnTo>
                    <a:pt x="3572155" y="2717237"/>
                  </a:lnTo>
                  <a:lnTo>
                    <a:pt x="3495523" y="2688689"/>
                  </a:lnTo>
                  <a:lnTo>
                    <a:pt x="3418890" y="2659077"/>
                  </a:lnTo>
                  <a:lnTo>
                    <a:pt x="3342258" y="2651777"/>
                  </a:lnTo>
                  <a:lnTo>
                    <a:pt x="3265625" y="2648790"/>
                  </a:lnTo>
                  <a:lnTo>
                    <a:pt x="3188993" y="2645791"/>
                  </a:lnTo>
                  <a:lnTo>
                    <a:pt x="3112360" y="2642782"/>
                  </a:lnTo>
                  <a:lnTo>
                    <a:pt x="3035727" y="2639762"/>
                  </a:lnTo>
                  <a:lnTo>
                    <a:pt x="2959095" y="2636732"/>
                  </a:lnTo>
                  <a:lnTo>
                    <a:pt x="2882462" y="2633690"/>
                  </a:lnTo>
                  <a:lnTo>
                    <a:pt x="2805830" y="2630637"/>
                  </a:lnTo>
                  <a:lnTo>
                    <a:pt x="2729197" y="2627574"/>
                  </a:lnTo>
                  <a:lnTo>
                    <a:pt x="2652565" y="2624500"/>
                  </a:lnTo>
                  <a:lnTo>
                    <a:pt x="2575932" y="2621414"/>
                  </a:lnTo>
                  <a:lnTo>
                    <a:pt x="2499300" y="2618317"/>
                  </a:lnTo>
                  <a:lnTo>
                    <a:pt x="2422667" y="2615210"/>
                  </a:lnTo>
                  <a:lnTo>
                    <a:pt x="2346034" y="2612091"/>
                  </a:lnTo>
                  <a:lnTo>
                    <a:pt x="2269402" y="2608961"/>
                  </a:lnTo>
                  <a:lnTo>
                    <a:pt x="2192769" y="2605819"/>
                  </a:lnTo>
                  <a:lnTo>
                    <a:pt x="2116137" y="2602667"/>
                  </a:lnTo>
                  <a:lnTo>
                    <a:pt x="2039504" y="2599503"/>
                  </a:lnTo>
                  <a:lnTo>
                    <a:pt x="1962872" y="2596328"/>
                  </a:lnTo>
                  <a:lnTo>
                    <a:pt x="1886239" y="2593141"/>
                  </a:lnTo>
                  <a:lnTo>
                    <a:pt x="1809607" y="2589943"/>
                  </a:lnTo>
                  <a:lnTo>
                    <a:pt x="1732974" y="2586733"/>
                  </a:lnTo>
                  <a:lnTo>
                    <a:pt x="1656342" y="2583512"/>
                  </a:lnTo>
                  <a:lnTo>
                    <a:pt x="1579709" y="2580279"/>
                  </a:lnTo>
                  <a:lnTo>
                    <a:pt x="1503076" y="2577035"/>
                  </a:lnTo>
                  <a:lnTo>
                    <a:pt x="1426444" y="2573779"/>
                  </a:lnTo>
                  <a:lnTo>
                    <a:pt x="1349811" y="2570511"/>
                  </a:lnTo>
                  <a:lnTo>
                    <a:pt x="1273179" y="2567232"/>
                  </a:lnTo>
                  <a:lnTo>
                    <a:pt x="1196546" y="2563941"/>
                  </a:lnTo>
                  <a:lnTo>
                    <a:pt x="1119914" y="2560638"/>
                  </a:lnTo>
                  <a:lnTo>
                    <a:pt x="1043281" y="2557323"/>
                  </a:lnTo>
                  <a:lnTo>
                    <a:pt x="966649" y="2553996"/>
                  </a:lnTo>
                  <a:lnTo>
                    <a:pt x="890016" y="2550658"/>
                  </a:lnTo>
                  <a:lnTo>
                    <a:pt x="813384" y="2547307"/>
                  </a:lnTo>
                  <a:lnTo>
                    <a:pt x="736751" y="2543944"/>
                  </a:lnTo>
                  <a:lnTo>
                    <a:pt x="660118" y="2540569"/>
                  </a:lnTo>
                  <a:lnTo>
                    <a:pt x="583486" y="2537182"/>
                  </a:lnTo>
                  <a:lnTo>
                    <a:pt x="506853" y="2533783"/>
                  </a:lnTo>
                  <a:lnTo>
                    <a:pt x="430221" y="2530372"/>
                  </a:lnTo>
                  <a:lnTo>
                    <a:pt x="353588" y="2526949"/>
                  </a:lnTo>
                  <a:lnTo>
                    <a:pt x="276956" y="2523513"/>
                  </a:lnTo>
                  <a:lnTo>
                    <a:pt x="200323" y="2520065"/>
                  </a:lnTo>
                  <a:lnTo>
                    <a:pt x="123691" y="2516604"/>
                  </a:lnTo>
                  <a:lnTo>
                    <a:pt x="47058" y="2513131"/>
                  </a:lnTo>
                  <a:lnTo>
                    <a:pt x="0" y="2510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2073503"/>
              <a:ext cx="7004069" cy="2795728"/>
            </a:xfrm>
            <a:custGeom>
              <a:avLst/>
              <a:pathLst>
                <a:path w="7004069" h="2795728">
                  <a:moveTo>
                    <a:pt x="0" y="0"/>
                  </a:moveTo>
                  <a:lnTo>
                    <a:pt x="30507" y="50899"/>
                  </a:lnTo>
                  <a:lnTo>
                    <a:pt x="107139" y="174165"/>
                  </a:lnTo>
                  <a:lnTo>
                    <a:pt x="183772" y="293004"/>
                  </a:lnTo>
                  <a:lnTo>
                    <a:pt x="260404" y="407577"/>
                  </a:lnTo>
                  <a:lnTo>
                    <a:pt x="337037" y="518035"/>
                  </a:lnTo>
                  <a:lnTo>
                    <a:pt x="413669" y="624527"/>
                  </a:lnTo>
                  <a:lnTo>
                    <a:pt x="490302" y="727195"/>
                  </a:lnTo>
                  <a:lnTo>
                    <a:pt x="566935" y="826176"/>
                  </a:lnTo>
                  <a:lnTo>
                    <a:pt x="643567" y="921604"/>
                  </a:lnTo>
                  <a:lnTo>
                    <a:pt x="720200" y="1013604"/>
                  </a:lnTo>
                  <a:lnTo>
                    <a:pt x="796832" y="1102302"/>
                  </a:lnTo>
                  <a:lnTo>
                    <a:pt x="873465" y="1187814"/>
                  </a:lnTo>
                  <a:lnTo>
                    <a:pt x="950097" y="1270256"/>
                  </a:lnTo>
                  <a:lnTo>
                    <a:pt x="1026730" y="1349737"/>
                  </a:lnTo>
                  <a:lnTo>
                    <a:pt x="1103362" y="1426364"/>
                  </a:lnTo>
                  <a:lnTo>
                    <a:pt x="1179995" y="1500240"/>
                  </a:lnTo>
                  <a:lnTo>
                    <a:pt x="1256627" y="1571463"/>
                  </a:lnTo>
                  <a:lnTo>
                    <a:pt x="1333260" y="1640129"/>
                  </a:lnTo>
                  <a:lnTo>
                    <a:pt x="1409893" y="1706329"/>
                  </a:lnTo>
                  <a:lnTo>
                    <a:pt x="1486525" y="1770152"/>
                  </a:lnTo>
                  <a:lnTo>
                    <a:pt x="1563158" y="1831684"/>
                  </a:lnTo>
                  <a:lnTo>
                    <a:pt x="1639790" y="1891005"/>
                  </a:lnTo>
                  <a:lnTo>
                    <a:pt x="1716423" y="1948197"/>
                  </a:lnTo>
                  <a:lnTo>
                    <a:pt x="1793055" y="2003335"/>
                  </a:lnTo>
                  <a:lnTo>
                    <a:pt x="1869688" y="2056493"/>
                  </a:lnTo>
                  <a:lnTo>
                    <a:pt x="1946320" y="2107743"/>
                  </a:lnTo>
                  <a:lnTo>
                    <a:pt x="2022953" y="2157152"/>
                  </a:lnTo>
                  <a:lnTo>
                    <a:pt x="2099586" y="2204787"/>
                  </a:lnTo>
                  <a:lnTo>
                    <a:pt x="2176218" y="2250711"/>
                  </a:lnTo>
                  <a:lnTo>
                    <a:pt x="2252851" y="2294987"/>
                  </a:lnTo>
                  <a:lnTo>
                    <a:pt x="2329483" y="2337673"/>
                  </a:lnTo>
                  <a:lnTo>
                    <a:pt x="2406116" y="2378826"/>
                  </a:lnTo>
                  <a:lnTo>
                    <a:pt x="2482748" y="2418501"/>
                  </a:lnTo>
                  <a:lnTo>
                    <a:pt x="2559381" y="2456751"/>
                  </a:lnTo>
                  <a:lnTo>
                    <a:pt x="2636013" y="2493628"/>
                  </a:lnTo>
                  <a:lnTo>
                    <a:pt x="2712646" y="2529181"/>
                  </a:lnTo>
                  <a:lnTo>
                    <a:pt x="2789278" y="2563457"/>
                  </a:lnTo>
                  <a:lnTo>
                    <a:pt x="2865911" y="2596503"/>
                  </a:lnTo>
                  <a:lnTo>
                    <a:pt x="2942544" y="2628362"/>
                  </a:lnTo>
                  <a:lnTo>
                    <a:pt x="3019176" y="2654754"/>
                  </a:lnTo>
                  <a:lnTo>
                    <a:pt x="3095809" y="2657720"/>
                  </a:lnTo>
                  <a:lnTo>
                    <a:pt x="3172441" y="2660676"/>
                  </a:lnTo>
                  <a:lnTo>
                    <a:pt x="3249074" y="2663621"/>
                  </a:lnTo>
                  <a:lnTo>
                    <a:pt x="3325706" y="2666555"/>
                  </a:lnTo>
                  <a:lnTo>
                    <a:pt x="3402339" y="2669479"/>
                  </a:lnTo>
                  <a:lnTo>
                    <a:pt x="3478971" y="2672393"/>
                  </a:lnTo>
                  <a:lnTo>
                    <a:pt x="3555604" y="2675296"/>
                  </a:lnTo>
                  <a:lnTo>
                    <a:pt x="3632237" y="2678189"/>
                  </a:lnTo>
                  <a:lnTo>
                    <a:pt x="3708869" y="2681071"/>
                  </a:lnTo>
                  <a:lnTo>
                    <a:pt x="3785502" y="2683943"/>
                  </a:lnTo>
                  <a:lnTo>
                    <a:pt x="3862134" y="2686805"/>
                  </a:lnTo>
                  <a:lnTo>
                    <a:pt x="3938767" y="2689657"/>
                  </a:lnTo>
                  <a:lnTo>
                    <a:pt x="4015399" y="2692498"/>
                  </a:lnTo>
                  <a:lnTo>
                    <a:pt x="4092032" y="2695329"/>
                  </a:lnTo>
                  <a:lnTo>
                    <a:pt x="4168664" y="2698150"/>
                  </a:lnTo>
                  <a:lnTo>
                    <a:pt x="4245297" y="2700961"/>
                  </a:lnTo>
                  <a:lnTo>
                    <a:pt x="4321929" y="2703762"/>
                  </a:lnTo>
                  <a:lnTo>
                    <a:pt x="4398562" y="2706553"/>
                  </a:lnTo>
                  <a:lnTo>
                    <a:pt x="4475195" y="2709334"/>
                  </a:lnTo>
                  <a:lnTo>
                    <a:pt x="4551827" y="2712105"/>
                  </a:lnTo>
                  <a:lnTo>
                    <a:pt x="4628460" y="2714866"/>
                  </a:lnTo>
                  <a:lnTo>
                    <a:pt x="4705092" y="2717617"/>
                  </a:lnTo>
                  <a:lnTo>
                    <a:pt x="4781725" y="2720358"/>
                  </a:lnTo>
                  <a:lnTo>
                    <a:pt x="4858357" y="2723090"/>
                  </a:lnTo>
                  <a:lnTo>
                    <a:pt x="4934990" y="2725811"/>
                  </a:lnTo>
                  <a:lnTo>
                    <a:pt x="5011622" y="2728523"/>
                  </a:lnTo>
                  <a:lnTo>
                    <a:pt x="5088255" y="2731226"/>
                  </a:lnTo>
                  <a:lnTo>
                    <a:pt x="5164887" y="2733918"/>
                  </a:lnTo>
                  <a:lnTo>
                    <a:pt x="5241520" y="2736601"/>
                  </a:lnTo>
                  <a:lnTo>
                    <a:pt x="5318153" y="2739275"/>
                  </a:lnTo>
                  <a:lnTo>
                    <a:pt x="5394785" y="2741938"/>
                  </a:lnTo>
                  <a:lnTo>
                    <a:pt x="5471418" y="2744593"/>
                  </a:lnTo>
                  <a:lnTo>
                    <a:pt x="5548050" y="2747237"/>
                  </a:lnTo>
                  <a:lnTo>
                    <a:pt x="5624683" y="2749873"/>
                  </a:lnTo>
                  <a:lnTo>
                    <a:pt x="5701315" y="2752499"/>
                  </a:lnTo>
                  <a:lnTo>
                    <a:pt x="5777948" y="2755115"/>
                  </a:lnTo>
                  <a:lnTo>
                    <a:pt x="5854580" y="2757722"/>
                  </a:lnTo>
                  <a:lnTo>
                    <a:pt x="5931213" y="2760320"/>
                  </a:lnTo>
                  <a:lnTo>
                    <a:pt x="6007846" y="2762908"/>
                  </a:lnTo>
                  <a:lnTo>
                    <a:pt x="6084478" y="2765488"/>
                  </a:lnTo>
                  <a:lnTo>
                    <a:pt x="6161111" y="2768058"/>
                  </a:lnTo>
                  <a:lnTo>
                    <a:pt x="6237743" y="2770619"/>
                  </a:lnTo>
                  <a:lnTo>
                    <a:pt x="6314376" y="2773170"/>
                  </a:lnTo>
                  <a:lnTo>
                    <a:pt x="6391008" y="2775713"/>
                  </a:lnTo>
                  <a:lnTo>
                    <a:pt x="6467641" y="2778246"/>
                  </a:lnTo>
                  <a:lnTo>
                    <a:pt x="6544273" y="2780770"/>
                  </a:lnTo>
                  <a:lnTo>
                    <a:pt x="6620906" y="2783286"/>
                  </a:lnTo>
                  <a:lnTo>
                    <a:pt x="6697538" y="2785792"/>
                  </a:lnTo>
                  <a:lnTo>
                    <a:pt x="6774171" y="2788290"/>
                  </a:lnTo>
                  <a:lnTo>
                    <a:pt x="6850804" y="2790778"/>
                  </a:lnTo>
                  <a:lnTo>
                    <a:pt x="6927436" y="2793257"/>
                  </a:lnTo>
                  <a:lnTo>
                    <a:pt x="7004069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84494"/>
              <a:ext cx="7403783" cy="849602"/>
            </a:xfrm>
            <a:custGeom>
              <a:avLst/>
              <a:pathLst>
                <a:path w="7403783" h="849602">
                  <a:moveTo>
                    <a:pt x="7403783" y="849602"/>
                  </a:moveTo>
                  <a:lnTo>
                    <a:pt x="7327150" y="845015"/>
                  </a:lnTo>
                  <a:lnTo>
                    <a:pt x="7250518" y="840257"/>
                  </a:lnTo>
                  <a:lnTo>
                    <a:pt x="7173885" y="835322"/>
                  </a:lnTo>
                  <a:lnTo>
                    <a:pt x="7097253" y="830203"/>
                  </a:lnTo>
                  <a:lnTo>
                    <a:pt x="7020620" y="824894"/>
                  </a:lnTo>
                  <a:lnTo>
                    <a:pt x="6943987" y="819387"/>
                  </a:lnTo>
                  <a:lnTo>
                    <a:pt x="6867355" y="813675"/>
                  </a:lnTo>
                  <a:lnTo>
                    <a:pt x="6790722" y="807750"/>
                  </a:lnTo>
                  <a:lnTo>
                    <a:pt x="6714090" y="801604"/>
                  </a:lnTo>
                  <a:lnTo>
                    <a:pt x="6637457" y="795229"/>
                  </a:lnTo>
                  <a:lnTo>
                    <a:pt x="6560825" y="788618"/>
                  </a:lnTo>
                  <a:lnTo>
                    <a:pt x="6484192" y="781759"/>
                  </a:lnTo>
                  <a:lnTo>
                    <a:pt x="6407560" y="774646"/>
                  </a:lnTo>
                  <a:lnTo>
                    <a:pt x="6330927" y="767267"/>
                  </a:lnTo>
                  <a:lnTo>
                    <a:pt x="6254294" y="759614"/>
                  </a:lnTo>
                  <a:lnTo>
                    <a:pt x="6177662" y="751675"/>
                  </a:lnTo>
                  <a:lnTo>
                    <a:pt x="6101029" y="743441"/>
                  </a:lnTo>
                  <a:lnTo>
                    <a:pt x="6024397" y="734900"/>
                  </a:lnTo>
                  <a:lnTo>
                    <a:pt x="5947764" y="726041"/>
                  </a:lnTo>
                  <a:lnTo>
                    <a:pt x="5871132" y="716852"/>
                  </a:lnTo>
                  <a:lnTo>
                    <a:pt x="5794499" y="707321"/>
                  </a:lnTo>
                  <a:lnTo>
                    <a:pt x="5717867" y="697435"/>
                  </a:lnTo>
                  <a:lnTo>
                    <a:pt x="5641234" y="687181"/>
                  </a:lnTo>
                  <a:lnTo>
                    <a:pt x="5564602" y="676544"/>
                  </a:lnTo>
                  <a:lnTo>
                    <a:pt x="5487969" y="665512"/>
                  </a:lnTo>
                  <a:lnTo>
                    <a:pt x="5411336" y="654069"/>
                  </a:lnTo>
                  <a:lnTo>
                    <a:pt x="5334704" y="642199"/>
                  </a:lnTo>
                  <a:lnTo>
                    <a:pt x="5258071" y="629888"/>
                  </a:lnTo>
                  <a:lnTo>
                    <a:pt x="5181439" y="617117"/>
                  </a:lnTo>
                  <a:lnTo>
                    <a:pt x="5104806" y="603872"/>
                  </a:lnTo>
                  <a:lnTo>
                    <a:pt x="5028174" y="590133"/>
                  </a:lnTo>
                  <a:lnTo>
                    <a:pt x="4951541" y="575882"/>
                  </a:lnTo>
                  <a:lnTo>
                    <a:pt x="4874909" y="561100"/>
                  </a:lnTo>
                  <a:lnTo>
                    <a:pt x="4798276" y="545768"/>
                  </a:lnTo>
                  <a:lnTo>
                    <a:pt x="4721644" y="529865"/>
                  </a:lnTo>
                  <a:lnTo>
                    <a:pt x="4645011" y="513369"/>
                  </a:lnTo>
                  <a:lnTo>
                    <a:pt x="4568378" y="496259"/>
                  </a:lnTo>
                  <a:lnTo>
                    <a:pt x="4491746" y="478512"/>
                  </a:lnTo>
                  <a:lnTo>
                    <a:pt x="4415113" y="460104"/>
                  </a:lnTo>
                  <a:lnTo>
                    <a:pt x="4338481" y="441010"/>
                  </a:lnTo>
                  <a:lnTo>
                    <a:pt x="4261848" y="421206"/>
                  </a:lnTo>
                  <a:lnTo>
                    <a:pt x="4185216" y="400663"/>
                  </a:lnTo>
                  <a:lnTo>
                    <a:pt x="4108583" y="379355"/>
                  </a:lnTo>
                  <a:lnTo>
                    <a:pt x="4031951" y="357254"/>
                  </a:lnTo>
                  <a:lnTo>
                    <a:pt x="3955318" y="334330"/>
                  </a:lnTo>
                  <a:lnTo>
                    <a:pt x="3878685" y="310551"/>
                  </a:lnTo>
                  <a:lnTo>
                    <a:pt x="3802053" y="285888"/>
                  </a:lnTo>
                  <a:lnTo>
                    <a:pt x="3725420" y="260305"/>
                  </a:lnTo>
                  <a:lnTo>
                    <a:pt x="3648788" y="233770"/>
                  </a:lnTo>
                  <a:lnTo>
                    <a:pt x="3572155" y="206246"/>
                  </a:lnTo>
                  <a:lnTo>
                    <a:pt x="3495523" y="177698"/>
                  </a:lnTo>
                  <a:lnTo>
                    <a:pt x="3418890" y="148086"/>
                  </a:lnTo>
                  <a:lnTo>
                    <a:pt x="3342258" y="140786"/>
                  </a:lnTo>
                  <a:lnTo>
                    <a:pt x="3265625" y="137798"/>
                  </a:lnTo>
                  <a:lnTo>
                    <a:pt x="3188993" y="134800"/>
                  </a:lnTo>
                  <a:lnTo>
                    <a:pt x="3112360" y="131791"/>
                  </a:lnTo>
                  <a:lnTo>
                    <a:pt x="3035727" y="128771"/>
                  </a:lnTo>
                  <a:lnTo>
                    <a:pt x="2959095" y="125740"/>
                  </a:lnTo>
                  <a:lnTo>
                    <a:pt x="2882462" y="122699"/>
                  </a:lnTo>
                  <a:lnTo>
                    <a:pt x="2805830" y="119646"/>
                  </a:lnTo>
                  <a:lnTo>
                    <a:pt x="2729197" y="116583"/>
                  </a:lnTo>
                  <a:lnTo>
                    <a:pt x="2652565" y="113508"/>
                  </a:lnTo>
                  <a:lnTo>
                    <a:pt x="2575932" y="110423"/>
                  </a:lnTo>
                  <a:lnTo>
                    <a:pt x="2499300" y="107326"/>
                  </a:lnTo>
                  <a:lnTo>
                    <a:pt x="2422667" y="104219"/>
                  </a:lnTo>
                  <a:lnTo>
                    <a:pt x="2346034" y="101100"/>
                  </a:lnTo>
                  <a:lnTo>
                    <a:pt x="2269402" y="97970"/>
                  </a:lnTo>
                  <a:lnTo>
                    <a:pt x="2192769" y="94828"/>
                  </a:lnTo>
                  <a:lnTo>
                    <a:pt x="2116137" y="91676"/>
                  </a:lnTo>
                  <a:lnTo>
                    <a:pt x="2039504" y="88512"/>
                  </a:lnTo>
                  <a:lnTo>
                    <a:pt x="1962872" y="85336"/>
                  </a:lnTo>
                  <a:lnTo>
                    <a:pt x="1886239" y="82150"/>
                  </a:lnTo>
                  <a:lnTo>
                    <a:pt x="1809607" y="78952"/>
                  </a:lnTo>
                  <a:lnTo>
                    <a:pt x="1732974" y="75742"/>
                  </a:lnTo>
                  <a:lnTo>
                    <a:pt x="1656342" y="72521"/>
                  </a:lnTo>
                  <a:lnTo>
                    <a:pt x="1579709" y="69288"/>
                  </a:lnTo>
                  <a:lnTo>
                    <a:pt x="1503076" y="66044"/>
                  </a:lnTo>
                  <a:lnTo>
                    <a:pt x="1426444" y="62788"/>
                  </a:lnTo>
                  <a:lnTo>
                    <a:pt x="1349811" y="59520"/>
                  </a:lnTo>
                  <a:lnTo>
                    <a:pt x="1273179" y="56241"/>
                  </a:lnTo>
                  <a:lnTo>
                    <a:pt x="1196546" y="52950"/>
                  </a:lnTo>
                  <a:lnTo>
                    <a:pt x="1119914" y="49647"/>
                  </a:lnTo>
                  <a:lnTo>
                    <a:pt x="1043281" y="46332"/>
                  </a:lnTo>
                  <a:lnTo>
                    <a:pt x="966649" y="43005"/>
                  </a:lnTo>
                  <a:lnTo>
                    <a:pt x="890016" y="39666"/>
                  </a:lnTo>
                  <a:lnTo>
                    <a:pt x="813384" y="36316"/>
                  </a:lnTo>
                  <a:lnTo>
                    <a:pt x="736751" y="32953"/>
                  </a:lnTo>
                  <a:lnTo>
                    <a:pt x="660118" y="29578"/>
                  </a:lnTo>
                  <a:lnTo>
                    <a:pt x="583486" y="26191"/>
                  </a:lnTo>
                  <a:lnTo>
                    <a:pt x="506853" y="22792"/>
                  </a:lnTo>
                  <a:lnTo>
                    <a:pt x="430221" y="19381"/>
                  </a:lnTo>
                  <a:lnTo>
                    <a:pt x="353588" y="15957"/>
                  </a:lnTo>
                  <a:lnTo>
                    <a:pt x="276956" y="12522"/>
                  </a:lnTo>
                  <a:lnTo>
                    <a:pt x="200323" y="9073"/>
                  </a:lnTo>
                  <a:lnTo>
                    <a:pt x="123691" y="5613"/>
                  </a:lnTo>
                  <a:lnTo>
                    <a:pt x="4705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2230"/>
              <a:ext cx="7403783" cy="1733932"/>
            </a:xfrm>
            <a:custGeom>
              <a:avLst/>
              <a:pathLst>
                <a:path w="7403783" h="1733932">
                  <a:moveTo>
                    <a:pt x="0" y="0"/>
                  </a:moveTo>
                  <a:lnTo>
                    <a:pt x="47058" y="24907"/>
                  </a:lnTo>
                  <a:lnTo>
                    <a:pt x="123691" y="64662"/>
                  </a:lnTo>
                  <a:lnTo>
                    <a:pt x="200323" y="103626"/>
                  </a:lnTo>
                  <a:lnTo>
                    <a:pt x="276956" y="141816"/>
                  </a:lnTo>
                  <a:lnTo>
                    <a:pt x="353588" y="179247"/>
                  </a:lnTo>
                  <a:lnTo>
                    <a:pt x="430221" y="215934"/>
                  </a:lnTo>
                  <a:lnTo>
                    <a:pt x="506853" y="251892"/>
                  </a:lnTo>
                  <a:lnTo>
                    <a:pt x="583486" y="287135"/>
                  </a:lnTo>
                  <a:lnTo>
                    <a:pt x="660118" y="321677"/>
                  </a:lnTo>
                  <a:lnTo>
                    <a:pt x="736751" y="355533"/>
                  </a:lnTo>
                  <a:lnTo>
                    <a:pt x="813384" y="388717"/>
                  </a:lnTo>
                  <a:lnTo>
                    <a:pt x="890016" y="421240"/>
                  </a:lnTo>
                  <a:lnTo>
                    <a:pt x="966649" y="453117"/>
                  </a:lnTo>
                  <a:lnTo>
                    <a:pt x="1043281" y="484361"/>
                  </a:lnTo>
                  <a:lnTo>
                    <a:pt x="1119914" y="514983"/>
                  </a:lnTo>
                  <a:lnTo>
                    <a:pt x="1196546" y="544997"/>
                  </a:lnTo>
                  <a:lnTo>
                    <a:pt x="1273179" y="574414"/>
                  </a:lnTo>
                  <a:lnTo>
                    <a:pt x="1349811" y="603247"/>
                  </a:lnTo>
                  <a:lnTo>
                    <a:pt x="1426444" y="631506"/>
                  </a:lnTo>
                  <a:lnTo>
                    <a:pt x="1503076" y="659204"/>
                  </a:lnTo>
                  <a:lnTo>
                    <a:pt x="1579709" y="686351"/>
                  </a:lnTo>
                  <a:lnTo>
                    <a:pt x="1656342" y="712959"/>
                  </a:lnTo>
                  <a:lnTo>
                    <a:pt x="1732974" y="739037"/>
                  </a:lnTo>
                  <a:lnTo>
                    <a:pt x="1809607" y="764598"/>
                  </a:lnTo>
                  <a:lnTo>
                    <a:pt x="1886239" y="789650"/>
                  </a:lnTo>
                  <a:lnTo>
                    <a:pt x="1962872" y="814205"/>
                  </a:lnTo>
                  <a:lnTo>
                    <a:pt x="2039504" y="838271"/>
                  </a:lnTo>
                  <a:lnTo>
                    <a:pt x="2116137" y="861859"/>
                  </a:lnTo>
                  <a:lnTo>
                    <a:pt x="2192769" y="884978"/>
                  </a:lnTo>
                  <a:lnTo>
                    <a:pt x="2269402" y="907638"/>
                  </a:lnTo>
                  <a:lnTo>
                    <a:pt x="2346034" y="929847"/>
                  </a:lnTo>
                  <a:lnTo>
                    <a:pt x="2422667" y="951615"/>
                  </a:lnTo>
                  <a:lnTo>
                    <a:pt x="2499300" y="972950"/>
                  </a:lnTo>
                  <a:lnTo>
                    <a:pt x="2575932" y="993862"/>
                  </a:lnTo>
                  <a:lnTo>
                    <a:pt x="2652565" y="1014357"/>
                  </a:lnTo>
                  <a:lnTo>
                    <a:pt x="2729197" y="1034445"/>
                  </a:lnTo>
                  <a:lnTo>
                    <a:pt x="2805830" y="1054134"/>
                  </a:lnTo>
                  <a:lnTo>
                    <a:pt x="2882462" y="1073432"/>
                  </a:lnTo>
                  <a:lnTo>
                    <a:pt x="2959095" y="1092346"/>
                  </a:lnTo>
                  <a:lnTo>
                    <a:pt x="3035727" y="1110884"/>
                  </a:lnTo>
                  <a:lnTo>
                    <a:pt x="3112360" y="1129053"/>
                  </a:lnTo>
                  <a:lnTo>
                    <a:pt x="3188993" y="1146862"/>
                  </a:lnTo>
                  <a:lnTo>
                    <a:pt x="3265625" y="1164316"/>
                  </a:lnTo>
                  <a:lnTo>
                    <a:pt x="3342258" y="1181423"/>
                  </a:lnTo>
                  <a:lnTo>
                    <a:pt x="3418890" y="1198191"/>
                  </a:lnTo>
                  <a:lnTo>
                    <a:pt x="3495523" y="1214625"/>
                  </a:lnTo>
                  <a:lnTo>
                    <a:pt x="3572155" y="1230733"/>
                  </a:lnTo>
                  <a:lnTo>
                    <a:pt x="3648788" y="1246520"/>
                  </a:lnTo>
                  <a:lnTo>
                    <a:pt x="3725420" y="1261994"/>
                  </a:lnTo>
                  <a:lnTo>
                    <a:pt x="3802053" y="1277160"/>
                  </a:lnTo>
                  <a:lnTo>
                    <a:pt x="3878685" y="1292024"/>
                  </a:lnTo>
                  <a:lnTo>
                    <a:pt x="3955318" y="1306594"/>
                  </a:lnTo>
                  <a:lnTo>
                    <a:pt x="4031951" y="1320873"/>
                  </a:lnTo>
                  <a:lnTo>
                    <a:pt x="4108583" y="1334869"/>
                  </a:lnTo>
                  <a:lnTo>
                    <a:pt x="4185216" y="1348586"/>
                  </a:lnTo>
                  <a:lnTo>
                    <a:pt x="4261848" y="1362031"/>
                  </a:lnTo>
                  <a:lnTo>
                    <a:pt x="4338481" y="1375209"/>
                  </a:lnTo>
                  <a:lnTo>
                    <a:pt x="4415113" y="1388125"/>
                  </a:lnTo>
                  <a:lnTo>
                    <a:pt x="4491746" y="1400784"/>
                  </a:lnTo>
                  <a:lnTo>
                    <a:pt x="4568378" y="1413191"/>
                  </a:lnTo>
                  <a:lnTo>
                    <a:pt x="4645011" y="1425352"/>
                  </a:lnTo>
                  <a:lnTo>
                    <a:pt x="4721644" y="1437271"/>
                  </a:lnTo>
                  <a:lnTo>
                    <a:pt x="4798276" y="1448953"/>
                  </a:lnTo>
                  <a:lnTo>
                    <a:pt x="4874909" y="1460403"/>
                  </a:lnTo>
                  <a:lnTo>
                    <a:pt x="4951541" y="1471626"/>
                  </a:lnTo>
                  <a:lnTo>
                    <a:pt x="5028174" y="1482625"/>
                  </a:lnTo>
                  <a:lnTo>
                    <a:pt x="5104806" y="1493406"/>
                  </a:lnTo>
                  <a:lnTo>
                    <a:pt x="5181439" y="1503972"/>
                  </a:lnTo>
                  <a:lnTo>
                    <a:pt x="5258071" y="1514329"/>
                  </a:lnTo>
                  <a:lnTo>
                    <a:pt x="5334704" y="1524479"/>
                  </a:lnTo>
                  <a:lnTo>
                    <a:pt x="5411336" y="1534428"/>
                  </a:lnTo>
                  <a:lnTo>
                    <a:pt x="5487969" y="1544179"/>
                  </a:lnTo>
                  <a:lnTo>
                    <a:pt x="5564602" y="1553737"/>
                  </a:lnTo>
                  <a:lnTo>
                    <a:pt x="5641234" y="1563104"/>
                  </a:lnTo>
                  <a:lnTo>
                    <a:pt x="5717867" y="1572285"/>
                  </a:lnTo>
                  <a:lnTo>
                    <a:pt x="5794499" y="1581284"/>
                  </a:lnTo>
                  <a:lnTo>
                    <a:pt x="5871132" y="1590104"/>
                  </a:lnTo>
                  <a:lnTo>
                    <a:pt x="5947764" y="1598748"/>
                  </a:lnTo>
                  <a:lnTo>
                    <a:pt x="6024397" y="1607221"/>
                  </a:lnTo>
                  <a:lnTo>
                    <a:pt x="6101029" y="1615525"/>
                  </a:lnTo>
                  <a:lnTo>
                    <a:pt x="6177662" y="1623664"/>
                  </a:lnTo>
                  <a:lnTo>
                    <a:pt x="6254294" y="1631642"/>
                  </a:lnTo>
                  <a:lnTo>
                    <a:pt x="6330927" y="1639460"/>
                  </a:lnTo>
                  <a:lnTo>
                    <a:pt x="6407560" y="1647124"/>
                  </a:lnTo>
                  <a:lnTo>
                    <a:pt x="6484192" y="1654635"/>
                  </a:lnTo>
                  <a:lnTo>
                    <a:pt x="6560825" y="1661997"/>
                  </a:lnTo>
                  <a:lnTo>
                    <a:pt x="6637457" y="1669212"/>
                  </a:lnTo>
                  <a:lnTo>
                    <a:pt x="6714090" y="1676284"/>
                  </a:lnTo>
                  <a:lnTo>
                    <a:pt x="6790722" y="1683216"/>
                  </a:lnTo>
                  <a:lnTo>
                    <a:pt x="6867355" y="1690010"/>
                  </a:lnTo>
                  <a:lnTo>
                    <a:pt x="6943987" y="1696668"/>
                  </a:lnTo>
                  <a:lnTo>
                    <a:pt x="7020620" y="1703195"/>
                  </a:lnTo>
                  <a:lnTo>
                    <a:pt x="7097253" y="1709591"/>
                  </a:lnTo>
                  <a:lnTo>
                    <a:pt x="7173885" y="1715861"/>
                  </a:lnTo>
                  <a:lnTo>
                    <a:pt x="7250518" y="1722006"/>
                  </a:lnTo>
                  <a:lnTo>
                    <a:pt x="7327150" y="1728029"/>
                  </a:lnTo>
                  <a:lnTo>
                    <a:pt x="7403783" y="173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(1.04-1.53), p_Bonf = 0.102 (n = 6)  |  per IQR decline (Δ = 0.30): 2.00 (1.13-3.54)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2026-07-06T08:56:35Z</dcterms:modified>
  <cp:category/>
</cp:coreProperties>
</file>