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31166"/>
            </a:xfrm>
            <a:custGeom>
              <a:avLst/>
              <a:pathLst>
                <a:path w="7403783" h="3631166">
                  <a:moveTo>
                    <a:pt x="1857564" y="0"/>
                  </a:moveTo>
                  <a:lnTo>
                    <a:pt x="1886239" y="97818"/>
                  </a:lnTo>
                  <a:lnTo>
                    <a:pt x="1962872" y="341324"/>
                  </a:lnTo>
                  <a:lnTo>
                    <a:pt x="2039504" y="568150"/>
                  </a:lnTo>
                  <a:lnTo>
                    <a:pt x="2116137" y="779439"/>
                  </a:lnTo>
                  <a:lnTo>
                    <a:pt x="2192769" y="976254"/>
                  </a:lnTo>
                  <a:lnTo>
                    <a:pt x="2269402" y="1159587"/>
                  </a:lnTo>
                  <a:lnTo>
                    <a:pt x="2346034" y="1330362"/>
                  </a:lnTo>
                  <a:lnTo>
                    <a:pt x="2422667" y="1489439"/>
                  </a:lnTo>
                  <a:lnTo>
                    <a:pt x="2499300" y="1637619"/>
                  </a:lnTo>
                  <a:lnTo>
                    <a:pt x="2575932" y="1775649"/>
                  </a:lnTo>
                  <a:lnTo>
                    <a:pt x="2652565" y="1904223"/>
                  </a:lnTo>
                  <a:lnTo>
                    <a:pt x="2729197" y="2023990"/>
                  </a:lnTo>
                  <a:lnTo>
                    <a:pt x="2805830" y="2135553"/>
                  </a:lnTo>
                  <a:lnTo>
                    <a:pt x="2882462" y="2239474"/>
                  </a:lnTo>
                  <a:lnTo>
                    <a:pt x="2959095" y="2336277"/>
                  </a:lnTo>
                  <a:lnTo>
                    <a:pt x="3035727" y="2426448"/>
                  </a:lnTo>
                  <a:lnTo>
                    <a:pt x="3112360" y="2510443"/>
                  </a:lnTo>
                  <a:lnTo>
                    <a:pt x="3188993" y="2588684"/>
                  </a:lnTo>
                  <a:lnTo>
                    <a:pt x="3265625" y="2661565"/>
                  </a:lnTo>
                  <a:lnTo>
                    <a:pt x="3342258" y="2729454"/>
                  </a:lnTo>
                  <a:lnTo>
                    <a:pt x="3418890" y="2780863"/>
                  </a:lnTo>
                  <a:lnTo>
                    <a:pt x="3495523" y="2767479"/>
                  </a:lnTo>
                  <a:lnTo>
                    <a:pt x="3572155" y="2753889"/>
                  </a:lnTo>
                  <a:lnTo>
                    <a:pt x="3648788" y="2740091"/>
                  </a:lnTo>
                  <a:lnTo>
                    <a:pt x="3725420" y="2726080"/>
                  </a:lnTo>
                  <a:lnTo>
                    <a:pt x="3802053" y="2711855"/>
                  </a:lnTo>
                  <a:lnTo>
                    <a:pt x="3878685" y="2697411"/>
                  </a:lnTo>
                  <a:lnTo>
                    <a:pt x="3955318" y="2682745"/>
                  </a:lnTo>
                  <a:lnTo>
                    <a:pt x="4031951" y="2667855"/>
                  </a:lnTo>
                  <a:lnTo>
                    <a:pt x="4108583" y="2652735"/>
                  </a:lnTo>
                  <a:lnTo>
                    <a:pt x="4185216" y="2637384"/>
                  </a:lnTo>
                  <a:lnTo>
                    <a:pt x="4261848" y="2621796"/>
                  </a:lnTo>
                  <a:lnTo>
                    <a:pt x="4338481" y="2605970"/>
                  </a:lnTo>
                  <a:lnTo>
                    <a:pt x="4415113" y="2589900"/>
                  </a:lnTo>
                  <a:lnTo>
                    <a:pt x="4491746" y="2573584"/>
                  </a:lnTo>
                  <a:lnTo>
                    <a:pt x="4568378" y="2557017"/>
                  </a:lnTo>
                  <a:lnTo>
                    <a:pt x="4645011" y="2540196"/>
                  </a:lnTo>
                  <a:lnTo>
                    <a:pt x="4721644" y="2523117"/>
                  </a:lnTo>
                  <a:lnTo>
                    <a:pt x="4798276" y="2505775"/>
                  </a:lnTo>
                  <a:lnTo>
                    <a:pt x="4874909" y="2488168"/>
                  </a:lnTo>
                  <a:lnTo>
                    <a:pt x="4951541" y="2470290"/>
                  </a:lnTo>
                  <a:lnTo>
                    <a:pt x="5028174" y="2452137"/>
                  </a:lnTo>
                  <a:lnTo>
                    <a:pt x="5104806" y="2433706"/>
                  </a:lnTo>
                  <a:lnTo>
                    <a:pt x="5181439" y="2414991"/>
                  </a:lnTo>
                  <a:lnTo>
                    <a:pt x="5258071" y="2395990"/>
                  </a:lnTo>
                  <a:lnTo>
                    <a:pt x="5334704" y="2376696"/>
                  </a:lnTo>
                  <a:lnTo>
                    <a:pt x="5411336" y="2357107"/>
                  </a:lnTo>
                  <a:lnTo>
                    <a:pt x="5487969" y="2337217"/>
                  </a:lnTo>
                  <a:lnTo>
                    <a:pt x="5564602" y="2317021"/>
                  </a:lnTo>
                  <a:lnTo>
                    <a:pt x="5641234" y="2296515"/>
                  </a:lnTo>
                  <a:lnTo>
                    <a:pt x="5717867" y="2275695"/>
                  </a:lnTo>
                  <a:lnTo>
                    <a:pt x="5794499" y="2254555"/>
                  </a:lnTo>
                  <a:lnTo>
                    <a:pt x="5871132" y="2233090"/>
                  </a:lnTo>
                  <a:lnTo>
                    <a:pt x="5947764" y="2211295"/>
                  </a:lnTo>
                  <a:lnTo>
                    <a:pt x="6024397" y="2189167"/>
                  </a:lnTo>
                  <a:lnTo>
                    <a:pt x="6101029" y="2166698"/>
                  </a:lnTo>
                  <a:lnTo>
                    <a:pt x="6177662" y="2143884"/>
                  </a:lnTo>
                  <a:lnTo>
                    <a:pt x="6254294" y="2120720"/>
                  </a:lnTo>
                  <a:lnTo>
                    <a:pt x="6330927" y="2097201"/>
                  </a:lnTo>
                  <a:lnTo>
                    <a:pt x="6407560" y="2073320"/>
                  </a:lnTo>
                  <a:lnTo>
                    <a:pt x="6484192" y="2049073"/>
                  </a:lnTo>
                  <a:lnTo>
                    <a:pt x="6560825" y="2024454"/>
                  </a:lnTo>
                  <a:lnTo>
                    <a:pt x="6637457" y="1999456"/>
                  </a:lnTo>
                  <a:lnTo>
                    <a:pt x="6714090" y="1974075"/>
                  </a:lnTo>
                  <a:lnTo>
                    <a:pt x="6790722" y="1948304"/>
                  </a:lnTo>
                  <a:lnTo>
                    <a:pt x="6867355" y="1922137"/>
                  </a:lnTo>
                  <a:lnTo>
                    <a:pt x="6943987" y="1895569"/>
                  </a:lnTo>
                  <a:lnTo>
                    <a:pt x="7020620" y="1868593"/>
                  </a:lnTo>
                  <a:lnTo>
                    <a:pt x="7097253" y="1841202"/>
                  </a:lnTo>
                  <a:lnTo>
                    <a:pt x="7173885" y="1813391"/>
                  </a:lnTo>
                  <a:lnTo>
                    <a:pt x="7250518" y="1785153"/>
                  </a:lnTo>
                  <a:lnTo>
                    <a:pt x="7327150" y="1756482"/>
                  </a:lnTo>
                  <a:lnTo>
                    <a:pt x="7403783" y="1727370"/>
                  </a:lnTo>
                  <a:lnTo>
                    <a:pt x="7403783" y="3631166"/>
                  </a:lnTo>
                  <a:lnTo>
                    <a:pt x="7327150" y="3629587"/>
                  </a:lnTo>
                  <a:lnTo>
                    <a:pt x="7250518" y="3627891"/>
                  </a:lnTo>
                  <a:lnTo>
                    <a:pt x="7173885" y="3626071"/>
                  </a:lnTo>
                  <a:lnTo>
                    <a:pt x="7097253" y="3624117"/>
                  </a:lnTo>
                  <a:lnTo>
                    <a:pt x="7020620" y="3622019"/>
                  </a:lnTo>
                  <a:lnTo>
                    <a:pt x="6943987" y="3619767"/>
                  </a:lnTo>
                  <a:lnTo>
                    <a:pt x="6867355" y="3617350"/>
                  </a:lnTo>
                  <a:lnTo>
                    <a:pt x="6790722" y="3614754"/>
                  </a:lnTo>
                  <a:lnTo>
                    <a:pt x="6714090" y="3611968"/>
                  </a:lnTo>
                  <a:lnTo>
                    <a:pt x="6637457" y="3608977"/>
                  </a:lnTo>
                  <a:lnTo>
                    <a:pt x="6560825" y="3605766"/>
                  </a:lnTo>
                  <a:lnTo>
                    <a:pt x="6484192" y="3602318"/>
                  </a:lnTo>
                  <a:lnTo>
                    <a:pt x="6407560" y="3598618"/>
                  </a:lnTo>
                  <a:lnTo>
                    <a:pt x="6330927" y="3594645"/>
                  </a:lnTo>
                  <a:lnTo>
                    <a:pt x="6254294" y="3590380"/>
                  </a:lnTo>
                  <a:lnTo>
                    <a:pt x="6177662" y="3585801"/>
                  </a:lnTo>
                  <a:lnTo>
                    <a:pt x="6101029" y="3580885"/>
                  </a:lnTo>
                  <a:lnTo>
                    <a:pt x="6024397" y="3575609"/>
                  </a:lnTo>
                  <a:lnTo>
                    <a:pt x="5947764" y="3569944"/>
                  </a:lnTo>
                  <a:lnTo>
                    <a:pt x="5871132" y="3563862"/>
                  </a:lnTo>
                  <a:lnTo>
                    <a:pt x="5794499" y="3557333"/>
                  </a:lnTo>
                  <a:lnTo>
                    <a:pt x="5717867" y="3550324"/>
                  </a:lnTo>
                  <a:lnTo>
                    <a:pt x="5641234" y="3542800"/>
                  </a:lnTo>
                  <a:lnTo>
                    <a:pt x="5564602" y="3534723"/>
                  </a:lnTo>
                  <a:lnTo>
                    <a:pt x="5487969" y="3526051"/>
                  </a:lnTo>
                  <a:lnTo>
                    <a:pt x="5411336" y="3516742"/>
                  </a:lnTo>
                  <a:lnTo>
                    <a:pt x="5334704" y="3506748"/>
                  </a:lnTo>
                  <a:lnTo>
                    <a:pt x="5258071" y="3496019"/>
                  </a:lnTo>
                  <a:lnTo>
                    <a:pt x="5181439" y="3484501"/>
                  </a:lnTo>
                  <a:lnTo>
                    <a:pt x="5104806" y="3472136"/>
                  </a:lnTo>
                  <a:lnTo>
                    <a:pt x="5028174" y="3458862"/>
                  </a:lnTo>
                  <a:lnTo>
                    <a:pt x="4951541" y="3444612"/>
                  </a:lnTo>
                  <a:lnTo>
                    <a:pt x="4874909" y="3429314"/>
                  </a:lnTo>
                  <a:lnTo>
                    <a:pt x="4798276" y="3412891"/>
                  </a:lnTo>
                  <a:lnTo>
                    <a:pt x="4721644" y="3395260"/>
                  </a:lnTo>
                  <a:lnTo>
                    <a:pt x="4645011" y="3376333"/>
                  </a:lnTo>
                  <a:lnTo>
                    <a:pt x="4568378" y="3356014"/>
                  </a:lnTo>
                  <a:lnTo>
                    <a:pt x="4491746" y="3334200"/>
                  </a:lnTo>
                  <a:lnTo>
                    <a:pt x="4415113" y="3310783"/>
                  </a:lnTo>
                  <a:lnTo>
                    <a:pt x="4338481" y="3285643"/>
                  </a:lnTo>
                  <a:lnTo>
                    <a:pt x="4261848" y="3258655"/>
                  </a:lnTo>
                  <a:lnTo>
                    <a:pt x="4185216" y="3229682"/>
                  </a:lnTo>
                  <a:lnTo>
                    <a:pt x="4108583" y="3198578"/>
                  </a:lnTo>
                  <a:lnTo>
                    <a:pt x="4031951" y="3165187"/>
                  </a:lnTo>
                  <a:lnTo>
                    <a:pt x="3955318" y="3129341"/>
                  </a:lnTo>
                  <a:lnTo>
                    <a:pt x="3878685" y="3090859"/>
                  </a:lnTo>
                  <a:lnTo>
                    <a:pt x="3802053" y="3049546"/>
                  </a:lnTo>
                  <a:lnTo>
                    <a:pt x="3725420" y="3005196"/>
                  </a:lnTo>
                  <a:lnTo>
                    <a:pt x="3648788" y="2957584"/>
                  </a:lnTo>
                  <a:lnTo>
                    <a:pt x="3572155" y="2906472"/>
                  </a:lnTo>
                  <a:lnTo>
                    <a:pt x="3495523" y="2851600"/>
                  </a:lnTo>
                  <a:lnTo>
                    <a:pt x="3418890" y="2792693"/>
                  </a:lnTo>
                  <a:lnTo>
                    <a:pt x="3342258" y="2794045"/>
                  </a:lnTo>
                  <a:lnTo>
                    <a:pt x="3265625" y="2807028"/>
                  </a:lnTo>
                  <a:lnTo>
                    <a:pt x="3188993" y="2819814"/>
                  </a:lnTo>
                  <a:lnTo>
                    <a:pt x="3112360" y="2832407"/>
                  </a:lnTo>
                  <a:lnTo>
                    <a:pt x="3035727" y="2844810"/>
                  </a:lnTo>
                  <a:lnTo>
                    <a:pt x="2959095" y="2857025"/>
                  </a:lnTo>
                  <a:lnTo>
                    <a:pt x="2882462" y="2869055"/>
                  </a:lnTo>
                  <a:lnTo>
                    <a:pt x="2805830" y="2880904"/>
                  </a:lnTo>
                  <a:lnTo>
                    <a:pt x="2729197" y="2892573"/>
                  </a:lnTo>
                  <a:lnTo>
                    <a:pt x="2652565" y="2904066"/>
                  </a:lnTo>
                  <a:lnTo>
                    <a:pt x="2575932" y="2915385"/>
                  </a:lnTo>
                  <a:lnTo>
                    <a:pt x="2499300" y="2926533"/>
                  </a:lnTo>
                  <a:lnTo>
                    <a:pt x="2422667" y="2937512"/>
                  </a:lnTo>
                  <a:lnTo>
                    <a:pt x="2346034" y="2948326"/>
                  </a:lnTo>
                  <a:lnTo>
                    <a:pt x="2269402" y="2958976"/>
                  </a:lnTo>
                  <a:lnTo>
                    <a:pt x="2192769" y="2969464"/>
                  </a:lnTo>
                  <a:lnTo>
                    <a:pt x="2116137" y="2979795"/>
                  </a:lnTo>
                  <a:lnTo>
                    <a:pt x="2039504" y="2989969"/>
                  </a:lnTo>
                  <a:lnTo>
                    <a:pt x="1962872" y="2999989"/>
                  </a:lnTo>
                  <a:lnTo>
                    <a:pt x="1886239" y="3009857"/>
                  </a:lnTo>
                  <a:lnTo>
                    <a:pt x="1809607" y="3019577"/>
                  </a:lnTo>
                  <a:lnTo>
                    <a:pt x="1732974" y="3029149"/>
                  </a:lnTo>
                  <a:lnTo>
                    <a:pt x="1656342" y="3038577"/>
                  </a:lnTo>
                  <a:lnTo>
                    <a:pt x="1579709" y="3047862"/>
                  </a:lnTo>
                  <a:lnTo>
                    <a:pt x="1503076" y="3057007"/>
                  </a:lnTo>
                  <a:lnTo>
                    <a:pt x="1426444" y="3066013"/>
                  </a:lnTo>
                  <a:lnTo>
                    <a:pt x="1349811" y="3074884"/>
                  </a:lnTo>
                  <a:lnTo>
                    <a:pt x="1273179" y="3083620"/>
                  </a:lnTo>
                  <a:lnTo>
                    <a:pt x="1196546" y="3092224"/>
                  </a:lnTo>
                  <a:lnTo>
                    <a:pt x="1119914" y="3100698"/>
                  </a:lnTo>
                  <a:lnTo>
                    <a:pt x="1043281" y="3109044"/>
                  </a:lnTo>
                  <a:lnTo>
                    <a:pt x="966649" y="3117264"/>
                  </a:lnTo>
                  <a:lnTo>
                    <a:pt x="890016" y="3125359"/>
                  </a:lnTo>
                  <a:lnTo>
                    <a:pt x="813384" y="3133332"/>
                  </a:lnTo>
                  <a:lnTo>
                    <a:pt x="736751" y="3141184"/>
                  </a:lnTo>
                  <a:lnTo>
                    <a:pt x="660118" y="3148918"/>
                  </a:lnTo>
                  <a:lnTo>
                    <a:pt x="583486" y="3156535"/>
                  </a:lnTo>
                  <a:lnTo>
                    <a:pt x="506853" y="3164036"/>
                  </a:lnTo>
                  <a:lnTo>
                    <a:pt x="430221" y="3171424"/>
                  </a:lnTo>
                  <a:lnTo>
                    <a:pt x="353588" y="3178701"/>
                  </a:lnTo>
                  <a:lnTo>
                    <a:pt x="276956" y="3185867"/>
                  </a:lnTo>
                  <a:lnTo>
                    <a:pt x="200323" y="3192925"/>
                  </a:lnTo>
                  <a:lnTo>
                    <a:pt x="123691" y="3199876"/>
                  </a:lnTo>
                  <a:lnTo>
                    <a:pt x="47058" y="3206723"/>
                  </a:lnTo>
                  <a:lnTo>
                    <a:pt x="0" y="32108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1896563"/>
              <a:ext cx="5546218" cy="2780863"/>
            </a:xfrm>
            <a:custGeom>
              <a:avLst/>
              <a:pathLst>
                <a:path w="5546218" h="2780863">
                  <a:moveTo>
                    <a:pt x="0" y="0"/>
                  </a:moveTo>
                  <a:lnTo>
                    <a:pt x="28675" y="97818"/>
                  </a:lnTo>
                  <a:lnTo>
                    <a:pt x="105307" y="341324"/>
                  </a:lnTo>
                  <a:lnTo>
                    <a:pt x="181940" y="568150"/>
                  </a:lnTo>
                  <a:lnTo>
                    <a:pt x="258572" y="779439"/>
                  </a:lnTo>
                  <a:lnTo>
                    <a:pt x="335205" y="976254"/>
                  </a:lnTo>
                  <a:lnTo>
                    <a:pt x="411837" y="1159587"/>
                  </a:lnTo>
                  <a:lnTo>
                    <a:pt x="488470" y="1330362"/>
                  </a:lnTo>
                  <a:lnTo>
                    <a:pt x="565102" y="1489439"/>
                  </a:lnTo>
                  <a:lnTo>
                    <a:pt x="641735" y="1637619"/>
                  </a:lnTo>
                  <a:lnTo>
                    <a:pt x="718368" y="1775649"/>
                  </a:lnTo>
                  <a:lnTo>
                    <a:pt x="795000" y="1904223"/>
                  </a:lnTo>
                  <a:lnTo>
                    <a:pt x="871633" y="2023990"/>
                  </a:lnTo>
                  <a:lnTo>
                    <a:pt x="948265" y="2135553"/>
                  </a:lnTo>
                  <a:lnTo>
                    <a:pt x="1024898" y="2239474"/>
                  </a:lnTo>
                  <a:lnTo>
                    <a:pt x="1101530" y="2336277"/>
                  </a:lnTo>
                  <a:lnTo>
                    <a:pt x="1178163" y="2426448"/>
                  </a:lnTo>
                  <a:lnTo>
                    <a:pt x="1254795" y="2510443"/>
                  </a:lnTo>
                  <a:lnTo>
                    <a:pt x="1331428" y="2588684"/>
                  </a:lnTo>
                  <a:lnTo>
                    <a:pt x="1408060" y="2661565"/>
                  </a:lnTo>
                  <a:lnTo>
                    <a:pt x="1484693" y="2729454"/>
                  </a:lnTo>
                  <a:lnTo>
                    <a:pt x="1561326" y="2780863"/>
                  </a:lnTo>
                  <a:lnTo>
                    <a:pt x="1637958" y="2767479"/>
                  </a:lnTo>
                  <a:lnTo>
                    <a:pt x="1714591" y="2753889"/>
                  </a:lnTo>
                  <a:lnTo>
                    <a:pt x="1791223" y="2740091"/>
                  </a:lnTo>
                  <a:lnTo>
                    <a:pt x="1867856" y="2726080"/>
                  </a:lnTo>
                  <a:lnTo>
                    <a:pt x="1944488" y="2711855"/>
                  </a:lnTo>
                  <a:lnTo>
                    <a:pt x="2021121" y="2697411"/>
                  </a:lnTo>
                  <a:lnTo>
                    <a:pt x="2097753" y="2682745"/>
                  </a:lnTo>
                  <a:lnTo>
                    <a:pt x="2174386" y="2667855"/>
                  </a:lnTo>
                  <a:lnTo>
                    <a:pt x="2251019" y="2652735"/>
                  </a:lnTo>
                  <a:lnTo>
                    <a:pt x="2327651" y="2637384"/>
                  </a:lnTo>
                  <a:lnTo>
                    <a:pt x="2404284" y="2621796"/>
                  </a:lnTo>
                  <a:lnTo>
                    <a:pt x="2480916" y="2605970"/>
                  </a:lnTo>
                  <a:lnTo>
                    <a:pt x="2557549" y="2589900"/>
                  </a:lnTo>
                  <a:lnTo>
                    <a:pt x="2634181" y="2573584"/>
                  </a:lnTo>
                  <a:lnTo>
                    <a:pt x="2710814" y="2557017"/>
                  </a:lnTo>
                  <a:lnTo>
                    <a:pt x="2787446" y="2540196"/>
                  </a:lnTo>
                  <a:lnTo>
                    <a:pt x="2864079" y="2523117"/>
                  </a:lnTo>
                  <a:lnTo>
                    <a:pt x="2940711" y="2505775"/>
                  </a:lnTo>
                  <a:lnTo>
                    <a:pt x="3017344" y="2488168"/>
                  </a:lnTo>
                  <a:lnTo>
                    <a:pt x="3093977" y="2470290"/>
                  </a:lnTo>
                  <a:lnTo>
                    <a:pt x="3170609" y="2452137"/>
                  </a:lnTo>
                  <a:lnTo>
                    <a:pt x="3247242" y="2433706"/>
                  </a:lnTo>
                  <a:lnTo>
                    <a:pt x="3323874" y="2414991"/>
                  </a:lnTo>
                  <a:lnTo>
                    <a:pt x="3400507" y="2395990"/>
                  </a:lnTo>
                  <a:lnTo>
                    <a:pt x="3477139" y="2376696"/>
                  </a:lnTo>
                  <a:lnTo>
                    <a:pt x="3553772" y="2357107"/>
                  </a:lnTo>
                  <a:lnTo>
                    <a:pt x="3630404" y="2337217"/>
                  </a:lnTo>
                  <a:lnTo>
                    <a:pt x="3707037" y="2317021"/>
                  </a:lnTo>
                  <a:lnTo>
                    <a:pt x="3783669" y="2296515"/>
                  </a:lnTo>
                  <a:lnTo>
                    <a:pt x="3860302" y="2275695"/>
                  </a:lnTo>
                  <a:lnTo>
                    <a:pt x="3936935" y="2254555"/>
                  </a:lnTo>
                  <a:lnTo>
                    <a:pt x="4013567" y="2233090"/>
                  </a:lnTo>
                  <a:lnTo>
                    <a:pt x="4090200" y="2211295"/>
                  </a:lnTo>
                  <a:lnTo>
                    <a:pt x="4166832" y="2189167"/>
                  </a:lnTo>
                  <a:lnTo>
                    <a:pt x="4243465" y="2166698"/>
                  </a:lnTo>
                  <a:lnTo>
                    <a:pt x="4320097" y="2143884"/>
                  </a:lnTo>
                  <a:lnTo>
                    <a:pt x="4396730" y="2120720"/>
                  </a:lnTo>
                  <a:lnTo>
                    <a:pt x="4473362" y="2097201"/>
                  </a:lnTo>
                  <a:lnTo>
                    <a:pt x="4549995" y="2073320"/>
                  </a:lnTo>
                  <a:lnTo>
                    <a:pt x="4626628" y="2049073"/>
                  </a:lnTo>
                  <a:lnTo>
                    <a:pt x="4703260" y="2024454"/>
                  </a:lnTo>
                  <a:lnTo>
                    <a:pt x="4779893" y="1999456"/>
                  </a:lnTo>
                  <a:lnTo>
                    <a:pt x="4856525" y="1974075"/>
                  </a:lnTo>
                  <a:lnTo>
                    <a:pt x="4933158" y="1948304"/>
                  </a:lnTo>
                  <a:lnTo>
                    <a:pt x="5009790" y="1922137"/>
                  </a:lnTo>
                  <a:lnTo>
                    <a:pt x="5086423" y="1895569"/>
                  </a:lnTo>
                  <a:lnTo>
                    <a:pt x="5163055" y="1868593"/>
                  </a:lnTo>
                  <a:lnTo>
                    <a:pt x="5239688" y="1841202"/>
                  </a:lnTo>
                  <a:lnTo>
                    <a:pt x="5316320" y="1813391"/>
                  </a:lnTo>
                  <a:lnTo>
                    <a:pt x="5392953" y="1785153"/>
                  </a:lnTo>
                  <a:lnTo>
                    <a:pt x="5469586" y="1756482"/>
                  </a:lnTo>
                  <a:lnTo>
                    <a:pt x="5546218" y="1727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9257"/>
              <a:ext cx="7403783" cy="838473"/>
            </a:xfrm>
            <a:custGeom>
              <a:avLst/>
              <a:pathLst>
                <a:path w="7403783" h="838473">
                  <a:moveTo>
                    <a:pt x="7403783" y="838473"/>
                  </a:moveTo>
                  <a:lnTo>
                    <a:pt x="7327150" y="836893"/>
                  </a:lnTo>
                  <a:lnTo>
                    <a:pt x="7250518" y="835198"/>
                  </a:lnTo>
                  <a:lnTo>
                    <a:pt x="7173885" y="833378"/>
                  </a:lnTo>
                  <a:lnTo>
                    <a:pt x="7097253" y="831423"/>
                  </a:lnTo>
                  <a:lnTo>
                    <a:pt x="7020620" y="829326"/>
                  </a:lnTo>
                  <a:lnTo>
                    <a:pt x="6943987" y="827074"/>
                  </a:lnTo>
                  <a:lnTo>
                    <a:pt x="6867355" y="824656"/>
                  </a:lnTo>
                  <a:lnTo>
                    <a:pt x="6790722" y="822061"/>
                  </a:lnTo>
                  <a:lnTo>
                    <a:pt x="6714090" y="819274"/>
                  </a:lnTo>
                  <a:lnTo>
                    <a:pt x="6637457" y="816283"/>
                  </a:lnTo>
                  <a:lnTo>
                    <a:pt x="6560825" y="813072"/>
                  </a:lnTo>
                  <a:lnTo>
                    <a:pt x="6484192" y="809625"/>
                  </a:lnTo>
                  <a:lnTo>
                    <a:pt x="6407560" y="805924"/>
                  </a:lnTo>
                  <a:lnTo>
                    <a:pt x="6330927" y="801951"/>
                  </a:lnTo>
                  <a:lnTo>
                    <a:pt x="6254294" y="797686"/>
                  </a:lnTo>
                  <a:lnTo>
                    <a:pt x="6177662" y="793107"/>
                  </a:lnTo>
                  <a:lnTo>
                    <a:pt x="6101029" y="788192"/>
                  </a:lnTo>
                  <a:lnTo>
                    <a:pt x="6024397" y="782915"/>
                  </a:lnTo>
                  <a:lnTo>
                    <a:pt x="5947764" y="777250"/>
                  </a:lnTo>
                  <a:lnTo>
                    <a:pt x="5871132" y="771168"/>
                  </a:lnTo>
                  <a:lnTo>
                    <a:pt x="5794499" y="764640"/>
                  </a:lnTo>
                  <a:lnTo>
                    <a:pt x="5717867" y="757631"/>
                  </a:lnTo>
                  <a:lnTo>
                    <a:pt x="5641234" y="750107"/>
                  </a:lnTo>
                  <a:lnTo>
                    <a:pt x="5564602" y="742029"/>
                  </a:lnTo>
                  <a:lnTo>
                    <a:pt x="5487969" y="733357"/>
                  </a:lnTo>
                  <a:lnTo>
                    <a:pt x="5411336" y="724048"/>
                  </a:lnTo>
                  <a:lnTo>
                    <a:pt x="5334704" y="714054"/>
                  </a:lnTo>
                  <a:lnTo>
                    <a:pt x="5258071" y="703325"/>
                  </a:lnTo>
                  <a:lnTo>
                    <a:pt x="5181439" y="691808"/>
                  </a:lnTo>
                  <a:lnTo>
                    <a:pt x="5104806" y="679443"/>
                  </a:lnTo>
                  <a:lnTo>
                    <a:pt x="5028174" y="666169"/>
                  </a:lnTo>
                  <a:lnTo>
                    <a:pt x="4951541" y="651919"/>
                  </a:lnTo>
                  <a:lnTo>
                    <a:pt x="4874909" y="636621"/>
                  </a:lnTo>
                  <a:lnTo>
                    <a:pt x="4798276" y="620197"/>
                  </a:lnTo>
                  <a:lnTo>
                    <a:pt x="4721644" y="602567"/>
                  </a:lnTo>
                  <a:lnTo>
                    <a:pt x="4645011" y="583639"/>
                  </a:lnTo>
                  <a:lnTo>
                    <a:pt x="4568378" y="563320"/>
                  </a:lnTo>
                  <a:lnTo>
                    <a:pt x="4491746" y="541507"/>
                  </a:lnTo>
                  <a:lnTo>
                    <a:pt x="4415113" y="518089"/>
                  </a:lnTo>
                  <a:lnTo>
                    <a:pt x="4338481" y="492950"/>
                  </a:lnTo>
                  <a:lnTo>
                    <a:pt x="4261848" y="465961"/>
                  </a:lnTo>
                  <a:lnTo>
                    <a:pt x="4185216" y="436988"/>
                  </a:lnTo>
                  <a:lnTo>
                    <a:pt x="4108583" y="405885"/>
                  </a:lnTo>
                  <a:lnTo>
                    <a:pt x="4031951" y="372494"/>
                  </a:lnTo>
                  <a:lnTo>
                    <a:pt x="3955318" y="336648"/>
                  </a:lnTo>
                  <a:lnTo>
                    <a:pt x="3878685" y="298165"/>
                  </a:lnTo>
                  <a:lnTo>
                    <a:pt x="3802053" y="256853"/>
                  </a:lnTo>
                  <a:lnTo>
                    <a:pt x="3725420" y="212503"/>
                  </a:lnTo>
                  <a:lnTo>
                    <a:pt x="3648788" y="164891"/>
                  </a:lnTo>
                  <a:lnTo>
                    <a:pt x="3572155" y="113778"/>
                  </a:lnTo>
                  <a:lnTo>
                    <a:pt x="3495523" y="58906"/>
                  </a:lnTo>
                  <a:lnTo>
                    <a:pt x="3418890" y="0"/>
                  </a:lnTo>
                  <a:lnTo>
                    <a:pt x="3342258" y="1352"/>
                  </a:lnTo>
                  <a:lnTo>
                    <a:pt x="3265625" y="14334"/>
                  </a:lnTo>
                  <a:lnTo>
                    <a:pt x="3188993" y="27121"/>
                  </a:lnTo>
                  <a:lnTo>
                    <a:pt x="3112360" y="39714"/>
                  </a:lnTo>
                  <a:lnTo>
                    <a:pt x="3035727" y="52116"/>
                  </a:lnTo>
                  <a:lnTo>
                    <a:pt x="2959095" y="64332"/>
                  </a:lnTo>
                  <a:lnTo>
                    <a:pt x="2882462" y="76362"/>
                  </a:lnTo>
                  <a:lnTo>
                    <a:pt x="2805830" y="88210"/>
                  </a:lnTo>
                  <a:lnTo>
                    <a:pt x="2729197" y="99880"/>
                  </a:lnTo>
                  <a:lnTo>
                    <a:pt x="2652565" y="111373"/>
                  </a:lnTo>
                  <a:lnTo>
                    <a:pt x="2575932" y="122692"/>
                  </a:lnTo>
                  <a:lnTo>
                    <a:pt x="2499300" y="133840"/>
                  </a:lnTo>
                  <a:lnTo>
                    <a:pt x="2422667" y="144819"/>
                  </a:lnTo>
                  <a:lnTo>
                    <a:pt x="2346034" y="155632"/>
                  </a:lnTo>
                  <a:lnTo>
                    <a:pt x="2269402" y="166282"/>
                  </a:lnTo>
                  <a:lnTo>
                    <a:pt x="2192769" y="176771"/>
                  </a:lnTo>
                  <a:lnTo>
                    <a:pt x="2116137" y="187101"/>
                  </a:lnTo>
                  <a:lnTo>
                    <a:pt x="2039504" y="197275"/>
                  </a:lnTo>
                  <a:lnTo>
                    <a:pt x="1962872" y="207295"/>
                  </a:lnTo>
                  <a:lnTo>
                    <a:pt x="1886239" y="217164"/>
                  </a:lnTo>
                  <a:lnTo>
                    <a:pt x="1809607" y="226883"/>
                  </a:lnTo>
                  <a:lnTo>
                    <a:pt x="1732974" y="236456"/>
                  </a:lnTo>
                  <a:lnTo>
                    <a:pt x="1656342" y="245883"/>
                  </a:lnTo>
                  <a:lnTo>
                    <a:pt x="1579709" y="255169"/>
                  </a:lnTo>
                  <a:lnTo>
                    <a:pt x="1503076" y="264313"/>
                  </a:lnTo>
                  <a:lnTo>
                    <a:pt x="1426444" y="273320"/>
                  </a:lnTo>
                  <a:lnTo>
                    <a:pt x="1349811" y="282190"/>
                  </a:lnTo>
                  <a:lnTo>
                    <a:pt x="1273179" y="290926"/>
                  </a:lnTo>
                  <a:lnTo>
                    <a:pt x="1196546" y="299530"/>
                  </a:lnTo>
                  <a:lnTo>
                    <a:pt x="1119914" y="308004"/>
                  </a:lnTo>
                  <a:lnTo>
                    <a:pt x="1043281" y="316350"/>
                  </a:lnTo>
                  <a:lnTo>
                    <a:pt x="966649" y="324570"/>
                  </a:lnTo>
                  <a:lnTo>
                    <a:pt x="890016" y="332665"/>
                  </a:lnTo>
                  <a:lnTo>
                    <a:pt x="813384" y="340638"/>
                  </a:lnTo>
                  <a:lnTo>
                    <a:pt x="736751" y="348491"/>
                  </a:lnTo>
                  <a:lnTo>
                    <a:pt x="660118" y="356224"/>
                  </a:lnTo>
                  <a:lnTo>
                    <a:pt x="583486" y="363841"/>
                  </a:lnTo>
                  <a:lnTo>
                    <a:pt x="506853" y="371343"/>
                  </a:lnTo>
                  <a:lnTo>
                    <a:pt x="430221" y="378731"/>
                  </a:lnTo>
                  <a:lnTo>
                    <a:pt x="353588" y="386007"/>
                  </a:lnTo>
                  <a:lnTo>
                    <a:pt x="276956" y="393174"/>
                  </a:lnTo>
                  <a:lnTo>
                    <a:pt x="200323" y="400232"/>
                  </a:lnTo>
                  <a:lnTo>
                    <a:pt x="123691" y="407183"/>
                  </a:lnTo>
                  <a:lnTo>
                    <a:pt x="47058" y="414029"/>
                  </a:lnTo>
                  <a:lnTo>
                    <a:pt x="0" y="418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47866"/>
              <a:ext cx="7403783" cy="2797995"/>
            </a:xfrm>
            <a:custGeom>
              <a:avLst/>
              <a:pathLst>
                <a:path w="7403783" h="2797995">
                  <a:moveTo>
                    <a:pt x="0" y="0"/>
                  </a:moveTo>
                  <a:lnTo>
                    <a:pt x="47058" y="51184"/>
                  </a:lnTo>
                  <a:lnTo>
                    <a:pt x="123691" y="132245"/>
                  </a:lnTo>
                  <a:lnTo>
                    <a:pt x="200323" y="211080"/>
                  </a:lnTo>
                  <a:lnTo>
                    <a:pt x="276956" y="287747"/>
                  </a:lnTo>
                  <a:lnTo>
                    <a:pt x="353588" y="362309"/>
                  </a:lnTo>
                  <a:lnTo>
                    <a:pt x="430221" y="434821"/>
                  </a:lnTo>
                  <a:lnTo>
                    <a:pt x="506853" y="505342"/>
                  </a:lnTo>
                  <a:lnTo>
                    <a:pt x="583486" y="573924"/>
                  </a:lnTo>
                  <a:lnTo>
                    <a:pt x="660118" y="640622"/>
                  </a:lnTo>
                  <a:lnTo>
                    <a:pt x="736751" y="705488"/>
                  </a:lnTo>
                  <a:lnTo>
                    <a:pt x="813384" y="768571"/>
                  </a:lnTo>
                  <a:lnTo>
                    <a:pt x="890016" y="829920"/>
                  </a:lnTo>
                  <a:lnTo>
                    <a:pt x="966649" y="889584"/>
                  </a:lnTo>
                  <a:lnTo>
                    <a:pt x="1043281" y="947609"/>
                  </a:lnTo>
                  <a:lnTo>
                    <a:pt x="1119914" y="1004039"/>
                  </a:lnTo>
                  <a:lnTo>
                    <a:pt x="1196546" y="1058919"/>
                  </a:lnTo>
                  <a:lnTo>
                    <a:pt x="1273179" y="1112291"/>
                  </a:lnTo>
                  <a:lnTo>
                    <a:pt x="1349811" y="1164196"/>
                  </a:lnTo>
                  <a:lnTo>
                    <a:pt x="1426444" y="1214676"/>
                  </a:lnTo>
                  <a:lnTo>
                    <a:pt x="1503076" y="1263768"/>
                  </a:lnTo>
                  <a:lnTo>
                    <a:pt x="1579709" y="1311511"/>
                  </a:lnTo>
                  <a:lnTo>
                    <a:pt x="1656342" y="1357942"/>
                  </a:lnTo>
                  <a:lnTo>
                    <a:pt x="1732974" y="1403098"/>
                  </a:lnTo>
                  <a:lnTo>
                    <a:pt x="1809607" y="1447013"/>
                  </a:lnTo>
                  <a:lnTo>
                    <a:pt x="1886239" y="1489721"/>
                  </a:lnTo>
                  <a:lnTo>
                    <a:pt x="1962872" y="1531256"/>
                  </a:lnTo>
                  <a:lnTo>
                    <a:pt x="2039504" y="1571649"/>
                  </a:lnTo>
                  <a:lnTo>
                    <a:pt x="2116137" y="1610933"/>
                  </a:lnTo>
                  <a:lnTo>
                    <a:pt x="2192769" y="1649137"/>
                  </a:lnTo>
                  <a:lnTo>
                    <a:pt x="2269402" y="1686292"/>
                  </a:lnTo>
                  <a:lnTo>
                    <a:pt x="2346034" y="1722425"/>
                  </a:lnTo>
                  <a:lnTo>
                    <a:pt x="2422667" y="1757566"/>
                  </a:lnTo>
                  <a:lnTo>
                    <a:pt x="2499300" y="1791741"/>
                  </a:lnTo>
                  <a:lnTo>
                    <a:pt x="2575932" y="1824977"/>
                  </a:lnTo>
                  <a:lnTo>
                    <a:pt x="2652565" y="1857300"/>
                  </a:lnTo>
                  <a:lnTo>
                    <a:pt x="2729197" y="1888735"/>
                  </a:lnTo>
                  <a:lnTo>
                    <a:pt x="2805830" y="1919306"/>
                  </a:lnTo>
                  <a:lnTo>
                    <a:pt x="2882462" y="1949037"/>
                  </a:lnTo>
                  <a:lnTo>
                    <a:pt x="2959095" y="1977951"/>
                  </a:lnTo>
                  <a:lnTo>
                    <a:pt x="3035727" y="2006071"/>
                  </a:lnTo>
                  <a:lnTo>
                    <a:pt x="3112360" y="2033418"/>
                  </a:lnTo>
                  <a:lnTo>
                    <a:pt x="3188993" y="2060013"/>
                  </a:lnTo>
                  <a:lnTo>
                    <a:pt x="3265625" y="2085878"/>
                  </a:lnTo>
                  <a:lnTo>
                    <a:pt x="3342258" y="2111032"/>
                  </a:lnTo>
                  <a:lnTo>
                    <a:pt x="3418890" y="2135495"/>
                  </a:lnTo>
                  <a:lnTo>
                    <a:pt x="3495523" y="2159286"/>
                  </a:lnTo>
                  <a:lnTo>
                    <a:pt x="3572155" y="2182423"/>
                  </a:lnTo>
                  <a:lnTo>
                    <a:pt x="3648788" y="2204924"/>
                  </a:lnTo>
                  <a:lnTo>
                    <a:pt x="3725420" y="2226808"/>
                  </a:lnTo>
                  <a:lnTo>
                    <a:pt x="3802053" y="2248089"/>
                  </a:lnTo>
                  <a:lnTo>
                    <a:pt x="3878685" y="2268786"/>
                  </a:lnTo>
                  <a:lnTo>
                    <a:pt x="3955318" y="2288915"/>
                  </a:lnTo>
                  <a:lnTo>
                    <a:pt x="4031951" y="2308490"/>
                  </a:lnTo>
                  <a:lnTo>
                    <a:pt x="4108583" y="2327527"/>
                  </a:lnTo>
                  <a:lnTo>
                    <a:pt x="4185216" y="2346042"/>
                  </a:lnTo>
                  <a:lnTo>
                    <a:pt x="4261848" y="2364047"/>
                  </a:lnTo>
                  <a:lnTo>
                    <a:pt x="4338481" y="2381558"/>
                  </a:lnTo>
                  <a:lnTo>
                    <a:pt x="4415113" y="2398588"/>
                  </a:lnTo>
                  <a:lnTo>
                    <a:pt x="4491746" y="2415150"/>
                  </a:lnTo>
                  <a:lnTo>
                    <a:pt x="4568378" y="2431257"/>
                  </a:lnTo>
                  <a:lnTo>
                    <a:pt x="4645011" y="2446921"/>
                  </a:lnTo>
                  <a:lnTo>
                    <a:pt x="4721644" y="2462155"/>
                  </a:lnTo>
                  <a:lnTo>
                    <a:pt x="4798276" y="2476970"/>
                  </a:lnTo>
                  <a:lnTo>
                    <a:pt x="4874909" y="2491378"/>
                  </a:lnTo>
                  <a:lnTo>
                    <a:pt x="4951541" y="2505390"/>
                  </a:lnTo>
                  <a:lnTo>
                    <a:pt x="5028174" y="2519017"/>
                  </a:lnTo>
                  <a:lnTo>
                    <a:pt x="5104806" y="2532270"/>
                  </a:lnTo>
                  <a:lnTo>
                    <a:pt x="5181439" y="2545159"/>
                  </a:lnTo>
                  <a:lnTo>
                    <a:pt x="5258071" y="2557693"/>
                  </a:lnTo>
                  <a:lnTo>
                    <a:pt x="5334704" y="2569883"/>
                  </a:lnTo>
                  <a:lnTo>
                    <a:pt x="5411336" y="2581738"/>
                  </a:lnTo>
                  <a:lnTo>
                    <a:pt x="5487969" y="2593268"/>
                  </a:lnTo>
                  <a:lnTo>
                    <a:pt x="5564602" y="2604480"/>
                  </a:lnTo>
                  <a:lnTo>
                    <a:pt x="5641234" y="2615385"/>
                  </a:lnTo>
                  <a:lnTo>
                    <a:pt x="5717867" y="2625990"/>
                  </a:lnTo>
                  <a:lnTo>
                    <a:pt x="5794499" y="2636303"/>
                  </a:lnTo>
                  <a:lnTo>
                    <a:pt x="5871132" y="2646333"/>
                  </a:lnTo>
                  <a:lnTo>
                    <a:pt x="5947764" y="2656088"/>
                  </a:lnTo>
                  <a:lnTo>
                    <a:pt x="6024397" y="2665574"/>
                  </a:lnTo>
                  <a:lnTo>
                    <a:pt x="6101029" y="2674800"/>
                  </a:lnTo>
                  <a:lnTo>
                    <a:pt x="6177662" y="2683772"/>
                  </a:lnTo>
                  <a:lnTo>
                    <a:pt x="6254294" y="2692498"/>
                  </a:lnTo>
                  <a:lnTo>
                    <a:pt x="6330927" y="2700984"/>
                  </a:lnTo>
                  <a:lnTo>
                    <a:pt x="6407560" y="2709237"/>
                  </a:lnTo>
                  <a:lnTo>
                    <a:pt x="6484192" y="2717263"/>
                  </a:lnTo>
                  <a:lnTo>
                    <a:pt x="6560825" y="2725069"/>
                  </a:lnTo>
                  <a:lnTo>
                    <a:pt x="6637457" y="2732660"/>
                  </a:lnTo>
                  <a:lnTo>
                    <a:pt x="6714090" y="2740042"/>
                  </a:lnTo>
                  <a:lnTo>
                    <a:pt x="6790722" y="2747222"/>
                  </a:lnTo>
                  <a:lnTo>
                    <a:pt x="6867355" y="2754205"/>
                  </a:lnTo>
                  <a:lnTo>
                    <a:pt x="6943987" y="2760995"/>
                  </a:lnTo>
                  <a:lnTo>
                    <a:pt x="7020620" y="2767599"/>
                  </a:lnTo>
                  <a:lnTo>
                    <a:pt x="7097253" y="2774022"/>
                  </a:lnTo>
                  <a:lnTo>
                    <a:pt x="7173885" y="2780268"/>
                  </a:lnTo>
                  <a:lnTo>
                    <a:pt x="7250518" y="2786342"/>
                  </a:lnTo>
                  <a:lnTo>
                    <a:pt x="7327150" y="2792249"/>
                  </a:lnTo>
                  <a:lnTo>
                    <a:pt x="7403783" y="27979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2026-05-21T09:04:10Z</dcterms:modified>
  <cp:category/>
</cp:coreProperties>
</file>