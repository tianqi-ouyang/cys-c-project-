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9810"/>
            </a:xfrm>
            <a:custGeom>
              <a:avLst/>
              <a:pathLst>
                <a:path w="6964104" h="1249810">
                  <a:moveTo>
                    <a:pt x="1872979" y="0"/>
                  </a:moveTo>
                  <a:lnTo>
                    <a:pt x="1899301" y="33667"/>
                  </a:lnTo>
                  <a:lnTo>
                    <a:pt x="1969645" y="117480"/>
                  </a:lnTo>
                  <a:lnTo>
                    <a:pt x="2039990" y="195551"/>
                  </a:lnTo>
                  <a:lnTo>
                    <a:pt x="2110334" y="268274"/>
                  </a:lnTo>
                  <a:lnTo>
                    <a:pt x="2180679" y="336016"/>
                  </a:lnTo>
                  <a:lnTo>
                    <a:pt x="2251023" y="399118"/>
                  </a:lnTo>
                  <a:lnTo>
                    <a:pt x="2321368" y="457897"/>
                  </a:lnTo>
                  <a:lnTo>
                    <a:pt x="2391712" y="512649"/>
                  </a:lnTo>
                  <a:lnTo>
                    <a:pt x="2462057" y="563651"/>
                  </a:lnTo>
                  <a:lnTo>
                    <a:pt x="2532401" y="611160"/>
                  </a:lnTo>
                  <a:lnTo>
                    <a:pt x="2602746" y="655414"/>
                  </a:lnTo>
                  <a:lnTo>
                    <a:pt x="2673090" y="696636"/>
                  </a:lnTo>
                  <a:lnTo>
                    <a:pt x="2743435" y="735035"/>
                  </a:lnTo>
                  <a:lnTo>
                    <a:pt x="2813779" y="770804"/>
                  </a:lnTo>
                  <a:lnTo>
                    <a:pt x="2884124" y="804122"/>
                  </a:lnTo>
                  <a:lnTo>
                    <a:pt x="2954468" y="835158"/>
                  </a:lnTo>
                  <a:lnTo>
                    <a:pt x="3024813" y="864068"/>
                  </a:lnTo>
                  <a:lnTo>
                    <a:pt x="3095157" y="890998"/>
                  </a:lnTo>
                  <a:lnTo>
                    <a:pt x="3165502" y="916083"/>
                  </a:lnTo>
                  <a:lnTo>
                    <a:pt x="3235846" y="939450"/>
                  </a:lnTo>
                  <a:lnTo>
                    <a:pt x="3306191" y="957144"/>
                  </a:lnTo>
                  <a:lnTo>
                    <a:pt x="3376535" y="952537"/>
                  </a:lnTo>
                  <a:lnTo>
                    <a:pt x="3446880" y="947860"/>
                  </a:lnTo>
                  <a:lnTo>
                    <a:pt x="3517224" y="943111"/>
                  </a:lnTo>
                  <a:lnTo>
                    <a:pt x="3587569" y="938288"/>
                  </a:lnTo>
                  <a:lnTo>
                    <a:pt x="3657913" y="933392"/>
                  </a:lnTo>
                  <a:lnTo>
                    <a:pt x="3728257" y="928421"/>
                  </a:lnTo>
                  <a:lnTo>
                    <a:pt x="3798602" y="923373"/>
                  </a:lnTo>
                  <a:lnTo>
                    <a:pt x="3868946" y="918248"/>
                  </a:lnTo>
                  <a:lnTo>
                    <a:pt x="3939291" y="913044"/>
                  </a:lnTo>
                  <a:lnTo>
                    <a:pt x="4009635" y="907760"/>
                  </a:lnTo>
                  <a:lnTo>
                    <a:pt x="4079980" y="902395"/>
                  </a:lnTo>
                  <a:lnTo>
                    <a:pt x="4150324" y="896948"/>
                  </a:lnTo>
                  <a:lnTo>
                    <a:pt x="4220669" y="891417"/>
                  </a:lnTo>
                  <a:lnTo>
                    <a:pt x="4291013" y="885801"/>
                  </a:lnTo>
                  <a:lnTo>
                    <a:pt x="4361358" y="880099"/>
                  </a:lnTo>
                  <a:lnTo>
                    <a:pt x="4431702" y="874309"/>
                  </a:lnTo>
                  <a:lnTo>
                    <a:pt x="4502047" y="868431"/>
                  </a:lnTo>
                  <a:lnTo>
                    <a:pt x="4572391" y="862462"/>
                  </a:lnTo>
                  <a:lnTo>
                    <a:pt x="4642736" y="856401"/>
                  </a:lnTo>
                  <a:lnTo>
                    <a:pt x="4713080" y="850248"/>
                  </a:lnTo>
                  <a:lnTo>
                    <a:pt x="4783425" y="844000"/>
                  </a:lnTo>
                  <a:lnTo>
                    <a:pt x="4853769" y="837656"/>
                  </a:lnTo>
                  <a:lnTo>
                    <a:pt x="4924114" y="831215"/>
                  </a:lnTo>
                  <a:lnTo>
                    <a:pt x="4994458" y="824675"/>
                  </a:lnTo>
                  <a:lnTo>
                    <a:pt x="5064803" y="818034"/>
                  </a:lnTo>
                  <a:lnTo>
                    <a:pt x="5135147" y="811292"/>
                  </a:lnTo>
                  <a:lnTo>
                    <a:pt x="5205492" y="804446"/>
                  </a:lnTo>
                  <a:lnTo>
                    <a:pt x="5275836" y="797494"/>
                  </a:lnTo>
                  <a:lnTo>
                    <a:pt x="5346181" y="790437"/>
                  </a:lnTo>
                  <a:lnTo>
                    <a:pt x="5416525" y="783270"/>
                  </a:lnTo>
                  <a:lnTo>
                    <a:pt x="5486870" y="775994"/>
                  </a:lnTo>
                  <a:lnTo>
                    <a:pt x="5557214" y="768606"/>
                  </a:lnTo>
                  <a:lnTo>
                    <a:pt x="5627559" y="761105"/>
                  </a:lnTo>
                  <a:lnTo>
                    <a:pt x="5697903" y="753488"/>
                  </a:lnTo>
                  <a:lnTo>
                    <a:pt x="5768248" y="745755"/>
                  </a:lnTo>
                  <a:lnTo>
                    <a:pt x="5838592" y="737903"/>
                  </a:lnTo>
                  <a:lnTo>
                    <a:pt x="5908937" y="729930"/>
                  </a:lnTo>
                  <a:lnTo>
                    <a:pt x="5979281" y="721835"/>
                  </a:lnTo>
                  <a:lnTo>
                    <a:pt x="6049626" y="713615"/>
                  </a:lnTo>
                  <a:lnTo>
                    <a:pt x="6119970" y="705269"/>
                  </a:lnTo>
                  <a:lnTo>
                    <a:pt x="6190315" y="696796"/>
                  </a:lnTo>
                  <a:lnTo>
                    <a:pt x="6260659" y="688192"/>
                  </a:lnTo>
                  <a:lnTo>
                    <a:pt x="6331004" y="679456"/>
                  </a:lnTo>
                  <a:lnTo>
                    <a:pt x="6401348" y="670586"/>
                  </a:lnTo>
                  <a:lnTo>
                    <a:pt x="6471693" y="661579"/>
                  </a:lnTo>
                  <a:lnTo>
                    <a:pt x="6542037" y="652435"/>
                  </a:lnTo>
                  <a:lnTo>
                    <a:pt x="6612382" y="643150"/>
                  </a:lnTo>
                  <a:lnTo>
                    <a:pt x="6682726" y="633722"/>
                  </a:lnTo>
                  <a:lnTo>
                    <a:pt x="6753071" y="624150"/>
                  </a:lnTo>
                  <a:lnTo>
                    <a:pt x="6823415" y="614431"/>
                  </a:lnTo>
                  <a:lnTo>
                    <a:pt x="6893760" y="604563"/>
                  </a:lnTo>
                  <a:lnTo>
                    <a:pt x="6964104" y="594543"/>
                  </a:lnTo>
                  <a:lnTo>
                    <a:pt x="6964104" y="1249810"/>
                  </a:lnTo>
                  <a:lnTo>
                    <a:pt x="6893760" y="1249266"/>
                  </a:lnTo>
                  <a:lnTo>
                    <a:pt x="6823415" y="1248682"/>
                  </a:lnTo>
                  <a:lnTo>
                    <a:pt x="6753071" y="1248056"/>
                  </a:lnTo>
                  <a:lnTo>
                    <a:pt x="6682726" y="1247383"/>
                  </a:lnTo>
                  <a:lnTo>
                    <a:pt x="6612382" y="1246661"/>
                  </a:lnTo>
                  <a:lnTo>
                    <a:pt x="6542037" y="1245886"/>
                  </a:lnTo>
                  <a:lnTo>
                    <a:pt x="6471693" y="1245054"/>
                  </a:lnTo>
                  <a:lnTo>
                    <a:pt x="6401348" y="1244161"/>
                  </a:lnTo>
                  <a:lnTo>
                    <a:pt x="6331004" y="1243202"/>
                  </a:lnTo>
                  <a:lnTo>
                    <a:pt x="6260659" y="1242172"/>
                  </a:lnTo>
                  <a:lnTo>
                    <a:pt x="6190315" y="1241067"/>
                  </a:lnTo>
                  <a:lnTo>
                    <a:pt x="6119970" y="1239880"/>
                  </a:lnTo>
                  <a:lnTo>
                    <a:pt x="6049626" y="1238607"/>
                  </a:lnTo>
                  <a:lnTo>
                    <a:pt x="5979281" y="1237239"/>
                  </a:lnTo>
                  <a:lnTo>
                    <a:pt x="5908937" y="1235771"/>
                  </a:lnTo>
                  <a:lnTo>
                    <a:pt x="5838592" y="1234195"/>
                  </a:lnTo>
                  <a:lnTo>
                    <a:pt x="5768248" y="1232503"/>
                  </a:lnTo>
                  <a:lnTo>
                    <a:pt x="5697903" y="1230687"/>
                  </a:lnTo>
                  <a:lnTo>
                    <a:pt x="5627559" y="1228737"/>
                  </a:lnTo>
                  <a:lnTo>
                    <a:pt x="5557214" y="1226644"/>
                  </a:lnTo>
                  <a:lnTo>
                    <a:pt x="5486870" y="1224397"/>
                  </a:lnTo>
                  <a:lnTo>
                    <a:pt x="5416525" y="1221985"/>
                  </a:lnTo>
                  <a:lnTo>
                    <a:pt x="5346181" y="1219395"/>
                  </a:lnTo>
                  <a:lnTo>
                    <a:pt x="5275836" y="1216615"/>
                  </a:lnTo>
                  <a:lnTo>
                    <a:pt x="5205492" y="1213630"/>
                  </a:lnTo>
                  <a:lnTo>
                    <a:pt x="5135147" y="1210426"/>
                  </a:lnTo>
                  <a:lnTo>
                    <a:pt x="5064803" y="1206986"/>
                  </a:lnTo>
                  <a:lnTo>
                    <a:pt x="4994458" y="1203293"/>
                  </a:lnTo>
                  <a:lnTo>
                    <a:pt x="4924114" y="1199329"/>
                  </a:lnTo>
                  <a:lnTo>
                    <a:pt x="4853769" y="1195073"/>
                  </a:lnTo>
                  <a:lnTo>
                    <a:pt x="4783425" y="1190504"/>
                  </a:lnTo>
                  <a:lnTo>
                    <a:pt x="4713080" y="1185600"/>
                  </a:lnTo>
                  <a:lnTo>
                    <a:pt x="4642736" y="1180334"/>
                  </a:lnTo>
                  <a:lnTo>
                    <a:pt x="4572391" y="1174682"/>
                  </a:lnTo>
                  <a:lnTo>
                    <a:pt x="4502047" y="1168613"/>
                  </a:lnTo>
                  <a:lnTo>
                    <a:pt x="4431702" y="1162099"/>
                  </a:lnTo>
                  <a:lnTo>
                    <a:pt x="4361358" y="1155105"/>
                  </a:lnTo>
                  <a:lnTo>
                    <a:pt x="4291013" y="1147597"/>
                  </a:lnTo>
                  <a:lnTo>
                    <a:pt x="4220669" y="1139537"/>
                  </a:lnTo>
                  <a:lnTo>
                    <a:pt x="4150324" y="1130884"/>
                  </a:lnTo>
                  <a:lnTo>
                    <a:pt x="4079980" y="1121595"/>
                  </a:lnTo>
                  <a:lnTo>
                    <a:pt x="4009635" y="1111623"/>
                  </a:lnTo>
                  <a:lnTo>
                    <a:pt x="3939291" y="1100917"/>
                  </a:lnTo>
                  <a:lnTo>
                    <a:pt x="3868946" y="1089425"/>
                  </a:lnTo>
                  <a:lnTo>
                    <a:pt x="3798602" y="1077087"/>
                  </a:lnTo>
                  <a:lnTo>
                    <a:pt x="3728257" y="1063841"/>
                  </a:lnTo>
                  <a:lnTo>
                    <a:pt x="3657913" y="1049622"/>
                  </a:lnTo>
                  <a:lnTo>
                    <a:pt x="3587569" y="1034357"/>
                  </a:lnTo>
                  <a:lnTo>
                    <a:pt x="3517224" y="1017970"/>
                  </a:lnTo>
                  <a:lnTo>
                    <a:pt x="3446880" y="1000377"/>
                  </a:lnTo>
                  <a:lnTo>
                    <a:pt x="3376535" y="981491"/>
                  </a:lnTo>
                  <a:lnTo>
                    <a:pt x="3306191" y="961216"/>
                  </a:lnTo>
                  <a:lnTo>
                    <a:pt x="3235846" y="961681"/>
                  </a:lnTo>
                  <a:lnTo>
                    <a:pt x="3165502" y="966150"/>
                  </a:lnTo>
                  <a:lnTo>
                    <a:pt x="3095157" y="970551"/>
                  </a:lnTo>
                  <a:lnTo>
                    <a:pt x="3024813" y="974885"/>
                  </a:lnTo>
                  <a:lnTo>
                    <a:pt x="2954468" y="979154"/>
                  </a:lnTo>
                  <a:lnTo>
                    <a:pt x="2884124" y="983358"/>
                  </a:lnTo>
                  <a:lnTo>
                    <a:pt x="2813779" y="987499"/>
                  </a:lnTo>
                  <a:lnTo>
                    <a:pt x="2743435" y="991577"/>
                  </a:lnTo>
                  <a:lnTo>
                    <a:pt x="2673090" y="995594"/>
                  </a:lnTo>
                  <a:lnTo>
                    <a:pt x="2602746" y="999549"/>
                  </a:lnTo>
                  <a:lnTo>
                    <a:pt x="2532401" y="1003445"/>
                  </a:lnTo>
                  <a:lnTo>
                    <a:pt x="2462057" y="1007282"/>
                  </a:lnTo>
                  <a:lnTo>
                    <a:pt x="2391712" y="1011061"/>
                  </a:lnTo>
                  <a:lnTo>
                    <a:pt x="2321368" y="1014783"/>
                  </a:lnTo>
                  <a:lnTo>
                    <a:pt x="2251023" y="1018449"/>
                  </a:lnTo>
                  <a:lnTo>
                    <a:pt x="2180679" y="1022059"/>
                  </a:lnTo>
                  <a:lnTo>
                    <a:pt x="2110334" y="1025614"/>
                  </a:lnTo>
                  <a:lnTo>
                    <a:pt x="2039990" y="1029116"/>
                  </a:lnTo>
                  <a:lnTo>
                    <a:pt x="1969645" y="1032565"/>
                  </a:lnTo>
                  <a:lnTo>
                    <a:pt x="1899301" y="1035962"/>
                  </a:lnTo>
                  <a:lnTo>
                    <a:pt x="1828956" y="1039307"/>
                  </a:lnTo>
                  <a:lnTo>
                    <a:pt x="1758612" y="1042602"/>
                  </a:lnTo>
                  <a:lnTo>
                    <a:pt x="1688267" y="1045847"/>
                  </a:lnTo>
                  <a:lnTo>
                    <a:pt x="1617923" y="1049042"/>
                  </a:lnTo>
                  <a:lnTo>
                    <a:pt x="1547578" y="1052190"/>
                  </a:lnTo>
                  <a:lnTo>
                    <a:pt x="1477234" y="1055290"/>
                  </a:lnTo>
                  <a:lnTo>
                    <a:pt x="1406889" y="1058343"/>
                  </a:lnTo>
                  <a:lnTo>
                    <a:pt x="1336545" y="1061350"/>
                  </a:lnTo>
                  <a:lnTo>
                    <a:pt x="1266200" y="1064311"/>
                  </a:lnTo>
                  <a:lnTo>
                    <a:pt x="1195856" y="1067228"/>
                  </a:lnTo>
                  <a:lnTo>
                    <a:pt x="1125511" y="1070100"/>
                  </a:lnTo>
                  <a:lnTo>
                    <a:pt x="1055167" y="1072930"/>
                  </a:lnTo>
                  <a:lnTo>
                    <a:pt x="984822" y="1075716"/>
                  </a:lnTo>
                  <a:lnTo>
                    <a:pt x="914478" y="1078460"/>
                  </a:lnTo>
                  <a:lnTo>
                    <a:pt x="844133" y="1081163"/>
                  </a:lnTo>
                  <a:lnTo>
                    <a:pt x="773789" y="1083825"/>
                  </a:lnTo>
                  <a:lnTo>
                    <a:pt x="703444" y="1086446"/>
                  </a:lnTo>
                  <a:lnTo>
                    <a:pt x="633100" y="1089028"/>
                  </a:lnTo>
                  <a:lnTo>
                    <a:pt x="562755" y="1091571"/>
                  </a:lnTo>
                  <a:lnTo>
                    <a:pt x="492411" y="1094076"/>
                  </a:lnTo>
                  <a:lnTo>
                    <a:pt x="422066" y="1096542"/>
                  </a:lnTo>
                  <a:lnTo>
                    <a:pt x="351722" y="1098972"/>
                  </a:lnTo>
                  <a:lnTo>
                    <a:pt x="281377" y="1101364"/>
                  </a:lnTo>
                  <a:lnTo>
                    <a:pt x="211033" y="1103720"/>
                  </a:lnTo>
                  <a:lnTo>
                    <a:pt x="140688" y="1106041"/>
                  </a:lnTo>
                  <a:lnTo>
                    <a:pt x="70344" y="1108327"/>
                  </a:lnTo>
                  <a:lnTo>
                    <a:pt x="0" y="11105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08291" y="2143092"/>
              <a:ext cx="5091125" cy="957144"/>
            </a:xfrm>
            <a:custGeom>
              <a:avLst/>
              <a:pathLst>
                <a:path w="5091125" h="957144">
                  <a:moveTo>
                    <a:pt x="0" y="0"/>
                  </a:moveTo>
                  <a:lnTo>
                    <a:pt x="26322" y="33667"/>
                  </a:lnTo>
                  <a:lnTo>
                    <a:pt x="96666" y="117480"/>
                  </a:lnTo>
                  <a:lnTo>
                    <a:pt x="167011" y="195551"/>
                  </a:lnTo>
                  <a:lnTo>
                    <a:pt x="237355" y="268274"/>
                  </a:lnTo>
                  <a:lnTo>
                    <a:pt x="307700" y="336016"/>
                  </a:lnTo>
                  <a:lnTo>
                    <a:pt x="378044" y="399118"/>
                  </a:lnTo>
                  <a:lnTo>
                    <a:pt x="448389" y="457897"/>
                  </a:lnTo>
                  <a:lnTo>
                    <a:pt x="518733" y="512649"/>
                  </a:lnTo>
                  <a:lnTo>
                    <a:pt x="589078" y="563651"/>
                  </a:lnTo>
                  <a:lnTo>
                    <a:pt x="659422" y="611160"/>
                  </a:lnTo>
                  <a:lnTo>
                    <a:pt x="729767" y="655414"/>
                  </a:lnTo>
                  <a:lnTo>
                    <a:pt x="800111" y="696636"/>
                  </a:lnTo>
                  <a:lnTo>
                    <a:pt x="870456" y="735035"/>
                  </a:lnTo>
                  <a:lnTo>
                    <a:pt x="940800" y="770804"/>
                  </a:lnTo>
                  <a:lnTo>
                    <a:pt x="1011145" y="804122"/>
                  </a:lnTo>
                  <a:lnTo>
                    <a:pt x="1081489" y="835158"/>
                  </a:lnTo>
                  <a:lnTo>
                    <a:pt x="1151834" y="864068"/>
                  </a:lnTo>
                  <a:lnTo>
                    <a:pt x="1222178" y="890998"/>
                  </a:lnTo>
                  <a:lnTo>
                    <a:pt x="1292522" y="916083"/>
                  </a:lnTo>
                  <a:lnTo>
                    <a:pt x="1362867" y="939450"/>
                  </a:lnTo>
                  <a:lnTo>
                    <a:pt x="1433211" y="957144"/>
                  </a:lnTo>
                  <a:lnTo>
                    <a:pt x="1503556" y="952537"/>
                  </a:lnTo>
                  <a:lnTo>
                    <a:pt x="1573900" y="947860"/>
                  </a:lnTo>
                  <a:lnTo>
                    <a:pt x="1644245" y="943111"/>
                  </a:lnTo>
                  <a:lnTo>
                    <a:pt x="1714589" y="938288"/>
                  </a:lnTo>
                  <a:lnTo>
                    <a:pt x="1784934" y="933392"/>
                  </a:lnTo>
                  <a:lnTo>
                    <a:pt x="1855278" y="928421"/>
                  </a:lnTo>
                  <a:lnTo>
                    <a:pt x="1925623" y="923373"/>
                  </a:lnTo>
                  <a:lnTo>
                    <a:pt x="1995967" y="918248"/>
                  </a:lnTo>
                  <a:lnTo>
                    <a:pt x="2066312" y="913044"/>
                  </a:lnTo>
                  <a:lnTo>
                    <a:pt x="2136656" y="907760"/>
                  </a:lnTo>
                  <a:lnTo>
                    <a:pt x="2207001" y="902395"/>
                  </a:lnTo>
                  <a:lnTo>
                    <a:pt x="2277345" y="896948"/>
                  </a:lnTo>
                  <a:lnTo>
                    <a:pt x="2347690" y="891417"/>
                  </a:lnTo>
                  <a:lnTo>
                    <a:pt x="2418034" y="885801"/>
                  </a:lnTo>
                  <a:lnTo>
                    <a:pt x="2488379" y="880099"/>
                  </a:lnTo>
                  <a:lnTo>
                    <a:pt x="2558723" y="874309"/>
                  </a:lnTo>
                  <a:lnTo>
                    <a:pt x="2629068" y="868431"/>
                  </a:lnTo>
                  <a:lnTo>
                    <a:pt x="2699412" y="862462"/>
                  </a:lnTo>
                  <a:lnTo>
                    <a:pt x="2769757" y="856401"/>
                  </a:lnTo>
                  <a:lnTo>
                    <a:pt x="2840101" y="850248"/>
                  </a:lnTo>
                  <a:lnTo>
                    <a:pt x="2910446" y="844000"/>
                  </a:lnTo>
                  <a:lnTo>
                    <a:pt x="2980790" y="837656"/>
                  </a:lnTo>
                  <a:lnTo>
                    <a:pt x="3051135" y="831215"/>
                  </a:lnTo>
                  <a:lnTo>
                    <a:pt x="3121479" y="824675"/>
                  </a:lnTo>
                  <a:lnTo>
                    <a:pt x="3191824" y="818034"/>
                  </a:lnTo>
                  <a:lnTo>
                    <a:pt x="3262168" y="811292"/>
                  </a:lnTo>
                  <a:lnTo>
                    <a:pt x="3332513" y="804446"/>
                  </a:lnTo>
                  <a:lnTo>
                    <a:pt x="3402857" y="797494"/>
                  </a:lnTo>
                  <a:lnTo>
                    <a:pt x="3473202" y="790437"/>
                  </a:lnTo>
                  <a:lnTo>
                    <a:pt x="3543546" y="783270"/>
                  </a:lnTo>
                  <a:lnTo>
                    <a:pt x="3613891" y="775994"/>
                  </a:lnTo>
                  <a:lnTo>
                    <a:pt x="3684235" y="768606"/>
                  </a:lnTo>
                  <a:lnTo>
                    <a:pt x="3754580" y="761105"/>
                  </a:lnTo>
                  <a:lnTo>
                    <a:pt x="3824924" y="753488"/>
                  </a:lnTo>
                  <a:lnTo>
                    <a:pt x="3895269" y="745755"/>
                  </a:lnTo>
                  <a:lnTo>
                    <a:pt x="3965613" y="737903"/>
                  </a:lnTo>
                  <a:lnTo>
                    <a:pt x="4035958" y="729930"/>
                  </a:lnTo>
                  <a:lnTo>
                    <a:pt x="4106302" y="721835"/>
                  </a:lnTo>
                  <a:lnTo>
                    <a:pt x="4176647" y="713615"/>
                  </a:lnTo>
                  <a:lnTo>
                    <a:pt x="4246991" y="705269"/>
                  </a:lnTo>
                  <a:lnTo>
                    <a:pt x="4317336" y="696796"/>
                  </a:lnTo>
                  <a:lnTo>
                    <a:pt x="4387680" y="688192"/>
                  </a:lnTo>
                  <a:lnTo>
                    <a:pt x="4458025" y="679456"/>
                  </a:lnTo>
                  <a:lnTo>
                    <a:pt x="4528369" y="670586"/>
                  </a:lnTo>
                  <a:lnTo>
                    <a:pt x="4598714" y="661579"/>
                  </a:lnTo>
                  <a:lnTo>
                    <a:pt x="4669058" y="652435"/>
                  </a:lnTo>
                  <a:lnTo>
                    <a:pt x="4739403" y="643150"/>
                  </a:lnTo>
                  <a:lnTo>
                    <a:pt x="4809747" y="633722"/>
                  </a:lnTo>
                  <a:lnTo>
                    <a:pt x="4880092" y="624150"/>
                  </a:lnTo>
                  <a:lnTo>
                    <a:pt x="4950436" y="614431"/>
                  </a:lnTo>
                  <a:lnTo>
                    <a:pt x="5020780" y="604563"/>
                  </a:lnTo>
                  <a:lnTo>
                    <a:pt x="5091125" y="59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4308"/>
              <a:ext cx="6964104" cy="288593"/>
            </a:xfrm>
            <a:custGeom>
              <a:avLst/>
              <a:pathLst>
                <a:path w="6964104" h="288593">
                  <a:moveTo>
                    <a:pt x="6964104" y="288593"/>
                  </a:moveTo>
                  <a:lnTo>
                    <a:pt x="6893760" y="288050"/>
                  </a:lnTo>
                  <a:lnTo>
                    <a:pt x="6823415" y="287466"/>
                  </a:lnTo>
                  <a:lnTo>
                    <a:pt x="6753071" y="286840"/>
                  </a:lnTo>
                  <a:lnTo>
                    <a:pt x="6682726" y="286167"/>
                  </a:lnTo>
                  <a:lnTo>
                    <a:pt x="6612382" y="285445"/>
                  </a:lnTo>
                  <a:lnTo>
                    <a:pt x="6542037" y="284670"/>
                  </a:lnTo>
                  <a:lnTo>
                    <a:pt x="6471693" y="283838"/>
                  </a:lnTo>
                  <a:lnTo>
                    <a:pt x="6401348" y="282944"/>
                  </a:lnTo>
                  <a:lnTo>
                    <a:pt x="6331004" y="281985"/>
                  </a:lnTo>
                  <a:lnTo>
                    <a:pt x="6260659" y="280956"/>
                  </a:lnTo>
                  <a:lnTo>
                    <a:pt x="6190315" y="279851"/>
                  </a:lnTo>
                  <a:lnTo>
                    <a:pt x="6119970" y="278664"/>
                  </a:lnTo>
                  <a:lnTo>
                    <a:pt x="6049626" y="277390"/>
                  </a:lnTo>
                  <a:lnTo>
                    <a:pt x="5979281" y="276023"/>
                  </a:lnTo>
                  <a:lnTo>
                    <a:pt x="5908937" y="274555"/>
                  </a:lnTo>
                  <a:lnTo>
                    <a:pt x="5838592" y="272979"/>
                  </a:lnTo>
                  <a:lnTo>
                    <a:pt x="5768248" y="271287"/>
                  </a:lnTo>
                  <a:lnTo>
                    <a:pt x="5697903" y="269471"/>
                  </a:lnTo>
                  <a:lnTo>
                    <a:pt x="5627559" y="267521"/>
                  </a:lnTo>
                  <a:lnTo>
                    <a:pt x="5557214" y="265428"/>
                  </a:lnTo>
                  <a:lnTo>
                    <a:pt x="5486870" y="263181"/>
                  </a:lnTo>
                  <a:lnTo>
                    <a:pt x="5416525" y="260768"/>
                  </a:lnTo>
                  <a:lnTo>
                    <a:pt x="5346181" y="258179"/>
                  </a:lnTo>
                  <a:lnTo>
                    <a:pt x="5275836" y="255398"/>
                  </a:lnTo>
                  <a:lnTo>
                    <a:pt x="5205492" y="252414"/>
                  </a:lnTo>
                  <a:lnTo>
                    <a:pt x="5135147" y="249210"/>
                  </a:lnTo>
                  <a:lnTo>
                    <a:pt x="5064803" y="245770"/>
                  </a:lnTo>
                  <a:lnTo>
                    <a:pt x="4994458" y="242077"/>
                  </a:lnTo>
                  <a:lnTo>
                    <a:pt x="4924114" y="238113"/>
                  </a:lnTo>
                  <a:lnTo>
                    <a:pt x="4853769" y="233857"/>
                  </a:lnTo>
                  <a:lnTo>
                    <a:pt x="4783425" y="229288"/>
                  </a:lnTo>
                  <a:lnTo>
                    <a:pt x="4713080" y="224383"/>
                  </a:lnTo>
                  <a:lnTo>
                    <a:pt x="4642736" y="219118"/>
                  </a:lnTo>
                  <a:lnTo>
                    <a:pt x="4572391" y="213465"/>
                  </a:lnTo>
                  <a:lnTo>
                    <a:pt x="4502047" y="207397"/>
                  </a:lnTo>
                  <a:lnTo>
                    <a:pt x="4431702" y="200882"/>
                  </a:lnTo>
                  <a:lnTo>
                    <a:pt x="4361358" y="193889"/>
                  </a:lnTo>
                  <a:lnTo>
                    <a:pt x="4291013" y="186381"/>
                  </a:lnTo>
                  <a:lnTo>
                    <a:pt x="4220669" y="178321"/>
                  </a:lnTo>
                  <a:lnTo>
                    <a:pt x="4150324" y="169668"/>
                  </a:lnTo>
                  <a:lnTo>
                    <a:pt x="4079980" y="160379"/>
                  </a:lnTo>
                  <a:lnTo>
                    <a:pt x="4009635" y="150407"/>
                  </a:lnTo>
                  <a:lnTo>
                    <a:pt x="3939291" y="139701"/>
                  </a:lnTo>
                  <a:lnTo>
                    <a:pt x="3868946" y="128208"/>
                  </a:lnTo>
                  <a:lnTo>
                    <a:pt x="3798602" y="115870"/>
                  </a:lnTo>
                  <a:lnTo>
                    <a:pt x="3728257" y="102625"/>
                  </a:lnTo>
                  <a:lnTo>
                    <a:pt x="3657913" y="88406"/>
                  </a:lnTo>
                  <a:lnTo>
                    <a:pt x="3587569" y="73141"/>
                  </a:lnTo>
                  <a:lnTo>
                    <a:pt x="3517224" y="56753"/>
                  </a:lnTo>
                  <a:lnTo>
                    <a:pt x="3446880" y="39161"/>
                  </a:lnTo>
                  <a:lnTo>
                    <a:pt x="3376535" y="20275"/>
                  </a:lnTo>
                  <a:lnTo>
                    <a:pt x="3306191" y="0"/>
                  </a:lnTo>
                  <a:lnTo>
                    <a:pt x="3235846" y="465"/>
                  </a:lnTo>
                  <a:lnTo>
                    <a:pt x="3165502" y="4933"/>
                  </a:lnTo>
                  <a:lnTo>
                    <a:pt x="3095157" y="9334"/>
                  </a:lnTo>
                  <a:lnTo>
                    <a:pt x="3024813" y="13669"/>
                  </a:lnTo>
                  <a:lnTo>
                    <a:pt x="2954468" y="17938"/>
                  </a:lnTo>
                  <a:lnTo>
                    <a:pt x="2884124" y="22142"/>
                  </a:lnTo>
                  <a:lnTo>
                    <a:pt x="2813779" y="26283"/>
                  </a:lnTo>
                  <a:lnTo>
                    <a:pt x="2743435" y="30361"/>
                  </a:lnTo>
                  <a:lnTo>
                    <a:pt x="2673090" y="34377"/>
                  </a:lnTo>
                  <a:lnTo>
                    <a:pt x="2602746" y="38333"/>
                  </a:lnTo>
                  <a:lnTo>
                    <a:pt x="2532401" y="42229"/>
                  </a:lnTo>
                  <a:lnTo>
                    <a:pt x="2462057" y="46066"/>
                  </a:lnTo>
                  <a:lnTo>
                    <a:pt x="2391712" y="49845"/>
                  </a:lnTo>
                  <a:lnTo>
                    <a:pt x="2321368" y="53567"/>
                  </a:lnTo>
                  <a:lnTo>
                    <a:pt x="2251023" y="57232"/>
                  </a:lnTo>
                  <a:lnTo>
                    <a:pt x="2180679" y="60842"/>
                  </a:lnTo>
                  <a:lnTo>
                    <a:pt x="2110334" y="64398"/>
                  </a:lnTo>
                  <a:lnTo>
                    <a:pt x="2039990" y="67900"/>
                  </a:lnTo>
                  <a:lnTo>
                    <a:pt x="1969645" y="71349"/>
                  </a:lnTo>
                  <a:lnTo>
                    <a:pt x="1899301" y="74745"/>
                  </a:lnTo>
                  <a:lnTo>
                    <a:pt x="1828956" y="78091"/>
                  </a:lnTo>
                  <a:lnTo>
                    <a:pt x="1758612" y="81385"/>
                  </a:lnTo>
                  <a:lnTo>
                    <a:pt x="1688267" y="84630"/>
                  </a:lnTo>
                  <a:lnTo>
                    <a:pt x="1617923" y="87826"/>
                  </a:lnTo>
                  <a:lnTo>
                    <a:pt x="1547578" y="90974"/>
                  </a:lnTo>
                  <a:lnTo>
                    <a:pt x="1477234" y="94074"/>
                  </a:lnTo>
                  <a:lnTo>
                    <a:pt x="1406889" y="97127"/>
                  </a:lnTo>
                  <a:lnTo>
                    <a:pt x="1336545" y="100134"/>
                  </a:lnTo>
                  <a:lnTo>
                    <a:pt x="1266200" y="103095"/>
                  </a:lnTo>
                  <a:lnTo>
                    <a:pt x="1195856" y="106012"/>
                  </a:lnTo>
                  <a:lnTo>
                    <a:pt x="1125511" y="108884"/>
                  </a:lnTo>
                  <a:lnTo>
                    <a:pt x="1055167" y="111713"/>
                  </a:lnTo>
                  <a:lnTo>
                    <a:pt x="984822" y="114500"/>
                  </a:lnTo>
                  <a:lnTo>
                    <a:pt x="914478" y="117244"/>
                  </a:lnTo>
                  <a:lnTo>
                    <a:pt x="844133" y="119947"/>
                  </a:lnTo>
                  <a:lnTo>
                    <a:pt x="773789" y="122608"/>
                  </a:lnTo>
                  <a:lnTo>
                    <a:pt x="703444" y="125230"/>
                  </a:lnTo>
                  <a:lnTo>
                    <a:pt x="633100" y="127812"/>
                  </a:lnTo>
                  <a:lnTo>
                    <a:pt x="562755" y="130355"/>
                  </a:lnTo>
                  <a:lnTo>
                    <a:pt x="492411" y="132859"/>
                  </a:lnTo>
                  <a:lnTo>
                    <a:pt x="422066" y="135326"/>
                  </a:lnTo>
                  <a:lnTo>
                    <a:pt x="351722" y="137755"/>
                  </a:lnTo>
                  <a:lnTo>
                    <a:pt x="281377" y="140148"/>
                  </a:lnTo>
                  <a:lnTo>
                    <a:pt x="211033" y="142504"/>
                  </a:lnTo>
                  <a:lnTo>
                    <a:pt x="140688" y="144825"/>
                  </a:lnTo>
                  <a:lnTo>
                    <a:pt x="70344" y="147111"/>
                  </a:lnTo>
                  <a:lnTo>
                    <a:pt x="0" y="14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96360"/>
              <a:ext cx="6964104" cy="1033944"/>
            </a:xfrm>
            <a:custGeom>
              <a:avLst/>
              <a:pathLst>
                <a:path w="6964104" h="1033944">
                  <a:moveTo>
                    <a:pt x="0" y="0"/>
                  </a:moveTo>
                  <a:lnTo>
                    <a:pt x="70344" y="30332"/>
                  </a:lnTo>
                  <a:lnTo>
                    <a:pt x="140688" y="59832"/>
                  </a:lnTo>
                  <a:lnTo>
                    <a:pt x="211033" y="88520"/>
                  </a:lnTo>
                  <a:lnTo>
                    <a:pt x="281377" y="116421"/>
                  </a:lnTo>
                  <a:lnTo>
                    <a:pt x="351722" y="143555"/>
                  </a:lnTo>
                  <a:lnTo>
                    <a:pt x="422066" y="169943"/>
                  </a:lnTo>
                  <a:lnTo>
                    <a:pt x="492411" y="195606"/>
                  </a:lnTo>
                  <a:lnTo>
                    <a:pt x="562755" y="220564"/>
                  </a:lnTo>
                  <a:lnTo>
                    <a:pt x="633100" y="244837"/>
                  </a:lnTo>
                  <a:lnTo>
                    <a:pt x="703444" y="268442"/>
                  </a:lnTo>
                  <a:lnTo>
                    <a:pt x="773789" y="291399"/>
                  </a:lnTo>
                  <a:lnTo>
                    <a:pt x="844133" y="313725"/>
                  </a:lnTo>
                  <a:lnTo>
                    <a:pt x="914478" y="335437"/>
                  </a:lnTo>
                  <a:lnTo>
                    <a:pt x="984822" y="356553"/>
                  </a:lnTo>
                  <a:lnTo>
                    <a:pt x="1055167" y="377089"/>
                  </a:lnTo>
                  <a:lnTo>
                    <a:pt x="1125511" y="397061"/>
                  </a:lnTo>
                  <a:lnTo>
                    <a:pt x="1195856" y="416483"/>
                  </a:lnTo>
                  <a:lnTo>
                    <a:pt x="1266200" y="435372"/>
                  </a:lnTo>
                  <a:lnTo>
                    <a:pt x="1336545" y="453742"/>
                  </a:lnTo>
                  <a:lnTo>
                    <a:pt x="1406889" y="471608"/>
                  </a:lnTo>
                  <a:lnTo>
                    <a:pt x="1477234" y="488982"/>
                  </a:lnTo>
                  <a:lnTo>
                    <a:pt x="1547578" y="505879"/>
                  </a:lnTo>
                  <a:lnTo>
                    <a:pt x="1617923" y="522312"/>
                  </a:lnTo>
                  <a:lnTo>
                    <a:pt x="1688267" y="538293"/>
                  </a:lnTo>
                  <a:lnTo>
                    <a:pt x="1758612" y="553835"/>
                  </a:lnTo>
                  <a:lnTo>
                    <a:pt x="1828956" y="568950"/>
                  </a:lnTo>
                  <a:lnTo>
                    <a:pt x="1899301" y="583650"/>
                  </a:lnTo>
                  <a:lnTo>
                    <a:pt x="1969645" y="597946"/>
                  </a:lnTo>
                  <a:lnTo>
                    <a:pt x="2039990" y="611849"/>
                  </a:lnTo>
                  <a:lnTo>
                    <a:pt x="2110334" y="625370"/>
                  </a:lnTo>
                  <a:lnTo>
                    <a:pt x="2180679" y="638519"/>
                  </a:lnTo>
                  <a:lnTo>
                    <a:pt x="2251023" y="651307"/>
                  </a:lnTo>
                  <a:lnTo>
                    <a:pt x="2321368" y="663744"/>
                  </a:lnTo>
                  <a:lnTo>
                    <a:pt x="2391712" y="675839"/>
                  </a:lnTo>
                  <a:lnTo>
                    <a:pt x="2462057" y="687602"/>
                  </a:lnTo>
                  <a:lnTo>
                    <a:pt x="2532401" y="699042"/>
                  </a:lnTo>
                  <a:lnTo>
                    <a:pt x="2602746" y="710167"/>
                  </a:lnTo>
                  <a:lnTo>
                    <a:pt x="2673090" y="720986"/>
                  </a:lnTo>
                  <a:lnTo>
                    <a:pt x="2743435" y="731509"/>
                  </a:lnTo>
                  <a:lnTo>
                    <a:pt x="2813779" y="741742"/>
                  </a:lnTo>
                  <a:lnTo>
                    <a:pt x="2884124" y="751694"/>
                  </a:lnTo>
                  <a:lnTo>
                    <a:pt x="2954468" y="761372"/>
                  </a:lnTo>
                  <a:lnTo>
                    <a:pt x="3024813" y="770785"/>
                  </a:lnTo>
                  <a:lnTo>
                    <a:pt x="3095157" y="779939"/>
                  </a:lnTo>
                  <a:lnTo>
                    <a:pt x="3165502" y="788841"/>
                  </a:lnTo>
                  <a:lnTo>
                    <a:pt x="3235846" y="797499"/>
                  </a:lnTo>
                  <a:lnTo>
                    <a:pt x="3306191" y="805919"/>
                  </a:lnTo>
                  <a:lnTo>
                    <a:pt x="3376535" y="814107"/>
                  </a:lnTo>
                  <a:lnTo>
                    <a:pt x="3446880" y="822071"/>
                  </a:lnTo>
                  <a:lnTo>
                    <a:pt x="3517224" y="829816"/>
                  </a:lnTo>
                  <a:lnTo>
                    <a:pt x="3587569" y="837348"/>
                  </a:lnTo>
                  <a:lnTo>
                    <a:pt x="3657913" y="844672"/>
                  </a:lnTo>
                  <a:lnTo>
                    <a:pt x="3728257" y="851796"/>
                  </a:lnTo>
                  <a:lnTo>
                    <a:pt x="3798602" y="858724"/>
                  </a:lnTo>
                  <a:lnTo>
                    <a:pt x="3868946" y="865462"/>
                  </a:lnTo>
                  <a:lnTo>
                    <a:pt x="3939291" y="872014"/>
                  </a:lnTo>
                  <a:lnTo>
                    <a:pt x="4009635" y="878387"/>
                  </a:lnTo>
                  <a:lnTo>
                    <a:pt x="4079980" y="884584"/>
                  </a:lnTo>
                  <a:lnTo>
                    <a:pt x="4150324" y="890611"/>
                  </a:lnTo>
                  <a:lnTo>
                    <a:pt x="4220669" y="896473"/>
                  </a:lnTo>
                  <a:lnTo>
                    <a:pt x="4291013" y="902173"/>
                  </a:lnTo>
                  <a:lnTo>
                    <a:pt x="4361358" y="907717"/>
                  </a:lnTo>
                  <a:lnTo>
                    <a:pt x="4431702" y="913108"/>
                  </a:lnTo>
                  <a:lnTo>
                    <a:pt x="4502047" y="918352"/>
                  </a:lnTo>
                  <a:lnTo>
                    <a:pt x="4572391" y="923451"/>
                  </a:lnTo>
                  <a:lnTo>
                    <a:pt x="4642736" y="928410"/>
                  </a:lnTo>
                  <a:lnTo>
                    <a:pt x="4713080" y="933233"/>
                  </a:lnTo>
                  <a:lnTo>
                    <a:pt x="4783425" y="937923"/>
                  </a:lnTo>
                  <a:lnTo>
                    <a:pt x="4853769" y="942485"/>
                  </a:lnTo>
                  <a:lnTo>
                    <a:pt x="4924114" y="946921"/>
                  </a:lnTo>
                  <a:lnTo>
                    <a:pt x="4994458" y="951235"/>
                  </a:lnTo>
                  <a:lnTo>
                    <a:pt x="5064803" y="955431"/>
                  </a:lnTo>
                  <a:lnTo>
                    <a:pt x="5135147" y="959511"/>
                  </a:lnTo>
                  <a:lnTo>
                    <a:pt x="5205492" y="963479"/>
                  </a:lnTo>
                  <a:lnTo>
                    <a:pt x="5275836" y="967339"/>
                  </a:lnTo>
                  <a:lnTo>
                    <a:pt x="5346181" y="971092"/>
                  </a:lnTo>
                  <a:lnTo>
                    <a:pt x="5416525" y="974742"/>
                  </a:lnTo>
                  <a:lnTo>
                    <a:pt x="5486870" y="978292"/>
                  </a:lnTo>
                  <a:lnTo>
                    <a:pt x="5557214" y="981744"/>
                  </a:lnTo>
                  <a:lnTo>
                    <a:pt x="5627559" y="985101"/>
                  </a:lnTo>
                  <a:lnTo>
                    <a:pt x="5697903" y="988367"/>
                  </a:lnTo>
                  <a:lnTo>
                    <a:pt x="5768248" y="991542"/>
                  </a:lnTo>
                  <a:lnTo>
                    <a:pt x="5838592" y="994630"/>
                  </a:lnTo>
                  <a:lnTo>
                    <a:pt x="5908937" y="997633"/>
                  </a:lnTo>
                  <a:lnTo>
                    <a:pt x="5979281" y="1000554"/>
                  </a:lnTo>
                  <a:lnTo>
                    <a:pt x="6049626" y="1003395"/>
                  </a:lnTo>
                  <a:lnTo>
                    <a:pt x="6119970" y="1006157"/>
                  </a:lnTo>
                  <a:lnTo>
                    <a:pt x="6190315" y="1008844"/>
                  </a:lnTo>
                  <a:lnTo>
                    <a:pt x="6260659" y="1011457"/>
                  </a:lnTo>
                  <a:lnTo>
                    <a:pt x="6331004" y="1013998"/>
                  </a:lnTo>
                  <a:lnTo>
                    <a:pt x="6401348" y="1016469"/>
                  </a:lnTo>
                  <a:lnTo>
                    <a:pt x="6471693" y="1018872"/>
                  </a:lnTo>
                  <a:lnTo>
                    <a:pt x="6542037" y="1021209"/>
                  </a:lnTo>
                  <a:lnTo>
                    <a:pt x="6612382" y="1023482"/>
                  </a:lnTo>
                  <a:lnTo>
                    <a:pt x="6682726" y="1025693"/>
                  </a:lnTo>
                  <a:lnTo>
                    <a:pt x="6753071" y="1027843"/>
                  </a:lnTo>
                  <a:lnTo>
                    <a:pt x="6823415" y="1029933"/>
                  </a:lnTo>
                  <a:lnTo>
                    <a:pt x="6893760" y="1031967"/>
                  </a:lnTo>
                  <a:lnTo>
                    <a:pt x="6964104" y="1033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49810"/>
            </a:xfrm>
            <a:custGeom>
              <a:avLst/>
              <a:pathLst>
                <a:path w="6964104" h="1249810">
                  <a:moveTo>
                    <a:pt x="1872979" y="0"/>
                  </a:moveTo>
                  <a:lnTo>
                    <a:pt x="1899301" y="33667"/>
                  </a:lnTo>
                  <a:lnTo>
                    <a:pt x="1969645" y="117480"/>
                  </a:lnTo>
                  <a:lnTo>
                    <a:pt x="2039990" y="195551"/>
                  </a:lnTo>
                  <a:lnTo>
                    <a:pt x="2110334" y="268274"/>
                  </a:lnTo>
                  <a:lnTo>
                    <a:pt x="2180679" y="336016"/>
                  </a:lnTo>
                  <a:lnTo>
                    <a:pt x="2251023" y="399118"/>
                  </a:lnTo>
                  <a:lnTo>
                    <a:pt x="2321368" y="457897"/>
                  </a:lnTo>
                  <a:lnTo>
                    <a:pt x="2391712" y="512649"/>
                  </a:lnTo>
                  <a:lnTo>
                    <a:pt x="2462057" y="563651"/>
                  </a:lnTo>
                  <a:lnTo>
                    <a:pt x="2532401" y="611160"/>
                  </a:lnTo>
                  <a:lnTo>
                    <a:pt x="2602746" y="655414"/>
                  </a:lnTo>
                  <a:lnTo>
                    <a:pt x="2673090" y="696636"/>
                  </a:lnTo>
                  <a:lnTo>
                    <a:pt x="2743435" y="735035"/>
                  </a:lnTo>
                  <a:lnTo>
                    <a:pt x="2813779" y="770804"/>
                  </a:lnTo>
                  <a:lnTo>
                    <a:pt x="2884124" y="804122"/>
                  </a:lnTo>
                  <a:lnTo>
                    <a:pt x="2954468" y="835158"/>
                  </a:lnTo>
                  <a:lnTo>
                    <a:pt x="3024813" y="864068"/>
                  </a:lnTo>
                  <a:lnTo>
                    <a:pt x="3095157" y="890998"/>
                  </a:lnTo>
                  <a:lnTo>
                    <a:pt x="3165502" y="916083"/>
                  </a:lnTo>
                  <a:lnTo>
                    <a:pt x="3235846" y="939450"/>
                  </a:lnTo>
                  <a:lnTo>
                    <a:pt x="3306191" y="957144"/>
                  </a:lnTo>
                  <a:lnTo>
                    <a:pt x="3376535" y="952537"/>
                  </a:lnTo>
                  <a:lnTo>
                    <a:pt x="3446880" y="947860"/>
                  </a:lnTo>
                  <a:lnTo>
                    <a:pt x="3517224" y="943111"/>
                  </a:lnTo>
                  <a:lnTo>
                    <a:pt x="3587569" y="938288"/>
                  </a:lnTo>
                  <a:lnTo>
                    <a:pt x="3657913" y="933392"/>
                  </a:lnTo>
                  <a:lnTo>
                    <a:pt x="3728257" y="928421"/>
                  </a:lnTo>
                  <a:lnTo>
                    <a:pt x="3798602" y="923373"/>
                  </a:lnTo>
                  <a:lnTo>
                    <a:pt x="3868946" y="918248"/>
                  </a:lnTo>
                  <a:lnTo>
                    <a:pt x="3939291" y="913044"/>
                  </a:lnTo>
                  <a:lnTo>
                    <a:pt x="4009635" y="907760"/>
                  </a:lnTo>
                  <a:lnTo>
                    <a:pt x="4079980" y="902395"/>
                  </a:lnTo>
                  <a:lnTo>
                    <a:pt x="4150324" y="896948"/>
                  </a:lnTo>
                  <a:lnTo>
                    <a:pt x="4220669" y="891417"/>
                  </a:lnTo>
                  <a:lnTo>
                    <a:pt x="4291013" y="885801"/>
                  </a:lnTo>
                  <a:lnTo>
                    <a:pt x="4361358" y="880099"/>
                  </a:lnTo>
                  <a:lnTo>
                    <a:pt x="4431702" y="874309"/>
                  </a:lnTo>
                  <a:lnTo>
                    <a:pt x="4502047" y="868431"/>
                  </a:lnTo>
                  <a:lnTo>
                    <a:pt x="4572391" y="862462"/>
                  </a:lnTo>
                  <a:lnTo>
                    <a:pt x="4642736" y="856401"/>
                  </a:lnTo>
                  <a:lnTo>
                    <a:pt x="4713080" y="850248"/>
                  </a:lnTo>
                  <a:lnTo>
                    <a:pt x="4783425" y="844000"/>
                  </a:lnTo>
                  <a:lnTo>
                    <a:pt x="4853769" y="837656"/>
                  </a:lnTo>
                  <a:lnTo>
                    <a:pt x="4924114" y="831215"/>
                  </a:lnTo>
                  <a:lnTo>
                    <a:pt x="4994458" y="824675"/>
                  </a:lnTo>
                  <a:lnTo>
                    <a:pt x="5064803" y="818034"/>
                  </a:lnTo>
                  <a:lnTo>
                    <a:pt x="5135147" y="811292"/>
                  </a:lnTo>
                  <a:lnTo>
                    <a:pt x="5205492" y="804446"/>
                  </a:lnTo>
                  <a:lnTo>
                    <a:pt x="5275836" y="797494"/>
                  </a:lnTo>
                  <a:lnTo>
                    <a:pt x="5346181" y="790437"/>
                  </a:lnTo>
                  <a:lnTo>
                    <a:pt x="5416525" y="783270"/>
                  </a:lnTo>
                  <a:lnTo>
                    <a:pt x="5486870" y="775994"/>
                  </a:lnTo>
                  <a:lnTo>
                    <a:pt x="5557214" y="768606"/>
                  </a:lnTo>
                  <a:lnTo>
                    <a:pt x="5627559" y="761105"/>
                  </a:lnTo>
                  <a:lnTo>
                    <a:pt x="5697903" y="753488"/>
                  </a:lnTo>
                  <a:lnTo>
                    <a:pt x="5768248" y="745755"/>
                  </a:lnTo>
                  <a:lnTo>
                    <a:pt x="5838592" y="737903"/>
                  </a:lnTo>
                  <a:lnTo>
                    <a:pt x="5908937" y="729930"/>
                  </a:lnTo>
                  <a:lnTo>
                    <a:pt x="5979281" y="721835"/>
                  </a:lnTo>
                  <a:lnTo>
                    <a:pt x="6049626" y="713615"/>
                  </a:lnTo>
                  <a:lnTo>
                    <a:pt x="6119970" y="705269"/>
                  </a:lnTo>
                  <a:lnTo>
                    <a:pt x="6190315" y="696796"/>
                  </a:lnTo>
                  <a:lnTo>
                    <a:pt x="6260659" y="688192"/>
                  </a:lnTo>
                  <a:lnTo>
                    <a:pt x="6331004" y="679456"/>
                  </a:lnTo>
                  <a:lnTo>
                    <a:pt x="6401348" y="670586"/>
                  </a:lnTo>
                  <a:lnTo>
                    <a:pt x="6471693" y="661579"/>
                  </a:lnTo>
                  <a:lnTo>
                    <a:pt x="6542037" y="652435"/>
                  </a:lnTo>
                  <a:lnTo>
                    <a:pt x="6612382" y="643150"/>
                  </a:lnTo>
                  <a:lnTo>
                    <a:pt x="6682726" y="633722"/>
                  </a:lnTo>
                  <a:lnTo>
                    <a:pt x="6753071" y="624150"/>
                  </a:lnTo>
                  <a:lnTo>
                    <a:pt x="6823415" y="614431"/>
                  </a:lnTo>
                  <a:lnTo>
                    <a:pt x="6893760" y="604563"/>
                  </a:lnTo>
                  <a:lnTo>
                    <a:pt x="6964104" y="594543"/>
                  </a:lnTo>
                  <a:lnTo>
                    <a:pt x="6964104" y="1249810"/>
                  </a:lnTo>
                  <a:lnTo>
                    <a:pt x="6893760" y="1249266"/>
                  </a:lnTo>
                  <a:lnTo>
                    <a:pt x="6823415" y="1248682"/>
                  </a:lnTo>
                  <a:lnTo>
                    <a:pt x="6753071" y="1248056"/>
                  </a:lnTo>
                  <a:lnTo>
                    <a:pt x="6682726" y="1247383"/>
                  </a:lnTo>
                  <a:lnTo>
                    <a:pt x="6612382" y="1246661"/>
                  </a:lnTo>
                  <a:lnTo>
                    <a:pt x="6542037" y="1245886"/>
                  </a:lnTo>
                  <a:lnTo>
                    <a:pt x="6471693" y="1245054"/>
                  </a:lnTo>
                  <a:lnTo>
                    <a:pt x="6401348" y="1244161"/>
                  </a:lnTo>
                  <a:lnTo>
                    <a:pt x="6331004" y="1243202"/>
                  </a:lnTo>
                  <a:lnTo>
                    <a:pt x="6260659" y="1242172"/>
                  </a:lnTo>
                  <a:lnTo>
                    <a:pt x="6190315" y="1241067"/>
                  </a:lnTo>
                  <a:lnTo>
                    <a:pt x="6119970" y="1239880"/>
                  </a:lnTo>
                  <a:lnTo>
                    <a:pt x="6049626" y="1238607"/>
                  </a:lnTo>
                  <a:lnTo>
                    <a:pt x="5979281" y="1237239"/>
                  </a:lnTo>
                  <a:lnTo>
                    <a:pt x="5908937" y="1235771"/>
                  </a:lnTo>
                  <a:lnTo>
                    <a:pt x="5838592" y="1234195"/>
                  </a:lnTo>
                  <a:lnTo>
                    <a:pt x="5768248" y="1232503"/>
                  </a:lnTo>
                  <a:lnTo>
                    <a:pt x="5697903" y="1230687"/>
                  </a:lnTo>
                  <a:lnTo>
                    <a:pt x="5627559" y="1228737"/>
                  </a:lnTo>
                  <a:lnTo>
                    <a:pt x="5557214" y="1226644"/>
                  </a:lnTo>
                  <a:lnTo>
                    <a:pt x="5486870" y="1224397"/>
                  </a:lnTo>
                  <a:lnTo>
                    <a:pt x="5416525" y="1221985"/>
                  </a:lnTo>
                  <a:lnTo>
                    <a:pt x="5346181" y="1219395"/>
                  </a:lnTo>
                  <a:lnTo>
                    <a:pt x="5275836" y="1216615"/>
                  </a:lnTo>
                  <a:lnTo>
                    <a:pt x="5205492" y="1213630"/>
                  </a:lnTo>
                  <a:lnTo>
                    <a:pt x="5135147" y="1210426"/>
                  </a:lnTo>
                  <a:lnTo>
                    <a:pt x="5064803" y="1206986"/>
                  </a:lnTo>
                  <a:lnTo>
                    <a:pt x="4994458" y="1203293"/>
                  </a:lnTo>
                  <a:lnTo>
                    <a:pt x="4924114" y="1199329"/>
                  </a:lnTo>
                  <a:lnTo>
                    <a:pt x="4853769" y="1195073"/>
                  </a:lnTo>
                  <a:lnTo>
                    <a:pt x="4783425" y="1190504"/>
                  </a:lnTo>
                  <a:lnTo>
                    <a:pt x="4713080" y="1185600"/>
                  </a:lnTo>
                  <a:lnTo>
                    <a:pt x="4642736" y="1180334"/>
                  </a:lnTo>
                  <a:lnTo>
                    <a:pt x="4572391" y="1174682"/>
                  </a:lnTo>
                  <a:lnTo>
                    <a:pt x="4502047" y="1168613"/>
                  </a:lnTo>
                  <a:lnTo>
                    <a:pt x="4431702" y="1162099"/>
                  </a:lnTo>
                  <a:lnTo>
                    <a:pt x="4361358" y="1155105"/>
                  </a:lnTo>
                  <a:lnTo>
                    <a:pt x="4291013" y="1147597"/>
                  </a:lnTo>
                  <a:lnTo>
                    <a:pt x="4220669" y="1139537"/>
                  </a:lnTo>
                  <a:lnTo>
                    <a:pt x="4150324" y="1130884"/>
                  </a:lnTo>
                  <a:lnTo>
                    <a:pt x="4079980" y="1121595"/>
                  </a:lnTo>
                  <a:lnTo>
                    <a:pt x="4009635" y="1111623"/>
                  </a:lnTo>
                  <a:lnTo>
                    <a:pt x="3939291" y="1100917"/>
                  </a:lnTo>
                  <a:lnTo>
                    <a:pt x="3868946" y="1089425"/>
                  </a:lnTo>
                  <a:lnTo>
                    <a:pt x="3798602" y="1077087"/>
                  </a:lnTo>
                  <a:lnTo>
                    <a:pt x="3728257" y="1063841"/>
                  </a:lnTo>
                  <a:lnTo>
                    <a:pt x="3657913" y="1049622"/>
                  </a:lnTo>
                  <a:lnTo>
                    <a:pt x="3587569" y="1034357"/>
                  </a:lnTo>
                  <a:lnTo>
                    <a:pt x="3517224" y="1017970"/>
                  </a:lnTo>
                  <a:lnTo>
                    <a:pt x="3446880" y="1000377"/>
                  </a:lnTo>
                  <a:lnTo>
                    <a:pt x="3376535" y="981491"/>
                  </a:lnTo>
                  <a:lnTo>
                    <a:pt x="3306191" y="961216"/>
                  </a:lnTo>
                  <a:lnTo>
                    <a:pt x="3235846" y="961681"/>
                  </a:lnTo>
                  <a:lnTo>
                    <a:pt x="3165502" y="966150"/>
                  </a:lnTo>
                  <a:lnTo>
                    <a:pt x="3095157" y="970551"/>
                  </a:lnTo>
                  <a:lnTo>
                    <a:pt x="3024813" y="974885"/>
                  </a:lnTo>
                  <a:lnTo>
                    <a:pt x="2954468" y="979154"/>
                  </a:lnTo>
                  <a:lnTo>
                    <a:pt x="2884124" y="983358"/>
                  </a:lnTo>
                  <a:lnTo>
                    <a:pt x="2813779" y="987499"/>
                  </a:lnTo>
                  <a:lnTo>
                    <a:pt x="2743435" y="991577"/>
                  </a:lnTo>
                  <a:lnTo>
                    <a:pt x="2673090" y="995594"/>
                  </a:lnTo>
                  <a:lnTo>
                    <a:pt x="2602746" y="999549"/>
                  </a:lnTo>
                  <a:lnTo>
                    <a:pt x="2532401" y="1003445"/>
                  </a:lnTo>
                  <a:lnTo>
                    <a:pt x="2462057" y="1007282"/>
                  </a:lnTo>
                  <a:lnTo>
                    <a:pt x="2391712" y="1011061"/>
                  </a:lnTo>
                  <a:lnTo>
                    <a:pt x="2321368" y="1014783"/>
                  </a:lnTo>
                  <a:lnTo>
                    <a:pt x="2251023" y="1018449"/>
                  </a:lnTo>
                  <a:lnTo>
                    <a:pt x="2180679" y="1022059"/>
                  </a:lnTo>
                  <a:lnTo>
                    <a:pt x="2110334" y="1025614"/>
                  </a:lnTo>
                  <a:lnTo>
                    <a:pt x="2039990" y="1029116"/>
                  </a:lnTo>
                  <a:lnTo>
                    <a:pt x="1969645" y="1032565"/>
                  </a:lnTo>
                  <a:lnTo>
                    <a:pt x="1899301" y="1035962"/>
                  </a:lnTo>
                  <a:lnTo>
                    <a:pt x="1828956" y="1039307"/>
                  </a:lnTo>
                  <a:lnTo>
                    <a:pt x="1758612" y="1042602"/>
                  </a:lnTo>
                  <a:lnTo>
                    <a:pt x="1688267" y="1045847"/>
                  </a:lnTo>
                  <a:lnTo>
                    <a:pt x="1617923" y="1049042"/>
                  </a:lnTo>
                  <a:lnTo>
                    <a:pt x="1547578" y="1052190"/>
                  </a:lnTo>
                  <a:lnTo>
                    <a:pt x="1477234" y="1055290"/>
                  </a:lnTo>
                  <a:lnTo>
                    <a:pt x="1406889" y="1058343"/>
                  </a:lnTo>
                  <a:lnTo>
                    <a:pt x="1336545" y="1061350"/>
                  </a:lnTo>
                  <a:lnTo>
                    <a:pt x="1266200" y="1064311"/>
                  </a:lnTo>
                  <a:lnTo>
                    <a:pt x="1195856" y="1067228"/>
                  </a:lnTo>
                  <a:lnTo>
                    <a:pt x="1125511" y="1070100"/>
                  </a:lnTo>
                  <a:lnTo>
                    <a:pt x="1055167" y="1072930"/>
                  </a:lnTo>
                  <a:lnTo>
                    <a:pt x="984822" y="1075716"/>
                  </a:lnTo>
                  <a:lnTo>
                    <a:pt x="914478" y="1078460"/>
                  </a:lnTo>
                  <a:lnTo>
                    <a:pt x="844133" y="1081163"/>
                  </a:lnTo>
                  <a:lnTo>
                    <a:pt x="773789" y="1083825"/>
                  </a:lnTo>
                  <a:lnTo>
                    <a:pt x="703444" y="1086446"/>
                  </a:lnTo>
                  <a:lnTo>
                    <a:pt x="633100" y="1089028"/>
                  </a:lnTo>
                  <a:lnTo>
                    <a:pt x="562755" y="1091571"/>
                  </a:lnTo>
                  <a:lnTo>
                    <a:pt x="492411" y="1094076"/>
                  </a:lnTo>
                  <a:lnTo>
                    <a:pt x="422066" y="1096542"/>
                  </a:lnTo>
                  <a:lnTo>
                    <a:pt x="351722" y="1098972"/>
                  </a:lnTo>
                  <a:lnTo>
                    <a:pt x="281377" y="1101364"/>
                  </a:lnTo>
                  <a:lnTo>
                    <a:pt x="211033" y="1103720"/>
                  </a:lnTo>
                  <a:lnTo>
                    <a:pt x="140688" y="1106041"/>
                  </a:lnTo>
                  <a:lnTo>
                    <a:pt x="70344" y="1108327"/>
                  </a:lnTo>
                  <a:lnTo>
                    <a:pt x="0" y="11105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108291" y="4336484"/>
              <a:ext cx="5091125" cy="957144"/>
            </a:xfrm>
            <a:custGeom>
              <a:avLst/>
              <a:pathLst>
                <a:path w="5091125" h="957144">
                  <a:moveTo>
                    <a:pt x="0" y="0"/>
                  </a:moveTo>
                  <a:lnTo>
                    <a:pt x="26322" y="33667"/>
                  </a:lnTo>
                  <a:lnTo>
                    <a:pt x="96666" y="117480"/>
                  </a:lnTo>
                  <a:lnTo>
                    <a:pt x="167011" y="195551"/>
                  </a:lnTo>
                  <a:lnTo>
                    <a:pt x="237355" y="268274"/>
                  </a:lnTo>
                  <a:lnTo>
                    <a:pt x="307700" y="336016"/>
                  </a:lnTo>
                  <a:lnTo>
                    <a:pt x="378044" y="399118"/>
                  </a:lnTo>
                  <a:lnTo>
                    <a:pt x="448389" y="457897"/>
                  </a:lnTo>
                  <a:lnTo>
                    <a:pt x="518733" y="512649"/>
                  </a:lnTo>
                  <a:lnTo>
                    <a:pt x="589078" y="563651"/>
                  </a:lnTo>
                  <a:lnTo>
                    <a:pt x="659422" y="611160"/>
                  </a:lnTo>
                  <a:lnTo>
                    <a:pt x="729767" y="655414"/>
                  </a:lnTo>
                  <a:lnTo>
                    <a:pt x="800111" y="696636"/>
                  </a:lnTo>
                  <a:lnTo>
                    <a:pt x="870456" y="735035"/>
                  </a:lnTo>
                  <a:lnTo>
                    <a:pt x="940800" y="770804"/>
                  </a:lnTo>
                  <a:lnTo>
                    <a:pt x="1011145" y="804122"/>
                  </a:lnTo>
                  <a:lnTo>
                    <a:pt x="1081489" y="835158"/>
                  </a:lnTo>
                  <a:lnTo>
                    <a:pt x="1151834" y="864068"/>
                  </a:lnTo>
                  <a:lnTo>
                    <a:pt x="1222178" y="890998"/>
                  </a:lnTo>
                  <a:lnTo>
                    <a:pt x="1292522" y="916083"/>
                  </a:lnTo>
                  <a:lnTo>
                    <a:pt x="1362867" y="939450"/>
                  </a:lnTo>
                  <a:lnTo>
                    <a:pt x="1433211" y="957144"/>
                  </a:lnTo>
                  <a:lnTo>
                    <a:pt x="1503556" y="952537"/>
                  </a:lnTo>
                  <a:lnTo>
                    <a:pt x="1573900" y="947860"/>
                  </a:lnTo>
                  <a:lnTo>
                    <a:pt x="1644245" y="943111"/>
                  </a:lnTo>
                  <a:lnTo>
                    <a:pt x="1714589" y="938288"/>
                  </a:lnTo>
                  <a:lnTo>
                    <a:pt x="1784934" y="933392"/>
                  </a:lnTo>
                  <a:lnTo>
                    <a:pt x="1855278" y="928421"/>
                  </a:lnTo>
                  <a:lnTo>
                    <a:pt x="1925623" y="923373"/>
                  </a:lnTo>
                  <a:lnTo>
                    <a:pt x="1995967" y="918248"/>
                  </a:lnTo>
                  <a:lnTo>
                    <a:pt x="2066312" y="913044"/>
                  </a:lnTo>
                  <a:lnTo>
                    <a:pt x="2136656" y="907760"/>
                  </a:lnTo>
                  <a:lnTo>
                    <a:pt x="2207001" y="902395"/>
                  </a:lnTo>
                  <a:lnTo>
                    <a:pt x="2277345" y="896948"/>
                  </a:lnTo>
                  <a:lnTo>
                    <a:pt x="2347690" y="891417"/>
                  </a:lnTo>
                  <a:lnTo>
                    <a:pt x="2418034" y="885801"/>
                  </a:lnTo>
                  <a:lnTo>
                    <a:pt x="2488379" y="880099"/>
                  </a:lnTo>
                  <a:lnTo>
                    <a:pt x="2558723" y="874309"/>
                  </a:lnTo>
                  <a:lnTo>
                    <a:pt x="2629068" y="868431"/>
                  </a:lnTo>
                  <a:lnTo>
                    <a:pt x="2699412" y="862462"/>
                  </a:lnTo>
                  <a:lnTo>
                    <a:pt x="2769757" y="856401"/>
                  </a:lnTo>
                  <a:lnTo>
                    <a:pt x="2840101" y="850248"/>
                  </a:lnTo>
                  <a:lnTo>
                    <a:pt x="2910446" y="844000"/>
                  </a:lnTo>
                  <a:lnTo>
                    <a:pt x="2980790" y="837656"/>
                  </a:lnTo>
                  <a:lnTo>
                    <a:pt x="3051135" y="831215"/>
                  </a:lnTo>
                  <a:lnTo>
                    <a:pt x="3121479" y="824675"/>
                  </a:lnTo>
                  <a:lnTo>
                    <a:pt x="3191824" y="818034"/>
                  </a:lnTo>
                  <a:lnTo>
                    <a:pt x="3262168" y="811292"/>
                  </a:lnTo>
                  <a:lnTo>
                    <a:pt x="3332513" y="804446"/>
                  </a:lnTo>
                  <a:lnTo>
                    <a:pt x="3402857" y="797494"/>
                  </a:lnTo>
                  <a:lnTo>
                    <a:pt x="3473202" y="790437"/>
                  </a:lnTo>
                  <a:lnTo>
                    <a:pt x="3543546" y="783270"/>
                  </a:lnTo>
                  <a:lnTo>
                    <a:pt x="3613891" y="775994"/>
                  </a:lnTo>
                  <a:lnTo>
                    <a:pt x="3684235" y="768606"/>
                  </a:lnTo>
                  <a:lnTo>
                    <a:pt x="3754580" y="761105"/>
                  </a:lnTo>
                  <a:lnTo>
                    <a:pt x="3824924" y="753488"/>
                  </a:lnTo>
                  <a:lnTo>
                    <a:pt x="3895269" y="745755"/>
                  </a:lnTo>
                  <a:lnTo>
                    <a:pt x="3965613" y="737903"/>
                  </a:lnTo>
                  <a:lnTo>
                    <a:pt x="4035958" y="729930"/>
                  </a:lnTo>
                  <a:lnTo>
                    <a:pt x="4106302" y="721835"/>
                  </a:lnTo>
                  <a:lnTo>
                    <a:pt x="4176647" y="713615"/>
                  </a:lnTo>
                  <a:lnTo>
                    <a:pt x="4246991" y="705269"/>
                  </a:lnTo>
                  <a:lnTo>
                    <a:pt x="4317336" y="696796"/>
                  </a:lnTo>
                  <a:lnTo>
                    <a:pt x="4387680" y="688192"/>
                  </a:lnTo>
                  <a:lnTo>
                    <a:pt x="4458025" y="679456"/>
                  </a:lnTo>
                  <a:lnTo>
                    <a:pt x="4528369" y="670586"/>
                  </a:lnTo>
                  <a:lnTo>
                    <a:pt x="4598714" y="661579"/>
                  </a:lnTo>
                  <a:lnTo>
                    <a:pt x="4669058" y="652435"/>
                  </a:lnTo>
                  <a:lnTo>
                    <a:pt x="4739403" y="643150"/>
                  </a:lnTo>
                  <a:lnTo>
                    <a:pt x="4809747" y="633722"/>
                  </a:lnTo>
                  <a:lnTo>
                    <a:pt x="4880092" y="624150"/>
                  </a:lnTo>
                  <a:lnTo>
                    <a:pt x="4950436" y="614431"/>
                  </a:lnTo>
                  <a:lnTo>
                    <a:pt x="5020780" y="604563"/>
                  </a:lnTo>
                  <a:lnTo>
                    <a:pt x="5091125" y="59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7700"/>
              <a:ext cx="6964104" cy="288593"/>
            </a:xfrm>
            <a:custGeom>
              <a:avLst/>
              <a:pathLst>
                <a:path w="6964104" h="288593">
                  <a:moveTo>
                    <a:pt x="6964104" y="288593"/>
                  </a:moveTo>
                  <a:lnTo>
                    <a:pt x="6893760" y="288050"/>
                  </a:lnTo>
                  <a:lnTo>
                    <a:pt x="6823415" y="287466"/>
                  </a:lnTo>
                  <a:lnTo>
                    <a:pt x="6753071" y="286840"/>
                  </a:lnTo>
                  <a:lnTo>
                    <a:pt x="6682726" y="286167"/>
                  </a:lnTo>
                  <a:lnTo>
                    <a:pt x="6612382" y="285445"/>
                  </a:lnTo>
                  <a:lnTo>
                    <a:pt x="6542037" y="284670"/>
                  </a:lnTo>
                  <a:lnTo>
                    <a:pt x="6471693" y="283838"/>
                  </a:lnTo>
                  <a:lnTo>
                    <a:pt x="6401348" y="282944"/>
                  </a:lnTo>
                  <a:lnTo>
                    <a:pt x="6331004" y="281985"/>
                  </a:lnTo>
                  <a:lnTo>
                    <a:pt x="6260659" y="280956"/>
                  </a:lnTo>
                  <a:lnTo>
                    <a:pt x="6190315" y="279851"/>
                  </a:lnTo>
                  <a:lnTo>
                    <a:pt x="6119970" y="278664"/>
                  </a:lnTo>
                  <a:lnTo>
                    <a:pt x="6049626" y="277390"/>
                  </a:lnTo>
                  <a:lnTo>
                    <a:pt x="5979281" y="276023"/>
                  </a:lnTo>
                  <a:lnTo>
                    <a:pt x="5908937" y="274555"/>
                  </a:lnTo>
                  <a:lnTo>
                    <a:pt x="5838592" y="272979"/>
                  </a:lnTo>
                  <a:lnTo>
                    <a:pt x="5768248" y="271287"/>
                  </a:lnTo>
                  <a:lnTo>
                    <a:pt x="5697903" y="269471"/>
                  </a:lnTo>
                  <a:lnTo>
                    <a:pt x="5627559" y="267521"/>
                  </a:lnTo>
                  <a:lnTo>
                    <a:pt x="5557214" y="265428"/>
                  </a:lnTo>
                  <a:lnTo>
                    <a:pt x="5486870" y="263181"/>
                  </a:lnTo>
                  <a:lnTo>
                    <a:pt x="5416525" y="260768"/>
                  </a:lnTo>
                  <a:lnTo>
                    <a:pt x="5346181" y="258179"/>
                  </a:lnTo>
                  <a:lnTo>
                    <a:pt x="5275836" y="255398"/>
                  </a:lnTo>
                  <a:lnTo>
                    <a:pt x="5205492" y="252414"/>
                  </a:lnTo>
                  <a:lnTo>
                    <a:pt x="5135147" y="249210"/>
                  </a:lnTo>
                  <a:lnTo>
                    <a:pt x="5064803" y="245770"/>
                  </a:lnTo>
                  <a:lnTo>
                    <a:pt x="4994458" y="242077"/>
                  </a:lnTo>
                  <a:lnTo>
                    <a:pt x="4924114" y="238113"/>
                  </a:lnTo>
                  <a:lnTo>
                    <a:pt x="4853769" y="233857"/>
                  </a:lnTo>
                  <a:lnTo>
                    <a:pt x="4783425" y="229288"/>
                  </a:lnTo>
                  <a:lnTo>
                    <a:pt x="4713080" y="224383"/>
                  </a:lnTo>
                  <a:lnTo>
                    <a:pt x="4642736" y="219118"/>
                  </a:lnTo>
                  <a:lnTo>
                    <a:pt x="4572391" y="213465"/>
                  </a:lnTo>
                  <a:lnTo>
                    <a:pt x="4502047" y="207397"/>
                  </a:lnTo>
                  <a:lnTo>
                    <a:pt x="4431702" y="200882"/>
                  </a:lnTo>
                  <a:lnTo>
                    <a:pt x="4361358" y="193889"/>
                  </a:lnTo>
                  <a:lnTo>
                    <a:pt x="4291013" y="186381"/>
                  </a:lnTo>
                  <a:lnTo>
                    <a:pt x="4220669" y="178321"/>
                  </a:lnTo>
                  <a:lnTo>
                    <a:pt x="4150324" y="169668"/>
                  </a:lnTo>
                  <a:lnTo>
                    <a:pt x="4079980" y="160379"/>
                  </a:lnTo>
                  <a:lnTo>
                    <a:pt x="4009635" y="150407"/>
                  </a:lnTo>
                  <a:lnTo>
                    <a:pt x="3939291" y="139701"/>
                  </a:lnTo>
                  <a:lnTo>
                    <a:pt x="3868946" y="128208"/>
                  </a:lnTo>
                  <a:lnTo>
                    <a:pt x="3798602" y="115870"/>
                  </a:lnTo>
                  <a:lnTo>
                    <a:pt x="3728257" y="102625"/>
                  </a:lnTo>
                  <a:lnTo>
                    <a:pt x="3657913" y="88406"/>
                  </a:lnTo>
                  <a:lnTo>
                    <a:pt x="3587569" y="73141"/>
                  </a:lnTo>
                  <a:lnTo>
                    <a:pt x="3517224" y="56753"/>
                  </a:lnTo>
                  <a:lnTo>
                    <a:pt x="3446880" y="39161"/>
                  </a:lnTo>
                  <a:lnTo>
                    <a:pt x="3376535" y="20275"/>
                  </a:lnTo>
                  <a:lnTo>
                    <a:pt x="3306191" y="0"/>
                  </a:lnTo>
                  <a:lnTo>
                    <a:pt x="3235846" y="465"/>
                  </a:lnTo>
                  <a:lnTo>
                    <a:pt x="3165502" y="4933"/>
                  </a:lnTo>
                  <a:lnTo>
                    <a:pt x="3095157" y="9334"/>
                  </a:lnTo>
                  <a:lnTo>
                    <a:pt x="3024813" y="13669"/>
                  </a:lnTo>
                  <a:lnTo>
                    <a:pt x="2954468" y="17938"/>
                  </a:lnTo>
                  <a:lnTo>
                    <a:pt x="2884124" y="22142"/>
                  </a:lnTo>
                  <a:lnTo>
                    <a:pt x="2813779" y="26283"/>
                  </a:lnTo>
                  <a:lnTo>
                    <a:pt x="2743435" y="30361"/>
                  </a:lnTo>
                  <a:lnTo>
                    <a:pt x="2673090" y="34377"/>
                  </a:lnTo>
                  <a:lnTo>
                    <a:pt x="2602746" y="38333"/>
                  </a:lnTo>
                  <a:lnTo>
                    <a:pt x="2532401" y="42229"/>
                  </a:lnTo>
                  <a:lnTo>
                    <a:pt x="2462057" y="46066"/>
                  </a:lnTo>
                  <a:lnTo>
                    <a:pt x="2391712" y="49845"/>
                  </a:lnTo>
                  <a:lnTo>
                    <a:pt x="2321368" y="53567"/>
                  </a:lnTo>
                  <a:lnTo>
                    <a:pt x="2251023" y="57232"/>
                  </a:lnTo>
                  <a:lnTo>
                    <a:pt x="2180679" y="60842"/>
                  </a:lnTo>
                  <a:lnTo>
                    <a:pt x="2110334" y="64398"/>
                  </a:lnTo>
                  <a:lnTo>
                    <a:pt x="2039990" y="67900"/>
                  </a:lnTo>
                  <a:lnTo>
                    <a:pt x="1969645" y="71349"/>
                  </a:lnTo>
                  <a:lnTo>
                    <a:pt x="1899301" y="74745"/>
                  </a:lnTo>
                  <a:lnTo>
                    <a:pt x="1828956" y="78091"/>
                  </a:lnTo>
                  <a:lnTo>
                    <a:pt x="1758612" y="81385"/>
                  </a:lnTo>
                  <a:lnTo>
                    <a:pt x="1688267" y="84630"/>
                  </a:lnTo>
                  <a:lnTo>
                    <a:pt x="1617923" y="87826"/>
                  </a:lnTo>
                  <a:lnTo>
                    <a:pt x="1547578" y="90974"/>
                  </a:lnTo>
                  <a:lnTo>
                    <a:pt x="1477234" y="94074"/>
                  </a:lnTo>
                  <a:lnTo>
                    <a:pt x="1406889" y="97127"/>
                  </a:lnTo>
                  <a:lnTo>
                    <a:pt x="1336545" y="100134"/>
                  </a:lnTo>
                  <a:lnTo>
                    <a:pt x="1266200" y="103095"/>
                  </a:lnTo>
                  <a:lnTo>
                    <a:pt x="1195856" y="106012"/>
                  </a:lnTo>
                  <a:lnTo>
                    <a:pt x="1125511" y="108884"/>
                  </a:lnTo>
                  <a:lnTo>
                    <a:pt x="1055167" y="111713"/>
                  </a:lnTo>
                  <a:lnTo>
                    <a:pt x="984822" y="114500"/>
                  </a:lnTo>
                  <a:lnTo>
                    <a:pt x="914478" y="117244"/>
                  </a:lnTo>
                  <a:lnTo>
                    <a:pt x="844133" y="119947"/>
                  </a:lnTo>
                  <a:lnTo>
                    <a:pt x="773789" y="122608"/>
                  </a:lnTo>
                  <a:lnTo>
                    <a:pt x="703444" y="125230"/>
                  </a:lnTo>
                  <a:lnTo>
                    <a:pt x="633100" y="127812"/>
                  </a:lnTo>
                  <a:lnTo>
                    <a:pt x="562755" y="130355"/>
                  </a:lnTo>
                  <a:lnTo>
                    <a:pt x="492411" y="132859"/>
                  </a:lnTo>
                  <a:lnTo>
                    <a:pt x="422066" y="135326"/>
                  </a:lnTo>
                  <a:lnTo>
                    <a:pt x="351722" y="137755"/>
                  </a:lnTo>
                  <a:lnTo>
                    <a:pt x="281377" y="140148"/>
                  </a:lnTo>
                  <a:lnTo>
                    <a:pt x="211033" y="142504"/>
                  </a:lnTo>
                  <a:lnTo>
                    <a:pt x="140688" y="144825"/>
                  </a:lnTo>
                  <a:lnTo>
                    <a:pt x="70344" y="147111"/>
                  </a:lnTo>
                  <a:lnTo>
                    <a:pt x="0" y="14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489752"/>
              <a:ext cx="6964104" cy="1033944"/>
            </a:xfrm>
            <a:custGeom>
              <a:avLst/>
              <a:pathLst>
                <a:path w="6964104" h="1033944">
                  <a:moveTo>
                    <a:pt x="0" y="0"/>
                  </a:moveTo>
                  <a:lnTo>
                    <a:pt x="70344" y="30332"/>
                  </a:lnTo>
                  <a:lnTo>
                    <a:pt x="140688" y="59832"/>
                  </a:lnTo>
                  <a:lnTo>
                    <a:pt x="211033" y="88520"/>
                  </a:lnTo>
                  <a:lnTo>
                    <a:pt x="281377" y="116421"/>
                  </a:lnTo>
                  <a:lnTo>
                    <a:pt x="351722" y="143555"/>
                  </a:lnTo>
                  <a:lnTo>
                    <a:pt x="422066" y="169943"/>
                  </a:lnTo>
                  <a:lnTo>
                    <a:pt x="492411" y="195606"/>
                  </a:lnTo>
                  <a:lnTo>
                    <a:pt x="562755" y="220564"/>
                  </a:lnTo>
                  <a:lnTo>
                    <a:pt x="633100" y="244837"/>
                  </a:lnTo>
                  <a:lnTo>
                    <a:pt x="703444" y="268442"/>
                  </a:lnTo>
                  <a:lnTo>
                    <a:pt x="773789" y="291399"/>
                  </a:lnTo>
                  <a:lnTo>
                    <a:pt x="844133" y="313725"/>
                  </a:lnTo>
                  <a:lnTo>
                    <a:pt x="914478" y="335437"/>
                  </a:lnTo>
                  <a:lnTo>
                    <a:pt x="984822" y="356553"/>
                  </a:lnTo>
                  <a:lnTo>
                    <a:pt x="1055167" y="377089"/>
                  </a:lnTo>
                  <a:lnTo>
                    <a:pt x="1125511" y="397061"/>
                  </a:lnTo>
                  <a:lnTo>
                    <a:pt x="1195856" y="416483"/>
                  </a:lnTo>
                  <a:lnTo>
                    <a:pt x="1266200" y="435372"/>
                  </a:lnTo>
                  <a:lnTo>
                    <a:pt x="1336545" y="453742"/>
                  </a:lnTo>
                  <a:lnTo>
                    <a:pt x="1406889" y="471608"/>
                  </a:lnTo>
                  <a:lnTo>
                    <a:pt x="1477234" y="488982"/>
                  </a:lnTo>
                  <a:lnTo>
                    <a:pt x="1547578" y="505879"/>
                  </a:lnTo>
                  <a:lnTo>
                    <a:pt x="1617923" y="522312"/>
                  </a:lnTo>
                  <a:lnTo>
                    <a:pt x="1688267" y="538293"/>
                  </a:lnTo>
                  <a:lnTo>
                    <a:pt x="1758612" y="553835"/>
                  </a:lnTo>
                  <a:lnTo>
                    <a:pt x="1828956" y="568950"/>
                  </a:lnTo>
                  <a:lnTo>
                    <a:pt x="1899301" y="583650"/>
                  </a:lnTo>
                  <a:lnTo>
                    <a:pt x="1969645" y="597946"/>
                  </a:lnTo>
                  <a:lnTo>
                    <a:pt x="2039990" y="611849"/>
                  </a:lnTo>
                  <a:lnTo>
                    <a:pt x="2110334" y="625370"/>
                  </a:lnTo>
                  <a:lnTo>
                    <a:pt x="2180679" y="638519"/>
                  </a:lnTo>
                  <a:lnTo>
                    <a:pt x="2251023" y="651307"/>
                  </a:lnTo>
                  <a:lnTo>
                    <a:pt x="2321368" y="663744"/>
                  </a:lnTo>
                  <a:lnTo>
                    <a:pt x="2391712" y="675839"/>
                  </a:lnTo>
                  <a:lnTo>
                    <a:pt x="2462057" y="687602"/>
                  </a:lnTo>
                  <a:lnTo>
                    <a:pt x="2532401" y="699042"/>
                  </a:lnTo>
                  <a:lnTo>
                    <a:pt x="2602746" y="710167"/>
                  </a:lnTo>
                  <a:lnTo>
                    <a:pt x="2673090" y="720986"/>
                  </a:lnTo>
                  <a:lnTo>
                    <a:pt x="2743435" y="731509"/>
                  </a:lnTo>
                  <a:lnTo>
                    <a:pt x="2813779" y="741742"/>
                  </a:lnTo>
                  <a:lnTo>
                    <a:pt x="2884124" y="751694"/>
                  </a:lnTo>
                  <a:lnTo>
                    <a:pt x="2954468" y="761372"/>
                  </a:lnTo>
                  <a:lnTo>
                    <a:pt x="3024813" y="770785"/>
                  </a:lnTo>
                  <a:lnTo>
                    <a:pt x="3095157" y="779939"/>
                  </a:lnTo>
                  <a:lnTo>
                    <a:pt x="3165502" y="788841"/>
                  </a:lnTo>
                  <a:lnTo>
                    <a:pt x="3235846" y="797499"/>
                  </a:lnTo>
                  <a:lnTo>
                    <a:pt x="3306191" y="805919"/>
                  </a:lnTo>
                  <a:lnTo>
                    <a:pt x="3376535" y="814107"/>
                  </a:lnTo>
                  <a:lnTo>
                    <a:pt x="3446880" y="822071"/>
                  </a:lnTo>
                  <a:lnTo>
                    <a:pt x="3517224" y="829816"/>
                  </a:lnTo>
                  <a:lnTo>
                    <a:pt x="3587569" y="837348"/>
                  </a:lnTo>
                  <a:lnTo>
                    <a:pt x="3657913" y="844672"/>
                  </a:lnTo>
                  <a:lnTo>
                    <a:pt x="3728257" y="851796"/>
                  </a:lnTo>
                  <a:lnTo>
                    <a:pt x="3798602" y="858724"/>
                  </a:lnTo>
                  <a:lnTo>
                    <a:pt x="3868946" y="865462"/>
                  </a:lnTo>
                  <a:lnTo>
                    <a:pt x="3939291" y="872014"/>
                  </a:lnTo>
                  <a:lnTo>
                    <a:pt x="4009635" y="878387"/>
                  </a:lnTo>
                  <a:lnTo>
                    <a:pt x="4079980" y="884584"/>
                  </a:lnTo>
                  <a:lnTo>
                    <a:pt x="4150324" y="890611"/>
                  </a:lnTo>
                  <a:lnTo>
                    <a:pt x="4220669" y="896473"/>
                  </a:lnTo>
                  <a:lnTo>
                    <a:pt x="4291013" y="902173"/>
                  </a:lnTo>
                  <a:lnTo>
                    <a:pt x="4361358" y="907717"/>
                  </a:lnTo>
                  <a:lnTo>
                    <a:pt x="4431702" y="913108"/>
                  </a:lnTo>
                  <a:lnTo>
                    <a:pt x="4502047" y="918352"/>
                  </a:lnTo>
                  <a:lnTo>
                    <a:pt x="4572391" y="923451"/>
                  </a:lnTo>
                  <a:lnTo>
                    <a:pt x="4642736" y="928410"/>
                  </a:lnTo>
                  <a:lnTo>
                    <a:pt x="4713080" y="933233"/>
                  </a:lnTo>
                  <a:lnTo>
                    <a:pt x="4783425" y="937923"/>
                  </a:lnTo>
                  <a:lnTo>
                    <a:pt x="4853769" y="942485"/>
                  </a:lnTo>
                  <a:lnTo>
                    <a:pt x="4924114" y="946921"/>
                  </a:lnTo>
                  <a:lnTo>
                    <a:pt x="4994458" y="951235"/>
                  </a:lnTo>
                  <a:lnTo>
                    <a:pt x="5064803" y="955431"/>
                  </a:lnTo>
                  <a:lnTo>
                    <a:pt x="5135147" y="959511"/>
                  </a:lnTo>
                  <a:lnTo>
                    <a:pt x="5205492" y="963479"/>
                  </a:lnTo>
                  <a:lnTo>
                    <a:pt x="5275836" y="967339"/>
                  </a:lnTo>
                  <a:lnTo>
                    <a:pt x="5346181" y="971092"/>
                  </a:lnTo>
                  <a:lnTo>
                    <a:pt x="5416525" y="974742"/>
                  </a:lnTo>
                  <a:lnTo>
                    <a:pt x="5486870" y="978292"/>
                  </a:lnTo>
                  <a:lnTo>
                    <a:pt x="5557214" y="981744"/>
                  </a:lnTo>
                  <a:lnTo>
                    <a:pt x="5627559" y="985101"/>
                  </a:lnTo>
                  <a:lnTo>
                    <a:pt x="5697903" y="988367"/>
                  </a:lnTo>
                  <a:lnTo>
                    <a:pt x="5768248" y="991542"/>
                  </a:lnTo>
                  <a:lnTo>
                    <a:pt x="5838592" y="994630"/>
                  </a:lnTo>
                  <a:lnTo>
                    <a:pt x="5908937" y="997633"/>
                  </a:lnTo>
                  <a:lnTo>
                    <a:pt x="5979281" y="1000554"/>
                  </a:lnTo>
                  <a:lnTo>
                    <a:pt x="6049626" y="1003395"/>
                  </a:lnTo>
                  <a:lnTo>
                    <a:pt x="6119970" y="1006157"/>
                  </a:lnTo>
                  <a:lnTo>
                    <a:pt x="6190315" y="1008844"/>
                  </a:lnTo>
                  <a:lnTo>
                    <a:pt x="6260659" y="1011457"/>
                  </a:lnTo>
                  <a:lnTo>
                    <a:pt x="6331004" y="1013998"/>
                  </a:lnTo>
                  <a:lnTo>
                    <a:pt x="6401348" y="1016469"/>
                  </a:lnTo>
                  <a:lnTo>
                    <a:pt x="6471693" y="1018872"/>
                  </a:lnTo>
                  <a:lnTo>
                    <a:pt x="6542037" y="1021209"/>
                  </a:lnTo>
                  <a:lnTo>
                    <a:pt x="6612382" y="1023482"/>
                  </a:lnTo>
                  <a:lnTo>
                    <a:pt x="6682726" y="1025693"/>
                  </a:lnTo>
                  <a:lnTo>
                    <a:pt x="6753071" y="1027843"/>
                  </a:lnTo>
                  <a:lnTo>
                    <a:pt x="6823415" y="1029933"/>
                  </a:lnTo>
                  <a:lnTo>
                    <a:pt x="6893760" y="1031967"/>
                  </a:lnTo>
                  <a:lnTo>
                    <a:pt x="6964104" y="1033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2026-07-22T07:57:25Z</dcterms:modified>
  <cp:category/>
</cp:coreProperties>
</file>