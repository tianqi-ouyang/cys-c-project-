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3262"/>
            </a:xfrm>
            <a:custGeom>
              <a:avLst/>
              <a:pathLst>
                <a:path w="7403783" h="3463262">
                  <a:moveTo>
                    <a:pt x="1857564" y="0"/>
                  </a:moveTo>
                  <a:lnTo>
                    <a:pt x="1886239" y="93294"/>
                  </a:lnTo>
                  <a:lnTo>
                    <a:pt x="1962872" y="325541"/>
                  </a:lnTo>
                  <a:lnTo>
                    <a:pt x="2039504" y="541879"/>
                  </a:lnTo>
                  <a:lnTo>
                    <a:pt x="2116137" y="743398"/>
                  </a:lnTo>
                  <a:lnTo>
                    <a:pt x="2192769" y="931112"/>
                  </a:lnTo>
                  <a:lnTo>
                    <a:pt x="2269402" y="1105968"/>
                  </a:lnTo>
                  <a:lnTo>
                    <a:pt x="2346034" y="1268847"/>
                  </a:lnTo>
                  <a:lnTo>
                    <a:pt x="2422667" y="1420568"/>
                  </a:lnTo>
                  <a:lnTo>
                    <a:pt x="2499300" y="1561896"/>
                  </a:lnTo>
                  <a:lnTo>
                    <a:pt x="2575932" y="1693543"/>
                  </a:lnTo>
                  <a:lnTo>
                    <a:pt x="2652565" y="1816172"/>
                  </a:lnTo>
                  <a:lnTo>
                    <a:pt x="2729197" y="1930402"/>
                  </a:lnTo>
                  <a:lnTo>
                    <a:pt x="2805830" y="2036806"/>
                  </a:lnTo>
                  <a:lnTo>
                    <a:pt x="2882462" y="2135922"/>
                  </a:lnTo>
                  <a:lnTo>
                    <a:pt x="2959095" y="2228248"/>
                  </a:lnTo>
                  <a:lnTo>
                    <a:pt x="3035727" y="2314250"/>
                  </a:lnTo>
                  <a:lnTo>
                    <a:pt x="3112360" y="2394361"/>
                  </a:lnTo>
                  <a:lnTo>
                    <a:pt x="3188993" y="2468984"/>
                  </a:lnTo>
                  <a:lnTo>
                    <a:pt x="3265625" y="2538496"/>
                  </a:lnTo>
                  <a:lnTo>
                    <a:pt x="3342258" y="2603245"/>
                  </a:lnTo>
                  <a:lnTo>
                    <a:pt x="3418890" y="2652277"/>
                  </a:lnTo>
                  <a:lnTo>
                    <a:pt x="3495523" y="2639512"/>
                  </a:lnTo>
                  <a:lnTo>
                    <a:pt x="3572155" y="2626550"/>
                  </a:lnTo>
                  <a:lnTo>
                    <a:pt x="3648788" y="2613390"/>
                  </a:lnTo>
                  <a:lnTo>
                    <a:pt x="3725420" y="2600027"/>
                  </a:lnTo>
                  <a:lnTo>
                    <a:pt x="3802053" y="2586460"/>
                  </a:lnTo>
                  <a:lnTo>
                    <a:pt x="3878685" y="2572684"/>
                  </a:lnTo>
                  <a:lnTo>
                    <a:pt x="3955318" y="2558696"/>
                  </a:lnTo>
                  <a:lnTo>
                    <a:pt x="4031951" y="2544494"/>
                  </a:lnTo>
                  <a:lnTo>
                    <a:pt x="4108583" y="2530074"/>
                  </a:lnTo>
                  <a:lnTo>
                    <a:pt x="4185216" y="2515432"/>
                  </a:lnTo>
                  <a:lnTo>
                    <a:pt x="4261848" y="2500565"/>
                  </a:lnTo>
                  <a:lnTo>
                    <a:pt x="4338481" y="2485471"/>
                  </a:lnTo>
                  <a:lnTo>
                    <a:pt x="4415113" y="2470144"/>
                  </a:lnTo>
                  <a:lnTo>
                    <a:pt x="4491746" y="2454583"/>
                  </a:lnTo>
                  <a:lnTo>
                    <a:pt x="4568378" y="2438782"/>
                  </a:lnTo>
                  <a:lnTo>
                    <a:pt x="4645011" y="2422739"/>
                  </a:lnTo>
                  <a:lnTo>
                    <a:pt x="4721644" y="2406449"/>
                  </a:lnTo>
                  <a:lnTo>
                    <a:pt x="4798276" y="2389909"/>
                  </a:lnTo>
                  <a:lnTo>
                    <a:pt x="4874909" y="2373116"/>
                  </a:lnTo>
                  <a:lnTo>
                    <a:pt x="4951541" y="2356064"/>
                  </a:lnTo>
                  <a:lnTo>
                    <a:pt x="5028174" y="2338751"/>
                  </a:lnTo>
                  <a:lnTo>
                    <a:pt x="5104806" y="2321172"/>
                  </a:lnTo>
                  <a:lnTo>
                    <a:pt x="5181439" y="2303323"/>
                  </a:lnTo>
                  <a:lnTo>
                    <a:pt x="5258071" y="2285200"/>
                  </a:lnTo>
                  <a:lnTo>
                    <a:pt x="5334704" y="2266799"/>
                  </a:lnTo>
                  <a:lnTo>
                    <a:pt x="5411336" y="2248115"/>
                  </a:lnTo>
                  <a:lnTo>
                    <a:pt x="5487969" y="2229145"/>
                  </a:lnTo>
                  <a:lnTo>
                    <a:pt x="5564602" y="2209883"/>
                  </a:lnTo>
                  <a:lnTo>
                    <a:pt x="5641234" y="2190325"/>
                  </a:lnTo>
                  <a:lnTo>
                    <a:pt x="5717867" y="2170467"/>
                  </a:lnTo>
                  <a:lnTo>
                    <a:pt x="5794499" y="2150305"/>
                  </a:lnTo>
                  <a:lnTo>
                    <a:pt x="5871132" y="2129833"/>
                  </a:lnTo>
                  <a:lnTo>
                    <a:pt x="5947764" y="2109046"/>
                  </a:lnTo>
                  <a:lnTo>
                    <a:pt x="6024397" y="2087940"/>
                  </a:lnTo>
                  <a:lnTo>
                    <a:pt x="6101029" y="2066511"/>
                  </a:lnTo>
                  <a:lnTo>
                    <a:pt x="6177662" y="2044752"/>
                  </a:lnTo>
                  <a:lnTo>
                    <a:pt x="6254294" y="2022659"/>
                  </a:lnTo>
                  <a:lnTo>
                    <a:pt x="6330927" y="2000227"/>
                  </a:lnTo>
                  <a:lnTo>
                    <a:pt x="6407560" y="1977451"/>
                  </a:lnTo>
                  <a:lnTo>
                    <a:pt x="6484192" y="1954325"/>
                  </a:lnTo>
                  <a:lnTo>
                    <a:pt x="6560825" y="1930844"/>
                  </a:lnTo>
                  <a:lnTo>
                    <a:pt x="6637457" y="1907002"/>
                  </a:lnTo>
                  <a:lnTo>
                    <a:pt x="6714090" y="1882794"/>
                  </a:lnTo>
                  <a:lnTo>
                    <a:pt x="6790722" y="1858215"/>
                  </a:lnTo>
                  <a:lnTo>
                    <a:pt x="6867355" y="1833258"/>
                  </a:lnTo>
                  <a:lnTo>
                    <a:pt x="6943987" y="1807918"/>
                  </a:lnTo>
                  <a:lnTo>
                    <a:pt x="7020620" y="1782190"/>
                  </a:lnTo>
                  <a:lnTo>
                    <a:pt x="7097253" y="1756066"/>
                  </a:lnTo>
                  <a:lnTo>
                    <a:pt x="7173885" y="1729541"/>
                  </a:lnTo>
                  <a:lnTo>
                    <a:pt x="7250518" y="1702609"/>
                  </a:lnTo>
                  <a:lnTo>
                    <a:pt x="7327150" y="1675263"/>
                  </a:lnTo>
                  <a:lnTo>
                    <a:pt x="7403783" y="1647497"/>
                  </a:lnTo>
                  <a:lnTo>
                    <a:pt x="7403783" y="3463262"/>
                  </a:lnTo>
                  <a:lnTo>
                    <a:pt x="7327150" y="3461756"/>
                  </a:lnTo>
                  <a:lnTo>
                    <a:pt x="7250518" y="3460139"/>
                  </a:lnTo>
                  <a:lnTo>
                    <a:pt x="7173885" y="3458403"/>
                  </a:lnTo>
                  <a:lnTo>
                    <a:pt x="7097253" y="3456539"/>
                  </a:lnTo>
                  <a:lnTo>
                    <a:pt x="7020620" y="3454538"/>
                  </a:lnTo>
                  <a:lnTo>
                    <a:pt x="6943987" y="3452391"/>
                  </a:lnTo>
                  <a:lnTo>
                    <a:pt x="6867355" y="3450085"/>
                  </a:lnTo>
                  <a:lnTo>
                    <a:pt x="6790722" y="3447609"/>
                  </a:lnTo>
                  <a:lnTo>
                    <a:pt x="6714090" y="3444952"/>
                  </a:lnTo>
                  <a:lnTo>
                    <a:pt x="6637457" y="3442099"/>
                  </a:lnTo>
                  <a:lnTo>
                    <a:pt x="6560825" y="3439036"/>
                  </a:lnTo>
                  <a:lnTo>
                    <a:pt x="6484192" y="3435748"/>
                  </a:lnTo>
                  <a:lnTo>
                    <a:pt x="6407560" y="3432219"/>
                  </a:lnTo>
                  <a:lnTo>
                    <a:pt x="6330927" y="3428430"/>
                  </a:lnTo>
                  <a:lnTo>
                    <a:pt x="6254294" y="3424362"/>
                  </a:lnTo>
                  <a:lnTo>
                    <a:pt x="6177662" y="3419995"/>
                  </a:lnTo>
                  <a:lnTo>
                    <a:pt x="6101029" y="3415307"/>
                  </a:lnTo>
                  <a:lnTo>
                    <a:pt x="6024397" y="3410274"/>
                  </a:lnTo>
                  <a:lnTo>
                    <a:pt x="5947764" y="3404871"/>
                  </a:lnTo>
                  <a:lnTo>
                    <a:pt x="5871132" y="3399070"/>
                  </a:lnTo>
                  <a:lnTo>
                    <a:pt x="5794499" y="3392843"/>
                  </a:lnTo>
                  <a:lnTo>
                    <a:pt x="5717867" y="3386159"/>
                  </a:lnTo>
                  <a:lnTo>
                    <a:pt x="5641234" y="3378982"/>
                  </a:lnTo>
                  <a:lnTo>
                    <a:pt x="5564602" y="3371278"/>
                  </a:lnTo>
                  <a:lnTo>
                    <a:pt x="5487969" y="3363008"/>
                  </a:lnTo>
                  <a:lnTo>
                    <a:pt x="5411336" y="3354129"/>
                  </a:lnTo>
                  <a:lnTo>
                    <a:pt x="5334704" y="3344597"/>
                  </a:lnTo>
                  <a:lnTo>
                    <a:pt x="5258071" y="3334364"/>
                  </a:lnTo>
                  <a:lnTo>
                    <a:pt x="5181439" y="3323379"/>
                  </a:lnTo>
                  <a:lnTo>
                    <a:pt x="5104806" y="3311586"/>
                  </a:lnTo>
                  <a:lnTo>
                    <a:pt x="5028174" y="3298926"/>
                  </a:lnTo>
                  <a:lnTo>
                    <a:pt x="4951541" y="3285335"/>
                  </a:lnTo>
                  <a:lnTo>
                    <a:pt x="4874909" y="3270744"/>
                  </a:lnTo>
                  <a:lnTo>
                    <a:pt x="4798276" y="3255080"/>
                  </a:lnTo>
                  <a:lnTo>
                    <a:pt x="4721644" y="3238265"/>
                  </a:lnTo>
                  <a:lnTo>
                    <a:pt x="4645011" y="3220212"/>
                  </a:lnTo>
                  <a:lnTo>
                    <a:pt x="4568378" y="3200833"/>
                  </a:lnTo>
                  <a:lnTo>
                    <a:pt x="4491746" y="3180028"/>
                  </a:lnTo>
                  <a:lnTo>
                    <a:pt x="4415113" y="3157693"/>
                  </a:lnTo>
                  <a:lnTo>
                    <a:pt x="4338481" y="3133716"/>
                  </a:lnTo>
                  <a:lnTo>
                    <a:pt x="4261848" y="3107976"/>
                  </a:lnTo>
                  <a:lnTo>
                    <a:pt x="4185216" y="3080343"/>
                  </a:lnTo>
                  <a:lnTo>
                    <a:pt x="4108583" y="3050677"/>
                  </a:lnTo>
                  <a:lnTo>
                    <a:pt x="4031951" y="3018830"/>
                  </a:lnTo>
                  <a:lnTo>
                    <a:pt x="3955318" y="2984641"/>
                  </a:lnTo>
                  <a:lnTo>
                    <a:pt x="3878685" y="2947939"/>
                  </a:lnTo>
                  <a:lnTo>
                    <a:pt x="3802053" y="2908537"/>
                  </a:lnTo>
                  <a:lnTo>
                    <a:pt x="3725420" y="2866237"/>
                  </a:lnTo>
                  <a:lnTo>
                    <a:pt x="3648788" y="2820827"/>
                  </a:lnTo>
                  <a:lnTo>
                    <a:pt x="3572155" y="2772077"/>
                  </a:lnTo>
                  <a:lnTo>
                    <a:pt x="3495523" y="2719743"/>
                  </a:lnTo>
                  <a:lnTo>
                    <a:pt x="3418890" y="2663560"/>
                  </a:lnTo>
                  <a:lnTo>
                    <a:pt x="3342258" y="2664850"/>
                  </a:lnTo>
                  <a:lnTo>
                    <a:pt x="3265625" y="2677232"/>
                  </a:lnTo>
                  <a:lnTo>
                    <a:pt x="3188993" y="2689427"/>
                  </a:lnTo>
                  <a:lnTo>
                    <a:pt x="3112360" y="2701438"/>
                  </a:lnTo>
                  <a:lnTo>
                    <a:pt x="3035727" y="2713267"/>
                  </a:lnTo>
                  <a:lnTo>
                    <a:pt x="2959095" y="2724917"/>
                  </a:lnTo>
                  <a:lnTo>
                    <a:pt x="2882462" y="2736391"/>
                  </a:lnTo>
                  <a:lnTo>
                    <a:pt x="2805830" y="2747692"/>
                  </a:lnTo>
                  <a:lnTo>
                    <a:pt x="2729197" y="2758822"/>
                  </a:lnTo>
                  <a:lnTo>
                    <a:pt x="2652565" y="2769783"/>
                  </a:lnTo>
                  <a:lnTo>
                    <a:pt x="2575932" y="2780579"/>
                  </a:lnTo>
                  <a:lnTo>
                    <a:pt x="2499300" y="2791211"/>
                  </a:lnTo>
                  <a:lnTo>
                    <a:pt x="2422667" y="2801683"/>
                  </a:lnTo>
                  <a:lnTo>
                    <a:pt x="2346034" y="2811996"/>
                  </a:lnTo>
                  <a:lnTo>
                    <a:pt x="2269402" y="2822154"/>
                  </a:lnTo>
                  <a:lnTo>
                    <a:pt x="2192769" y="2832157"/>
                  </a:lnTo>
                  <a:lnTo>
                    <a:pt x="2116137" y="2842010"/>
                  </a:lnTo>
                  <a:lnTo>
                    <a:pt x="2039504" y="2851714"/>
                  </a:lnTo>
                  <a:lnTo>
                    <a:pt x="1962872" y="2861270"/>
                  </a:lnTo>
                  <a:lnTo>
                    <a:pt x="1886239" y="2870683"/>
                  </a:lnTo>
                  <a:lnTo>
                    <a:pt x="1809607" y="2879953"/>
                  </a:lnTo>
                  <a:lnTo>
                    <a:pt x="1732974" y="2889083"/>
                  </a:lnTo>
                  <a:lnTo>
                    <a:pt x="1656342" y="2898074"/>
                  </a:lnTo>
                  <a:lnTo>
                    <a:pt x="1579709" y="2906930"/>
                  </a:lnTo>
                  <a:lnTo>
                    <a:pt x="1503076" y="2915652"/>
                  </a:lnTo>
                  <a:lnTo>
                    <a:pt x="1426444" y="2924242"/>
                  </a:lnTo>
                  <a:lnTo>
                    <a:pt x="1349811" y="2932702"/>
                  </a:lnTo>
                  <a:lnTo>
                    <a:pt x="1273179" y="2941034"/>
                  </a:lnTo>
                  <a:lnTo>
                    <a:pt x="1196546" y="2949241"/>
                  </a:lnTo>
                  <a:lnTo>
                    <a:pt x="1119914" y="2957323"/>
                  </a:lnTo>
                  <a:lnTo>
                    <a:pt x="1043281" y="2965283"/>
                  </a:lnTo>
                  <a:lnTo>
                    <a:pt x="966649" y="2973122"/>
                  </a:lnTo>
                  <a:lnTo>
                    <a:pt x="890016" y="2980843"/>
                  </a:lnTo>
                  <a:lnTo>
                    <a:pt x="813384" y="2988448"/>
                  </a:lnTo>
                  <a:lnTo>
                    <a:pt x="736751" y="2995937"/>
                  </a:lnTo>
                  <a:lnTo>
                    <a:pt x="660118" y="3003313"/>
                  </a:lnTo>
                  <a:lnTo>
                    <a:pt x="583486" y="3010578"/>
                  </a:lnTo>
                  <a:lnTo>
                    <a:pt x="506853" y="3017732"/>
                  </a:lnTo>
                  <a:lnTo>
                    <a:pt x="430221" y="3024779"/>
                  </a:lnTo>
                  <a:lnTo>
                    <a:pt x="353588" y="3031719"/>
                  </a:lnTo>
                  <a:lnTo>
                    <a:pt x="276956" y="3038554"/>
                  </a:lnTo>
                  <a:lnTo>
                    <a:pt x="200323" y="3045285"/>
                  </a:lnTo>
                  <a:lnTo>
                    <a:pt x="123691" y="3051915"/>
                  </a:lnTo>
                  <a:lnTo>
                    <a:pt x="47058" y="3058445"/>
                  </a:lnTo>
                  <a:lnTo>
                    <a:pt x="0" y="30623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75082" y="2073503"/>
              <a:ext cx="5546218" cy="2652277"/>
            </a:xfrm>
            <a:custGeom>
              <a:avLst/>
              <a:pathLst>
                <a:path w="5546218" h="2652277">
                  <a:moveTo>
                    <a:pt x="0" y="0"/>
                  </a:moveTo>
                  <a:lnTo>
                    <a:pt x="28675" y="93294"/>
                  </a:lnTo>
                  <a:lnTo>
                    <a:pt x="105307" y="325541"/>
                  </a:lnTo>
                  <a:lnTo>
                    <a:pt x="181940" y="541879"/>
                  </a:lnTo>
                  <a:lnTo>
                    <a:pt x="258572" y="743398"/>
                  </a:lnTo>
                  <a:lnTo>
                    <a:pt x="335205" y="931112"/>
                  </a:lnTo>
                  <a:lnTo>
                    <a:pt x="411837" y="1105968"/>
                  </a:lnTo>
                  <a:lnTo>
                    <a:pt x="488470" y="1268847"/>
                  </a:lnTo>
                  <a:lnTo>
                    <a:pt x="565102" y="1420568"/>
                  </a:lnTo>
                  <a:lnTo>
                    <a:pt x="641735" y="1561896"/>
                  </a:lnTo>
                  <a:lnTo>
                    <a:pt x="718368" y="1693543"/>
                  </a:lnTo>
                  <a:lnTo>
                    <a:pt x="795000" y="1816172"/>
                  </a:lnTo>
                  <a:lnTo>
                    <a:pt x="871633" y="1930402"/>
                  </a:lnTo>
                  <a:lnTo>
                    <a:pt x="948265" y="2036806"/>
                  </a:lnTo>
                  <a:lnTo>
                    <a:pt x="1024898" y="2135922"/>
                  </a:lnTo>
                  <a:lnTo>
                    <a:pt x="1101530" y="2228248"/>
                  </a:lnTo>
                  <a:lnTo>
                    <a:pt x="1178163" y="2314250"/>
                  </a:lnTo>
                  <a:lnTo>
                    <a:pt x="1254795" y="2394361"/>
                  </a:lnTo>
                  <a:lnTo>
                    <a:pt x="1331428" y="2468984"/>
                  </a:lnTo>
                  <a:lnTo>
                    <a:pt x="1408060" y="2538496"/>
                  </a:lnTo>
                  <a:lnTo>
                    <a:pt x="1484693" y="2603245"/>
                  </a:lnTo>
                  <a:lnTo>
                    <a:pt x="1561326" y="2652277"/>
                  </a:lnTo>
                  <a:lnTo>
                    <a:pt x="1637958" y="2639512"/>
                  </a:lnTo>
                  <a:lnTo>
                    <a:pt x="1714591" y="2626550"/>
                  </a:lnTo>
                  <a:lnTo>
                    <a:pt x="1791223" y="2613390"/>
                  </a:lnTo>
                  <a:lnTo>
                    <a:pt x="1867856" y="2600027"/>
                  </a:lnTo>
                  <a:lnTo>
                    <a:pt x="1944488" y="2586460"/>
                  </a:lnTo>
                  <a:lnTo>
                    <a:pt x="2021121" y="2572684"/>
                  </a:lnTo>
                  <a:lnTo>
                    <a:pt x="2097753" y="2558696"/>
                  </a:lnTo>
                  <a:lnTo>
                    <a:pt x="2174386" y="2544494"/>
                  </a:lnTo>
                  <a:lnTo>
                    <a:pt x="2251019" y="2530074"/>
                  </a:lnTo>
                  <a:lnTo>
                    <a:pt x="2327651" y="2515432"/>
                  </a:lnTo>
                  <a:lnTo>
                    <a:pt x="2404284" y="2500565"/>
                  </a:lnTo>
                  <a:lnTo>
                    <a:pt x="2480916" y="2485471"/>
                  </a:lnTo>
                  <a:lnTo>
                    <a:pt x="2557549" y="2470144"/>
                  </a:lnTo>
                  <a:lnTo>
                    <a:pt x="2634181" y="2454583"/>
                  </a:lnTo>
                  <a:lnTo>
                    <a:pt x="2710814" y="2438782"/>
                  </a:lnTo>
                  <a:lnTo>
                    <a:pt x="2787446" y="2422739"/>
                  </a:lnTo>
                  <a:lnTo>
                    <a:pt x="2864079" y="2406449"/>
                  </a:lnTo>
                  <a:lnTo>
                    <a:pt x="2940711" y="2389909"/>
                  </a:lnTo>
                  <a:lnTo>
                    <a:pt x="3017344" y="2373116"/>
                  </a:lnTo>
                  <a:lnTo>
                    <a:pt x="3093977" y="2356064"/>
                  </a:lnTo>
                  <a:lnTo>
                    <a:pt x="3170609" y="2338751"/>
                  </a:lnTo>
                  <a:lnTo>
                    <a:pt x="3247242" y="2321172"/>
                  </a:lnTo>
                  <a:lnTo>
                    <a:pt x="3323874" y="2303323"/>
                  </a:lnTo>
                  <a:lnTo>
                    <a:pt x="3400507" y="2285200"/>
                  </a:lnTo>
                  <a:lnTo>
                    <a:pt x="3477139" y="2266799"/>
                  </a:lnTo>
                  <a:lnTo>
                    <a:pt x="3553772" y="2248115"/>
                  </a:lnTo>
                  <a:lnTo>
                    <a:pt x="3630404" y="2229145"/>
                  </a:lnTo>
                  <a:lnTo>
                    <a:pt x="3707037" y="2209883"/>
                  </a:lnTo>
                  <a:lnTo>
                    <a:pt x="3783669" y="2190325"/>
                  </a:lnTo>
                  <a:lnTo>
                    <a:pt x="3860302" y="2170467"/>
                  </a:lnTo>
                  <a:lnTo>
                    <a:pt x="3936935" y="2150305"/>
                  </a:lnTo>
                  <a:lnTo>
                    <a:pt x="4013567" y="2129833"/>
                  </a:lnTo>
                  <a:lnTo>
                    <a:pt x="4090200" y="2109046"/>
                  </a:lnTo>
                  <a:lnTo>
                    <a:pt x="4166832" y="2087940"/>
                  </a:lnTo>
                  <a:lnTo>
                    <a:pt x="4243465" y="2066511"/>
                  </a:lnTo>
                  <a:lnTo>
                    <a:pt x="4320097" y="2044752"/>
                  </a:lnTo>
                  <a:lnTo>
                    <a:pt x="4396730" y="2022659"/>
                  </a:lnTo>
                  <a:lnTo>
                    <a:pt x="4473362" y="2000227"/>
                  </a:lnTo>
                  <a:lnTo>
                    <a:pt x="4549995" y="1977451"/>
                  </a:lnTo>
                  <a:lnTo>
                    <a:pt x="4626628" y="1954325"/>
                  </a:lnTo>
                  <a:lnTo>
                    <a:pt x="4703260" y="1930844"/>
                  </a:lnTo>
                  <a:lnTo>
                    <a:pt x="4779893" y="1907002"/>
                  </a:lnTo>
                  <a:lnTo>
                    <a:pt x="4856525" y="1882794"/>
                  </a:lnTo>
                  <a:lnTo>
                    <a:pt x="4933158" y="1858215"/>
                  </a:lnTo>
                  <a:lnTo>
                    <a:pt x="5009790" y="1833258"/>
                  </a:lnTo>
                  <a:lnTo>
                    <a:pt x="5086423" y="1807918"/>
                  </a:lnTo>
                  <a:lnTo>
                    <a:pt x="5163055" y="1782190"/>
                  </a:lnTo>
                  <a:lnTo>
                    <a:pt x="5239688" y="1756066"/>
                  </a:lnTo>
                  <a:lnTo>
                    <a:pt x="5316320" y="1729541"/>
                  </a:lnTo>
                  <a:lnTo>
                    <a:pt x="5392953" y="1702609"/>
                  </a:lnTo>
                  <a:lnTo>
                    <a:pt x="5469586" y="1675263"/>
                  </a:lnTo>
                  <a:lnTo>
                    <a:pt x="5546218" y="16474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7063"/>
              <a:ext cx="7403783" cy="799702"/>
            </a:xfrm>
            <a:custGeom>
              <a:avLst/>
              <a:pathLst>
                <a:path w="7403783" h="799702">
                  <a:moveTo>
                    <a:pt x="7403783" y="799702"/>
                  </a:moveTo>
                  <a:lnTo>
                    <a:pt x="7327150" y="798196"/>
                  </a:lnTo>
                  <a:lnTo>
                    <a:pt x="7250518" y="796578"/>
                  </a:lnTo>
                  <a:lnTo>
                    <a:pt x="7173885" y="794842"/>
                  </a:lnTo>
                  <a:lnTo>
                    <a:pt x="7097253" y="792979"/>
                  </a:lnTo>
                  <a:lnTo>
                    <a:pt x="7020620" y="790978"/>
                  </a:lnTo>
                  <a:lnTo>
                    <a:pt x="6943987" y="788830"/>
                  </a:lnTo>
                  <a:lnTo>
                    <a:pt x="6867355" y="786524"/>
                  </a:lnTo>
                  <a:lnTo>
                    <a:pt x="6790722" y="784049"/>
                  </a:lnTo>
                  <a:lnTo>
                    <a:pt x="6714090" y="781391"/>
                  </a:lnTo>
                  <a:lnTo>
                    <a:pt x="6637457" y="778539"/>
                  </a:lnTo>
                  <a:lnTo>
                    <a:pt x="6560825" y="775476"/>
                  </a:lnTo>
                  <a:lnTo>
                    <a:pt x="6484192" y="772188"/>
                  </a:lnTo>
                  <a:lnTo>
                    <a:pt x="6407560" y="768658"/>
                  </a:lnTo>
                  <a:lnTo>
                    <a:pt x="6330927" y="764869"/>
                  </a:lnTo>
                  <a:lnTo>
                    <a:pt x="6254294" y="760801"/>
                  </a:lnTo>
                  <a:lnTo>
                    <a:pt x="6177662" y="756434"/>
                  </a:lnTo>
                  <a:lnTo>
                    <a:pt x="6101029" y="751746"/>
                  </a:lnTo>
                  <a:lnTo>
                    <a:pt x="6024397" y="746713"/>
                  </a:lnTo>
                  <a:lnTo>
                    <a:pt x="5947764" y="741310"/>
                  </a:lnTo>
                  <a:lnTo>
                    <a:pt x="5871132" y="735510"/>
                  </a:lnTo>
                  <a:lnTo>
                    <a:pt x="5794499" y="729283"/>
                  </a:lnTo>
                  <a:lnTo>
                    <a:pt x="5717867" y="722598"/>
                  </a:lnTo>
                  <a:lnTo>
                    <a:pt x="5641234" y="715422"/>
                  </a:lnTo>
                  <a:lnTo>
                    <a:pt x="5564602" y="707718"/>
                  </a:lnTo>
                  <a:lnTo>
                    <a:pt x="5487969" y="699447"/>
                  </a:lnTo>
                  <a:lnTo>
                    <a:pt x="5411336" y="690568"/>
                  </a:lnTo>
                  <a:lnTo>
                    <a:pt x="5334704" y="681037"/>
                  </a:lnTo>
                  <a:lnTo>
                    <a:pt x="5258071" y="670804"/>
                  </a:lnTo>
                  <a:lnTo>
                    <a:pt x="5181439" y="659819"/>
                  </a:lnTo>
                  <a:lnTo>
                    <a:pt x="5104806" y="648026"/>
                  </a:lnTo>
                  <a:lnTo>
                    <a:pt x="5028174" y="635365"/>
                  </a:lnTo>
                  <a:lnTo>
                    <a:pt x="4951541" y="621774"/>
                  </a:lnTo>
                  <a:lnTo>
                    <a:pt x="4874909" y="607183"/>
                  </a:lnTo>
                  <a:lnTo>
                    <a:pt x="4798276" y="591520"/>
                  </a:lnTo>
                  <a:lnTo>
                    <a:pt x="4721644" y="574704"/>
                  </a:lnTo>
                  <a:lnTo>
                    <a:pt x="4645011" y="556652"/>
                  </a:lnTo>
                  <a:lnTo>
                    <a:pt x="4568378" y="537272"/>
                  </a:lnTo>
                  <a:lnTo>
                    <a:pt x="4491746" y="516468"/>
                  </a:lnTo>
                  <a:lnTo>
                    <a:pt x="4415113" y="494133"/>
                  </a:lnTo>
                  <a:lnTo>
                    <a:pt x="4338481" y="470156"/>
                  </a:lnTo>
                  <a:lnTo>
                    <a:pt x="4261848" y="444415"/>
                  </a:lnTo>
                  <a:lnTo>
                    <a:pt x="4185216" y="416782"/>
                  </a:lnTo>
                  <a:lnTo>
                    <a:pt x="4108583" y="387117"/>
                  </a:lnTo>
                  <a:lnTo>
                    <a:pt x="4031951" y="355270"/>
                  </a:lnTo>
                  <a:lnTo>
                    <a:pt x="3955318" y="321081"/>
                  </a:lnTo>
                  <a:lnTo>
                    <a:pt x="3878685" y="284378"/>
                  </a:lnTo>
                  <a:lnTo>
                    <a:pt x="3802053" y="244976"/>
                  </a:lnTo>
                  <a:lnTo>
                    <a:pt x="3725420" y="202677"/>
                  </a:lnTo>
                  <a:lnTo>
                    <a:pt x="3648788" y="157266"/>
                  </a:lnTo>
                  <a:lnTo>
                    <a:pt x="3572155" y="108517"/>
                  </a:lnTo>
                  <a:lnTo>
                    <a:pt x="3495523" y="56182"/>
                  </a:lnTo>
                  <a:lnTo>
                    <a:pt x="3418890" y="0"/>
                  </a:lnTo>
                  <a:lnTo>
                    <a:pt x="3342258" y="1289"/>
                  </a:lnTo>
                  <a:lnTo>
                    <a:pt x="3265625" y="13672"/>
                  </a:lnTo>
                  <a:lnTo>
                    <a:pt x="3188993" y="25867"/>
                  </a:lnTo>
                  <a:lnTo>
                    <a:pt x="3112360" y="37877"/>
                  </a:lnTo>
                  <a:lnTo>
                    <a:pt x="3035727" y="49707"/>
                  </a:lnTo>
                  <a:lnTo>
                    <a:pt x="2959095" y="61357"/>
                  </a:lnTo>
                  <a:lnTo>
                    <a:pt x="2882462" y="72831"/>
                  </a:lnTo>
                  <a:lnTo>
                    <a:pt x="2805830" y="84132"/>
                  </a:lnTo>
                  <a:lnTo>
                    <a:pt x="2729197" y="95261"/>
                  </a:lnTo>
                  <a:lnTo>
                    <a:pt x="2652565" y="106223"/>
                  </a:lnTo>
                  <a:lnTo>
                    <a:pt x="2575932" y="117018"/>
                  </a:lnTo>
                  <a:lnTo>
                    <a:pt x="2499300" y="127651"/>
                  </a:lnTo>
                  <a:lnTo>
                    <a:pt x="2422667" y="138123"/>
                  </a:lnTo>
                  <a:lnTo>
                    <a:pt x="2346034" y="148436"/>
                  </a:lnTo>
                  <a:lnTo>
                    <a:pt x="2269402" y="158593"/>
                  </a:lnTo>
                  <a:lnTo>
                    <a:pt x="2192769" y="168597"/>
                  </a:lnTo>
                  <a:lnTo>
                    <a:pt x="2116137" y="178450"/>
                  </a:lnTo>
                  <a:lnTo>
                    <a:pt x="2039504" y="188153"/>
                  </a:lnTo>
                  <a:lnTo>
                    <a:pt x="1962872" y="197710"/>
                  </a:lnTo>
                  <a:lnTo>
                    <a:pt x="1886239" y="207122"/>
                  </a:lnTo>
                  <a:lnTo>
                    <a:pt x="1809607" y="216392"/>
                  </a:lnTo>
                  <a:lnTo>
                    <a:pt x="1732974" y="225522"/>
                  </a:lnTo>
                  <a:lnTo>
                    <a:pt x="1656342" y="234514"/>
                  </a:lnTo>
                  <a:lnTo>
                    <a:pt x="1579709" y="243370"/>
                  </a:lnTo>
                  <a:lnTo>
                    <a:pt x="1503076" y="252092"/>
                  </a:lnTo>
                  <a:lnTo>
                    <a:pt x="1426444" y="260682"/>
                  </a:lnTo>
                  <a:lnTo>
                    <a:pt x="1349811" y="269142"/>
                  </a:lnTo>
                  <a:lnTo>
                    <a:pt x="1273179" y="277474"/>
                  </a:lnTo>
                  <a:lnTo>
                    <a:pt x="1196546" y="285680"/>
                  </a:lnTo>
                  <a:lnTo>
                    <a:pt x="1119914" y="293762"/>
                  </a:lnTo>
                  <a:lnTo>
                    <a:pt x="1043281" y="301722"/>
                  </a:lnTo>
                  <a:lnTo>
                    <a:pt x="966649" y="309562"/>
                  </a:lnTo>
                  <a:lnTo>
                    <a:pt x="890016" y="317283"/>
                  </a:lnTo>
                  <a:lnTo>
                    <a:pt x="813384" y="324887"/>
                  </a:lnTo>
                  <a:lnTo>
                    <a:pt x="736751" y="332377"/>
                  </a:lnTo>
                  <a:lnTo>
                    <a:pt x="660118" y="339753"/>
                  </a:lnTo>
                  <a:lnTo>
                    <a:pt x="583486" y="347017"/>
                  </a:lnTo>
                  <a:lnTo>
                    <a:pt x="506853" y="354172"/>
                  </a:lnTo>
                  <a:lnTo>
                    <a:pt x="430221" y="361218"/>
                  </a:lnTo>
                  <a:lnTo>
                    <a:pt x="353588" y="368158"/>
                  </a:lnTo>
                  <a:lnTo>
                    <a:pt x="276956" y="374993"/>
                  </a:lnTo>
                  <a:lnTo>
                    <a:pt x="200323" y="381725"/>
                  </a:lnTo>
                  <a:lnTo>
                    <a:pt x="123691" y="388355"/>
                  </a:lnTo>
                  <a:lnTo>
                    <a:pt x="47058" y="394884"/>
                  </a:lnTo>
                  <a:lnTo>
                    <a:pt x="0" y="3988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94690"/>
              <a:ext cx="7403783" cy="2668616"/>
            </a:xfrm>
            <a:custGeom>
              <a:avLst/>
              <a:pathLst>
                <a:path w="7403783" h="2668616">
                  <a:moveTo>
                    <a:pt x="0" y="0"/>
                  </a:moveTo>
                  <a:lnTo>
                    <a:pt x="47058" y="48817"/>
                  </a:lnTo>
                  <a:lnTo>
                    <a:pt x="123691" y="126130"/>
                  </a:lnTo>
                  <a:lnTo>
                    <a:pt x="200323" y="201319"/>
                  </a:lnTo>
                  <a:lnTo>
                    <a:pt x="276956" y="274442"/>
                  </a:lnTo>
                  <a:lnTo>
                    <a:pt x="353588" y="345556"/>
                  </a:lnTo>
                  <a:lnTo>
                    <a:pt x="430221" y="414715"/>
                  </a:lnTo>
                  <a:lnTo>
                    <a:pt x="506853" y="481975"/>
                  </a:lnTo>
                  <a:lnTo>
                    <a:pt x="583486" y="547386"/>
                  </a:lnTo>
                  <a:lnTo>
                    <a:pt x="660118" y="611000"/>
                  </a:lnTo>
                  <a:lnTo>
                    <a:pt x="736751" y="672866"/>
                  </a:lnTo>
                  <a:lnTo>
                    <a:pt x="813384" y="733032"/>
                  </a:lnTo>
                  <a:lnTo>
                    <a:pt x="890016" y="791545"/>
                  </a:lnTo>
                  <a:lnTo>
                    <a:pt x="966649" y="848450"/>
                  </a:lnTo>
                  <a:lnTo>
                    <a:pt x="1043281" y="903792"/>
                  </a:lnTo>
                  <a:lnTo>
                    <a:pt x="1119914" y="957613"/>
                  </a:lnTo>
                  <a:lnTo>
                    <a:pt x="1196546" y="1009955"/>
                  </a:lnTo>
                  <a:lnTo>
                    <a:pt x="1273179" y="1060859"/>
                  </a:lnTo>
                  <a:lnTo>
                    <a:pt x="1349811" y="1110364"/>
                  </a:lnTo>
                  <a:lnTo>
                    <a:pt x="1426444" y="1158509"/>
                  </a:lnTo>
                  <a:lnTo>
                    <a:pt x="1503076" y="1205332"/>
                  </a:lnTo>
                  <a:lnTo>
                    <a:pt x="1579709" y="1250867"/>
                  </a:lnTo>
                  <a:lnTo>
                    <a:pt x="1656342" y="1295152"/>
                  </a:lnTo>
                  <a:lnTo>
                    <a:pt x="1732974" y="1338219"/>
                  </a:lnTo>
                  <a:lnTo>
                    <a:pt x="1809607" y="1380104"/>
                  </a:lnTo>
                  <a:lnTo>
                    <a:pt x="1886239" y="1420837"/>
                  </a:lnTo>
                  <a:lnTo>
                    <a:pt x="1962872" y="1460451"/>
                  </a:lnTo>
                  <a:lnTo>
                    <a:pt x="2039504" y="1498977"/>
                  </a:lnTo>
                  <a:lnTo>
                    <a:pt x="2116137" y="1536444"/>
                  </a:lnTo>
                  <a:lnTo>
                    <a:pt x="2192769" y="1572882"/>
                  </a:lnTo>
                  <a:lnTo>
                    <a:pt x="2269402" y="1608318"/>
                  </a:lnTo>
                  <a:lnTo>
                    <a:pt x="2346034" y="1642781"/>
                  </a:lnTo>
                  <a:lnTo>
                    <a:pt x="2422667" y="1676297"/>
                  </a:lnTo>
                  <a:lnTo>
                    <a:pt x="2499300" y="1708892"/>
                  </a:lnTo>
                  <a:lnTo>
                    <a:pt x="2575932" y="1740591"/>
                  </a:lnTo>
                  <a:lnTo>
                    <a:pt x="2652565" y="1771419"/>
                  </a:lnTo>
                  <a:lnTo>
                    <a:pt x="2729197" y="1801400"/>
                  </a:lnTo>
                  <a:lnTo>
                    <a:pt x="2805830" y="1830558"/>
                  </a:lnTo>
                  <a:lnTo>
                    <a:pt x="2882462" y="1858914"/>
                  </a:lnTo>
                  <a:lnTo>
                    <a:pt x="2959095" y="1886491"/>
                  </a:lnTo>
                  <a:lnTo>
                    <a:pt x="3035727" y="1913311"/>
                  </a:lnTo>
                  <a:lnTo>
                    <a:pt x="3112360" y="1939393"/>
                  </a:lnTo>
                  <a:lnTo>
                    <a:pt x="3188993" y="1964759"/>
                  </a:lnTo>
                  <a:lnTo>
                    <a:pt x="3265625" y="1989428"/>
                  </a:lnTo>
                  <a:lnTo>
                    <a:pt x="3342258" y="2013419"/>
                  </a:lnTo>
                  <a:lnTo>
                    <a:pt x="3418890" y="2036751"/>
                  </a:lnTo>
                  <a:lnTo>
                    <a:pt x="3495523" y="2059441"/>
                  </a:lnTo>
                  <a:lnTo>
                    <a:pt x="3572155" y="2081509"/>
                  </a:lnTo>
                  <a:lnTo>
                    <a:pt x="3648788" y="2102970"/>
                  </a:lnTo>
                  <a:lnTo>
                    <a:pt x="3725420" y="2123841"/>
                  </a:lnTo>
                  <a:lnTo>
                    <a:pt x="3802053" y="2144138"/>
                  </a:lnTo>
                  <a:lnTo>
                    <a:pt x="3878685" y="2163879"/>
                  </a:lnTo>
                  <a:lnTo>
                    <a:pt x="3955318" y="2183076"/>
                  </a:lnTo>
                  <a:lnTo>
                    <a:pt x="4031951" y="2201746"/>
                  </a:lnTo>
                  <a:lnTo>
                    <a:pt x="4108583" y="2219903"/>
                  </a:lnTo>
                  <a:lnTo>
                    <a:pt x="4185216" y="2237562"/>
                  </a:lnTo>
                  <a:lnTo>
                    <a:pt x="4261848" y="2254735"/>
                  </a:lnTo>
                  <a:lnTo>
                    <a:pt x="4338481" y="2271436"/>
                  </a:lnTo>
                  <a:lnTo>
                    <a:pt x="4415113" y="2287678"/>
                  </a:lnTo>
                  <a:lnTo>
                    <a:pt x="4491746" y="2303474"/>
                  </a:lnTo>
                  <a:lnTo>
                    <a:pt x="4568378" y="2318836"/>
                  </a:lnTo>
                  <a:lnTo>
                    <a:pt x="4645011" y="2333776"/>
                  </a:lnTo>
                  <a:lnTo>
                    <a:pt x="4721644" y="2348305"/>
                  </a:lnTo>
                  <a:lnTo>
                    <a:pt x="4798276" y="2362436"/>
                  </a:lnTo>
                  <a:lnTo>
                    <a:pt x="4874909" y="2376177"/>
                  </a:lnTo>
                  <a:lnTo>
                    <a:pt x="4951541" y="2389542"/>
                  </a:lnTo>
                  <a:lnTo>
                    <a:pt x="5028174" y="2402539"/>
                  </a:lnTo>
                  <a:lnTo>
                    <a:pt x="5104806" y="2415179"/>
                  </a:lnTo>
                  <a:lnTo>
                    <a:pt x="5181439" y="2427471"/>
                  </a:lnTo>
                  <a:lnTo>
                    <a:pt x="5258071" y="2439426"/>
                  </a:lnTo>
                  <a:lnTo>
                    <a:pt x="5334704" y="2451053"/>
                  </a:lnTo>
                  <a:lnTo>
                    <a:pt x="5411336" y="2462360"/>
                  </a:lnTo>
                  <a:lnTo>
                    <a:pt x="5487969" y="2473356"/>
                  </a:lnTo>
                  <a:lnTo>
                    <a:pt x="5564602" y="2484050"/>
                  </a:lnTo>
                  <a:lnTo>
                    <a:pt x="5641234" y="2494450"/>
                  </a:lnTo>
                  <a:lnTo>
                    <a:pt x="5717867" y="2504565"/>
                  </a:lnTo>
                  <a:lnTo>
                    <a:pt x="5794499" y="2514402"/>
                  </a:lnTo>
                  <a:lnTo>
                    <a:pt x="5871132" y="2523968"/>
                  </a:lnTo>
                  <a:lnTo>
                    <a:pt x="5947764" y="2533271"/>
                  </a:lnTo>
                  <a:lnTo>
                    <a:pt x="6024397" y="2542319"/>
                  </a:lnTo>
                  <a:lnTo>
                    <a:pt x="6101029" y="2551118"/>
                  </a:lnTo>
                  <a:lnTo>
                    <a:pt x="6177662" y="2559676"/>
                  </a:lnTo>
                  <a:lnTo>
                    <a:pt x="6254294" y="2567998"/>
                  </a:lnTo>
                  <a:lnTo>
                    <a:pt x="6330927" y="2576092"/>
                  </a:lnTo>
                  <a:lnTo>
                    <a:pt x="6407560" y="2583963"/>
                  </a:lnTo>
                  <a:lnTo>
                    <a:pt x="6484192" y="2591618"/>
                  </a:lnTo>
                  <a:lnTo>
                    <a:pt x="6560825" y="2599063"/>
                  </a:lnTo>
                  <a:lnTo>
                    <a:pt x="6637457" y="2606303"/>
                  </a:lnTo>
                  <a:lnTo>
                    <a:pt x="6714090" y="2613344"/>
                  </a:lnTo>
                  <a:lnTo>
                    <a:pt x="6790722" y="2620192"/>
                  </a:lnTo>
                  <a:lnTo>
                    <a:pt x="6867355" y="2626851"/>
                  </a:lnTo>
                  <a:lnTo>
                    <a:pt x="6943987" y="2633328"/>
                  </a:lnTo>
                  <a:lnTo>
                    <a:pt x="7020620" y="2639626"/>
                  </a:lnTo>
                  <a:lnTo>
                    <a:pt x="7097253" y="2645752"/>
                  </a:lnTo>
                  <a:lnTo>
                    <a:pt x="7173885" y="2651709"/>
                  </a:lnTo>
                  <a:lnTo>
                    <a:pt x="7250518" y="2657503"/>
                  </a:lnTo>
                  <a:lnTo>
                    <a:pt x="7327150" y="2663137"/>
                  </a:lnTo>
                  <a:lnTo>
                    <a:pt x="7403783" y="26686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1.38 (0.84-2.27), p = 0.205  |  per IQR decline (Δ = 0.30): 2.62 (0.59-11.65)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2026-05-28T22:29:57Z</dcterms:modified>
  <cp:category/>
</cp:coreProperties>
</file>