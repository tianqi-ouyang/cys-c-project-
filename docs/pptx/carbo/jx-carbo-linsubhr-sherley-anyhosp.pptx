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3193744"/>
              <a:ext cx="7403783" cy="2120691"/>
            </a:xfrm>
            <a:custGeom>
              <a:avLst/>
              <a:pathLst>
                <a:path w="7403783" h="2120691">
                  <a:moveTo>
                    <a:pt x="0" y="0"/>
                  </a:moveTo>
                  <a:lnTo>
                    <a:pt x="47058" y="34091"/>
                  </a:lnTo>
                  <a:lnTo>
                    <a:pt x="123691" y="88314"/>
                  </a:lnTo>
                  <a:lnTo>
                    <a:pt x="200323" y="141275"/>
                  </a:lnTo>
                  <a:lnTo>
                    <a:pt x="276956" y="193003"/>
                  </a:lnTo>
                  <a:lnTo>
                    <a:pt x="353588" y="243528"/>
                  </a:lnTo>
                  <a:lnTo>
                    <a:pt x="430221" y="292876"/>
                  </a:lnTo>
                  <a:lnTo>
                    <a:pt x="506853" y="341075"/>
                  </a:lnTo>
                  <a:lnTo>
                    <a:pt x="583486" y="388153"/>
                  </a:lnTo>
                  <a:lnTo>
                    <a:pt x="660118" y="434134"/>
                  </a:lnTo>
                  <a:lnTo>
                    <a:pt x="736751" y="479046"/>
                  </a:lnTo>
                  <a:lnTo>
                    <a:pt x="813384" y="522911"/>
                  </a:lnTo>
                  <a:lnTo>
                    <a:pt x="890016" y="565756"/>
                  </a:lnTo>
                  <a:lnTo>
                    <a:pt x="966649" y="607603"/>
                  </a:lnTo>
                  <a:lnTo>
                    <a:pt x="1043281" y="648477"/>
                  </a:lnTo>
                  <a:lnTo>
                    <a:pt x="1119914" y="688399"/>
                  </a:lnTo>
                  <a:lnTo>
                    <a:pt x="1196546" y="727391"/>
                  </a:lnTo>
                  <a:lnTo>
                    <a:pt x="1273179" y="765476"/>
                  </a:lnTo>
                  <a:lnTo>
                    <a:pt x="1349811" y="802675"/>
                  </a:lnTo>
                  <a:lnTo>
                    <a:pt x="1426444" y="839007"/>
                  </a:lnTo>
                  <a:lnTo>
                    <a:pt x="1503076" y="874494"/>
                  </a:lnTo>
                  <a:lnTo>
                    <a:pt x="1579709" y="909155"/>
                  </a:lnTo>
                  <a:lnTo>
                    <a:pt x="1656342" y="943008"/>
                  </a:lnTo>
                  <a:lnTo>
                    <a:pt x="1732974" y="976074"/>
                  </a:lnTo>
                  <a:lnTo>
                    <a:pt x="1809607" y="1008370"/>
                  </a:lnTo>
                  <a:lnTo>
                    <a:pt x="1886239" y="1039915"/>
                  </a:lnTo>
                  <a:lnTo>
                    <a:pt x="1962872" y="1070725"/>
                  </a:lnTo>
                  <a:lnTo>
                    <a:pt x="2039504" y="1100818"/>
                  </a:lnTo>
                  <a:lnTo>
                    <a:pt x="2116137" y="1130210"/>
                  </a:lnTo>
                  <a:lnTo>
                    <a:pt x="2192769" y="1158918"/>
                  </a:lnTo>
                  <a:lnTo>
                    <a:pt x="2269402" y="1186958"/>
                  </a:lnTo>
                  <a:lnTo>
                    <a:pt x="2346034" y="1214346"/>
                  </a:lnTo>
                  <a:lnTo>
                    <a:pt x="2422667" y="1241095"/>
                  </a:lnTo>
                  <a:lnTo>
                    <a:pt x="2499300" y="1267223"/>
                  </a:lnTo>
                  <a:lnTo>
                    <a:pt x="2575932" y="1292741"/>
                  </a:lnTo>
                  <a:lnTo>
                    <a:pt x="2652565" y="1317666"/>
                  </a:lnTo>
                  <a:lnTo>
                    <a:pt x="2729197" y="1342011"/>
                  </a:lnTo>
                  <a:lnTo>
                    <a:pt x="2805830" y="1365789"/>
                  </a:lnTo>
                  <a:lnTo>
                    <a:pt x="2882462" y="1389014"/>
                  </a:lnTo>
                  <a:lnTo>
                    <a:pt x="2959095" y="1411697"/>
                  </a:lnTo>
                  <a:lnTo>
                    <a:pt x="3035727" y="1433853"/>
                  </a:lnTo>
                  <a:lnTo>
                    <a:pt x="3112360" y="1455493"/>
                  </a:lnTo>
                  <a:lnTo>
                    <a:pt x="3188993" y="1476630"/>
                  </a:lnTo>
                  <a:lnTo>
                    <a:pt x="3265625" y="1497274"/>
                  </a:lnTo>
                  <a:lnTo>
                    <a:pt x="3342258" y="1517438"/>
                  </a:lnTo>
                  <a:lnTo>
                    <a:pt x="3418890" y="1534920"/>
                  </a:lnTo>
                  <a:lnTo>
                    <a:pt x="3495523" y="1540442"/>
                  </a:lnTo>
                  <a:lnTo>
                    <a:pt x="3572155" y="1545927"/>
                  </a:lnTo>
                  <a:lnTo>
                    <a:pt x="3648788" y="1551376"/>
                  </a:lnTo>
                  <a:lnTo>
                    <a:pt x="3725420" y="1556788"/>
                  </a:lnTo>
                  <a:lnTo>
                    <a:pt x="3802053" y="1562164"/>
                  </a:lnTo>
                  <a:lnTo>
                    <a:pt x="3878685" y="1567505"/>
                  </a:lnTo>
                  <a:lnTo>
                    <a:pt x="3955318" y="1572809"/>
                  </a:lnTo>
                  <a:lnTo>
                    <a:pt x="4031951" y="1578079"/>
                  </a:lnTo>
                  <a:lnTo>
                    <a:pt x="4108583" y="1583313"/>
                  </a:lnTo>
                  <a:lnTo>
                    <a:pt x="4185216" y="1588513"/>
                  </a:lnTo>
                  <a:lnTo>
                    <a:pt x="4261848" y="1593677"/>
                  </a:lnTo>
                  <a:lnTo>
                    <a:pt x="4338481" y="1598808"/>
                  </a:lnTo>
                  <a:lnTo>
                    <a:pt x="4415113" y="1603904"/>
                  </a:lnTo>
                  <a:lnTo>
                    <a:pt x="4491746" y="1608966"/>
                  </a:lnTo>
                  <a:lnTo>
                    <a:pt x="4568378" y="1613994"/>
                  </a:lnTo>
                  <a:lnTo>
                    <a:pt x="4645011" y="1618989"/>
                  </a:lnTo>
                  <a:lnTo>
                    <a:pt x="4721644" y="1623951"/>
                  </a:lnTo>
                  <a:lnTo>
                    <a:pt x="4798276" y="1628880"/>
                  </a:lnTo>
                  <a:lnTo>
                    <a:pt x="4874909" y="1633775"/>
                  </a:lnTo>
                  <a:lnTo>
                    <a:pt x="4951541" y="1638638"/>
                  </a:lnTo>
                  <a:lnTo>
                    <a:pt x="5028174" y="1643469"/>
                  </a:lnTo>
                  <a:lnTo>
                    <a:pt x="5104806" y="1648268"/>
                  </a:lnTo>
                  <a:lnTo>
                    <a:pt x="5181439" y="1653034"/>
                  </a:lnTo>
                  <a:lnTo>
                    <a:pt x="5258071" y="1657769"/>
                  </a:lnTo>
                  <a:lnTo>
                    <a:pt x="5334704" y="1662472"/>
                  </a:lnTo>
                  <a:lnTo>
                    <a:pt x="5411336" y="1667144"/>
                  </a:lnTo>
                  <a:lnTo>
                    <a:pt x="5487969" y="1671785"/>
                  </a:lnTo>
                  <a:lnTo>
                    <a:pt x="5564602" y="1676394"/>
                  </a:lnTo>
                  <a:lnTo>
                    <a:pt x="5641234" y="1680974"/>
                  </a:lnTo>
                  <a:lnTo>
                    <a:pt x="5717867" y="1685522"/>
                  </a:lnTo>
                  <a:lnTo>
                    <a:pt x="5794499" y="1690040"/>
                  </a:lnTo>
                  <a:lnTo>
                    <a:pt x="5871132" y="1694528"/>
                  </a:lnTo>
                  <a:lnTo>
                    <a:pt x="5947764" y="1698987"/>
                  </a:lnTo>
                  <a:lnTo>
                    <a:pt x="6024397" y="1703415"/>
                  </a:lnTo>
                  <a:lnTo>
                    <a:pt x="6101029" y="1707814"/>
                  </a:lnTo>
                  <a:lnTo>
                    <a:pt x="6177662" y="1712184"/>
                  </a:lnTo>
                  <a:lnTo>
                    <a:pt x="6254294" y="1716524"/>
                  </a:lnTo>
                  <a:lnTo>
                    <a:pt x="6330927" y="1720836"/>
                  </a:lnTo>
                  <a:lnTo>
                    <a:pt x="6407560" y="1725119"/>
                  </a:lnTo>
                  <a:lnTo>
                    <a:pt x="6484192" y="1729373"/>
                  </a:lnTo>
                  <a:lnTo>
                    <a:pt x="6560825" y="1733599"/>
                  </a:lnTo>
                  <a:lnTo>
                    <a:pt x="6637457" y="1737797"/>
                  </a:lnTo>
                  <a:lnTo>
                    <a:pt x="6714090" y="1741967"/>
                  </a:lnTo>
                  <a:lnTo>
                    <a:pt x="6790722" y="1746109"/>
                  </a:lnTo>
                  <a:lnTo>
                    <a:pt x="6867355" y="1750224"/>
                  </a:lnTo>
                  <a:lnTo>
                    <a:pt x="6943987" y="1754311"/>
                  </a:lnTo>
                  <a:lnTo>
                    <a:pt x="7020620" y="1758371"/>
                  </a:lnTo>
                  <a:lnTo>
                    <a:pt x="7097253" y="1762403"/>
                  </a:lnTo>
                  <a:lnTo>
                    <a:pt x="7173885" y="1766409"/>
                  </a:lnTo>
                  <a:lnTo>
                    <a:pt x="7250518" y="1770388"/>
                  </a:lnTo>
                  <a:lnTo>
                    <a:pt x="7327150" y="1774341"/>
                  </a:lnTo>
                  <a:lnTo>
                    <a:pt x="7403783" y="1778268"/>
                  </a:lnTo>
                  <a:lnTo>
                    <a:pt x="7403783" y="2120691"/>
                  </a:lnTo>
                  <a:lnTo>
                    <a:pt x="7327150" y="2114904"/>
                  </a:lnTo>
                  <a:lnTo>
                    <a:pt x="7250518" y="2108979"/>
                  </a:lnTo>
                  <a:lnTo>
                    <a:pt x="7173885" y="2102914"/>
                  </a:lnTo>
                  <a:lnTo>
                    <a:pt x="7097253" y="2096703"/>
                  </a:lnTo>
                  <a:lnTo>
                    <a:pt x="7020620" y="2090344"/>
                  </a:lnTo>
                  <a:lnTo>
                    <a:pt x="6943987" y="2083834"/>
                  </a:lnTo>
                  <a:lnTo>
                    <a:pt x="6867355" y="2077169"/>
                  </a:lnTo>
                  <a:lnTo>
                    <a:pt x="6790722" y="2070345"/>
                  </a:lnTo>
                  <a:lnTo>
                    <a:pt x="6714090" y="2063358"/>
                  </a:lnTo>
                  <a:lnTo>
                    <a:pt x="6637457" y="2056205"/>
                  </a:lnTo>
                  <a:lnTo>
                    <a:pt x="6560825" y="2048881"/>
                  </a:lnTo>
                  <a:lnTo>
                    <a:pt x="6484192" y="2041383"/>
                  </a:lnTo>
                  <a:lnTo>
                    <a:pt x="6407560" y="2033706"/>
                  </a:lnTo>
                  <a:lnTo>
                    <a:pt x="6330927" y="2025846"/>
                  </a:lnTo>
                  <a:lnTo>
                    <a:pt x="6254294" y="2017799"/>
                  </a:lnTo>
                  <a:lnTo>
                    <a:pt x="6177662" y="2009560"/>
                  </a:lnTo>
                  <a:lnTo>
                    <a:pt x="6101029" y="2001125"/>
                  </a:lnTo>
                  <a:lnTo>
                    <a:pt x="6024397" y="1992488"/>
                  </a:lnTo>
                  <a:lnTo>
                    <a:pt x="5947764" y="1983646"/>
                  </a:lnTo>
                  <a:lnTo>
                    <a:pt x="5871132" y="1974593"/>
                  </a:lnTo>
                  <a:lnTo>
                    <a:pt x="5794499" y="1965324"/>
                  </a:lnTo>
                  <a:lnTo>
                    <a:pt x="5717867" y="1955835"/>
                  </a:lnTo>
                  <a:lnTo>
                    <a:pt x="5641234" y="1946119"/>
                  </a:lnTo>
                  <a:lnTo>
                    <a:pt x="5564602" y="1936171"/>
                  </a:lnTo>
                  <a:lnTo>
                    <a:pt x="5487969" y="1925987"/>
                  </a:lnTo>
                  <a:lnTo>
                    <a:pt x="5411336" y="1915560"/>
                  </a:lnTo>
                  <a:lnTo>
                    <a:pt x="5334704" y="1904884"/>
                  </a:lnTo>
                  <a:lnTo>
                    <a:pt x="5258071" y="1893954"/>
                  </a:lnTo>
                  <a:lnTo>
                    <a:pt x="5181439" y="1882764"/>
                  </a:lnTo>
                  <a:lnTo>
                    <a:pt x="5104806" y="1871307"/>
                  </a:lnTo>
                  <a:lnTo>
                    <a:pt x="5028174" y="1859576"/>
                  </a:lnTo>
                  <a:lnTo>
                    <a:pt x="4951541" y="1847566"/>
                  </a:lnTo>
                  <a:lnTo>
                    <a:pt x="4874909" y="1835270"/>
                  </a:lnTo>
                  <a:lnTo>
                    <a:pt x="4798276" y="1822681"/>
                  </a:lnTo>
                  <a:lnTo>
                    <a:pt x="4721644" y="1809792"/>
                  </a:lnTo>
                  <a:lnTo>
                    <a:pt x="4645011" y="1796596"/>
                  </a:lnTo>
                  <a:lnTo>
                    <a:pt x="4568378" y="1783085"/>
                  </a:lnTo>
                  <a:lnTo>
                    <a:pt x="4491746" y="1769252"/>
                  </a:lnTo>
                  <a:lnTo>
                    <a:pt x="4415113" y="1755089"/>
                  </a:lnTo>
                  <a:lnTo>
                    <a:pt x="4338481" y="1740589"/>
                  </a:lnTo>
                  <a:lnTo>
                    <a:pt x="4261848" y="1725744"/>
                  </a:lnTo>
                  <a:lnTo>
                    <a:pt x="4185216" y="1710544"/>
                  </a:lnTo>
                  <a:lnTo>
                    <a:pt x="4108583" y="1694983"/>
                  </a:lnTo>
                  <a:lnTo>
                    <a:pt x="4031951" y="1679050"/>
                  </a:lnTo>
                  <a:lnTo>
                    <a:pt x="3955318" y="1662738"/>
                  </a:lnTo>
                  <a:lnTo>
                    <a:pt x="3878685" y="1646037"/>
                  </a:lnTo>
                  <a:lnTo>
                    <a:pt x="3802053" y="1628938"/>
                  </a:lnTo>
                  <a:lnTo>
                    <a:pt x="3725420" y="1611432"/>
                  </a:lnTo>
                  <a:lnTo>
                    <a:pt x="3648788" y="1593508"/>
                  </a:lnTo>
                  <a:lnTo>
                    <a:pt x="3572155" y="1575157"/>
                  </a:lnTo>
                  <a:lnTo>
                    <a:pt x="3495523" y="1556369"/>
                  </a:lnTo>
                  <a:lnTo>
                    <a:pt x="3418890" y="1537133"/>
                  </a:lnTo>
                  <a:lnTo>
                    <a:pt x="3342258" y="1529361"/>
                  </a:lnTo>
                  <a:lnTo>
                    <a:pt x="3265625" y="1523765"/>
                  </a:lnTo>
                  <a:lnTo>
                    <a:pt x="3188993" y="1518131"/>
                  </a:lnTo>
                  <a:lnTo>
                    <a:pt x="3112360" y="1512460"/>
                  </a:lnTo>
                  <a:lnTo>
                    <a:pt x="3035727" y="1506750"/>
                  </a:lnTo>
                  <a:lnTo>
                    <a:pt x="2959095" y="1501002"/>
                  </a:lnTo>
                  <a:lnTo>
                    <a:pt x="2882462" y="1495216"/>
                  </a:lnTo>
                  <a:lnTo>
                    <a:pt x="2805830" y="1489390"/>
                  </a:lnTo>
                  <a:lnTo>
                    <a:pt x="2729197" y="1483526"/>
                  </a:lnTo>
                  <a:lnTo>
                    <a:pt x="2652565" y="1477622"/>
                  </a:lnTo>
                  <a:lnTo>
                    <a:pt x="2575932" y="1471679"/>
                  </a:lnTo>
                  <a:lnTo>
                    <a:pt x="2499300" y="1465696"/>
                  </a:lnTo>
                  <a:lnTo>
                    <a:pt x="2422667" y="1459672"/>
                  </a:lnTo>
                  <a:lnTo>
                    <a:pt x="2346034" y="1453609"/>
                  </a:lnTo>
                  <a:lnTo>
                    <a:pt x="2269402" y="1447504"/>
                  </a:lnTo>
                  <a:lnTo>
                    <a:pt x="2192769" y="1441359"/>
                  </a:lnTo>
                  <a:lnTo>
                    <a:pt x="2116137" y="1435172"/>
                  </a:lnTo>
                  <a:lnTo>
                    <a:pt x="2039504" y="1428944"/>
                  </a:lnTo>
                  <a:lnTo>
                    <a:pt x="1962872" y="1422674"/>
                  </a:lnTo>
                  <a:lnTo>
                    <a:pt x="1886239" y="1416362"/>
                  </a:lnTo>
                  <a:lnTo>
                    <a:pt x="1809607" y="1410008"/>
                  </a:lnTo>
                  <a:lnTo>
                    <a:pt x="1732974" y="1403611"/>
                  </a:lnTo>
                  <a:lnTo>
                    <a:pt x="1656342" y="1397171"/>
                  </a:lnTo>
                  <a:lnTo>
                    <a:pt x="1579709" y="1390688"/>
                  </a:lnTo>
                  <a:lnTo>
                    <a:pt x="1503076" y="1384161"/>
                  </a:lnTo>
                  <a:lnTo>
                    <a:pt x="1426444" y="1377591"/>
                  </a:lnTo>
                  <a:lnTo>
                    <a:pt x="1349811" y="1370976"/>
                  </a:lnTo>
                  <a:lnTo>
                    <a:pt x="1273179" y="1364317"/>
                  </a:lnTo>
                  <a:lnTo>
                    <a:pt x="1196546" y="1357614"/>
                  </a:lnTo>
                  <a:lnTo>
                    <a:pt x="1119914" y="1350865"/>
                  </a:lnTo>
                  <a:lnTo>
                    <a:pt x="1043281" y="1344072"/>
                  </a:lnTo>
                  <a:lnTo>
                    <a:pt x="966649" y="1337232"/>
                  </a:lnTo>
                  <a:lnTo>
                    <a:pt x="890016" y="1330347"/>
                  </a:lnTo>
                  <a:lnTo>
                    <a:pt x="813384" y="1323416"/>
                  </a:lnTo>
                  <a:lnTo>
                    <a:pt x="736751" y="1316438"/>
                  </a:lnTo>
                  <a:lnTo>
                    <a:pt x="660118" y="1309413"/>
                  </a:lnTo>
                  <a:lnTo>
                    <a:pt x="583486" y="1302341"/>
                  </a:lnTo>
                  <a:lnTo>
                    <a:pt x="506853" y="1295222"/>
                  </a:lnTo>
                  <a:lnTo>
                    <a:pt x="430221" y="1288055"/>
                  </a:lnTo>
                  <a:lnTo>
                    <a:pt x="353588" y="1280839"/>
                  </a:lnTo>
                  <a:lnTo>
                    <a:pt x="276956" y="1273576"/>
                  </a:lnTo>
                  <a:lnTo>
                    <a:pt x="200323" y="1266264"/>
                  </a:lnTo>
                  <a:lnTo>
                    <a:pt x="123691" y="1258902"/>
                  </a:lnTo>
                  <a:lnTo>
                    <a:pt x="47058" y="1251491"/>
                  </a:lnTo>
                  <a:lnTo>
                    <a:pt x="0" y="124691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17517" y="3193744"/>
              <a:ext cx="7403783" cy="1778268"/>
            </a:xfrm>
            <a:custGeom>
              <a:avLst/>
              <a:pathLst>
                <a:path w="7403783" h="1778268">
                  <a:moveTo>
                    <a:pt x="0" y="0"/>
                  </a:moveTo>
                  <a:lnTo>
                    <a:pt x="47058" y="34091"/>
                  </a:lnTo>
                  <a:lnTo>
                    <a:pt x="123691" y="88314"/>
                  </a:lnTo>
                  <a:lnTo>
                    <a:pt x="200323" y="141275"/>
                  </a:lnTo>
                  <a:lnTo>
                    <a:pt x="276956" y="193003"/>
                  </a:lnTo>
                  <a:lnTo>
                    <a:pt x="353588" y="243528"/>
                  </a:lnTo>
                  <a:lnTo>
                    <a:pt x="430221" y="292876"/>
                  </a:lnTo>
                  <a:lnTo>
                    <a:pt x="506853" y="341075"/>
                  </a:lnTo>
                  <a:lnTo>
                    <a:pt x="583486" y="388153"/>
                  </a:lnTo>
                  <a:lnTo>
                    <a:pt x="660118" y="434134"/>
                  </a:lnTo>
                  <a:lnTo>
                    <a:pt x="736751" y="479046"/>
                  </a:lnTo>
                  <a:lnTo>
                    <a:pt x="813384" y="522911"/>
                  </a:lnTo>
                  <a:lnTo>
                    <a:pt x="890016" y="565756"/>
                  </a:lnTo>
                  <a:lnTo>
                    <a:pt x="966649" y="607603"/>
                  </a:lnTo>
                  <a:lnTo>
                    <a:pt x="1043281" y="648477"/>
                  </a:lnTo>
                  <a:lnTo>
                    <a:pt x="1119914" y="688399"/>
                  </a:lnTo>
                  <a:lnTo>
                    <a:pt x="1196546" y="727391"/>
                  </a:lnTo>
                  <a:lnTo>
                    <a:pt x="1273179" y="765476"/>
                  </a:lnTo>
                  <a:lnTo>
                    <a:pt x="1349811" y="802675"/>
                  </a:lnTo>
                  <a:lnTo>
                    <a:pt x="1426444" y="839007"/>
                  </a:lnTo>
                  <a:lnTo>
                    <a:pt x="1503076" y="874494"/>
                  </a:lnTo>
                  <a:lnTo>
                    <a:pt x="1579709" y="909155"/>
                  </a:lnTo>
                  <a:lnTo>
                    <a:pt x="1656342" y="943008"/>
                  </a:lnTo>
                  <a:lnTo>
                    <a:pt x="1732974" y="976074"/>
                  </a:lnTo>
                  <a:lnTo>
                    <a:pt x="1809607" y="1008370"/>
                  </a:lnTo>
                  <a:lnTo>
                    <a:pt x="1886239" y="1039915"/>
                  </a:lnTo>
                  <a:lnTo>
                    <a:pt x="1962872" y="1070725"/>
                  </a:lnTo>
                  <a:lnTo>
                    <a:pt x="2039504" y="1100818"/>
                  </a:lnTo>
                  <a:lnTo>
                    <a:pt x="2116137" y="1130210"/>
                  </a:lnTo>
                  <a:lnTo>
                    <a:pt x="2192769" y="1158918"/>
                  </a:lnTo>
                  <a:lnTo>
                    <a:pt x="2269402" y="1186958"/>
                  </a:lnTo>
                  <a:lnTo>
                    <a:pt x="2346034" y="1214346"/>
                  </a:lnTo>
                  <a:lnTo>
                    <a:pt x="2422667" y="1241095"/>
                  </a:lnTo>
                  <a:lnTo>
                    <a:pt x="2499300" y="1267223"/>
                  </a:lnTo>
                  <a:lnTo>
                    <a:pt x="2575932" y="1292741"/>
                  </a:lnTo>
                  <a:lnTo>
                    <a:pt x="2652565" y="1317666"/>
                  </a:lnTo>
                  <a:lnTo>
                    <a:pt x="2729197" y="1342011"/>
                  </a:lnTo>
                  <a:lnTo>
                    <a:pt x="2805830" y="1365789"/>
                  </a:lnTo>
                  <a:lnTo>
                    <a:pt x="2882462" y="1389014"/>
                  </a:lnTo>
                  <a:lnTo>
                    <a:pt x="2959095" y="1411697"/>
                  </a:lnTo>
                  <a:lnTo>
                    <a:pt x="3035727" y="1433853"/>
                  </a:lnTo>
                  <a:lnTo>
                    <a:pt x="3112360" y="1455493"/>
                  </a:lnTo>
                  <a:lnTo>
                    <a:pt x="3188993" y="1476630"/>
                  </a:lnTo>
                  <a:lnTo>
                    <a:pt x="3265625" y="1497274"/>
                  </a:lnTo>
                  <a:lnTo>
                    <a:pt x="3342258" y="1517438"/>
                  </a:lnTo>
                  <a:lnTo>
                    <a:pt x="3418890" y="1534920"/>
                  </a:lnTo>
                  <a:lnTo>
                    <a:pt x="3495523" y="1540442"/>
                  </a:lnTo>
                  <a:lnTo>
                    <a:pt x="3572155" y="1545927"/>
                  </a:lnTo>
                  <a:lnTo>
                    <a:pt x="3648788" y="1551376"/>
                  </a:lnTo>
                  <a:lnTo>
                    <a:pt x="3725420" y="1556788"/>
                  </a:lnTo>
                  <a:lnTo>
                    <a:pt x="3802053" y="1562164"/>
                  </a:lnTo>
                  <a:lnTo>
                    <a:pt x="3878685" y="1567505"/>
                  </a:lnTo>
                  <a:lnTo>
                    <a:pt x="3955318" y="1572809"/>
                  </a:lnTo>
                  <a:lnTo>
                    <a:pt x="4031951" y="1578079"/>
                  </a:lnTo>
                  <a:lnTo>
                    <a:pt x="4108583" y="1583313"/>
                  </a:lnTo>
                  <a:lnTo>
                    <a:pt x="4185216" y="1588513"/>
                  </a:lnTo>
                  <a:lnTo>
                    <a:pt x="4261848" y="1593677"/>
                  </a:lnTo>
                  <a:lnTo>
                    <a:pt x="4338481" y="1598808"/>
                  </a:lnTo>
                  <a:lnTo>
                    <a:pt x="4415113" y="1603904"/>
                  </a:lnTo>
                  <a:lnTo>
                    <a:pt x="4491746" y="1608966"/>
                  </a:lnTo>
                  <a:lnTo>
                    <a:pt x="4568378" y="1613994"/>
                  </a:lnTo>
                  <a:lnTo>
                    <a:pt x="4645011" y="1618989"/>
                  </a:lnTo>
                  <a:lnTo>
                    <a:pt x="4721644" y="1623951"/>
                  </a:lnTo>
                  <a:lnTo>
                    <a:pt x="4798276" y="1628880"/>
                  </a:lnTo>
                  <a:lnTo>
                    <a:pt x="4874909" y="1633775"/>
                  </a:lnTo>
                  <a:lnTo>
                    <a:pt x="4951541" y="1638638"/>
                  </a:lnTo>
                  <a:lnTo>
                    <a:pt x="5028174" y="1643469"/>
                  </a:lnTo>
                  <a:lnTo>
                    <a:pt x="5104806" y="1648268"/>
                  </a:lnTo>
                  <a:lnTo>
                    <a:pt x="5181439" y="1653034"/>
                  </a:lnTo>
                  <a:lnTo>
                    <a:pt x="5258071" y="1657769"/>
                  </a:lnTo>
                  <a:lnTo>
                    <a:pt x="5334704" y="1662472"/>
                  </a:lnTo>
                  <a:lnTo>
                    <a:pt x="5411336" y="1667144"/>
                  </a:lnTo>
                  <a:lnTo>
                    <a:pt x="5487969" y="1671785"/>
                  </a:lnTo>
                  <a:lnTo>
                    <a:pt x="5564602" y="1676394"/>
                  </a:lnTo>
                  <a:lnTo>
                    <a:pt x="5641234" y="1680974"/>
                  </a:lnTo>
                  <a:lnTo>
                    <a:pt x="5717867" y="1685522"/>
                  </a:lnTo>
                  <a:lnTo>
                    <a:pt x="5794499" y="1690040"/>
                  </a:lnTo>
                  <a:lnTo>
                    <a:pt x="5871132" y="1694528"/>
                  </a:lnTo>
                  <a:lnTo>
                    <a:pt x="5947764" y="1698987"/>
                  </a:lnTo>
                  <a:lnTo>
                    <a:pt x="6024397" y="1703415"/>
                  </a:lnTo>
                  <a:lnTo>
                    <a:pt x="6101029" y="1707814"/>
                  </a:lnTo>
                  <a:lnTo>
                    <a:pt x="6177662" y="1712184"/>
                  </a:lnTo>
                  <a:lnTo>
                    <a:pt x="6254294" y="1716524"/>
                  </a:lnTo>
                  <a:lnTo>
                    <a:pt x="6330927" y="1720836"/>
                  </a:lnTo>
                  <a:lnTo>
                    <a:pt x="6407560" y="1725119"/>
                  </a:lnTo>
                  <a:lnTo>
                    <a:pt x="6484192" y="1729373"/>
                  </a:lnTo>
                  <a:lnTo>
                    <a:pt x="6560825" y="1733599"/>
                  </a:lnTo>
                  <a:lnTo>
                    <a:pt x="6637457" y="1737797"/>
                  </a:lnTo>
                  <a:lnTo>
                    <a:pt x="6714090" y="1741967"/>
                  </a:lnTo>
                  <a:lnTo>
                    <a:pt x="6790722" y="1746109"/>
                  </a:lnTo>
                  <a:lnTo>
                    <a:pt x="6867355" y="1750224"/>
                  </a:lnTo>
                  <a:lnTo>
                    <a:pt x="6943987" y="1754311"/>
                  </a:lnTo>
                  <a:lnTo>
                    <a:pt x="7020620" y="1758371"/>
                  </a:lnTo>
                  <a:lnTo>
                    <a:pt x="7097253" y="1762403"/>
                  </a:lnTo>
                  <a:lnTo>
                    <a:pt x="7173885" y="1766409"/>
                  </a:lnTo>
                  <a:lnTo>
                    <a:pt x="7250518" y="1770388"/>
                  </a:lnTo>
                  <a:lnTo>
                    <a:pt x="7327150" y="1774341"/>
                  </a:lnTo>
                  <a:lnTo>
                    <a:pt x="7403783" y="17782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4440654"/>
              <a:ext cx="7403783" cy="873780"/>
            </a:xfrm>
            <a:custGeom>
              <a:avLst/>
              <a:pathLst>
                <a:path w="7403783" h="873780">
                  <a:moveTo>
                    <a:pt x="7403783" y="873780"/>
                  </a:moveTo>
                  <a:lnTo>
                    <a:pt x="7327150" y="867994"/>
                  </a:lnTo>
                  <a:lnTo>
                    <a:pt x="7250518" y="862069"/>
                  </a:lnTo>
                  <a:lnTo>
                    <a:pt x="7173885" y="856003"/>
                  </a:lnTo>
                  <a:lnTo>
                    <a:pt x="7097253" y="849792"/>
                  </a:lnTo>
                  <a:lnTo>
                    <a:pt x="7020620" y="843434"/>
                  </a:lnTo>
                  <a:lnTo>
                    <a:pt x="6943987" y="836924"/>
                  </a:lnTo>
                  <a:lnTo>
                    <a:pt x="6867355" y="830258"/>
                  </a:lnTo>
                  <a:lnTo>
                    <a:pt x="6790722" y="823434"/>
                  </a:lnTo>
                  <a:lnTo>
                    <a:pt x="6714090" y="816448"/>
                  </a:lnTo>
                  <a:lnTo>
                    <a:pt x="6637457" y="809294"/>
                  </a:lnTo>
                  <a:lnTo>
                    <a:pt x="6560825" y="801971"/>
                  </a:lnTo>
                  <a:lnTo>
                    <a:pt x="6484192" y="794472"/>
                  </a:lnTo>
                  <a:lnTo>
                    <a:pt x="6407560" y="786795"/>
                  </a:lnTo>
                  <a:lnTo>
                    <a:pt x="6330927" y="778936"/>
                  </a:lnTo>
                  <a:lnTo>
                    <a:pt x="6254294" y="770888"/>
                  </a:lnTo>
                  <a:lnTo>
                    <a:pt x="6177662" y="762649"/>
                  </a:lnTo>
                  <a:lnTo>
                    <a:pt x="6101029" y="754214"/>
                  </a:lnTo>
                  <a:lnTo>
                    <a:pt x="6024397" y="745578"/>
                  </a:lnTo>
                  <a:lnTo>
                    <a:pt x="5947764" y="736735"/>
                  </a:lnTo>
                  <a:lnTo>
                    <a:pt x="5871132" y="727682"/>
                  </a:lnTo>
                  <a:lnTo>
                    <a:pt x="5794499" y="718414"/>
                  </a:lnTo>
                  <a:lnTo>
                    <a:pt x="5717867" y="708924"/>
                  </a:lnTo>
                  <a:lnTo>
                    <a:pt x="5641234" y="699208"/>
                  </a:lnTo>
                  <a:lnTo>
                    <a:pt x="5564602" y="689261"/>
                  </a:lnTo>
                  <a:lnTo>
                    <a:pt x="5487969" y="679076"/>
                  </a:lnTo>
                  <a:lnTo>
                    <a:pt x="5411336" y="668649"/>
                  </a:lnTo>
                  <a:lnTo>
                    <a:pt x="5334704" y="657974"/>
                  </a:lnTo>
                  <a:lnTo>
                    <a:pt x="5258071" y="647044"/>
                  </a:lnTo>
                  <a:lnTo>
                    <a:pt x="5181439" y="635853"/>
                  </a:lnTo>
                  <a:lnTo>
                    <a:pt x="5104806" y="624396"/>
                  </a:lnTo>
                  <a:lnTo>
                    <a:pt x="5028174" y="612666"/>
                  </a:lnTo>
                  <a:lnTo>
                    <a:pt x="4951541" y="600656"/>
                  </a:lnTo>
                  <a:lnTo>
                    <a:pt x="4874909" y="588360"/>
                  </a:lnTo>
                  <a:lnTo>
                    <a:pt x="4798276" y="575771"/>
                  </a:lnTo>
                  <a:lnTo>
                    <a:pt x="4721644" y="562881"/>
                  </a:lnTo>
                  <a:lnTo>
                    <a:pt x="4645011" y="549685"/>
                  </a:lnTo>
                  <a:lnTo>
                    <a:pt x="4568378" y="536174"/>
                  </a:lnTo>
                  <a:lnTo>
                    <a:pt x="4491746" y="522341"/>
                  </a:lnTo>
                  <a:lnTo>
                    <a:pt x="4415113" y="508179"/>
                  </a:lnTo>
                  <a:lnTo>
                    <a:pt x="4338481" y="493679"/>
                  </a:lnTo>
                  <a:lnTo>
                    <a:pt x="4261848" y="478833"/>
                  </a:lnTo>
                  <a:lnTo>
                    <a:pt x="4185216" y="463634"/>
                  </a:lnTo>
                  <a:lnTo>
                    <a:pt x="4108583" y="448072"/>
                  </a:lnTo>
                  <a:lnTo>
                    <a:pt x="4031951" y="432140"/>
                  </a:lnTo>
                  <a:lnTo>
                    <a:pt x="3955318" y="415827"/>
                  </a:lnTo>
                  <a:lnTo>
                    <a:pt x="3878685" y="399126"/>
                  </a:lnTo>
                  <a:lnTo>
                    <a:pt x="3802053" y="382027"/>
                  </a:lnTo>
                  <a:lnTo>
                    <a:pt x="3725420" y="364521"/>
                  </a:lnTo>
                  <a:lnTo>
                    <a:pt x="3648788" y="346597"/>
                  </a:lnTo>
                  <a:lnTo>
                    <a:pt x="3572155" y="328246"/>
                  </a:lnTo>
                  <a:lnTo>
                    <a:pt x="3495523" y="309458"/>
                  </a:lnTo>
                  <a:lnTo>
                    <a:pt x="3418890" y="290222"/>
                  </a:lnTo>
                  <a:lnTo>
                    <a:pt x="3342258" y="282451"/>
                  </a:lnTo>
                  <a:lnTo>
                    <a:pt x="3265625" y="276855"/>
                  </a:lnTo>
                  <a:lnTo>
                    <a:pt x="3188993" y="271221"/>
                  </a:lnTo>
                  <a:lnTo>
                    <a:pt x="3112360" y="265549"/>
                  </a:lnTo>
                  <a:lnTo>
                    <a:pt x="3035727" y="259840"/>
                  </a:lnTo>
                  <a:lnTo>
                    <a:pt x="2959095" y="254092"/>
                  </a:lnTo>
                  <a:lnTo>
                    <a:pt x="2882462" y="248305"/>
                  </a:lnTo>
                  <a:lnTo>
                    <a:pt x="2805830" y="242480"/>
                  </a:lnTo>
                  <a:lnTo>
                    <a:pt x="2729197" y="236615"/>
                  </a:lnTo>
                  <a:lnTo>
                    <a:pt x="2652565" y="230712"/>
                  </a:lnTo>
                  <a:lnTo>
                    <a:pt x="2575932" y="224768"/>
                  </a:lnTo>
                  <a:lnTo>
                    <a:pt x="2499300" y="218785"/>
                  </a:lnTo>
                  <a:lnTo>
                    <a:pt x="2422667" y="212762"/>
                  </a:lnTo>
                  <a:lnTo>
                    <a:pt x="2346034" y="206698"/>
                  </a:lnTo>
                  <a:lnTo>
                    <a:pt x="2269402" y="200593"/>
                  </a:lnTo>
                  <a:lnTo>
                    <a:pt x="2192769" y="194448"/>
                  </a:lnTo>
                  <a:lnTo>
                    <a:pt x="2116137" y="188261"/>
                  </a:lnTo>
                  <a:lnTo>
                    <a:pt x="2039504" y="182033"/>
                  </a:lnTo>
                  <a:lnTo>
                    <a:pt x="1962872" y="175763"/>
                  </a:lnTo>
                  <a:lnTo>
                    <a:pt x="1886239" y="169451"/>
                  </a:lnTo>
                  <a:lnTo>
                    <a:pt x="1809607" y="163097"/>
                  </a:lnTo>
                  <a:lnTo>
                    <a:pt x="1732974" y="156700"/>
                  </a:lnTo>
                  <a:lnTo>
                    <a:pt x="1656342" y="150260"/>
                  </a:lnTo>
                  <a:lnTo>
                    <a:pt x="1579709" y="143777"/>
                  </a:lnTo>
                  <a:lnTo>
                    <a:pt x="1503076" y="137250"/>
                  </a:lnTo>
                  <a:lnTo>
                    <a:pt x="1426444" y="130680"/>
                  </a:lnTo>
                  <a:lnTo>
                    <a:pt x="1349811" y="124065"/>
                  </a:lnTo>
                  <a:lnTo>
                    <a:pt x="1273179" y="117407"/>
                  </a:lnTo>
                  <a:lnTo>
                    <a:pt x="1196546" y="110703"/>
                  </a:lnTo>
                  <a:lnTo>
                    <a:pt x="1119914" y="103955"/>
                  </a:lnTo>
                  <a:lnTo>
                    <a:pt x="1043281" y="97161"/>
                  </a:lnTo>
                  <a:lnTo>
                    <a:pt x="966649" y="90322"/>
                  </a:lnTo>
                  <a:lnTo>
                    <a:pt x="890016" y="83436"/>
                  </a:lnTo>
                  <a:lnTo>
                    <a:pt x="813384" y="76505"/>
                  </a:lnTo>
                  <a:lnTo>
                    <a:pt x="736751" y="69527"/>
                  </a:lnTo>
                  <a:lnTo>
                    <a:pt x="660118" y="62502"/>
                  </a:lnTo>
                  <a:lnTo>
                    <a:pt x="583486" y="55430"/>
                  </a:lnTo>
                  <a:lnTo>
                    <a:pt x="506853" y="48311"/>
                  </a:lnTo>
                  <a:lnTo>
                    <a:pt x="430221" y="41144"/>
                  </a:lnTo>
                  <a:lnTo>
                    <a:pt x="353588" y="33929"/>
                  </a:lnTo>
                  <a:lnTo>
                    <a:pt x="276956" y="26665"/>
                  </a:lnTo>
                  <a:lnTo>
                    <a:pt x="200323" y="19353"/>
                  </a:lnTo>
                  <a:lnTo>
                    <a:pt x="123691" y="11992"/>
                  </a:lnTo>
                  <a:lnTo>
                    <a:pt x="47058" y="458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3932739"/>
              <a:ext cx="7403783" cy="1247543"/>
            </a:xfrm>
            <a:custGeom>
              <a:avLst/>
              <a:pathLst>
                <a:path w="7403783" h="1247543">
                  <a:moveTo>
                    <a:pt x="0" y="0"/>
                  </a:moveTo>
                  <a:lnTo>
                    <a:pt x="47058" y="15056"/>
                  </a:lnTo>
                  <a:lnTo>
                    <a:pt x="123691" y="39208"/>
                  </a:lnTo>
                  <a:lnTo>
                    <a:pt x="200323" y="62997"/>
                  </a:lnTo>
                  <a:lnTo>
                    <a:pt x="276956" y="86429"/>
                  </a:lnTo>
                  <a:lnTo>
                    <a:pt x="353588" y="109509"/>
                  </a:lnTo>
                  <a:lnTo>
                    <a:pt x="430221" y="132243"/>
                  </a:lnTo>
                  <a:lnTo>
                    <a:pt x="506853" y="154636"/>
                  </a:lnTo>
                  <a:lnTo>
                    <a:pt x="583486" y="176693"/>
                  </a:lnTo>
                  <a:lnTo>
                    <a:pt x="660118" y="198419"/>
                  </a:lnTo>
                  <a:lnTo>
                    <a:pt x="736751" y="219819"/>
                  </a:lnTo>
                  <a:lnTo>
                    <a:pt x="813384" y="240898"/>
                  </a:lnTo>
                  <a:lnTo>
                    <a:pt x="890016" y="261660"/>
                  </a:lnTo>
                  <a:lnTo>
                    <a:pt x="966649" y="282111"/>
                  </a:lnTo>
                  <a:lnTo>
                    <a:pt x="1043281" y="302255"/>
                  </a:lnTo>
                  <a:lnTo>
                    <a:pt x="1119914" y="322097"/>
                  </a:lnTo>
                  <a:lnTo>
                    <a:pt x="1196546" y="341641"/>
                  </a:lnTo>
                  <a:lnTo>
                    <a:pt x="1273179" y="360892"/>
                  </a:lnTo>
                  <a:lnTo>
                    <a:pt x="1349811" y="379854"/>
                  </a:lnTo>
                  <a:lnTo>
                    <a:pt x="1426444" y="398531"/>
                  </a:lnTo>
                  <a:lnTo>
                    <a:pt x="1503076" y="416928"/>
                  </a:lnTo>
                  <a:lnTo>
                    <a:pt x="1579709" y="435049"/>
                  </a:lnTo>
                  <a:lnTo>
                    <a:pt x="1656342" y="452898"/>
                  </a:lnTo>
                  <a:lnTo>
                    <a:pt x="1732974" y="470479"/>
                  </a:lnTo>
                  <a:lnTo>
                    <a:pt x="1809607" y="487796"/>
                  </a:lnTo>
                  <a:lnTo>
                    <a:pt x="1886239" y="504854"/>
                  </a:lnTo>
                  <a:lnTo>
                    <a:pt x="1962872" y="521655"/>
                  </a:lnTo>
                  <a:lnTo>
                    <a:pt x="2039504" y="538205"/>
                  </a:lnTo>
                  <a:lnTo>
                    <a:pt x="2116137" y="554506"/>
                  </a:lnTo>
                  <a:lnTo>
                    <a:pt x="2192769" y="570562"/>
                  </a:lnTo>
                  <a:lnTo>
                    <a:pt x="2269402" y="586378"/>
                  </a:lnTo>
                  <a:lnTo>
                    <a:pt x="2346034" y="601956"/>
                  </a:lnTo>
                  <a:lnTo>
                    <a:pt x="2422667" y="617301"/>
                  </a:lnTo>
                  <a:lnTo>
                    <a:pt x="2499300" y="632415"/>
                  </a:lnTo>
                  <a:lnTo>
                    <a:pt x="2575932" y="647302"/>
                  </a:lnTo>
                  <a:lnTo>
                    <a:pt x="2652565" y="661966"/>
                  </a:lnTo>
                  <a:lnTo>
                    <a:pt x="2729197" y="676410"/>
                  </a:lnTo>
                  <a:lnTo>
                    <a:pt x="2805830" y="690637"/>
                  </a:lnTo>
                  <a:lnTo>
                    <a:pt x="2882462" y="704651"/>
                  </a:lnTo>
                  <a:lnTo>
                    <a:pt x="2959095" y="718454"/>
                  </a:lnTo>
                  <a:lnTo>
                    <a:pt x="3035727" y="732051"/>
                  </a:lnTo>
                  <a:lnTo>
                    <a:pt x="3112360" y="745443"/>
                  </a:lnTo>
                  <a:lnTo>
                    <a:pt x="3188993" y="758634"/>
                  </a:lnTo>
                  <a:lnTo>
                    <a:pt x="3265625" y="771627"/>
                  </a:lnTo>
                  <a:lnTo>
                    <a:pt x="3342258" y="784426"/>
                  </a:lnTo>
                  <a:lnTo>
                    <a:pt x="3418890" y="797032"/>
                  </a:lnTo>
                  <a:lnTo>
                    <a:pt x="3495523" y="809449"/>
                  </a:lnTo>
                  <a:lnTo>
                    <a:pt x="3572155" y="821680"/>
                  </a:lnTo>
                  <a:lnTo>
                    <a:pt x="3648788" y="833727"/>
                  </a:lnTo>
                  <a:lnTo>
                    <a:pt x="3725420" y="845594"/>
                  </a:lnTo>
                  <a:lnTo>
                    <a:pt x="3802053" y="857282"/>
                  </a:lnTo>
                  <a:lnTo>
                    <a:pt x="3878685" y="868795"/>
                  </a:lnTo>
                  <a:lnTo>
                    <a:pt x="3955318" y="880135"/>
                  </a:lnTo>
                  <a:lnTo>
                    <a:pt x="4031951" y="891305"/>
                  </a:lnTo>
                  <a:lnTo>
                    <a:pt x="4108583" y="902308"/>
                  </a:lnTo>
                  <a:lnTo>
                    <a:pt x="4185216" y="913145"/>
                  </a:lnTo>
                  <a:lnTo>
                    <a:pt x="4261848" y="923820"/>
                  </a:lnTo>
                  <a:lnTo>
                    <a:pt x="4338481" y="934335"/>
                  </a:lnTo>
                  <a:lnTo>
                    <a:pt x="4415113" y="944691"/>
                  </a:lnTo>
                  <a:lnTo>
                    <a:pt x="4491746" y="954893"/>
                  </a:lnTo>
                  <a:lnTo>
                    <a:pt x="4568378" y="964941"/>
                  </a:lnTo>
                  <a:lnTo>
                    <a:pt x="4645011" y="974838"/>
                  </a:lnTo>
                  <a:lnTo>
                    <a:pt x="4721644" y="984587"/>
                  </a:lnTo>
                  <a:lnTo>
                    <a:pt x="4798276" y="994190"/>
                  </a:lnTo>
                  <a:lnTo>
                    <a:pt x="4874909" y="1003649"/>
                  </a:lnTo>
                  <a:lnTo>
                    <a:pt x="4951541" y="1012965"/>
                  </a:lnTo>
                  <a:lnTo>
                    <a:pt x="5028174" y="1022142"/>
                  </a:lnTo>
                  <a:lnTo>
                    <a:pt x="5104806" y="1031181"/>
                  </a:lnTo>
                  <a:lnTo>
                    <a:pt x="5181439" y="1040085"/>
                  </a:lnTo>
                  <a:lnTo>
                    <a:pt x="5258071" y="1048855"/>
                  </a:lnTo>
                  <a:lnTo>
                    <a:pt x="5334704" y="1057493"/>
                  </a:lnTo>
                  <a:lnTo>
                    <a:pt x="5411336" y="1066002"/>
                  </a:lnTo>
                  <a:lnTo>
                    <a:pt x="5487969" y="1074383"/>
                  </a:lnTo>
                  <a:lnTo>
                    <a:pt x="5564602" y="1082638"/>
                  </a:lnTo>
                  <a:lnTo>
                    <a:pt x="5641234" y="1090769"/>
                  </a:lnTo>
                  <a:lnTo>
                    <a:pt x="5717867" y="1098778"/>
                  </a:lnTo>
                  <a:lnTo>
                    <a:pt x="5794499" y="1106667"/>
                  </a:lnTo>
                  <a:lnTo>
                    <a:pt x="5871132" y="1114438"/>
                  </a:lnTo>
                  <a:lnTo>
                    <a:pt x="5947764" y="1122092"/>
                  </a:lnTo>
                  <a:lnTo>
                    <a:pt x="6024397" y="1129632"/>
                  </a:lnTo>
                  <a:lnTo>
                    <a:pt x="6101029" y="1137058"/>
                  </a:lnTo>
                  <a:lnTo>
                    <a:pt x="6177662" y="1144372"/>
                  </a:lnTo>
                  <a:lnTo>
                    <a:pt x="6254294" y="1151577"/>
                  </a:lnTo>
                  <a:lnTo>
                    <a:pt x="6330927" y="1158674"/>
                  </a:lnTo>
                  <a:lnTo>
                    <a:pt x="6407560" y="1165665"/>
                  </a:lnTo>
                  <a:lnTo>
                    <a:pt x="6484192" y="1172550"/>
                  </a:lnTo>
                  <a:lnTo>
                    <a:pt x="6560825" y="1179332"/>
                  </a:lnTo>
                  <a:lnTo>
                    <a:pt x="6637457" y="1186012"/>
                  </a:lnTo>
                  <a:lnTo>
                    <a:pt x="6714090" y="1192593"/>
                  </a:lnTo>
                  <a:lnTo>
                    <a:pt x="6790722" y="1199074"/>
                  </a:lnTo>
                  <a:lnTo>
                    <a:pt x="6867355" y="1205458"/>
                  </a:lnTo>
                  <a:lnTo>
                    <a:pt x="6943987" y="1211746"/>
                  </a:lnTo>
                  <a:lnTo>
                    <a:pt x="7020620" y="1217940"/>
                  </a:lnTo>
                  <a:lnTo>
                    <a:pt x="7097253" y="1224041"/>
                  </a:lnTo>
                  <a:lnTo>
                    <a:pt x="7173885" y="1230051"/>
                  </a:lnTo>
                  <a:lnTo>
                    <a:pt x="7250518" y="1235970"/>
                  </a:lnTo>
                  <a:lnTo>
                    <a:pt x="7327150" y="1241800"/>
                  </a:lnTo>
                  <a:lnTo>
                    <a:pt x="7403783" y="124754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242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1.19 (1.08-1.31), p_Bonf = 0.003 (n = 6)  |  per IQR decline (Δ = 29.9 %): 1.69 (1.26-2.26)  |  IQR: [-15.0,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11910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2026-09-28T16:51:08Z</dcterms:modified>
  <cp:category/>
</cp:coreProperties>
</file>