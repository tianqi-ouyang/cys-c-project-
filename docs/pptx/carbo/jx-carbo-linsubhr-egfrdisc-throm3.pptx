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(1.13-1.69), p_Bonf = 0.009 (n = 6)  |  per IQR decline (Δ = 23.1): 2.13 (1.33-3.38)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2026-07-19T08:42:43Z</dcterms:modified>
  <cp:category/>
</cp:coreProperties>
</file>