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295394"/>
            </a:xfrm>
            <a:custGeom>
              <a:avLst/>
              <a:pathLst>
                <a:path w="7090630" h="3295394">
                  <a:moveTo>
                    <a:pt x="2256160" y="0"/>
                  </a:moveTo>
                  <a:lnTo>
                    <a:pt x="2291920" y="75166"/>
                  </a:lnTo>
                  <a:lnTo>
                    <a:pt x="2363543" y="219346"/>
                  </a:lnTo>
                  <a:lnTo>
                    <a:pt x="2435165" y="357428"/>
                  </a:lnTo>
                  <a:lnTo>
                    <a:pt x="2506788" y="489669"/>
                  </a:lnTo>
                  <a:lnTo>
                    <a:pt x="2578410" y="616317"/>
                  </a:lnTo>
                  <a:lnTo>
                    <a:pt x="2650033" y="737607"/>
                  </a:lnTo>
                  <a:lnTo>
                    <a:pt x="2721655" y="853767"/>
                  </a:lnTo>
                  <a:lnTo>
                    <a:pt x="2793278" y="965013"/>
                  </a:lnTo>
                  <a:lnTo>
                    <a:pt x="2864901" y="1071554"/>
                  </a:lnTo>
                  <a:lnTo>
                    <a:pt x="2936523" y="1173588"/>
                  </a:lnTo>
                  <a:lnTo>
                    <a:pt x="3008146" y="1271306"/>
                  </a:lnTo>
                  <a:lnTo>
                    <a:pt x="3079768" y="1364890"/>
                  </a:lnTo>
                  <a:lnTo>
                    <a:pt x="3151391" y="1454516"/>
                  </a:lnTo>
                  <a:lnTo>
                    <a:pt x="3223013" y="1540351"/>
                  </a:lnTo>
                  <a:lnTo>
                    <a:pt x="3294636" y="1622556"/>
                  </a:lnTo>
                  <a:lnTo>
                    <a:pt x="3366258" y="1701283"/>
                  </a:lnTo>
                  <a:lnTo>
                    <a:pt x="3437881" y="1776680"/>
                  </a:lnTo>
                  <a:lnTo>
                    <a:pt x="3509503" y="1848887"/>
                  </a:lnTo>
                  <a:lnTo>
                    <a:pt x="3581126" y="1918041"/>
                  </a:lnTo>
                  <a:lnTo>
                    <a:pt x="3652748" y="1984269"/>
                  </a:lnTo>
                  <a:lnTo>
                    <a:pt x="3724371" y="2047696"/>
                  </a:lnTo>
                  <a:lnTo>
                    <a:pt x="3795993" y="2108440"/>
                  </a:lnTo>
                  <a:lnTo>
                    <a:pt x="3867616" y="2166614"/>
                  </a:lnTo>
                  <a:lnTo>
                    <a:pt x="3939238" y="2222328"/>
                  </a:lnTo>
                  <a:lnTo>
                    <a:pt x="4010861" y="2275685"/>
                  </a:lnTo>
                  <a:lnTo>
                    <a:pt x="4082483" y="2326785"/>
                  </a:lnTo>
                  <a:lnTo>
                    <a:pt x="4154106" y="2375724"/>
                  </a:lnTo>
                  <a:lnTo>
                    <a:pt x="4225729" y="2422593"/>
                  </a:lnTo>
                  <a:lnTo>
                    <a:pt x="4297351" y="2467479"/>
                  </a:lnTo>
                  <a:lnTo>
                    <a:pt x="4368974" y="2510466"/>
                  </a:lnTo>
                  <a:lnTo>
                    <a:pt x="4440596" y="2551635"/>
                  </a:lnTo>
                  <a:lnTo>
                    <a:pt x="4512219" y="2591063"/>
                  </a:lnTo>
                  <a:lnTo>
                    <a:pt x="4583841" y="2628823"/>
                  </a:lnTo>
                  <a:lnTo>
                    <a:pt x="4655464" y="2656832"/>
                  </a:lnTo>
                  <a:lnTo>
                    <a:pt x="4727086" y="2665258"/>
                  </a:lnTo>
                  <a:lnTo>
                    <a:pt x="4798709" y="2673598"/>
                  </a:lnTo>
                  <a:lnTo>
                    <a:pt x="4870331" y="2681854"/>
                  </a:lnTo>
                  <a:lnTo>
                    <a:pt x="4941954" y="2690025"/>
                  </a:lnTo>
                  <a:lnTo>
                    <a:pt x="5013576" y="2698113"/>
                  </a:lnTo>
                  <a:lnTo>
                    <a:pt x="5085199" y="2706119"/>
                  </a:lnTo>
                  <a:lnTo>
                    <a:pt x="5156821" y="2714043"/>
                  </a:lnTo>
                  <a:lnTo>
                    <a:pt x="5228444" y="2721886"/>
                  </a:lnTo>
                  <a:lnTo>
                    <a:pt x="5300066" y="2729650"/>
                  </a:lnTo>
                  <a:lnTo>
                    <a:pt x="5371689" y="2737334"/>
                  </a:lnTo>
                  <a:lnTo>
                    <a:pt x="5443311" y="2744940"/>
                  </a:lnTo>
                  <a:lnTo>
                    <a:pt x="5514934" y="2752468"/>
                  </a:lnTo>
                  <a:lnTo>
                    <a:pt x="5586557" y="2759920"/>
                  </a:lnTo>
                  <a:lnTo>
                    <a:pt x="5658179" y="2767296"/>
                  </a:lnTo>
                  <a:lnTo>
                    <a:pt x="5729802" y="2774597"/>
                  </a:lnTo>
                  <a:lnTo>
                    <a:pt x="5801424" y="2781823"/>
                  </a:lnTo>
                  <a:lnTo>
                    <a:pt x="5873047" y="2788976"/>
                  </a:lnTo>
                  <a:lnTo>
                    <a:pt x="5944669" y="2796055"/>
                  </a:lnTo>
                  <a:lnTo>
                    <a:pt x="6016292" y="2803063"/>
                  </a:lnTo>
                  <a:lnTo>
                    <a:pt x="6087914" y="2809999"/>
                  </a:lnTo>
                  <a:lnTo>
                    <a:pt x="6159537" y="2816865"/>
                  </a:lnTo>
                  <a:lnTo>
                    <a:pt x="6231159" y="2823660"/>
                  </a:lnTo>
                  <a:lnTo>
                    <a:pt x="6302782" y="2830387"/>
                  </a:lnTo>
                  <a:lnTo>
                    <a:pt x="6374404" y="2837044"/>
                  </a:lnTo>
                  <a:lnTo>
                    <a:pt x="6446027" y="2843634"/>
                  </a:lnTo>
                  <a:lnTo>
                    <a:pt x="6517649" y="2850157"/>
                  </a:lnTo>
                  <a:lnTo>
                    <a:pt x="6589272" y="2856613"/>
                  </a:lnTo>
                  <a:lnTo>
                    <a:pt x="6660894" y="2863004"/>
                  </a:lnTo>
                  <a:lnTo>
                    <a:pt x="6732517" y="2869329"/>
                  </a:lnTo>
                  <a:lnTo>
                    <a:pt x="6804139" y="2875590"/>
                  </a:lnTo>
                  <a:lnTo>
                    <a:pt x="6875762" y="2881787"/>
                  </a:lnTo>
                  <a:lnTo>
                    <a:pt x="6947385" y="2887921"/>
                  </a:lnTo>
                  <a:lnTo>
                    <a:pt x="7019007" y="2893993"/>
                  </a:lnTo>
                  <a:lnTo>
                    <a:pt x="7090630" y="2900002"/>
                  </a:lnTo>
                  <a:lnTo>
                    <a:pt x="7090630" y="3295394"/>
                  </a:lnTo>
                  <a:lnTo>
                    <a:pt x="7019007" y="3287075"/>
                  </a:lnTo>
                  <a:lnTo>
                    <a:pt x="6947385" y="3278389"/>
                  </a:lnTo>
                  <a:lnTo>
                    <a:pt x="6875762" y="3269319"/>
                  </a:lnTo>
                  <a:lnTo>
                    <a:pt x="6804139" y="3259848"/>
                  </a:lnTo>
                  <a:lnTo>
                    <a:pt x="6732517" y="3249959"/>
                  </a:lnTo>
                  <a:lnTo>
                    <a:pt x="6660894" y="3239633"/>
                  </a:lnTo>
                  <a:lnTo>
                    <a:pt x="6589272" y="3228851"/>
                  </a:lnTo>
                  <a:lnTo>
                    <a:pt x="6517649" y="3217593"/>
                  </a:lnTo>
                  <a:lnTo>
                    <a:pt x="6446027" y="3205838"/>
                  </a:lnTo>
                  <a:lnTo>
                    <a:pt x="6374404" y="3193563"/>
                  </a:lnTo>
                  <a:lnTo>
                    <a:pt x="6302782" y="3180746"/>
                  </a:lnTo>
                  <a:lnTo>
                    <a:pt x="6231159" y="3167364"/>
                  </a:lnTo>
                  <a:lnTo>
                    <a:pt x="6159537" y="3153390"/>
                  </a:lnTo>
                  <a:lnTo>
                    <a:pt x="6087914" y="3138799"/>
                  </a:lnTo>
                  <a:lnTo>
                    <a:pt x="6016292" y="3123563"/>
                  </a:lnTo>
                  <a:lnTo>
                    <a:pt x="5944669" y="3107655"/>
                  </a:lnTo>
                  <a:lnTo>
                    <a:pt x="5873047" y="3091044"/>
                  </a:lnTo>
                  <a:lnTo>
                    <a:pt x="5801424" y="3073699"/>
                  </a:lnTo>
                  <a:lnTo>
                    <a:pt x="5729802" y="3055588"/>
                  </a:lnTo>
                  <a:lnTo>
                    <a:pt x="5658179" y="3036677"/>
                  </a:lnTo>
                  <a:lnTo>
                    <a:pt x="5586557" y="3016932"/>
                  </a:lnTo>
                  <a:lnTo>
                    <a:pt x="5514934" y="2996313"/>
                  </a:lnTo>
                  <a:lnTo>
                    <a:pt x="5443311" y="2974785"/>
                  </a:lnTo>
                  <a:lnTo>
                    <a:pt x="5371689" y="2952305"/>
                  </a:lnTo>
                  <a:lnTo>
                    <a:pt x="5300066" y="2928833"/>
                  </a:lnTo>
                  <a:lnTo>
                    <a:pt x="5228444" y="2904323"/>
                  </a:lnTo>
                  <a:lnTo>
                    <a:pt x="5156821" y="2878732"/>
                  </a:lnTo>
                  <a:lnTo>
                    <a:pt x="5085199" y="2852010"/>
                  </a:lnTo>
                  <a:lnTo>
                    <a:pt x="5013576" y="2824108"/>
                  </a:lnTo>
                  <a:lnTo>
                    <a:pt x="4941954" y="2794973"/>
                  </a:lnTo>
                  <a:lnTo>
                    <a:pt x="4870331" y="2764551"/>
                  </a:lnTo>
                  <a:lnTo>
                    <a:pt x="4798709" y="2732786"/>
                  </a:lnTo>
                  <a:lnTo>
                    <a:pt x="4727086" y="2699618"/>
                  </a:lnTo>
                  <a:lnTo>
                    <a:pt x="4655464" y="2664985"/>
                  </a:lnTo>
                  <a:lnTo>
                    <a:pt x="4583841" y="2648319"/>
                  </a:lnTo>
                  <a:lnTo>
                    <a:pt x="4512219" y="2639718"/>
                  </a:lnTo>
                  <a:lnTo>
                    <a:pt x="4440596" y="2631029"/>
                  </a:lnTo>
                  <a:lnTo>
                    <a:pt x="4368974" y="2622250"/>
                  </a:lnTo>
                  <a:lnTo>
                    <a:pt x="4297351" y="2613381"/>
                  </a:lnTo>
                  <a:lnTo>
                    <a:pt x="4225729" y="2604421"/>
                  </a:lnTo>
                  <a:lnTo>
                    <a:pt x="4154106" y="2595368"/>
                  </a:lnTo>
                  <a:lnTo>
                    <a:pt x="4082483" y="2586222"/>
                  </a:lnTo>
                  <a:lnTo>
                    <a:pt x="4010861" y="2576982"/>
                  </a:lnTo>
                  <a:lnTo>
                    <a:pt x="3939238" y="2567647"/>
                  </a:lnTo>
                  <a:lnTo>
                    <a:pt x="3867616" y="2558216"/>
                  </a:lnTo>
                  <a:lnTo>
                    <a:pt x="3795993" y="2548688"/>
                  </a:lnTo>
                  <a:lnTo>
                    <a:pt x="3724371" y="2539061"/>
                  </a:lnTo>
                  <a:lnTo>
                    <a:pt x="3652748" y="2529336"/>
                  </a:lnTo>
                  <a:lnTo>
                    <a:pt x="3581126" y="2519510"/>
                  </a:lnTo>
                  <a:lnTo>
                    <a:pt x="3509503" y="2509583"/>
                  </a:lnTo>
                  <a:lnTo>
                    <a:pt x="3437881" y="2499554"/>
                  </a:lnTo>
                  <a:lnTo>
                    <a:pt x="3366258" y="2489422"/>
                  </a:lnTo>
                  <a:lnTo>
                    <a:pt x="3294636" y="2479186"/>
                  </a:lnTo>
                  <a:lnTo>
                    <a:pt x="3223013" y="2468844"/>
                  </a:lnTo>
                  <a:lnTo>
                    <a:pt x="3151391" y="2458395"/>
                  </a:lnTo>
                  <a:lnTo>
                    <a:pt x="3079768" y="2447839"/>
                  </a:lnTo>
                  <a:lnTo>
                    <a:pt x="3008146" y="2437175"/>
                  </a:lnTo>
                  <a:lnTo>
                    <a:pt x="2936523" y="2426400"/>
                  </a:lnTo>
                  <a:lnTo>
                    <a:pt x="2864901" y="2415515"/>
                  </a:lnTo>
                  <a:lnTo>
                    <a:pt x="2793278" y="2404518"/>
                  </a:lnTo>
                  <a:lnTo>
                    <a:pt x="2721655" y="2393407"/>
                  </a:lnTo>
                  <a:lnTo>
                    <a:pt x="2650033" y="2382182"/>
                  </a:lnTo>
                  <a:lnTo>
                    <a:pt x="2578410" y="2370841"/>
                  </a:lnTo>
                  <a:lnTo>
                    <a:pt x="2506788" y="2359384"/>
                  </a:lnTo>
                  <a:lnTo>
                    <a:pt x="2435165" y="2347809"/>
                  </a:lnTo>
                  <a:lnTo>
                    <a:pt x="2363543" y="2336114"/>
                  </a:lnTo>
                  <a:lnTo>
                    <a:pt x="2291920" y="2324300"/>
                  </a:lnTo>
                  <a:lnTo>
                    <a:pt x="2220298" y="2312363"/>
                  </a:lnTo>
                  <a:lnTo>
                    <a:pt x="2148675" y="2300304"/>
                  </a:lnTo>
                  <a:lnTo>
                    <a:pt x="2077053" y="2288120"/>
                  </a:lnTo>
                  <a:lnTo>
                    <a:pt x="2005430" y="2275811"/>
                  </a:lnTo>
                  <a:lnTo>
                    <a:pt x="1933808" y="2263376"/>
                  </a:lnTo>
                  <a:lnTo>
                    <a:pt x="1862185" y="2250812"/>
                  </a:lnTo>
                  <a:lnTo>
                    <a:pt x="1790563" y="2238119"/>
                  </a:lnTo>
                  <a:lnTo>
                    <a:pt x="1718940" y="2225295"/>
                  </a:lnTo>
                  <a:lnTo>
                    <a:pt x="1647318" y="2212340"/>
                  </a:lnTo>
                  <a:lnTo>
                    <a:pt x="1575695" y="2199251"/>
                  </a:lnTo>
                  <a:lnTo>
                    <a:pt x="1504073" y="2186027"/>
                  </a:lnTo>
                  <a:lnTo>
                    <a:pt x="1432450" y="2172667"/>
                  </a:lnTo>
                  <a:lnTo>
                    <a:pt x="1360827" y="2159169"/>
                  </a:lnTo>
                  <a:lnTo>
                    <a:pt x="1289205" y="2145533"/>
                  </a:lnTo>
                  <a:lnTo>
                    <a:pt x="1217582" y="2131756"/>
                  </a:lnTo>
                  <a:lnTo>
                    <a:pt x="1145960" y="2117837"/>
                  </a:lnTo>
                  <a:lnTo>
                    <a:pt x="1074337" y="2103775"/>
                  </a:lnTo>
                  <a:lnTo>
                    <a:pt x="1002715" y="2089569"/>
                  </a:lnTo>
                  <a:lnTo>
                    <a:pt x="931092" y="2075216"/>
                  </a:lnTo>
                  <a:lnTo>
                    <a:pt x="859470" y="2060715"/>
                  </a:lnTo>
                  <a:lnTo>
                    <a:pt x="787847" y="2046065"/>
                  </a:lnTo>
                  <a:lnTo>
                    <a:pt x="716225" y="2031264"/>
                  </a:lnTo>
                  <a:lnTo>
                    <a:pt x="644602" y="2016311"/>
                  </a:lnTo>
                  <a:lnTo>
                    <a:pt x="572980" y="2001204"/>
                  </a:lnTo>
                  <a:lnTo>
                    <a:pt x="501357" y="1985941"/>
                  </a:lnTo>
                  <a:lnTo>
                    <a:pt x="429735" y="1970521"/>
                  </a:lnTo>
                  <a:lnTo>
                    <a:pt x="358112" y="1954942"/>
                  </a:lnTo>
                  <a:lnTo>
                    <a:pt x="286490" y="1939203"/>
                  </a:lnTo>
                  <a:lnTo>
                    <a:pt x="214867" y="1923302"/>
                  </a:lnTo>
                  <a:lnTo>
                    <a:pt x="143245" y="1907238"/>
                  </a:lnTo>
                  <a:lnTo>
                    <a:pt x="71622" y="1891008"/>
                  </a:lnTo>
                  <a:lnTo>
                    <a:pt x="0" y="187461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428210" y="2073503"/>
              <a:ext cx="4834469" cy="2900002"/>
            </a:xfrm>
            <a:custGeom>
              <a:avLst/>
              <a:pathLst>
                <a:path w="4834469" h="2900002">
                  <a:moveTo>
                    <a:pt x="0" y="0"/>
                  </a:moveTo>
                  <a:lnTo>
                    <a:pt x="35759" y="75166"/>
                  </a:lnTo>
                  <a:lnTo>
                    <a:pt x="107382" y="219346"/>
                  </a:lnTo>
                  <a:lnTo>
                    <a:pt x="179004" y="357428"/>
                  </a:lnTo>
                  <a:lnTo>
                    <a:pt x="250627" y="489669"/>
                  </a:lnTo>
                  <a:lnTo>
                    <a:pt x="322249" y="616317"/>
                  </a:lnTo>
                  <a:lnTo>
                    <a:pt x="393872" y="737607"/>
                  </a:lnTo>
                  <a:lnTo>
                    <a:pt x="465495" y="853767"/>
                  </a:lnTo>
                  <a:lnTo>
                    <a:pt x="537117" y="965013"/>
                  </a:lnTo>
                  <a:lnTo>
                    <a:pt x="608740" y="1071554"/>
                  </a:lnTo>
                  <a:lnTo>
                    <a:pt x="680362" y="1173588"/>
                  </a:lnTo>
                  <a:lnTo>
                    <a:pt x="751985" y="1271306"/>
                  </a:lnTo>
                  <a:lnTo>
                    <a:pt x="823607" y="1364890"/>
                  </a:lnTo>
                  <a:lnTo>
                    <a:pt x="895230" y="1454516"/>
                  </a:lnTo>
                  <a:lnTo>
                    <a:pt x="966852" y="1540351"/>
                  </a:lnTo>
                  <a:lnTo>
                    <a:pt x="1038475" y="1622556"/>
                  </a:lnTo>
                  <a:lnTo>
                    <a:pt x="1110097" y="1701283"/>
                  </a:lnTo>
                  <a:lnTo>
                    <a:pt x="1181720" y="1776680"/>
                  </a:lnTo>
                  <a:lnTo>
                    <a:pt x="1253342" y="1848887"/>
                  </a:lnTo>
                  <a:lnTo>
                    <a:pt x="1324965" y="1918041"/>
                  </a:lnTo>
                  <a:lnTo>
                    <a:pt x="1396587" y="1984269"/>
                  </a:lnTo>
                  <a:lnTo>
                    <a:pt x="1468210" y="2047696"/>
                  </a:lnTo>
                  <a:lnTo>
                    <a:pt x="1539832" y="2108440"/>
                  </a:lnTo>
                  <a:lnTo>
                    <a:pt x="1611455" y="2166614"/>
                  </a:lnTo>
                  <a:lnTo>
                    <a:pt x="1683077" y="2222328"/>
                  </a:lnTo>
                  <a:lnTo>
                    <a:pt x="1754700" y="2275685"/>
                  </a:lnTo>
                  <a:lnTo>
                    <a:pt x="1826323" y="2326785"/>
                  </a:lnTo>
                  <a:lnTo>
                    <a:pt x="1897945" y="2375724"/>
                  </a:lnTo>
                  <a:lnTo>
                    <a:pt x="1969568" y="2422593"/>
                  </a:lnTo>
                  <a:lnTo>
                    <a:pt x="2041190" y="2467479"/>
                  </a:lnTo>
                  <a:lnTo>
                    <a:pt x="2112813" y="2510466"/>
                  </a:lnTo>
                  <a:lnTo>
                    <a:pt x="2184435" y="2551635"/>
                  </a:lnTo>
                  <a:lnTo>
                    <a:pt x="2256058" y="2591063"/>
                  </a:lnTo>
                  <a:lnTo>
                    <a:pt x="2327680" y="2628823"/>
                  </a:lnTo>
                  <a:lnTo>
                    <a:pt x="2399303" y="2656832"/>
                  </a:lnTo>
                  <a:lnTo>
                    <a:pt x="2470925" y="2665258"/>
                  </a:lnTo>
                  <a:lnTo>
                    <a:pt x="2542548" y="2673598"/>
                  </a:lnTo>
                  <a:lnTo>
                    <a:pt x="2614170" y="2681854"/>
                  </a:lnTo>
                  <a:lnTo>
                    <a:pt x="2685793" y="2690025"/>
                  </a:lnTo>
                  <a:lnTo>
                    <a:pt x="2757415" y="2698113"/>
                  </a:lnTo>
                  <a:lnTo>
                    <a:pt x="2829038" y="2706119"/>
                  </a:lnTo>
                  <a:lnTo>
                    <a:pt x="2900660" y="2714043"/>
                  </a:lnTo>
                  <a:lnTo>
                    <a:pt x="2972283" y="2721886"/>
                  </a:lnTo>
                  <a:lnTo>
                    <a:pt x="3043905" y="2729650"/>
                  </a:lnTo>
                  <a:lnTo>
                    <a:pt x="3115528" y="2737334"/>
                  </a:lnTo>
                  <a:lnTo>
                    <a:pt x="3187151" y="2744940"/>
                  </a:lnTo>
                  <a:lnTo>
                    <a:pt x="3258773" y="2752468"/>
                  </a:lnTo>
                  <a:lnTo>
                    <a:pt x="3330396" y="2759920"/>
                  </a:lnTo>
                  <a:lnTo>
                    <a:pt x="3402018" y="2767296"/>
                  </a:lnTo>
                  <a:lnTo>
                    <a:pt x="3473641" y="2774597"/>
                  </a:lnTo>
                  <a:lnTo>
                    <a:pt x="3545263" y="2781823"/>
                  </a:lnTo>
                  <a:lnTo>
                    <a:pt x="3616886" y="2788976"/>
                  </a:lnTo>
                  <a:lnTo>
                    <a:pt x="3688508" y="2796055"/>
                  </a:lnTo>
                  <a:lnTo>
                    <a:pt x="3760131" y="2803063"/>
                  </a:lnTo>
                  <a:lnTo>
                    <a:pt x="3831753" y="2809999"/>
                  </a:lnTo>
                  <a:lnTo>
                    <a:pt x="3903376" y="2816865"/>
                  </a:lnTo>
                  <a:lnTo>
                    <a:pt x="3974998" y="2823660"/>
                  </a:lnTo>
                  <a:lnTo>
                    <a:pt x="4046621" y="2830387"/>
                  </a:lnTo>
                  <a:lnTo>
                    <a:pt x="4118243" y="2837044"/>
                  </a:lnTo>
                  <a:lnTo>
                    <a:pt x="4189866" y="2843634"/>
                  </a:lnTo>
                  <a:lnTo>
                    <a:pt x="4261488" y="2850157"/>
                  </a:lnTo>
                  <a:lnTo>
                    <a:pt x="4333111" y="2856613"/>
                  </a:lnTo>
                  <a:lnTo>
                    <a:pt x="4404733" y="2863004"/>
                  </a:lnTo>
                  <a:lnTo>
                    <a:pt x="4476356" y="2869329"/>
                  </a:lnTo>
                  <a:lnTo>
                    <a:pt x="4547979" y="2875590"/>
                  </a:lnTo>
                  <a:lnTo>
                    <a:pt x="4619601" y="2881787"/>
                  </a:lnTo>
                  <a:lnTo>
                    <a:pt x="4691224" y="2887921"/>
                  </a:lnTo>
                  <a:lnTo>
                    <a:pt x="4762846" y="2893993"/>
                  </a:lnTo>
                  <a:lnTo>
                    <a:pt x="4834469" y="29000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948114"/>
              <a:ext cx="7090630" cy="1420783"/>
            </a:xfrm>
            <a:custGeom>
              <a:avLst/>
              <a:pathLst>
                <a:path w="7090630" h="1420783">
                  <a:moveTo>
                    <a:pt x="7090630" y="1420783"/>
                  </a:moveTo>
                  <a:lnTo>
                    <a:pt x="7019007" y="1412464"/>
                  </a:lnTo>
                  <a:lnTo>
                    <a:pt x="6947385" y="1403778"/>
                  </a:lnTo>
                  <a:lnTo>
                    <a:pt x="6875762" y="1394708"/>
                  </a:lnTo>
                  <a:lnTo>
                    <a:pt x="6804139" y="1385237"/>
                  </a:lnTo>
                  <a:lnTo>
                    <a:pt x="6732517" y="1375348"/>
                  </a:lnTo>
                  <a:lnTo>
                    <a:pt x="6660894" y="1365022"/>
                  </a:lnTo>
                  <a:lnTo>
                    <a:pt x="6589272" y="1354240"/>
                  </a:lnTo>
                  <a:lnTo>
                    <a:pt x="6517649" y="1342982"/>
                  </a:lnTo>
                  <a:lnTo>
                    <a:pt x="6446027" y="1331227"/>
                  </a:lnTo>
                  <a:lnTo>
                    <a:pt x="6374404" y="1318952"/>
                  </a:lnTo>
                  <a:lnTo>
                    <a:pt x="6302782" y="1306135"/>
                  </a:lnTo>
                  <a:lnTo>
                    <a:pt x="6231159" y="1292752"/>
                  </a:lnTo>
                  <a:lnTo>
                    <a:pt x="6159537" y="1278779"/>
                  </a:lnTo>
                  <a:lnTo>
                    <a:pt x="6087914" y="1264188"/>
                  </a:lnTo>
                  <a:lnTo>
                    <a:pt x="6016292" y="1248952"/>
                  </a:lnTo>
                  <a:lnTo>
                    <a:pt x="5944669" y="1233044"/>
                  </a:lnTo>
                  <a:lnTo>
                    <a:pt x="5873047" y="1216433"/>
                  </a:lnTo>
                  <a:lnTo>
                    <a:pt x="5801424" y="1199088"/>
                  </a:lnTo>
                  <a:lnTo>
                    <a:pt x="5729802" y="1180977"/>
                  </a:lnTo>
                  <a:lnTo>
                    <a:pt x="5658179" y="1162066"/>
                  </a:lnTo>
                  <a:lnTo>
                    <a:pt x="5586557" y="1142320"/>
                  </a:lnTo>
                  <a:lnTo>
                    <a:pt x="5514934" y="1121702"/>
                  </a:lnTo>
                  <a:lnTo>
                    <a:pt x="5443311" y="1100174"/>
                  </a:lnTo>
                  <a:lnTo>
                    <a:pt x="5371689" y="1077694"/>
                  </a:lnTo>
                  <a:lnTo>
                    <a:pt x="5300066" y="1054222"/>
                  </a:lnTo>
                  <a:lnTo>
                    <a:pt x="5228444" y="1029712"/>
                  </a:lnTo>
                  <a:lnTo>
                    <a:pt x="5156821" y="1004121"/>
                  </a:lnTo>
                  <a:lnTo>
                    <a:pt x="5085199" y="977399"/>
                  </a:lnTo>
                  <a:lnTo>
                    <a:pt x="5013576" y="949496"/>
                  </a:lnTo>
                  <a:lnTo>
                    <a:pt x="4941954" y="920362"/>
                  </a:lnTo>
                  <a:lnTo>
                    <a:pt x="4870331" y="889940"/>
                  </a:lnTo>
                  <a:lnTo>
                    <a:pt x="4798709" y="858175"/>
                  </a:lnTo>
                  <a:lnTo>
                    <a:pt x="4727086" y="825007"/>
                  </a:lnTo>
                  <a:lnTo>
                    <a:pt x="4655464" y="790374"/>
                  </a:lnTo>
                  <a:lnTo>
                    <a:pt x="4583841" y="773708"/>
                  </a:lnTo>
                  <a:lnTo>
                    <a:pt x="4512219" y="765107"/>
                  </a:lnTo>
                  <a:lnTo>
                    <a:pt x="4440596" y="756418"/>
                  </a:lnTo>
                  <a:lnTo>
                    <a:pt x="4368974" y="747639"/>
                  </a:lnTo>
                  <a:lnTo>
                    <a:pt x="4297351" y="738770"/>
                  </a:lnTo>
                  <a:lnTo>
                    <a:pt x="4225729" y="729810"/>
                  </a:lnTo>
                  <a:lnTo>
                    <a:pt x="4154106" y="720757"/>
                  </a:lnTo>
                  <a:lnTo>
                    <a:pt x="4082483" y="711611"/>
                  </a:lnTo>
                  <a:lnTo>
                    <a:pt x="4010861" y="702371"/>
                  </a:lnTo>
                  <a:lnTo>
                    <a:pt x="3939238" y="693036"/>
                  </a:lnTo>
                  <a:lnTo>
                    <a:pt x="3867616" y="683605"/>
                  </a:lnTo>
                  <a:lnTo>
                    <a:pt x="3795993" y="674077"/>
                  </a:lnTo>
                  <a:lnTo>
                    <a:pt x="3724371" y="664450"/>
                  </a:lnTo>
                  <a:lnTo>
                    <a:pt x="3652748" y="654725"/>
                  </a:lnTo>
                  <a:lnTo>
                    <a:pt x="3581126" y="644899"/>
                  </a:lnTo>
                  <a:lnTo>
                    <a:pt x="3509503" y="634972"/>
                  </a:lnTo>
                  <a:lnTo>
                    <a:pt x="3437881" y="624943"/>
                  </a:lnTo>
                  <a:lnTo>
                    <a:pt x="3366258" y="614811"/>
                  </a:lnTo>
                  <a:lnTo>
                    <a:pt x="3294636" y="604575"/>
                  </a:lnTo>
                  <a:lnTo>
                    <a:pt x="3223013" y="594233"/>
                  </a:lnTo>
                  <a:lnTo>
                    <a:pt x="3151391" y="583784"/>
                  </a:lnTo>
                  <a:lnTo>
                    <a:pt x="3079768" y="573228"/>
                  </a:lnTo>
                  <a:lnTo>
                    <a:pt x="3008146" y="562564"/>
                  </a:lnTo>
                  <a:lnTo>
                    <a:pt x="2936523" y="551789"/>
                  </a:lnTo>
                  <a:lnTo>
                    <a:pt x="2864901" y="540904"/>
                  </a:lnTo>
                  <a:lnTo>
                    <a:pt x="2793278" y="529907"/>
                  </a:lnTo>
                  <a:lnTo>
                    <a:pt x="2721655" y="518796"/>
                  </a:lnTo>
                  <a:lnTo>
                    <a:pt x="2650033" y="507571"/>
                  </a:lnTo>
                  <a:lnTo>
                    <a:pt x="2578410" y="496230"/>
                  </a:lnTo>
                  <a:lnTo>
                    <a:pt x="2506788" y="484773"/>
                  </a:lnTo>
                  <a:lnTo>
                    <a:pt x="2435165" y="473198"/>
                  </a:lnTo>
                  <a:lnTo>
                    <a:pt x="2363543" y="461503"/>
                  </a:lnTo>
                  <a:lnTo>
                    <a:pt x="2291920" y="449689"/>
                  </a:lnTo>
                  <a:lnTo>
                    <a:pt x="2220298" y="437752"/>
                  </a:lnTo>
                  <a:lnTo>
                    <a:pt x="2148675" y="425693"/>
                  </a:lnTo>
                  <a:lnTo>
                    <a:pt x="2077053" y="413509"/>
                  </a:lnTo>
                  <a:lnTo>
                    <a:pt x="2005430" y="401200"/>
                  </a:lnTo>
                  <a:lnTo>
                    <a:pt x="1933808" y="388765"/>
                  </a:lnTo>
                  <a:lnTo>
                    <a:pt x="1862185" y="376201"/>
                  </a:lnTo>
                  <a:lnTo>
                    <a:pt x="1790563" y="363508"/>
                  </a:lnTo>
                  <a:lnTo>
                    <a:pt x="1718940" y="350684"/>
                  </a:lnTo>
                  <a:lnTo>
                    <a:pt x="1647318" y="337729"/>
                  </a:lnTo>
                  <a:lnTo>
                    <a:pt x="1575695" y="324640"/>
                  </a:lnTo>
                  <a:lnTo>
                    <a:pt x="1504073" y="311416"/>
                  </a:lnTo>
                  <a:lnTo>
                    <a:pt x="1432450" y="298056"/>
                  </a:lnTo>
                  <a:lnTo>
                    <a:pt x="1360827" y="284558"/>
                  </a:lnTo>
                  <a:lnTo>
                    <a:pt x="1289205" y="270922"/>
                  </a:lnTo>
                  <a:lnTo>
                    <a:pt x="1217582" y="257145"/>
                  </a:lnTo>
                  <a:lnTo>
                    <a:pt x="1145960" y="243226"/>
                  </a:lnTo>
                  <a:lnTo>
                    <a:pt x="1074337" y="229164"/>
                  </a:lnTo>
                  <a:lnTo>
                    <a:pt x="1002715" y="214958"/>
                  </a:lnTo>
                  <a:lnTo>
                    <a:pt x="931092" y="200605"/>
                  </a:lnTo>
                  <a:lnTo>
                    <a:pt x="859470" y="186104"/>
                  </a:lnTo>
                  <a:lnTo>
                    <a:pt x="787847" y="171454"/>
                  </a:lnTo>
                  <a:lnTo>
                    <a:pt x="716225" y="156653"/>
                  </a:lnTo>
                  <a:lnTo>
                    <a:pt x="644602" y="141700"/>
                  </a:lnTo>
                  <a:lnTo>
                    <a:pt x="572980" y="126593"/>
                  </a:lnTo>
                  <a:lnTo>
                    <a:pt x="501357" y="111330"/>
                  </a:lnTo>
                  <a:lnTo>
                    <a:pt x="429735" y="95910"/>
                  </a:lnTo>
                  <a:lnTo>
                    <a:pt x="358112" y="80331"/>
                  </a:lnTo>
                  <a:lnTo>
                    <a:pt x="286490" y="64592"/>
                  </a:lnTo>
                  <a:lnTo>
                    <a:pt x="214867" y="48691"/>
                  </a:lnTo>
                  <a:lnTo>
                    <a:pt x="143245" y="32627"/>
                  </a:lnTo>
                  <a:lnTo>
                    <a:pt x="71622" y="1639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960888" y="2073503"/>
              <a:ext cx="6301791" cy="3152160"/>
            </a:xfrm>
            <a:custGeom>
              <a:avLst/>
              <a:pathLst>
                <a:path w="6301791" h="3152160">
                  <a:moveTo>
                    <a:pt x="0" y="0"/>
                  </a:moveTo>
                  <a:lnTo>
                    <a:pt x="70631" y="90652"/>
                  </a:lnTo>
                  <a:lnTo>
                    <a:pt x="142253" y="180152"/>
                  </a:lnTo>
                  <a:lnTo>
                    <a:pt x="213876" y="267291"/>
                  </a:lnTo>
                  <a:lnTo>
                    <a:pt x="285498" y="352131"/>
                  </a:lnTo>
                  <a:lnTo>
                    <a:pt x="357121" y="434734"/>
                  </a:lnTo>
                  <a:lnTo>
                    <a:pt x="428744" y="515158"/>
                  </a:lnTo>
                  <a:lnTo>
                    <a:pt x="500366" y="593460"/>
                  </a:lnTo>
                  <a:lnTo>
                    <a:pt x="571989" y="669698"/>
                  </a:lnTo>
                  <a:lnTo>
                    <a:pt x="643611" y="743924"/>
                  </a:lnTo>
                  <a:lnTo>
                    <a:pt x="715234" y="816192"/>
                  </a:lnTo>
                  <a:lnTo>
                    <a:pt x="786856" y="886554"/>
                  </a:lnTo>
                  <a:lnTo>
                    <a:pt x="858479" y="955061"/>
                  </a:lnTo>
                  <a:lnTo>
                    <a:pt x="930101" y="1021760"/>
                  </a:lnTo>
                  <a:lnTo>
                    <a:pt x="1001724" y="1086700"/>
                  </a:lnTo>
                  <a:lnTo>
                    <a:pt x="1073346" y="1149927"/>
                  </a:lnTo>
                  <a:lnTo>
                    <a:pt x="1144969" y="1211486"/>
                  </a:lnTo>
                  <a:lnTo>
                    <a:pt x="1216591" y="1271421"/>
                  </a:lnTo>
                  <a:lnTo>
                    <a:pt x="1288214" y="1329776"/>
                  </a:lnTo>
                  <a:lnTo>
                    <a:pt x="1359836" y="1386591"/>
                  </a:lnTo>
                  <a:lnTo>
                    <a:pt x="1431459" y="1441908"/>
                  </a:lnTo>
                  <a:lnTo>
                    <a:pt x="1503081" y="1495766"/>
                  </a:lnTo>
                  <a:lnTo>
                    <a:pt x="1574704" y="1548203"/>
                  </a:lnTo>
                  <a:lnTo>
                    <a:pt x="1646326" y="1599257"/>
                  </a:lnTo>
                  <a:lnTo>
                    <a:pt x="1717949" y="1648964"/>
                  </a:lnTo>
                  <a:lnTo>
                    <a:pt x="1789572" y="1697360"/>
                  </a:lnTo>
                  <a:lnTo>
                    <a:pt x="1861194" y="1744479"/>
                  </a:lnTo>
                  <a:lnTo>
                    <a:pt x="1932817" y="1790356"/>
                  </a:lnTo>
                  <a:lnTo>
                    <a:pt x="2004439" y="1835023"/>
                  </a:lnTo>
                  <a:lnTo>
                    <a:pt x="2076062" y="1878511"/>
                  </a:lnTo>
                  <a:lnTo>
                    <a:pt x="2147684" y="1920853"/>
                  </a:lnTo>
                  <a:lnTo>
                    <a:pt x="2219307" y="1962077"/>
                  </a:lnTo>
                  <a:lnTo>
                    <a:pt x="2290929" y="2002214"/>
                  </a:lnTo>
                  <a:lnTo>
                    <a:pt x="2362552" y="2041293"/>
                  </a:lnTo>
                  <a:lnTo>
                    <a:pt x="2434174" y="2079340"/>
                  </a:lnTo>
                  <a:lnTo>
                    <a:pt x="2505797" y="2116384"/>
                  </a:lnTo>
                  <a:lnTo>
                    <a:pt x="2577419" y="2152451"/>
                  </a:lnTo>
                  <a:lnTo>
                    <a:pt x="2649042" y="2187567"/>
                  </a:lnTo>
                  <a:lnTo>
                    <a:pt x="2720664" y="2221756"/>
                  </a:lnTo>
                  <a:lnTo>
                    <a:pt x="2792287" y="2255044"/>
                  </a:lnTo>
                  <a:lnTo>
                    <a:pt x="2863909" y="2287453"/>
                  </a:lnTo>
                  <a:lnTo>
                    <a:pt x="2935532" y="2319008"/>
                  </a:lnTo>
                  <a:lnTo>
                    <a:pt x="3007154" y="2349730"/>
                  </a:lnTo>
                  <a:lnTo>
                    <a:pt x="3078777" y="2379642"/>
                  </a:lnTo>
                  <a:lnTo>
                    <a:pt x="3150400" y="2408765"/>
                  </a:lnTo>
                  <a:lnTo>
                    <a:pt x="3222022" y="2437120"/>
                  </a:lnTo>
                  <a:lnTo>
                    <a:pt x="3293645" y="2464727"/>
                  </a:lnTo>
                  <a:lnTo>
                    <a:pt x="3365267" y="2491606"/>
                  </a:lnTo>
                  <a:lnTo>
                    <a:pt x="3436890" y="2517775"/>
                  </a:lnTo>
                  <a:lnTo>
                    <a:pt x="3508512" y="2543255"/>
                  </a:lnTo>
                  <a:lnTo>
                    <a:pt x="3580135" y="2568062"/>
                  </a:lnTo>
                  <a:lnTo>
                    <a:pt x="3651757" y="2592215"/>
                  </a:lnTo>
                  <a:lnTo>
                    <a:pt x="3723380" y="2615731"/>
                  </a:lnTo>
                  <a:lnTo>
                    <a:pt x="3795002" y="2638627"/>
                  </a:lnTo>
                  <a:lnTo>
                    <a:pt x="3866625" y="2660919"/>
                  </a:lnTo>
                  <a:lnTo>
                    <a:pt x="3938247" y="2682622"/>
                  </a:lnTo>
                  <a:lnTo>
                    <a:pt x="4009870" y="2703754"/>
                  </a:lnTo>
                  <a:lnTo>
                    <a:pt x="4081492" y="2724328"/>
                  </a:lnTo>
                  <a:lnTo>
                    <a:pt x="4153115" y="2744359"/>
                  </a:lnTo>
                  <a:lnTo>
                    <a:pt x="4224737" y="2763862"/>
                  </a:lnTo>
                  <a:lnTo>
                    <a:pt x="4296360" y="2782850"/>
                  </a:lnTo>
                  <a:lnTo>
                    <a:pt x="4367982" y="2801338"/>
                  </a:lnTo>
                  <a:lnTo>
                    <a:pt x="4439605" y="2819337"/>
                  </a:lnTo>
                  <a:lnTo>
                    <a:pt x="4511228" y="2836863"/>
                  </a:lnTo>
                  <a:lnTo>
                    <a:pt x="4582850" y="2853925"/>
                  </a:lnTo>
                  <a:lnTo>
                    <a:pt x="4654473" y="2870538"/>
                  </a:lnTo>
                  <a:lnTo>
                    <a:pt x="4726095" y="2886713"/>
                  </a:lnTo>
                  <a:lnTo>
                    <a:pt x="4797718" y="2902461"/>
                  </a:lnTo>
                  <a:lnTo>
                    <a:pt x="4869340" y="2917793"/>
                  </a:lnTo>
                  <a:lnTo>
                    <a:pt x="4940963" y="2932722"/>
                  </a:lnTo>
                  <a:lnTo>
                    <a:pt x="5012585" y="2947256"/>
                  </a:lnTo>
                  <a:lnTo>
                    <a:pt x="5084208" y="2961407"/>
                  </a:lnTo>
                  <a:lnTo>
                    <a:pt x="5155830" y="2975185"/>
                  </a:lnTo>
                  <a:lnTo>
                    <a:pt x="5227453" y="2988599"/>
                  </a:lnTo>
                  <a:lnTo>
                    <a:pt x="5299075" y="3001660"/>
                  </a:lnTo>
                  <a:lnTo>
                    <a:pt x="5370698" y="3014376"/>
                  </a:lnTo>
                  <a:lnTo>
                    <a:pt x="5442320" y="3026756"/>
                  </a:lnTo>
                  <a:lnTo>
                    <a:pt x="5513943" y="3038810"/>
                  </a:lnTo>
                  <a:lnTo>
                    <a:pt x="5585565" y="3050546"/>
                  </a:lnTo>
                  <a:lnTo>
                    <a:pt x="5657188" y="3061973"/>
                  </a:lnTo>
                  <a:lnTo>
                    <a:pt x="5728810" y="3073098"/>
                  </a:lnTo>
                  <a:lnTo>
                    <a:pt x="5800433" y="3083930"/>
                  </a:lnTo>
                  <a:lnTo>
                    <a:pt x="5872056" y="3094476"/>
                  </a:lnTo>
                  <a:lnTo>
                    <a:pt x="5943678" y="3104744"/>
                  </a:lnTo>
                  <a:lnTo>
                    <a:pt x="6015301" y="3114741"/>
                  </a:lnTo>
                  <a:lnTo>
                    <a:pt x="6086923" y="3124474"/>
                  </a:lnTo>
                  <a:lnTo>
                    <a:pt x="6158546" y="3133950"/>
                  </a:lnTo>
                  <a:lnTo>
                    <a:pt x="6230168" y="3143177"/>
                  </a:lnTo>
                  <a:lnTo>
                    <a:pt x="6301791" y="315216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1.39 (1.13-1.69), p_Bonf = 0.009 (n = 6)  |  per IQR decline (Δ = 23.1): 2.13 (1.33-3.38)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2026-09-28T16:51:10Z</dcterms:modified>
  <cp:category/>
</cp:coreProperties>
</file>