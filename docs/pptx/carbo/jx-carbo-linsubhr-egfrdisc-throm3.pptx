
<file path=[Content_Types].xml><?xml version="1.0" encoding="utf-8"?>
<Types xmlns="http://schemas.openxmlformats.org/package/2006/content-types">
  <Default Extension="xml" ContentType="application/xml"/>
  <Default Extension="jpeg" ContentType="image/jpeg"/>
  <Default Extension="bin" ContentType="application/vnd.openxmlformats-officedocument.presentationml.printerSettings"/>
  <Default Extension="rels" ContentType="application/vnd.openxmlformats-package.relationships+xml"/>
  <Default Extension="gif" ContentType="image/gif"/>
  <Default Extension="png" ContentType="image/png"/>
  <Default Extension="svg" ContentType="image/svg+xml"/>
  <Default Extension="bmp" ContentType="image/bmp"/>
  <Default Extension="emf" ContentType="image/x-emf"/>
  <Default Extension="wmf" ContentType="image/x-wmf"/>
  <Default Extension="tiff" ContentType="image/tiff"/>
  <Default Extension="jpg" ContentType="application/octet-stream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tags/tag1.xml" ContentType="application/vnd.openxmlformats-officedocument.presentationml.tags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  <Override PartName="/ppt/slides/slide1.xml" ContentType="application/vnd.openxmlformats-officedocument.presentationml.slide+xml"/>
</Types>
</file>

<file path=_rels/.rels><?xml version="1.0" encoding="UTF-8" standalone="yes"?>

<Relationships  xmlns="http://schemas.openxmlformats.org/package/2006/relationships">
<Relationship Id="rId3" Type="http://schemas.openxmlformats.org/package/2006/relationships/metadata/core-properties" Target="docProps/core.xml"/>
<Relationship Id="rId4" Type="http://schemas.openxmlformats.org/officeDocument/2006/relationships/extended-properties" Target="docProps/app.xml"/>
<Relationship Id="rId1" Type="http://schemas.openxmlformats.org/officeDocument/2006/relationships/officeDocument" Target="ppt/presentation.xml"/>
<Relationship Id="rId2" Type="http://schemas.openxmlformats.org/package/2006/relationships/metadata/thumbnail" Target="docProps/thumbnail.jpeg"/>
</Relationships>
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8"/>
  </p:sldIdLst>
  <p:sldSz cx="9144000" cy="6858000" type="screen4x3"/>
  <p:notesSz cx="6858000" cy="9144000"/>
  <p:custDataLst>
    <p:tags r:id="rId3"/>
  </p:custDataLst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>
      <p:cViewPr varScale="1">
        <p:scale>
          <a:sx n="92" d="100"/>
          <a:sy n="92" d="100"/>
        </p:scale>
        <p:origin x="-1376" y="-104"/>
      </p:cViewPr>
      <p:guideLst>
        <p:guide orient="horz" pos="2160"/>
        <p:guide pos="2880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

<Relationships  xmlns="http://schemas.openxmlformats.org/package/2006/relationships">
<Relationship Id="rId3" Type="http://schemas.openxmlformats.org/officeDocument/2006/relationships/tags" Target="tags/tag1.xml"/>
<Relationship Id="rId4" Type="http://schemas.openxmlformats.org/officeDocument/2006/relationships/presProps" Target="presProps.xml"/>
<Relationship Id="rId5" Type="http://schemas.openxmlformats.org/officeDocument/2006/relationships/viewProps" Target="viewProps.xml"/>
<Relationship Id="rId6" Type="http://schemas.openxmlformats.org/officeDocument/2006/relationships/theme" Target="theme/theme1.xml"/>
<Relationship Id="rId7" Type="http://schemas.openxmlformats.org/officeDocument/2006/relationships/tableStyles" Target="tableStyles.xml"/>
<Relationship Id="rId1" Type="http://schemas.openxmlformats.org/officeDocument/2006/relationships/slideMaster" Target="slideMasters/slideMaster1.xml"/>
<Relationship Id="rId2" Type="http://schemas.openxmlformats.org/officeDocument/2006/relationships/printerSettings" Target="printerSettings/printerSettings1.bin"/>
<Relationship Id="rId8" Type="http://schemas.openxmlformats.org/officeDocument/2006/relationships/slide" Target="slides/slide1.xml"/>
</Relationships>
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21488113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1576982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43154558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68392282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120349123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38580797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55996059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theme" Target="../theme/theme1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0782362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</p:sldLayoutIdLst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/Relationships>
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 xmlns:pic="http://schemas.openxmlformats.org/drawingml/2006/picture">
        <p:nvGrpSpPr>
          <p:cNvPr id="2" name="Content Placeholder 2"/>
          <p:cNvGrpSpPr/>
          <p:nvPr/>
        </p:nvGrpSpPr>
        <p:grpSpPr>
          <a:xfrm>
            <a:off x="457200" y="1600200"/>
            <a:ext cx="8229600" cy="4525963"/>
            <a:chOff x="457200" y="1600200"/>
            <a:chExt cx="8229600" cy="4525963"/>
          </a:xfrm>
        </p:grpSpPr>
        <p:sp>
          <p:nvSpPr>
            <p:cNvPr id="3" name="rc3"/>
            <p:cNvSpPr/>
            <p:nvPr/>
          </p:nvSpPr>
          <p:spPr>
            <a:xfrm>
              <a:off x="457200" y="1600200"/>
              <a:ext cx="8229600" cy="4525962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 w="9525" cap="rnd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" name="pl4"/>
            <p:cNvSpPr/>
            <p:nvPr/>
          </p:nvSpPr>
          <p:spPr>
            <a:xfrm>
              <a:off x="817517" y="5142518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" name="pl5"/>
            <p:cNvSpPr/>
            <p:nvPr/>
          </p:nvSpPr>
          <p:spPr>
            <a:xfrm>
              <a:off x="817517" y="4313054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" name="pl6"/>
            <p:cNvSpPr/>
            <p:nvPr/>
          </p:nvSpPr>
          <p:spPr>
            <a:xfrm>
              <a:off x="817517" y="3483591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" name="pl7"/>
            <p:cNvSpPr/>
            <p:nvPr/>
          </p:nvSpPr>
          <p:spPr>
            <a:xfrm>
              <a:off x="817517" y="2654127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" name="pl8"/>
            <p:cNvSpPr/>
            <p:nvPr/>
          </p:nvSpPr>
          <p:spPr>
            <a:xfrm>
              <a:off x="1470390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" name="pl9"/>
            <p:cNvSpPr/>
            <p:nvPr/>
          </p:nvSpPr>
          <p:spPr>
            <a:xfrm>
              <a:off x="3216530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" name="pl10"/>
            <p:cNvSpPr/>
            <p:nvPr/>
          </p:nvSpPr>
          <p:spPr>
            <a:xfrm>
              <a:off x="4962671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" name="pl11"/>
            <p:cNvSpPr/>
            <p:nvPr/>
          </p:nvSpPr>
          <p:spPr>
            <a:xfrm>
              <a:off x="6708811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" name="pl12"/>
            <p:cNvSpPr/>
            <p:nvPr/>
          </p:nvSpPr>
          <p:spPr>
            <a:xfrm>
              <a:off x="8454952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" name="pl13"/>
            <p:cNvSpPr/>
            <p:nvPr/>
          </p:nvSpPr>
          <p:spPr>
            <a:xfrm>
              <a:off x="817517" y="5557249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" name="pl14"/>
            <p:cNvSpPr/>
            <p:nvPr/>
          </p:nvSpPr>
          <p:spPr>
            <a:xfrm>
              <a:off x="817517" y="4727786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" name="pl15"/>
            <p:cNvSpPr/>
            <p:nvPr/>
          </p:nvSpPr>
          <p:spPr>
            <a:xfrm>
              <a:off x="817517" y="3898322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" name="pl16"/>
            <p:cNvSpPr/>
            <p:nvPr/>
          </p:nvSpPr>
          <p:spPr>
            <a:xfrm>
              <a:off x="817517" y="3068859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" name="pl17"/>
            <p:cNvSpPr/>
            <p:nvPr/>
          </p:nvSpPr>
          <p:spPr>
            <a:xfrm>
              <a:off x="817517" y="2239395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" name="pl18"/>
            <p:cNvSpPr/>
            <p:nvPr/>
          </p:nvSpPr>
          <p:spPr>
            <a:xfrm>
              <a:off x="2343460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" name="pl19"/>
            <p:cNvSpPr/>
            <p:nvPr/>
          </p:nvSpPr>
          <p:spPr>
            <a:xfrm>
              <a:off x="4089600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" name="pl20"/>
            <p:cNvSpPr/>
            <p:nvPr/>
          </p:nvSpPr>
          <p:spPr>
            <a:xfrm>
              <a:off x="5835741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" name="pl21"/>
            <p:cNvSpPr/>
            <p:nvPr/>
          </p:nvSpPr>
          <p:spPr>
            <a:xfrm>
              <a:off x="7581882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" name="pg22"/>
            <p:cNvSpPr/>
            <p:nvPr/>
          </p:nvSpPr>
          <p:spPr>
            <a:xfrm>
              <a:off x="1172049" y="2073503"/>
              <a:ext cx="7090630" cy="3295394"/>
            </a:xfrm>
            <a:custGeom>
              <a:avLst/>
              <a:pathLst>
                <a:path w="7090630" h="3295394">
                  <a:moveTo>
                    <a:pt x="2256160" y="0"/>
                  </a:moveTo>
                  <a:lnTo>
                    <a:pt x="2291920" y="75166"/>
                  </a:lnTo>
                  <a:lnTo>
                    <a:pt x="2363543" y="219346"/>
                  </a:lnTo>
                  <a:lnTo>
                    <a:pt x="2435165" y="357428"/>
                  </a:lnTo>
                  <a:lnTo>
                    <a:pt x="2506788" y="489669"/>
                  </a:lnTo>
                  <a:lnTo>
                    <a:pt x="2578410" y="616317"/>
                  </a:lnTo>
                  <a:lnTo>
                    <a:pt x="2650033" y="737607"/>
                  </a:lnTo>
                  <a:lnTo>
                    <a:pt x="2721655" y="853767"/>
                  </a:lnTo>
                  <a:lnTo>
                    <a:pt x="2793278" y="965013"/>
                  </a:lnTo>
                  <a:lnTo>
                    <a:pt x="2864901" y="1071554"/>
                  </a:lnTo>
                  <a:lnTo>
                    <a:pt x="2936523" y="1173588"/>
                  </a:lnTo>
                  <a:lnTo>
                    <a:pt x="3008146" y="1271306"/>
                  </a:lnTo>
                  <a:lnTo>
                    <a:pt x="3079768" y="1364890"/>
                  </a:lnTo>
                  <a:lnTo>
                    <a:pt x="3151391" y="1454516"/>
                  </a:lnTo>
                  <a:lnTo>
                    <a:pt x="3223013" y="1540351"/>
                  </a:lnTo>
                  <a:lnTo>
                    <a:pt x="3294636" y="1622556"/>
                  </a:lnTo>
                  <a:lnTo>
                    <a:pt x="3366258" y="1701283"/>
                  </a:lnTo>
                  <a:lnTo>
                    <a:pt x="3437881" y="1776680"/>
                  </a:lnTo>
                  <a:lnTo>
                    <a:pt x="3509503" y="1848887"/>
                  </a:lnTo>
                  <a:lnTo>
                    <a:pt x="3581126" y="1918041"/>
                  </a:lnTo>
                  <a:lnTo>
                    <a:pt x="3652748" y="1984269"/>
                  </a:lnTo>
                  <a:lnTo>
                    <a:pt x="3724371" y="2047696"/>
                  </a:lnTo>
                  <a:lnTo>
                    <a:pt x="3795993" y="2108440"/>
                  </a:lnTo>
                  <a:lnTo>
                    <a:pt x="3867616" y="2166614"/>
                  </a:lnTo>
                  <a:lnTo>
                    <a:pt x="3939238" y="2222328"/>
                  </a:lnTo>
                  <a:lnTo>
                    <a:pt x="4010861" y="2275685"/>
                  </a:lnTo>
                  <a:lnTo>
                    <a:pt x="4082483" y="2326785"/>
                  </a:lnTo>
                  <a:lnTo>
                    <a:pt x="4154106" y="2375724"/>
                  </a:lnTo>
                  <a:lnTo>
                    <a:pt x="4225729" y="2422593"/>
                  </a:lnTo>
                  <a:lnTo>
                    <a:pt x="4297351" y="2467479"/>
                  </a:lnTo>
                  <a:lnTo>
                    <a:pt x="4368974" y="2510466"/>
                  </a:lnTo>
                  <a:lnTo>
                    <a:pt x="4440596" y="2551635"/>
                  </a:lnTo>
                  <a:lnTo>
                    <a:pt x="4512219" y="2591063"/>
                  </a:lnTo>
                  <a:lnTo>
                    <a:pt x="4583841" y="2628823"/>
                  </a:lnTo>
                  <a:lnTo>
                    <a:pt x="4655464" y="2656832"/>
                  </a:lnTo>
                  <a:lnTo>
                    <a:pt x="4727086" y="2665258"/>
                  </a:lnTo>
                  <a:lnTo>
                    <a:pt x="4798709" y="2673598"/>
                  </a:lnTo>
                  <a:lnTo>
                    <a:pt x="4870331" y="2681854"/>
                  </a:lnTo>
                  <a:lnTo>
                    <a:pt x="4941954" y="2690025"/>
                  </a:lnTo>
                  <a:lnTo>
                    <a:pt x="5013576" y="2698113"/>
                  </a:lnTo>
                  <a:lnTo>
                    <a:pt x="5085199" y="2706119"/>
                  </a:lnTo>
                  <a:lnTo>
                    <a:pt x="5156821" y="2714043"/>
                  </a:lnTo>
                  <a:lnTo>
                    <a:pt x="5228444" y="2721886"/>
                  </a:lnTo>
                  <a:lnTo>
                    <a:pt x="5300066" y="2729650"/>
                  </a:lnTo>
                  <a:lnTo>
                    <a:pt x="5371689" y="2737334"/>
                  </a:lnTo>
                  <a:lnTo>
                    <a:pt x="5443311" y="2744940"/>
                  </a:lnTo>
                  <a:lnTo>
                    <a:pt x="5514934" y="2752468"/>
                  </a:lnTo>
                  <a:lnTo>
                    <a:pt x="5586557" y="2759920"/>
                  </a:lnTo>
                  <a:lnTo>
                    <a:pt x="5658179" y="2767296"/>
                  </a:lnTo>
                  <a:lnTo>
                    <a:pt x="5729802" y="2774597"/>
                  </a:lnTo>
                  <a:lnTo>
                    <a:pt x="5801424" y="2781823"/>
                  </a:lnTo>
                  <a:lnTo>
                    <a:pt x="5873047" y="2788976"/>
                  </a:lnTo>
                  <a:lnTo>
                    <a:pt x="5944669" y="2796055"/>
                  </a:lnTo>
                  <a:lnTo>
                    <a:pt x="6016292" y="2803063"/>
                  </a:lnTo>
                  <a:lnTo>
                    <a:pt x="6087914" y="2809999"/>
                  </a:lnTo>
                  <a:lnTo>
                    <a:pt x="6159537" y="2816865"/>
                  </a:lnTo>
                  <a:lnTo>
                    <a:pt x="6231159" y="2823660"/>
                  </a:lnTo>
                  <a:lnTo>
                    <a:pt x="6302782" y="2830387"/>
                  </a:lnTo>
                  <a:lnTo>
                    <a:pt x="6374404" y="2837044"/>
                  </a:lnTo>
                  <a:lnTo>
                    <a:pt x="6446027" y="2843634"/>
                  </a:lnTo>
                  <a:lnTo>
                    <a:pt x="6517649" y="2850157"/>
                  </a:lnTo>
                  <a:lnTo>
                    <a:pt x="6589272" y="2856613"/>
                  </a:lnTo>
                  <a:lnTo>
                    <a:pt x="6660894" y="2863004"/>
                  </a:lnTo>
                  <a:lnTo>
                    <a:pt x="6732517" y="2869329"/>
                  </a:lnTo>
                  <a:lnTo>
                    <a:pt x="6804139" y="2875590"/>
                  </a:lnTo>
                  <a:lnTo>
                    <a:pt x="6875762" y="2881787"/>
                  </a:lnTo>
                  <a:lnTo>
                    <a:pt x="6947385" y="2887921"/>
                  </a:lnTo>
                  <a:lnTo>
                    <a:pt x="7019007" y="2893993"/>
                  </a:lnTo>
                  <a:lnTo>
                    <a:pt x="7090630" y="2900002"/>
                  </a:lnTo>
                  <a:lnTo>
                    <a:pt x="7090630" y="3295394"/>
                  </a:lnTo>
                  <a:lnTo>
                    <a:pt x="7019007" y="3287075"/>
                  </a:lnTo>
                  <a:lnTo>
                    <a:pt x="6947385" y="3278389"/>
                  </a:lnTo>
                  <a:lnTo>
                    <a:pt x="6875762" y="3269319"/>
                  </a:lnTo>
                  <a:lnTo>
                    <a:pt x="6804139" y="3259848"/>
                  </a:lnTo>
                  <a:lnTo>
                    <a:pt x="6732517" y="3249959"/>
                  </a:lnTo>
                  <a:lnTo>
                    <a:pt x="6660894" y="3239633"/>
                  </a:lnTo>
                  <a:lnTo>
                    <a:pt x="6589272" y="3228851"/>
                  </a:lnTo>
                  <a:lnTo>
                    <a:pt x="6517649" y="3217593"/>
                  </a:lnTo>
                  <a:lnTo>
                    <a:pt x="6446027" y="3205838"/>
                  </a:lnTo>
                  <a:lnTo>
                    <a:pt x="6374404" y="3193563"/>
                  </a:lnTo>
                  <a:lnTo>
                    <a:pt x="6302782" y="3180746"/>
                  </a:lnTo>
                  <a:lnTo>
                    <a:pt x="6231159" y="3167364"/>
                  </a:lnTo>
                  <a:lnTo>
                    <a:pt x="6159537" y="3153390"/>
                  </a:lnTo>
                  <a:lnTo>
                    <a:pt x="6087914" y="3138799"/>
                  </a:lnTo>
                  <a:lnTo>
                    <a:pt x="6016292" y="3123563"/>
                  </a:lnTo>
                  <a:lnTo>
                    <a:pt x="5944669" y="3107655"/>
                  </a:lnTo>
                  <a:lnTo>
                    <a:pt x="5873047" y="3091044"/>
                  </a:lnTo>
                  <a:lnTo>
                    <a:pt x="5801424" y="3073699"/>
                  </a:lnTo>
                  <a:lnTo>
                    <a:pt x="5729802" y="3055588"/>
                  </a:lnTo>
                  <a:lnTo>
                    <a:pt x="5658179" y="3036677"/>
                  </a:lnTo>
                  <a:lnTo>
                    <a:pt x="5586557" y="3016932"/>
                  </a:lnTo>
                  <a:lnTo>
                    <a:pt x="5514934" y="2996313"/>
                  </a:lnTo>
                  <a:lnTo>
                    <a:pt x="5443311" y="2974785"/>
                  </a:lnTo>
                  <a:lnTo>
                    <a:pt x="5371689" y="2952305"/>
                  </a:lnTo>
                  <a:lnTo>
                    <a:pt x="5300066" y="2928833"/>
                  </a:lnTo>
                  <a:lnTo>
                    <a:pt x="5228444" y="2904323"/>
                  </a:lnTo>
                  <a:lnTo>
                    <a:pt x="5156821" y="2878732"/>
                  </a:lnTo>
                  <a:lnTo>
                    <a:pt x="5085199" y="2852010"/>
                  </a:lnTo>
                  <a:lnTo>
                    <a:pt x="5013576" y="2824108"/>
                  </a:lnTo>
                  <a:lnTo>
                    <a:pt x="4941954" y="2794973"/>
                  </a:lnTo>
                  <a:lnTo>
                    <a:pt x="4870331" y="2764551"/>
                  </a:lnTo>
                  <a:lnTo>
                    <a:pt x="4798709" y="2732786"/>
                  </a:lnTo>
                  <a:lnTo>
                    <a:pt x="4727086" y="2699618"/>
                  </a:lnTo>
                  <a:lnTo>
                    <a:pt x="4655464" y="2664985"/>
                  </a:lnTo>
                  <a:lnTo>
                    <a:pt x="4583841" y="2648319"/>
                  </a:lnTo>
                  <a:lnTo>
                    <a:pt x="4512219" y="2639718"/>
                  </a:lnTo>
                  <a:lnTo>
                    <a:pt x="4440596" y="2631029"/>
                  </a:lnTo>
                  <a:lnTo>
                    <a:pt x="4368974" y="2622250"/>
                  </a:lnTo>
                  <a:lnTo>
                    <a:pt x="4297351" y="2613381"/>
                  </a:lnTo>
                  <a:lnTo>
                    <a:pt x="4225729" y="2604421"/>
                  </a:lnTo>
                  <a:lnTo>
                    <a:pt x="4154106" y="2595368"/>
                  </a:lnTo>
                  <a:lnTo>
                    <a:pt x="4082483" y="2586222"/>
                  </a:lnTo>
                  <a:lnTo>
                    <a:pt x="4010861" y="2576982"/>
                  </a:lnTo>
                  <a:lnTo>
                    <a:pt x="3939238" y="2567647"/>
                  </a:lnTo>
                  <a:lnTo>
                    <a:pt x="3867616" y="2558216"/>
                  </a:lnTo>
                  <a:lnTo>
                    <a:pt x="3795993" y="2548688"/>
                  </a:lnTo>
                  <a:lnTo>
                    <a:pt x="3724371" y="2539061"/>
                  </a:lnTo>
                  <a:lnTo>
                    <a:pt x="3652748" y="2529336"/>
                  </a:lnTo>
                  <a:lnTo>
                    <a:pt x="3581126" y="2519510"/>
                  </a:lnTo>
                  <a:lnTo>
                    <a:pt x="3509503" y="2509583"/>
                  </a:lnTo>
                  <a:lnTo>
                    <a:pt x="3437881" y="2499554"/>
                  </a:lnTo>
                  <a:lnTo>
                    <a:pt x="3366258" y="2489422"/>
                  </a:lnTo>
                  <a:lnTo>
                    <a:pt x="3294636" y="2479186"/>
                  </a:lnTo>
                  <a:lnTo>
                    <a:pt x="3223013" y="2468844"/>
                  </a:lnTo>
                  <a:lnTo>
                    <a:pt x="3151391" y="2458395"/>
                  </a:lnTo>
                  <a:lnTo>
                    <a:pt x="3079768" y="2447839"/>
                  </a:lnTo>
                  <a:lnTo>
                    <a:pt x="3008146" y="2437175"/>
                  </a:lnTo>
                  <a:lnTo>
                    <a:pt x="2936523" y="2426400"/>
                  </a:lnTo>
                  <a:lnTo>
                    <a:pt x="2864901" y="2415515"/>
                  </a:lnTo>
                  <a:lnTo>
                    <a:pt x="2793278" y="2404518"/>
                  </a:lnTo>
                  <a:lnTo>
                    <a:pt x="2721655" y="2393407"/>
                  </a:lnTo>
                  <a:lnTo>
                    <a:pt x="2650033" y="2382182"/>
                  </a:lnTo>
                  <a:lnTo>
                    <a:pt x="2578410" y="2370841"/>
                  </a:lnTo>
                  <a:lnTo>
                    <a:pt x="2506788" y="2359384"/>
                  </a:lnTo>
                  <a:lnTo>
                    <a:pt x="2435165" y="2347809"/>
                  </a:lnTo>
                  <a:lnTo>
                    <a:pt x="2363543" y="2336114"/>
                  </a:lnTo>
                  <a:lnTo>
                    <a:pt x="2291920" y="2324300"/>
                  </a:lnTo>
                  <a:lnTo>
                    <a:pt x="2220298" y="2312363"/>
                  </a:lnTo>
                  <a:lnTo>
                    <a:pt x="2148675" y="2300304"/>
                  </a:lnTo>
                  <a:lnTo>
                    <a:pt x="2077053" y="2288120"/>
                  </a:lnTo>
                  <a:lnTo>
                    <a:pt x="2005430" y="2275811"/>
                  </a:lnTo>
                  <a:lnTo>
                    <a:pt x="1933808" y="2263376"/>
                  </a:lnTo>
                  <a:lnTo>
                    <a:pt x="1862185" y="2250812"/>
                  </a:lnTo>
                  <a:lnTo>
                    <a:pt x="1790563" y="2238119"/>
                  </a:lnTo>
                  <a:lnTo>
                    <a:pt x="1718940" y="2225295"/>
                  </a:lnTo>
                  <a:lnTo>
                    <a:pt x="1647318" y="2212340"/>
                  </a:lnTo>
                  <a:lnTo>
                    <a:pt x="1575695" y="2199251"/>
                  </a:lnTo>
                  <a:lnTo>
                    <a:pt x="1504073" y="2186027"/>
                  </a:lnTo>
                  <a:lnTo>
                    <a:pt x="1432450" y="2172667"/>
                  </a:lnTo>
                  <a:lnTo>
                    <a:pt x="1360827" y="2159169"/>
                  </a:lnTo>
                  <a:lnTo>
                    <a:pt x="1289205" y="2145533"/>
                  </a:lnTo>
                  <a:lnTo>
                    <a:pt x="1217582" y="2131756"/>
                  </a:lnTo>
                  <a:lnTo>
                    <a:pt x="1145960" y="2117837"/>
                  </a:lnTo>
                  <a:lnTo>
                    <a:pt x="1074337" y="2103775"/>
                  </a:lnTo>
                  <a:lnTo>
                    <a:pt x="1002715" y="2089569"/>
                  </a:lnTo>
                  <a:lnTo>
                    <a:pt x="931092" y="2075216"/>
                  </a:lnTo>
                  <a:lnTo>
                    <a:pt x="859470" y="2060715"/>
                  </a:lnTo>
                  <a:lnTo>
                    <a:pt x="787847" y="2046065"/>
                  </a:lnTo>
                  <a:lnTo>
                    <a:pt x="716225" y="2031264"/>
                  </a:lnTo>
                  <a:lnTo>
                    <a:pt x="644602" y="2016311"/>
                  </a:lnTo>
                  <a:lnTo>
                    <a:pt x="572980" y="2001204"/>
                  </a:lnTo>
                  <a:lnTo>
                    <a:pt x="501357" y="1985941"/>
                  </a:lnTo>
                  <a:lnTo>
                    <a:pt x="429735" y="1970521"/>
                  </a:lnTo>
                  <a:lnTo>
                    <a:pt x="358112" y="1954942"/>
                  </a:lnTo>
                  <a:lnTo>
                    <a:pt x="286490" y="1939203"/>
                  </a:lnTo>
                  <a:lnTo>
                    <a:pt x="214867" y="1923302"/>
                  </a:lnTo>
                  <a:lnTo>
                    <a:pt x="143245" y="1907238"/>
                  </a:lnTo>
                  <a:lnTo>
                    <a:pt x="71622" y="1891008"/>
                  </a:lnTo>
                  <a:lnTo>
                    <a:pt x="0" y="1874611"/>
                  </a:lnTo>
                  <a:close/>
                </a:path>
              </a:pathLst>
            </a:custGeom>
            <a:solidFill>
              <a:srgbClr val="FF8C00">
                <a:alpha val="20000"/>
              </a:srgbClr>
            </a:solidFill>
          </p:spPr>
          <p:txBody>
            <a:bodyPr/>
            <a:lstStyle/>
            <a:p/>
          </p:txBody>
        </p:sp>
        <p:sp>
          <p:nvSpPr>
            <p:cNvPr id="23" name="pl23"/>
            <p:cNvSpPr/>
            <p:nvPr/>
          </p:nvSpPr>
          <p:spPr>
            <a:xfrm>
              <a:off x="3428210" y="2073503"/>
              <a:ext cx="4834469" cy="2900002"/>
            </a:xfrm>
            <a:custGeom>
              <a:avLst/>
              <a:pathLst>
                <a:path w="4834469" h="2900002">
                  <a:moveTo>
                    <a:pt x="0" y="0"/>
                  </a:moveTo>
                  <a:lnTo>
                    <a:pt x="35759" y="75166"/>
                  </a:lnTo>
                  <a:lnTo>
                    <a:pt x="107382" y="219346"/>
                  </a:lnTo>
                  <a:lnTo>
                    <a:pt x="179004" y="357428"/>
                  </a:lnTo>
                  <a:lnTo>
                    <a:pt x="250627" y="489669"/>
                  </a:lnTo>
                  <a:lnTo>
                    <a:pt x="322249" y="616317"/>
                  </a:lnTo>
                  <a:lnTo>
                    <a:pt x="393872" y="737607"/>
                  </a:lnTo>
                  <a:lnTo>
                    <a:pt x="465495" y="853767"/>
                  </a:lnTo>
                  <a:lnTo>
                    <a:pt x="537117" y="965013"/>
                  </a:lnTo>
                  <a:lnTo>
                    <a:pt x="608740" y="1071554"/>
                  </a:lnTo>
                  <a:lnTo>
                    <a:pt x="680362" y="1173588"/>
                  </a:lnTo>
                  <a:lnTo>
                    <a:pt x="751985" y="1271306"/>
                  </a:lnTo>
                  <a:lnTo>
                    <a:pt x="823607" y="1364890"/>
                  </a:lnTo>
                  <a:lnTo>
                    <a:pt x="895230" y="1454516"/>
                  </a:lnTo>
                  <a:lnTo>
                    <a:pt x="966852" y="1540351"/>
                  </a:lnTo>
                  <a:lnTo>
                    <a:pt x="1038475" y="1622556"/>
                  </a:lnTo>
                  <a:lnTo>
                    <a:pt x="1110097" y="1701283"/>
                  </a:lnTo>
                  <a:lnTo>
                    <a:pt x="1181720" y="1776680"/>
                  </a:lnTo>
                  <a:lnTo>
                    <a:pt x="1253342" y="1848887"/>
                  </a:lnTo>
                  <a:lnTo>
                    <a:pt x="1324965" y="1918041"/>
                  </a:lnTo>
                  <a:lnTo>
                    <a:pt x="1396587" y="1984269"/>
                  </a:lnTo>
                  <a:lnTo>
                    <a:pt x="1468210" y="2047696"/>
                  </a:lnTo>
                  <a:lnTo>
                    <a:pt x="1539832" y="2108440"/>
                  </a:lnTo>
                  <a:lnTo>
                    <a:pt x="1611455" y="2166614"/>
                  </a:lnTo>
                  <a:lnTo>
                    <a:pt x="1683077" y="2222328"/>
                  </a:lnTo>
                  <a:lnTo>
                    <a:pt x="1754700" y="2275685"/>
                  </a:lnTo>
                  <a:lnTo>
                    <a:pt x="1826323" y="2326785"/>
                  </a:lnTo>
                  <a:lnTo>
                    <a:pt x="1897945" y="2375724"/>
                  </a:lnTo>
                  <a:lnTo>
                    <a:pt x="1969568" y="2422593"/>
                  </a:lnTo>
                  <a:lnTo>
                    <a:pt x="2041190" y="2467479"/>
                  </a:lnTo>
                  <a:lnTo>
                    <a:pt x="2112813" y="2510466"/>
                  </a:lnTo>
                  <a:lnTo>
                    <a:pt x="2184435" y="2551635"/>
                  </a:lnTo>
                  <a:lnTo>
                    <a:pt x="2256058" y="2591063"/>
                  </a:lnTo>
                  <a:lnTo>
                    <a:pt x="2327680" y="2628823"/>
                  </a:lnTo>
                  <a:lnTo>
                    <a:pt x="2399303" y="2656832"/>
                  </a:lnTo>
                  <a:lnTo>
                    <a:pt x="2470925" y="2665258"/>
                  </a:lnTo>
                  <a:lnTo>
                    <a:pt x="2542548" y="2673598"/>
                  </a:lnTo>
                  <a:lnTo>
                    <a:pt x="2614170" y="2681854"/>
                  </a:lnTo>
                  <a:lnTo>
                    <a:pt x="2685793" y="2690025"/>
                  </a:lnTo>
                  <a:lnTo>
                    <a:pt x="2757415" y="2698113"/>
                  </a:lnTo>
                  <a:lnTo>
                    <a:pt x="2829038" y="2706119"/>
                  </a:lnTo>
                  <a:lnTo>
                    <a:pt x="2900660" y="2714043"/>
                  </a:lnTo>
                  <a:lnTo>
                    <a:pt x="2972283" y="2721886"/>
                  </a:lnTo>
                  <a:lnTo>
                    <a:pt x="3043905" y="2729650"/>
                  </a:lnTo>
                  <a:lnTo>
                    <a:pt x="3115528" y="2737334"/>
                  </a:lnTo>
                  <a:lnTo>
                    <a:pt x="3187151" y="2744940"/>
                  </a:lnTo>
                  <a:lnTo>
                    <a:pt x="3258773" y="2752468"/>
                  </a:lnTo>
                  <a:lnTo>
                    <a:pt x="3330396" y="2759920"/>
                  </a:lnTo>
                  <a:lnTo>
                    <a:pt x="3402018" y="2767296"/>
                  </a:lnTo>
                  <a:lnTo>
                    <a:pt x="3473641" y="2774597"/>
                  </a:lnTo>
                  <a:lnTo>
                    <a:pt x="3545263" y="2781823"/>
                  </a:lnTo>
                  <a:lnTo>
                    <a:pt x="3616886" y="2788976"/>
                  </a:lnTo>
                  <a:lnTo>
                    <a:pt x="3688508" y="2796055"/>
                  </a:lnTo>
                  <a:lnTo>
                    <a:pt x="3760131" y="2803063"/>
                  </a:lnTo>
                  <a:lnTo>
                    <a:pt x="3831753" y="2809999"/>
                  </a:lnTo>
                  <a:lnTo>
                    <a:pt x="3903376" y="2816865"/>
                  </a:lnTo>
                  <a:lnTo>
                    <a:pt x="3974998" y="2823660"/>
                  </a:lnTo>
                  <a:lnTo>
                    <a:pt x="4046621" y="2830387"/>
                  </a:lnTo>
                  <a:lnTo>
                    <a:pt x="4118243" y="2837044"/>
                  </a:lnTo>
                  <a:lnTo>
                    <a:pt x="4189866" y="2843634"/>
                  </a:lnTo>
                  <a:lnTo>
                    <a:pt x="4261488" y="2850157"/>
                  </a:lnTo>
                  <a:lnTo>
                    <a:pt x="4333111" y="2856613"/>
                  </a:lnTo>
                  <a:lnTo>
                    <a:pt x="4404733" y="2863004"/>
                  </a:lnTo>
                  <a:lnTo>
                    <a:pt x="4476356" y="2869329"/>
                  </a:lnTo>
                  <a:lnTo>
                    <a:pt x="4547979" y="2875590"/>
                  </a:lnTo>
                  <a:lnTo>
                    <a:pt x="4619601" y="2881787"/>
                  </a:lnTo>
                  <a:lnTo>
                    <a:pt x="4691224" y="2887921"/>
                  </a:lnTo>
                  <a:lnTo>
                    <a:pt x="4762846" y="2893993"/>
                  </a:lnTo>
                  <a:lnTo>
                    <a:pt x="4834469" y="2900002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4" name="pl24"/>
            <p:cNvSpPr/>
            <p:nvPr/>
          </p:nvSpPr>
          <p:spPr>
            <a:xfrm>
              <a:off x="1172049" y="3948114"/>
              <a:ext cx="7090630" cy="1420783"/>
            </a:xfrm>
            <a:custGeom>
              <a:avLst/>
              <a:pathLst>
                <a:path w="7090630" h="1420783">
                  <a:moveTo>
                    <a:pt x="7090630" y="1420783"/>
                  </a:moveTo>
                  <a:lnTo>
                    <a:pt x="7019007" y="1412464"/>
                  </a:lnTo>
                  <a:lnTo>
                    <a:pt x="6947385" y="1403778"/>
                  </a:lnTo>
                  <a:lnTo>
                    <a:pt x="6875762" y="1394708"/>
                  </a:lnTo>
                  <a:lnTo>
                    <a:pt x="6804139" y="1385237"/>
                  </a:lnTo>
                  <a:lnTo>
                    <a:pt x="6732517" y="1375348"/>
                  </a:lnTo>
                  <a:lnTo>
                    <a:pt x="6660894" y="1365022"/>
                  </a:lnTo>
                  <a:lnTo>
                    <a:pt x="6589272" y="1354240"/>
                  </a:lnTo>
                  <a:lnTo>
                    <a:pt x="6517649" y="1342982"/>
                  </a:lnTo>
                  <a:lnTo>
                    <a:pt x="6446027" y="1331227"/>
                  </a:lnTo>
                  <a:lnTo>
                    <a:pt x="6374404" y="1318952"/>
                  </a:lnTo>
                  <a:lnTo>
                    <a:pt x="6302782" y="1306135"/>
                  </a:lnTo>
                  <a:lnTo>
                    <a:pt x="6231159" y="1292752"/>
                  </a:lnTo>
                  <a:lnTo>
                    <a:pt x="6159537" y="1278779"/>
                  </a:lnTo>
                  <a:lnTo>
                    <a:pt x="6087914" y="1264188"/>
                  </a:lnTo>
                  <a:lnTo>
                    <a:pt x="6016292" y="1248952"/>
                  </a:lnTo>
                  <a:lnTo>
                    <a:pt x="5944669" y="1233044"/>
                  </a:lnTo>
                  <a:lnTo>
                    <a:pt x="5873047" y="1216433"/>
                  </a:lnTo>
                  <a:lnTo>
                    <a:pt x="5801424" y="1199088"/>
                  </a:lnTo>
                  <a:lnTo>
                    <a:pt x="5729802" y="1180977"/>
                  </a:lnTo>
                  <a:lnTo>
                    <a:pt x="5658179" y="1162066"/>
                  </a:lnTo>
                  <a:lnTo>
                    <a:pt x="5586557" y="1142320"/>
                  </a:lnTo>
                  <a:lnTo>
                    <a:pt x="5514934" y="1121702"/>
                  </a:lnTo>
                  <a:lnTo>
                    <a:pt x="5443311" y="1100174"/>
                  </a:lnTo>
                  <a:lnTo>
                    <a:pt x="5371689" y="1077694"/>
                  </a:lnTo>
                  <a:lnTo>
                    <a:pt x="5300066" y="1054222"/>
                  </a:lnTo>
                  <a:lnTo>
                    <a:pt x="5228444" y="1029712"/>
                  </a:lnTo>
                  <a:lnTo>
                    <a:pt x="5156821" y="1004121"/>
                  </a:lnTo>
                  <a:lnTo>
                    <a:pt x="5085199" y="977399"/>
                  </a:lnTo>
                  <a:lnTo>
                    <a:pt x="5013576" y="949496"/>
                  </a:lnTo>
                  <a:lnTo>
                    <a:pt x="4941954" y="920362"/>
                  </a:lnTo>
                  <a:lnTo>
                    <a:pt x="4870331" y="889940"/>
                  </a:lnTo>
                  <a:lnTo>
                    <a:pt x="4798709" y="858175"/>
                  </a:lnTo>
                  <a:lnTo>
                    <a:pt x="4727086" y="825007"/>
                  </a:lnTo>
                  <a:lnTo>
                    <a:pt x="4655464" y="790374"/>
                  </a:lnTo>
                  <a:lnTo>
                    <a:pt x="4583841" y="773708"/>
                  </a:lnTo>
                  <a:lnTo>
                    <a:pt x="4512219" y="765107"/>
                  </a:lnTo>
                  <a:lnTo>
                    <a:pt x="4440596" y="756418"/>
                  </a:lnTo>
                  <a:lnTo>
                    <a:pt x="4368974" y="747639"/>
                  </a:lnTo>
                  <a:lnTo>
                    <a:pt x="4297351" y="738770"/>
                  </a:lnTo>
                  <a:lnTo>
                    <a:pt x="4225729" y="729810"/>
                  </a:lnTo>
                  <a:lnTo>
                    <a:pt x="4154106" y="720757"/>
                  </a:lnTo>
                  <a:lnTo>
                    <a:pt x="4082483" y="711611"/>
                  </a:lnTo>
                  <a:lnTo>
                    <a:pt x="4010861" y="702371"/>
                  </a:lnTo>
                  <a:lnTo>
                    <a:pt x="3939238" y="693036"/>
                  </a:lnTo>
                  <a:lnTo>
                    <a:pt x="3867616" y="683605"/>
                  </a:lnTo>
                  <a:lnTo>
                    <a:pt x="3795993" y="674077"/>
                  </a:lnTo>
                  <a:lnTo>
                    <a:pt x="3724371" y="664450"/>
                  </a:lnTo>
                  <a:lnTo>
                    <a:pt x="3652748" y="654725"/>
                  </a:lnTo>
                  <a:lnTo>
                    <a:pt x="3581126" y="644899"/>
                  </a:lnTo>
                  <a:lnTo>
                    <a:pt x="3509503" y="634972"/>
                  </a:lnTo>
                  <a:lnTo>
                    <a:pt x="3437881" y="624943"/>
                  </a:lnTo>
                  <a:lnTo>
                    <a:pt x="3366258" y="614811"/>
                  </a:lnTo>
                  <a:lnTo>
                    <a:pt x="3294636" y="604575"/>
                  </a:lnTo>
                  <a:lnTo>
                    <a:pt x="3223013" y="594233"/>
                  </a:lnTo>
                  <a:lnTo>
                    <a:pt x="3151391" y="583784"/>
                  </a:lnTo>
                  <a:lnTo>
                    <a:pt x="3079768" y="573228"/>
                  </a:lnTo>
                  <a:lnTo>
                    <a:pt x="3008146" y="562564"/>
                  </a:lnTo>
                  <a:lnTo>
                    <a:pt x="2936523" y="551789"/>
                  </a:lnTo>
                  <a:lnTo>
                    <a:pt x="2864901" y="540904"/>
                  </a:lnTo>
                  <a:lnTo>
                    <a:pt x="2793278" y="529907"/>
                  </a:lnTo>
                  <a:lnTo>
                    <a:pt x="2721655" y="518796"/>
                  </a:lnTo>
                  <a:lnTo>
                    <a:pt x="2650033" y="507571"/>
                  </a:lnTo>
                  <a:lnTo>
                    <a:pt x="2578410" y="496230"/>
                  </a:lnTo>
                  <a:lnTo>
                    <a:pt x="2506788" y="484773"/>
                  </a:lnTo>
                  <a:lnTo>
                    <a:pt x="2435165" y="473198"/>
                  </a:lnTo>
                  <a:lnTo>
                    <a:pt x="2363543" y="461503"/>
                  </a:lnTo>
                  <a:lnTo>
                    <a:pt x="2291920" y="449689"/>
                  </a:lnTo>
                  <a:lnTo>
                    <a:pt x="2220298" y="437752"/>
                  </a:lnTo>
                  <a:lnTo>
                    <a:pt x="2148675" y="425693"/>
                  </a:lnTo>
                  <a:lnTo>
                    <a:pt x="2077053" y="413509"/>
                  </a:lnTo>
                  <a:lnTo>
                    <a:pt x="2005430" y="401200"/>
                  </a:lnTo>
                  <a:lnTo>
                    <a:pt x="1933808" y="388765"/>
                  </a:lnTo>
                  <a:lnTo>
                    <a:pt x="1862185" y="376201"/>
                  </a:lnTo>
                  <a:lnTo>
                    <a:pt x="1790563" y="363508"/>
                  </a:lnTo>
                  <a:lnTo>
                    <a:pt x="1718940" y="350684"/>
                  </a:lnTo>
                  <a:lnTo>
                    <a:pt x="1647318" y="337729"/>
                  </a:lnTo>
                  <a:lnTo>
                    <a:pt x="1575695" y="324640"/>
                  </a:lnTo>
                  <a:lnTo>
                    <a:pt x="1504073" y="311416"/>
                  </a:lnTo>
                  <a:lnTo>
                    <a:pt x="1432450" y="298056"/>
                  </a:lnTo>
                  <a:lnTo>
                    <a:pt x="1360827" y="284558"/>
                  </a:lnTo>
                  <a:lnTo>
                    <a:pt x="1289205" y="270922"/>
                  </a:lnTo>
                  <a:lnTo>
                    <a:pt x="1217582" y="257145"/>
                  </a:lnTo>
                  <a:lnTo>
                    <a:pt x="1145960" y="243226"/>
                  </a:lnTo>
                  <a:lnTo>
                    <a:pt x="1074337" y="229164"/>
                  </a:lnTo>
                  <a:lnTo>
                    <a:pt x="1002715" y="214958"/>
                  </a:lnTo>
                  <a:lnTo>
                    <a:pt x="931092" y="200605"/>
                  </a:lnTo>
                  <a:lnTo>
                    <a:pt x="859470" y="186104"/>
                  </a:lnTo>
                  <a:lnTo>
                    <a:pt x="787847" y="171454"/>
                  </a:lnTo>
                  <a:lnTo>
                    <a:pt x="716225" y="156653"/>
                  </a:lnTo>
                  <a:lnTo>
                    <a:pt x="644602" y="141700"/>
                  </a:lnTo>
                  <a:lnTo>
                    <a:pt x="572980" y="126593"/>
                  </a:lnTo>
                  <a:lnTo>
                    <a:pt x="501357" y="111330"/>
                  </a:lnTo>
                  <a:lnTo>
                    <a:pt x="429735" y="95910"/>
                  </a:lnTo>
                  <a:lnTo>
                    <a:pt x="358112" y="80331"/>
                  </a:lnTo>
                  <a:lnTo>
                    <a:pt x="286490" y="64592"/>
                  </a:lnTo>
                  <a:lnTo>
                    <a:pt x="214867" y="48691"/>
                  </a:lnTo>
                  <a:lnTo>
                    <a:pt x="143245" y="32627"/>
                  </a:lnTo>
                  <a:lnTo>
                    <a:pt x="71622" y="16397"/>
                  </a:lnTo>
                  <a:lnTo>
                    <a:pt x="0" y="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5" name="pl25"/>
            <p:cNvSpPr/>
            <p:nvPr/>
          </p:nvSpPr>
          <p:spPr>
            <a:xfrm>
              <a:off x="1960888" y="2073503"/>
              <a:ext cx="6301791" cy="3152160"/>
            </a:xfrm>
            <a:custGeom>
              <a:avLst/>
              <a:pathLst>
                <a:path w="6301791" h="3152160">
                  <a:moveTo>
                    <a:pt x="0" y="0"/>
                  </a:moveTo>
                  <a:lnTo>
                    <a:pt x="70631" y="90652"/>
                  </a:lnTo>
                  <a:lnTo>
                    <a:pt x="142253" y="180152"/>
                  </a:lnTo>
                  <a:lnTo>
                    <a:pt x="213876" y="267291"/>
                  </a:lnTo>
                  <a:lnTo>
                    <a:pt x="285498" y="352131"/>
                  </a:lnTo>
                  <a:lnTo>
                    <a:pt x="357121" y="434734"/>
                  </a:lnTo>
                  <a:lnTo>
                    <a:pt x="428744" y="515158"/>
                  </a:lnTo>
                  <a:lnTo>
                    <a:pt x="500366" y="593460"/>
                  </a:lnTo>
                  <a:lnTo>
                    <a:pt x="571989" y="669698"/>
                  </a:lnTo>
                  <a:lnTo>
                    <a:pt x="643611" y="743924"/>
                  </a:lnTo>
                  <a:lnTo>
                    <a:pt x="715234" y="816192"/>
                  </a:lnTo>
                  <a:lnTo>
                    <a:pt x="786856" y="886554"/>
                  </a:lnTo>
                  <a:lnTo>
                    <a:pt x="858479" y="955061"/>
                  </a:lnTo>
                  <a:lnTo>
                    <a:pt x="930101" y="1021760"/>
                  </a:lnTo>
                  <a:lnTo>
                    <a:pt x="1001724" y="1086700"/>
                  </a:lnTo>
                  <a:lnTo>
                    <a:pt x="1073346" y="1149927"/>
                  </a:lnTo>
                  <a:lnTo>
                    <a:pt x="1144969" y="1211486"/>
                  </a:lnTo>
                  <a:lnTo>
                    <a:pt x="1216591" y="1271421"/>
                  </a:lnTo>
                  <a:lnTo>
                    <a:pt x="1288214" y="1329776"/>
                  </a:lnTo>
                  <a:lnTo>
                    <a:pt x="1359836" y="1386591"/>
                  </a:lnTo>
                  <a:lnTo>
                    <a:pt x="1431459" y="1441908"/>
                  </a:lnTo>
                  <a:lnTo>
                    <a:pt x="1503081" y="1495766"/>
                  </a:lnTo>
                  <a:lnTo>
                    <a:pt x="1574704" y="1548203"/>
                  </a:lnTo>
                  <a:lnTo>
                    <a:pt x="1646326" y="1599257"/>
                  </a:lnTo>
                  <a:lnTo>
                    <a:pt x="1717949" y="1648964"/>
                  </a:lnTo>
                  <a:lnTo>
                    <a:pt x="1789572" y="1697360"/>
                  </a:lnTo>
                  <a:lnTo>
                    <a:pt x="1861194" y="1744479"/>
                  </a:lnTo>
                  <a:lnTo>
                    <a:pt x="1932817" y="1790356"/>
                  </a:lnTo>
                  <a:lnTo>
                    <a:pt x="2004439" y="1835023"/>
                  </a:lnTo>
                  <a:lnTo>
                    <a:pt x="2076062" y="1878511"/>
                  </a:lnTo>
                  <a:lnTo>
                    <a:pt x="2147684" y="1920853"/>
                  </a:lnTo>
                  <a:lnTo>
                    <a:pt x="2219307" y="1962077"/>
                  </a:lnTo>
                  <a:lnTo>
                    <a:pt x="2290929" y="2002214"/>
                  </a:lnTo>
                  <a:lnTo>
                    <a:pt x="2362552" y="2041293"/>
                  </a:lnTo>
                  <a:lnTo>
                    <a:pt x="2434174" y="2079340"/>
                  </a:lnTo>
                  <a:lnTo>
                    <a:pt x="2505797" y="2116384"/>
                  </a:lnTo>
                  <a:lnTo>
                    <a:pt x="2577419" y="2152451"/>
                  </a:lnTo>
                  <a:lnTo>
                    <a:pt x="2649042" y="2187567"/>
                  </a:lnTo>
                  <a:lnTo>
                    <a:pt x="2720664" y="2221756"/>
                  </a:lnTo>
                  <a:lnTo>
                    <a:pt x="2792287" y="2255044"/>
                  </a:lnTo>
                  <a:lnTo>
                    <a:pt x="2863909" y="2287453"/>
                  </a:lnTo>
                  <a:lnTo>
                    <a:pt x="2935532" y="2319008"/>
                  </a:lnTo>
                  <a:lnTo>
                    <a:pt x="3007154" y="2349730"/>
                  </a:lnTo>
                  <a:lnTo>
                    <a:pt x="3078777" y="2379642"/>
                  </a:lnTo>
                  <a:lnTo>
                    <a:pt x="3150400" y="2408765"/>
                  </a:lnTo>
                  <a:lnTo>
                    <a:pt x="3222022" y="2437120"/>
                  </a:lnTo>
                  <a:lnTo>
                    <a:pt x="3293645" y="2464727"/>
                  </a:lnTo>
                  <a:lnTo>
                    <a:pt x="3365267" y="2491606"/>
                  </a:lnTo>
                  <a:lnTo>
                    <a:pt x="3436890" y="2517775"/>
                  </a:lnTo>
                  <a:lnTo>
                    <a:pt x="3508512" y="2543255"/>
                  </a:lnTo>
                  <a:lnTo>
                    <a:pt x="3580135" y="2568062"/>
                  </a:lnTo>
                  <a:lnTo>
                    <a:pt x="3651757" y="2592215"/>
                  </a:lnTo>
                  <a:lnTo>
                    <a:pt x="3723380" y="2615731"/>
                  </a:lnTo>
                  <a:lnTo>
                    <a:pt x="3795002" y="2638627"/>
                  </a:lnTo>
                  <a:lnTo>
                    <a:pt x="3866625" y="2660919"/>
                  </a:lnTo>
                  <a:lnTo>
                    <a:pt x="3938247" y="2682622"/>
                  </a:lnTo>
                  <a:lnTo>
                    <a:pt x="4009870" y="2703754"/>
                  </a:lnTo>
                  <a:lnTo>
                    <a:pt x="4081492" y="2724328"/>
                  </a:lnTo>
                  <a:lnTo>
                    <a:pt x="4153115" y="2744359"/>
                  </a:lnTo>
                  <a:lnTo>
                    <a:pt x="4224737" y="2763862"/>
                  </a:lnTo>
                  <a:lnTo>
                    <a:pt x="4296360" y="2782850"/>
                  </a:lnTo>
                  <a:lnTo>
                    <a:pt x="4367982" y="2801338"/>
                  </a:lnTo>
                  <a:lnTo>
                    <a:pt x="4439605" y="2819337"/>
                  </a:lnTo>
                  <a:lnTo>
                    <a:pt x="4511228" y="2836863"/>
                  </a:lnTo>
                  <a:lnTo>
                    <a:pt x="4582850" y="2853925"/>
                  </a:lnTo>
                  <a:lnTo>
                    <a:pt x="4654473" y="2870538"/>
                  </a:lnTo>
                  <a:lnTo>
                    <a:pt x="4726095" y="2886713"/>
                  </a:lnTo>
                  <a:lnTo>
                    <a:pt x="4797718" y="2902461"/>
                  </a:lnTo>
                  <a:lnTo>
                    <a:pt x="4869340" y="2917793"/>
                  </a:lnTo>
                  <a:lnTo>
                    <a:pt x="4940963" y="2932722"/>
                  </a:lnTo>
                  <a:lnTo>
                    <a:pt x="5012585" y="2947256"/>
                  </a:lnTo>
                  <a:lnTo>
                    <a:pt x="5084208" y="2961407"/>
                  </a:lnTo>
                  <a:lnTo>
                    <a:pt x="5155830" y="2975185"/>
                  </a:lnTo>
                  <a:lnTo>
                    <a:pt x="5227453" y="2988599"/>
                  </a:lnTo>
                  <a:lnTo>
                    <a:pt x="5299075" y="3001660"/>
                  </a:lnTo>
                  <a:lnTo>
                    <a:pt x="5370698" y="3014376"/>
                  </a:lnTo>
                  <a:lnTo>
                    <a:pt x="5442320" y="3026756"/>
                  </a:lnTo>
                  <a:lnTo>
                    <a:pt x="5513943" y="3038810"/>
                  </a:lnTo>
                  <a:lnTo>
                    <a:pt x="5585565" y="3050546"/>
                  </a:lnTo>
                  <a:lnTo>
                    <a:pt x="5657188" y="3061973"/>
                  </a:lnTo>
                  <a:lnTo>
                    <a:pt x="5728810" y="3073098"/>
                  </a:lnTo>
                  <a:lnTo>
                    <a:pt x="5800433" y="3083930"/>
                  </a:lnTo>
                  <a:lnTo>
                    <a:pt x="5872056" y="3094476"/>
                  </a:lnTo>
                  <a:lnTo>
                    <a:pt x="5943678" y="3104744"/>
                  </a:lnTo>
                  <a:lnTo>
                    <a:pt x="6015301" y="3114741"/>
                  </a:lnTo>
                  <a:lnTo>
                    <a:pt x="6086923" y="3124474"/>
                  </a:lnTo>
                  <a:lnTo>
                    <a:pt x="6158546" y="3133950"/>
                  </a:lnTo>
                  <a:lnTo>
                    <a:pt x="6230168" y="3143177"/>
                  </a:lnTo>
                  <a:lnTo>
                    <a:pt x="6301791" y="3152160"/>
                  </a:lnTo>
                </a:path>
              </a:pathLst>
            </a:custGeom>
            <a:ln w="27101" cap="flat">
              <a:solidFill>
                <a:srgbClr val="FF8C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" name="pl26"/>
            <p:cNvSpPr/>
            <p:nvPr/>
          </p:nvSpPr>
          <p:spPr>
            <a:xfrm>
              <a:off x="817517" y="4727786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7F7F7F">
                  <a:alpha val="100000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27" name="pl27"/>
            <p:cNvSpPr/>
            <p:nvPr/>
          </p:nvSpPr>
          <p:spPr>
            <a:xfrm>
              <a:off x="5805992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666666">
                  <a:alpha val="100000"/>
                </a:srgbClr>
              </a:solidFill>
              <a:prstDash val="dot"/>
              <a:round/>
            </a:ln>
          </p:spPr>
          <p:txBody>
            <a:bodyPr/>
            <a:lstStyle/>
            <a:p/>
          </p:txBody>
        </p:sp>
        <p:sp>
          <p:nvSpPr>
            <p:cNvPr id="28" name="pl28"/>
            <p:cNvSpPr/>
            <p:nvPr/>
          </p:nvSpPr>
          <p:spPr>
            <a:xfrm>
              <a:off x="4732128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4682B4">
                  <a:alpha val="69803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29" name="pl29"/>
            <p:cNvSpPr/>
            <p:nvPr/>
          </p:nvSpPr>
          <p:spPr>
            <a:xfrm>
              <a:off x="6752235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4682B4">
                  <a:alpha val="69803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30" name="tx30"/>
            <p:cNvSpPr/>
            <p:nvPr/>
          </p:nvSpPr>
          <p:spPr>
            <a:xfrm>
              <a:off x="692708" y="5517199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31" name="tx31"/>
            <p:cNvSpPr/>
            <p:nvPr/>
          </p:nvSpPr>
          <p:spPr>
            <a:xfrm>
              <a:off x="692708" y="4687735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</a:t>
              </a:r>
            </a:p>
          </p:txBody>
        </p:sp>
        <p:sp>
          <p:nvSpPr>
            <p:cNvPr id="32" name="tx32"/>
            <p:cNvSpPr/>
            <p:nvPr/>
          </p:nvSpPr>
          <p:spPr>
            <a:xfrm>
              <a:off x="692708" y="3858272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</a:t>
              </a:r>
            </a:p>
          </p:txBody>
        </p:sp>
        <p:sp>
          <p:nvSpPr>
            <p:cNvPr id="33" name="tx33"/>
            <p:cNvSpPr/>
            <p:nvPr/>
          </p:nvSpPr>
          <p:spPr>
            <a:xfrm>
              <a:off x="692708" y="3028808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3</a:t>
              </a:r>
            </a:p>
          </p:txBody>
        </p:sp>
        <p:sp>
          <p:nvSpPr>
            <p:cNvPr id="34" name="tx34"/>
            <p:cNvSpPr/>
            <p:nvPr/>
          </p:nvSpPr>
          <p:spPr>
            <a:xfrm>
              <a:off x="692708" y="2199345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4</a:t>
              </a:r>
            </a:p>
          </p:txBody>
        </p:sp>
        <p:sp>
          <p:nvSpPr>
            <p:cNvPr id="35" name="tx35"/>
            <p:cNvSpPr/>
            <p:nvPr/>
          </p:nvSpPr>
          <p:spPr>
            <a:xfrm>
              <a:off x="2262673" y="5785772"/>
              <a:ext cx="161574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-40</a:t>
              </a:r>
            </a:p>
          </p:txBody>
        </p:sp>
        <p:sp>
          <p:nvSpPr>
            <p:cNvPr id="36" name="tx36"/>
            <p:cNvSpPr/>
            <p:nvPr/>
          </p:nvSpPr>
          <p:spPr>
            <a:xfrm>
              <a:off x="4008813" y="5785772"/>
              <a:ext cx="161574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-20</a:t>
              </a:r>
            </a:p>
          </p:txBody>
        </p:sp>
        <p:sp>
          <p:nvSpPr>
            <p:cNvPr id="37" name="tx37"/>
            <p:cNvSpPr/>
            <p:nvPr/>
          </p:nvSpPr>
          <p:spPr>
            <a:xfrm>
              <a:off x="5804651" y="5785772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38" name="tx38"/>
            <p:cNvSpPr/>
            <p:nvPr/>
          </p:nvSpPr>
          <p:spPr>
            <a:xfrm>
              <a:off x="7519702" y="5785772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20</a:t>
              </a:r>
            </a:p>
          </p:txBody>
        </p:sp>
        <p:sp>
          <p:nvSpPr>
            <p:cNvPr id="39" name="tx39"/>
            <p:cNvSpPr/>
            <p:nvPr/>
          </p:nvSpPr>
          <p:spPr>
            <a:xfrm>
              <a:off x="3832408" y="5925448"/>
              <a:ext cx="1769912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eGFR Discrepancy (mL/min)</a:t>
              </a:r>
            </a:p>
          </p:txBody>
        </p:sp>
        <p:sp>
          <p:nvSpPr>
            <p:cNvPr id="40" name="tx40"/>
            <p:cNvSpPr/>
            <p:nvPr/>
          </p:nvSpPr>
          <p:spPr>
            <a:xfrm rot="-5400000">
              <a:off x="68446" y="3848213"/>
              <a:ext cx="1016904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subHR (95% CI)</a:t>
              </a:r>
            </a:p>
          </p:txBody>
        </p:sp>
        <p:sp>
          <p:nvSpPr>
            <p:cNvPr id="41" name="tx41"/>
            <p:cNvSpPr/>
            <p:nvPr/>
          </p:nvSpPr>
          <p:spPr>
            <a:xfrm>
              <a:off x="817517" y="1896563"/>
              <a:ext cx="6991776" cy="8202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00">
                  <a:solidFill>
                    <a:srgbClr val="404040">
                      <a:alpha val="100000"/>
                    </a:srgbClr>
                  </a:solidFill>
                  <a:latin typeface="Helvetica"/>
                  <a:cs typeface="Helvetica"/>
                </a:rPr>
                <a:t>subHR per 10 mL/min decline: 1.39 (1.13-1.69), p_Bonf = 0.009 (n = 6)  |  per IQR decline (Δ = 23.1): 2.13 (1.33-3.38)  |  IQR: [-12.6, 10.5]</a:t>
              </a:r>
            </a:p>
          </p:txBody>
        </p:sp>
        <p:sp>
          <p:nvSpPr>
            <p:cNvPr id="42" name="tx42"/>
            <p:cNvSpPr/>
            <p:nvPr/>
          </p:nvSpPr>
          <p:spPr>
            <a:xfrm>
              <a:off x="817517" y="1669789"/>
              <a:ext cx="3054278" cy="12015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3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32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Thrombocytopenia Grade 3 (Carboplatin)</a:t>
              </a:r>
            </a:p>
          </p:txBody>
        </p:sp>
      </p:grpSp>
    </p:spTree>
  </p:cSld>
  <p:clrMapOvr>
    <a:masterClrMapping/>
  </p:clrMapOvr>
</p:sld>
</file>

<file path=ppt/tags/tag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AMO_UNIQUEIDENTIFIER" val="Empty"/>
</p:tagLst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Macintosh PowerPoint</Application>
  <PresentationFormat>Présentation à l'écran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Thème</vt:lpstr>
      </vt:variant>
      <vt:variant>
        <vt:i4>1</vt:i4>
      </vt:variant>
      <vt:variant>
        <vt:lpstr>Titres des diapositives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mitype="http://purl.org/dc/dcmitype/" xmlns:dcterms="http://purl.org/dc/terms/" xmlns:xsi="http://www.w3.org/2001/XMLSchema-instance">
  <dc:title/>
  <dc:subject/>
  <dc:creator/>
  <cp:keywords/>
  <dc:description/>
  <cp:lastModifiedBy>to909</cp:lastModifiedBy>
  <cp:revision>3</cp:revision>
  <dcterms:created xsi:type="dcterms:W3CDTF">2017-02-13T16:18:36Z</dcterms:created>
  <dcterms:modified xsi:type="dcterms:W3CDTF">2026-07-01T09:33:52Z</dcterms:modified>
  <cp:category/>
</cp:coreProperties>
</file>