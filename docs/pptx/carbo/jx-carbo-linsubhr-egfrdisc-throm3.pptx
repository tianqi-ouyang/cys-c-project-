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(0.95-0.99)  |  per IQR (Δ = 23.1): 0.47 (0.30-0.75)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2026-05-26T09:05:49Z</dcterms:modified>
  <cp:category/>
</cp:coreProperties>
</file>