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(1.13-1.69)  |  per IQR decline (Δ = 23.1): 2.13 (1.33-3.38)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2026-05-28T20:43:42Z</dcterms:modified>
  <cp:category/>
</cp:coreProperties>
</file>