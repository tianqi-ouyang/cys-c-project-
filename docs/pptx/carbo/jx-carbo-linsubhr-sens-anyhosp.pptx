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802552"/>
              <a:ext cx="6964104" cy="474057"/>
            </a:xfrm>
            <a:custGeom>
              <a:avLst/>
              <a:pathLst>
                <a:path w="6964104" h="474057">
                  <a:moveTo>
                    <a:pt x="0" y="0"/>
                  </a:moveTo>
                  <a:lnTo>
                    <a:pt x="70344" y="9436"/>
                  </a:lnTo>
                  <a:lnTo>
                    <a:pt x="140688" y="18724"/>
                  </a:lnTo>
                  <a:lnTo>
                    <a:pt x="211033" y="27865"/>
                  </a:lnTo>
                  <a:lnTo>
                    <a:pt x="281377" y="36862"/>
                  </a:lnTo>
                  <a:lnTo>
                    <a:pt x="351722" y="45717"/>
                  </a:lnTo>
                  <a:lnTo>
                    <a:pt x="422066" y="54432"/>
                  </a:lnTo>
                  <a:lnTo>
                    <a:pt x="492411" y="63010"/>
                  </a:lnTo>
                  <a:lnTo>
                    <a:pt x="562755" y="71452"/>
                  </a:lnTo>
                  <a:lnTo>
                    <a:pt x="633100" y="79760"/>
                  </a:lnTo>
                  <a:lnTo>
                    <a:pt x="703444" y="87938"/>
                  </a:lnTo>
                  <a:lnTo>
                    <a:pt x="773789" y="95987"/>
                  </a:lnTo>
                  <a:lnTo>
                    <a:pt x="844133" y="103908"/>
                  </a:lnTo>
                  <a:lnTo>
                    <a:pt x="914478" y="111704"/>
                  </a:lnTo>
                  <a:lnTo>
                    <a:pt x="984822" y="119378"/>
                  </a:lnTo>
                  <a:lnTo>
                    <a:pt x="1055167" y="126930"/>
                  </a:lnTo>
                  <a:lnTo>
                    <a:pt x="1125511" y="134363"/>
                  </a:lnTo>
                  <a:lnTo>
                    <a:pt x="1195856" y="141678"/>
                  </a:lnTo>
                  <a:lnTo>
                    <a:pt x="1266200" y="148878"/>
                  </a:lnTo>
                  <a:lnTo>
                    <a:pt x="1336545" y="155965"/>
                  </a:lnTo>
                  <a:lnTo>
                    <a:pt x="1406889" y="162939"/>
                  </a:lnTo>
                  <a:lnTo>
                    <a:pt x="1477234" y="169804"/>
                  </a:lnTo>
                  <a:lnTo>
                    <a:pt x="1547578" y="176560"/>
                  </a:lnTo>
                  <a:lnTo>
                    <a:pt x="1617923" y="183209"/>
                  </a:lnTo>
                  <a:lnTo>
                    <a:pt x="1688267" y="189753"/>
                  </a:lnTo>
                  <a:lnTo>
                    <a:pt x="1758612" y="196195"/>
                  </a:lnTo>
                  <a:lnTo>
                    <a:pt x="1828956" y="202534"/>
                  </a:lnTo>
                  <a:lnTo>
                    <a:pt x="1899301" y="208773"/>
                  </a:lnTo>
                  <a:lnTo>
                    <a:pt x="1969645" y="214914"/>
                  </a:lnTo>
                  <a:lnTo>
                    <a:pt x="2039990" y="220958"/>
                  </a:lnTo>
                  <a:lnTo>
                    <a:pt x="2110334" y="226906"/>
                  </a:lnTo>
                  <a:lnTo>
                    <a:pt x="2180679" y="232761"/>
                  </a:lnTo>
                  <a:lnTo>
                    <a:pt x="2251023" y="238523"/>
                  </a:lnTo>
                  <a:lnTo>
                    <a:pt x="2321368" y="244194"/>
                  </a:lnTo>
                  <a:lnTo>
                    <a:pt x="2391712" y="249776"/>
                  </a:lnTo>
                  <a:lnTo>
                    <a:pt x="2462057" y="255269"/>
                  </a:lnTo>
                  <a:lnTo>
                    <a:pt x="2532401" y="260676"/>
                  </a:lnTo>
                  <a:lnTo>
                    <a:pt x="2602746" y="265997"/>
                  </a:lnTo>
                  <a:lnTo>
                    <a:pt x="2673090" y="271235"/>
                  </a:lnTo>
                  <a:lnTo>
                    <a:pt x="2743435" y="276390"/>
                  </a:lnTo>
                  <a:lnTo>
                    <a:pt x="2813779" y="281463"/>
                  </a:lnTo>
                  <a:lnTo>
                    <a:pt x="2884124" y="286456"/>
                  </a:lnTo>
                  <a:lnTo>
                    <a:pt x="2954468" y="291371"/>
                  </a:lnTo>
                  <a:lnTo>
                    <a:pt x="3024813" y="296207"/>
                  </a:lnTo>
                  <a:lnTo>
                    <a:pt x="3095157" y="298493"/>
                  </a:lnTo>
                  <a:lnTo>
                    <a:pt x="3165502" y="298651"/>
                  </a:lnTo>
                  <a:lnTo>
                    <a:pt x="3235846" y="298809"/>
                  </a:lnTo>
                  <a:lnTo>
                    <a:pt x="3306191" y="298967"/>
                  </a:lnTo>
                  <a:lnTo>
                    <a:pt x="3376535" y="299124"/>
                  </a:lnTo>
                  <a:lnTo>
                    <a:pt x="3446880" y="299282"/>
                  </a:lnTo>
                  <a:lnTo>
                    <a:pt x="3517224" y="299439"/>
                  </a:lnTo>
                  <a:lnTo>
                    <a:pt x="3587569" y="299597"/>
                  </a:lnTo>
                  <a:lnTo>
                    <a:pt x="3657913" y="299754"/>
                  </a:lnTo>
                  <a:lnTo>
                    <a:pt x="3728257" y="299912"/>
                  </a:lnTo>
                  <a:lnTo>
                    <a:pt x="3798602" y="300069"/>
                  </a:lnTo>
                  <a:lnTo>
                    <a:pt x="3868946" y="300226"/>
                  </a:lnTo>
                  <a:lnTo>
                    <a:pt x="3939291" y="300383"/>
                  </a:lnTo>
                  <a:lnTo>
                    <a:pt x="4009635" y="300540"/>
                  </a:lnTo>
                  <a:lnTo>
                    <a:pt x="4079980" y="300697"/>
                  </a:lnTo>
                  <a:lnTo>
                    <a:pt x="4150324" y="300853"/>
                  </a:lnTo>
                  <a:lnTo>
                    <a:pt x="4220669" y="301010"/>
                  </a:lnTo>
                  <a:lnTo>
                    <a:pt x="4291013" y="301167"/>
                  </a:lnTo>
                  <a:lnTo>
                    <a:pt x="4361358" y="301323"/>
                  </a:lnTo>
                  <a:lnTo>
                    <a:pt x="4431702" y="301480"/>
                  </a:lnTo>
                  <a:lnTo>
                    <a:pt x="4502047" y="301636"/>
                  </a:lnTo>
                  <a:lnTo>
                    <a:pt x="4572391" y="301792"/>
                  </a:lnTo>
                  <a:lnTo>
                    <a:pt x="4642736" y="301949"/>
                  </a:lnTo>
                  <a:lnTo>
                    <a:pt x="4713080" y="302105"/>
                  </a:lnTo>
                  <a:lnTo>
                    <a:pt x="4783425" y="302261"/>
                  </a:lnTo>
                  <a:lnTo>
                    <a:pt x="4853769" y="302417"/>
                  </a:lnTo>
                  <a:lnTo>
                    <a:pt x="4924114" y="302573"/>
                  </a:lnTo>
                  <a:lnTo>
                    <a:pt x="4994458" y="302728"/>
                  </a:lnTo>
                  <a:lnTo>
                    <a:pt x="5064803" y="302884"/>
                  </a:lnTo>
                  <a:lnTo>
                    <a:pt x="5135147" y="303040"/>
                  </a:lnTo>
                  <a:lnTo>
                    <a:pt x="5205492" y="303195"/>
                  </a:lnTo>
                  <a:lnTo>
                    <a:pt x="5275836" y="303351"/>
                  </a:lnTo>
                  <a:lnTo>
                    <a:pt x="5346181" y="303506"/>
                  </a:lnTo>
                  <a:lnTo>
                    <a:pt x="5416525" y="303661"/>
                  </a:lnTo>
                  <a:lnTo>
                    <a:pt x="5486870" y="303817"/>
                  </a:lnTo>
                  <a:lnTo>
                    <a:pt x="5557214" y="303972"/>
                  </a:lnTo>
                  <a:lnTo>
                    <a:pt x="5627559" y="304127"/>
                  </a:lnTo>
                  <a:lnTo>
                    <a:pt x="5697903" y="304282"/>
                  </a:lnTo>
                  <a:lnTo>
                    <a:pt x="5768248" y="304437"/>
                  </a:lnTo>
                  <a:lnTo>
                    <a:pt x="5838592" y="304592"/>
                  </a:lnTo>
                  <a:lnTo>
                    <a:pt x="5908937" y="304746"/>
                  </a:lnTo>
                  <a:lnTo>
                    <a:pt x="5979281" y="304901"/>
                  </a:lnTo>
                  <a:lnTo>
                    <a:pt x="6049626" y="305055"/>
                  </a:lnTo>
                  <a:lnTo>
                    <a:pt x="6119970" y="305210"/>
                  </a:lnTo>
                  <a:lnTo>
                    <a:pt x="6190315" y="305364"/>
                  </a:lnTo>
                  <a:lnTo>
                    <a:pt x="6260659" y="305519"/>
                  </a:lnTo>
                  <a:lnTo>
                    <a:pt x="6331004" y="305673"/>
                  </a:lnTo>
                  <a:lnTo>
                    <a:pt x="6401348" y="305827"/>
                  </a:lnTo>
                  <a:lnTo>
                    <a:pt x="6471693" y="305981"/>
                  </a:lnTo>
                  <a:lnTo>
                    <a:pt x="6542037" y="306135"/>
                  </a:lnTo>
                  <a:lnTo>
                    <a:pt x="6612382" y="306289"/>
                  </a:lnTo>
                  <a:lnTo>
                    <a:pt x="6682726" y="306443"/>
                  </a:lnTo>
                  <a:lnTo>
                    <a:pt x="6753071" y="306597"/>
                  </a:lnTo>
                  <a:lnTo>
                    <a:pt x="6823415" y="306750"/>
                  </a:lnTo>
                  <a:lnTo>
                    <a:pt x="6893760" y="306904"/>
                  </a:lnTo>
                  <a:lnTo>
                    <a:pt x="6964104" y="307057"/>
                  </a:lnTo>
                  <a:lnTo>
                    <a:pt x="6964104" y="474057"/>
                  </a:lnTo>
                  <a:lnTo>
                    <a:pt x="6893760" y="472073"/>
                  </a:lnTo>
                  <a:lnTo>
                    <a:pt x="6823415" y="470057"/>
                  </a:lnTo>
                  <a:lnTo>
                    <a:pt x="6753071" y="468009"/>
                  </a:lnTo>
                  <a:lnTo>
                    <a:pt x="6682726" y="465928"/>
                  </a:lnTo>
                  <a:lnTo>
                    <a:pt x="6612382" y="463814"/>
                  </a:lnTo>
                  <a:lnTo>
                    <a:pt x="6542037" y="461666"/>
                  </a:lnTo>
                  <a:lnTo>
                    <a:pt x="6471693" y="459483"/>
                  </a:lnTo>
                  <a:lnTo>
                    <a:pt x="6401348" y="457265"/>
                  </a:lnTo>
                  <a:lnTo>
                    <a:pt x="6331004" y="455012"/>
                  </a:lnTo>
                  <a:lnTo>
                    <a:pt x="6260659" y="452722"/>
                  </a:lnTo>
                  <a:lnTo>
                    <a:pt x="6190315" y="450396"/>
                  </a:lnTo>
                  <a:lnTo>
                    <a:pt x="6119970" y="448032"/>
                  </a:lnTo>
                  <a:lnTo>
                    <a:pt x="6049626" y="445631"/>
                  </a:lnTo>
                  <a:lnTo>
                    <a:pt x="5979281" y="443191"/>
                  </a:lnTo>
                  <a:lnTo>
                    <a:pt x="5908937" y="440712"/>
                  </a:lnTo>
                  <a:lnTo>
                    <a:pt x="5838592" y="438193"/>
                  </a:lnTo>
                  <a:lnTo>
                    <a:pt x="5768248" y="435634"/>
                  </a:lnTo>
                  <a:lnTo>
                    <a:pt x="5697903" y="433034"/>
                  </a:lnTo>
                  <a:lnTo>
                    <a:pt x="5627559" y="430391"/>
                  </a:lnTo>
                  <a:lnTo>
                    <a:pt x="5557214" y="427707"/>
                  </a:lnTo>
                  <a:lnTo>
                    <a:pt x="5486870" y="424980"/>
                  </a:lnTo>
                  <a:lnTo>
                    <a:pt x="5416525" y="422208"/>
                  </a:lnTo>
                  <a:lnTo>
                    <a:pt x="5346181" y="419393"/>
                  </a:lnTo>
                  <a:lnTo>
                    <a:pt x="5275836" y="416532"/>
                  </a:lnTo>
                  <a:lnTo>
                    <a:pt x="5205492" y="413625"/>
                  </a:lnTo>
                  <a:lnTo>
                    <a:pt x="5135147" y="410672"/>
                  </a:lnTo>
                  <a:lnTo>
                    <a:pt x="5064803" y="407671"/>
                  </a:lnTo>
                  <a:lnTo>
                    <a:pt x="4994458" y="404622"/>
                  </a:lnTo>
                  <a:lnTo>
                    <a:pt x="4924114" y="401524"/>
                  </a:lnTo>
                  <a:lnTo>
                    <a:pt x="4853769" y="398377"/>
                  </a:lnTo>
                  <a:lnTo>
                    <a:pt x="4783425" y="395179"/>
                  </a:lnTo>
                  <a:lnTo>
                    <a:pt x="4713080" y="391930"/>
                  </a:lnTo>
                  <a:lnTo>
                    <a:pt x="4642736" y="388628"/>
                  </a:lnTo>
                  <a:lnTo>
                    <a:pt x="4572391" y="385274"/>
                  </a:lnTo>
                  <a:lnTo>
                    <a:pt x="4502047" y="381866"/>
                  </a:lnTo>
                  <a:lnTo>
                    <a:pt x="4431702" y="378403"/>
                  </a:lnTo>
                  <a:lnTo>
                    <a:pt x="4361358" y="374885"/>
                  </a:lnTo>
                  <a:lnTo>
                    <a:pt x="4291013" y="371310"/>
                  </a:lnTo>
                  <a:lnTo>
                    <a:pt x="4220669" y="367678"/>
                  </a:lnTo>
                  <a:lnTo>
                    <a:pt x="4150324" y="363988"/>
                  </a:lnTo>
                  <a:lnTo>
                    <a:pt x="4079980" y="360238"/>
                  </a:lnTo>
                  <a:lnTo>
                    <a:pt x="4009635" y="356428"/>
                  </a:lnTo>
                  <a:lnTo>
                    <a:pt x="3939291" y="352557"/>
                  </a:lnTo>
                  <a:lnTo>
                    <a:pt x="3868946" y="348625"/>
                  </a:lnTo>
                  <a:lnTo>
                    <a:pt x="3798602" y="344629"/>
                  </a:lnTo>
                  <a:lnTo>
                    <a:pt x="3728257" y="340568"/>
                  </a:lnTo>
                  <a:lnTo>
                    <a:pt x="3657913" y="336443"/>
                  </a:lnTo>
                  <a:lnTo>
                    <a:pt x="3587569" y="332252"/>
                  </a:lnTo>
                  <a:lnTo>
                    <a:pt x="3517224" y="327993"/>
                  </a:lnTo>
                  <a:lnTo>
                    <a:pt x="3446880" y="323666"/>
                  </a:lnTo>
                  <a:lnTo>
                    <a:pt x="3376535" y="319270"/>
                  </a:lnTo>
                  <a:lnTo>
                    <a:pt x="3306191" y="314803"/>
                  </a:lnTo>
                  <a:lnTo>
                    <a:pt x="3235846" y="310264"/>
                  </a:lnTo>
                  <a:lnTo>
                    <a:pt x="3165502" y="305653"/>
                  </a:lnTo>
                  <a:lnTo>
                    <a:pt x="3095157" y="300968"/>
                  </a:lnTo>
                  <a:lnTo>
                    <a:pt x="3024813" y="298335"/>
                  </a:lnTo>
                  <a:lnTo>
                    <a:pt x="2954468" y="298177"/>
                  </a:lnTo>
                  <a:lnTo>
                    <a:pt x="2884124" y="298019"/>
                  </a:lnTo>
                  <a:lnTo>
                    <a:pt x="2813779" y="297860"/>
                  </a:lnTo>
                  <a:lnTo>
                    <a:pt x="2743435" y="297702"/>
                  </a:lnTo>
                  <a:lnTo>
                    <a:pt x="2673090" y="297544"/>
                  </a:lnTo>
                  <a:lnTo>
                    <a:pt x="2602746" y="297385"/>
                  </a:lnTo>
                  <a:lnTo>
                    <a:pt x="2532401" y="297226"/>
                  </a:lnTo>
                  <a:lnTo>
                    <a:pt x="2462057" y="297068"/>
                  </a:lnTo>
                  <a:lnTo>
                    <a:pt x="2391712" y="296909"/>
                  </a:lnTo>
                  <a:lnTo>
                    <a:pt x="2321368" y="296750"/>
                  </a:lnTo>
                  <a:lnTo>
                    <a:pt x="2251023" y="296591"/>
                  </a:lnTo>
                  <a:lnTo>
                    <a:pt x="2180679" y="296432"/>
                  </a:lnTo>
                  <a:lnTo>
                    <a:pt x="2110334" y="296273"/>
                  </a:lnTo>
                  <a:lnTo>
                    <a:pt x="2039990" y="296114"/>
                  </a:lnTo>
                  <a:lnTo>
                    <a:pt x="1969645" y="295955"/>
                  </a:lnTo>
                  <a:lnTo>
                    <a:pt x="1899301" y="295795"/>
                  </a:lnTo>
                  <a:lnTo>
                    <a:pt x="1828956" y="295636"/>
                  </a:lnTo>
                  <a:lnTo>
                    <a:pt x="1758612" y="295476"/>
                  </a:lnTo>
                  <a:lnTo>
                    <a:pt x="1688267" y="295317"/>
                  </a:lnTo>
                  <a:lnTo>
                    <a:pt x="1617923" y="295157"/>
                  </a:lnTo>
                  <a:lnTo>
                    <a:pt x="1547578" y="294997"/>
                  </a:lnTo>
                  <a:lnTo>
                    <a:pt x="1477234" y="294837"/>
                  </a:lnTo>
                  <a:lnTo>
                    <a:pt x="1406889" y="294677"/>
                  </a:lnTo>
                  <a:lnTo>
                    <a:pt x="1336545" y="294517"/>
                  </a:lnTo>
                  <a:lnTo>
                    <a:pt x="1266200" y="294357"/>
                  </a:lnTo>
                  <a:lnTo>
                    <a:pt x="1195856" y="294197"/>
                  </a:lnTo>
                  <a:lnTo>
                    <a:pt x="1125511" y="294037"/>
                  </a:lnTo>
                  <a:lnTo>
                    <a:pt x="1055167" y="293876"/>
                  </a:lnTo>
                  <a:lnTo>
                    <a:pt x="984822" y="293716"/>
                  </a:lnTo>
                  <a:lnTo>
                    <a:pt x="914478" y="293555"/>
                  </a:lnTo>
                  <a:lnTo>
                    <a:pt x="844133" y="293394"/>
                  </a:lnTo>
                  <a:lnTo>
                    <a:pt x="773789" y="293234"/>
                  </a:lnTo>
                  <a:lnTo>
                    <a:pt x="703444" y="293073"/>
                  </a:lnTo>
                  <a:lnTo>
                    <a:pt x="633100" y="292912"/>
                  </a:lnTo>
                  <a:lnTo>
                    <a:pt x="562755" y="292751"/>
                  </a:lnTo>
                  <a:lnTo>
                    <a:pt x="492411" y="292590"/>
                  </a:lnTo>
                  <a:lnTo>
                    <a:pt x="422066" y="292429"/>
                  </a:lnTo>
                  <a:lnTo>
                    <a:pt x="351722" y="292268"/>
                  </a:lnTo>
                  <a:lnTo>
                    <a:pt x="281377" y="292106"/>
                  </a:lnTo>
                  <a:lnTo>
                    <a:pt x="211033" y="291945"/>
                  </a:lnTo>
                  <a:lnTo>
                    <a:pt x="140688" y="291783"/>
                  </a:lnTo>
                  <a:lnTo>
                    <a:pt x="70344" y="291622"/>
                  </a:lnTo>
                  <a:lnTo>
                    <a:pt x="0" y="2914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802552"/>
              <a:ext cx="6964104" cy="307057"/>
            </a:xfrm>
            <a:custGeom>
              <a:avLst/>
              <a:pathLst>
                <a:path w="6964104" h="307057">
                  <a:moveTo>
                    <a:pt x="0" y="0"/>
                  </a:moveTo>
                  <a:lnTo>
                    <a:pt x="70344" y="9436"/>
                  </a:lnTo>
                  <a:lnTo>
                    <a:pt x="140688" y="18724"/>
                  </a:lnTo>
                  <a:lnTo>
                    <a:pt x="211033" y="27865"/>
                  </a:lnTo>
                  <a:lnTo>
                    <a:pt x="281377" y="36862"/>
                  </a:lnTo>
                  <a:lnTo>
                    <a:pt x="351722" y="45717"/>
                  </a:lnTo>
                  <a:lnTo>
                    <a:pt x="422066" y="54432"/>
                  </a:lnTo>
                  <a:lnTo>
                    <a:pt x="492411" y="63010"/>
                  </a:lnTo>
                  <a:lnTo>
                    <a:pt x="562755" y="71452"/>
                  </a:lnTo>
                  <a:lnTo>
                    <a:pt x="633100" y="79760"/>
                  </a:lnTo>
                  <a:lnTo>
                    <a:pt x="703444" y="87938"/>
                  </a:lnTo>
                  <a:lnTo>
                    <a:pt x="773789" y="95987"/>
                  </a:lnTo>
                  <a:lnTo>
                    <a:pt x="844133" y="103908"/>
                  </a:lnTo>
                  <a:lnTo>
                    <a:pt x="914478" y="111704"/>
                  </a:lnTo>
                  <a:lnTo>
                    <a:pt x="984822" y="119378"/>
                  </a:lnTo>
                  <a:lnTo>
                    <a:pt x="1055167" y="126930"/>
                  </a:lnTo>
                  <a:lnTo>
                    <a:pt x="1125511" y="134363"/>
                  </a:lnTo>
                  <a:lnTo>
                    <a:pt x="1195856" y="141678"/>
                  </a:lnTo>
                  <a:lnTo>
                    <a:pt x="1266200" y="148878"/>
                  </a:lnTo>
                  <a:lnTo>
                    <a:pt x="1336545" y="155965"/>
                  </a:lnTo>
                  <a:lnTo>
                    <a:pt x="1406889" y="162939"/>
                  </a:lnTo>
                  <a:lnTo>
                    <a:pt x="1477234" y="169804"/>
                  </a:lnTo>
                  <a:lnTo>
                    <a:pt x="1547578" y="176560"/>
                  </a:lnTo>
                  <a:lnTo>
                    <a:pt x="1617923" y="183209"/>
                  </a:lnTo>
                  <a:lnTo>
                    <a:pt x="1688267" y="189753"/>
                  </a:lnTo>
                  <a:lnTo>
                    <a:pt x="1758612" y="196195"/>
                  </a:lnTo>
                  <a:lnTo>
                    <a:pt x="1828956" y="202534"/>
                  </a:lnTo>
                  <a:lnTo>
                    <a:pt x="1899301" y="208773"/>
                  </a:lnTo>
                  <a:lnTo>
                    <a:pt x="1969645" y="214914"/>
                  </a:lnTo>
                  <a:lnTo>
                    <a:pt x="2039990" y="220958"/>
                  </a:lnTo>
                  <a:lnTo>
                    <a:pt x="2110334" y="226906"/>
                  </a:lnTo>
                  <a:lnTo>
                    <a:pt x="2180679" y="232761"/>
                  </a:lnTo>
                  <a:lnTo>
                    <a:pt x="2251023" y="238523"/>
                  </a:lnTo>
                  <a:lnTo>
                    <a:pt x="2321368" y="244194"/>
                  </a:lnTo>
                  <a:lnTo>
                    <a:pt x="2391712" y="249776"/>
                  </a:lnTo>
                  <a:lnTo>
                    <a:pt x="2462057" y="255269"/>
                  </a:lnTo>
                  <a:lnTo>
                    <a:pt x="2532401" y="260676"/>
                  </a:lnTo>
                  <a:lnTo>
                    <a:pt x="2602746" y="265997"/>
                  </a:lnTo>
                  <a:lnTo>
                    <a:pt x="2673090" y="271235"/>
                  </a:lnTo>
                  <a:lnTo>
                    <a:pt x="2743435" y="276390"/>
                  </a:lnTo>
                  <a:lnTo>
                    <a:pt x="2813779" y="281463"/>
                  </a:lnTo>
                  <a:lnTo>
                    <a:pt x="2884124" y="286456"/>
                  </a:lnTo>
                  <a:lnTo>
                    <a:pt x="2954468" y="291371"/>
                  </a:lnTo>
                  <a:lnTo>
                    <a:pt x="3024813" y="296207"/>
                  </a:lnTo>
                  <a:lnTo>
                    <a:pt x="3095157" y="298493"/>
                  </a:lnTo>
                  <a:lnTo>
                    <a:pt x="3165502" y="298651"/>
                  </a:lnTo>
                  <a:lnTo>
                    <a:pt x="3235846" y="298809"/>
                  </a:lnTo>
                  <a:lnTo>
                    <a:pt x="3306191" y="298967"/>
                  </a:lnTo>
                  <a:lnTo>
                    <a:pt x="3376535" y="299124"/>
                  </a:lnTo>
                  <a:lnTo>
                    <a:pt x="3446880" y="299282"/>
                  </a:lnTo>
                  <a:lnTo>
                    <a:pt x="3517224" y="299439"/>
                  </a:lnTo>
                  <a:lnTo>
                    <a:pt x="3587569" y="299597"/>
                  </a:lnTo>
                  <a:lnTo>
                    <a:pt x="3657913" y="299754"/>
                  </a:lnTo>
                  <a:lnTo>
                    <a:pt x="3728257" y="299912"/>
                  </a:lnTo>
                  <a:lnTo>
                    <a:pt x="3798602" y="300069"/>
                  </a:lnTo>
                  <a:lnTo>
                    <a:pt x="3868946" y="300226"/>
                  </a:lnTo>
                  <a:lnTo>
                    <a:pt x="3939291" y="300383"/>
                  </a:lnTo>
                  <a:lnTo>
                    <a:pt x="4009635" y="300540"/>
                  </a:lnTo>
                  <a:lnTo>
                    <a:pt x="4079980" y="300697"/>
                  </a:lnTo>
                  <a:lnTo>
                    <a:pt x="4150324" y="300853"/>
                  </a:lnTo>
                  <a:lnTo>
                    <a:pt x="4220669" y="301010"/>
                  </a:lnTo>
                  <a:lnTo>
                    <a:pt x="4291013" y="301167"/>
                  </a:lnTo>
                  <a:lnTo>
                    <a:pt x="4361358" y="301323"/>
                  </a:lnTo>
                  <a:lnTo>
                    <a:pt x="4431702" y="301480"/>
                  </a:lnTo>
                  <a:lnTo>
                    <a:pt x="4502047" y="301636"/>
                  </a:lnTo>
                  <a:lnTo>
                    <a:pt x="4572391" y="301792"/>
                  </a:lnTo>
                  <a:lnTo>
                    <a:pt x="4642736" y="301949"/>
                  </a:lnTo>
                  <a:lnTo>
                    <a:pt x="4713080" y="302105"/>
                  </a:lnTo>
                  <a:lnTo>
                    <a:pt x="4783425" y="302261"/>
                  </a:lnTo>
                  <a:lnTo>
                    <a:pt x="4853769" y="302417"/>
                  </a:lnTo>
                  <a:lnTo>
                    <a:pt x="4924114" y="302573"/>
                  </a:lnTo>
                  <a:lnTo>
                    <a:pt x="4994458" y="302728"/>
                  </a:lnTo>
                  <a:lnTo>
                    <a:pt x="5064803" y="302884"/>
                  </a:lnTo>
                  <a:lnTo>
                    <a:pt x="5135147" y="303040"/>
                  </a:lnTo>
                  <a:lnTo>
                    <a:pt x="5205492" y="303195"/>
                  </a:lnTo>
                  <a:lnTo>
                    <a:pt x="5275836" y="303351"/>
                  </a:lnTo>
                  <a:lnTo>
                    <a:pt x="5346181" y="303506"/>
                  </a:lnTo>
                  <a:lnTo>
                    <a:pt x="5416525" y="303661"/>
                  </a:lnTo>
                  <a:lnTo>
                    <a:pt x="5486870" y="303817"/>
                  </a:lnTo>
                  <a:lnTo>
                    <a:pt x="5557214" y="303972"/>
                  </a:lnTo>
                  <a:lnTo>
                    <a:pt x="5627559" y="304127"/>
                  </a:lnTo>
                  <a:lnTo>
                    <a:pt x="5697903" y="304282"/>
                  </a:lnTo>
                  <a:lnTo>
                    <a:pt x="5768248" y="304437"/>
                  </a:lnTo>
                  <a:lnTo>
                    <a:pt x="5838592" y="304592"/>
                  </a:lnTo>
                  <a:lnTo>
                    <a:pt x="5908937" y="304746"/>
                  </a:lnTo>
                  <a:lnTo>
                    <a:pt x="5979281" y="304901"/>
                  </a:lnTo>
                  <a:lnTo>
                    <a:pt x="6049626" y="305055"/>
                  </a:lnTo>
                  <a:lnTo>
                    <a:pt x="6119970" y="305210"/>
                  </a:lnTo>
                  <a:lnTo>
                    <a:pt x="6190315" y="305364"/>
                  </a:lnTo>
                  <a:lnTo>
                    <a:pt x="6260659" y="305519"/>
                  </a:lnTo>
                  <a:lnTo>
                    <a:pt x="6331004" y="305673"/>
                  </a:lnTo>
                  <a:lnTo>
                    <a:pt x="6401348" y="305827"/>
                  </a:lnTo>
                  <a:lnTo>
                    <a:pt x="6471693" y="305981"/>
                  </a:lnTo>
                  <a:lnTo>
                    <a:pt x="6542037" y="306135"/>
                  </a:lnTo>
                  <a:lnTo>
                    <a:pt x="6612382" y="306289"/>
                  </a:lnTo>
                  <a:lnTo>
                    <a:pt x="6682726" y="306443"/>
                  </a:lnTo>
                  <a:lnTo>
                    <a:pt x="6753071" y="306597"/>
                  </a:lnTo>
                  <a:lnTo>
                    <a:pt x="6823415" y="306750"/>
                  </a:lnTo>
                  <a:lnTo>
                    <a:pt x="6893760" y="306904"/>
                  </a:lnTo>
                  <a:lnTo>
                    <a:pt x="6964104" y="307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94012"/>
              <a:ext cx="6964104" cy="182596"/>
            </a:xfrm>
            <a:custGeom>
              <a:avLst/>
              <a:pathLst>
                <a:path w="6964104" h="182596">
                  <a:moveTo>
                    <a:pt x="6964104" y="182596"/>
                  </a:moveTo>
                  <a:lnTo>
                    <a:pt x="6893760" y="180612"/>
                  </a:lnTo>
                  <a:lnTo>
                    <a:pt x="6823415" y="178597"/>
                  </a:lnTo>
                  <a:lnTo>
                    <a:pt x="6753071" y="176548"/>
                  </a:lnTo>
                  <a:lnTo>
                    <a:pt x="6682726" y="174467"/>
                  </a:lnTo>
                  <a:lnTo>
                    <a:pt x="6612382" y="172353"/>
                  </a:lnTo>
                  <a:lnTo>
                    <a:pt x="6542037" y="170205"/>
                  </a:lnTo>
                  <a:lnTo>
                    <a:pt x="6471693" y="168022"/>
                  </a:lnTo>
                  <a:lnTo>
                    <a:pt x="6401348" y="165804"/>
                  </a:lnTo>
                  <a:lnTo>
                    <a:pt x="6331004" y="163551"/>
                  </a:lnTo>
                  <a:lnTo>
                    <a:pt x="6260659" y="161261"/>
                  </a:lnTo>
                  <a:lnTo>
                    <a:pt x="6190315" y="158935"/>
                  </a:lnTo>
                  <a:lnTo>
                    <a:pt x="6119970" y="156572"/>
                  </a:lnTo>
                  <a:lnTo>
                    <a:pt x="6049626" y="154170"/>
                  </a:lnTo>
                  <a:lnTo>
                    <a:pt x="5979281" y="151730"/>
                  </a:lnTo>
                  <a:lnTo>
                    <a:pt x="5908937" y="149251"/>
                  </a:lnTo>
                  <a:lnTo>
                    <a:pt x="5838592" y="146732"/>
                  </a:lnTo>
                  <a:lnTo>
                    <a:pt x="5768248" y="144173"/>
                  </a:lnTo>
                  <a:lnTo>
                    <a:pt x="5697903" y="141573"/>
                  </a:lnTo>
                  <a:lnTo>
                    <a:pt x="5627559" y="138931"/>
                  </a:lnTo>
                  <a:lnTo>
                    <a:pt x="5557214" y="136246"/>
                  </a:lnTo>
                  <a:lnTo>
                    <a:pt x="5486870" y="133519"/>
                  </a:lnTo>
                  <a:lnTo>
                    <a:pt x="5416525" y="130748"/>
                  </a:lnTo>
                  <a:lnTo>
                    <a:pt x="5346181" y="127932"/>
                  </a:lnTo>
                  <a:lnTo>
                    <a:pt x="5275836" y="125071"/>
                  </a:lnTo>
                  <a:lnTo>
                    <a:pt x="5205492" y="122164"/>
                  </a:lnTo>
                  <a:lnTo>
                    <a:pt x="5135147" y="119211"/>
                  </a:lnTo>
                  <a:lnTo>
                    <a:pt x="5064803" y="116210"/>
                  </a:lnTo>
                  <a:lnTo>
                    <a:pt x="4994458" y="113161"/>
                  </a:lnTo>
                  <a:lnTo>
                    <a:pt x="4924114" y="110064"/>
                  </a:lnTo>
                  <a:lnTo>
                    <a:pt x="4853769" y="106916"/>
                  </a:lnTo>
                  <a:lnTo>
                    <a:pt x="4783425" y="103718"/>
                  </a:lnTo>
                  <a:lnTo>
                    <a:pt x="4713080" y="100469"/>
                  </a:lnTo>
                  <a:lnTo>
                    <a:pt x="4642736" y="97168"/>
                  </a:lnTo>
                  <a:lnTo>
                    <a:pt x="4572391" y="93813"/>
                  </a:lnTo>
                  <a:lnTo>
                    <a:pt x="4502047" y="90405"/>
                  </a:lnTo>
                  <a:lnTo>
                    <a:pt x="4431702" y="86942"/>
                  </a:lnTo>
                  <a:lnTo>
                    <a:pt x="4361358" y="83424"/>
                  </a:lnTo>
                  <a:lnTo>
                    <a:pt x="4291013" y="79849"/>
                  </a:lnTo>
                  <a:lnTo>
                    <a:pt x="4220669" y="76217"/>
                  </a:lnTo>
                  <a:lnTo>
                    <a:pt x="4150324" y="72527"/>
                  </a:lnTo>
                  <a:lnTo>
                    <a:pt x="4079980" y="68777"/>
                  </a:lnTo>
                  <a:lnTo>
                    <a:pt x="4009635" y="64968"/>
                  </a:lnTo>
                  <a:lnTo>
                    <a:pt x="3939291" y="61097"/>
                  </a:lnTo>
                  <a:lnTo>
                    <a:pt x="3868946" y="57164"/>
                  </a:lnTo>
                  <a:lnTo>
                    <a:pt x="3798602" y="53168"/>
                  </a:lnTo>
                  <a:lnTo>
                    <a:pt x="3728257" y="49108"/>
                  </a:lnTo>
                  <a:lnTo>
                    <a:pt x="3657913" y="44982"/>
                  </a:lnTo>
                  <a:lnTo>
                    <a:pt x="3587569" y="40791"/>
                  </a:lnTo>
                  <a:lnTo>
                    <a:pt x="3517224" y="36532"/>
                  </a:lnTo>
                  <a:lnTo>
                    <a:pt x="3446880" y="32205"/>
                  </a:lnTo>
                  <a:lnTo>
                    <a:pt x="3376535" y="27809"/>
                  </a:lnTo>
                  <a:lnTo>
                    <a:pt x="3306191" y="23342"/>
                  </a:lnTo>
                  <a:lnTo>
                    <a:pt x="3235846" y="18804"/>
                  </a:lnTo>
                  <a:lnTo>
                    <a:pt x="3165502" y="14192"/>
                  </a:lnTo>
                  <a:lnTo>
                    <a:pt x="3095157" y="9507"/>
                  </a:lnTo>
                  <a:lnTo>
                    <a:pt x="3024813" y="6874"/>
                  </a:lnTo>
                  <a:lnTo>
                    <a:pt x="2954468" y="6716"/>
                  </a:lnTo>
                  <a:lnTo>
                    <a:pt x="2884124" y="6558"/>
                  </a:lnTo>
                  <a:lnTo>
                    <a:pt x="2813779" y="6400"/>
                  </a:lnTo>
                  <a:lnTo>
                    <a:pt x="2743435" y="6241"/>
                  </a:lnTo>
                  <a:lnTo>
                    <a:pt x="2673090" y="6083"/>
                  </a:lnTo>
                  <a:lnTo>
                    <a:pt x="2602746" y="5924"/>
                  </a:lnTo>
                  <a:lnTo>
                    <a:pt x="2532401" y="5766"/>
                  </a:lnTo>
                  <a:lnTo>
                    <a:pt x="2462057" y="5607"/>
                  </a:lnTo>
                  <a:lnTo>
                    <a:pt x="2391712" y="5448"/>
                  </a:lnTo>
                  <a:lnTo>
                    <a:pt x="2321368" y="5289"/>
                  </a:lnTo>
                  <a:lnTo>
                    <a:pt x="2251023" y="5130"/>
                  </a:lnTo>
                  <a:lnTo>
                    <a:pt x="2180679" y="4971"/>
                  </a:lnTo>
                  <a:lnTo>
                    <a:pt x="2110334" y="4812"/>
                  </a:lnTo>
                  <a:lnTo>
                    <a:pt x="2039990" y="4653"/>
                  </a:lnTo>
                  <a:lnTo>
                    <a:pt x="1969645" y="4494"/>
                  </a:lnTo>
                  <a:lnTo>
                    <a:pt x="1899301" y="4334"/>
                  </a:lnTo>
                  <a:lnTo>
                    <a:pt x="1828956" y="4175"/>
                  </a:lnTo>
                  <a:lnTo>
                    <a:pt x="1758612" y="4015"/>
                  </a:lnTo>
                  <a:lnTo>
                    <a:pt x="1688267" y="3856"/>
                  </a:lnTo>
                  <a:lnTo>
                    <a:pt x="1617923" y="3696"/>
                  </a:lnTo>
                  <a:lnTo>
                    <a:pt x="1547578" y="3536"/>
                  </a:lnTo>
                  <a:lnTo>
                    <a:pt x="1477234" y="3376"/>
                  </a:lnTo>
                  <a:lnTo>
                    <a:pt x="1406889" y="3216"/>
                  </a:lnTo>
                  <a:lnTo>
                    <a:pt x="1336545" y="3056"/>
                  </a:lnTo>
                  <a:lnTo>
                    <a:pt x="1266200" y="2896"/>
                  </a:lnTo>
                  <a:lnTo>
                    <a:pt x="1195856" y="2736"/>
                  </a:lnTo>
                  <a:lnTo>
                    <a:pt x="1125511" y="2576"/>
                  </a:lnTo>
                  <a:lnTo>
                    <a:pt x="1055167" y="2415"/>
                  </a:lnTo>
                  <a:lnTo>
                    <a:pt x="984822" y="2255"/>
                  </a:lnTo>
                  <a:lnTo>
                    <a:pt x="914478" y="2094"/>
                  </a:lnTo>
                  <a:lnTo>
                    <a:pt x="844133" y="1934"/>
                  </a:lnTo>
                  <a:lnTo>
                    <a:pt x="773789" y="1773"/>
                  </a:lnTo>
                  <a:lnTo>
                    <a:pt x="703444" y="1612"/>
                  </a:lnTo>
                  <a:lnTo>
                    <a:pt x="633100" y="1451"/>
                  </a:lnTo>
                  <a:lnTo>
                    <a:pt x="562755" y="1290"/>
                  </a:lnTo>
                  <a:lnTo>
                    <a:pt x="492411" y="1129"/>
                  </a:lnTo>
                  <a:lnTo>
                    <a:pt x="422066" y="968"/>
                  </a:lnTo>
                  <a:lnTo>
                    <a:pt x="351722" y="807"/>
                  </a:lnTo>
                  <a:lnTo>
                    <a:pt x="281377" y="646"/>
                  </a:lnTo>
                  <a:lnTo>
                    <a:pt x="211033" y="484"/>
                  </a:lnTo>
                  <a:lnTo>
                    <a:pt x="140688" y="323"/>
                  </a:lnTo>
                  <a:lnTo>
                    <a:pt x="70344" y="1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972419"/>
              <a:ext cx="6964104" cy="238262"/>
            </a:xfrm>
            <a:custGeom>
              <a:avLst/>
              <a:pathLst>
                <a:path w="6964104" h="238262">
                  <a:moveTo>
                    <a:pt x="0" y="0"/>
                  </a:moveTo>
                  <a:lnTo>
                    <a:pt x="70344" y="3503"/>
                  </a:lnTo>
                  <a:lnTo>
                    <a:pt x="140688" y="6977"/>
                  </a:lnTo>
                  <a:lnTo>
                    <a:pt x="211033" y="10423"/>
                  </a:lnTo>
                  <a:lnTo>
                    <a:pt x="281377" y="13840"/>
                  </a:lnTo>
                  <a:lnTo>
                    <a:pt x="351722" y="17230"/>
                  </a:lnTo>
                  <a:lnTo>
                    <a:pt x="422066" y="20592"/>
                  </a:lnTo>
                  <a:lnTo>
                    <a:pt x="492411" y="23926"/>
                  </a:lnTo>
                  <a:lnTo>
                    <a:pt x="562755" y="27234"/>
                  </a:lnTo>
                  <a:lnTo>
                    <a:pt x="633100" y="30514"/>
                  </a:lnTo>
                  <a:lnTo>
                    <a:pt x="703444" y="33767"/>
                  </a:lnTo>
                  <a:lnTo>
                    <a:pt x="773789" y="36993"/>
                  </a:lnTo>
                  <a:lnTo>
                    <a:pt x="844133" y="40193"/>
                  </a:lnTo>
                  <a:lnTo>
                    <a:pt x="914478" y="43367"/>
                  </a:lnTo>
                  <a:lnTo>
                    <a:pt x="984822" y="46515"/>
                  </a:lnTo>
                  <a:lnTo>
                    <a:pt x="1055167" y="49638"/>
                  </a:lnTo>
                  <a:lnTo>
                    <a:pt x="1125511" y="52734"/>
                  </a:lnTo>
                  <a:lnTo>
                    <a:pt x="1195856" y="55805"/>
                  </a:lnTo>
                  <a:lnTo>
                    <a:pt x="1266200" y="58852"/>
                  </a:lnTo>
                  <a:lnTo>
                    <a:pt x="1336545" y="61873"/>
                  </a:lnTo>
                  <a:lnTo>
                    <a:pt x="1406889" y="64869"/>
                  </a:lnTo>
                  <a:lnTo>
                    <a:pt x="1477234" y="67841"/>
                  </a:lnTo>
                  <a:lnTo>
                    <a:pt x="1547578" y="70789"/>
                  </a:lnTo>
                  <a:lnTo>
                    <a:pt x="1617923" y="73712"/>
                  </a:lnTo>
                  <a:lnTo>
                    <a:pt x="1688267" y="76612"/>
                  </a:lnTo>
                  <a:lnTo>
                    <a:pt x="1758612" y="79487"/>
                  </a:lnTo>
                  <a:lnTo>
                    <a:pt x="1828956" y="82340"/>
                  </a:lnTo>
                  <a:lnTo>
                    <a:pt x="1899301" y="85169"/>
                  </a:lnTo>
                  <a:lnTo>
                    <a:pt x="1969645" y="87974"/>
                  </a:lnTo>
                  <a:lnTo>
                    <a:pt x="2039990" y="90757"/>
                  </a:lnTo>
                  <a:lnTo>
                    <a:pt x="2110334" y="93517"/>
                  </a:lnTo>
                  <a:lnTo>
                    <a:pt x="2180679" y="96254"/>
                  </a:lnTo>
                  <a:lnTo>
                    <a:pt x="2251023" y="98969"/>
                  </a:lnTo>
                  <a:lnTo>
                    <a:pt x="2321368" y="101662"/>
                  </a:lnTo>
                  <a:lnTo>
                    <a:pt x="2391712" y="104333"/>
                  </a:lnTo>
                  <a:lnTo>
                    <a:pt x="2462057" y="106982"/>
                  </a:lnTo>
                  <a:lnTo>
                    <a:pt x="2532401" y="109609"/>
                  </a:lnTo>
                  <a:lnTo>
                    <a:pt x="2602746" y="112214"/>
                  </a:lnTo>
                  <a:lnTo>
                    <a:pt x="2673090" y="114799"/>
                  </a:lnTo>
                  <a:lnTo>
                    <a:pt x="2743435" y="117362"/>
                  </a:lnTo>
                  <a:lnTo>
                    <a:pt x="2813779" y="119904"/>
                  </a:lnTo>
                  <a:lnTo>
                    <a:pt x="2884124" y="122425"/>
                  </a:lnTo>
                  <a:lnTo>
                    <a:pt x="2954468" y="124926"/>
                  </a:lnTo>
                  <a:lnTo>
                    <a:pt x="3024813" y="127406"/>
                  </a:lnTo>
                  <a:lnTo>
                    <a:pt x="3095157" y="129866"/>
                  </a:lnTo>
                  <a:lnTo>
                    <a:pt x="3165502" y="132306"/>
                  </a:lnTo>
                  <a:lnTo>
                    <a:pt x="3235846" y="134726"/>
                  </a:lnTo>
                  <a:lnTo>
                    <a:pt x="3306191" y="137126"/>
                  </a:lnTo>
                  <a:lnTo>
                    <a:pt x="3376535" y="139506"/>
                  </a:lnTo>
                  <a:lnTo>
                    <a:pt x="3446880" y="141867"/>
                  </a:lnTo>
                  <a:lnTo>
                    <a:pt x="3517224" y="144209"/>
                  </a:lnTo>
                  <a:lnTo>
                    <a:pt x="3587569" y="146531"/>
                  </a:lnTo>
                  <a:lnTo>
                    <a:pt x="3657913" y="148834"/>
                  </a:lnTo>
                  <a:lnTo>
                    <a:pt x="3728257" y="151119"/>
                  </a:lnTo>
                  <a:lnTo>
                    <a:pt x="3798602" y="153385"/>
                  </a:lnTo>
                  <a:lnTo>
                    <a:pt x="3868946" y="155632"/>
                  </a:lnTo>
                  <a:lnTo>
                    <a:pt x="3939291" y="157861"/>
                  </a:lnTo>
                  <a:lnTo>
                    <a:pt x="4009635" y="160071"/>
                  </a:lnTo>
                  <a:lnTo>
                    <a:pt x="4079980" y="162264"/>
                  </a:lnTo>
                  <a:lnTo>
                    <a:pt x="4150324" y="164438"/>
                  </a:lnTo>
                  <a:lnTo>
                    <a:pt x="4220669" y="166595"/>
                  </a:lnTo>
                  <a:lnTo>
                    <a:pt x="4291013" y="168734"/>
                  </a:lnTo>
                  <a:lnTo>
                    <a:pt x="4361358" y="170856"/>
                  </a:lnTo>
                  <a:lnTo>
                    <a:pt x="4431702" y="172960"/>
                  </a:lnTo>
                  <a:lnTo>
                    <a:pt x="4502047" y="175047"/>
                  </a:lnTo>
                  <a:lnTo>
                    <a:pt x="4572391" y="177117"/>
                  </a:lnTo>
                  <a:lnTo>
                    <a:pt x="4642736" y="179170"/>
                  </a:lnTo>
                  <a:lnTo>
                    <a:pt x="4713080" y="181206"/>
                  </a:lnTo>
                  <a:lnTo>
                    <a:pt x="4783425" y="183225"/>
                  </a:lnTo>
                  <a:lnTo>
                    <a:pt x="4853769" y="185228"/>
                  </a:lnTo>
                  <a:lnTo>
                    <a:pt x="4924114" y="187215"/>
                  </a:lnTo>
                  <a:lnTo>
                    <a:pt x="4994458" y="189185"/>
                  </a:lnTo>
                  <a:lnTo>
                    <a:pt x="5064803" y="191139"/>
                  </a:lnTo>
                  <a:lnTo>
                    <a:pt x="5135147" y="193077"/>
                  </a:lnTo>
                  <a:lnTo>
                    <a:pt x="5205492" y="195000"/>
                  </a:lnTo>
                  <a:lnTo>
                    <a:pt x="5275836" y="196906"/>
                  </a:lnTo>
                  <a:lnTo>
                    <a:pt x="5346181" y="198797"/>
                  </a:lnTo>
                  <a:lnTo>
                    <a:pt x="5416525" y="200673"/>
                  </a:lnTo>
                  <a:lnTo>
                    <a:pt x="5486870" y="202533"/>
                  </a:lnTo>
                  <a:lnTo>
                    <a:pt x="5557214" y="204378"/>
                  </a:lnTo>
                  <a:lnTo>
                    <a:pt x="5627559" y="206207"/>
                  </a:lnTo>
                  <a:lnTo>
                    <a:pt x="5697903" y="208022"/>
                  </a:lnTo>
                  <a:lnTo>
                    <a:pt x="5768248" y="209822"/>
                  </a:lnTo>
                  <a:lnTo>
                    <a:pt x="5838592" y="211607"/>
                  </a:lnTo>
                  <a:lnTo>
                    <a:pt x="5908937" y="213378"/>
                  </a:lnTo>
                  <a:lnTo>
                    <a:pt x="5979281" y="215134"/>
                  </a:lnTo>
                  <a:lnTo>
                    <a:pt x="6049626" y="216876"/>
                  </a:lnTo>
                  <a:lnTo>
                    <a:pt x="6119970" y="218603"/>
                  </a:lnTo>
                  <a:lnTo>
                    <a:pt x="6190315" y="220316"/>
                  </a:lnTo>
                  <a:lnTo>
                    <a:pt x="6260659" y="222016"/>
                  </a:lnTo>
                  <a:lnTo>
                    <a:pt x="6331004" y="223701"/>
                  </a:lnTo>
                  <a:lnTo>
                    <a:pt x="6401348" y="225373"/>
                  </a:lnTo>
                  <a:lnTo>
                    <a:pt x="6471693" y="227030"/>
                  </a:lnTo>
                  <a:lnTo>
                    <a:pt x="6542037" y="228675"/>
                  </a:lnTo>
                  <a:lnTo>
                    <a:pt x="6612382" y="230306"/>
                  </a:lnTo>
                  <a:lnTo>
                    <a:pt x="6682726" y="231923"/>
                  </a:lnTo>
                  <a:lnTo>
                    <a:pt x="6753071" y="233527"/>
                  </a:lnTo>
                  <a:lnTo>
                    <a:pt x="6823415" y="235118"/>
                  </a:lnTo>
                  <a:lnTo>
                    <a:pt x="6893760" y="236697"/>
                  </a:lnTo>
                  <a:lnTo>
                    <a:pt x="6964104" y="238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(1.01-1.21), p_Bonf = 0.217 (n = 6)  |  per IQR decline (Δ = 28.0 %): 1.32 (1.02-1.71)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995944"/>
              <a:ext cx="6964104" cy="474057"/>
            </a:xfrm>
            <a:custGeom>
              <a:avLst/>
              <a:pathLst>
                <a:path w="6964104" h="474057">
                  <a:moveTo>
                    <a:pt x="0" y="0"/>
                  </a:moveTo>
                  <a:lnTo>
                    <a:pt x="70344" y="9436"/>
                  </a:lnTo>
                  <a:lnTo>
                    <a:pt x="140688" y="18724"/>
                  </a:lnTo>
                  <a:lnTo>
                    <a:pt x="211033" y="27865"/>
                  </a:lnTo>
                  <a:lnTo>
                    <a:pt x="281377" y="36862"/>
                  </a:lnTo>
                  <a:lnTo>
                    <a:pt x="351722" y="45717"/>
                  </a:lnTo>
                  <a:lnTo>
                    <a:pt x="422066" y="54432"/>
                  </a:lnTo>
                  <a:lnTo>
                    <a:pt x="492411" y="63010"/>
                  </a:lnTo>
                  <a:lnTo>
                    <a:pt x="562755" y="71452"/>
                  </a:lnTo>
                  <a:lnTo>
                    <a:pt x="633100" y="79760"/>
                  </a:lnTo>
                  <a:lnTo>
                    <a:pt x="703444" y="87938"/>
                  </a:lnTo>
                  <a:lnTo>
                    <a:pt x="773789" y="95987"/>
                  </a:lnTo>
                  <a:lnTo>
                    <a:pt x="844133" y="103908"/>
                  </a:lnTo>
                  <a:lnTo>
                    <a:pt x="914478" y="111704"/>
                  </a:lnTo>
                  <a:lnTo>
                    <a:pt x="984822" y="119378"/>
                  </a:lnTo>
                  <a:lnTo>
                    <a:pt x="1055167" y="126930"/>
                  </a:lnTo>
                  <a:lnTo>
                    <a:pt x="1125511" y="134363"/>
                  </a:lnTo>
                  <a:lnTo>
                    <a:pt x="1195856" y="141678"/>
                  </a:lnTo>
                  <a:lnTo>
                    <a:pt x="1266200" y="148878"/>
                  </a:lnTo>
                  <a:lnTo>
                    <a:pt x="1336545" y="155965"/>
                  </a:lnTo>
                  <a:lnTo>
                    <a:pt x="1406889" y="162939"/>
                  </a:lnTo>
                  <a:lnTo>
                    <a:pt x="1477234" y="169804"/>
                  </a:lnTo>
                  <a:lnTo>
                    <a:pt x="1547578" y="176560"/>
                  </a:lnTo>
                  <a:lnTo>
                    <a:pt x="1617923" y="183209"/>
                  </a:lnTo>
                  <a:lnTo>
                    <a:pt x="1688267" y="189753"/>
                  </a:lnTo>
                  <a:lnTo>
                    <a:pt x="1758612" y="196195"/>
                  </a:lnTo>
                  <a:lnTo>
                    <a:pt x="1828956" y="202534"/>
                  </a:lnTo>
                  <a:lnTo>
                    <a:pt x="1899301" y="208773"/>
                  </a:lnTo>
                  <a:lnTo>
                    <a:pt x="1969645" y="214914"/>
                  </a:lnTo>
                  <a:lnTo>
                    <a:pt x="2039990" y="220958"/>
                  </a:lnTo>
                  <a:lnTo>
                    <a:pt x="2110334" y="226906"/>
                  </a:lnTo>
                  <a:lnTo>
                    <a:pt x="2180679" y="232761"/>
                  </a:lnTo>
                  <a:lnTo>
                    <a:pt x="2251023" y="238523"/>
                  </a:lnTo>
                  <a:lnTo>
                    <a:pt x="2321368" y="244194"/>
                  </a:lnTo>
                  <a:lnTo>
                    <a:pt x="2391712" y="249776"/>
                  </a:lnTo>
                  <a:lnTo>
                    <a:pt x="2462057" y="255269"/>
                  </a:lnTo>
                  <a:lnTo>
                    <a:pt x="2532401" y="260676"/>
                  </a:lnTo>
                  <a:lnTo>
                    <a:pt x="2602746" y="265997"/>
                  </a:lnTo>
                  <a:lnTo>
                    <a:pt x="2673090" y="271235"/>
                  </a:lnTo>
                  <a:lnTo>
                    <a:pt x="2743435" y="276390"/>
                  </a:lnTo>
                  <a:lnTo>
                    <a:pt x="2813779" y="281463"/>
                  </a:lnTo>
                  <a:lnTo>
                    <a:pt x="2884124" y="286456"/>
                  </a:lnTo>
                  <a:lnTo>
                    <a:pt x="2954468" y="291371"/>
                  </a:lnTo>
                  <a:lnTo>
                    <a:pt x="3024813" y="296207"/>
                  </a:lnTo>
                  <a:lnTo>
                    <a:pt x="3095157" y="298493"/>
                  </a:lnTo>
                  <a:lnTo>
                    <a:pt x="3165502" y="298651"/>
                  </a:lnTo>
                  <a:lnTo>
                    <a:pt x="3235846" y="298809"/>
                  </a:lnTo>
                  <a:lnTo>
                    <a:pt x="3306191" y="298967"/>
                  </a:lnTo>
                  <a:lnTo>
                    <a:pt x="3376535" y="299124"/>
                  </a:lnTo>
                  <a:lnTo>
                    <a:pt x="3446880" y="299282"/>
                  </a:lnTo>
                  <a:lnTo>
                    <a:pt x="3517224" y="299439"/>
                  </a:lnTo>
                  <a:lnTo>
                    <a:pt x="3587569" y="299597"/>
                  </a:lnTo>
                  <a:lnTo>
                    <a:pt x="3657913" y="299754"/>
                  </a:lnTo>
                  <a:lnTo>
                    <a:pt x="3728257" y="299912"/>
                  </a:lnTo>
                  <a:lnTo>
                    <a:pt x="3798602" y="300069"/>
                  </a:lnTo>
                  <a:lnTo>
                    <a:pt x="3868946" y="300226"/>
                  </a:lnTo>
                  <a:lnTo>
                    <a:pt x="3939291" y="300383"/>
                  </a:lnTo>
                  <a:lnTo>
                    <a:pt x="4009635" y="300540"/>
                  </a:lnTo>
                  <a:lnTo>
                    <a:pt x="4079980" y="300697"/>
                  </a:lnTo>
                  <a:lnTo>
                    <a:pt x="4150324" y="300853"/>
                  </a:lnTo>
                  <a:lnTo>
                    <a:pt x="4220669" y="301010"/>
                  </a:lnTo>
                  <a:lnTo>
                    <a:pt x="4291013" y="301167"/>
                  </a:lnTo>
                  <a:lnTo>
                    <a:pt x="4361358" y="301323"/>
                  </a:lnTo>
                  <a:lnTo>
                    <a:pt x="4431702" y="301480"/>
                  </a:lnTo>
                  <a:lnTo>
                    <a:pt x="4502047" y="301636"/>
                  </a:lnTo>
                  <a:lnTo>
                    <a:pt x="4572391" y="301792"/>
                  </a:lnTo>
                  <a:lnTo>
                    <a:pt x="4642736" y="301949"/>
                  </a:lnTo>
                  <a:lnTo>
                    <a:pt x="4713080" y="302105"/>
                  </a:lnTo>
                  <a:lnTo>
                    <a:pt x="4783425" y="302261"/>
                  </a:lnTo>
                  <a:lnTo>
                    <a:pt x="4853769" y="302417"/>
                  </a:lnTo>
                  <a:lnTo>
                    <a:pt x="4924114" y="302573"/>
                  </a:lnTo>
                  <a:lnTo>
                    <a:pt x="4994458" y="302728"/>
                  </a:lnTo>
                  <a:lnTo>
                    <a:pt x="5064803" y="302884"/>
                  </a:lnTo>
                  <a:lnTo>
                    <a:pt x="5135147" y="303040"/>
                  </a:lnTo>
                  <a:lnTo>
                    <a:pt x="5205492" y="303195"/>
                  </a:lnTo>
                  <a:lnTo>
                    <a:pt x="5275836" y="303351"/>
                  </a:lnTo>
                  <a:lnTo>
                    <a:pt x="5346181" y="303506"/>
                  </a:lnTo>
                  <a:lnTo>
                    <a:pt x="5416525" y="303661"/>
                  </a:lnTo>
                  <a:lnTo>
                    <a:pt x="5486870" y="303817"/>
                  </a:lnTo>
                  <a:lnTo>
                    <a:pt x="5557214" y="303972"/>
                  </a:lnTo>
                  <a:lnTo>
                    <a:pt x="5627559" y="304127"/>
                  </a:lnTo>
                  <a:lnTo>
                    <a:pt x="5697903" y="304282"/>
                  </a:lnTo>
                  <a:lnTo>
                    <a:pt x="5768248" y="304437"/>
                  </a:lnTo>
                  <a:lnTo>
                    <a:pt x="5838592" y="304592"/>
                  </a:lnTo>
                  <a:lnTo>
                    <a:pt x="5908937" y="304746"/>
                  </a:lnTo>
                  <a:lnTo>
                    <a:pt x="5979281" y="304901"/>
                  </a:lnTo>
                  <a:lnTo>
                    <a:pt x="6049626" y="305055"/>
                  </a:lnTo>
                  <a:lnTo>
                    <a:pt x="6119970" y="305210"/>
                  </a:lnTo>
                  <a:lnTo>
                    <a:pt x="6190315" y="305364"/>
                  </a:lnTo>
                  <a:lnTo>
                    <a:pt x="6260659" y="305519"/>
                  </a:lnTo>
                  <a:lnTo>
                    <a:pt x="6331004" y="305673"/>
                  </a:lnTo>
                  <a:lnTo>
                    <a:pt x="6401348" y="305827"/>
                  </a:lnTo>
                  <a:lnTo>
                    <a:pt x="6471693" y="305981"/>
                  </a:lnTo>
                  <a:lnTo>
                    <a:pt x="6542037" y="306135"/>
                  </a:lnTo>
                  <a:lnTo>
                    <a:pt x="6612382" y="306289"/>
                  </a:lnTo>
                  <a:lnTo>
                    <a:pt x="6682726" y="306443"/>
                  </a:lnTo>
                  <a:lnTo>
                    <a:pt x="6753071" y="306597"/>
                  </a:lnTo>
                  <a:lnTo>
                    <a:pt x="6823415" y="306750"/>
                  </a:lnTo>
                  <a:lnTo>
                    <a:pt x="6893760" y="306904"/>
                  </a:lnTo>
                  <a:lnTo>
                    <a:pt x="6964104" y="307057"/>
                  </a:lnTo>
                  <a:lnTo>
                    <a:pt x="6964104" y="474057"/>
                  </a:lnTo>
                  <a:lnTo>
                    <a:pt x="6893760" y="472073"/>
                  </a:lnTo>
                  <a:lnTo>
                    <a:pt x="6823415" y="470057"/>
                  </a:lnTo>
                  <a:lnTo>
                    <a:pt x="6753071" y="468009"/>
                  </a:lnTo>
                  <a:lnTo>
                    <a:pt x="6682726" y="465928"/>
                  </a:lnTo>
                  <a:lnTo>
                    <a:pt x="6612382" y="463814"/>
                  </a:lnTo>
                  <a:lnTo>
                    <a:pt x="6542037" y="461666"/>
                  </a:lnTo>
                  <a:lnTo>
                    <a:pt x="6471693" y="459483"/>
                  </a:lnTo>
                  <a:lnTo>
                    <a:pt x="6401348" y="457265"/>
                  </a:lnTo>
                  <a:lnTo>
                    <a:pt x="6331004" y="455012"/>
                  </a:lnTo>
                  <a:lnTo>
                    <a:pt x="6260659" y="452722"/>
                  </a:lnTo>
                  <a:lnTo>
                    <a:pt x="6190315" y="450396"/>
                  </a:lnTo>
                  <a:lnTo>
                    <a:pt x="6119970" y="448032"/>
                  </a:lnTo>
                  <a:lnTo>
                    <a:pt x="6049626" y="445631"/>
                  </a:lnTo>
                  <a:lnTo>
                    <a:pt x="5979281" y="443191"/>
                  </a:lnTo>
                  <a:lnTo>
                    <a:pt x="5908937" y="440712"/>
                  </a:lnTo>
                  <a:lnTo>
                    <a:pt x="5838592" y="438193"/>
                  </a:lnTo>
                  <a:lnTo>
                    <a:pt x="5768248" y="435634"/>
                  </a:lnTo>
                  <a:lnTo>
                    <a:pt x="5697903" y="433034"/>
                  </a:lnTo>
                  <a:lnTo>
                    <a:pt x="5627559" y="430391"/>
                  </a:lnTo>
                  <a:lnTo>
                    <a:pt x="5557214" y="427707"/>
                  </a:lnTo>
                  <a:lnTo>
                    <a:pt x="5486870" y="424980"/>
                  </a:lnTo>
                  <a:lnTo>
                    <a:pt x="5416525" y="422208"/>
                  </a:lnTo>
                  <a:lnTo>
                    <a:pt x="5346181" y="419393"/>
                  </a:lnTo>
                  <a:lnTo>
                    <a:pt x="5275836" y="416532"/>
                  </a:lnTo>
                  <a:lnTo>
                    <a:pt x="5205492" y="413625"/>
                  </a:lnTo>
                  <a:lnTo>
                    <a:pt x="5135147" y="410672"/>
                  </a:lnTo>
                  <a:lnTo>
                    <a:pt x="5064803" y="407671"/>
                  </a:lnTo>
                  <a:lnTo>
                    <a:pt x="4994458" y="404622"/>
                  </a:lnTo>
                  <a:lnTo>
                    <a:pt x="4924114" y="401524"/>
                  </a:lnTo>
                  <a:lnTo>
                    <a:pt x="4853769" y="398377"/>
                  </a:lnTo>
                  <a:lnTo>
                    <a:pt x="4783425" y="395179"/>
                  </a:lnTo>
                  <a:lnTo>
                    <a:pt x="4713080" y="391930"/>
                  </a:lnTo>
                  <a:lnTo>
                    <a:pt x="4642736" y="388628"/>
                  </a:lnTo>
                  <a:lnTo>
                    <a:pt x="4572391" y="385274"/>
                  </a:lnTo>
                  <a:lnTo>
                    <a:pt x="4502047" y="381866"/>
                  </a:lnTo>
                  <a:lnTo>
                    <a:pt x="4431702" y="378403"/>
                  </a:lnTo>
                  <a:lnTo>
                    <a:pt x="4361358" y="374885"/>
                  </a:lnTo>
                  <a:lnTo>
                    <a:pt x="4291013" y="371310"/>
                  </a:lnTo>
                  <a:lnTo>
                    <a:pt x="4220669" y="367678"/>
                  </a:lnTo>
                  <a:lnTo>
                    <a:pt x="4150324" y="363988"/>
                  </a:lnTo>
                  <a:lnTo>
                    <a:pt x="4079980" y="360238"/>
                  </a:lnTo>
                  <a:lnTo>
                    <a:pt x="4009635" y="356428"/>
                  </a:lnTo>
                  <a:lnTo>
                    <a:pt x="3939291" y="352557"/>
                  </a:lnTo>
                  <a:lnTo>
                    <a:pt x="3868946" y="348625"/>
                  </a:lnTo>
                  <a:lnTo>
                    <a:pt x="3798602" y="344629"/>
                  </a:lnTo>
                  <a:lnTo>
                    <a:pt x="3728257" y="340568"/>
                  </a:lnTo>
                  <a:lnTo>
                    <a:pt x="3657913" y="336443"/>
                  </a:lnTo>
                  <a:lnTo>
                    <a:pt x="3587569" y="332252"/>
                  </a:lnTo>
                  <a:lnTo>
                    <a:pt x="3517224" y="327993"/>
                  </a:lnTo>
                  <a:lnTo>
                    <a:pt x="3446880" y="323666"/>
                  </a:lnTo>
                  <a:lnTo>
                    <a:pt x="3376535" y="319270"/>
                  </a:lnTo>
                  <a:lnTo>
                    <a:pt x="3306191" y="314803"/>
                  </a:lnTo>
                  <a:lnTo>
                    <a:pt x="3235846" y="310264"/>
                  </a:lnTo>
                  <a:lnTo>
                    <a:pt x="3165502" y="305653"/>
                  </a:lnTo>
                  <a:lnTo>
                    <a:pt x="3095157" y="300968"/>
                  </a:lnTo>
                  <a:lnTo>
                    <a:pt x="3024813" y="298335"/>
                  </a:lnTo>
                  <a:lnTo>
                    <a:pt x="2954468" y="298177"/>
                  </a:lnTo>
                  <a:lnTo>
                    <a:pt x="2884124" y="298019"/>
                  </a:lnTo>
                  <a:lnTo>
                    <a:pt x="2813779" y="297860"/>
                  </a:lnTo>
                  <a:lnTo>
                    <a:pt x="2743435" y="297702"/>
                  </a:lnTo>
                  <a:lnTo>
                    <a:pt x="2673090" y="297544"/>
                  </a:lnTo>
                  <a:lnTo>
                    <a:pt x="2602746" y="297385"/>
                  </a:lnTo>
                  <a:lnTo>
                    <a:pt x="2532401" y="297226"/>
                  </a:lnTo>
                  <a:lnTo>
                    <a:pt x="2462057" y="297068"/>
                  </a:lnTo>
                  <a:lnTo>
                    <a:pt x="2391712" y="296909"/>
                  </a:lnTo>
                  <a:lnTo>
                    <a:pt x="2321368" y="296750"/>
                  </a:lnTo>
                  <a:lnTo>
                    <a:pt x="2251023" y="296591"/>
                  </a:lnTo>
                  <a:lnTo>
                    <a:pt x="2180679" y="296432"/>
                  </a:lnTo>
                  <a:lnTo>
                    <a:pt x="2110334" y="296273"/>
                  </a:lnTo>
                  <a:lnTo>
                    <a:pt x="2039990" y="296114"/>
                  </a:lnTo>
                  <a:lnTo>
                    <a:pt x="1969645" y="295955"/>
                  </a:lnTo>
                  <a:lnTo>
                    <a:pt x="1899301" y="295795"/>
                  </a:lnTo>
                  <a:lnTo>
                    <a:pt x="1828956" y="295636"/>
                  </a:lnTo>
                  <a:lnTo>
                    <a:pt x="1758612" y="295476"/>
                  </a:lnTo>
                  <a:lnTo>
                    <a:pt x="1688267" y="295317"/>
                  </a:lnTo>
                  <a:lnTo>
                    <a:pt x="1617923" y="295157"/>
                  </a:lnTo>
                  <a:lnTo>
                    <a:pt x="1547578" y="294997"/>
                  </a:lnTo>
                  <a:lnTo>
                    <a:pt x="1477234" y="294837"/>
                  </a:lnTo>
                  <a:lnTo>
                    <a:pt x="1406889" y="294677"/>
                  </a:lnTo>
                  <a:lnTo>
                    <a:pt x="1336545" y="294517"/>
                  </a:lnTo>
                  <a:lnTo>
                    <a:pt x="1266200" y="294357"/>
                  </a:lnTo>
                  <a:lnTo>
                    <a:pt x="1195856" y="294197"/>
                  </a:lnTo>
                  <a:lnTo>
                    <a:pt x="1125511" y="294037"/>
                  </a:lnTo>
                  <a:lnTo>
                    <a:pt x="1055167" y="293876"/>
                  </a:lnTo>
                  <a:lnTo>
                    <a:pt x="984822" y="293716"/>
                  </a:lnTo>
                  <a:lnTo>
                    <a:pt x="914478" y="293555"/>
                  </a:lnTo>
                  <a:lnTo>
                    <a:pt x="844133" y="293394"/>
                  </a:lnTo>
                  <a:lnTo>
                    <a:pt x="773789" y="293234"/>
                  </a:lnTo>
                  <a:lnTo>
                    <a:pt x="703444" y="293073"/>
                  </a:lnTo>
                  <a:lnTo>
                    <a:pt x="633100" y="292912"/>
                  </a:lnTo>
                  <a:lnTo>
                    <a:pt x="562755" y="292751"/>
                  </a:lnTo>
                  <a:lnTo>
                    <a:pt x="492411" y="292590"/>
                  </a:lnTo>
                  <a:lnTo>
                    <a:pt x="422066" y="292429"/>
                  </a:lnTo>
                  <a:lnTo>
                    <a:pt x="351722" y="292268"/>
                  </a:lnTo>
                  <a:lnTo>
                    <a:pt x="281377" y="292106"/>
                  </a:lnTo>
                  <a:lnTo>
                    <a:pt x="211033" y="291945"/>
                  </a:lnTo>
                  <a:lnTo>
                    <a:pt x="140688" y="291783"/>
                  </a:lnTo>
                  <a:lnTo>
                    <a:pt x="70344" y="291622"/>
                  </a:lnTo>
                  <a:lnTo>
                    <a:pt x="0" y="2914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995944"/>
              <a:ext cx="6964104" cy="307057"/>
            </a:xfrm>
            <a:custGeom>
              <a:avLst/>
              <a:pathLst>
                <a:path w="6964104" h="307057">
                  <a:moveTo>
                    <a:pt x="0" y="0"/>
                  </a:moveTo>
                  <a:lnTo>
                    <a:pt x="70344" y="9436"/>
                  </a:lnTo>
                  <a:lnTo>
                    <a:pt x="140688" y="18724"/>
                  </a:lnTo>
                  <a:lnTo>
                    <a:pt x="211033" y="27865"/>
                  </a:lnTo>
                  <a:lnTo>
                    <a:pt x="281377" y="36862"/>
                  </a:lnTo>
                  <a:lnTo>
                    <a:pt x="351722" y="45717"/>
                  </a:lnTo>
                  <a:lnTo>
                    <a:pt x="422066" y="54432"/>
                  </a:lnTo>
                  <a:lnTo>
                    <a:pt x="492411" y="63010"/>
                  </a:lnTo>
                  <a:lnTo>
                    <a:pt x="562755" y="71452"/>
                  </a:lnTo>
                  <a:lnTo>
                    <a:pt x="633100" y="79760"/>
                  </a:lnTo>
                  <a:lnTo>
                    <a:pt x="703444" y="87938"/>
                  </a:lnTo>
                  <a:lnTo>
                    <a:pt x="773789" y="95987"/>
                  </a:lnTo>
                  <a:lnTo>
                    <a:pt x="844133" y="103908"/>
                  </a:lnTo>
                  <a:lnTo>
                    <a:pt x="914478" y="111704"/>
                  </a:lnTo>
                  <a:lnTo>
                    <a:pt x="984822" y="119378"/>
                  </a:lnTo>
                  <a:lnTo>
                    <a:pt x="1055167" y="126930"/>
                  </a:lnTo>
                  <a:lnTo>
                    <a:pt x="1125511" y="134363"/>
                  </a:lnTo>
                  <a:lnTo>
                    <a:pt x="1195856" y="141678"/>
                  </a:lnTo>
                  <a:lnTo>
                    <a:pt x="1266200" y="148878"/>
                  </a:lnTo>
                  <a:lnTo>
                    <a:pt x="1336545" y="155965"/>
                  </a:lnTo>
                  <a:lnTo>
                    <a:pt x="1406889" y="162939"/>
                  </a:lnTo>
                  <a:lnTo>
                    <a:pt x="1477234" y="169804"/>
                  </a:lnTo>
                  <a:lnTo>
                    <a:pt x="1547578" y="176560"/>
                  </a:lnTo>
                  <a:lnTo>
                    <a:pt x="1617923" y="183209"/>
                  </a:lnTo>
                  <a:lnTo>
                    <a:pt x="1688267" y="189753"/>
                  </a:lnTo>
                  <a:lnTo>
                    <a:pt x="1758612" y="196195"/>
                  </a:lnTo>
                  <a:lnTo>
                    <a:pt x="1828956" y="202534"/>
                  </a:lnTo>
                  <a:lnTo>
                    <a:pt x="1899301" y="208773"/>
                  </a:lnTo>
                  <a:lnTo>
                    <a:pt x="1969645" y="214914"/>
                  </a:lnTo>
                  <a:lnTo>
                    <a:pt x="2039990" y="220958"/>
                  </a:lnTo>
                  <a:lnTo>
                    <a:pt x="2110334" y="226906"/>
                  </a:lnTo>
                  <a:lnTo>
                    <a:pt x="2180679" y="232761"/>
                  </a:lnTo>
                  <a:lnTo>
                    <a:pt x="2251023" y="238523"/>
                  </a:lnTo>
                  <a:lnTo>
                    <a:pt x="2321368" y="244194"/>
                  </a:lnTo>
                  <a:lnTo>
                    <a:pt x="2391712" y="249776"/>
                  </a:lnTo>
                  <a:lnTo>
                    <a:pt x="2462057" y="255269"/>
                  </a:lnTo>
                  <a:lnTo>
                    <a:pt x="2532401" y="260676"/>
                  </a:lnTo>
                  <a:lnTo>
                    <a:pt x="2602746" y="265997"/>
                  </a:lnTo>
                  <a:lnTo>
                    <a:pt x="2673090" y="271235"/>
                  </a:lnTo>
                  <a:lnTo>
                    <a:pt x="2743435" y="276390"/>
                  </a:lnTo>
                  <a:lnTo>
                    <a:pt x="2813779" y="281463"/>
                  </a:lnTo>
                  <a:lnTo>
                    <a:pt x="2884124" y="286456"/>
                  </a:lnTo>
                  <a:lnTo>
                    <a:pt x="2954468" y="291371"/>
                  </a:lnTo>
                  <a:lnTo>
                    <a:pt x="3024813" y="296207"/>
                  </a:lnTo>
                  <a:lnTo>
                    <a:pt x="3095157" y="298493"/>
                  </a:lnTo>
                  <a:lnTo>
                    <a:pt x="3165502" y="298651"/>
                  </a:lnTo>
                  <a:lnTo>
                    <a:pt x="3235846" y="298809"/>
                  </a:lnTo>
                  <a:lnTo>
                    <a:pt x="3306191" y="298967"/>
                  </a:lnTo>
                  <a:lnTo>
                    <a:pt x="3376535" y="299124"/>
                  </a:lnTo>
                  <a:lnTo>
                    <a:pt x="3446880" y="299282"/>
                  </a:lnTo>
                  <a:lnTo>
                    <a:pt x="3517224" y="299439"/>
                  </a:lnTo>
                  <a:lnTo>
                    <a:pt x="3587569" y="299597"/>
                  </a:lnTo>
                  <a:lnTo>
                    <a:pt x="3657913" y="299754"/>
                  </a:lnTo>
                  <a:lnTo>
                    <a:pt x="3728257" y="299912"/>
                  </a:lnTo>
                  <a:lnTo>
                    <a:pt x="3798602" y="300069"/>
                  </a:lnTo>
                  <a:lnTo>
                    <a:pt x="3868946" y="300226"/>
                  </a:lnTo>
                  <a:lnTo>
                    <a:pt x="3939291" y="300383"/>
                  </a:lnTo>
                  <a:lnTo>
                    <a:pt x="4009635" y="300540"/>
                  </a:lnTo>
                  <a:lnTo>
                    <a:pt x="4079980" y="300697"/>
                  </a:lnTo>
                  <a:lnTo>
                    <a:pt x="4150324" y="300853"/>
                  </a:lnTo>
                  <a:lnTo>
                    <a:pt x="4220669" y="301010"/>
                  </a:lnTo>
                  <a:lnTo>
                    <a:pt x="4291013" y="301167"/>
                  </a:lnTo>
                  <a:lnTo>
                    <a:pt x="4361358" y="301323"/>
                  </a:lnTo>
                  <a:lnTo>
                    <a:pt x="4431702" y="301480"/>
                  </a:lnTo>
                  <a:lnTo>
                    <a:pt x="4502047" y="301636"/>
                  </a:lnTo>
                  <a:lnTo>
                    <a:pt x="4572391" y="301792"/>
                  </a:lnTo>
                  <a:lnTo>
                    <a:pt x="4642736" y="301949"/>
                  </a:lnTo>
                  <a:lnTo>
                    <a:pt x="4713080" y="302105"/>
                  </a:lnTo>
                  <a:lnTo>
                    <a:pt x="4783425" y="302261"/>
                  </a:lnTo>
                  <a:lnTo>
                    <a:pt x="4853769" y="302417"/>
                  </a:lnTo>
                  <a:lnTo>
                    <a:pt x="4924114" y="302573"/>
                  </a:lnTo>
                  <a:lnTo>
                    <a:pt x="4994458" y="302728"/>
                  </a:lnTo>
                  <a:lnTo>
                    <a:pt x="5064803" y="302884"/>
                  </a:lnTo>
                  <a:lnTo>
                    <a:pt x="5135147" y="303040"/>
                  </a:lnTo>
                  <a:lnTo>
                    <a:pt x="5205492" y="303195"/>
                  </a:lnTo>
                  <a:lnTo>
                    <a:pt x="5275836" y="303351"/>
                  </a:lnTo>
                  <a:lnTo>
                    <a:pt x="5346181" y="303506"/>
                  </a:lnTo>
                  <a:lnTo>
                    <a:pt x="5416525" y="303661"/>
                  </a:lnTo>
                  <a:lnTo>
                    <a:pt x="5486870" y="303817"/>
                  </a:lnTo>
                  <a:lnTo>
                    <a:pt x="5557214" y="303972"/>
                  </a:lnTo>
                  <a:lnTo>
                    <a:pt x="5627559" y="304127"/>
                  </a:lnTo>
                  <a:lnTo>
                    <a:pt x="5697903" y="304282"/>
                  </a:lnTo>
                  <a:lnTo>
                    <a:pt x="5768248" y="304437"/>
                  </a:lnTo>
                  <a:lnTo>
                    <a:pt x="5838592" y="304592"/>
                  </a:lnTo>
                  <a:lnTo>
                    <a:pt x="5908937" y="304746"/>
                  </a:lnTo>
                  <a:lnTo>
                    <a:pt x="5979281" y="304901"/>
                  </a:lnTo>
                  <a:lnTo>
                    <a:pt x="6049626" y="305055"/>
                  </a:lnTo>
                  <a:lnTo>
                    <a:pt x="6119970" y="305210"/>
                  </a:lnTo>
                  <a:lnTo>
                    <a:pt x="6190315" y="305364"/>
                  </a:lnTo>
                  <a:lnTo>
                    <a:pt x="6260659" y="305519"/>
                  </a:lnTo>
                  <a:lnTo>
                    <a:pt x="6331004" y="305673"/>
                  </a:lnTo>
                  <a:lnTo>
                    <a:pt x="6401348" y="305827"/>
                  </a:lnTo>
                  <a:lnTo>
                    <a:pt x="6471693" y="305981"/>
                  </a:lnTo>
                  <a:lnTo>
                    <a:pt x="6542037" y="306135"/>
                  </a:lnTo>
                  <a:lnTo>
                    <a:pt x="6612382" y="306289"/>
                  </a:lnTo>
                  <a:lnTo>
                    <a:pt x="6682726" y="306443"/>
                  </a:lnTo>
                  <a:lnTo>
                    <a:pt x="6753071" y="306597"/>
                  </a:lnTo>
                  <a:lnTo>
                    <a:pt x="6823415" y="306750"/>
                  </a:lnTo>
                  <a:lnTo>
                    <a:pt x="6893760" y="306904"/>
                  </a:lnTo>
                  <a:lnTo>
                    <a:pt x="6964104" y="307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87405"/>
              <a:ext cx="6964104" cy="182596"/>
            </a:xfrm>
            <a:custGeom>
              <a:avLst/>
              <a:pathLst>
                <a:path w="6964104" h="182596">
                  <a:moveTo>
                    <a:pt x="6964104" y="182596"/>
                  </a:moveTo>
                  <a:lnTo>
                    <a:pt x="6893760" y="180612"/>
                  </a:lnTo>
                  <a:lnTo>
                    <a:pt x="6823415" y="178597"/>
                  </a:lnTo>
                  <a:lnTo>
                    <a:pt x="6753071" y="176548"/>
                  </a:lnTo>
                  <a:lnTo>
                    <a:pt x="6682726" y="174467"/>
                  </a:lnTo>
                  <a:lnTo>
                    <a:pt x="6612382" y="172353"/>
                  </a:lnTo>
                  <a:lnTo>
                    <a:pt x="6542037" y="170205"/>
                  </a:lnTo>
                  <a:lnTo>
                    <a:pt x="6471693" y="168022"/>
                  </a:lnTo>
                  <a:lnTo>
                    <a:pt x="6401348" y="165804"/>
                  </a:lnTo>
                  <a:lnTo>
                    <a:pt x="6331004" y="163551"/>
                  </a:lnTo>
                  <a:lnTo>
                    <a:pt x="6260659" y="161261"/>
                  </a:lnTo>
                  <a:lnTo>
                    <a:pt x="6190315" y="158935"/>
                  </a:lnTo>
                  <a:lnTo>
                    <a:pt x="6119970" y="156572"/>
                  </a:lnTo>
                  <a:lnTo>
                    <a:pt x="6049626" y="154170"/>
                  </a:lnTo>
                  <a:lnTo>
                    <a:pt x="5979281" y="151730"/>
                  </a:lnTo>
                  <a:lnTo>
                    <a:pt x="5908937" y="149251"/>
                  </a:lnTo>
                  <a:lnTo>
                    <a:pt x="5838592" y="146732"/>
                  </a:lnTo>
                  <a:lnTo>
                    <a:pt x="5768248" y="144173"/>
                  </a:lnTo>
                  <a:lnTo>
                    <a:pt x="5697903" y="141573"/>
                  </a:lnTo>
                  <a:lnTo>
                    <a:pt x="5627559" y="138931"/>
                  </a:lnTo>
                  <a:lnTo>
                    <a:pt x="5557214" y="136246"/>
                  </a:lnTo>
                  <a:lnTo>
                    <a:pt x="5486870" y="133519"/>
                  </a:lnTo>
                  <a:lnTo>
                    <a:pt x="5416525" y="130748"/>
                  </a:lnTo>
                  <a:lnTo>
                    <a:pt x="5346181" y="127932"/>
                  </a:lnTo>
                  <a:lnTo>
                    <a:pt x="5275836" y="125071"/>
                  </a:lnTo>
                  <a:lnTo>
                    <a:pt x="5205492" y="122164"/>
                  </a:lnTo>
                  <a:lnTo>
                    <a:pt x="5135147" y="119211"/>
                  </a:lnTo>
                  <a:lnTo>
                    <a:pt x="5064803" y="116210"/>
                  </a:lnTo>
                  <a:lnTo>
                    <a:pt x="4994458" y="113161"/>
                  </a:lnTo>
                  <a:lnTo>
                    <a:pt x="4924114" y="110064"/>
                  </a:lnTo>
                  <a:lnTo>
                    <a:pt x="4853769" y="106916"/>
                  </a:lnTo>
                  <a:lnTo>
                    <a:pt x="4783425" y="103718"/>
                  </a:lnTo>
                  <a:lnTo>
                    <a:pt x="4713080" y="100469"/>
                  </a:lnTo>
                  <a:lnTo>
                    <a:pt x="4642736" y="97168"/>
                  </a:lnTo>
                  <a:lnTo>
                    <a:pt x="4572391" y="93813"/>
                  </a:lnTo>
                  <a:lnTo>
                    <a:pt x="4502047" y="90405"/>
                  </a:lnTo>
                  <a:lnTo>
                    <a:pt x="4431702" y="86942"/>
                  </a:lnTo>
                  <a:lnTo>
                    <a:pt x="4361358" y="83424"/>
                  </a:lnTo>
                  <a:lnTo>
                    <a:pt x="4291013" y="79849"/>
                  </a:lnTo>
                  <a:lnTo>
                    <a:pt x="4220669" y="76217"/>
                  </a:lnTo>
                  <a:lnTo>
                    <a:pt x="4150324" y="72527"/>
                  </a:lnTo>
                  <a:lnTo>
                    <a:pt x="4079980" y="68777"/>
                  </a:lnTo>
                  <a:lnTo>
                    <a:pt x="4009635" y="64968"/>
                  </a:lnTo>
                  <a:lnTo>
                    <a:pt x="3939291" y="61097"/>
                  </a:lnTo>
                  <a:lnTo>
                    <a:pt x="3868946" y="57164"/>
                  </a:lnTo>
                  <a:lnTo>
                    <a:pt x="3798602" y="53168"/>
                  </a:lnTo>
                  <a:lnTo>
                    <a:pt x="3728257" y="49108"/>
                  </a:lnTo>
                  <a:lnTo>
                    <a:pt x="3657913" y="44982"/>
                  </a:lnTo>
                  <a:lnTo>
                    <a:pt x="3587569" y="40791"/>
                  </a:lnTo>
                  <a:lnTo>
                    <a:pt x="3517224" y="36532"/>
                  </a:lnTo>
                  <a:lnTo>
                    <a:pt x="3446880" y="32205"/>
                  </a:lnTo>
                  <a:lnTo>
                    <a:pt x="3376535" y="27809"/>
                  </a:lnTo>
                  <a:lnTo>
                    <a:pt x="3306191" y="23342"/>
                  </a:lnTo>
                  <a:lnTo>
                    <a:pt x="3235846" y="18804"/>
                  </a:lnTo>
                  <a:lnTo>
                    <a:pt x="3165502" y="14192"/>
                  </a:lnTo>
                  <a:lnTo>
                    <a:pt x="3095157" y="9507"/>
                  </a:lnTo>
                  <a:lnTo>
                    <a:pt x="3024813" y="6874"/>
                  </a:lnTo>
                  <a:lnTo>
                    <a:pt x="2954468" y="6716"/>
                  </a:lnTo>
                  <a:lnTo>
                    <a:pt x="2884124" y="6558"/>
                  </a:lnTo>
                  <a:lnTo>
                    <a:pt x="2813779" y="6400"/>
                  </a:lnTo>
                  <a:lnTo>
                    <a:pt x="2743435" y="6241"/>
                  </a:lnTo>
                  <a:lnTo>
                    <a:pt x="2673090" y="6083"/>
                  </a:lnTo>
                  <a:lnTo>
                    <a:pt x="2602746" y="5924"/>
                  </a:lnTo>
                  <a:lnTo>
                    <a:pt x="2532401" y="5766"/>
                  </a:lnTo>
                  <a:lnTo>
                    <a:pt x="2462057" y="5607"/>
                  </a:lnTo>
                  <a:lnTo>
                    <a:pt x="2391712" y="5448"/>
                  </a:lnTo>
                  <a:lnTo>
                    <a:pt x="2321368" y="5289"/>
                  </a:lnTo>
                  <a:lnTo>
                    <a:pt x="2251023" y="5130"/>
                  </a:lnTo>
                  <a:lnTo>
                    <a:pt x="2180679" y="4971"/>
                  </a:lnTo>
                  <a:lnTo>
                    <a:pt x="2110334" y="4812"/>
                  </a:lnTo>
                  <a:lnTo>
                    <a:pt x="2039990" y="4653"/>
                  </a:lnTo>
                  <a:lnTo>
                    <a:pt x="1969645" y="4494"/>
                  </a:lnTo>
                  <a:lnTo>
                    <a:pt x="1899301" y="4334"/>
                  </a:lnTo>
                  <a:lnTo>
                    <a:pt x="1828956" y="4175"/>
                  </a:lnTo>
                  <a:lnTo>
                    <a:pt x="1758612" y="4015"/>
                  </a:lnTo>
                  <a:lnTo>
                    <a:pt x="1688267" y="3856"/>
                  </a:lnTo>
                  <a:lnTo>
                    <a:pt x="1617923" y="3696"/>
                  </a:lnTo>
                  <a:lnTo>
                    <a:pt x="1547578" y="3536"/>
                  </a:lnTo>
                  <a:lnTo>
                    <a:pt x="1477234" y="3376"/>
                  </a:lnTo>
                  <a:lnTo>
                    <a:pt x="1406889" y="3216"/>
                  </a:lnTo>
                  <a:lnTo>
                    <a:pt x="1336545" y="3056"/>
                  </a:lnTo>
                  <a:lnTo>
                    <a:pt x="1266200" y="2896"/>
                  </a:lnTo>
                  <a:lnTo>
                    <a:pt x="1195856" y="2736"/>
                  </a:lnTo>
                  <a:lnTo>
                    <a:pt x="1125511" y="2576"/>
                  </a:lnTo>
                  <a:lnTo>
                    <a:pt x="1055167" y="2415"/>
                  </a:lnTo>
                  <a:lnTo>
                    <a:pt x="984822" y="2255"/>
                  </a:lnTo>
                  <a:lnTo>
                    <a:pt x="914478" y="2094"/>
                  </a:lnTo>
                  <a:lnTo>
                    <a:pt x="844133" y="1934"/>
                  </a:lnTo>
                  <a:lnTo>
                    <a:pt x="773789" y="1773"/>
                  </a:lnTo>
                  <a:lnTo>
                    <a:pt x="703444" y="1612"/>
                  </a:lnTo>
                  <a:lnTo>
                    <a:pt x="633100" y="1451"/>
                  </a:lnTo>
                  <a:lnTo>
                    <a:pt x="562755" y="1290"/>
                  </a:lnTo>
                  <a:lnTo>
                    <a:pt x="492411" y="1129"/>
                  </a:lnTo>
                  <a:lnTo>
                    <a:pt x="422066" y="968"/>
                  </a:lnTo>
                  <a:lnTo>
                    <a:pt x="351722" y="807"/>
                  </a:lnTo>
                  <a:lnTo>
                    <a:pt x="281377" y="646"/>
                  </a:lnTo>
                  <a:lnTo>
                    <a:pt x="211033" y="484"/>
                  </a:lnTo>
                  <a:lnTo>
                    <a:pt x="140688" y="323"/>
                  </a:lnTo>
                  <a:lnTo>
                    <a:pt x="70344" y="1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165811"/>
              <a:ext cx="6964104" cy="238262"/>
            </a:xfrm>
            <a:custGeom>
              <a:avLst/>
              <a:pathLst>
                <a:path w="6964104" h="238262">
                  <a:moveTo>
                    <a:pt x="0" y="0"/>
                  </a:moveTo>
                  <a:lnTo>
                    <a:pt x="70344" y="3503"/>
                  </a:lnTo>
                  <a:lnTo>
                    <a:pt x="140688" y="6977"/>
                  </a:lnTo>
                  <a:lnTo>
                    <a:pt x="211033" y="10423"/>
                  </a:lnTo>
                  <a:lnTo>
                    <a:pt x="281377" y="13840"/>
                  </a:lnTo>
                  <a:lnTo>
                    <a:pt x="351722" y="17230"/>
                  </a:lnTo>
                  <a:lnTo>
                    <a:pt x="422066" y="20592"/>
                  </a:lnTo>
                  <a:lnTo>
                    <a:pt x="492411" y="23926"/>
                  </a:lnTo>
                  <a:lnTo>
                    <a:pt x="562755" y="27234"/>
                  </a:lnTo>
                  <a:lnTo>
                    <a:pt x="633100" y="30514"/>
                  </a:lnTo>
                  <a:lnTo>
                    <a:pt x="703444" y="33767"/>
                  </a:lnTo>
                  <a:lnTo>
                    <a:pt x="773789" y="36993"/>
                  </a:lnTo>
                  <a:lnTo>
                    <a:pt x="844133" y="40193"/>
                  </a:lnTo>
                  <a:lnTo>
                    <a:pt x="914478" y="43367"/>
                  </a:lnTo>
                  <a:lnTo>
                    <a:pt x="984822" y="46515"/>
                  </a:lnTo>
                  <a:lnTo>
                    <a:pt x="1055167" y="49638"/>
                  </a:lnTo>
                  <a:lnTo>
                    <a:pt x="1125511" y="52734"/>
                  </a:lnTo>
                  <a:lnTo>
                    <a:pt x="1195856" y="55805"/>
                  </a:lnTo>
                  <a:lnTo>
                    <a:pt x="1266200" y="58852"/>
                  </a:lnTo>
                  <a:lnTo>
                    <a:pt x="1336545" y="61873"/>
                  </a:lnTo>
                  <a:lnTo>
                    <a:pt x="1406889" y="64869"/>
                  </a:lnTo>
                  <a:lnTo>
                    <a:pt x="1477234" y="67841"/>
                  </a:lnTo>
                  <a:lnTo>
                    <a:pt x="1547578" y="70789"/>
                  </a:lnTo>
                  <a:lnTo>
                    <a:pt x="1617923" y="73712"/>
                  </a:lnTo>
                  <a:lnTo>
                    <a:pt x="1688267" y="76612"/>
                  </a:lnTo>
                  <a:lnTo>
                    <a:pt x="1758612" y="79487"/>
                  </a:lnTo>
                  <a:lnTo>
                    <a:pt x="1828956" y="82340"/>
                  </a:lnTo>
                  <a:lnTo>
                    <a:pt x="1899301" y="85169"/>
                  </a:lnTo>
                  <a:lnTo>
                    <a:pt x="1969645" y="87974"/>
                  </a:lnTo>
                  <a:lnTo>
                    <a:pt x="2039990" y="90757"/>
                  </a:lnTo>
                  <a:lnTo>
                    <a:pt x="2110334" y="93517"/>
                  </a:lnTo>
                  <a:lnTo>
                    <a:pt x="2180679" y="96254"/>
                  </a:lnTo>
                  <a:lnTo>
                    <a:pt x="2251023" y="98969"/>
                  </a:lnTo>
                  <a:lnTo>
                    <a:pt x="2321368" y="101662"/>
                  </a:lnTo>
                  <a:lnTo>
                    <a:pt x="2391712" y="104333"/>
                  </a:lnTo>
                  <a:lnTo>
                    <a:pt x="2462057" y="106982"/>
                  </a:lnTo>
                  <a:lnTo>
                    <a:pt x="2532401" y="109609"/>
                  </a:lnTo>
                  <a:lnTo>
                    <a:pt x="2602746" y="112214"/>
                  </a:lnTo>
                  <a:lnTo>
                    <a:pt x="2673090" y="114799"/>
                  </a:lnTo>
                  <a:lnTo>
                    <a:pt x="2743435" y="117362"/>
                  </a:lnTo>
                  <a:lnTo>
                    <a:pt x="2813779" y="119904"/>
                  </a:lnTo>
                  <a:lnTo>
                    <a:pt x="2884124" y="122425"/>
                  </a:lnTo>
                  <a:lnTo>
                    <a:pt x="2954468" y="124926"/>
                  </a:lnTo>
                  <a:lnTo>
                    <a:pt x="3024813" y="127406"/>
                  </a:lnTo>
                  <a:lnTo>
                    <a:pt x="3095157" y="129866"/>
                  </a:lnTo>
                  <a:lnTo>
                    <a:pt x="3165502" y="132306"/>
                  </a:lnTo>
                  <a:lnTo>
                    <a:pt x="3235846" y="134726"/>
                  </a:lnTo>
                  <a:lnTo>
                    <a:pt x="3306191" y="137126"/>
                  </a:lnTo>
                  <a:lnTo>
                    <a:pt x="3376535" y="139506"/>
                  </a:lnTo>
                  <a:lnTo>
                    <a:pt x="3446880" y="141867"/>
                  </a:lnTo>
                  <a:lnTo>
                    <a:pt x="3517224" y="144209"/>
                  </a:lnTo>
                  <a:lnTo>
                    <a:pt x="3587569" y="146531"/>
                  </a:lnTo>
                  <a:lnTo>
                    <a:pt x="3657913" y="148834"/>
                  </a:lnTo>
                  <a:lnTo>
                    <a:pt x="3728257" y="151119"/>
                  </a:lnTo>
                  <a:lnTo>
                    <a:pt x="3798602" y="153385"/>
                  </a:lnTo>
                  <a:lnTo>
                    <a:pt x="3868946" y="155632"/>
                  </a:lnTo>
                  <a:lnTo>
                    <a:pt x="3939291" y="157861"/>
                  </a:lnTo>
                  <a:lnTo>
                    <a:pt x="4009635" y="160071"/>
                  </a:lnTo>
                  <a:lnTo>
                    <a:pt x="4079980" y="162264"/>
                  </a:lnTo>
                  <a:lnTo>
                    <a:pt x="4150324" y="164438"/>
                  </a:lnTo>
                  <a:lnTo>
                    <a:pt x="4220669" y="166595"/>
                  </a:lnTo>
                  <a:lnTo>
                    <a:pt x="4291013" y="168734"/>
                  </a:lnTo>
                  <a:lnTo>
                    <a:pt x="4361358" y="170856"/>
                  </a:lnTo>
                  <a:lnTo>
                    <a:pt x="4431702" y="172960"/>
                  </a:lnTo>
                  <a:lnTo>
                    <a:pt x="4502047" y="175047"/>
                  </a:lnTo>
                  <a:lnTo>
                    <a:pt x="4572391" y="177117"/>
                  </a:lnTo>
                  <a:lnTo>
                    <a:pt x="4642736" y="179170"/>
                  </a:lnTo>
                  <a:lnTo>
                    <a:pt x="4713080" y="181206"/>
                  </a:lnTo>
                  <a:lnTo>
                    <a:pt x="4783425" y="183225"/>
                  </a:lnTo>
                  <a:lnTo>
                    <a:pt x="4853769" y="185228"/>
                  </a:lnTo>
                  <a:lnTo>
                    <a:pt x="4924114" y="187215"/>
                  </a:lnTo>
                  <a:lnTo>
                    <a:pt x="4994458" y="189185"/>
                  </a:lnTo>
                  <a:lnTo>
                    <a:pt x="5064803" y="191139"/>
                  </a:lnTo>
                  <a:lnTo>
                    <a:pt x="5135147" y="193077"/>
                  </a:lnTo>
                  <a:lnTo>
                    <a:pt x="5205492" y="195000"/>
                  </a:lnTo>
                  <a:lnTo>
                    <a:pt x="5275836" y="196906"/>
                  </a:lnTo>
                  <a:lnTo>
                    <a:pt x="5346181" y="198797"/>
                  </a:lnTo>
                  <a:lnTo>
                    <a:pt x="5416525" y="200673"/>
                  </a:lnTo>
                  <a:lnTo>
                    <a:pt x="5486870" y="202533"/>
                  </a:lnTo>
                  <a:lnTo>
                    <a:pt x="5557214" y="204378"/>
                  </a:lnTo>
                  <a:lnTo>
                    <a:pt x="5627559" y="206207"/>
                  </a:lnTo>
                  <a:lnTo>
                    <a:pt x="5697903" y="208022"/>
                  </a:lnTo>
                  <a:lnTo>
                    <a:pt x="5768248" y="209822"/>
                  </a:lnTo>
                  <a:lnTo>
                    <a:pt x="5838592" y="211607"/>
                  </a:lnTo>
                  <a:lnTo>
                    <a:pt x="5908937" y="213378"/>
                  </a:lnTo>
                  <a:lnTo>
                    <a:pt x="5979281" y="215134"/>
                  </a:lnTo>
                  <a:lnTo>
                    <a:pt x="6049626" y="216876"/>
                  </a:lnTo>
                  <a:lnTo>
                    <a:pt x="6119970" y="218603"/>
                  </a:lnTo>
                  <a:lnTo>
                    <a:pt x="6190315" y="220316"/>
                  </a:lnTo>
                  <a:lnTo>
                    <a:pt x="6260659" y="222016"/>
                  </a:lnTo>
                  <a:lnTo>
                    <a:pt x="6331004" y="223701"/>
                  </a:lnTo>
                  <a:lnTo>
                    <a:pt x="6401348" y="225373"/>
                  </a:lnTo>
                  <a:lnTo>
                    <a:pt x="6471693" y="227030"/>
                  </a:lnTo>
                  <a:lnTo>
                    <a:pt x="6542037" y="228675"/>
                  </a:lnTo>
                  <a:lnTo>
                    <a:pt x="6612382" y="230306"/>
                  </a:lnTo>
                  <a:lnTo>
                    <a:pt x="6682726" y="231923"/>
                  </a:lnTo>
                  <a:lnTo>
                    <a:pt x="6753071" y="233527"/>
                  </a:lnTo>
                  <a:lnTo>
                    <a:pt x="6823415" y="235118"/>
                  </a:lnTo>
                  <a:lnTo>
                    <a:pt x="6893760" y="236697"/>
                  </a:lnTo>
                  <a:lnTo>
                    <a:pt x="6964104" y="238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(1.01-1.21), p_Bonf = 0.217 (n = 6)  |  per IQR decline (Δ = 28.0 %): 1.32 (1.02-1.71)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2026-07-22T07:57:32Z</dcterms:modified>
  <cp:category/>
</cp:coreProperties>
</file>