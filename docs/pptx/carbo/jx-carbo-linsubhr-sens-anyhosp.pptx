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1.10 (1.01-1.21), p_Bonf = 0.217 (n = 6)  |  per IQR decline (Δ = 28.0 %): 1.32 (1.02-1.71)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2026-09-28T17:00:43Z</dcterms:modified>
  <cp:category/>
</cp:coreProperties>
</file>