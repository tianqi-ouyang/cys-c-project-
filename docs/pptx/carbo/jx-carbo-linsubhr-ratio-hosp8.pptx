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403783" cy="3507113"/>
            </a:xfrm>
            <a:custGeom>
              <a:avLst/>
              <a:pathLst>
                <a:path w="7403783" h="3507113">
                  <a:moveTo>
                    <a:pt x="198209" y="0"/>
                  </a:moveTo>
                  <a:lnTo>
                    <a:pt x="200323" y="3509"/>
                  </a:lnTo>
                  <a:lnTo>
                    <a:pt x="276956" y="126465"/>
                  </a:lnTo>
                  <a:lnTo>
                    <a:pt x="353588" y="245277"/>
                  </a:lnTo>
                  <a:lnTo>
                    <a:pt x="430221" y="360086"/>
                  </a:lnTo>
                  <a:lnTo>
                    <a:pt x="506853" y="471027"/>
                  </a:lnTo>
                  <a:lnTo>
                    <a:pt x="583486" y="578230"/>
                  </a:lnTo>
                  <a:lnTo>
                    <a:pt x="660118" y="681820"/>
                  </a:lnTo>
                  <a:lnTo>
                    <a:pt x="736751" y="781920"/>
                  </a:lnTo>
                  <a:lnTo>
                    <a:pt x="813384" y="878648"/>
                  </a:lnTo>
                  <a:lnTo>
                    <a:pt x="890016" y="972116"/>
                  </a:lnTo>
                  <a:lnTo>
                    <a:pt x="966649" y="1062435"/>
                  </a:lnTo>
                  <a:lnTo>
                    <a:pt x="1043281" y="1149710"/>
                  </a:lnTo>
                  <a:lnTo>
                    <a:pt x="1119914" y="1234045"/>
                  </a:lnTo>
                  <a:lnTo>
                    <a:pt x="1196546" y="1315538"/>
                  </a:lnTo>
                  <a:lnTo>
                    <a:pt x="1273179" y="1394286"/>
                  </a:lnTo>
                  <a:lnTo>
                    <a:pt x="1349811" y="1470380"/>
                  </a:lnTo>
                  <a:lnTo>
                    <a:pt x="1426444" y="1543910"/>
                  </a:lnTo>
                  <a:lnTo>
                    <a:pt x="1503076" y="1614962"/>
                  </a:lnTo>
                  <a:lnTo>
                    <a:pt x="1579709" y="1683621"/>
                  </a:lnTo>
                  <a:lnTo>
                    <a:pt x="1656342" y="1749966"/>
                  </a:lnTo>
                  <a:lnTo>
                    <a:pt x="1732974" y="1814075"/>
                  </a:lnTo>
                  <a:lnTo>
                    <a:pt x="1809607" y="1876025"/>
                  </a:lnTo>
                  <a:lnTo>
                    <a:pt x="1886239" y="1935887"/>
                  </a:lnTo>
                  <a:lnTo>
                    <a:pt x="1962872" y="1993732"/>
                  </a:lnTo>
                  <a:lnTo>
                    <a:pt x="2039504" y="2049628"/>
                  </a:lnTo>
                  <a:lnTo>
                    <a:pt x="2116137" y="2103641"/>
                  </a:lnTo>
                  <a:lnTo>
                    <a:pt x="2192769" y="2155833"/>
                  </a:lnTo>
                  <a:lnTo>
                    <a:pt x="2269402" y="2206267"/>
                  </a:lnTo>
                  <a:lnTo>
                    <a:pt x="2346034" y="2255002"/>
                  </a:lnTo>
                  <a:lnTo>
                    <a:pt x="2422667" y="2302095"/>
                  </a:lnTo>
                  <a:lnTo>
                    <a:pt x="2499300" y="2347601"/>
                  </a:lnTo>
                  <a:lnTo>
                    <a:pt x="2575932" y="2391573"/>
                  </a:lnTo>
                  <a:lnTo>
                    <a:pt x="2652565" y="2434064"/>
                  </a:lnTo>
                  <a:lnTo>
                    <a:pt x="2729197" y="2475124"/>
                  </a:lnTo>
                  <a:lnTo>
                    <a:pt x="2805830" y="2514800"/>
                  </a:lnTo>
                  <a:lnTo>
                    <a:pt x="2882462" y="2553138"/>
                  </a:lnTo>
                  <a:lnTo>
                    <a:pt x="2959095" y="2590186"/>
                  </a:lnTo>
                  <a:lnTo>
                    <a:pt x="3035727" y="2625985"/>
                  </a:lnTo>
                  <a:lnTo>
                    <a:pt x="3112360" y="2660577"/>
                  </a:lnTo>
                  <a:lnTo>
                    <a:pt x="3188993" y="2694004"/>
                  </a:lnTo>
                  <a:lnTo>
                    <a:pt x="3265625" y="2726305"/>
                  </a:lnTo>
                  <a:lnTo>
                    <a:pt x="3342258" y="2757517"/>
                  </a:lnTo>
                  <a:lnTo>
                    <a:pt x="3418890" y="2782907"/>
                  </a:lnTo>
                  <a:lnTo>
                    <a:pt x="3495523" y="2782530"/>
                  </a:lnTo>
                  <a:lnTo>
                    <a:pt x="3572155" y="2782153"/>
                  </a:lnTo>
                  <a:lnTo>
                    <a:pt x="3648788" y="2781777"/>
                  </a:lnTo>
                  <a:lnTo>
                    <a:pt x="3725420" y="2781400"/>
                  </a:lnTo>
                  <a:lnTo>
                    <a:pt x="3802053" y="2781022"/>
                  </a:lnTo>
                  <a:lnTo>
                    <a:pt x="3878685" y="2780645"/>
                  </a:lnTo>
                  <a:lnTo>
                    <a:pt x="3955318" y="2780268"/>
                  </a:lnTo>
                  <a:lnTo>
                    <a:pt x="4031951" y="2779890"/>
                  </a:lnTo>
                  <a:lnTo>
                    <a:pt x="4108583" y="2779512"/>
                  </a:lnTo>
                  <a:lnTo>
                    <a:pt x="4185216" y="2779134"/>
                  </a:lnTo>
                  <a:lnTo>
                    <a:pt x="4261848" y="2778756"/>
                  </a:lnTo>
                  <a:lnTo>
                    <a:pt x="4338481" y="2778378"/>
                  </a:lnTo>
                  <a:lnTo>
                    <a:pt x="4415113" y="2777999"/>
                  </a:lnTo>
                  <a:lnTo>
                    <a:pt x="4491746" y="2777621"/>
                  </a:lnTo>
                  <a:lnTo>
                    <a:pt x="4568378" y="2777242"/>
                  </a:lnTo>
                  <a:lnTo>
                    <a:pt x="4645011" y="2776863"/>
                  </a:lnTo>
                  <a:lnTo>
                    <a:pt x="4721644" y="2776484"/>
                  </a:lnTo>
                  <a:lnTo>
                    <a:pt x="4798276" y="2776105"/>
                  </a:lnTo>
                  <a:lnTo>
                    <a:pt x="4874909" y="2775725"/>
                  </a:lnTo>
                  <a:lnTo>
                    <a:pt x="4951541" y="2775346"/>
                  </a:lnTo>
                  <a:lnTo>
                    <a:pt x="5028174" y="2774966"/>
                  </a:lnTo>
                  <a:lnTo>
                    <a:pt x="5104806" y="2774586"/>
                  </a:lnTo>
                  <a:lnTo>
                    <a:pt x="5181439" y="2774206"/>
                  </a:lnTo>
                  <a:lnTo>
                    <a:pt x="5258071" y="2773826"/>
                  </a:lnTo>
                  <a:lnTo>
                    <a:pt x="5334704" y="2773445"/>
                  </a:lnTo>
                  <a:lnTo>
                    <a:pt x="5411336" y="2773065"/>
                  </a:lnTo>
                  <a:lnTo>
                    <a:pt x="5487969" y="2772684"/>
                  </a:lnTo>
                  <a:lnTo>
                    <a:pt x="5564602" y="2772303"/>
                  </a:lnTo>
                  <a:lnTo>
                    <a:pt x="5641234" y="2771922"/>
                  </a:lnTo>
                  <a:lnTo>
                    <a:pt x="5717867" y="2771541"/>
                  </a:lnTo>
                  <a:lnTo>
                    <a:pt x="5794499" y="2771159"/>
                  </a:lnTo>
                  <a:lnTo>
                    <a:pt x="5871132" y="2770778"/>
                  </a:lnTo>
                  <a:lnTo>
                    <a:pt x="5947764" y="2770396"/>
                  </a:lnTo>
                  <a:lnTo>
                    <a:pt x="6024397" y="2770014"/>
                  </a:lnTo>
                  <a:lnTo>
                    <a:pt x="6101029" y="2769632"/>
                  </a:lnTo>
                  <a:lnTo>
                    <a:pt x="6177662" y="2769250"/>
                  </a:lnTo>
                  <a:lnTo>
                    <a:pt x="6254294" y="2768867"/>
                  </a:lnTo>
                  <a:lnTo>
                    <a:pt x="6330927" y="2768485"/>
                  </a:lnTo>
                  <a:lnTo>
                    <a:pt x="6407560" y="2768102"/>
                  </a:lnTo>
                  <a:lnTo>
                    <a:pt x="6484192" y="2767719"/>
                  </a:lnTo>
                  <a:lnTo>
                    <a:pt x="6560825" y="2767336"/>
                  </a:lnTo>
                  <a:lnTo>
                    <a:pt x="6637457" y="2766953"/>
                  </a:lnTo>
                  <a:lnTo>
                    <a:pt x="6714090" y="2766569"/>
                  </a:lnTo>
                  <a:lnTo>
                    <a:pt x="6790722" y="2766186"/>
                  </a:lnTo>
                  <a:lnTo>
                    <a:pt x="6867355" y="2765802"/>
                  </a:lnTo>
                  <a:lnTo>
                    <a:pt x="6943987" y="2765418"/>
                  </a:lnTo>
                  <a:lnTo>
                    <a:pt x="7020620" y="2765034"/>
                  </a:lnTo>
                  <a:lnTo>
                    <a:pt x="7097253" y="2764650"/>
                  </a:lnTo>
                  <a:lnTo>
                    <a:pt x="7173885" y="2764265"/>
                  </a:lnTo>
                  <a:lnTo>
                    <a:pt x="7250518" y="2763881"/>
                  </a:lnTo>
                  <a:lnTo>
                    <a:pt x="7327150" y="2763496"/>
                  </a:lnTo>
                  <a:lnTo>
                    <a:pt x="7403783" y="2763111"/>
                  </a:lnTo>
                  <a:lnTo>
                    <a:pt x="7403783" y="3507113"/>
                  </a:lnTo>
                  <a:lnTo>
                    <a:pt x="7327150" y="3502039"/>
                  </a:lnTo>
                  <a:lnTo>
                    <a:pt x="7250518" y="3496787"/>
                  </a:lnTo>
                  <a:lnTo>
                    <a:pt x="7173885" y="3491353"/>
                  </a:lnTo>
                  <a:lnTo>
                    <a:pt x="7097253" y="3485729"/>
                  </a:lnTo>
                  <a:lnTo>
                    <a:pt x="7020620" y="3479908"/>
                  </a:lnTo>
                  <a:lnTo>
                    <a:pt x="6943987" y="3473885"/>
                  </a:lnTo>
                  <a:lnTo>
                    <a:pt x="6867355" y="3467652"/>
                  </a:lnTo>
                  <a:lnTo>
                    <a:pt x="6790722" y="3461202"/>
                  </a:lnTo>
                  <a:lnTo>
                    <a:pt x="6714090" y="3454526"/>
                  </a:lnTo>
                  <a:lnTo>
                    <a:pt x="6637457" y="3447618"/>
                  </a:lnTo>
                  <a:lnTo>
                    <a:pt x="6560825" y="3440469"/>
                  </a:lnTo>
                  <a:lnTo>
                    <a:pt x="6484192" y="3433071"/>
                  </a:lnTo>
                  <a:lnTo>
                    <a:pt x="6407560" y="3425414"/>
                  </a:lnTo>
                  <a:lnTo>
                    <a:pt x="6330927" y="3417491"/>
                  </a:lnTo>
                  <a:lnTo>
                    <a:pt x="6254294" y="3409291"/>
                  </a:lnTo>
                  <a:lnTo>
                    <a:pt x="6177662" y="3400806"/>
                  </a:lnTo>
                  <a:lnTo>
                    <a:pt x="6101029" y="3392024"/>
                  </a:lnTo>
                  <a:lnTo>
                    <a:pt x="6024397" y="3382937"/>
                  </a:lnTo>
                  <a:lnTo>
                    <a:pt x="5947764" y="3373532"/>
                  </a:lnTo>
                  <a:lnTo>
                    <a:pt x="5871132" y="3363800"/>
                  </a:lnTo>
                  <a:lnTo>
                    <a:pt x="5794499" y="3353728"/>
                  </a:lnTo>
                  <a:lnTo>
                    <a:pt x="5717867" y="3343305"/>
                  </a:lnTo>
                  <a:lnTo>
                    <a:pt x="5641234" y="3332519"/>
                  </a:lnTo>
                  <a:lnTo>
                    <a:pt x="5564602" y="3321356"/>
                  </a:lnTo>
                  <a:lnTo>
                    <a:pt x="5487969" y="3309805"/>
                  </a:lnTo>
                  <a:lnTo>
                    <a:pt x="5411336" y="3297850"/>
                  </a:lnTo>
                  <a:lnTo>
                    <a:pt x="5334704" y="3285479"/>
                  </a:lnTo>
                  <a:lnTo>
                    <a:pt x="5258071" y="3272676"/>
                  </a:lnTo>
                  <a:lnTo>
                    <a:pt x="5181439" y="3259427"/>
                  </a:lnTo>
                  <a:lnTo>
                    <a:pt x="5104806" y="3245715"/>
                  </a:lnTo>
                  <a:lnTo>
                    <a:pt x="5028174" y="3231526"/>
                  </a:lnTo>
                  <a:lnTo>
                    <a:pt x="4951541" y="3216842"/>
                  </a:lnTo>
                  <a:lnTo>
                    <a:pt x="4874909" y="3201646"/>
                  </a:lnTo>
                  <a:lnTo>
                    <a:pt x="4798276" y="3185920"/>
                  </a:lnTo>
                  <a:lnTo>
                    <a:pt x="4721644" y="3169646"/>
                  </a:lnTo>
                  <a:lnTo>
                    <a:pt x="4645011" y="3152804"/>
                  </a:lnTo>
                  <a:lnTo>
                    <a:pt x="4568378" y="3135375"/>
                  </a:lnTo>
                  <a:lnTo>
                    <a:pt x="4491746" y="3117338"/>
                  </a:lnTo>
                  <a:lnTo>
                    <a:pt x="4415113" y="3098672"/>
                  </a:lnTo>
                  <a:lnTo>
                    <a:pt x="4338481" y="3079356"/>
                  </a:lnTo>
                  <a:lnTo>
                    <a:pt x="4261848" y="3059366"/>
                  </a:lnTo>
                  <a:lnTo>
                    <a:pt x="4185216" y="3038678"/>
                  </a:lnTo>
                  <a:lnTo>
                    <a:pt x="4108583" y="3017270"/>
                  </a:lnTo>
                  <a:lnTo>
                    <a:pt x="4031951" y="2995115"/>
                  </a:lnTo>
                  <a:lnTo>
                    <a:pt x="3955318" y="2972187"/>
                  </a:lnTo>
                  <a:lnTo>
                    <a:pt x="3878685" y="2948460"/>
                  </a:lnTo>
                  <a:lnTo>
                    <a:pt x="3802053" y="2923906"/>
                  </a:lnTo>
                  <a:lnTo>
                    <a:pt x="3725420" y="2898495"/>
                  </a:lnTo>
                  <a:lnTo>
                    <a:pt x="3648788" y="2872199"/>
                  </a:lnTo>
                  <a:lnTo>
                    <a:pt x="3572155" y="2844985"/>
                  </a:lnTo>
                  <a:lnTo>
                    <a:pt x="3495523" y="2816823"/>
                  </a:lnTo>
                  <a:lnTo>
                    <a:pt x="3418890" y="2787678"/>
                  </a:lnTo>
                  <a:lnTo>
                    <a:pt x="3342258" y="2783283"/>
                  </a:lnTo>
                  <a:lnTo>
                    <a:pt x="3265625" y="2783659"/>
                  </a:lnTo>
                  <a:lnTo>
                    <a:pt x="3188993" y="2784035"/>
                  </a:lnTo>
                  <a:lnTo>
                    <a:pt x="3112360" y="2784411"/>
                  </a:lnTo>
                  <a:lnTo>
                    <a:pt x="3035727" y="2784787"/>
                  </a:lnTo>
                  <a:lnTo>
                    <a:pt x="2959095" y="2785162"/>
                  </a:lnTo>
                  <a:lnTo>
                    <a:pt x="2882462" y="2785537"/>
                  </a:lnTo>
                  <a:lnTo>
                    <a:pt x="2805830" y="2785913"/>
                  </a:lnTo>
                  <a:lnTo>
                    <a:pt x="2729197" y="2786288"/>
                  </a:lnTo>
                  <a:lnTo>
                    <a:pt x="2652565" y="2786663"/>
                  </a:lnTo>
                  <a:lnTo>
                    <a:pt x="2575932" y="2787037"/>
                  </a:lnTo>
                  <a:lnTo>
                    <a:pt x="2499300" y="2787412"/>
                  </a:lnTo>
                  <a:lnTo>
                    <a:pt x="2422667" y="2787786"/>
                  </a:lnTo>
                  <a:lnTo>
                    <a:pt x="2346034" y="2788160"/>
                  </a:lnTo>
                  <a:lnTo>
                    <a:pt x="2269402" y="2788534"/>
                  </a:lnTo>
                  <a:lnTo>
                    <a:pt x="2192769" y="2788908"/>
                  </a:lnTo>
                  <a:lnTo>
                    <a:pt x="2116137" y="2789282"/>
                  </a:lnTo>
                  <a:lnTo>
                    <a:pt x="2039504" y="2789656"/>
                  </a:lnTo>
                  <a:lnTo>
                    <a:pt x="1962872" y="2790029"/>
                  </a:lnTo>
                  <a:lnTo>
                    <a:pt x="1886239" y="2790402"/>
                  </a:lnTo>
                  <a:lnTo>
                    <a:pt x="1809607" y="2790775"/>
                  </a:lnTo>
                  <a:lnTo>
                    <a:pt x="1732974" y="2791148"/>
                  </a:lnTo>
                  <a:lnTo>
                    <a:pt x="1656342" y="2791521"/>
                  </a:lnTo>
                  <a:lnTo>
                    <a:pt x="1579709" y="2791894"/>
                  </a:lnTo>
                  <a:lnTo>
                    <a:pt x="1503076" y="2792266"/>
                  </a:lnTo>
                  <a:lnTo>
                    <a:pt x="1426444" y="2792638"/>
                  </a:lnTo>
                  <a:lnTo>
                    <a:pt x="1349811" y="2793011"/>
                  </a:lnTo>
                  <a:lnTo>
                    <a:pt x="1273179" y="2793382"/>
                  </a:lnTo>
                  <a:lnTo>
                    <a:pt x="1196546" y="2793754"/>
                  </a:lnTo>
                  <a:lnTo>
                    <a:pt x="1119914" y="2794126"/>
                  </a:lnTo>
                  <a:lnTo>
                    <a:pt x="1043281" y="2794497"/>
                  </a:lnTo>
                  <a:lnTo>
                    <a:pt x="966649" y="2794869"/>
                  </a:lnTo>
                  <a:lnTo>
                    <a:pt x="890016" y="2795240"/>
                  </a:lnTo>
                  <a:lnTo>
                    <a:pt x="813384" y="2795611"/>
                  </a:lnTo>
                  <a:lnTo>
                    <a:pt x="736751" y="2795982"/>
                  </a:lnTo>
                  <a:lnTo>
                    <a:pt x="660118" y="2796352"/>
                  </a:lnTo>
                  <a:lnTo>
                    <a:pt x="583486" y="2796723"/>
                  </a:lnTo>
                  <a:lnTo>
                    <a:pt x="506853" y="2797093"/>
                  </a:lnTo>
                  <a:lnTo>
                    <a:pt x="430221" y="2797463"/>
                  </a:lnTo>
                  <a:lnTo>
                    <a:pt x="353588" y="2797833"/>
                  </a:lnTo>
                  <a:lnTo>
                    <a:pt x="276956" y="2798203"/>
                  </a:lnTo>
                  <a:lnTo>
                    <a:pt x="200323" y="2798573"/>
                  </a:lnTo>
                  <a:lnTo>
                    <a:pt x="123691" y="2798943"/>
                  </a:lnTo>
                  <a:lnTo>
                    <a:pt x="47058" y="2799312"/>
                  </a:lnTo>
                  <a:lnTo>
                    <a:pt x="0" y="279953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015727" y="1896563"/>
              <a:ext cx="7205573" cy="2782907"/>
            </a:xfrm>
            <a:custGeom>
              <a:avLst/>
              <a:pathLst>
                <a:path w="7205573" h="2782907">
                  <a:moveTo>
                    <a:pt x="0" y="0"/>
                  </a:moveTo>
                  <a:lnTo>
                    <a:pt x="2113" y="3509"/>
                  </a:lnTo>
                  <a:lnTo>
                    <a:pt x="78746" y="126465"/>
                  </a:lnTo>
                  <a:lnTo>
                    <a:pt x="155378" y="245277"/>
                  </a:lnTo>
                  <a:lnTo>
                    <a:pt x="232011" y="360086"/>
                  </a:lnTo>
                  <a:lnTo>
                    <a:pt x="308643" y="471027"/>
                  </a:lnTo>
                  <a:lnTo>
                    <a:pt x="385276" y="578230"/>
                  </a:lnTo>
                  <a:lnTo>
                    <a:pt x="461909" y="681820"/>
                  </a:lnTo>
                  <a:lnTo>
                    <a:pt x="538541" y="781920"/>
                  </a:lnTo>
                  <a:lnTo>
                    <a:pt x="615174" y="878648"/>
                  </a:lnTo>
                  <a:lnTo>
                    <a:pt x="691806" y="972116"/>
                  </a:lnTo>
                  <a:lnTo>
                    <a:pt x="768439" y="1062435"/>
                  </a:lnTo>
                  <a:lnTo>
                    <a:pt x="845071" y="1149710"/>
                  </a:lnTo>
                  <a:lnTo>
                    <a:pt x="921704" y="1234045"/>
                  </a:lnTo>
                  <a:lnTo>
                    <a:pt x="998336" y="1315538"/>
                  </a:lnTo>
                  <a:lnTo>
                    <a:pt x="1074969" y="1394286"/>
                  </a:lnTo>
                  <a:lnTo>
                    <a:pt x="1151602" y="1470380"/>
                  </a:lnTo>
                  <a:lnTo>
                    <a:pt x="1228234" y="1543910"/>
                  </a:lnTo>
                  <a:lnTo>
                    <a:pt x="1304867" y="1614962"/>
                  </a:lnTo>
                  <a:lnTo>
                    <a:pt x="1381499" y="1683621"/>
                  </a:lnTo>
                  <a:lnTo>
                    <a:pt x="1458132" y="1749966"/>
                  </a:lnTo>
                  <a:lnTo>
                    <a:pt x="1534764" y="1814075"/>
                  </a:lnTo>
                  <a:lnTo>
                    <a:pt x="1611397" y="1876025"/>
                  </a:lnTo>
                  <a:lnTo>
                    <a:pt x="1688029" y="1935887"/>
                  </a:lnTo>
                  <a:lnTo>
                    <a:pt x="1764662" y="1993732"/>
                  </a:lnTo>
                  <a:lnTo>
                    <a:pt x="1841294" y="2049628"/>
                  </a:lnTo>
                  <a:lnTo>
                    <a:pt x="1917927" y="2103641"/>
                  </a:lnTo>
                  <a:lnTo>
                    <a:pt x="1994560" y="2155833"/>
                  </a:lnTo>
                  <a:lnTo>
                    <a:pt x="2071192" y="2206267"/>
                  </a:lnTo>
                  <a:lnTo>
                    <a:pt x="2147825" y="2255002"/>
                  </a:lnTo>
                  <a:lnTo>
                    <a:pt x="2224457" y="2302095"/>
                  </a:lnTo>
                  <a:lnTo>
                    <a:pt x="2301090" y="2347601"/>
                  </a:lnTo>
                  <a:lnTo>
                    <a:pt x="2377722" y="2391573"/>
                  </a:lnTo>
                  <a:lnTo>
                    <a:pt x="2454355" y="2434064"/>
                  </a:lnTo>
                  <a:lnTo>
                    <a:pt x="2530987" y="2475124"/>
                  </a:lnTo>
                  <a:lnTo>
                    <a:pt x="2607620" y="2514800"/>
                  </a:lnTo>
                  <a:lnTo>
                    <a:pt x="2684253" y="2553138"/>
                  </a:lnTo>
                  <a:lnTo>
                    <a:pt x="2760885" y="2590186"/>
                  </a:lnTo>
                  <a:lnTo>
                    <a:pt x="2837518" y="2625985"/>
                  </a:lnTo>
                  <a:lnTo>
                    <a:pt x="2914150" y="2660577"/>
                  </a:lnTo>
                  <a:lnTo>
                    <a:pt x="2990783" y="2694004"/>
                  </a:lnTo>
                  <a:lnTo>
                    <a:pt x="3067415" y="2726305"/>
                  </a:lnTo>
                  <a:lnTo>
                    <a:pt x="3144048" y="2757517"/>
                  </a:lnTo>
                  <a:lnTo>
                    <a:pt x="3220680" y="2782907"/>
                  </a:lnTo>
                  <a:lnTo>
                    <a:pt x="3297313" y="2782530"/>
                  </a:lnTo>
                  <a:lnTo>
                    <a:pt x="3373945" y="2782153"/>
                  </a:lnTo>
                  <a:lnTo>
                    <a:pt x="3450578" y="2781777"/>
                  </a:lnTo>
                  <a:lnTo>
                    <a:pt x="3527211" y="2781400"/>
                  </a:lnTo>
                  <a:lnTo>
                    <a:pt x="3603843" y="2781022"/>
                  </a:lnTo>
                  <a:lnTo>
                    <a:pt x="3680476" y="2780645"/>
                  </a:lnTo>
                  <a:lnTo>
                    <a:pt x="3757108" y="2780268"/>
                  </a:lnTo>
                  <a:lnTo>
                    <a:pt x="3833741" y="2779890"/>
                  </a:lnTo>
                  <a:lnTo>
                    <a:pt x="3910373" y="2779512"/>
                  </a:lnTo>
                  <a:lnTo>
                    <a:pt x="3987006" y="2779134"/>
                  </a:lnTo>
                  <a:lnTo>
                    <a:pt x="4063638" y="2778756"/>
                  </a:lnTo>
                  <a:lnTo>
                    <a:pt x="4140271" y="2778378"/>
                  </a:lnTo>
                  <a:lnTo>
                    <a:pt x="4216903" y="2777999"/>
                  </a:lnTo>
                  <a:lnTo>
                    <a:pt x="4293536" y="2777621"/>
                  </a:lnTo>
                  <a:lnTo>
                    <a:pt x="4370169" y="2777242"/>
                  </a:lnTo>
                  <a:lnTo>
                    <a:pt x="4446801" y="2776863"/>
                  </a:lnTo>
                  <a:lnTo>
                    <a:pt x="4523434" y="2776484"/>
                  </a:lnTo>
                  <a:lnTo>
                    <a:pt x="4600066" y="2776105"/>
                  </a:lnTo>
                  <a:lnTo>
                    <a:pt x="4676699" y="2775725"/>
                  </a:lnTo>
                  <a:lnTo>
                    <a:pt x="4753331" y="2775346"/>
                  </a:lnTo>
                  <a:lnTo>
                    <a:pt x="4829964" y="2774966"/>
                  </a:lnTo>
                  <a:lnTo>
                    <a:pt x="4906596" y="2774586"/>
                  </a:lnTo>
                  <a:lnTo>
                    <a:pt x="4983229" y="2774206"/>
                  </a:lnTo>
                  <a:lnTo>
                    <a:pt x="5059862" y="2773826"/>
                  </a:lnTo>
                  <a:lnTo>
                    <a:pt x="5136494" y="2773445"/>
                  </a:lnTo>
                  <a:lnTo>
                    <a:pt x="5213127" y="2773065"/>
                  </a:lnTo>
                  <a:lnTo>
                    <a:pt x="5289759" y="2772684"/>
                  </a:lnTo>
                  <a:lnTo>
                    <a:pt x="5366392" y="2772303"/>
                  </a:lnTo>
                  <a:lnTo>
                    <a:pt x="5443024" y="2771922"/>
                  </a:lnTo>
                  <a:lnTo>
                    <a:pt x="5519657" y="2771541"/>
                  </a:lnTo>
                  <a:lnTo>
                    <a:pt x="5596289" y="2771159"/>
                  </a:lnTo>
                  <a:lnTo>
                    <a:pt x="5672922" y="2770778"/>
                  </a:lnTo>
                  <a:lnTo>
                    <a:pt x="5749554" y="2770396"/>
                  </a:lnTo>
                  <a:lnTo>
                    <a:pt x="5826187" y="2770014"/>
                  </a:lnTo>
                  <a:lnTo>
                    <a:pt x="5902820" y="2769632"/>
                  </a:lnTo>
                  <a:lnTo>
                    <a:pt x="5979452" y="2769250"/>
                  </a:lnTo>
                  <a:lnTo>
                    <a:pt x="6056085" y="2768867"/>
                  </a:lnTo>
                  <a:lnTo>
                    <a:pt x="6132717" y="2768485"/>
                  </a:lnTo>
                  <a:lnTo>
                    <a:pt x="6209350" y="2768102"/>
                  </a:lnTo>
                  <a:lnTo>
                    <a:pt x="6285982" y="2767719"/>
                  </a:lnTo>
                  <a:lnTo>
                    <a:pt x="6362615" y="2767336"/>
                  </a:lnTo>
                  <a:lnTo>
                    <a:pt x="6439247" y="2766953"/>
                  </a:lnTo>
                  <a:lnTo>
                    <a:pt x="6515880" y="2766569"/>
                  </a:lnTo>
                  <a:lnTo>
                    <a:pt x="6592513" y="2766186"/>
                  </a:lnTo>
                  <a:lnTo>
                    <a:pt x="6669145" y="2765802"/>
                  </a:lnTo>
                  <a:lnTo>
                    <a:pt x="6745778" y="2765418"/>
                  </a:lnTo>
                  <a:lnTo>
                    <a:pt x="6822410" y="2765034"/>
                  </a:lnTo>
                  <a:lnTo>
                    <a:pt x="6899043" y="2764650"/>
                  </a:lnTo>
                  <a:lnTo>
                    <a:pt x="6975675" y="2764265"/>
                  </a:lnTo>
                  <a:lnTo>
                    <a:pt x="7052308" y="2763881"/>
                  </a:lnTo>
                  <a:lnTo>
                    <a:pt x="7128940" y="2763496"/>
                  </a:lnTo>
                  <a:lnTo>
                    <a:pt x="7205573" y="27631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79846"/>
              <a:ext cx="7403783" cy="723830"/>
            </a:xfrm>
            <a:custGeom>
              <a:avLst/>
              <a:pathLst>
                <a:path w="7403783" h="723830">
                  <a:moveTo>
                    <a:pt x="7403783" y="723830"/>
                  </a:moveTo>
                  <a:lnTo>
                    <a:pt x="7327150" y="718755"/>
                  </a:lnTo>
                  <a:lnTo>
                    <a:pt x="7250518" y="713504"/>
                  </a:lnTo>
                  <a:lnTo>
                    <a:pt x="7173885" y="708069"/>
                  </a:lnTo>
                  <a:lnTo>
                    <a:pt x="7097253" y="702445"/>
                  </a:lnTo>
                  <a:lnTo>
                    <a:pt x="7020620" y="696625"/>
                  </a:lnTo>
                  <a:lnTo>
                    <a:pt x="6943987" y="690602"/>
                  </a:lnTo>
                  <a:lnTo>
                    <a:pt x="6867355" y="684369"/>
                  </a:lnTo>
                  <a:lnTo>
                    <a:pt x="6790722" y="677918"/>
                  </a:lnTo>
                  <a:lnTo>
                    <a:pt x="6714090" y="671243"/>
                  </a:lnTo>
                  <a:lnTo>
                    <a:pt x="6637457" y="664335"/>
                  </a:lnTo>
                  <a:lnTo>
                    <a:pt x="6560825" y="657186"/>
                  </a:lnTo>
                  <a:lnTo>
                    <a:pt x="6484192" y="649787"/>
                  </a:lnTo>
                  <a:lnTo>
                    <a:pt x="6407560" y="642131"/>
                  </a:lnTo>
                  <a:lnTo>
                    <a:pt x="6330927" y="634208"/>
                  </a:lnTo>
                  <a:lnTo>
                    <a:pt x="6254294" y="626008"/>
                  </a:lnTo>
                  <a:lnTo>
                    <a:pt x="6177662" y="617522"/>
                  </a:lnTo>
                  <a:lnTo>
                    <a:pt x="6101029" y="608741"/>
                  </a:lnTo>
                  <a:lnTo>
                    <a:pt x="6024397" y="599653"/>
                  </a:lnTo>
                  <a:lnTo>
                    <a:pt x="5947764" y="590249"/>
                  </a:lnTo>
                  <a:lnTo>
                    <a:pt x="5871132" y="580517"/>
                  </a:lnTo>
                  <a:lnTo>
                    <a:pt x="5794499" y="570445"/>
                  </a:lnTo>
                  <a:lnTo>
                    <a:pt x="5717867" y="560022"/>
                  </a:lnTo>
                  <a:lnTo>
                    <a:pt x="5641234" y="549235"/>
                  </a:lnTo>
                  <a:lnTo>
                    <a:pt x="5564602" y="538073"/>
                  </a:lnTo>
                  <a:lnTo>
                    <a:pt x="5487969" y="526521"/>
                  </a:lnTo>
                  <a:lnTo>
                    <a:pt x="5411336" y="514567"/>
                  </a:lnTo>
                  <a:lnTo>
                    <a:pt x="5334704" y="502195"/>
                  </a:lnTo>
                  <a:lnTo>
                    <a:pt x="5258071" y="489392"/>
                  </a:lnTo>
                  <a:lnTo>
                    <a:pt x="5181439" y="476143"/>
                  </a:lnTo>
                  <a:lnTo>
                    <a:pt x="5104806" y="462432"/>
                  </a:lnTo>
                  <a:lnTo>
                    <a:pt x="5028174" y="448243"/>
                  </a:lnTo>
                  <a:lnTo>
                    <a:pt x="4951541" y="433559"/>
                  </a:lnTo>
                  <a:lnTo>
                    <a:pt x="4874909" y="418363"/>
                  </a:lnTo>
                  <a:lnTo>
                    <a:pt x="4798276" y="402637"/>
                  </a:lnTo>
                  <a:lnTo>
                    <a:pt x="4721644" y="386362"/>
                  </a:lnTo>
                  <a:lnTo>
                    <a:pt x="4645011" y="369520"/>
                  </a:lnTo>
                  <a:lnTo>
                    <a:pt x="4568378" y="352091"/>
                  </a:lnTo>
                  <a:lnTo>
                    <a:pt x="4491746" y="334055"/>
                  </a:lnTo>
                  <a:lnTo>
                    <a:pt x="4415113" y="315389"/>
                  </a:lnTo>
                  <a:lnTo>
                    <a:pt x="4338481" y="296072"/>
                  </a:lnTo>
                  <a:lnTo>
                    <a:pt x="4261848" y="276082"/>
                  </a:lnTo>
                  <a:lnTo>
                    <a:pt x="4185216" y="255395"/>
                  </a:lnTo>
                  <a:lnTo>
                    <a:pt x="4108583" y="233986"/>
                  </a:lnTo>
                  <a:lnTo>
                    <a:pt x="4031951" y="211831"/>
                  </a:lnTo>
                  <a:lnTo>
                    <a:pt x="3955318" y="188904"/>
                  </a:lnTo>
                  <a:lnTo>
                    <a:pt x="3878685" y="165177"/>
                  </a:lnTo>
                  <a:lnTo>
                    <a:pt x="3802053" y="140623"/>
                  </a:lnTo>
                  <a:lnTo>
                    <a:pt x="3725420" y="115212"/>
                  </a:lnTo>
                  <a:lnTo>
                    <a:pt x="3648788" y="88915"/>
                  </a:lnTo>
                  <a:lnTo>
                    <a:pt x="3572155" y="61702"/>
                  </a:lnTo>
                  <a:lnTo>
                    <a:pt x="3495523" y="33539"/>
                  </a:lnTo>
                  <a:lnTo>
                    <a:pt x="3418890" y="4395"/>
                  </a:lnTo>
                  <a:lnTo>
                    <a:pt x="3342258" y="0"/>
                  </a:lnTo>
                  <a:lnTo>
                    <a:pt x="3265625" y="376"/>
                  </a:lnTo>
                  <a:lnTo>
                    <a:pt x="3188993" y="752"/>
                  </a:lnTo>
                  <a:lnTo>
                    <a:pt x="3112360" y="1128"/>
                  </a:lnTo>
                  <a:lnTo>
                    <a:pt x="3035727" y="1503"/>
                  </a:lnTo>
                  <a:lnTo>
                    <a:pt x="2959095" y="1879"/>
                  </a:lnTo>
                  <a:lnTo>
                    <a:pt x="2882462" y="2254"/>
                  </a:lnTo>
                  <a:lnTo>
                    <a:pt x="2805830" y="2629"/>
                  </a:lnTo>
                  <a:lnTo>
                    <a:pt x="2729197" y="3004"/>
                  </a:lnTo>
                  <a:lnTo>
                    <a:pt x="2652565" y="3379"/>
                  </a:lnTo>
                  <a:lnTo>
                    <a:pt x="2575932" y="3754"/>
                  </a:lnTo>
                  <a:lnTo>
                    <a:pt x="2499300" y="4128"/>
                  </a:lnTo>
                  <a:lnTo>
                    <a:pt x="2422667" y="4503"/>
                  </a:lnTo>
                  <a:lnTo>
                    <a:pt x="2346034" y="4877"/>
                  </a:lnTo>
                  <a:lnTo>
                    <a:pt x="2269402" y="5251"/>
                  </a:lnTo>
                  <a:lnTo>
                    <a:pt x="2192769" y="5625"/>
                  </a:lnTo>
                  <a:lnTo>
                    <a:pt x="2116137" y="5999"/>
                  </a:lnTo>
                  <a:lnTo>
                    <a:pt x="2039504" y="6372"/>
                  </a:lnTo>
                  <a:lnTo>
                    <a:pt x="1962872" y="6746"/>
                  </a:lnTo>
                  <a:lnTo>
                    <a:pt x="1886239" y="7119"/>
                  </a:lnTo>
                  <a:lnTo>
                    <a:pt x="1809607" y="7492"/>
                  </a:lnTo>
                  <a:lnTo>
                    <a:pt x="1732974" y="7865"/>
                  </a:lnTo>
                  <a:lnTo>
                    <a:pt x="1656342" y="8238"/>
                  </a:lnTo>
                  <a:lnTo>
                    <a:pt x="1579709" y="8610"/>
                  </a:lnTo>
                  <a:lnTo>
                    <a:pt x="1503076" y="8983"/>
                  </a:lnTo>
                  <a:lnTo>
                    <a:pt x="1426444" y="9355"/>
                  </a:lnTo>
                  <a:lnTo>
                    <a:pt x="1349811" y="9727"/>
                  </a:lnTo>
                  <a:lnTo>
                    <a:pt x="1273179" y="10099"/>
                  </a:lnTo>
                  <a:lnTo>
                    <a:pt x="1196546" y="10471"/>
                  </a:lnTo>
                  <a:lnTo>
                    <a:pt x="1119914" y="10843"/>
                  </a:lnTo>
                  <a:lnTo>
                    <a:pt x="1043281" y="11214"/>
                  </a:lnTo>
                  <a:lnTo>
                    <a:pt x="966649" y="11585"/>
                  </a:lnTo>
                  <a:lnTo>
                    <a:pt x="890016" y="11956"/>
                  </a:lnTo>
                  <a:lnTo>
                    <a:pt x="813384" y="12327"/>
                  </a:lnTo>
                  <a:lnTo>
                    <a:pt x="736751" y="12698"/>
                  </a:lnTo>
                  <a:lnTo>
                    <a:pt x="660118" y="13069"/>
                  </a:lnTo>
                  <a:lnTo>
                    <a:pt x="583486" y="13440"/>
                  </a:lnTo>
                  <a:lnTo>
                    <a:pt x="506853" y="13810"/>
                  </a:lnTo>
                  <a:lnTo>
                    <a:pt x="430221" y="14180"/>
                  </a:lnTo>
                  <a:lnTo>
                    <a:pt x="353588" y="14550"/>
                  </a:lnTo>
                  <a:lnTo>
                    <a:pt x="276956" y="14920"/>
                  </a:lnTo>
                  <a:lnTo>
                    <a:pt x="200323" y="15290"/>
                  </a:lnTo>
                  <a:lnTo>
                    <a:pt x="123691" y="15659"/>
                  </a:lnTo>
                  <a:lnTo>
                    <a:pt x="47058" y="16029"/>
                  </a:lnTo>
                  <a:lnTo>
                    <a:pt x="0" y="162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03908"/>
              <a:ext cx="7403783" cy="1485502"/>
            </a:xfrm>
            <a:custGeom>
              <a:avLst/>
              <a:pathLst>
                <a:path w="7403783" h="1485502">
                  <a:moveTo>
                    <a:pt x="0" y="0"/>
                  </a:moveTo>
                  <a:lnTo>
                    <a:pt x="47058" y="19137"/>
                  </a:lnTo>
                  <a:lnTo>
                    <a:pt x="123691" y="49777"/>
                  </a:lnTo>
                  <a:lnTo>
                    <a:pt x="200323" y="79904"/>
                  </a:lnTo>
                  <a:lnTo>
                    <a:pt x="276956" y="109525"/>
                  </a:lnTo>
                  <a:lnTo>
                    <a:pt x="353588" y="138650"/>
                  </a:lnTo>
                  <a:lnTo>
                    <a:pt x="430221" y="167285"/>
                  </a:lnTo>
                  <a:lnTo>
                    <a:pt x="506853" y="195440"/>
                  </a:lnTo>
                  <a:lnTo>
                    <a:pt x="583486" y="223123"/>
                  </a:lnTo>
                  <a:lnTo>
                    <a:pt x="660118" y="250341"/>
                  </a:lnTo>
                  <a:lnTo>
                    <a:pt x="736751" y="277103"/>
                  </a:lnTo>
                  <a:lnTo>
                    <a:pt x="813384" y="303415"/>
                  </a:lnTo>
                  <a:lnTo>
                    <a:pt x="890016" y="329286"/>
                  </a:lnTo>
                  <a:lnTo>
                    <a:pt x="966649" y="354723"/>
                  </a:lnTo>
                  <a:lnTo>
                    <a:pt x="1043281" y="379733"/>
                  </a:lnTo>
                  <a:lnTo>
                    <a:pt x="1119914" y="404323"/>
                  </a:lnTo>
                  <a:lnTo>
                    <a:pt x="1196546" y="428501"/>
                  </a:lnTo>
                  <a:lnTo>
                    <a:pt x="1273179" y="452273"/>
                  </a:lnTo>
                  <a:lnTo>
                    <a:pt x="1349811" y="475647"/>
                  </a:lnTo>
                  <a:lnTo>
                    <a:pt x="1426444" y="498628"/>
                  </a:lnTo>
                  <a:lnTo>
                    <a:pt x="1503076" y="521223"/>
                  </a:lnTo>
                  <a:lnTo>
                    <a:pt x="1579709" y="543440"/>
                  </a:lnTo>
                  <a:lnTo>
                    <a:pt x="1656342" y="565283"/>
                  </a:lnTo>
                  <a:lnTo>
                    <a:pt x="1732974" y="586761"/>
                  </a:lnTo>
                  <a:lnTo>
                    <a:pt x="1809607" y="607877"/>
                  </a:lnTo>
                  <a:lnTo>
                    <a:pt x="1886239" y="628640"/>
                  </a:lnTo>
                  <a:lnTo>
                    <a:pt x="1962872" y="649054"/>
                  </a:lnTo>
                  <a:lnTo>
                    <a:pt x="2039504" y="669126"/>
                  </a:lnTo>
                  <a:lnTo>
                    <a:pt x="2116137" y="688860"/>
                  </a:lnTo>
                  <a:lnTo>
                    <a:pt x="2192769" y="708264"/>
                  </a:lnTo>
                  <a:lnTo>
                    <a:pt x="2269402" y="727342"/>
                  </a:lnTo>
                  <a:lnTo>
                    <a:pt x="2346034" y="746100"/>
                  </a:lnTo>
                  <a:lnTo>
                    <a:pt x="2422667" y="764543"/>
                  </a:lnTo>
                  <a:lnTo>
                    <a:pt x="2499300" y="782677"/>
                  </a:lnTo>
                  <a:lnTo>
                    <a:pt x="2575932" y="800507"/>
                  </a:lnTo>
                  <a:lnTo>
                    <a:pt x="2652565" y="818037"/>
                  </a:lnTo>
                  <a:lnTo>
                    <a:pt x="2729197" y="835273"/>
                  </a:lnTo>
                  <a:lnTo>
                    <a:pt x="2805830" y="852220"/>
                  </a:lnTo>
                  <a:lnTo>
                    <a:pt x="2882462" y="868883"/>
                  </a:lnTo>
                  <a:lnTo>
                    <a:pt x="2959095" y="885266"/>
                  </a:lnTo>
                  <a:lnTo>
                    <a:pt x="3035727" y="901374"/>
                  </a:lnTo>
                  <a:lnTo>
                    <a:pt x="3112360" y="917212"/>
                  </a:lnTo>
                  <a:lnTo>
                    <a:pt x="3188993" y="932784"/>
                  </a:lnTo>
                  <a:lnTo>
                    <a:pt x="3265625" y="948095"/>
                  </a:lnTo>
                  <a:lnTo>
                    <a:pt x="3342258" y="963149"/>
                  </a:lnTo>
                  <a:lnTo>
                    <a:pt x="3418890" y="977951"/>
                  </a:lnTo>
                  <a:lnTo>
                    <a:pt x="3495523" y="992504"/>
                  </a:lnTo>
                  <a:lnTo>
                    <a:pt x="3572155" y="1006813"/>
                  </a:lnTo>
                  <a:lnTo>
                    <a:pt x="3648788" y="1020881"/>
                  </a:lnTo>
                  <a:lnTo>
                    <a:pt x="3725420" y="1034714"/>
                  </a:lnTo>
                  <a:lnTo>
                    <a:pt x="3802053" y="1048315"/>
                  </a:lnTo>
                  <a:lnTo>
                    <a:pt x="3878685" y="1061687"/>
                  </a:lnTo>
                  <a:lnTo>
                    <a:pt x="3955318" y="1074835"/>
                  </a:lnTo>
                  <a:lnTo>
                    <a:pt x="4031951" y="1087763"/>
                  </a:lnTo>
                  <a:lnTo>
                    <a:pt x="4108583" y="1100473"/>
                  </a:lnTo>
                  <a:lnTo>
                    <a:pt x="4185216" y="1112971"/>
                  </a:lnTo>
                  <a:lnTo>
                    <a:pt x="4261848" y="1125258"/>
                  </a:lnTo>
                  <a:lnTo>
                    <a:pt x="4338481" y="1137340"/>
                  </a:lnTo>
                  <a:lnTo>
                    <a:pt x="4415113" y="1149218"/>
                  </a:lnTo>
                  <a:lnTo>
                    <a:pt x="4491746" y="1160898"/>
                  </a:lnTo>
                  <a:lnTo>
                    <a:pt x="4568378" y="1172381"/>
                  </a:lnTo>
                  <a:lnTo>
                    <a:pt x="4645011" y="1183672"/>
                  </a:lnTo>
                  <a:lnTo>
                    <a:pt x="4721644" y="1194773"/>
                  </a:lnTo>
                  <a:lnTo>
                    <a:pt x="4798276" y="1205688"/>
                  </a:lnTo>
                  <a:lnTo>
                    <a:pt x="4874909" y="1216420"/>
                  </a:lnTo>
                  <a:lnTo>
                    <a:pt x="4951541" y="1226972"/>
                  </a:lnTo>
                  <a:lnTo>
                    <a:pt x="5028174" y="1237347"/>
                  </a:lnTo>
                  <a:lnTo>
                    <a:pt x="5104806" y="1247547"/>
                  </a:lnTo>
                  <a:lnTo>
                    <a:pt x="5181439" y="1257577"/>
                  </a:lnTo>
                  <a:lnTo>
                    <a:pt x="5258071" y="1267438"/>
                  </a:lnTo>
                  <a:lnTo>
                    <a:pt x="5334704" y="1277134"/>
                  </a:lnTo>
                  <a:lnTo>
                    <a:pt x="5411336" y="1286667"/>
                  </a:lnTo>
                  <a:lnTo>
                    <a:pt x="5487969" y="1296040"/>
                  </a:lnTo>
                  <a:lnTo>
                    <a:pt x="5564602" y="1305256"/>
                  </a:lnTo>
                  <a:lnTo>
                    <a:pt x="5641234" y="1314318"/>
                  </a:lnTo>
                  <a:lnTo>
                    <a:pt x="5717867" y="1323227"/>
                  </a:lnTo>
                  <a:lnTo>
                    <a:pt x="5794499" y="1331987"/>
                  </a:lnTo>
                  <a:lnTo>
                    <a:pt x="5871132" y="1340599"/>
                  </a:lnTo>
                  <a:lnTo>
                    <a:pt x="5947764" y="1349068"/>
                  </a:lnTo>
                  <a:lnTo>
                    <a:pt x="6024397" y="1357394"/>
                  </a:lnTo>
                  <a:lnTo>
                    <a:pt x="6101029" y="1365580"/>
                  </a:lnTo>
                  <a:lnTo>
                    <a:pt x="6177662" y="1373629"/>
                  </a:lnTo>
                  <a:lnTo>
                    <a:pt x="6254294" y="1381543"/>
                  </a:lnTo>
                  <a:lnTo>
                    <a:pt x="6330927" y="1389325"/>
                  </a:lnTo>
                  <a:lnTo>
                    <a:pt x="6407560" y="1396975"/>
                  </a:lnTo>
                  <a:lnTo>
                    <a:pt x="6484192" y="1404498"/>
                  </a:lnTo>
                  <a:lnTo>
                    <a:pt x="6560825" y="1411894"/>
                  </a:lnTo>
                  <a:lnTo>
                    <a:pt x="6637457" y="1419166"/>
                  </a:lnTo>
                  <a:lnTo>
                    <a:pt x="6714090" y="1426316"/>
                  </a:lnTo>
                  <a:lnTo>
                    <a:pt x="6790722" y="1433346"/>
                  </a:lnTo>
                  <a:lnTo>
                    <a:pt x="6867355" y="1440258"/>
                  </a:lnTo>
                  <a:lnTo>
                    <a:pt x="6943987" y="1447054"/>
                  </a:lnTo>
                  <a:lnTo>
                    <a:pt x="7020620" y="1453736"/>
                  </a:lnTo>
                  <a:lnTo>
                    <a:pt x="7097253" y="1460306"/>
                  </a:lnTo>
                  <a:lnTo>
                    <a:pt x="7173885" y="1466766"/>
                  </a:lnTo>
                  <a:lnTo>
                    <a:pt x="7250518" y="1473117"/>
                  </a:lnTo>
                  <a:lnTo>
                    <a:pt x="7327150" y="1479362"/>
                  </a:lnTo>
                  <a:lnTo>
                    <a:pt x="7403783" y="148550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495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2026-05-21T09:04:11Z</dcterms:modified>
  <cp:category/>
</cp:coreProperties>
</file>