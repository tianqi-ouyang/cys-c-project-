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07112"/>
            </a:xfrm>
            <a:custGeom>
              <a:avLst/>
              <a:pathLst>
                <a:path w="6964104" h="1207112">
                  <a:moveTo>
                    <a:pt x="349782" y="0"/>
                  </a:moveTo>
                  <a:lnTo>
                    <a:pt x="351722" y="1208"/>
                  </a:lnTo>
                  <a:lnTo>
                    <a:pt x="422066" y="43528"/>
                  </a:lnTo>
                  <a:lnTo>
                    <a:pt x="492411" y="84422"/>
                  </a:lnTo>
                  <a:lnTo>
                    <a:pt x="562755" y="123938"/>
                  </a:lnTo>
                  <a:lnTo>
                    <a:pt x="633100" y="162122"/>
                  </a:lnTo>
                  <a:lnTo>
                    <a:pt x="703444" y="199020"/>
                  </a:lnTo>
                  <a:lnTo>
                    <a:pt x="773789" y="234675"/>
                  </a:lnTo>
                  <a:lnTo>
                    <a:pt x="844133" y="269129"/>
                  </a:lnTo>
                  <a:lnTo>
                    <a:pt x="914478" y="302421"/>
                  </a:lnTo>
                  <a:lnTo>
                    <a:pt x="984822" y="334592"/>
                  </a:lnTo>
                  <a:lnTo>
                    <a:pt x="1055167" y="365679"/>
                  </a:lnTo>
                  <a:lnTo>
                    <a:pt x="1125511" y="395718"/>
                  </a:lnTo>
                  <a:lnTo>
                    <a:pt x="1195856" y="424745"/>
                  </a:lnTo>
                  <a:lnTo>
                    <a:pt x="1266200" y="452794"/>
                  </a:lnTo>
                  <a:lnTo>
                    <a:pt x="1336545" y="479898"/>
                  </a:lnTo>
                  <a:lnTo>
                    <a:pt x="1406889" y="506089"/>
                  </a:lnTo>
                  <a:lnTo>
                    <a:pt x="1477234" y="531397"/>
                  </a:lnTo>
                  <a:lnTo>
                    <a:pt x="1547578" y="555853"/>
                  </a:lnTo>
                  <a:lnTo>
                    <a:pt x="1617923" y="579485"/>
                  </a:lnTo>
                  <a:lnTo>
                    <a:pt x="1688267" y="602320"/>
                  </a:lnTo>
                  <a:lnTo>
                    <a:pt x="1758612" y="624386"/>
                  </a:lnTo>
                  <a:lnTo>
                    <a:pt x="1828956" y="645708"/>
                  </a:lnTo>
                  <a:lnTo>
                    <a:pt x="1899301" y="666312"/>
                  </a:lnTo>
                  <a:lnTo>
                    <a:pt x="1969645" y="686222"/>
                  </a:lnTo>
                  <a:lnTo>
                    <a:pt x="2039990" y="705460"/>
                  </a:lnTo>
                  <a:lnTo>
                    <a:pt x="2110334" y="724051"/>
                  </a:lnTo>
                  <a:lnTo>
                    <a:pt x="2180679" y="742015"/>
                  </a:lnTo>
                  <a:lnTo>
                    <a:pt x="2251023" y="759374"/>
                  </a:lnTo>
                  <a:lnTo>
                    <a:pt x="2321368" y="776148"/>
                  </a:lnTo>
                  <a:lnTo>
                    <a:pt x="2391712" y="792357"/>
                  </a:lnTo>
                  <a:lnTo>
                    <a:pt x="2462057" y="808020"/>
                  </a:lnTo>
                  <a:lnTo>
                    <a:pt x="2532401" y="823155"/>
                  </a:lnTo>
                  <a:lnTo>
                    <a:pt x="2602746" y="837780"/>
                  </a:lnTo>
                  <a:lnTo>
                    <a:pt x="2673090" y="851912"/>
                  </a:lnTo>
                  <a:lnTo>
                    <a:pt x="2743435" y="865568"/>
                  </a:lnTo>
                  <a:lnTo>
                    <a:pt x="2813779" y="878764"/>
                  </a:lnTo>
                  <a:lnTo>
                    <a:pt x="2884124" y="891515"/>
                  </a:lnTo>
                  <a:lnTo>
                    <a:pt x="2954468" y="903836"/>
                  </a:lnTo>
                  <a:lnTo>
                    <a:pt x="3024813" y="915743"/>
                  </a:lnTo>
                  <a:lnTo>
                    <a:pt x="3095157" y="927248"/>
                  </a:lnTo>
                  <a:lnTo>
                    <a:pt x="3165502" y="938366"/>
                  </a:lnTo>
                  <a:lnTo>
                    <a:pt x="3235846" y="949109"/>
                  </a:lnTo>
                  <a:lnTo>
                    <a:pt x="3306191" y="957847"/>
                  </a:lnTo>
                  <a:lnTo>
                    <a:pt x="3376535" y="957718"/>
                  </a:lnTo>
                  <a:lnTo>
                    <a:pt x="3446880" y="957588"/>
                  </a:lnTo>
                  <a:lnTo>
                    <a:pt x="3517224" y="957458"/>
                  </a:lnTo>
                  <a:lnTo>
                    <a:pt x="3587569" y="957329"/>
                  </a:lnTo>
                  <a:lnTo>
                    <a:pt x="3657913" y="957199"/>
                  </a:lnTo>
                  <a:lnTo>
                    <a:pt x="3728257" y="957069"/>
                  </a:lnTo>
                  <a:lnTo>
                    <a:pt x="3798602" y="956939"/>
                  </a:lnTo>
                  <a:lnTo>
                    <a:pt x="3868946" y="956809"/>
                  </a:lnTo>
                  <a:lnTo>
                    <a:pt x="3939291" y="956679"/>
                  </a:lnTo>
                  <a:lnTo>
                    <a:pt x="4009635" y="956549"/>
                  </a:lnTo>
                  <a:lnTo>
                    <a:pt x="4079980" y="956419"/>
                  </a:lnTo>
                  <a:lnTo>
                    <a:pt x="4150324" y="956289"/>
                  </a:lnTo>
                  <a:lnTo>
                    <a:pt x="4220669" y="956158"/>
                  </a:lnTo>
                  <a:lnTo>
                    <a:pt x="4291013" y="956028"/>
                  </a:lnTo>
                  <a:lnTo>
                    <a:pt x="4361358" y="955898"/>
                  </a:lnTo>
                  <a:lnTo>
                    <a:pt x="4431702" y="955767"/>
                  </a:lnTo>
                  <a:lnTo>
                    <a:pt x="4502047" y="955637"/>
                  </a:lnTo>
                  <a:lnTo>
                    <a:pt x="4572391" y="955506"/>
                  </a:lnTo>
                  <a:lnTo>
                    <a:pt x="4642736" y="955376"/>
                  </a:lnTo>
                  <a:lnTo>
                    <a:pt x="4713080" y="955245"/>
                  </a:lnTo>
                  <a:lnTo>
                    <a:pt x="4783425" y="955114"/>
                  </a:lnTo>
                  <a:lnTo>
                    <a:pt x="4853769" y="954984"/>
                  </a:lnTo>
                  <a:lnTo>
                    <a:pt x="4924114" y="954853"/>
                  </a:lnTo>
                  <a:lnTo>
                    <a:pt x="4994458" y="954722"/>
                  </a:lnTo>
                  <a:lnTo>
                    <a:pt x="5064803" y="954591"/>
                  </a:lnTo>
                  <a:lnTo>
                    <a:pt x="5135147" y="954460"/>
                  </a:lnTo>
                  <a:lnTo>
                    <a:pt x="5205492" y="954329"/>
                  </a:lnTo>
                  <a:lnTo>
                    <a:pt x="5275836" y="954198"/>
                  </a:lnTo>
                  <a:lnTo>
                    <a:pt x="5346181" y="954067"/>
                  </a:lnTo>
                  <a:lnTo>
                    <a:pt x="5416525" y="953935"/>
                  </a:lnTo>
                  <a:lnTo>
                    <a:pt x="5486870" y="953804"/>
                  </a:lnTo>
                  <a:lnTo>
                    <a:pt x="5557214" y="953673"/>
                  </a:lnTo>
                  <a:lnTo>
                    <a:pt x="5627559" y="953541"/>
                  </a:lnTo>
                  <a:lnTo>
                    <a:pt x="5697903" y="953410"/>
                  </a:lnTo>
                  <a:lnTo>
                    <a:pt x="5768248" y="953278"/>
                  </a:lnTo>
                  <a:lnTo>
                    <a:pt x="5838592" y="953147"/>
                  </a:lnTo>
                  <a:lnTo>
                    <a:pt x="5908937" y="953015"/>
                  </a:lnTo>
                  <a:lnTo>
                    <a:pt x="5979281" y="952884"/>
                  </a:lnTo>
                  <a:lnTo>
                    <a:pt x="6049626" y="952752"/>
                  </a:lnTo>
                  <a:lnTo>
                    <a:pt x="6119970" y="952620"/>
                  </a:lnTo>
                  <a:lnTo>
                    <a:pt x="6190315" y="952488"/>
                  </a:lnTo>
                  <a:lnTo>
                    <a:pt x="6260659" y="952356"/>
                  </a:lnTo>
                  <a:lnTo>
                    <a:pt x="6331004" y="952224"/>
                  </a:lnTo>
                  <a:lnTo>
                    <a:pt x="6401348" y="952092"/>
                  </a:lnTo>
                  <a:lnTo>
                    <a:pt x="6471693" y="951960"/>
                  </a:lnTo>
                  <a:lnTo>
                    <a:pt x="6542037" y="951828"/>
                  </a:lnTo>
                  <a:lnTo>
                    <a:pt x="6612382" y="951696"/>
                  </a:lnTo>
                  <a:lnTo>
                    <a:pt x="6682726" y="951564"/>
                  </a:lnTo>
                  <a:lnTo>
                    <a:pt x="6753071" y="951431"/>
                  </a:lnTo>
                  <a:lnTo>
                    <a:pt x="6823415" y="951299"/>
                  </a:lnTo>
                  <a:lnTo>
                    <a:pt x="6893760" y="951167"/>
                  </a:lnTo>
                  <a:lnTo>
                    <a:pt x="6964104" y="951034"/>
                  </a:lnTo>
                  <a:lnTo>
                    <a:pt x="6964104" y="1207112"/>
                  </a:lnTo>
                  <a:lnTo>
                    <a:pt x="6893760" y="1205365"/>
                  </a:lnTo>
                  <a:lnTo>
                    <a:pt x="6823415" y="1203558"/>
                  </a:lnTo>
                  <a:lnTo>
                    <a:pt x="6753071" y="1201687"/>
                  </a:lnTo>
                  <a:lnTo>
                    <a:pt x="6682726" y="1199752"/>
                  </a:lnTo>
                  <a:lnTo>
                    <a:pt x="6612382" y="1197748"/>
                  </a:lnTo>
                  <a:lnTo>
                    <a:pt x="6542037" y="1195675"/>
                  </a:lnTo>
                  <a:lnTo>
                    <a:pt x="6471693" y="1193530"/>
                  </a:lnTo>
                  <a:lnTo>
                    <a:pt x="6401348" y="1191310"/>
                  </a:lnTo>
                  <a:lnTo>
                    <a:pt x="6331004" y="1189012"/>
                  </a:lnTo>
                  <a:lnTo>
                    <a:pt x="6260659" y="1186634"/>
                  </a:lnTo>
                  <a:lnTo>
                    <a:pt x="6190315" y="1184174"/>
                  </a:lnTo>
                  <a:lnTo>
                    <a:pt x="6119970" y="1181627"/>
                  </a:lnTo>
                  <a:lnTo>
                    <a:pt x="6049626" y="1178992"/>
                  </a:lnTo>
                  <a:lnTo>
                    <a:pt x="5979281" y="1176265"/>
                  </a:lnTo>
                  <a:lnTo>
                    <a:pt x="5908937" y="1173443"/>
                  </a:lnTo>
                  <a:lnTo>
                    <a:pt x="5838592" y="1170522"/>
                  </a:lnTo>
                  <a:lnTo>
                    <a:pt x="5768248" y="1167499"/>
                  </a:lnTo>
                  <a:lnTo>
                    <a:pt x="5697903" y="1164372"/>
                  </a:lnTo>
                  <a:lnTo>
                    <a:pt x="5627559" y="1161135"/>
                  </a:lnTo>
                  <a:lnTo>
                    <a:pt x="5557214" y="1157785"/>
                  </a:lnTo>
                  <a:lnTo>
                    <a:pt x="5486870" y="1154318"/>
                  </a:lnTo>
                  <a:lnTo>
                    <a:pt x="5416525" y="1150731"/>
                  </a:lnTo>
                  <a:lnTo>
                    <a:pt x="5346181" y="1147018"/>
                  </a:lnTo>
                  <a:lnTo>
                    <a:pt x="5275836" y="1143176"/>
                  </a:lnTo>
                  <a:lnTo>
                    <a:pt x="5205492" y="1139200"/>
                  </a:lnTo>
                  <a:lnTo>
                    <a:pt x="5135147" y="1135086"/>
                  </a:lnTo>
                  <a:lnTo>
                    <a:pt x="5064803" y="1130827"/>
                  </a:lnTo>
                  <a:lnTo>
                    <a:pt x="4994458" y="1126421"/>
                  </a:lnTo>
                  <a:lnTo>
                    <a:pt x="4924114" y="1121861"/>
                  </a:lnTo>
                  <a:lnTo>
                    <a:pt x="4853769" y="1117141"/>
                  </a:lnTo>
                  <a:lnTo>
                    <a:pt x="4783425" y="1112258"/>
                  </a:lnTo>
                  <a:lnTo>
                    <a:pt x="4713080" y="1107204"/>
                  </a:lnTo>
                  <a:lnTo>
                    <a:pt x="4642736" y="1101973"/>
                  </a:lnTo>
                  <a:lnTo>
                    <a:pt x="4572391" y="1096560"/>
                  </a:lnTo>
                  <a:lnTo>
                    <a:pt x="4502047" y="1090959"/>
                  </a:lnTo>
                  <a:lnTo>
                    <a:pt x="4431702" y="1085162"/>
                  </a:lnTo>
                  <a:lnTo>
                    <a:pt x="4361358" y="1079163"/>
                  </a:lnTo>
                  <a:lnTo>
                    <a:pt x="4291013" y="1072955"/>
                  </a:lnTo>
                  <a:lnTo>
                    <a:pt x="4220669" y="1066531"/>
                  </a:lnTo>
                  <a:lnTo>
                    <a:pt x="4150324" y="1059882"/>
                  </a:lnTo>
                  <a:lnTo>
                    <a:pt x="4079980" y="1053002"/>
                  </a:lnTo>
                  <a:lnTo>
                    <a:pt x="4009635" y="1045881"/>
                  </a:lnTo>
                  <a:lnTo>
                    <a:pt x="3939291" y="1038513"/>
                  </a:lnTo>
                  <a:lnTo>
                    <a:pt x="3868946" y="1030887"/>
                  </a:lnTo>
                  <a:lnTo>
                    <a:pt x="3798602" y="1022996"/>
                  </a:lnTo>
                  <a:lnTo>
                    <a:pt x="3728257" y="1014829"/>
                  </a:lnTo>
                  <a:lnTo>
                    <a:pt x="3657913" y="1006378"/>
                  </a:lnTo>
                  <a:lnTo>
                    <a:pt x="3587569" y="997632"/>
                  </a:lnTo>
                  <a:lnTo>
                    <a:pt x="3517224" y="988581"/>
                  </a:lnTo>
                  <a:lnTo>
                    <a:pt x="3446880" y="979214"/>
                  </a:lnTo>
                  <a:lnTo>
                    <a:pt x="3376535" y="969521"/>
                  </a:lnTo>
                  <a:lnTo>
                    <a:pt x="3306191" y="959490"/>
                  </a:lnTo>
                  <a:lnTo>
                    <a:pt x="3235846" y="957977"/>
                  </a:lnTo>
                  <a:lnTo>
                    <a:pt x="3165502" y="958106"/>
                  </a:lnTo>
                  <a:lnTo>
                    <a:pt x="3095157" y="958236"/>
                  </a:lnTo>
                  <a:lnTo>
                    <a:pt x="3024813" y="958365"/>
                  </a:lnTo>
                  <a:lnTo>
                    <a:pt x="2954468" y="958494"/>
                  </a:lnTo>
                  <a:lnTo>
                    <a:pt x="2884124" y="958624"/>
                  </a:lnTo>
                  <a:lnTo>
                    <a:pt x="2813779" y="958753"/>
                  </a:lnTo>
                  <a:lnTo>
                    <a:pt x="2743435" y="958882"/>
                  </a:lnTo>
                  <a:lnTo>
                    <a:pt x="2673090" y="959011"/>
                  </a:lnTo>
                  <a:lnTo>
                    <a:pt x="2602746" y="959140"/>
                  </a:lnTo>
                  <a:lnTo>
                    <a:pt x="2532401" y="959269"/>
                  </a:lnTo>
                  <a:lnTo>
                    <a:pt x="2462057" y="959398"/>
                  </a:lnTo>
                  <a:lnTo>
                    <a:pt x="2391712" y="959527"/>
                  </a:lnTo>
                  <a:lnTo>
                    <a:pt x="2321368" y="959656"/>
                  </a:lnTo>
                  <a:lnTo>
                    <a:pt x="2251023" y="959784"/>
                  </a:lnTo>
                  <a:lnTo>
                    <a:pt x="2180679" y="959913"/>
                  </a:lnTo>
                  <a:lnTo>
                    <a:pt x="2110334" y="960042"/>
                  </a:lnTo>
                  <a:lnTo>
                    <a:pt x="2039990" y="960170"/>
                  </a:lnTo>
                  <a:lnTo>
                    <a:pt x="1969645" y="960299"/>
                  </a:lnTo>
                  <a:lnTo>
                    <a:pt x="1899301" y="960427"/>
                  </a:lnTo>
                  <a:lnTo>
                    <a:pt x="1828956" y="960556"/>
                  </a:lnTo>
                  <a:lnTo>
                    <a:pt x="1758612" y="960684"/>
                  </a:lnTo>
                  <a:lnTo>
                    <a:pt x="1688267" y="960812"/>
                  </a:lnTo>
                  <a:lnTo>
                    <a:pt x="1617923" y="960941"/>
                  </a:lnTo>
                  <a:lnTo>
                    <a:pt x="1547578" y="961069"/>
                  </a:lnTo>
                  <a:lnTo>
                    <a:pt x="1477234" y="961197"/>
                  </a:lnTo>
                  <a:lnTo>
                    <a:pt x="1406889" y="961325"/>
                  </a:lnTo>
                  <a:lnTo>
                    <a:pt x="1336545" y="961453"/>
                  </a:lnTo>
                  <a:lnTo>
                    <a:pt x="1266200" y="961581"/>
                  </a:lnTo>
                  <a:lnTo>
                    <a:pt x="1195856" y="961709"/>
                  </a:lnTo>
                  <a:lnTo>
                    <a:pt x="1125511" y="961837"/>
                  </a:lnTo>
                  <a:lnTo>
                    <a:pt x="1055167" y="961965"/>
                  </a:lnTo>
                  <a:lnTo>
                    <a:pt x="984822" y="962092"/>
                  </a:lnTo>
                  <a:lnTo>
                    <a:pt x="914478" y="962220"/>
                  </a:lnTo>
                  <a:lnTo>
                    <a:pt x="844133" y="962348"/>
                  </a:lnTo>
                  <a:lnTo>
                    <a:pt x="773789" y="962475"/>
                  </a:lnTo>
                  <a:lnTo>
                    <a:pt x="703444" y="962603"/>
                  </a:lnTo>
                  <a:lnTo>
                    <a:pt x="633100" y="962730"/>
                  </a:lnTo>
                  <a:lnTo>
                    <a:pt x="562755" y="962858"/>
                  </a:lnTo>
                  <a:lnTo>
                    <a:pt x="492411" y="962985"/>
                  </a:lnTo>
                  <a:lnTo>
                    <a:pt x="422066" y="963112"/>
                  </a:lnTo>
                  <a:lnTo>
                    <a:pt x="351722" y="963240"/>
                  </a:lnTo>
                  <a:lnTo>
                    <a:pt x="281377" y="963367"/>
                  </a:lnTo>
                  <a:lnTo>
                    <a:pt x="211033" y="963494"/>
                  </a:lnTo>
                  <a:lnTo>
                    <a:pt x="140688" y="963621"/>
                  </a:lnTo>
                  <a:lnTo>
                    <a:pt x="70344" y="963748"/>
                  </a:lnTo>
                  <a:lnTo>
                    <a:pt x="0" y="96387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85094" y="2143092"/>
              <a:ext cx="6614322" cy="957847"/>
            </a:xfrm>
            <a:custGeom>
              <a:avLst/>
              <a:pathLst>
                <a:path w="6614322" h="957847">
                  <a:moveTo>
                    <a:pt x="0" y="0"/>
                  </a:moveTo>
                  <a:lnTo>
                    <a:pt x="1940" y="1208"/>
                  </a:lnTo>
                  <a:lnTo>
                    <a:pt x="72284" y="43528"/>
                  </a:lnTo>
                  <a:lnTo>
                    <a:pt x="142629" y="84422"/>
                  </a:lnTo>
                  <a:lnTo>
                    <a:pt x="212973" y="123938"/>
                  </a:lnTo>
                  <a:lnTo>
                    <a:pt x="283318" y="162122"/>
                  </a:lnTo>
                  <a:lnTo>
                    <a:pt x="353662" y="199020"/>
                  </a:lnTo>
                  <a:lnTo>
                    <a:pt x="424007" y="234675"/>
                  </a:lnTo>
                  <a:lnTo>
                    <a:pt x="494351" y="269129"/>
                  </a:lnTo>
                  <a:lnTo>
                    <a:pt x="564696" y="302421"/>
                  </a:lnTo>
                  <a:lnTo>
                    <a:pt x="635040" y="334592"/>
                  </a:lnTo>
                  <a:lnTo>
                    <a:pt x="705385" y="365679"/>
                  </a:lnTo>
                  <a:lnTo>
                    <a:pt x="775729" y="395718"/>
                  </a:lnTo>
                  <a:lnTo>
                    <a:pt x="846074" y="424745"/>
                  </a:lnTo>
                  <a:lnTo>
                    <a:pt x="916418" y="452794"/>
                  </a:lnTo>
                  <a:lnTo>
                    <a:pt x="986763" y="479898"/>
                  </a:lnTo>
                  <a:lnTo>
                    <a:pt x="1057107" y="506089"/>
                  </a:lnTo>
                  <a:lnTo>
                    <a:pt x="1127452" y="531397"/>
                  </a:lnTo>
                  <a:lnTo>
                    <a:pt x="1197796" y="555853"/>
                  </a:lnTo>
                  <a:lnTo>
                    <a:pt x="1268141" y="579485"/>
                  </a:lnTo>
                  <a:lnTo>
                    <a:pt x="1338485" y="602320"/>
                  </a:lnTo>
                  <a:lnTo>
                    <a:pt x="1408830" y="624386"/>
                  </a:lnTo>
                  <a:lnTo>
                    <a:pt x="1479174" y="645708"/>
                  </a:lnTo>
                  <a:lnTo>
                    <a:pt x="1549519" y="666312"/>
                  </a:lnTo>
                  <a:lnTo>
                    <a:pt x="1619863" y="686222"/>
                  </a:lnTo>
                  <a:lnTo>
                    <a:pt x="1690208" y="705460"/>
                  </a:lnTo>
                  <a:lnTo>
                    <a:pt x="1760552" y="724051"/>
                  </a:lnTo>
                  <a:lnTo>
                    <a:pt x="1830897" y="742015"/>
                  </a:lnTo>
                  <a:lnTo>
                    <a:pt x="1901241" y="759374"/>
                  </a:lnTo>
                  <a:lnTo>
                    <a:pt x="1971586" y="776148"/>
                  </a:lnTo>
                  <a:lnTo>
                    <a:pt x="2041930" y="792357"/>
                  </a:lnTo>
                  <a:lnTo>
                    <a:pt x="2112275" y="808020"/>
                  </a:lnTo>
                  <a:lnTo>
                    <a:pt x="2182619" y="823155"/>
                  </a:lnTo>
                  <a:lnTo>
                    <a:pt x="2252964" y="837780"/>
                  </a:lnTo>
                  <a:lnTo>
                    <a:pt x="2323308" y="851912"/>
                  </a:lnTo>
                  <a:lnTo>
                    <a:pt x="2393653" y="865568"/>
                  </a:lnTo>
                  <a:lnTo>
                    <a:pt x="2463997" y="878764"/>
                  </a:lnTo>
                  <a:lnTo>
                    <a:pt x="2534342" y="891515"/>
                  </a:lnTo>
                  <a:lnTo>
                    <a:pt x="2604686" y="903836"/>
                  </a:lnTo>
                  <a:lnTo>
                    <a:pt x="2675030" y="915743"/>
                  </a:lnTo>
                  <a:lnTo>
                    <a:pt x="2745375" y="927248"/>
                  </a:lnTo>
                  <a:lnTo>
                    <a:pt x="2815719" y="938366"/>
                  </a:lnTo>
                  <a:lnTo>
                    <a:pt x="2886064" y="949109"/>
                  </a:lnTo>
                  <a:lnTo>
                    <a:pt x="2956408" y="957847"/>
                  </a:lnTo>
                  <a:lnTo>
                    <a:pt x="3026753" y="957718"/>
                  </a:lnTo>
                  <a:lnTo>
                    <a:pt x="3097097" y="957588"/>
                  </a:lnTo>
                  <a:lnTo>
                    <a:pt x="3167442" y="957458"/>
                  </a:lnTo>
                  <a:lnTo>
                    <a:pt x="3237786" y="957329"/>
                  </a:lnTo>
                  <a:lnTo>
                    <a:pt x="3308131" y="957199"/>
                  </a:lnTo>
                  <a:lnTo>
                    <a:pt x="3378475" y="957069"/>
                  </a:lnTo>
                  <a:lnTo>
                    <a:pt x="3448820" y="956939"/>
                  </a:lnTo>
                  <a:lnTo>
                    <a:pt x="3519164" y="956809"/>
                  </a:lnTo>
                  <a:lnTo>
                    <a:pt x="3589509" y="956679"/>
                  </a:lnTo>
                  <a:lnTo>
                    <a:pt x="3659853" y="956549"/>
                  </a:lnTo>
                  <a:lnTo>
                    <a:pt x="3730198" y="956419"/>
                  </a:lnTo>
                  <a:lnTo>
                    <a:pt x="3800542" y="956289"/>
                  </a:lnTo>
                  <a:lnTo>
                    <a:pt x="3870887" y="956158"/>
                  </a:lnTo>
                  <a:lnTo>
                    <a:pt x="3941231" y="956028"/>
                  </a:lnTo>
                  <a:lnTo>
                    <a:pt x="4011576" y="955898"/>
                  </a:lnTo>
                  <a:lnTo>
                    <a:pt x="4081920" y="955767"/>
                  </a:lnTo>
                  <a:lnTo>
                    <a:pt x="4152265" y="955637"/>
                  </a:lnTo>
                  <a:lnTo>
                    <a:pt x="4222609" y="955506"/>
                  </a:lnTo>
                  <a:lnTo>
                    <a:pt x="4292954" y="955376"/>
                  </a:lnTo>
                  <a:lnTo>
                    <a:pt x="4363298" y="955245"/>
                  </a:lnTo>
                  <a:lnTo>
                    <a:pt x="4433643" y="955114"/>
                  </a:lnTo>
                  <a:lnTo>
                    <a:pt x="4503987" y="954984"/>
                  </a:lnTo>
                  <a:lnTo>
                    <a:pt x="4574332" y="954853"/>
                  </a:lnTo>
                  <a:lnTo>
                    <a:pt x="4644676" y="954722"/>
                  </a:lnTo>
                  <a:lnTo>
                    <a:pt x="4715021" y="954591"/>
                  </a:lnTo>
                  <a:lnTo>
                    <a:pt x="4785365" y="954460"/>
                  </a:lnTo>
                  <a:lnTo>
                    <a:pt x="4855710" y="954329"/>
                  </a:lnTo>
                  <a:lnTo>
                    <a:pt x="4926054" y="954198"/>
                  </a:lnTo>
                  <a:lnTo>
                    <a:pt x="4996399" y="954067"/>
                  </a:lnTo>
                  <a:lnTo>
                    <a:pt x="5066743" y="953935"/>
                  </a:lnTo>
                  <a:lnTo>
                    <a:pt x="5137088" y="953804"/>
                  </a:lnTo>
                  <a:lnTo>
                    <a:pt x="5207432" y="953673"/>
                  </a:lnTo>
                  <a:lnTo>
                    <a:pt x="5277777" y="953541"/>
                  </a:lnTo>
                  <a:lnTo>
                    <a:pt x="5348121" y="953410"/>
                  </a:lnTo>
                  <a:lnTo>
                    <a:pt x="5418466" y="953278"/>
                  </a:lnTo>
                  <a:lnTo>
                    <a:pt x="5488810" y="953147"/>
                  </a:lnTo>
                  <a:lnTo>
                    <a:pt x="5559155" y="953015"/>
                  </a:lnTo>
                  <a:lnTo>
                    <a:pt x="5629499" y="952884"/>
                  </a:lnTo>
                  <a:lnTo>
                    <a:pt x="5699844" y="952752"/>
                  </a:lnTo>
                  <a:lnTo>
                    <a:pt x="5770188" y="952620"/>
                  </a:lnTo>
                  <a:lnTo>
                    <a:pt x="5840533" y="952488"/>
                  </a:lnTo>
                  <a:lnTo>
                    <a:pt x="5910877" y="952356"/>
                  </a:lnTo>
                  <a:lnTo>
                    <a:pt x="5981222" y="952224"/>
                  </a:lnTo>
                  <a:lnTo>
                    <a:pt x="6051566" y="952092"/>
                  </a:lnTo>
                  <a:lnTo>
                    <a:pt x="6121911" y="951960"/>
                  </a:lnTo>
                  <a:lnTo>
                    <a:pt x="6192255" y="951828"/>
                  </a:lnTo>
                  <a:lnTo>
                    <a:pt x="6262600" y="951696"/>
                  </a:lnTo>
                  <a:lnTo>
                    <a:pt x="6332944" y="951564"/>
                  </a:lnTo>
                  <a:lnTo>
                    <a:pt x="6403288" y="951431"/>
                  </a:lnTo>
                  <a:lnTo>
                    <a:pt x="6473633" y="951299"/>
                  </a:lnTo>
                  <a:lnTo>
                    <a:pt x="6543977" y="951167"/>
                  </a:lnTo>
                  <a:lnTo>
                    <a:pt x="6614322" y="951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1069"/>
              <a:ext cx="6964104" cy="249134"/>
            </a:xfrm>
            <a:custGeom>
              <a:avLst/>
              <a:pathLst>
                <a:path w="6964104" h="249134">
                  <a:moveTo>
                    <a:pt x="6964104" y="249134"/>
                  </a:moveTo>
                  <a:lnTo>
                    <a:pt x="6893760" y="247388"/>
                  </a:lnTo>
                  <a:lnTo>
                    <a:pt x="6823415" y="245580"/>
                  </a:lnTo>
                  <a:lnTo>
                    <a:pt x="6753071" y="243710"/>
                  </a:lnTo>
                  <a:lnTo>
                    <a:pt x="6682726" y="241774"/>
                  </a:lnTo>
                  <a:lnTo>
                    <a:pt x="6612382" y="239771"/>
                  </a:lnTo>
                  <a:lnTo>
                    <a:pt x="6542037" y="237698"/>
                  </a:lnTo>
                  <a:lnTo>
                    <a:pt x="6471693" y="235552"/>
                  </a:lnTo>
                  <a:lnTo>
                    <a:pt x="6401348" y="233332"/>
                  </a:lnTo>
                  <a:lnTo>
                    <a:pt x="6331004" y="231035"/>
                  </a:lnTo>
                  <a:lnTo>
                    <a:pt x="6260659" y="228657"/>
                  </a:lnTo>
                  <a:lnTo>
                    <a:pt x="6190315" y="226196"/>
                  </a:lnTo>
                  <a:lnTo>
                    <a:pt x="6119970" y="223650"/>
                  </a:lnTo>
                  <a:lnTo>
                    <a:pt x="6049626" y="221014"/>
                  </a:lnTo>
                  <a:lnTo>
                    <a:pt x="5979281" y="218287"/>
                  </a:lnTo>
                  <a:lnTo>
                    <a:pt x="5908937" y="215465"/>
                  </a:lnTo>
                  <a:lnTo>
                    <a:pt x="5838592" y="212545"/>
                  </a:lnTo>
                  <a:lnTo>
                    <a:pt x="5768248" y="209522"/>
                  </a:lnTo>
                  <a:lnTo>
                    <a:pt x="5697903" y="206394"/>
                  </a:lnTo>
                  <a:lnTo>
                    <a:pt x="5627559" y="203157"/>
                  </a:lnTo>
                  <a:lnTo>
                    <a:pt x="5557214" y="199807"/>
                  </a:lnTo>
                  <a:lnTo>
                    <a:pt x="5486870" y="196341"/>
                  </a:lnTo>
                  <a:lnTo>
                    <a:pt x="5416525" y="192753"/>
                  </a:lnTo>
                  <a:lnTo>
                    <a:pt x="5346181" y="189041"/>
                  </a:lnTo>
                  <a:lnTo>
                    <a:pt x="5275836" y="185199"/>
                  </a:lnTo>
                  <a:lnTo>
                    <a:pt x="5205492" y="181223"/>
                  </a:lnTo>
                  <a:lnTo>
                    <a:pt x="5135147" y="177108"/>
                  </a:lnTo>
                  <a:lnTo>
                    <a:pt x="5064803" y="172850"/>
                  </a:lnTo>
                  <a:lnTo>
                    <a:pt x="4994458" y="168443"/>
                  </a:lnTo>
                  <a:lnTo>
                    <a:pt x="4924114" y="163883"/>
                  </a:lnTo>
                  <a:lnTo>
                    <a:pt x="4853769" y="159164"/>
                  </a:lnTo>
                  <a:lnTo>
                    <a:pt x="4783425" y="154280"/>
                  </a:lnTo>
                  <a:lnTo>
                    <a:pt x="4713080" y="149226"/>
                  </a:lnTo>
                  <a:lnTo>
                    <a:pt x="4642736" y="143996"/>
                  </a:lnTo>
                  <a:lnTo>
                    <a:pt x="4572391" y="138583"/>
                  </a:lnTo>
                  <a:lnTo>
                    <a:pt x="4502047" y="132982"/>
                  </a:lnTo>
                  <a:lnTo>
                    <a:pt x="4431702" y="127185"/>
                  </a:lnTo>
                  <a:lnTo>
                    <a:pt x="4361358" y="121186"/>
                  </a:lnTo>
                  <a:lnTo>
                    <a:pt x="4291013" y="114978"/>
                  </a:lnTo>
                  <a:lnTo>
                    <a:pt x="4220669" y="108553"/>
                  </a:lnTo>
                  <a:lnTo>
                    <a:pt x="4150324" y="101905"/>
                  </a:lnTo>
                  <a:lnTo>
                    <a:pt x="4079980" y="95024"/>
                  </a:lnTo>
                  <a:lnTo>
                    <a:pt x="4009635" y="87904"/>
                  </a:lnTo>
                  <a:lnTo>
                    <a:pt x="3939291" y="80535"/>
                  </a:lnTo>
                  <a:lnTo>
                    <a:pt x="3868946" y="72910"/>
                  </a:lnTo>
                  <a:lnTo>
                    <a:pt x="3798602" y="65018"/>
                  </a:lnTo>
                  <a:lnTo>
                    <a:pt x="3728257" y="56852"/>
                  </a:lnTo>
                  <a:lnTo>
                    <a:pt x="3657913" y="48400"/>
                  </a:lnTo>
                  <a:lnTo>
                    <a:pt x="3587569" y="39654"/>
                  </a:lnTo>
                  <a:lnTo>
                    <a:pt x="3517224" y="30603"/>
                  </a:lnTo>
                  <a:lnTo>
                    <a:pt x="3446880" y="21237"/>
                  </a:lnTo>
                  <a:lnTo>
                    <a:pt x="3376535" y="11544"/>
                  </a:lnTo>
                  <a:lnTo>
                    <a:pt x="3306191" y="1512"/>
                  </a:lnTo>
                  <a:lnTo>
                    <a:pt x="3235846" y="0"/>
                  </a:lnTo>
                  <a:lnTo>
                    <a:pt x="3165502" y="129"/>
                  </a:lnTo>
                  <a:lnTo>
                    <a:pt x="3095157" y="258"/>
                  </a:lnTo>
                  <a:lnTo>
                    <a:pt x="3024813" y="388"/>
                  </a:lnTo>
                  <a:lnTo>
                    <a:pt x="2954468" y="517"/>
                  </a:lnTo>
                  <a:lnTo>
                    <a:pt x="2884124" y="646"/>
                  </a:lnTo>
                  <a:lnTo>
                    <a:pt x="2813779" y="775"/>
                  </a:lnTo>
                  <a:lnTo>
                    <a:pt x="2743435" y="905"/>
                  </a:lnTo>
                  <a:lnTo>
                    <a:pt x="2673090" y="1034"/>
                  </a:lnTo>
                  <a:lnTo>
                    <a:pt x="2602746" y="1163"/>
                  </a:lnTo>
                  <a:lnTo>
                    <a:pt x="2532401" y="1292"/>
                  </a:lnTo>
                  <a:lnTo>
                    <a:pt x="2462057" y="1421"/>
                  </a:lnTo>
                  <a:lnTo>
                    <a:pt x="2391712" y="1549"/>
                  </a:lnTo>
                  <a:lnTo>
                    <a:pt x="2321368" y="1678"/>
                  </a:lnTo>
                  <a:lnTo>
                    <a:pt x="2251023" y="1807"/>
                  </a:lnTo>
                  <a:lnTo>
                    <a:pt x="2180679" y="1936"/>
                  </a:lnTo>
                  <a:lnTo>
                    <a:pt x="2110334" y="2064"/>
                  </a:lnTo>
                  <a:lnTo>
                    <a:pt x="2039990" y="2193"/>
                  </a:lnTo>
                  <a:lnTo>
                    <a:pt x="1969645" y="2321"/>
                  </a:lnTo>
                  <a:lnTo>
                    <a:pt x="1899301" y="2450"/>
                  </a:lnTo>
                  <a:lnTo>
                    <a:pt x="1828956" y="2578"/>
                  </a:lnTo>
                  <a:lnTo>
                    <a:pt x="1758612" y="2707"/>
                  </a:lnTo>
                  <a:lnTo>
                    <a:pt x="1688267" y="2835"/>
                  </a:lnTo>
                  <a:lnTo>
                    <a:pt x="1617923" y="2963"/>
                  </a:lnTo>
                  <a:lnTo>
                    <a:pt x="1547578" y="3091"/>
                  </a:lnTo>
                  <a:lnTo>
                    <a:pt x="1477234" y="3220"/>
                  </a:lnTo>
                  <a:lnTo>
                    <a:pt x="1406889" y="3348"/>
                  </a:lnTo>
                  <a:lnTo>
                    <a:pt x="1336545" y="3476"/>
                  </a:lnTo>
                  <a:lnTo>
                    <a:pt x="1266200" y="3604"/>
                  </a:lnTo>
                  <a:lnTo>
                    <a:pt x="1195856" y="3732"/>
                  </a:lnTo>
                  <a:lnTo>
                    <a:pt x="1125511" y="3859"/>
                  </a:lnTo>
                  <a:lnTo>
                    <a:pt x="1055167" y="3987"/>
                  </a:lnTo>
                  <a:lnTo>
                    <a:pt x="984822" y="4115"/>
                  </a:lnTo>
                  <a:lnTo>
                    <a:pt x="914478" y="4243"/>
                  </a:lnTo>
                  <a:lnTo>
                    <a:pt x="844133" y="4370"/>
                  </a:lnTo>
                  <a:lnTo>
                    <a:pt x="773789" y="4498"/>
                  </a:lnTo>
                  <a:lnTo>
                    <a:pt x="703444" y="4625"/>
                  </a:lnTo>
                  <a:lnTo>
                    <a:pt x="633100" y="4753"/>
                  </a:lnTo>
                  <a:lnTo>
                    <a:pt x="562755" y="4880"/>
                  </a:lnTo>
                  <a:lnTo>
                    <a:pt x="492411" y="5008"/>
                  </a:lnTo>
                  <a:lnTo>
                    <a:pt x="422066" y="5135"/>
                  </a:lnTo>
                  <a:lnTo>
                    <a:pt x="351722" y="5262"/>
                  </a:lnTo>
                  <a:lnTo>
                    <a:pt x="281377" y="5389"/>
                  </a:lnTo>
                  <a:lnTo>
                    <a:pt x="211033" y="5517"/>
                  </a:lnTo>
                  <a:lnTo>
                    <a:pt x="140688" y="5644"/>
                  </a:lnTo>
                  <a:lnTo>
                    <a:pt x="70344" y="5771"/>
                  </a:lnTo>
                  <a:lnTo>
                    <a:pt x="0" y="58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39017"/>
              <a:ext cx="6964104" cy="537438"/>
            </a:xfrm>
            <a:custGeom>
              <a:avLst/>
              <a:pathLst>
                <a:path w="6964104" h="537438">
                  <a:moveTo>
                    <a:pt x="0" y="0"/>
                  </a:moveTo>
                  <a:lnTo>
                    <a:pt x="70344" y="11095"/>
                  </a:lnTo>
                  <a:lnTo>
                    <a:pt x="140688" y="22004"/>
                  </a:lnTo>
                  <a:lnTo>
                    <a:pt x="211033" y="32730"/>
                  </a:lnTo>
                  <a:lnTo>
                    <a:pt x="281377" y="43277"/>
                  </a:lnTo>
                  <a:lnTo>
                    <a:pt x="351722" y="53646"/>
                  </a:lnTo>
                  <a:lnTo>
                    <a:pt x="422066" y="63841"/>
                  </a:lnTo>
                  <a:lnTo>
                    <a:pt x="492411" y="73866"/>
                  </a:lnTo>
                  <a:lnTo>
                    <a:pt x="562755" y="83722"/>
                  </a:lnTo>
                  <a:lnTo>
                    <a:pt x="633100" y="93412"/>
                  </a:lnTo>
                  <a:lnTo>
                    <a:pt x="703444" y="102940"/>
                  </a:lnTo>
                  <a:lnTo>
                    <a:pt x="773789" y="112309"/>
                  </a:lnTo>
                  <a:lnTo>
                    <a:pt x="844133" y="121520"/>
                  </a:lnTo>
                  <a:lnTo>
                    <a:pt x="914478" y="130576"/>
                  </a:lnTo>
                  <a:lnTo>
                    <a:pt x="984822" y="139481"/>
                  </a:lnTo>
                  <a:lnTo>
                    <a:pt x="1055167" y="148236"/>
                  </a:lnTo>
                  <a:lnTo>
                    <a:pt x="1125511" y="156844"/>
                  </a:lnTo>
                  <a:lnTo>
                    <a:pt x="1195856" y="165308"/>
                  </a:lnTo>
                  <a:lnTo>
                    <a:pt x="1266200" y="173630"/>
                  </a:lnTo>
                  <a:lnTo>
                    <a:pt x="1336545" y="181812"/>
                  </a:lnTo>
                  <a:lnTo>
                    <a:pt x="1406889" y="189857"/>
                  </a:lnTo>
                  <a:lnTo>
                    <a:pt x="1477234" y="197766"/>
                  </a:lnTo>
                  <a:lnTo>
                    <a:pt x="1547578" y="205544"/>
                  </a:lnTo>
                  <a:lnTo>
                    <a:pt x="1617923" y="213190"/>
                  </a:lnTo>
                  <a:lnTo>
                    <a:pt x="1688267" y="220709"/>
                  </a:lnTo>
                  <a:lnTo>
                    <a:pt x="1758612" y="228101"/>
                  </a:lnTo>
                  <a:lnTo>
                    <a:pt x="1828956" y="235369"/>
                  </a:lnTo>
                  <a:lnTo>
                    <a:pt x="1899301" y="242515"/>
                  </a:lnTo>
                  <a:lnTo>
                    <a:pt x="1969645" y="249542"/>
                  </a:lnTo>
                  <a:lnTo>
                    <a:pt x="2039990" y="256450"/>
                  </a:lnTo>
                  <a:lnTo>
                    <a:pt x="2110334" y="263242"/>
                  </a:lnTo>
                  <a:lnTo>
                    <a:pt x="2180679" y="269921"/>
                  </a:lnTo>
                  <a:lnTo>
                    <a:pt x="2251023" y="276487"/>
                  </a:lnTo>
                  <a:lnTo>
                    <a:pt x="2321368" y="282944"/>
                  </a:lnTo>
                  <a:lnTo>
                    <a:pt x="2391712" y="289292"/>
                  </a:lnTo>
                  <a:lnTo>
                    <a:pt x="2462057" y="295533"/>
                  </a:lnTo>
                  <a:lnTo>
                    <a:pt x="2532401" y="301670"/>
                  </a:lnTo>
                  <a:lnTo>
                    <a:pt x="2602746" y="307704"/>
                  </a:lnTo>
                  <a:lnTo>
                    <a:pt x="2673090" y="313636"/>
                  </a:lnTo>
                  <a:lnTo>
                    <a:pt x="2743435" y="319469"/>
                  </a:lnTo>
                  <a:lnTo>
                    <a:pt x="2813779" y="325204"/>
                  </a:lnTo>
                  <a:lnTo>
                    <a:pt x="2884124" y="330843"/>
                  </a:lnTo>
                  <a:lnTo>
                    <a:pt x="2954468" y="336388"/>
                  </a:lnTo>
                  <a:lnTo>
                    <a:pt x="3024813" y="341839"/>
                  </a:lnTo>
                  <a:lnTo>
                    <a:pt x="3095157" y="347199"/>
                  </a:lnTo>
                  <a:lnTo>
                    <a:pt x="3165502" y="352468"/>
                  </a:lnTo>
                  <a:lnTo>
                    <a:pt x="3235846" y="357650"/>
                  </a:lnTo>
                  <a:lnTo>
                    <a:pt x="3306191" y="362744"/>
                  </a:lnTo>
                  <a:lnTo>
                    <a:pt x="3376535" y="367753"/>
                  </a:lnTo>
                  <a:lnTo>
                    <a:pt x="3446880" y="372678"/>
                  </a:lnTo>
                  <a:lnTo>
                    <a:pt x="3517224" y="377521"/>
                  </a:lnTo>
                  <a:lnTo>
                    <a:pt x="3587569" y="382282"/>
                  </a:lnTo>
                  <a:lnTo>
                    <a:pt x="3657913" y="386963"/>
                  </a:lnTo>
                  <a:lnTo>
                    <a:pt x="3728257" y="391566"/>
                  </a:lnTo>
                  <a:lnTo>
                    <a:pt x="3798602" y="396091"/>
                  </a:lnTo>
                  <a:lnTo>
                    <a:pt x="3868946" y="400541"/>
                  </a:lnTo>
                  <a:lnTo>
                    <a:pt x="3939291" y="404915"/>
                  </a:lnTo>
                  <a:lnTo>
                    <a:pt x="4009635" y="409217"/>
                  </a:lnTo>
                  <a:lnTo>
                    <a:pt x="4079980" y="413446"/>
                  </a:lnTo>
                  <a:lnTo>
                    <a:pt x="4150324" y="417604"/>
                  </a:lnTo>
                  <a:lnTo>
                    <a:pt x="4220669" y="421693"/>
                  </a:lnTo>
                  <a:lnTo>
                    <a:pt x="4291013" y="425713"/>
                  </a:lnTo>
                  <a:lnTo>
                    <a:pt x="4361358" y="429665"/>
                  </a:lnTo>
                  <a:lnTo>
                    <a:pt x="4431702" y="433552"/>
                  </a:lnTo>
                  <a:lnTo>
                    <a:pt x="4502047" y="437372"/>
                  </a:lnTo>
                  <a:lnTo>
                    <a:pt x="4572391" y="441129"/>
                  </a:lnTo>
                  <a:lnTo>
                    <a:pt x="4642736" y="444823"/>
                  </a:lnTo>
                  <a:lnTo>
                    <a:pt x="4713080" y="448455"/>
                  </a:lnTo>
                  <a:lnTo>
                    <a:pt x="4783425" y="452026"/>
                  </a:lnTo>
                  <a:lnTo>
                    <a:pt x="4853769" y="455537"/>
                  </a:lnTo>
                  <a:lnTo>
                    <a:pt x="4924114" y="458989"/>
                  </a:lnTo>
                  <a:lnTo>
                    <a:pt x="4994458" y="462383"/>
                  </a:lnTo>
                  <a:lnTo>
                    <a:pt x="5064803" y="465720"/>
                  </a:lnTo>
                  <a:lnTo>
                    <a:pt x="5135147" y="469001"/>
                  </a:lnTo>
                  <a:lnTo>
                    <a:pt x="5205492" y="472228"/>
                  </a:lnTo>
                  <a:lnTo>
                    <a:pt x="5275836" y="475400"/>
                  </a:lnTo>
                  <a:lnTo>
                    <a:pt x="5346181" y="478518"/>
                  </a:lnTo>
                  <a:lnTo>
                    <a:pt x="5416525" y="481585"/>
                  </a:lnTo>
                  <a:lnTo>
                    <a:pt x="5486870" y="484600"/>
                  </a:lnTo>
                  <a:lnTo>
                    <a:pt x="5557214" y="487564"/>
                  </a:lnTo>
                  <a:lnTo>
                    <a:pt x="5627559" y="490479"/>
                  </a:lnTo>
                  <a:lnTo>
                    <a:pt x="5697903" y="493345"/>
                  </a:lnTo>
                  <a:lnTo>
                    <a:pt x="5768248" y="496162"/>
                  </a:lnTo>
                  <a:lnTo>
                    <a:pt x="5838592" y="498933"/>
                  </a:lnTo>
                  <a:lnTo>
                    <a:pt x="5908937" y="501657"/>
                  </a:lnTo>
                  <a:lnTo>
                    <a:pt x="5979281" y="504335"/>
                  </a:lnTo>
                  <a:lnTo>
                    <a:pt x="6049626" y="506968"/>
                  </a:lnTo>
                  <a:lnTo>
                    <a:pt x="6119970" y="509557"/>
                  </a:lnTo>
                  <a:lnTo>
                    <a:pt x="6190315" y="512103"/>
                  </a:lnTo>
                  <a:lnTo>
                    <a:pt x="6260659" y="514606"/>
                  </a:lnTo>
                  <a:lnTo>
                    <a:pt x="6331004" y="517067"/>
                  </a:lnTo>
                  <a:lnTo>
                    <a:pt x="6401348" y="519487"/>
                  </a:lnTo>
                  <a:lnTo>
                    <a:pt x="6471693" y="521866"/>
                  </a:lnTo>
                  <a:lnTo>
                    <a:pt x="6542037" y="524205"/>
                  </a:lnTo>
                  <a:lnTo>
                    <a:pt x="6612382" y="526505"/>
                  </a:lnTo>
                  <a:lnTo>
                    <a:pt x="6682726" y="528766"/>
                  </a:lnTo>
                  <a:lnTo>
                    <a:pt x="6753071" y="530989"/>
                  </a:lnTo>
                  <a:lnTo>
                    <a:pt x="6823415" y="533176"/>
                  </a:lnTo>
                  <a:lnTo>
                    <a:pt x="6893760" y="535325"/>
                  </a:lnTo>
                  <a:lnTo>
                    <a:pt x="6964104" y="537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(1.00-1.49), p = 0.056  |  per IQR decline (Δ = 29.9 %): 1.80 (0.99-3.27)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07112"/>
            </a:xfrm>
            <a:custGeom>
              <a:avLst/>
              <a:pathLst>
                <a:path w="6964104" h="1207112">
                  <a:moveTo>
                    <a:pt x="349782" y="0"/>
                  </a:moveTo>
                  <a:lnTo>
                    <a:pt x="351722" y="1208"/>
                  </a:lnTo>
                  <a:lnTo>
                    <a:pt x="422066" y="43528"/>
                  </a:lnTo>
                  <a:lnTo>
                    <a:pt x="492411" y="84422"/>
                  </a:lnTo>
                  <a:lnTo>
                    <a:pt x="562755" y="123938"/>
                  </a:lnTo>
                  <a:lnTo>
                    <a:pt x="633100" y="162122"/>
                  </a:lnTo>
                  <a:lnTo>
                    <a:pt x="703444" y="199020"/>
                  </a:lnTo>
                  <a:lnTo>
                    <a:pt x="773789" y="234675"/>
                  </a:lnTo>
                  <a:lnTo>
                    <a:pt x="844133" y="269129"/>
                  </a:lnTo>
                  <a:lnTo>
                    <a:pt x="914478" y="302421"/>
                  </a:lnTo>
                  <a:lnTo>
                    <a:pt x="984822" y="334592"/>
                  </a:lnTo>
                  <a:lnTo>
                    <a:pt x="1055167" y="365679"/>
                  </a:lnTo>
                  <a:lnTo>
                    <a:pt x="1125511" y="395718"/>
                  </a:lnTo>
                  <a:lnTo>
                    <a:pt x="1195856" y="424745"/>
                  </a:lnTo>
                  <a:lnTo>
                    <a:pt x="1266200" y="452794"/>
                  </a:lnTo>
                  <a:lnTo>
                    <a:pt x="1336545" y="479898"/>
                  </a:lnTo>
                  <a:lnTo>
                    <a:pt x="1406889" y="506089"/>
                  </a:lnTo>
                  <a:lnTo>
                    <a:pt x="1477234" y="531397"/>
                  </a:lnTo>
                  <a:lnTo>
                    <a:pt x="1547578" y="555853"/>
                  </a:lnTo>
                  <a:lnTo>
                    <a:pt x="1617923" y="579485"/>
                  </a:lnTo>
                  <a:lnTo>
                    <a:pt x="1688267" y="602320"/>
                  </a:lnTo>
                  <a:lnTo>
                    <a:pt x="1758612" y="624386"/>
                  </a:lnTo>
                  <a:lnTo>
                    <a:pt x="1828956" y="645708"/>
                  </a:lnTo>
                  <a:lnTo>
                    <a:pt x="1899301" y="666312"/>
                  </a:lnTo>
                  <a:lnTo>
                    <a:pt x="1969645" y="686222"/>
                  </a:lnTo>
                  <a:lnTo>
                    <a:pt x="2039990" y="705460"/>
                  </a:lnTo>
                  <a:lnTo>
                    <a:pt x="2110334" y="724051"/>
                  </a:lnTo>
                  <a:lnTo>
                    <a:pt x="2180679" y="742015"/>
                  </a:lnTo>
                  <a:lnTo>
                    <a:pt x="2251023" y="759374"/>
                  </a:lnTo>
                  <a:lnTo>
                    <a:pt x="2321368" y="776148"/>
                  </a:lnTo>
                  <a:lnTo>
                    <a:pt x="2391712" y="792357"/>
                  </a:lnTo>
                  <a:lnTo>
                    <a:pt x="2462057" y="808020"/>
                  </a:lnTo>
                  <a:lnTo>
                    <a:pt x="2532401" y="823155"/>
                  </a:lnTo>
                  <a:lnTo>
                    <a:pt x="2602746" y="837780"/>
                  </a:lnTo>
                  <a:lnTo>
                    <a:pt x="2673090" y="851912"/>
                  </a:lnTo>
                  <a:lnTo>
                    <a:pt x="2743435" y="865568"/>
                  </a:lnTo>
                  <a:lnTo>
                    <a:pt x="2813779" y="878764"/>
                  </a:lnTo>
                  <a:lnTo>
                    <a:pt x="2884124" y="891515"/>
                  </a:lnTo>
                  <a:lnTo>
                    <a:pt x="2954468" y="903836"/>
                  </a:lnTo>
                  <a:lnTo>
                    <a:pt x="3024813" y="915743"/>
                  </a:lnTo>
                  <a:lnTo>
                    <a:pt x="3095157" y="927248"/>
                  </a:lnTo>
                  <a:lnTo>
                    <a:pt x="3165502" y="938366"/>
                  </a:lnTo>
                  <a:lnTo>
                    <a:pt x="3235846" y="949109"/>
                  </a:lnTo>
                  <a:lnTo>
                    <a:pt x="3306191" y="957847"/>
                  </a:lnTo>
                  <a:lnTo>
                    <a:pt x="3376535" y="957718"/>
                  </a:lnTo>
                  <a:lnTo>
                    <a:pt x="3446880" y="957588"/>
                  </a:lnTo>
                  <a:lnTo>
                    <a:pt x="3517224" y="957458"/>
                  </a:lnTo>
                  <a:lnTo>
                    <a:pt x="3587569" y="957329"/>
                  </a:lnTo>
                  <a:lnTo>
                    <a:pt x="3657913" y="957199"/>
                  </a:lnTo>
                  <a:lnTo>
                    <a:pt x="3728257" y="957069"/>
                  </a:lnTo>
                  <a:lnTo>
                    <a:pt x="3798602" y="956939"/>
                  </a:lnTo>
                  <a:lnTo>
                    <a:pt x="3868946" y="956809"/>
                  </a:lnTo>
                  <a:lnTo>
                    <a:pt x="3939291" y="956679"/>
                  </a:lnTo>
                  <a:lnTo>
                    <a:pt x="4009635" y="956549"/>
                  </a:lnTo>
                  <a:lnTo>
                    <a:pt x="4079980" y="956419"/>
                  </a:lnTo>
                  <a:lnTo>
                    <a:pt x="4150324" y="956289"/>
                  </a:lnTo>
                  <a:lnTo>
                    <a:pt x="4220669" y="956158"/>
                  </a:lnTo>
                  <a:lnTo>
                    <a:pt x="4291013" y="956028"/>
                  </a:lnTo>
                  <a:lnTo>
                    <a:pt x="4361358" y="955898"/>
                  </a:lnTo>
                  <a:lnTo>
                    <a:pt x="4431702" y="955767"/>
                  </a:lnTo>
                  <a:lnTo>
                    <a:pt x="4502047" y="955637"/>
                  </a:lnTo>
                  <a:lnTo>
                    <a:pt x="4572391" y="955506"/>
                  </a:lnTo>
                  <a:lnTo>
                    <a:pt x="4642736" y="955376"/>
                  </a:lnTo>
                  <a:lnTo>
                    <a:pt x="4713080" y="955245"/>
                  </a:lnTo>
                  <a:lnTo>
                    <a:pt x="4783425" y="955114"/>
                  </a:lnTo>
                  <a:lnTo>
                    <a:pt x="4853769" y="954984"/>
                  </a:lnTo>
                  <a:lnTo>
                    <a:pt x="4924114" y="954853"/>
                  </a:lnTo>
                  <a:lnTo>
                    <a:pt x="4994458" y="954722"/>
                  </a:lnTo>
                  <a:lnTo>
                    <a:pt x="5064803" y="954591"/>
                  </a:lnTo>
                  <a:lnTo>
                    <a:pt x="5135147" y="954460"/>
                  </a:lnTo>
                  <a:lnTo>
                    <a:pt x="5205492" y="954329"/>
                  </a:lnTo>
                  <a:lnTo>
                    <a:pt x="5275836" y="954198"/>
                  </a:lnTo>
                  <a:lnTo>
                    <a:pt x="5346181" y="954067"/>
                  </a:lnTo>
                  <a:lnTo>
                    <a:pt x="5416525" y="953935"/>
                  </a:lnTo>
                  <a:lnTo>
                    <a:pt x="5486870" y="953804"/>
                  </a:lnTo>
                  <a:lnTo>
                    <a:pt x="5557214" y="953673"/>
                  </a:lnTo>
                  <a:lnTo>
                    <a:pt x="5627559" y="953541"/>
                  </a:lnTo>
                  <a:lnTo>
                    <a:pt x="5697903" y="953410"/>
                  </a:lnTo>
                  <a:lnTo>
                    <a:pt x="5768248" y="953278"/>
                  </a:lnTo>
                  <a:lnTo>
                    <a:pt x="5838592" y="953147"/>
                  </a:lnTo>
                  <a:lnTo>
                    <a:pt x="5908937" y="953015"/>
                  </a:lnTo>
                  <a:lnTo>
                    <a:pt x="5979281" y="952884"/>
                  </a:lnTo>
                  <a:lnTo>
                    <a:pt x="6049626" y="952752"/>
                  </a:lnTo>
                  <a:lnTo>
                    <a:pt x="6119970" y="952620"/>
                  </a:lnTo>
                  <a:lnTo>
                    <a:pt x="6190315" y="952488"/>
                  </a:lnTo>
                  <a:lnTo>
                    <a:pt x="6260659" y="952356"/>
                  </a:lnTo>
                  <a:lnTo>
                    <a:pt x="6331004" y="952224"/>
                  </a:lnTo>
                  <a:lnTo>
                    <a:pt x="6401348" y="952092"/>
                  </a:lnTo>
                  <a:lnTo>
                    <a:pt x="6471693" y="951960"/>
                  </a:lnTo>
                  <a:lnTo>
                    <a:pt x="6542037" y="951828"/>
                  </a:lnTo>
                  <a:lnTo>
                    <a:pt x="6612382" y="951696"/>
                  </a:lnTo>
                  <a:lnTo>
                    <a:pt x="6682726" y="951564"/>
                  </a:lnTo>
                  <a:lnTo>
                    <a:pt x="6753071" y="951431"/>
                  </a:lnTo>
                  <a:lnTo>
                    <a:pt x="6823415" y="951299"/>
                  </a:lnTo>
                  <a:lnTo>
                    <a:pt x="6893760" y="951167"/>
                  </a:lnTo>
                  <a:lnTo>
                    <a:pt x="6964104" y="951034"/>
                  </a:lnTo>
                  <a:lnTo>
                    <a:pt x="6964104" y="1207112"/>
                  </a:lnTo>
                  <a:lnTo>
                    <a:pt x="6893760" y="1205365"/>
                  </a:lnTo>
                  <a:lnTo>
                    <a:pt x="6823415" y="1203558"/>
                  </a:lnTo>
                  <a:lnTo>
                    <a:pt x="6753071" y="1201687"/>
                  </a:lnTo>
                  <a:lnTo>
                    <a:pt x="6682726" y="1199752"/>
                  </a:lnTo>
                  <a:lnTo>
                    <a:pt x="6612382" y="1197748"/>
                  </a:lnTo>
                  <a:lnTo>
                    <a:pt x="6542037" y="1195675"/>
                  </a:lnTo>
                  <a:lnTo>
                    <a:pt x="6471693" y="1193530"/>
                  </a:lnTo>
                  <a:lnTo>
                    <a:pt x="6401348" y="1191310"/>
                  </a:lnTo>
                  <a:lnTo>
                    <a:pt x="6331004" y="1189012"/>
                  </a:lnTo>
                  <a:lnTo>
                    <a:pt x="6260659" y="1186634"/>
                  </a:lnTo>
                  <a:lnTo>
                    <a:pt x="6190315" y="1184174"/>
                  </a:lnTo>
                  <a:lnTo>
                    <a:pt x="6119970" y="1181627"/>
                  </a:lnTo>
                  <a:lnTo>
                    <a:pt x="6049626" y="1178992"/>
                  </a:lnTo>
                  <a:lnTo>
                    <a:pt x="5979281" y="1176265"/>
                  </a:lnTo>
                  <a:lnTo>
                    <a:pt x="5908937" y="1173443"/>
                  </a:lnTo>
                  <a:lnTo>
                    <a:pt x="5838592" y="1170522"/>
                  </a:lnTo>
                  <a:lnTo>
                    <a:pt x="5768248" y="1167499"/>
                  </a:lnTo>
                  <a:lnTo>
                    <a:pt x="5697903" y="1164372"/>
                  </a:lnTo>
                  <a:lnTo>
                    <a:pt x="5627559" y="1161135"/>
                  </a:lnTo>
                  <a:lnTo>
                    <a:pt x="5557214" y="1157785"/>
                  </a:lnTo>
                  <a:lnTo>
                    <a:pt x="5486870" y="1154318"/>
                  </a:lnTo>
                  <a:lnTo>
                    <a:pt x="5416525" y="1150731"/>
                  </a:lnTo>
                  <a:lnTo>
                    <a:pt x="5346181" y="1147018"/>
                  </a:lnTo>
                  <a:lnTo>
                    <a:pt x="5275836" y="1143176"/>
                  </a:lnTo>
                  <a:lnTo>
                    <a:pt x="5205492" y="1139200"/>
                  </a:lnTo>
                  <a:lnTo>
                    <a:pt x="5135147" y="1135086"/>
                  </a:lnTo>
                  <a:lnTo>
                    <a:pt x="5064803" y="1130827"/>
                  </a:lnTo>
                  <a:lnTo>
                    <a:pt x="4994458" y="1126421"/>
                  </a:lnTo>
                  <a:lnTo>
                    <a:pt x="4924114" y="1121861"/>
                  </a:lnTo>
                  <a:lnTo>
                    <a:pt x="4853769" y="1117141"/>
                  </a:lnTo>
                  <a:lnTo>
                    <a:pt x="4783425" y="1112258"/>
                  </a:lnTo>
                  <a:lnTo>
                    <a:pt x="4713080" y="1107204"/>
                  </a:lnTo>
                  <a:lnTo>
                    <a:pt x="4642736" y="1101973"/>
                  </a:lnTo>
                  <a:lnTo>
                    <a:pt x="4572391" y="1096560"/>
                  </a:lnTo>
                  <a:lnTo>
                    <a:pt x="4502047" y="1090959"/>
                  </a:lnTo>
                  <a:lnTo>
                    <a:pt x="4431702" y="1085162"/>
                  </a:lnTo>
                  <a:lnTo>
                    <a:pt x="4361358" y="1079163"/>
                  </a:lnTo>
                  <a:lnTo>
                    <a:pt x="4291013" y="1072955"/>
                  </a:lnTo>
                  <a:lnTo>
                    <a:pt x="4220669" y="1066531"/>
                  </a:lnTo>
                  <a:lnTo>
                    <a:pt x="4150324" y="1059882"/>
                  </a:lnTo>
                  <a:lnTo>
                    <a:pt x="4079980" y="1053002"/>
                  </a:lnTo>
                  <a:lnTo>
                    <a:pt x="4009635" y="1045881"/>
                  </a:lnTo>
                  <a:lnTo>
                    <a:pt x="3939291" y="1038513"/>
                  </a:lnTo>
                  <a:lnTo>
                    <a:pt x="3868946" y="1030887"/>
                  </a:lnTo>
                  <a:lnTo>
                    <a:pt x="3798602" y="1022996"/>
                  </a:lnTo>
                  <a:lnTo>
                    <a:pt x="3728257" y="1014829"/>
                  </a:lnTo>
                  <a:lnTo>
                    <a:pt x="3657913" y="1006378"/>
                  </a:lnTo>
                  <a:lnTo>
                    <a:pt x="3587569" y="997632"/>
                  </a:lnTo>
                  <a:lnTo>
                    <a:pt x="3517224" y="988581"/>
                  </a:lnTo>
                  <a:lnTo>
                    <a:pt x="3446880" y="979214"/>
                  </a:lnTo>
                  <a:lnTo>
                    <a:pt x="3376535" y="969521"/>
                  </a:lnTo>
                  <a:lnTo>
                    <a:pt x="3306191" y="959490"/>
                  </a:lnTo>
                  <a:lnTo>
                    <a:pt x="3235846" y="957977"/>
                  </a:lnTo>
                  <a:lnTo>
                    <a:pt x="3165502" y="958106"/>
                  </a:lnTo>
                  <a:lnTo>
                    <a:pt x="3095157" y="958236"/>
                  </a:lnTo>
                  <a:lnTo>
                    <a:pt x="3024813" y="958365"/>
                  </a:lnTo>
                  <a:lnTo>
                    <a:pt x="2954468" y="958494"/>
                  </a:lnTo>
                  <a:lnTo>
                    <a:pt x="2884124" y="958624"/>
                  </a:lnTo>
                  <a:lnTo>
                    <a:pt x="2813779" y="958753"/>
                  </a:lnTo>
                  <a:lnTo>
                    <a:pt x="2743435" y="958882"/>
                  </a:lnTo>
                  <a:lnTo>
                    <a:pt x="2673090" y="959011"/>
                  </a:lnTo>
                  <a:lnTo>
                    <a:pt x="2602746" y="959140"/>
                  </a:lnTo>
                  <a:lnTo>
                    <a:pt x="2532401" y="959269"/>
                  </a:lnTo>
                  <a:lnTo>
                    <a:pt x="2462057" y="959398"/>
                  </a:lnTo>
                  <a:lnTo>
                    <a:pt x="2391712" y="959527"/>
                  </a:lnTo>
                  <a:lnTo>
                    <a:pt x="2321368" y="959656"/>
                  </a:lnTo>
                  <a:lnTo>
                    <a:pt x="2251023" y="959784"/>
                  </a:lnTo>
                  <a:lnTo>
                    <a:pt x="2180679" y="959913"/>
                  </a:lnTo>
                  <a:lnTo>
                    <a:pt x="2110334" y="960042"/>
                  </a:lnTo>
                  <a:lnTo>
                    <a:pt x="2039990" y="960170"/>
                  </a:lnTo>
                  <a:lnTo>
                    <a:pt x="1969645" y="960299"/>
                  </a:lnTo>
                  <a:lnTo>
                    <a:pt x="1899301" y="960427"/>
                  </a:lnTo>
                  <a:lnTo>
                    <a:pt x="1828956" y="960556"/>
                  </a:lnTo>
                  <a:lnTo>
                    <a:pt x="1758612" y="960684"/>
                  </a:lnTo>
                  <a:lnTo>
                    <a:pt x="1688267" y="960812"/>
                  </a:lnTo>
                  <a:lnTo>
                    <a:pt x="1617923" y="960941"/>
                  </a:lnTo>
                  <a:lnTo>
                    <a:pt x="1547578" y="961069"/>
                  </a:lnTo>
                  <a:lnTo>
                    <a:pt x="1477234" y="961197"/>
                  </a:lnTo>
                  <a:lnTo>
                    <a:pt x="1406889" y="961325"/>
                  </a:lnTo>
                  <a:lnTo>
                    <a:pt x="1336545" y="961453"/>
                  </a:lnTo>
                  <a:lnTo>
                    <a:pt x="1266200" y="961581"/>
                  </a:lnTo>
                  <a:lnTo>
                    <a:pt x="1195856" y="961709"/>
                  </a:lnTo>
                  <a:lnTo>
                    <a:pt x="1125511" y="961837"/>
                  </a:lnTo>
                  <a:lnTo>
                    <a:pt x="1055167" y="961965"/>
                  </a:lnTo>
                  <a:lnTo>
                    <a:pt x="984822" y="962092"/>
                  </a:lnTo>
                  <a:lnTo>
                    <a:pt x="914478" y="962220"/>
                  </a:lnTo>
                  <a:lnTo>
                    <a:pt x="844133" y="962348"/>
                  </a:lnTo>
                  <a:lnTo>
                    <a:pt x="773789" y="962475"/>
                  </a:lnTo>
                  <a:lnTo>
                    <a:pt x="703444" y="962603"/>
                  </a:lnTo>
                  <a:lnTo>
                    <a:pt x="633100" y="962730"/>
                  </a:lnTo>
                  <a:lnTo>
                    <a:pt x="562755" y="962858"/>
                  </a:lnTo>
                  <a:lnTo>
                    <a:pt x="492411" y="962985"/>
                  </a:lnTo>
                  <a:lnTo>
                    <a:pt x="422066" y="963112"/>
                  </a:lnTo>
                  <a:lnTo>
                    <a:pt x="351722" y="963240"/>
                  </a:lnTo>
                  <a:lnTo>
                    <a:pt x="281377" y="963367"/>
                  </a:lnTo>
                  <a:lnTo>
                    <a:pt x="211033" y="963494"/>
                  </a:lnTo>
                  <a:lnTo>
                    <a:pt x="140688" y="963621"/>
                  </a:lnTo>
                  <a:lnTo>
                    <a:pt x="70344" y="963748"/>
                  </a:lnTo>
                  <a:lnTo>
                    <a:pt x="0" y="96387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585094" y="4336484"/>
              <a:ext cx="6614322" cy="957847"/>
            </a:xfrm>
            <a:custGeom>
              <a:avLst/>
              <a:pathLst>
                <a:path w="6614322" h="957847">
                  <a:moveTo>
                    <a:pt x="0" y="0"/>
                  </a:moveTo>
                  <a:lnTo>
                    <a:pt x="1940" y="1208"/>
                  </a:lnTo>
                  <a:lnTo>
                    <a:pt x="72284" y="43528"/>
                  </a:lnTo>
                  <a:lnTo>
                    <a:pt x="142629" y="84422"/>
                  </a:lnTo>
                  <a:lnTo>
                    <a:pt x="212973" y="123938"/>
                  </a:lnTo>
                  <a:lnTo>
                    <a:pt x="283318" y="162122"/>
                  </a:lnTo>
                  <a:lnTo>
                    <a:pt x="353662" y="199020"/>
                  </a:lnTo>
                  <a:lnTo>
                    <a:pt x="424007" y="234675"/>
                  </a:lnTo>
                  <a:lnTo>
                    <a:pt x="494351" y="269129"/>
                  </a:lnTo>
                  <a:lnTo>
                    <a:pt x="564696" y="302421"/>
                  </a:lnTo>
                  <a:lnTo>
                    <a:pt x="635040" y="334592"/>
                  </a:lnTo>
                  <a:lnTo>
                    <a:pt x="705385" y="365679"/>
                  </a:lnTo>
                  <a:lnTo>
                    <a:pt x="775729" y="395718"/>
                  </a:lnTo>
                  <a:lnTo>
                    <a:pt x="846074" y="424745"/>
                  </a:lnTo>
                  <a:lnTo>
                    <a:pt x="916418" y="452794"/>
                  </a:lnTo>
                  <a:lnTo>
                    <a:pt x="986763" y="479898"/>
                  </a:lnTo>
                  <a:lnTo>
                    <a:pt x="1057107" y="506089"/>
                  </a:lnTo>
                  <a:lnTo>
                    <a:pt x="1127452" y="531397"/>
                  </a:lnTo>
                  <a:lnTo>
                    <a:pt x="1197796" y="555853"/>
                  </a:lnTo>
                  <a:lnTo>
                    <a:pt x="1268141" y="579485"/>
                  </a:lnTo>
                  <a:lnTo>
                    <a:pt x="1338485" y="602320"/>
                  </a:lnTo>
                  <a:lnTo>
                    <a:pt x="1408830" y="624386"/>
                  </a:lnTo>
                  <a:lnTo>
                    <a:pt x="1479174" y="645708"/>
                  </a:lnTo>
                  <a:lnTo>
                    <a:pt x="1549519" y="666312"/>
                  </a:lnTo>
                  <a:lnTo>
                    <a:pt x="1619863" y="686222"/>
                  </a:lnTo>
                  <a:lnTo>
                    <a:pt x="1690208" y="705460"/>
                  </a:lnTo>
                  <a:lnTo>
                    <a:pt x="1760552" y="724051"/>
                  </a:lnTo>
                  <a:lnTo>
                    <a:pt x="1830897" y="742015"/>
                  </a:lnTo>
                  <a:lnTo>
                    <a:pt x="1901241" y="759374"/>
                  </a:lnTo>
                  <a:lnTo>
                    <a:pt x="1971586" y="776148"/>
                  </a:lnTo>
                  <a:lnTo>
                    <a:pt x="2041930" y="792357"/>
                  </a:lnTo>
                  <a:lnTo>
                    <a:pt x="2112275" y="808020"/>
                  </a:lnTo>
                  <a:lnTo>
                    <a:pt x="2182619" y="823155"/>
                  </a:lnTo>
                  <a:lnTo>
                    <a:pt x="2252964" y="837780"/>
                  </a:lnTo>
                  <a:lnTo>
                    <a:pt x="2323308" y="851912"/>
                  </a:lnTo>
                  <a:lnTo>
                    <a:pt x="2393653" y="865568"/>
                  </a:lnTo>
                  <a:lnTo>
                    <a:pt x="2463997" y="878764"/>
                  </a:lnTo>
                  <a:lnTo>
                    <a:pt x="2534342" y="891515"/>
                  </a:lnTo>
                  <a:lnTo>
                    <a:pt x="2604686" y="903836"/>
                  </a:lnTo>
                  <a:lnTo>
                    <a:pt x="2675030" y="915743"/>
                  </a:lnTo>
                  <a:lnTo>
                    <a:pt x="2745375" y="927248"/>
                  </a:lnTo>
                  <a:lnTo>
                    <a:pt x="2815719" y="938366"/>
                  </a:lnTo>
                  <a:lnTo>
                    <a:pt x="2886064" y="949109"/>
                  </a:lnTo>
                  <a:lnTo>
                    <a:pt x="2956408" y="957847"/>
                  </a:lnTo>
                  <a:lnTo>
                    <a:pt x="3026753" y="957718"/>
                  </a:lnTo>
                  <a:lnTo>
                    <a:pt x="3097097" y="957588"/>
                  </a:lnTo>
                  <a:lnTo>
                    <a:pt x="3167442" y="957458"/>
                  </a:lnTo>
                  <a:lnTo>
                    <a:pt x="3237786" y="957329"/>
                  </a:lnTo>
                  <a:lnTo>
                    <a:pt x="3308131" y="957199"/>
                  </a:lnTo>
                  <a:lnTo>
                    <a:pt x="3378475" y="957069"/>
                  </a:lnTo>
                  <a:lnTo>
                    <a:pt x="3448820" y="956939"/>
                  </a:lnTo>
                  <a:lnTo>
                    <a:pt x="3519164" y="956809"/>
                  </a:lnTo>
                  <a:lnTo>
                    <a:pt x="3589509" y="956679"/>
                  </a:lnTo>
                  <a:lnTo>
                    <a:pt x="3659853" y="956549"/>
                  </a:lnTo>
                  <a:lnTo>
                    <a:pt x="3730198" y="956419"/>
                  </a:lnTo>
                  <a:lnTo>
                    <a:pt x="3800542" y="956289"/>
                  </a:lnTo>
                  <a:lnTo>
                    <a:pt x="3870887" y="956158"/>
                  </a:lnTo>
                  <a:lnTo>
                    <a:pt x="3941231" y="956028"/>
                  </a:lnTo>
                  <a:lnTo>
                    <a:pt x="4011576" y="955898"/>
                  </a:lnTo>
                  <a:lnTo>
                    <a:pt x="4081920" y="955767"/>
                  </a:lnTo>
                  <a:lnTo>
                    <a:pt x="4152265" y="955637"/>
                  </a:lnTo>
                  <a:lnTo>
                    <a:pt x="4222609" y="955506"/>
                  </a:lnTo>
                  <a:lnTo>
                    <a:pt x="4292954" y="955376"/>
                  </a:lnTo>
                  <a:lnTo>
                    <a:pt x="4363298" y="955245"/>
                  </a:lnTo>
                  <a:lnTo>
                    <a:pt x="4433643" y="955114"/>
                  </a:lnTo>
                  <a:lnTo>
                    <a:pt x="4503987" y="954984"/>
                  </a:lnTo>
                  <a:lnTo>
                    <a:pt x="4574332" y="954853"/>
                  </a:lnTo>
                  <a:lnTo>
                    <a:pt x="4644676" y="954722"/>
                  </a:lnTo>
                  <a:lnTo>
                    <a:pt x="4715021" y="954591"/>
                  </a:lnTo>
                  <a:lnTo>
                    <a:pt x="4785365" y="954460"/>
                  </a:lnTo>
                  <a:lnTo>
                    <a:pt x="4855710" y="954329"/>
                  </a:lnTo>
                  <a:lnTo>
                    <a:pt x="4926054" y="954198"/>
                  </a:lnTo>
                  <a:lnTo>
                    <a:pt x="4996399" y="954067"/>
                  </a:lnTo>
                  <a:lnTo>
                    <a:pt x="5066743" y="953935"/>
                  </a:lnTo>
                  <a:lnTo>
                    <a:pt x="5137088" y="953804"/>
                  </a:lnTo>
                  <a:lnTo>
                    <a:pt x="5207432" y="953673"/>
                  </a:lnTo>
                  <a:lnTo>
                    <a:pt x="5277777" y="953541"/>
                  </a:lnTo>
                  <a:lnTo>
                    <a:pt x="5348121" y="953410"/>
                  </a:lnTo>
                  <a:lnTo>
                    <a:pt x="5418466" y="953278"/>
                  </a:lnTo>
                  <a:lnTo>
                    <a:pt x="5488810" y="953147"/>
                  </a:lnTo>
                  <a:lnTo>
                    <a:pt x="5559155" y="953015"/>
                  </a:lnTo>
                  <a:lnTo>
                    <a:pt x="5629499" y="952884"/>
                  </a:lnTo>
                  <a:lnTo>
                    <a:pt x="5699844" y="952752"/>
                  </a:lnTo>
                  <a:lnTo>
                    <a:pt x="5770188" y="952620"/>
                  </a:lnTo>
                  <a:lnTo>
                    <a:pt x="5840533" y="952488"/>
                  </a:lnTo>
                  <a:lnTo>
                    <a:pt x="5910877" y="952356"/>
                  </a:lnTo>
                  <a:lnTo>
                    <a:pt x="5981222" y="952224"/>
                  </a:lnTo>
                  <a:lnTo>
                    <a:pt x="6051566" y="952092"/>
                  </a:lnTo>
                  <a:lnTo>
                    <a:pt x="6121911" y="951960"/>
                  </a:lnTo>
                  <a:lnTo>
                    <a:pt x="6192255" y="951828"/>
                  </a:lnTo>
                  <a:lnTo>
                    <a:pt x="6262600" y="951696"/>
                  </a:lnTo>
                  <a:lnTo>
                    <a:pt x="6332944" y="951564"/>
                  </a:lnTo>
                  <a:lnTo>
                    <a:pt x="6403288" y="951431"/>
                  </a:lnTo>
                  <a:lnTo>
                    <a:pt x="6473633" y="951299"/>
                  </a:lnTo>
                  <a:lnTo>
                    <a:pt x="6543977" y="951167"/>
                  </a:lnTo>
                  <a:lnTo>
                    <a:pt x="6614322" y="951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94461"/>
              <a:ext cx="6964104" cy="249134"/>
            </a:xfrm>
            <a:custGeom>
              <a:avLst/>
              <a:pathLst>
                <a:path w="6964104" h="249134">
                  <a:moveTo>
                    <a:pt x="6964104" y="249134"/>
                  </a:moveTo>
                  <a:lnTo>
                    <a:pt x="6893760" y="247388"/>
                  </a:lnTo>
                  <a:lnTo>
                    <a:pt x="6823415" y="245580"/>
                  </a:lnTo>
                  <a:lnTo>
                    <a:pt x="6753071" y="243710"/>
                  </a:lnTo>
                  <a:lnTo>
                    <a:pt x="6682726" y="241774"/>
                  </a:lnTo>
                  <a:lnTo>
                    <a:pt x="6612382" y="239771"/>
                  </a:lnTo>
                  <a:lnTo>
                    <a:pt x="6542037" y="237698"/>
                  </a:lnTo>
                  <a:lnTo>
                    <a:pt x="6471693" y="235552"/>
                  </a:lnTo>
                  <a:lnTo>
                    <a:pt x="6401348" y="233332"/>
                  </a:lnTo>
                  <a:lnTo>
                    <a:pt x="6331004" y="231035"/>
                  </a:lnTo>
                  <a:lnTo>
                    <a:pt x="6260659" y="228657"/>
                  </a:lnTo>
                  <a:lnTo>
                    <a:pt x="6190315" y="226196"/>
                  </a:lnTo>
                  <a:lnTo>
                    <a:pt x="6119970" y="223650"/>
                  </a:lnTo>
                  <a:lnTo>
                    <a:pt x="6049626" y="221014"/>
                  </a:lnTo>
                  <a:lnTo>
                    <a:pt x="5979281" y="218287"/>
                  </a:lnTo>
                  <a:lnTo>
                    <a:pt x="5908937" y="215465"/>
                  </a:lnTo>
                  <a:lnTo>
                    <a:pt x="5838592" y="212545"/>
                  </a:lnTo>
                  <a:lnTo>
                    <a:pt x="5768248" y="209522"/>
                  </a:lnTo>
                  <a:lnTo>
                    <a:pt x="5697903" y="206394"/>
                  </a:lnTo>
                  <a:lnTo>
                    <a:pt x="5627559" y="203157"/>
                  </a:lnTo>
                  <a:lnTo>
                    <a:pt x="5557214" y="199807"/>
                  </a:lnTo>
                  <a:lnTo>
                    <a:pt x="5486870" y="196341"/>
                  </a:lnTo>
                  <a:lnTo>
                    <a:pt x="5416525" y="192753"/>
                  </a:lnTo>
                  <a:lnTo>
                    <a:pt x="5346181" y="189041"/>
                  </a:lnTo>
                  <a:lnTo>
                    <a:pt x="5275836" y="185199"/>
                  </a:lnTo>
                  <a:lnTo>
                    <a:pt x="5205492" y="181223"/>
                  </a:lnTo>
                  <a:lnTo>
                    <a:pt x="5135147" y="177108"/>
                  </a:lnTo>
                  <a:lnTo>
                    <a:pt x="5064803" y="172850"/>
                  </a:lnTo>
                  <a:lnTo>
                    <a:pt x="4994458" y="168443"/>
                  </a:lnTo>
                  <a:lnTo>
                    <a:pt x="4924114" y="163883"/>
                  </a:lnTo>
                  <a:lnTo>
                    <a:pt x="4853769" y="159164"/>
                  </a:lnTo>
                  <a:lnTo>
                    <a:pt x="4783425" y="154280"/>
                  </a:lnTo>
                  <a:lnTo>
                    <a:pt x="4713080" y="149226"/>
                  </a:lnTo>
                  <a:lnTo>
                    <a:pt x="4642736" y="143996"/>
                  </a:lnTo>
                  <a:lnTo>
                    <a:pt x="4572391" y="138583"/>
                  </a:lnTo>
                  <a:lnTo>
                    <a:pt x="4502047" y="132982"/>
                  </a:lnTo>
                  <a:lnTo>
                    <a:pt x="4431702" y="127185"/>
                  </a:lnTo>
                  <a:lnTo>
                    <a:pt x="4361358" y="121186"/>
                  </a:lnTo>
                  <a:lnTo>
                    <a:pt x="4291013" y="114978"/>
                  </a:lnTo>
                  <a:lnTo>
                    <a:pt x="4220669" y="108553"/>
                  </a:lnTo>
                  <a:lnTo>
                    <a:pt x="4150324" y="101905"/>
                  </a:lnTo>
                  <a:lnTo>
                    <a:pt x="4079980" y="95024"/>
                  </a:lnTo>
                  <a:lnTo>
                    <a:pt x="4009635" y="87904"/>
                  </a:lnTo>
                  <a:lnTo>
                    <a:pt x="3939291" y="80535"/>
                  </a:lnTo>
                  <a:lnTo>
                    <a:pt x="3868946" y="72910"/>
                  </a:lnTo>
                  <a:lnTo>
                    <a:pt x="3798602" y="65018"/>
                  </a:lnTo>
                  <a:lnTo>
                    <a:pt x="3728257" y="56852"/>
                  </a:lnTo>
                  <a:lnTo>
                    <a:pt x="3657913" y="48400"/>
                  </a:lnTo>
                  <a:lnTo>
                    <a:pt x="3587569" y="39654"/>
                  </a:lnTo>
                  <a:lnTo>
                    <a:pt x="3517224" y="30603"/>
                  </a:lnTo>
                  <a:lnTo>
                    <a:pt x="3446880" y="21237"/>
                  </a:lnTo>
                  <a:lnTo>
                    <a:pt x="3376535" y="11544"/>
                  </a:lnTo>
                  <a:lnTo>
                    <a:pt x="3306191" y="1512"/>
                  </a:lnTo>
                  <a:lnTo>
                    <a:pt x="3235846" y="0"/>
                  </a:lnTo>
                  <a:lnTo>
                    <a:pt x="3165502" y="129"/>
                  </a:lnTo>
                  <a:lnTo>
                    <a:pt x="3095157" y="258"/>
                  </a:lnTo>
                  <a:lnTo>
                    <a:pt x="3024813" y="388"/>
                  </a:lnTo>
                  <a:lnTo>
                    <a:pt x="2954468" y="517"/>
                  </a:lnTo>
                  <a:lnTo>
                    <a:pt x="2884124" y="646"/>
                  </a:lnTo>
                  <a:lnTo>
                    <a:pt x="2813779" y="775"/>
                  </a:lnTo>
                  <a:lnTo>
                    <a:pt x="2743435" y="905"/>
                  </a:lnTo>
                  <a:lnTo>
                    <a:pt x="2673090" y="1034"/>
                  </a:lnTo>
                  <a:lnTo>
                    <a:pt x="2602746" y="1163"/>
                  </a:lnTo>
                  <a:lnTo>
                    <a:pt x="2532401" y="1292"/>
                  </a:lnTo>
                  <a:lnTo>
                    <a:pt x="2462057" y="1421"/>
                  </a:lnTo>
                  <a:lnTo>
                    <a:pt x="2391712" y="1549"/>
                  </a:lnTo>
                  <a:lnTo>
                    <a:pt x="2321368" y="1678"/>
                  </a:lnTo>
                  <a:lnTo>
                    <a:pt x="2251023" y="1807"/>
                  </a:lnTo>
                  <a:lnTo>
                    <a:pt x="2180679" y="1936"/>
                  </a:lnTo>
                  <a:lnTo>
                    <a:pt x="2110334" y="2064"/>
                  </a:lnTo>
                  <a:lnTo>
                    <a:pt x="2039990" y="2193"/>
                  </a:lnTo>
                  <a:lnTo>
                    <a:pt x="1969645" y="2321"/>
                  </a:lnTo>
                  <a:lnTo>
                    <a:pt x="1899301" y="2450"/>
                  </a:lnTo>
                  <a:lnTo>
                    <a:pt x="1828956" y="2578"/>
                  </a:lnTo>
                  <a:lnTo>
                    <a:pt x="1758612" y="2707"/>
                  </a:lnTo>
                  <a:lnTo>
                    <a:pt x="1688267" y="2835"/>
                  </a:lnTo>
                  <a:lnTo>
                    <a:pt x="1617923" y="2963"/>
                  </a:lnTo>
                  <a:lnTo>
                    <a:pt x="1547578" y="3091"/>
                  </a:lnTo>
                  <a:lnTo>
                    <a:pt x="1477234" y="3220"/>
                  </a:lnTo>
                  <a:lnTo>
                    <a:pt x="1406889" y="3348"/>
                  </a:lnTo>
                  <a:lnTo>
                    <a:pt x="1336545" y="3476"/>
                  </a:lnTo>
                  <a:lnTo>
                    <a:pt x="1266200" y="3604"/>
                  </a:lnTo>
                  <a:lnTo>
                    <a:pt x="1195856" y="3732"/>
                  </a:lnTo>
                  <a:lnTo>
                    <a:pt x="1125511" y="3859"/>
                  </a:lnTo>
                  <a:lnTo>
                    <a:pt x="1055167" y="3987"/>
                  </a:lnTo>
                  <a:lnTo>
                    <a:pt x="984822" y="4115"/>
                  </a:lnTo>
                  <a:lnTo>
                    <a:pt x="914478" y="4243"/>
                  </a:lnTo>
                  <a:lnTo>
                    <a:pt x="844133" y="4370"/>
                  </a:lnTo>
                  <a:lnTo>
                    <a:pt x="773789" y="4498"/>
                  </a:lnTo>
                  <a:lnTo>
                    <a:pt x="703444" y="4625"/>
                  </a:lnTo>
                  <a:lnTo>
                    <a:pt x="633100" y="4753"/>
                  </a:lnTo>
                  <a:lnTo>
                    <a:pt x="562755" y="4880"/>
                  </a:lnTo>
                  <a:lnTo>
                    <a:pt x="492411" y="5008"/>
                  </a:lnTo>
                  <a:lnTo>
                    <a:pt x="422066" y="5135"/>
                  </a:lnTo>
                  <a:lnTo>
                    <a:pt x="351722" y="5262"/>
                  </a:lnTo>
                  <a:lnTo>
                    <a:pt x="281377" y="5389"/>
                  </a:lnTo>
                  <a:lnTo>
                    <a:pt x="211033" y="5517"/>
                  </a:lnTo>
                  <a:lnTo>
                    <a:pt x="140688" y="5644"/>
                  </a:lnTo>
                  <a:lnTo>
                    <a:pt x="70344" y="5771"/>
                  </a:lnTo>
                  <a:lnTo>
                    <a:pt x="0" y="58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932409"/>
              <a:ext cx="6964104" cy="537438"/>
            </a:xfrm>
            <a:custGeom>
              <a:avLst/>
              <a:pathLst>
                <a:path w="6964104" h="537438">
                  <a:moveTo>
                    <a:pt x="0" y="0"/>
                  </a:moveTo>
                  <a:lnTo>
                    <a:pt x="70344" y="11095"/>
                  </a:lnTo>
                  <a:lnTo>
                    <a:pt x="140688" y="22004"/>
                  </a:lnTo>
                  <a:lnTo>
                    <a:pt x="211033" y="32730"/>
                  </a:lnTo>
                  <a:lnTo>
                    <a:pt x="281377" y="43277"/>
                  </a:lnTo>
                  <a:lnTo>
                    <a:pt x="351722" y="53646"/>
                  </a:lnTo>
                  <a:lnTo>
                    <a:pt x="422066" y="63841"/>
                  </a:lnTo>
                  <a:lnTo>
                    <a:pt x="492411" y="73866"/>
                  </a:lnTo>
                  <a:lnTo>
                    <a:pt x="562755" y="83722"/>
                  </a:lnTo>
                  <a:lnTo>
                    <a:pt x="633100" y="93412"/>
                  </a:lnTo>
                  <a:lnTo>
                    <a:pt x="703444" y="102940"/>
                  </a:lnTo>
                  <a:lnTo>
                    <a:pt x="773789" y="112309"/>
                  </a:lnTo>
                  <a:lnTo>
                    <a:pt x="844133" y="121520"/>
                  </a:lnTo>
                  <a:lnTo>
                    <a:pt x="914478" y="130576"/>
                  </a:lnTo>
                  <a:lnTo>
                    <a:pt x="984822" y="139481"/>
                  </a:lnTo>
                  <a:lnTo>
                    <a:pt x="1055167" y="148236"/>
                  </a:lnTo>
                  <a:lnTo>
                    <a:pt x="1125511" y="156844"/>
                  </a:lnTo>
                  <a:lnTo>
                    <a:pt x="1195856" y="165308"/>
                  </a:lnTo>
                  <a:lnTo>
                    <a:pt x="1266200" y="173630"/>
                  </a:lnTo>
                  <a:lnTo>
                    <a:pt x="1336545" y="181812"/>
                  </a:lnTo>
                  <a:lnTo>
                    <a:pt x="1406889" y="189857"/>
                  </a:lnTo>
                  <a:lnTo>
                    <a:pt x="1477234" y="197766"/>
                  </a:lnTo>
                  <a:lnTo>
                    <a:pt x="1547578" y="205544"/>
                  </a:lnTo>
                  <a:lnTo>
                    <a:pt x="1617923" y="213190"/>
                  </a:lnTo>
                  <a:lnTo>
                    <a:pt x="1688267" y="220709"/>
                  </a:lnTo>
                  <a:lnTo>
                    <a:pt x="1758612" y="228101"/>
                  </a:lnTo>
                  <a:lnTo>
                    <a:pt x="1828956" y="235369"/>
                  </a:lnTo>
                  <a:lnTo>
                    <a:pt x="1899301" y="242515"/>
                  </a:lnTo>
                  <a:lnTo>
                    <a:pt x="1969645" y="249542"/>
                  </a:lnTo>
                  <a:lnTo>
                    <a:pt x="2039990" y="256450"/>
                  </a:lnTo>
                  <a:lnTo>
                    <a:pt x="2110334" y="263242"/>
                  </a:lnTo>
                  <a:lnTo>
                    <a:pt x="2180679" y="269921"/>
                  </a:lnTo>
                  <a:lnTo>
                    <a:pt x="2251023" y="276487"/>
                  </a:lnTo>
                  <a:lnTo>
                    <a:pt x="2321368" y="282944"/>
                  </a:lnTo>
                  <a:lnTo>
                    <a:pt x="2391712" y="289292"/>
                  </a:lnTo>
                  <a:lnTo>
                    <a:pt x="2462057" y="295533"/>
                  </a:lnTo>
                  <a:lnTo>
                    <a:pt x="2532401" y="301670"/>
                  </a:lnTo>
                  <a:lnTo>
                    <a:pt x="2602746" y="307704"/>
                  </a:lnTo>
                  <a:lnTo>
                    <a:pt x="2673090" y="313636"/>
                  </a:lnTo>
                  <a:lnTo>
                    <a:pt x="2743435" y="319469"/>
                  </a:lnTo>
                  <a:lnTo>
                    <a:pt x="2813779" y="325204"/>
                  </a:lnTo>
                  <a:lnTo>
                    <a:pt x="2884124" y="330843"/>
                  </a:lnTo>
                  <a:lnTo>
                    <a:pt x="2954468" y="336388"/>
                  </a:lnTo>
                  <a:lnTo>
                    <a:pt x="3024813" y="341839"/>
                  </a:lnTo>
                  <a:lnTo>
                    <a:pt x="3095157" y="347199"/>
                  </a:lnTo>
                  <a:lnTo>
                    <a:pt x="3165502" y="352468"/>
                  </a:lnTo>
                  <a:lnTo>
                    <a:pt x="3235846" y="357650"/>
                  </a:lnTo>
                  <a:lnTo>
                    <a:pt x="3306191" y="362744"/>
                  </a:lnTo>
                  <a:lnTo>
                    <a:pt x="3376535" y="367753"/>
                  </a:lnTo>
                  <a:lnTo>
                    <a:pt x="3446880" y="372678"/>
                  </a:lnTo>
                  <a:lnTo>
                    <a:pt x="3517224" y="377521"/>
                  </a:lnTo>
                  <a:lnTo>
                    <a:pt x="3587569" y="382282"/>
                  </a:lnTo>
                  <a:lnTo>
                    <a:pt x="3657913" y="386963"/>
                  </a:lnTo>
                  <a:lnTo>
                    <a:pt x="3728257" y="391566"/>
                  </a:lnTo>
                  <a:lnTo>
                    <a:pt x="3798602" y="396091"/>
                  </a:lnTo>
                  <a:lnTo>
                    <a:pt x="3868946" y="400541"/>
                  </a:lnTo>
                  <a:lnTo>
                    <a:pt x="3939291" y="404915"/>
                  </a:lnTo>
                  <a:lnTo>
                    <a:pt x="4009635" y="409217"/>
                  </a:lnTo>
                  <a:lnTo>
                    <a:pt x="4079980" y="413446"/>
                  </a:lnTo>
                  <a:lnTo>
                    <a:pt x="4150324" y="417604"/>
                  </a:lnTo>
                  <a:lnTo>
                    <a:pt x="4220669" y="421693"/>
                  </a:lnTo>
                  <a:lnTo>
                    <a:pt x="4291013" y="425713"/>
                  </a:lnTo>
                  <a:lnTo>
                    <a:pt x="4361358" y="429665"/>
                  </a:lnTo>
                  <a:lnTo>
                    <a:pt x="4431702" y="433552"/>
                  </a:lnTo>
                  <a:lnTo>
                    <a:pt x="4502047" y="437372"/>
                  </a:lnTo>
                  <a:lnTo>
                    <a:pt x="4572391" y="441129"/>
                  </a:lnTo>
                  <a:lnTo>
                    <a:pt x="4642736" y="444823"/>
                  </a:lnTo>
                  <a:lnTo>
                    <a:pt x="4713080" y="448455"/>
                  </a:lnTo>
                  <a:lnTo>
                    <a:pt x="4783425" y="452026"/>
                  </a:lnTo>
                  <a:lnTo>
                    <a:pt x="4853769" y="455537"/>
                  </a:lnTo>
                  <a:lnTo>
                    <a:pt x="4924114" y="458989"/>
                  </a:lnTo>
                  <a:lnTo>
                    <a:pt x="4994458" y="462383"/>
                  </a:lnTo>
                  <a:lnTo>
                    <a:pt x="5064803" y="465720"/>
                  </a:lnTo>
                  <a:lnTo>
                    <a:pt x="5135147" y="469001"/>
                  </a:lnTo>
                  <a:lnTo>
                    <a:pt x="5205492" y="472228"/>
                  </a:lnTo>
                  <a:lnTo>
                    <a:pt x="5275836" y="475400"/>
                  </a:lnTo>
                  <a:lnTo>
                    <a:pt x="5346181" y="478518"/>
                  </a:lnTo>
                  <a:lnTo>
                    <a:pt x="5416525" y="481585"/>
                  </a:lnTo>
                  <a:lnTo>
                    <a:pt x="5486870" y="484600"/>
                  </a:lnTo>
                  <a:lnTo>
                    <a:pt x="5557214" y="487564"/>
                  </a:lnTo>
                  <a:lnTo>
                    <a:pt x="5627559" y="490479"/>
                  </a:lnTo>
                  <a:lnTo>
                    <a:pt x="5697903" y="493345"/>
                  </a:lnTo>
                  <a:lnTo>
                    <a:pt x="5768248" y="496162"/>
                  </a:lnTo>
                  <a:lnTo>
                    <a:pt x="5838592" y="498933"/>
                  </a:lnTo>
                  <a:lnTo>
                    <a:pt x="5908937" y="501657"/>
                  </a:lnTo>
                  <a:lnTo>
                    <a:pt x="5979281" y="504335"/>
                  </a:lnTo>
                  <a:lnTo>
                    <a:pt x="6049626" y="506968"/>
                  </a:lnTo>
                  <a:lnTo>
                    <a:pt x="6119970" y="509557"/>
                  </a:lnTo>
                  <a:lnTo>
                    <a:pt x="6190315" y="512103"/>
                  </a:lnTo>
                  <a:lnTo>
                    <a:pt x="6260659" y="514606"/>
                  </a:lnTo>
                  <a:lnTo>
                    <a:pt x="6331004" y="517067"/>
                  </a:lnTo>
                  <a:lnTo>
                    <a:pt x="6401348" y="519487"/>
                  </a:lnTo>
                  <a:lnTo>
                    <a:pt x="6471693" y="521866"/>
                  </a:lnTo>
                  <a:lnTo>
                    <a:pt x="6542037" y="524205"/>
                  </a:lnTo>
                  <a:lnTo>
                    <a:pt x="6612382" y="526505"/>
                  </a:lnTo>
                  <a:lnTo>
                    <a:pt x="6682726" y="528766"/>
                  </a:lnTo>
                  <a:lnTo>
                    <a:pt x="6753071" y="530989"/>
                  </a:lnTo>
                  <a:lnTo>
                    <a:pt x="6823415" y="533176"/>
                  </a:lnTo>
                  <a:lnTo>
                    <a:pt x="6893760" y="535325"/>
                  </a:lnTo>
                  <a:lnTo>
                    <a:pt x="6964104" y="537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(1.00-1.49), p = 0.056  |  per IQR decline (Δ = 29.9 %): 1.80 (0.99-3.27)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2026-07-22T07:57:26Z</dcterms:modified>
  <cp:category/>
</cp:coreProperties>
</file>