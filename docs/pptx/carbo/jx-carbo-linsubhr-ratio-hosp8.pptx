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44946"/>
            </a:xfrm>
            <a:custGeom>
              <a:avLst/>
              <a:pathLst>
                <a:path w="7403783" h="3344946">
                  <a:moveTo>
                    <a:pt x="198209" y="0"/>
                  </a:moveTo>
                  <a:lnTo>
                    <a:pt x="200323" y="3347"/>
                  </a:lnTo>
                  <a:lnTo>
                    <a:pt x="276956" y="120617"/>
                  </a:lnTo>
                  <a:lnTo>
                    <a:pt x="353588" y="233936"/>
                  </a:lnTo>
                  <a:lnTo>
                    <a:pt x="430221" y="343436"/>
                  </a:lnTo>
                  <a:lnTo>
                    <a:pt x="506853" y="449247"/>
                  </a:lnTo>
                  <a:lnTo>
                    <a:pt x="583486" y="551493"/>
                  </a:lnTo>
                  <a:lnTo>
                    <a:pt x="660118" y="650293"/>
                  </a:lnTo>
                  <a:lnTo>
                    <a:pt x="736751" y="745765"/>
                  </a:lnTo>
                  <a:lnTo>
                    <a:pt x="813384" y="838019"/>
                  </a:lnTo>
                  <a:lnTo>
                    <a:pt x="890016" y="927166"/>
                  </a:lnTo>
                  <a:lnTo>
                    <a:pt x="966649" y="1013308"/>
                  </a:lnTo>
                  <a:lnTo>
                    <a:pt x="1043281" y="1096548"/>
                  </a:lnTo>
                  <a:lnTo>
                    <a:pt x="1119914" y="1176983"/>
                  </a:lnTo>
                  <a:lnTo>
                    <a:pt x="1196546" y="1254708"/>
                  </a:lnTo>
                  <a:lnTo>
                    <a:pt x="1273179" y="1329814"/>
                  </a:lnTo>
                  <a:lnTo>
                    <a:pt x="1349811" y="1402390"/>
                  </a:lnTo>
                  <a:lnTo>
                    <a:pt x="1426444" y="1472520"/>
                  </a:lnTo>
                  <a:lnTo>
                    <a:pt x="1503076" y="1540287"/>
                  </a:lnTo>
                  <a:lnTo>
                    <a:pt x="1579709" y="1605771"/>
                  </a:lnTo>
                  <a:lnTo>
                    <a:pt x="1656342" y="1669048"/>
                  </a:lnTo>
                  <a:lnTo>
                    <a:pt x="1732974" y="1730193"/>
                  </a:lnTo>
                  <a:lnTo>
                    <a:pt x="1809607" y="1789278"/>
                  </a:lnTo>
                  <a:lnTo>
                    <a:pt x="1886239" y="1846372"/>
                  </a:lnTo>
                  <a:lnTo>
                    <a:pt x="1962872" y="1901542"/>
                  </a:lnTo>
                  <a:lnTo>
                    <a:pt x="2039504" y="1954854"/>
                  </a:lnTo>
                  <a:lnTo>
                    <a:pt x="2116137" y="2006369"/>
                  </a:lnTo>
                  <a:lnTo>
                    <a:pt x="2192769" y="2056148"/>
                  </a:lnTo>
                  <a:lnTo>
                    <a:pt x="2269402" y="2104250"/>
                  </a:lnTo>
                  <a:lnTo>
                    <a:pt x="2346034" y="2150732"/>
                  </a:lnTo>
                  <a:lnTo>
                    <a:pt x="2422667" y="2195647"/>
                  </a:lnTo>
                  <a:lnTo>
                    <a:pt x="2499300" y="2239049"/>
                  </a:lnTo>
                  <a:lnTo>
                    <a:pt x="2575932" y="2280988"/>
                  </a:lnTo>
                  <a:lnTo>
                    <a:pt x="2652565" y="2321514"/>
                  </a:lnTo>
                  <a:lnTo>
                    <a:pt x="2729197" y="2360675"/>
                  </a:lnTo>
                  <a:lnTo>
                    <a:pt x="2805830" y="2398516"/>
                  </a:lnTo>
                  <a:lnTo>
                    <a:pt x="2882462" y="2435082"/>
                  </a:lnTo>
                  <a:lnTo>
                    <a:pt x="2959095" y="2470416"/>
                  </a:lnTo>
                  <a:lnTo>
                    <a:pt x="3035727" y="2504560"/>
                  </a:lnTo>
                  <a:lnTo>
                    <a:pt x="3112360" y="2537553"/>
                  </a:lnTo>
                  <a:lnTo>
                    <a:pt x="3188993" y="2569434"/>
                  </a:lnTo>
                  <a:lnTo>
                    <a:pt x="3265625" y="2600242"/>
                  </a:lnTo>
                  <a:lnTo>
                    <a:pt x="3342258" y="2630011"/>
                  </a:lnTo>
                  <a:lnTo>
                    <a:pt x="3418890" y="2654226"/>
                  </a:lnTo>
                  <a:lnTo>
                    <a:pt x="3495523" y="2653867"/>
                  </a:lnTo>
                  <a:lnTo>
                    <a:pt x="3572155" y="2653508"/>
                  </a:lnTo>
                  <a:lnTo>
                    <a:pt x="3648788" y="2653148"/>
                  </a:lnTo>
                  <a:lnTo>
                    <a:pt x="3725420" y="2652789"/>
                  </a:lnTo>
                  <a:lnTo>
                    <a:pt x="3802053" y="2652429"/>
                  </a:lnTo>
                  <a:lnTo>
                    <a:pt x="3878685" y="2652069"/>
                  </a:lnTo>
                  <a:lnTo>
                    <a:pt x="3955318" y="2651709"/>
                  </a:lnTo>
                  <a:lnTo>
                    <a:pt x="4031951" y="2651349"/>
                  </a:lnTo>
                  <a:lnTo>
                    <a:pt x="4108583" y="2650989"/>
                  </a:lnTo>
                  <a:lnTo>
                    <a:pt x="4185216" y="2650628"/>
                  </a:lnTo>
                  <a:lnTo>
                    <a:pt x="4261848" y="2650267"/>
                  </a:lnTo>
                  <a:lnTo>
                    <a:pt x="4338481" y="2649907"/>
                  </a:lnTo>
                  <a:lnTo>
                    <a:pt x="4415113" y="2649546"/>
                  </a:lnTo>
                  <a:lnTo>
                    <a:pt x="4491746" y="2649185"/>
                  </a:lnTo>
                  <a:lnTo>
                    <a:pt x="4568378" y="2648823"/>
                  </a:lnTo>
                  <a:lnTo>
                    <a:pt x="4645011" y="2648462"/>
                  </a:lnTo>
                  <a:lnTo>
                    <a:pt x="4721644" y="2648100"/>
                  </a:lnTo>
                  <a:lnTo>
                    <a:pt x="4798276" y="2647739"/>
                  </a:lnTo>
                  <a:lnTo>
                    <a:pt x="4874909" y="2647377"/>
                  </a:lnTo>
                  <a:lnTo>
                    <a:pt x="4951541" y="2647015"/>
                  </a:lnTo>
                  <a:lnTo>
                    <a:pt x="5028174" y="2646652"/>
                  </a:lnTo>
                  <a:lnTo>
                    <a:pt x="5104806" y="2646290"/>
                  </a:lnTo>
                  <a:lnTo>
                    <a:pt x="5181439" y="2645928"/>
                  </a:lnTo>
                  <a:lnTo>
                    <a:pt x="5258071" y="2645565"/>
                  </a:lnTo>
                  <a:lnTo>
                    <a:pt x="5334704" y="2645202"/>
                  </a:lnTo>
                  <a:lnTo>
                    <a:pt x="5411336" y="2644839"/>
                  </a:lnTo>
                  <a:lnTo>
                    <a:pt x="5487969" y="2644476"/>
                  </a:lnTo>
                  <a:lnTo>
                    <a:pt x="5564602" y="2644113"/>
                  </a:lnTo>
                  <a:lnTo>
                    <a:pt x="5641234" y="2643749"/>
                  </a:lnTo>
                  <a:lnTo>
                    <a:pt x="5717867" y="2643386"/>
                  </a:lnTo>
                  <a:lnTo>
                    <a:pt x="5794499" y="2643022"/>
                  </a:lnTo>
                  <a:lnTo>
                    <a:pt x="5871132" y="2642658"/>
                  </a:lnTo>
                  <a:lnTo>
                    <a:pt x="5947764" y="2642294"/>
                  </a:lnTo>
                  <a:lnTo>
                    <a:pt x="6024397" y="2641929"/>
                  </a:lnTo>
                  <a:lnTo>
                    <a:pt x="6101029" y="2641565"/>
                  </a:lnTo>
                  <a:lnTo>
                    <a:pt x="6177662" y="2641200"/>
                  </a:lnTo>
                  <a:lnTo>
                    <a:pt x="6254294" y="2640836"/>
                  </a:lnTo>
                  <a:lnTo>
                    <a:pt x="6330927" y="2640471"/>
                  </a:lnTo>
                  <a:lnTo>
                    <a:pt x="6407560" y="2640106"/>
                  </a:lnTo>
                  <a:lnTo>
                    <a:pt x="6484192" y="2639741"/>
                  </a:lnTo>
                  <a:lnTo>
                    <a:pt x="6560825" y="2639375"/>
                  </a:lnTo>
                  <a:lnTo>
                    <a:pt x="6637457" y="2639010"/>
                  </a:lnTo>
                  <a:lnTo>
                    <a:pt x="6714090" y="2638644"/>
                  </a:lnTo>
                  <a:lnTo>
                    <a:pt x="6790722" y="2638278"/>
                  </a:lnTo>
                  <a:lnTo>
                    <a:pt x="6867355" y="2637912"/>
                  </a:lnTo>
                  <a:lnTo>
                    <a:pt x="6943987" y="2637546"/>
                  </a:lnTo>
                  <a:lnTo>
                    <a:pt x="7020620" y="2637180"/>
                  </a:lnTo>
                  <a:lnTo>
                    <a:pt x="7097253" y="2636813"/>
                  </a:lnTo>
                  <a:lnTo>
                    <a:pt x="7173885" y="2636447"/>
                  </a:lnTo>
                  <a:lnTo>
                    <a:pt x="7250518" y="2636080"/>
                  </a:lnTo>
                  <a:lnTo>
                    <a:pt x="7327150" y="2635713"/>
                  </a:lnTo>
                  <a:lnTo>
                    <a:pt x="7403783" y="2635346"/>
                  </a:lnTo>
                  <a:lnTo>
                    <a:pt x="7403783" y="3344946"/>
                  </a:lnTo>
                  <a:lnTo>
                    <a:pt x="7327150" y="3340106"/>
                  </a:lnTo>
                  <a:lnTo>
                    <a:pt x="7250518" y="3335097"/>
                  </a:lnTo>
                  <a:lnTo>
                    <a:pt x="7173885" y="3329914"/>
                  </a:lnTo>
                  <a:lnTo>
                    <a:pt x="7097253" y="3324550"/>
                  </a:lnTo>
                  <a:lnTo>
                    <a:pt x="7020620" y="3318999"/>
                  </a:lnTo>
                  <a:lnTo>
                    <a:pt x="6943987" y="3313254"/>
                  </a:lnTo>
                  <a:lnTo>
                    <a:pt x="6867355" y="3307309"/>
                  </a:lnTo>
                  <a:lnTo>
                    <a:pt x="6790722" y="3301157"/>
                  </a:lnTo>
                  <a:lnTo>
                    <a:pt x="6714090" y="3294790"/>
                  </a:lnTo>
                  <a:lnTo>
                    <a:pt x="6637457" y="3288201"/>
                  </a:lnTo>
                  <a:lnTo>
                    <a:pt x="6560825" y="3281383"/>
                  </a:lnTo>
                  <a:lnTo>
                    <a:pt x="6484192" y="3274327"/>
                  </a:lnTo>
                  <a:lnTo>
                    <a:pt x="6407560" y="3267024"/>
                  </a:lnTo>
                  <a:lnTo>
                    <a:pt x="6330927" y="3259467"/>
                  </a:lnTo>
                  <a:lnTo>
                    <a:pt x="6254294" y="3251647"/>
                  </a:lnTo>
                  <a:lnTo>
                    <a:pt x="6177662" y="3243554"/>
                  </a:lnTo>
                  <a:lnTo>
                    <a:pt x="6101029" y="3235178"/>
                  </a:lnTo>
                  <a:lnTo>
                    <a:pt x="6024397" y="3226511"/>
                  </a:lnTo>
                  <a:lnTo>
                    <a:pt x="5947764" y="3217541"/>
                  </a:lnTo>
                  <a:lnTo>
                    <a:pt x="5871132" y="3208259"/>
                  </a:lnTo>
                  <a:lnTo>
                    <a:pt x="5794499" y="3198653"/>
                  </a:lnTo>
                  <a:lnTo>
                    <a:pt x="5717867" y="3188712"/>
                  </a:lnTo>
                  <a:lnTo>
                    <a:pt x="5641234" y="3178424"/>
                  </a:lnTo>
                  <a:lnTo>
                    <a:pt x="5564602" y="3167778"/>
                  </a:lnTo>
                  <a:lnTo>
                    <a:pt x="5487969" y="3156760"/>
                  </a:lnTo>
                  <a:lnTo>
                    <a:pt x="5411336" y="3145359"/>
                  </a:lnTo>
                  <a:lnTo>
                    <a:pt x="5334704" y="3133559"/>
                  </a:lnTo>
                  <a:lnTo>
                    <a:pt x="5258071" y="3121348"/>
                  </a:lnTo>
                  <a:lnTo>
                    <a:pt x="5181439" y="3108712"/>
                  </a:lnTo>
                  <a:lnTo>
                    <a:pt x="5104806" y="3095635"/>
                  </a:lnTo>
                  <a:lnTo>
                    <a:pt x="5028174" y="3082102"/>
                  </a:lnTo>
                  <a:lnTo>
                    <a:pt x="4951541" y="3068096"/>
                  </a:lnTo>
                  <a:lnTo>
                    <a:pt x="4874909" y="3053603"/>
                  </a:lnTo>
                  <a:lnTo>
                    <a:pt x="4798276" y="3038604"/>
                  </a:lnTo>
                  <a:lnTo>
                    <a:pt x="4721644" y="3023082"/>
                  </a:lnTo>
                  <a:lnTo>
                    <a:pt x="4645011" y="3007019"/>
                  </a:lnTo>
                  <a:lnTo>
                    <a:pt x="4568378" y="2990396"/>
                  </a:lnTo>
                  <a:lnTo>
                    <a:pt x="4491746" y="2973193"/>
                  </a:lnTo>
                  <a:lnTo>
                    <a:pt x="4415113" y="2955391"/>
                  </a:lnTo>
                  <a:lnTo>
                    <a:pt x="4338481" y="2936967"/>
                  </a:lnTo>
                  <a:lnTo>
                    <a:pt x="4261848" y="2917902"/>
                  </a:lnTo>
                  <a:lnTo>
                    <a:pt x="4185216" y="2898171"/>
                  </a:lnTo>
                  <a:lnTo>
                    <a:pt x="4108583" y="2877752"/>
                  </a:lnTo>
                  <a:lnTo>
                    <a:pt x="4031951" y="2856622"/>
                  </a:lnTo>
                  <a:lnTo>
                    <a:pt x="3955318" y="2834754"/>
                  </a:lnTo>
                  <a:lnTo>
                    <a:pt x="3878685" y="2812125"/>
                  </a:lnTo>
                  <a:lnTo>
                    <a:pt x="3802053" y="2788706"/>
                  </a:lnTo>
                  <a:lnTo>
                    <a:pt x="3725420" y="2764470"/>
                  </a:lnTo>
                  <a:lnTo>
                    <a:pt x="3648788" y="2739389"/>
                  </a:lnTo>
                  <a:lnTo>
                    <a:pt x="3572155" y="2713434"/>
                  </a:lnTo>
                  <a:lnTo>
                    <a:pt x="3495523" y="2686574"/>
                  </a:lnTo>
                  <a:lnTo>
                    <a:pt x="3418890" y="2658777"/>
                  </a:lnTo>
                  <a:lnTo>
                    <a:pt x="3342258" y="2654585"/>
                  </a:lnTo>
                  <a:lnTo>
                    <a:pt x="3265625" y="2654944"/>
                  </a:lnTo>
                  <a:lnTo>
                    <a:pt x="3188993" y="2655302"/>
                  </a:lnTo>
                  <a:lnTo>
                    <a:pt x="3112360" y="2655661"/>
                  </a:lnTo>
                  <a:lnTo>
                    <a:pt x="3035727" y="2656019"/>
                  </a:lnTo>
                  <a:lnTo>
                    <a:pt x="2959095" y="2656377"/>
                  </a:lnTo>
                  <a:lnTo>
                    <a:pt x="2882462" y="2656735"/>
                  </a:lnTo>
                  <a:lnTo>
                    <a:pt x="2805830" y="2657093"/>
                  </a:lnTo>
                  <a:lnTo>
                    <a:pt x="2729197" y="2657451"/>
                  </a:lnTo>
                  <a:lnTo>
                    <a:pt x="2652565" y="2657808"/>
                  </a:lnTo>
                  <a:lnTo>
                    <a:pt x="2575932" y="2658166"/>
                  </a:lnTo>
                  <a:lnTo>
                    <a:pt x="2499300" y="2658523"/>
                  </a:lnTo>
                  <a:lnTo>
                    <a:pt x="2422667" y="2658880"/>
                  </a:lnTo>
                  <a:lnTo>
                    <a:pt x="2346034" y="2659237"/>
                  </a:lnTo>
                  <a:lnTo>
                    <a:pt x="2269402" y="2659594"/>
                  </a:lnTo>
                  <a:lnTo>
                    <a:pt x="2192769" y="2659950"/>
                  </a:lnTo>
                  <a:lnTo>
                    <a:pt x="2116137" y="2660307"/>
                  </a:lnTo>
                  <a:lnTo>
                    <a:pt x="2039504" y="2660663"/>
                  </a:lnTo>
                  <a:lnTo>
                    <a:pt x="1962872" y="2661019"/>
                  </a:lnTo>
                  <a:lnTo>
                    <a:pt x="1886239" y="2661375"/>
                  </a:lnTo>
                  <a:lnTo>
                    <a:pt x="1809607" y="2661731"/>
                  </a:lnTo>
                  <a:lnTo>
                    <a:pt x="1732974" y="2662087"/>
                  </a:lnTo>
                  <a:lnTo>
                    <a:pt x="1656342" y="2662442"/>
                  </a:lnTo>
                  <a:lnTo>
                    <a:pt x="1579709" y="2662798"/>
                  </a:lnTo>
                  <a:lnTo>
                    <a:pt x="1503076" y="2663153"/>
                  </a:lnTo>
                  <a:lnTo>
                    <a:pt x="1426444" y="2663508"/>
                  </a:lnTo>
                  <a:lnTo>
                    <a:pt x="1349811" y="2663863"/>
                  </a:lnTo>
                  <a:lnTo>
                    <a:pt x="1273179" y="2664217"/>
                  </a:lnTo>
                  <a:lnTo>
                    <a:pt x="1196546" y="2664572"/>
                  </a:lnTo>
                  <a:lnTo>
                    <a:pt x="1119914" y="2664927"/>
                  </a:lnTo>
                  <a:lnTo>
                    <a:pt x="1043281" y="2665281"/>
                  </a:lnTo>
                  <a:lnTo>
                    <a:pt x="966649" y="2665635"/>
                  </a:lnTo>
                  <a:lnTo>
                    <a:pt x="890016" y="2665989"/>
                  </a:lnTo>
                  <a:lnTo>
                    <a:pt x="813384" y="2666343"/>
                  </a:lnTo>
                  <a:lnTo>
                    <a:pt x="736751" y="2666697"/>
                  </a:lnTo>
                  <a:lnTo>
                    <a:pt x="660118" y="2667050"/>
                  </a:lnTo>
                  <a:lnTo>
                    <a:pt x="583486" y="2667403"/>
                  </a:lnTo>
                  <a:lnTo>
                    <a:pt x="506853" y="2667757"/>
                  </a:lnTo>
                  <a:lnTo>
                    <a:pt x="430221" y="2668110"/>
                  </a:lnTo>
                  <a:lnTo>
                    <a:pt x="353588" y="2668463"/>
                  </a:lnTo>
                  <a:lnTo>
                    <a:pt x="276956" y="2668815"/>
                  </a:lnTo>
                  <a:lnTo>
                    <a:pt x="200323" y="2669168"/>
                  </a:lnTo>
                  <a:lnTo>
                    <a:pt x="123691" y="2669521"/>
                  </a:lnTo>
                  <a:lnTo>
                    <a:pt x="47058" y="2669873"/>
                  </a:lnTo>
                  <a:lnTo>
                    <a:pt x="0" y="26700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15727" y="2073503"/>
              <a:ext cx="7205573" cy="2654226"/>
            </a:xfrm>
            <a:custGeom>
              <a:avLst/>
              <a:pathLst>
                <a:path w="7205573" h="2654226">
                  <a:moveTo>
                    <a:pt x="0" y="0"/>
                  </a:moveTo>
                  <a:lnTo>
                    <a:pt x="2113" y="3347"/>
                  </a:lnTo>
                  <a:lnTo>
                    <a:pt x="78746" y="120617"/>
                  </a:lnTo>
                  <a:lnTo>
                    <a:pt x="155378" y="233936"/>
                  </a:lnTo>
                  <a:lnTo>
                    <a:pt x="232011" y="343436"/>
                  </a:lnTo>
                  <a:lnTo>
                    <a:pt x="308643" y="449247"/>
                  </a:lnTo>
                  <a:lnTo>
                    <a:pt x="385276" y="551493"/>
                  </a:lnTo>
                  <a:lnTo>
                    <a:pt x="461909" y="650293"/>
                  </a:lnTo>
                  <a:lnTo>
                    <a:pt x="538541" y="745765"/>
                  </a:lnTo>
                  <a:lnTo>
                    <a:pt x="615174" y="838019"/>
                  </a:lnTo>
                  <a:lnTo>
                    <a:pt x="691806" y="927166"/>
                  </a:lnTo>
                  <a:lnTo>
                    <a:pt x="768439" y="1013308"/>
                  </a:lnTo>
                  <a:lnTo>
                    <a:pt x="845071" y="1096548"/>
                  </a:lnTo>
                  <a:lnTo>
                    <a:pt x="921704" y="1176983"/>
                  </a:lnTo>
                  <a:lnTo>
                    <a:pt x="998336" y="1254708"/>
                  </a:lnTo>
                  <a:lnTo>
                    <a:pt x="1074969" y="1329814"/>
                  </a:lnTo>
                  <a:lnTo>
                    <a:pt x="1151602" y="1402390"/>
                  </a:lnTo>
                  <a:lnTo>
                    <a:pt x="1228234" y="1472520"/>
                  </a:lnTo>
                  <a:lnTo>
                    <a:pt x="1304867" y="1540287"/>
                  </a:lnTo>
                  <a:lnTo>
                    <a:pt x="1381499" y="1605771"/>
                  </a:lnTo>
                  <a:lnTo>
                    <a:pt x="1458132" y="1669048"/>
                  </a:lnTo>
                  <a:lnTo>
                    <a:pt x="1534764" y="1730193"/>
                  </a:lnTo>
                  <a:lnTo>
                    <a:pt x="1611397" y="1789278"/>
                  </a:lnTo>
                  <a:lnTo>
                    <a:pt x="1688029" y="1846372"/>
                  </a:lnTo>
                  <a:lnTo>
                    <a:pt x="1764662" y="1901542"/>
                  </a:lnTo>
                  <a:lnTo>
                    <a:pt x="1841294" y="1954854"/>
                  </a:lnTo>
                  <a:lnTo>
                    <a:pt x="1917927" y="2006369"/>
                  </a:lnTo>
                  <a:lnTo>
                    <a:pt x="1994560" y="2056148"/>
                  </a:lnTo>
                  <a:lnTo>
                    <a:pt x="2071192" y="2104250"/>
                  </a:lnTo>
                  <a:lnTo>
                    <a:pt x="2147825" y="2150732"/>
                  </a:lnTo>
                  <a:lnTo>
                    <a:pt x="2224457" y="2195647"/>
                  </a:lnTo>
                  <a:lnTo>
                    <a:pt x="2301090" y="2239049"/>
                  </a:lnTo>
                  <a:lnTo>
                    <a:pt x="2377722" y="2280988"/>
                  </a:lnTo>
                  <a:lnTo>
                    <a:pt x="2454355" y="2321514"/>
                  </a:lnTo>
                  <a:lnTo>
                    <a:pt x="2530987" y="2360675"/>
                  </a:lnTo>
                  <a:lnTo>
                    <a:pt x="2607620" y="2398516"/>
                  </a:lnTo>
                  <a:lnTo>
                    <a:pt x="2684253" y="2435082"/>
                  </a:lnTo>
                  <a:lnTo>
                    <a:pt x="2760885" y="2470416"/>
                  </a:lnTo>
                  <a:lnTo>
                    <a:pt x="2837518" y="2504560"/>
                  </a:lnTo>
                  <a:lnTo>
                    <a:pt x="2914150" y="2537553"/>
                  </a:lnTo>
                  <a:lnTo>
                    <a:pt x="2990783" y="2569434"/>
                  </a:lnTo>
                  <a:lnTo>
                    <a:pt x="3067415" y="2600242"/>
                  </a:lnTo>
                  <a:lnTo>
                    <a:pt x="3144048" y="2630011"/>
                  </a:lnTo>
                  <a:lnTo>
                    <a:pt x="3220680" y="2654226"/>
                  </a:lnTo>
                  <a:lnTo>
                    <a:pt x="3297313" y="2653867"/>
                  </a:lnTo>
                  <a:lnTo>
                    <a:pt x="3373945" y="2653508"/>
                  </a:lnTo>
                  <a:lnTo>
                    <a:pt x="3450578" y="2653148"/>
                  </a:lnTo>
                  <a:lnTo>
                    <a:pt x="3527211" y="2652789"/>
                  </a:lnTo>
                  <a:lnTo>
                    <a:pt x="3603843" y="2652429"/>
                  </a:lnTo>
                  <a:lnTo>
                    <a:pt x="3680476" y="2652069"/>
                  </a:lnTo>
                  <a:lnTo>
                    <a:pt x="3757108" y="2651709"/>
                  </a:lnTo>
                  <a:lnTo>
                    <a:pt x="3833741" y="2651349"/>
                  </a:lnTo>
                  <a:lnTo>
                    <a:pt x="3910373" y="2650989"/>
                  </a:lnTo>
                  <a:lnTo>
                    <a:pt x="3987006" y="2650628"/>
                  </a:lnTo>
                  <a:lnTo>
                    <a:pt x="4063638" y="2650267"/>
                  </a:lnTo>
                  <a:lnTo>
                    <a:pt x="4140271" y="2649907"/>
                  </a:lnTo>
                  <a:lnTo>
                    <a:pt x="4216903" y="2649546"/>
                  </a:lnTo>
                  <a:lnTo>
                    <a:pt x="4293536" y="2649185"/>
                  </a:lnTo>
                  <a:lnTo>
                    <a:pt x="4370169" y="2648823"/>
                  </a:lnTo>
                  <a:lnTo>
                    <a:pt x="4446801" y="2648462"/>
                  </a:lnTo>
                  <a:lnTo>
                    <a:pt x="4523434" y="2648100"/>
                  </a:lnTo>
                  <a:lnTo>
                    <a:pt x="4600066" y="2647739"/>
                  </a:lnTo>
                  <a:lnTo>
                    <a:pt x="4676699" y="2647377"/>
                  </a:lnTo>
                  <a:lnTo>
                    <a:pt x="4753331" y="2647015"/>
                  </a:lnTo>
                  <a:lnTo>
                    <a:pt x="4829964" y="2646652"/>
                  </a:lnTo>
                  <a:lnTo>
                    <a:pt x="4906596" y="2646290"/>
                  </a:lnTo>
                  <a:lnTo>
                    <a:pt x="4983229" y="2645928"/>
                  </a:lnTo>
                  <a:lnTo>
                    <a:pt x="5059862" y="2645565"/>
                  </a:lnTo>
                  <a:lnTo>
                    <a:pt x="5136494" y="2645202"/>
                  </a:lnTo>
                  <a:lnTo>
                    <a:pt x="5213127" y="2644839"/>
                  </a:lnTo>
                  <a:lnTo>
                    <a:pt x="5289759" y="2644476"/>
                  </a:lnTo>
                  <a:lnTo>
                    <a:pt x="5366392" y="2644113"/>
                  </a:lnTo>
                  <a:lnTo>
                    <a:pt x="5443024" y="2643749"/>
                  </a:lnTo>
                  <a:lnTo>
                    <a:pt x="5519657" y="2643386"/>
                  </a:lnTo>
                  <a:lnTo>
                    <a:pt x="5596289" y="2643022"/>
                  </a:lnTo>
                  <a:lnTo>
                    <a:pt x="5672922" y="2642658"/>
                  </a:lnTo>
                  <a:lnTo>
                    <a:pt x="5749554" y="2642294"/>
                  </a:lnTo>
                  <a:lnTo>
                    <a:pt x="5826187" y="2641929"/>
                  </a:lnTo>
                  <a:lnTo>
                    <a:pt x="5902820" y="2641565"/>
                  </a:lnTo>
                  <a:lnTo>
                    <a:pt x="5979452" y="2641200"/>
                  </a:lnTo>
                  <a:lnTo>
                    <a:pt x="6056085" y="2640836"/>
                  </a:lnTo>
                  <a:lnTo>
                    <a:pt x="6132717" y="2640471"/>
                  </a:lnTo>
                  <a:lnTo>
                    <a:pt x="6209350" y="2640106"/>
                  </a:lnTo>
                  <a:lnTo>
                    <a:pt x="6285982" y="2639741"/>
                  </a:lnTo>
                  <a:lnTo>
                    <a:pt x="6362615" y="2639375"/>
                  </a:lnTo>
                  <a:lnTo>
                    <a:pt x="6439247" y="2639010"/>
                  </a:lnTo>
                  <a:lnTo>
                    <a:pt x="6515880" y="2638644"/>
                  </a:lnTo>
                  <a:lnTo>
                    <a:pt x="6592513" y="2638278"/>
                  </a:lnTo>
                  <a:lnTo>
                    <a:pt x="6669145" y="2637912"/>
                  </a:lnTo>
                  <a:lnTo>
                    <a:pt x="6745778" y="2637546"/>
                  </a:lnTo>
                  <a:lnTo>
                    <a:pt x="6822410" y="2637180"/>
                  </a:lnTo>
                  <a:lnTo>
                    <a:pt x="6899043" y="2636813"/>
                  </a:lnTo>
                  <a:lnTo>
                    <a:pt x="6975675" y="2636447"/>
                  </a:lnTo>
                  <a:lnTo>
                    <a:pt x="7052308" y="2636080"/>
                  </a:lnTo>
                  <a:lnTo>
                    <a:pt x="7128940" y="2635713"/>
                  </a:lnTo>
                  <a:lnTo>
                    <a:pt x="7205573" y="2635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8088"/>
              <a:ext cx="7403783" cy="690360"/>
            </a:xfrm>
            <a:custGeom>
              <a:avLst/>
              <a:pathLst>
                <a:path w="7403783" h="690360">
                  <a:moveTo>
                    <a:pt x="7403783" y="690360"/>
                  </a:moveTo>
                  <a:lnTo>
                    <a:pt x="7327150" y="685520"/>
                  </a:lnTo>
                  <a:lnTo>
                    <a:pt x="7250518" y="680512"/>
                  </a:lnTo>
                  <a:lnTo>
                    <a:pt x="7173885" y="675329"/>
                  </a:lnTo>
                  <a:lnTo>
                    <a:pt x="7097253" y="669964"/>
                  </a:lnTo>
                  <a:lnTo>
                    <a:pt x="7020620" y="664413"/>
                  </a:lnTo>
                  <a:lnTo>
                    <a:pt x="6943987" y="658669"/>
                  </a:lnTo>
                  <a:lnTo>
                    <a:pt x="6867355" y="652724"/>
                  </a:lnTo>
                  <a:lnTo>
                    <a:pt x="6790722" y="646572"/>
                  </a:lnTo>
                  <a:lnTo>
                    <a:pt x="6714090" y="640205"/>
                  </a:lnTo>
                  <a:lnTo>
                    <a:pt x="6637457" y="633616"/>
                  </a:lnTo>
                  <a:lnTo>
                    <a:pt x="6560825" y="626798"/>
                  </a:lnTo>
                  <a:lnTo>
                    <a:pt x="6484192" y="619741"/>
                  </a:lnTo>
                  <a:lnTo>
                    <a:pt x="6407560" y="612439"/>
                  </a:lnTo>
                  <a:lnTo>
                    <a:pt x="6330927" y="604882"/>
                  </a:lnTo>
                  <a:lnTo>
                    <a:pt x="6254294" y="597062"/>
                  </a:lnTo>
                  <a:lnTo>
                    <a:pt x="6177662" y="588968"/>
                  </a:lnTo>
                  <a:lnTo>
                    <a:pt x="6101029" y="580593"/>
                  </a:lnTo>
                  <a:lnTo>
                    <a:pt x="6024397" y="571926"/>
                  </a:lnTo>
                  <a:lnTo>
                    <a:pt x="5947764" y="562956"/>
                  </a:lnTo>
                  <a:lnTo>
                    <a:pt x="5871132" y="553674"/>
                  </a:lnTo>
                  <a:lnTo>
                    <a:pt x="5794499" y="544068"/>
                  </a:lnTo>
                  <a:lnTo>
                    <a:pt x="5717867" y="534127"/>
                  </a:lnTo>
                  <a:lnTo>
                    <a:pt x="5641234" y="523839"/>
                  </a:lnTo>
                  <a:lnTo>
                    <a:pt x="5564602" y="513193"/>
                  </a:lnTo>
                  <a:lnTo>
                    <a:pt x="5487969" y="502175"/>
                  </a:lnTo>
                  <a:lnTo>
                    <a:pt x="5411336" y="490773"/>
                  </a:lnTo>
                  <a:lnTo>
                    <a:pt x="5334704" y="478974"/>
                  </a:lnTo>
                  <a:lnTo>
                    <a:pt x="5258071" y="466763"/>
                  </a:lnTo>
                  <a:lnTo>
                    <a:pt x="5181439" y="454126"/>
                  </a:lnTo>
                  <a:lnTo>
                    <a:pt x="5104806" y="441049"/>
                  </a:lnTo>
                  <a:lnTo>
                    <a:pt x="5028174" y="427516"/>
                  </a:lnTo>
                  <a:lnTo>
                    <a:pt x="4951541" y="413511"/>
                  </a:lnTo>
                  <a:lnTo>
                    <a:pt x="4874909" y="399018"/>
                  </a:lnTo>
                  <a:lnTo>
                    <a:pt x="4798276" y="384019"/>
                  </a:lnTo>
                  <a:lnTo>
                    <a:pt x="4721644" y="368497"/>
                  </a:lnTo>
                  <a:lnTo>
                    <a:pt x="4645011" y="352434"/>
                  </a:lnTo>
                  <a:lnTo>
                    <a:pt x="4568378" y="335811"/>
                  </a:lnTo>
                  <a:lnTo>
                    <a:pt x="4491746" y="318608"/>
                  </a:lnTo>
                  <a:lnTo>
                    <a:pt x="4415113" y="300805"/>
                  </a:lnTo>
                  <a:lnTo>
                    <a:pt x="4338481" y="282382"/>
                  </a:lnTo>
                  <a:lnTo>
                    <a:pt x="4261848" y="263316"/>
                  </a:lnTo>
                  <a:lnTo>
                    <a:pt x="4185216" y="243586"/>
                  </a:lnTo>
                  <a:lnTo>
                    <a:pt x="4108583" y="223167"/>
                  </a:lnTo>
                  <a:lnTo>
                    <a:pt x="4031951" y="202036"/>
                  </a:lnTo>
                  <a:lnTo>
                    <a:pt x="3955318" y="180169"/>
                  </a:lnTo>
                  <a:lnTo>
                    <a:pt x="3878685" y="157539"/>
                  </a:lnTo>
                  <a:lnTo>
                    <a:pt x="3802053" y="134120"/>
                  </a:lnTo>
                  <a:lnTo>
                    <a:pt x="3725420" y="109885"/>
                  </a:lnTo>
                  <a:lnTo>
                    <a:pt x="3648788" y="84804"/>
                  </a:lnTo>
                  <a:lnTo>
                    <a:pt x="3572155" y="58849"/>
                  </a:lnTo>
                  <a:lnTo>
                    <a:pt x="3495523" y="31988"/>
                  </a:lnTo>
                  <a:lnTo>
                    <a:pt x="3418890" y="4192"/>
                  </a:lnTo>
                  <a:lnTo>
                    <a:pt x="3342258" y="0"/>
                  </a:lnTo>
                  <a:lnTo>
                    <a:pt x="3265625" y="358"/>
                  </a:lnTo>
                  <a:lnTo>
                    <a:pt x="3188993" y="717"/>
                  </a:lnTo>
                  <a:lnTo>
                    <a:pt x="3112360" y="1075"/>
                  </a:lnTo>
                  <a:lnTo>
                    <a:pt x="3035727" y="1434"/>
                  </a:lnTo>
                  <a:lnTo>
                    <a:pt x="2959095" y="1792"/>
                  </a:lnTo>
                  <a:lnTo>
                    <a:pt x="2882462" y="2150"/>
                  </a:lnTo>
                  <a:lnTo>
                    <a:pt x="2805830" y="2508"/>
                  </a:lnTo>
                  <a:lnTo>
                    <a:pt x="2729197" y="2865"/>
                  </a:lnTo>
                  <a:lnTo>
                    <a:pt x="2652565" y="3223"/>
                  </a:lnTo>
                  <a:lnTo>
                    <a:pt x="2575932" y="3580"/>
                  </a:lnTo>
                  <a:lnTo>
                    <a:pt x="2499300" y="3937"/>
                  </a:lnTo>
                  <a:lnTo>
                    <a:pt x="2422667" y="4295"/>
                  </a:lnTo>
                  <a:lnTo>
                    <a:pt x="2346034" y="4651"/>
                  </a:lnTo>
                  <a:lnTo>
                    <a:pt x="2269402" y="5008"/>
                  </a:lnTo>
                  <a:lnTo>
                    <a:pt x="2192769" y="5365"/>
                  </a:lnTo>
                  <a:lnTo>
                    <a:pt x="2116137" y="5721"/>
                  </a:lnTo>
                  <a:lnTo>
                    <a:pt x="2039504" y="6078"/>
                  </a:lnTo>
                  <a:lnTo>
                    <a:pt x="1962872" y="6434"/>
                  </a:lnTo>
                  <a:lnTo>
                    <a:pt x="1886239" y="6790"/>
                  </a:lnTo>
                  <a:lnTo>
                    <a:pt x="1809607" y="7146"/>
                  </a:lnTo>
                  <a:lnTo>
                    <a:pt x="1732974" y="7501"/>
                  </a:lnTo>
                  <a:lnTo>
                    <a:pt x="1656342" y="7857"/>
                  </a:lnTo>
                  <a:lnTo>
                    <a:pt x="1579709" y="8212"/>
                  </a:lnTo>
                  <a:lnTo>
                    <a:pt x="1503076" y="8567"/>
                  </a:lnTo>
                  <a:lnTo>
                    <a:pt x="1426444" y="8922"/>
                  </a:lnTo>
                  <a:lnTo>
                    <a:pt x="1349811" y="9277"/>
                  </a:lnTo>
                  <a:lnTo>
                    <a:pt x="1273179" y="9632"/>
                  </a:lnTo>
                  <a:lnTo>
                    <a:pt x="1196546" y="9987"/>
                  </a:lnTo>
                  <a:lnTo>
                    <a:pt x="1119914" y="10341"/>
                  </a:lnTo>
                  <a:lnTo>
                    <a:pt x="1043281" y="10695"/>
                  </a:lnTo>
                  <a:lnTo>
                    <a:pt x="966649" y="11050"/>
                  </a:lnTo>
                  <a:lnTo>
                    <a:pt x="890016" y="11404"/>
                  </a:lnTo>
                  <a:lnTo>
                    <a:pt x="813384" y="11757"/>
                  </a:lnTo>
                  <a:lnTo>
                    <a:pt x="736751" y="12111"/>
                  </a:lnTo>
                  <a:lnTo>
                    <a:pt x="660118" y="12465"/>
                  </a:lnTo>
                  <a:lnTo>
                    <a:pt x="583486" y="12818"/>
                  </a:lnTo>
                  <a:lnTo>
                    <a:pt x="506853" y="13171"/>
                  </a:lnTo>
                  <a:lnTo>
                    <a:pt x="430221" y="13524"/>
                  </a:lnTo>
                  <a:lnTo>
                    <a:pt x="353588" y="13877"/>
                  </a:lnTo>
                  <a:lnTo>
                    <a:pt x="276956" y="14230"/>
                  </a:lnTo>
                  <a:lnTo>
                    <a:pt x="200323" y="14583"/>
                  </a:lnTo>
                  <a:lnTo>
                    <a:pt x="123691" y="14935"/>
                  </a:lnTo>
                  <a:lnTo>
                    <a:pt x="47058" y="15287"/>
                  </a:lnTo>
                  <a:lnTo>
                    <a:pt x="0" y="155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97277"/>
              <a:ext cx="7403783" cy="1416813"/>
            </a:xfrm>
            <a:custGeom>
              <a:avLst/>
              <a:pathLst>
                <a:path w="7403783" h="1416813">
                  <a:moveTo>
                    <a:pt x="0" y="0"/>
                  </a:moveTo>
                  <a:lnTo>
                    <a:pt x="47058" y="18252"/>
                  </a:lnTo>
                  <a:lnTo>
                    <a:pt x="123691" y="47476"/>
                  </a:lnTo>
                  <a:lnTo>
                    <a:pt x="200323" y="76209"/>
                  </a:lnTo>
                  <a:lnTo>
                    <a:pt x="276956" y="104461"/>
                  </a:lnTo>
                  <a:lnTo>
                    <a:pt x="353588" y="132238"/>
                  </a:lnTo>
                  <a:lnTo>
                    <a:pt x="430221" y="159550"/>
                  </a:lnTo>
                  <a:lnTo>
                    <a:pt x="506853" y="186403"/>
                  </a:lnTo>
                  <a:lnTo>
                    <a:pt x="583486" y="212806"/>
                  </a:lnTo>
                  <a:lnTo>
                    <a:pt x="660118" y="238765"/>
                  </a:lnTo>
                  <a:lnTo>
                    <a:pt x="736751" y="264289"/>
                  </a:lnTo>
                  <a:lnTo>
                    <a:pt x="813384" y="289385"/>
                  </a:lnTo>
                  <a:lnTo>
                    <a:pt x="890016" y="314060"/>
                  </a:lnTo>
                  <a:lnTo>
                    <a:pt x="966649" y="338321"/>
                  </a:lnTo>
                  <a:lnTo>
                    <a:pt x="1043281" y="362174"/>
                  </a:lnTo>
                  <a:lnTo>
                    <a:pt x="1119914" y="385628"/>
                  </a:lnTo>
                  <a:lnTo>
                    <a:pt x="1196546" y="408687"/>
                  </a:lnTo>
                  <a:lnTo>
                    <a:pt x="1273179" y="431360"/>
                  </a:lnTo>
                  <a:lnTo>
                    <a:pt x="1349811" y="453653"/>
                  </a:lnTo>
                  <a:lnTo>
                    <a:pt x="1426444" y="475571"/>
                  </a:lnTo>
                  <a:lnTo>
                    <a:pt x="1503076" y="497122"/>
                  </a:lnTo>
                  <a:lnTo>
                    <a:pt x="1579709" y="518311"/>
                  </a:lnTo>
                  <a:lnTo>
                    <a:pt x="1656342" y="539145"/>
                  </a:lnTo>
                  <a:lnTo>
                    <a:pt x="1732974" y="559629"/>
                  </a:lnTo>
                  <a:lnTo>
                    <a:pt x="1809607" y="579769"/>
                  </a:lnTo>
                  <a:lnTo>
                    <a:pt x="1886239" y="599572"/>
                  </a:lnTo>
                  <a:lnTo>
                    <a:pt x="1962872" y="619042"/>
                  </a:lnTo>
                  <a:lnTo>
                    <a:pt x="2039504" y="638185"/>
                  </a:lnTo>
                  <a:lnTo>
                    <a:pt x="2116137" y="657008"/>
                  </a:lnTo>
                  <a:lnTo>
                    <a:pt x="2192769" y="675514"/>
                  </a:lnTo>
                  <a:lnTo>
                    <a:pt x="2269402" y="693710"/>
                  </a:lnTo>
                  <a:lnTo>
                    <a:pt x="2346034" y="711601"/>
                  </a:lnTo>
                  <a:lnTo>
                    <a:pt x="2422667" y="729191"/>
                  </a:lnTo>
                  <a:lnTo>
                    <a:pt x="2499300" y="746486"/>
                  </a:lnTo>
                  <a:lnTo>
                    <a:pt x="2575932" y="763491"/>
                  </a:lnTo>
                  <a:lnTo>
                    <a:pt x="2652565" y="780211"/>
                  </a:lnTo>
                  <a:lnTo>
                    <a:pt x="2729197" y="796650"/>
                  </a:lnTo>
                  <a:lnTo>
                    <a:pt x="2805830" y="812814"/>
                  </a:lnTo>
                  <a:lnTo>
                    <a:pt x="2882462" y="828706"/>
                  </a:lnTo>
                  <a:lnTo>
                    <a:pt x="2959095" y="844332"/>
                  </a:lnTo>
                  <a:lnTo>
                    <a:pt x="3035727" y="859695"/>
                  </a:lnTo>
                  <a:lnTo>
                    <a:pt x="3112360" y="874801"/>
                  </a:lnTo>
                  <a:lnTo>
                    <a:pt x="3188993" y="889653"/>
                  </a:lnTo>
                  <a:lnTo>
                    <a:pt x="3265625" y="904256"/>
                  </a:lnTo>
                  <a:lnTo>
                    <a:pt x="3342258" y="918614"/>
                  </a:lnTo>
                  <a:lnTo>
                    <a:pt x="3418890" y="932731"/>
                  </a:lnTo>
                  <a:lnTo>
                    <a:pt x="3495523" y="946611"/>
                  </a:lnTo>
                  <a:lnTo>
                    <a:pt x="3572155" y="960258"/>
                  </a:lnTo>
                  <a:lnTo>
                    <a:pt x="3648788" y="973676"/>
                  </a:lnTo>
                  <a:lnTo>
                    <a:pt x="3725420" y="986869"/>
                  </a:lnTo>
                  <a:lnTo>
                    <a:pt x="3802053" y="999841"/>
                  </a:lnTo>
                  <a:lnTo>
                    <a:pt x="3878685" y="1012595"/>
                  </a:lnTo>
                  <a:lnTo>
                    <a:pt x="3955318" y="1025135"/>
                  </a:lnTo>
                  <a:lnTo>
                    <a:pt x="4031951" y="1037465"/>
                  </a:lnTo>
                  <a:lnTo>
                    <a:pt x="4108583" y="1049588"/>
                  </a:lnTo>
                  <a:lnTo>
                    <a:pt x="4185216" y="1061507"/>
                  </a:lnTo>
                  <a:lnTo>
                    <a:pt x="4261848" y="1073227"/>
                  </a:lnTo>
                  <a:lnTo>
                    <a:pt x="4338481" y="1084749"/>
                  </a:lnTo>
                  <a:lnTo>
                    <a:pt x="4415113" y="1096079"/>
                  </a:lnTo>
                  <a:lnTo>
                    <a:pt x="4491746" y="1107218"/>
                  </a:lnTo>
                  <a:lnTo>
                    <a:pt x="4568378" y="1118171"/>
                  </a:lnTo>
                  <a:lnTo>
                    <a:pt x="4645011" y="1128939"/>
                  </a:lnTo>
                  <a:lnTo>
                    <a:pt x="4721644" y="1139527"/>
                  </a:lnTo>
                  <a:lnTo>
                    <a:pt x="4798276" y="1149938"/>
                  </a:lnTo>
                  <a:lnTo>
                    <a:pt x="4874909" y="1160173"/>
                  </a:lnTo>
                  <a:lnTo>
                    <a:pt x="4951541" y="1170237"/>
                  </a:lnTo>
                  <a:lnTo>
                    <a:pt x="5028174" y="1180132"/>
                  </a:lnTo>
                  <a:lnTo>
                    <a:pt x="5104806" y="1189861"/>
                  </a:lnTo>
                  <a:lnTo>
                    <a:pt x="5181439" y="1199427"/>
                  </a:lnTo>
                  <a:lnTo>
                    <a:pt x="5258071" y="1208832"/>
                  </a:lnTo>
                  <a:lnTo>
                    <a:pt x="5334704" y="1218080"/>
                  </a:lnTo>
                  <a:lnTo>
                    <a:pt x="5411336" y="1227172"/>
                  </a:lnTo>
                  <a:lnTo>
                    <a:pt x="5487969" y="1236112"/>
                  </a:lnTo>
                  <a:lnTo>
                    <a:pt x="5564602" y="1244902"/>
                  </a:lnTo>
                  <a:lnTo>
                    <a:pt x="5641234" y="1253544"/>
                  </a:lnTo>
                  <a:lnTo>
                    <a:pt x="5717867" y="1262041"/>
                  </a:lnTo>
                  <a:lnTo>
                    <a:pt x="5794499" y="1270396"/>
                  </a:lnTo>
                  <a:lnTo>
                    <a:pt x="5871132" y="1278610"/>
                  </a:lnTo>
                  <a:lnTo>
                    <a:pt x="5947764" y="1286687"/>
                  </a:lnTo>
                  <a:lnTo>
                    <a:pt x="6024397" y="1294628"/>
                  </a:lnTo>
                  <a:lnTo>
                    <a:pt x="6101029" y="1302436"/>
                  </a:lnTo>
                  <a:lnTo>
                    <a:pt x="6177662" y="1310113"/>
                  </a:lnTo>
                  <a:lnTo>
                    <a:pt x="6254294" y="1317661"/>
                  </a:lnTo>
                  <a:lnTo>
                    <a:pt x="6330927" y="1325083"/>
                  </a:lnTo>
                  <a:lnTo>
                    <a:pt x="6407560" y="1332380"/>
                  </a:lnTo>
                  <a:lnTo>
                    <a:pt x="6484192" y="1339554"/>
                  </a:lnTo>
                  <a:lnTo>
                    <a:pt x="6560825" y="1346608"/>
                  </a:lnTo>
                  <a:lnTo>
                    <a:pt x="6637457" y="1353544"/>
                  </a:lnTo>
                  <a:lnTo>
                    <a:pt x="6714090" y="1360363"/>
                  </a:lnTo>
                  <a:lnTo>
                    <a:pt x="6790722" y="1367068"/>
                  </a:lnTo>
                  <a:lnTo>
                    <a:pt x="6867355" y="1373661"/>
                  </a:lnTo>
                  <a:lnTo>
                    <a:pt x="6943987" y="1380143"/>
                  </a:lnTo>
                  <a:lnTo>
                    <a:pt x="7020620" y="1386516"/>
                  </a:lnTo>
                  <a:lnTo>
                    <a:pt x="7097253" y="1392782"/>
                  </a:lnTo>
                  <a:lnTo>
                    <a:pt x="7173885" y="1398943"/>
                  </a:lnTo>
                  <a:lnTo>
                    <a:pt x="7250518" y="1405001"/>
                  </a:lnTo>
                  <a:lnTo>
                    <a:pt x="7327150" y="1410957"/>
                  </a:lnTo>
                  <a:lnTo>
                    <a:pt x="7403783" y="14168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(1.00-1.49), p = 0.056  |  per IQR decline (Δ = 0.30): 1.80 (0.99-3.27)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95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2026-07-03T08:02:30Z</dcterms:modified>
  <cp:category/>
</cp:coreProperties>
</file>