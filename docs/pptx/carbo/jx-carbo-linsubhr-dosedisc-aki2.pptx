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1436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2446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37501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50533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5487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7621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9755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1889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4920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098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94017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07049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06554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48688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90822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3089303"/>
              <a:ext cx="7090630" cy="2109200"/>
            </a:xfrm>
            <a:custGeom>
              <a:avLst/>
              <a:pathLst>
                <a:path w="7090630" h="2109200">
                  <a:moveTo>
                    <a:pt x="0" y="1130759"/>
                  </a:moveTo>
                  <a:lnTo>
                    <a:pt x="71622" y="1142917"/>
                  </a:lnTo>
                  <a:lnTo>
                    <a:pt x="143245" y="1154965"/>
                  </a:lnTo>
                  <a:lnTo>
                    <a:pt x="214867" y="1166902"/>
                  </a:lnTo>
                  <a:lnTo>
                    <a:pt x="286490" y="1178730"/>
                  </a:lnTo>
                  <a:lnTo>
                    <a:pt x="358112" y="1190450"/>
                  </a:lnTo>
                  <a:lnTo>
                    <a:pt x="429735" y="1202062"/>
                  </a:lnTo>
                  <a:lnTo>
                    <a:pt x="501357" y="1213569"/>
                  </a:lnTo>
                  <a:lnTo>
                    <a:pt x="572980" y="1224970"/>
                  </a:lnTo>
                  <a:lnTo>
                    <a:pt x="644602" y="1236266"/>
                  </a:lnTo>
                  <a:lnTo>
                    <a:pt x="716225" y="1247460"/>
                  </a:lnTo>
                  <a:lnTo>
                    <a:pt x="787847" y="1258551"/>
                  </a:lnTo>
                  <a:lnTo>
                    <a:pt x="859470" y="1269540"/>
                  </a:lnTo>
                  <a:lnTo>
                    <a:pt x="931092" y="1280430"/>
                  </a:lnTo>
                  <a:lnTo>
                    <a:pt x="1002715" y="1291219"/>
                  </a:lnTo>
                  <a:lnTo>
                    <a:pt x="1074337" y="1301910"/>
                  </a:lnTo>
                  <a:lnTo>
                    <a:pt x="1145960" y="1312503"/>
                  </a:lnTo>
                  <a:lnTo>
                    <a:pt x="1217582" y="1322999"/>
                  </a:lnTo>
                  <a:lnTo>
                    <a:pt x="1289205" y="1333399"/>
                  </a:lnTo>
                  <a:lnTo>
                    <a:pt x="1360827" y="1343704"/>
                  </a:lnTo>
                  <a:lnTo>
                    <a:pt x="1432450" y="1353914"/>
                  </a:lnTo>
                  <a:lnTo>
                    <a:pt x="1504073" y="1364032"/>
                  </a:lnTo>
                  <a:lnTo>
                    <a:pt x="1575695" y="1374056"/>
                  </a:lnTo>
                  <a:lnTo>
                    <a:pt x="1647318" y="1383989"/>
                  </a:lnTo>
                  <a:lnTo>
                    <a:pt x="1718940" y="1393831"/>
                  </a:lnTo>
                  <a:lnTo>
                    <a:pt x="1790563" y="1403584"/>
                  </a:lnTo>
                  <a:lnTo>
                    <a:pt x="1862185" y="1413246"/>
                  </a:lnTo>
                  <a:lnTo>
                    <a:pt x="1933808" y="1422821"/>
                  </a:lnTo>
                  <a:lnTo>
                    <a:pt x="2005430" y="1432308"/>
                  </a:lnTo>
                  <a:lnTo>
                    <a:pt x="2077053" y="1441708"/>
                  </a:lnTo>
                  <a:lnTo>
                    <a:pt x="2148675" y="1451022"/>
                  </a:lnTo>
                  <a:lnTo>
                    <a:pt x="2220298" y="1460251"/>
                  </a:lnTo>
                  <a:lnTo>
                    <a:pt x="2291920" y="1469396"/>
                  </a:lnTo>
                  <a:lnTo>
                    <a:pt x="2363543" y="1478456"/>
                  </a:lnTo>
                  <a:lnTo>
                    <a:pt x="2435165" y="1487434"/>
                  </a:lnTo>
                  <a:lnTo>
                    <a:pt x="2506788" y="1496330"/>
                  </a:lnTo>
                  <a:lnTo>
                    <a:pt x="2578410" y="1505145"/>
                  </a:lnTo>
                  <a:lnTo>
                    <a:pt x="2650033" y="1513879"/>
                  </a:lnTo>
                  <a:lnTo>
                    <a:pt x="2721655" y="1522532"/>
                  </a:lnTo>
                  <a:lnTo>
                    <a:pt x="2793278" y="1531107"/>
                  </a:lnTo>
                  <a:lnTo>
                    <a:pt x="2864901" y="1539604"/>
                  </a:lnTo>
                  <a:lnTo>
                    <a:pt x="2936523" y="1548022"/>
                  </a:lnTo>
                  <a:lnTo>
                    <a:pt x="3008146" y="1556364"/>
                  </a:lnTo>
                  <a:lnTo>
                    <a:pt x="3079768" y="1564629"/>
                  </a:lnTo>
                  <a:lnTo>
                    <a:pt x="3151391" y="1572819"/>
                  </a:lnTo>
                  <a:lnTo>
                    <a:pt x="3223013" y="1580934"/>
                  </a:lnTo>
                  <a:lnTo>
                    <a:pt x="3294636" y="1588974"/>
                  </a:lnTo>
                  <a:lnTo>
                    <a:pt x="3366258" y="1575672"/>
                  </a:lnTo>
                  <a:lnTo>
                    <a:pt x="3437881" y="1558102"/>
                  </a:lnTo>
                  <a:lnTo>
                    <a:pt x="3509503" y="1540182"/>
                  </a:lnTo>
                  <a:lnTo>
                    <a:pt x="3581126" y="1521906"/>
                  </a:lnTo>
                  <a:lnTo>
                    <a:pt x="3652748" y="1503268"/>
                  </a:lnTo>
                  <a:lnTo>
                    <a:pt x="3724371" y="1484258"/>
                  </a:lnTo>
                  <a:lnTo>
                    <a:pt x="3795993" y="1464871"/>
                  </a:lnTo>
                  <a:lnTo>
                    <a:pt x="3867616" y="1445099"/>
                  </a:lnTo>
                  <a:lnTo>
                    <a:pt x="3939238" y="1424934"/>
                  </a:lnTo>
                  <a:lnTo>
                    <a:pt x="4010861" y="1404368"/>
                  </a:lnTo>
                  <a:lnTo>
                    <a:pt x="4082483" y="1383393"/>
                  </a:lnTo>
                  <a:lnTo>
                    <a:pt x="4154106" y="1362002"/>
                  </a:lnTo>
                  <a:lnTo>
                    <a:pt x="4225729" y="1340186"/>
                  </a:lnTo>
                  <a:lnTo>
                    <a:pt x="4297351" y="1317936"/>
                  </a:lnTo>
                  <a:lnTo>
                    <a:pt x="4368974" y="1295244"/>
                  </a:lnTo>
                  <a:lnTo>
                    <a:pt x="4440596" y="1272101"/>
                  </a:lnTo>
                  <a:lnTo>
                    <a:pt x="4512219" y="1248498"/>
                  </a:lnTo>
                  <a:lnTo>
                    <a:pt x="4583841" y="1224426"/>
                  </a:lnTo>
                  <a:lnTo>
                    <a:pt x="4655464" y="1199876"/>
                  </a:lnTo>
                  <a:lnTo>
                    <a:pt x="4727086" y="1174838"/>
                  </a:lnTo>
                  <a:lnTo>
                    <a:pt x="4798709" y="1149302"/>
                  </a:lnTo>
                  <a:lnTo>
                    <a:pt x="4870331" y="1123259"/>
                  </a:lnTo>
                  <a:lnTo>
                    <a:pt x="4941954" y="1096699"/>
                  </a:lnTo>
                  <a:lnTo>
                    <a:pt x="5013576" y="1069611"/>
                  </a:lnTo>
                  <a:lnTo>
                    <a:pt x="5085199" y="1041984"/>
                  </a:lnTo>
                  <a:lnTo>
                    <a:pt x="5156821" y="1013809"/>
                  </a:lnTo>
                  <a:lnTo>
                    <a:pt x="5228444" y="985074"/>
                  </a:lnTo>
                  <a:lnTo>
                    <a:pt x="5300066" y="955767"/>
                  </a:lnTo>
                  <a:lnTo>
                    <a:pt x="5371689" y="925879"/>
                  </a:lnTo>
                  <a:lnTo>
                    <a:pt x="5443311" y="895396"/>
                  </a:lnTo>
                  <a:lnTo>
                    <a:pt x="5514934" y="864308"/>
                  </a:lnTo>
                  <a:lnTo>
                    <a:pt x="5586557" y="832602"/>
                  </a:lnTo>
                  <a:lnTo>
                    <a:pt x="5658179" y="800265"/>
                  </a:lnTo>
                  <a:lnTo>
                    <a:pt x="5729802" y="767287"/>
                  </a:lnTo>
                  <a:lnTo>
                    <a:pt x="5801424" y="733653"/>
                  </a:lnTo>
                  <a:lnTo>
                    <a:pt x="5873047" y="699351"/>
                  </a:lnTo>
                  <a:lnTo>
                    <a:pt x="5944669" y="664367"/>
                  </a:lnTo>
                  <a:lnTo>
                    <a:pt x="6016292" y="628688"/>
                  </a:lnTo>
                  <a:lnTo>
                    <a:pt x="6087914" y="592299"/>
                  </a:lnTo>
                  <a:lnTo>
                    <a:pt x="6159537" y="555188"/>
                  </a:lnTo>
                  <a:lnTo>
                    <a:pt x="6231159" y="517340"/>
                  </a:lnTo>
                  <a:lnTo>
                    <a:pt x="6302782" y="478739"/>
                  </a:lnTo>
                  <a:lnTo>
                    <a:pt x="6374404" y="439371"/>
                  </a:lnTo>
                  <a:lnTo>
                    <a:pt x="6446027" y="399221"/>
                  </a:lnTo>
                  <a:lnTo>
                    <a:pt x="6517649" y="358274"/>
                  </a:lnTo>
                  <a:lnTo>
                    <a:pt x="6589272" y="316512"/>
                  </a:lnTo>
                  <a:lnTo>
                    <a:pt x="6660894" y="273921"/>
                  </a:lnTo>
                  <a:lnTo>
                    <a:pt x="6732517" y="230483"/>
                  </a:lnTo>
                  <a:lnTo>
                    <a:pt x="6804139" y="186182"/>
                  </a:lnTo>
                  <a:lnTo>
                    <a:pt x="6875762" y="141001"/>
                  </a:lnTo>
                  <a:lnTo>
                    <a:pt x="6947385" y="94922"/>
                  </a:lnTo>
                  <a:lnTo>
                    <a:pt x="7019007" y="47928"/>
                  </a:lnTo>
                  <a:lnTo>
                    <a:pt x="7090630" y="0"/>
                  </a:lnTo>
                  <a:lnTo>
                    <a:pt x="7090630" y="1924777"/>
                  </a:lnTo>
                  <a:lnTo>
                    <a:pt x="7019007" y="1919837"/>
                  </a:lnTo>
                  <a:lnTo>
                    <a:pt x="6947385" y="1914851"/>
                  </a:lnTo>
                  <a:lnTo>
                    <a:pt x="6875762" y="1909819"/>
                  </a:lnTo>
                  <a:lnTo>
                    <a:pt x="6804139" y="1904741"/>
                  </a:lnTo>
                  <a:lnTo>
                    <a:pt x="6732517" y="1899615"/>
                  </a:lnTo>
                  <a:lnTo>
                    <a:pt x="6660894" y="1894443"/>
                  </a:lnTo>
                  <a:lnTo>
                    <a:pt x="6589272" y="1889222"/>
                  </a:lnTo>
                  <a:lnTo>
                    <a:pt x="6517649" y="1883954"/>
                  </a:lnTo>
                  <a:lnTo>
                    <a:pt x="6446027" y="1878636"/>
                  </a:lnTo>
                  <a:lnTo>
                    <a:pt x="6374404" y="1873270"/>
                  </a:lnTo>
                  <a:lnTo>
                    <a:pt x="6302782" y="1867854"/>
                  </a:lnTo>
                  <a:lnTo>
                    <a:pt x="6231159" y="1862388"/>
                  </a:lnTo>
                  <a:lnTo>
                    <a:pt x="6159537" y="1856872"/>
                  </a:lnTo>
                  <a:lnTo>
                    <a:pt x="6087914" y="1851305"/>
                  </a:lnTo>
                  <a:lnTo>
                    <a:pt x="6016292" y="1845686"/>
                  </a:lnTo>
                  <a:lnTo>
                    <a:pt x="5944669" y="1840015"/>
                  </a:lnTo>
                  <a:lnTo>
                    <a:pt x="5873047" y="1834293"/>
                  </a:lnTo>
                  <a:lnTo>
                    <a:pt x="5801424" y="1828517"/>
                  </a:lnTo>
                  <a:lnTo>
                    <a:pt x="5729802" y="1822688"/>
                  </a:lnTo>
                  <a:lnTo>
                    <a:pt x="5658179" y="1816805"/>
                  </a:lnTo>
                  <a:lnTo>
                    <a:pt x="5586557" y="1810868"/>
                  </a:lnTo>
                  <a:lnTo>
                    <a:pt x="5514934" y="1804876"/>
                  </a:lnTo>
                  <a:lnTo>
                    <a:pt x="5443311" y="1798828"/>
                  </a:lnTo>
                  <a:lnTo>
                    <a:pt x="5371689" y="1792725"/>
                  </a:lnTo>
                  <a:lnTo>
                    <a:pt x="5300066" y="1786566"/>
                  </a:lnTo>
                  <a:lnTo>
                    <a:pt x="5228444" y="1780349"/>
                  </a:lnTo>
                  <a:lnTo>
                    <a:pt x="5156821" y="1774076"/>
                  </a:lnTo>
                  <a:lnTo>
                    <a:pt x="5085199" y="1767744"/>
                  </a:lnTo>
                  <a:lnTo>
                    <a:pt x="5013576" y="1761354"/>
                  </a:lnTo>
                  <a:lnTo>
                    <a:pt x="4941954" y="1754905"/>
                  </a:lnTo>
                  <a:lnTo>
                    <a:pt x="4870331" y="1748396"/>
                  </a:lnTo>
                  <a:lnTo>
                    <a:pt x="4798709" y="1741827"/>
                  </a:lnTo>
                  <a:lnTo>
                    <a:pt x="4727086" y="1735198"/>
                  </a:lnTo>
                  <a:lnTo>
                    <a:pt x="4655464" y="1728508"/>
                  </a:lnTo>
                  <a:lnTo>
                    <a:pt x="4583841" y="1721755"/>
                  </a:lnTo>
                  <a:lnTo>
                    <a:pt x="4512219" y="1714940"/>
                  </a:lnTo>
                  <a:lnTo>
                    <a:pt x="4440596" y="1708063"/>
                  </a:lnTo>
                  <a:lnTo>
                    <a:pt x="4368974" y="1701122"/>
                  </a:lnTo>
                  <a:lnTo>
                    <a:pt x="4297351" y="1694117"/>
                  </a:lnTo>
                  <a:lnTo>
                    <a:pt x="4225729" y="1687047"/>
                  </a:lnTo>
                  <a:lnTo>
                    <a:pt x="4154106" y="1679912"/>
                  </a:lnTo>
                  <a:lnTo>
                    <a:pt x="4082483" y="1672711"/>
                  </a:lnTo>
                  <a:lnTo>
                    <a:pt x="4010861" y="1665443"/>
                  </a:lnTo>
                  <a:lnTo>
                    <a:pt x="3939238" y="1658109"/>
                  </a:lnTo>
                  <a:lnTo>
                    <a:pt x="3867616" y="1650706"/>
                  </a:lnTo>
                  <a:lnTo>
                    <a:pt x="3795993" y="1643236"/>
                  </a:lnTo>
                  <a:lnTo>
                    <a:pt x="3724371" y="1635696"/>
                  </a:lnTo>
                  <a:lnTo>
                    <a:pt x="3652748" y="1628087"/>
                  </a:lnTo>
                  <a:lnTo>
                    <a:pt x="3581126" y="1620407"/>
                  </a:lnTo>
                  <a:lnTo>
                    <a:pt x="3509503" y="1612657"/>
                  </a:lnTo>
                  <a:lnTo>
                    <a:pt x="3437881" y="1604835"/>
                  </a:lnTo>
                  <a:lnTo>
                    <a:pt x="3366258" y="1596941"/>
                  </a:lnTo>
                  <a:lnTo>
                    <a:pt x="3294636" y="1592901"/>
                  </a:lnTo>
                  <a:lnTo>
                    <a:pt x="3223013" y="1609793"/>
                  </a:lnTo>
                  <a:lnTo>
                    <a:pt x="3151391" y="1626357"/>
                  </a:lnTo>
                  <a:lnTo>
                    <a:pt x="3079768" y="1642597"/>
                  </a:lnTo>
                  <a:lnTo>
                    <a:pt x="3008146" y="1658522"/>
                  </a:lnTo>
                  <a:lnTo>
                    <a:pt x="2936523" y="1674136"/>
                  </a:lnTo>
                  <a:lnTo>
                    <a:pt x="2864901" y="1689445"/>
                  </a:lnTo>
                  <a:lnTo>
                    <a:pt x="2793278" y="1704457"/>
                  </a:lnTo>
                  <a:lnTo>
                    <a:pt x="2721655" y="1719176"/>
                  </a:lnTo>
                  <a:lnTo>
                    <a:pt x="2650033" y="1733608"/>
                  </a:lnTo>
                  <a:lnTo>
                    <a:pt x="2578410" y="1747759"/>
                  </a:lnTo>
                  <a:lnTo>
                    <a:pt x="2506788" y="1761634"/>
                  </a:lnTo>
                  <a:lnTo>
                    <a:pt x="2435165" y="1775239"/>
                  </a:lnTo>
                  <a:lnTo>
                    <a:pt x="2363543" y="1788579"/>
                  </a:lnTo>
                  <a:lnTo>
                    <a:pt x="2291920" y="1801659"/>
                  </a:lnTo>
                  <a:lnTo>
                    <a:pt x="2220298" y="1814484"/>
                  </a:lnTo>
                  <a:lnTo>
                    <a:pt x="2148675" y="1827059"/>
                  </a:lnTo>
                  <a:lnTo>
                    <a:pt x="2077053" y="1839390"/>
                  </a:lnTo>
                  <a:lnTo>
                    <a:pt x="2005430" y="1851480"/>
                  </a:lnTo>
                  <a:lnTo>
                    <a:pt x="1933808" y="1863334"/>
                  </a:lnTo>
                  <a:lnTo>
                    <a:pt x="1862185" y="1874957"/>
                  </a:lnTo>
                  <a:lnTo>
                    <a:pt x="1790563" y="1886354"/>
                  </a:lnTo>
                  <a:lnTo>
                    <a:pt x="1718940" y="1897529"/>
                  </a:lnTo>
                  <a:lnTo>
                    <a:pt x="1647318" y="1908487"/>
                  </a:lnTo>
                  <a:lnTo>
                    <a:pt x="1575695" y="1919230"/>
                  </a:lnTo>
                  <a:lnTo>
                    <a:pt x="1504073" y="1929765"/>
                  </a:lnTo>
                  <a:lnTo>
                    <a:pt x="1432450" y="1940094"/>
                  </a:lnTo>
                  <a:lnTo>
                    <a:pt x="1360827" y="1950222"/>
                  </a:lnTo>
                  <a:lnTo>
                    <a:pt x="1289205" y="1960152"/>
                  </a:lnTo>
                  <a:lnTo>
                    <a:pt x="1217582" y="1969889"/>
                  </a:lnTo>
                  <a:lnTo>
                    <a:pt x="1145960" y="1979437"/>
                  </a:lnTo>
                  <a:lnTo>
                    <a:pt x="1074337" y="1988798"/>
                  </a:lnTo>
                  <a:lnTo>
                    <a:pt x="1002715" y="1997977"/>
                  </a:lnTo>
                  <a:lnTo>
                    <a:pt x="931092" y="2006977"/>
                  </a:lnTo>
                  <a:lnTo>
                    <a:pt x="859470" y="2015802"/>
                  </a:lnTo>
                  <a:lnTo>
                    <a:pt x="787847" y="2024455"/>
                  </a:lnTo>
                  <a:lnTo>
                    <a:pt x="716225" y="2032939"/>
                  </a:lnTo>
                  <a:lnTo>
                    <a:pt x="644602" y="2041258"/>
                  </a:lnTo>
                  <a:lnTo>
                    <a:pt x="572980" y="2049414"/>
                  </a:lnTo>
                  <a:lnTo>
                    <a:pt x="501357" y="2057412"/>
                  </a:lnTo>
                  <a:lnTo>
                    <a:pt x="429735" y="2065254"/>
                  </a:lnTo>
                  <a:lnTo>
                    <a:pt x="358112" y="2072944"/>
                  </a:lnTo>
                  <a:lnTo>
                    <a:pt x="286490" y="2080483"/>
                  </a:lnTo>
                  <a:lnTo>
                    <a:pt x="214867" y="2087876"/>
                  </a:lnTo>
                  <a:lnTo>
                    <a:pt x="143245" y="2095124"/>
                  </a:lnTo>
                  <a:lnTo>
                    <a:pt x="71622" y="2102232"/>
                  </a:lnTo>
                  <a:lnTo>
                    <a:pt x="0" y="210920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3089303"/>
              <a:ext cx="7090630" cy="1588974"/>
            </a:xfrm>
            <a:custGeom>
              <a:avLst/>
              <a:pathLst>
                <a:path w="7090630" h="1588974">
                  <a:moveTo>
                    <a:pt x="0" y="1130759"/>
                  </a:moveTo>
                  <a:lnTo>
                    <a:pt x="71622" y="1142917"/>
                  </a:lnTo>
                  <a:lnTo>
                    <a:pt x="143245" y="1154965"/>
                  </a:lnTo>
                  <a:lnTo>
                    <a:pt x="214867" y="1166902"/>
                  </a:lnTo>
                  <a:lnTo>
                    <a:pt x="286490" y="1178730"/>
                  </a:lnTo>
                  <a:lnTo>
                    <a:pt x="358112" y="1190450"/>
                  </a:lnTo>
                  <a:lnTo>
                    <a:pt x="429735" y="1202062"/>
                  </a:lnTo>
                  <a:lnTo>
                    <a:pt x="501357" y="1213569"/>
                  </a:lnTo>
                  <a:lnTo>
                    <a:pt x="572980" y="1224970"/>
                  </a:lnTo>
                  <a:lnTo>
                    <a:pt x="644602" y="1236266"/>
                  </a:lnTo>
                  <a:lnTo>
                    <a:pt x="716225" y="1247460"/>
                  </a:lnTo>
                  <a:lnTo>
                    <a:pt x="787847" y="1258551"/>
                  </a:lnTo>
                  <a:lnTo>
                    <a:pt x="859470" y="1269540"/>
                  </a:lnTo>
                  <a:lnTo>
                    <a:pt x="931092" y="1280430"/>
                  </a:lnTo>
                  <a:lnTo>
                    <a:pt x="1002715" y="1291219"/>
                  </a:lnTo>
                  <a:lnTo>
                    <a:pt x="1074337" y="1301910"/>
                  </a:lnTo>
                  <a:lnTo>
                    <a:pt x="1145960" y="1312503"/>
                  </a:lnTo>
                  <a:lnTo>
                    <a:pt x="1217582" y="1322999"/>
                  </a:lnTo>
                  <a:lnTo>
                    <a:pt x="1289205" y="1333399"/>
                  </a:lnTo>
                  <a:lnTo>
                    <a:pt x="1360827" y="1343704"/>
                  </a:lnTo>
                  <a:lnTo>
                    <a:pt x="1432450" y="1353914"/>
                  </a:lnTo>
                  <a:lnTo>
                    <a:pt x="1504073" y="1364032"/>
                  </a:lnTo>
                  <a:lnTo>
                    <a:pt x="1575695" y="1374056"/>
                  </a:lnTo>
                  <a:lnTo>
                    <a:pt x="1647318" y="1383989"/>
                  </a:lnTo>
                  <a:lnTo>
                    <a:pt x="1718940" y="1393831"/>
                  </a:lnTo>
                  <a:lnTo>
                    <a:pt x="1790563" y="1403584"/>
                  </a:lnTo>
                  <a:lnTo>
                    <a:pt x="1862185" y="1413246"/>
                  </a:lnTo>
                  <a:lnTo>
                    <a:pt x="1933808" y="1422821"/>
                  </a:lnTo>
                  <a:lnTo>
                    <a:pt x="2005430" y="1432308"/>
                  </a:lnTo>
                  <a:lnTo>
                    <a:pt x="2077053" y="1441708"/>
                  </a:lnTo>
                  <a:lnTo>
                    <a:pt x="2148675" y="1451022"/>
                  </a:lnTo>
                  <a:lnTo>
                    <a:pt x="2220298" y="1460251"/>
                  </a:lnTo>
                  <a:lnTo>
                    <a:pt x="2291920" y="1469396"/>
                  </a:lnTo>
                  <a:lnTo>
                    <a:pt x="2363543" y="1478456"/>
                  </a:lnTo>
                  <a:lnTo>
                    <a:pt x="2435165" y="1487434"/>
                  </a:lnTo>
                  <a:lnTo>
                    <a:pt x="2506788" y="1496330"/>
                  </a:lnTo>
                  <a:lnTo>
                    <a:pt x="2578410" y="1505145"/>
                  </a:lnTo>
                  <a:lnTo>
                    <a:pt x="2650033" y="1513879"/>
                  </a:lnTo>
                  <a:lnTo>
                    <a:pt x="2721655" y="1522532"/>
                  </a:lnTo>
                  <a:lnTo>
                    <a:pt x="2793278" y="1531107"/>
                  </a:lnTo>
                  <a:lnTo>
                    <a:pt x="2864901" y="1539604"/>
                  </a:lnTo>
                  <a:lnTo>
                    <a:pt x="2936523" y="1548022"/>
                  </a:lnTo>
                  <a:lnTo>
                    <a:pt x="3008146" y="1556364"/>
                  </a:lnTo>
                  <a:lnTo>
                    <a:pt x="3079768" y="1564629"/>
                  </a:lnTo>
                  <a:lnTo>
                    <a:pt x="3151391" y="1572819"/>
                  </a:lnTo>
                  <a:lnTo>
                    <a:pt x="3223013" y="1580934"/>
                  </a:lnTo>
                  <a:lnTo>
                    <a:pt x="3294636" y="1588974"/>
                  </a:lnTo>
                  <a:lnTo>
                    <a:pt x="3366258" y="1575672"/>
                  </a:lnTo>
                  <a:lnTo>
                    <a:pt x="3437881" y="1558102"/>
                  </a:lnTo>
                  <a:lnTo>
                    <a:pt x="3509503" y="1540182"/>
                  </a:lnTo>
                  <a:lnTo>
                    <a:pt x="3581126" y="1521906"/>
                  </a:lnTo>
                  <a:lnTo>
                    <a:pt x="3652748" y="1503268"/>
                  </a:lnTo>
                  <a:lnTo>
                    <a:pt x="3724371" y="1484258"/>
                  </a:lnTo>
                  <a:lnTo>
                    <a:pt x="3795993" y="1464871"/>
                  </a:lnTo>
                  <a:lnTo>
                    <a:pt x="3867616" y="1445099"/>
                  </a:lnTo>
                  <a:lnTo>
                    <a:pt x="3939238" y="1424934"/>
                  </a:lnTo>
                  <a:lnTo>
                    <a:pt x="4010861" y="1404368"/>
                  </a:lnTo>
                  <a:lnTo>
                    <a:pt x="4082483" y="1383393"/>
                  </a:lnTo>
                  <a:lnTo>
                    <a:pt x="4154106" y="1362002"/>
                  </a:lnTo>
                  <a:lnTo>
                    <a:pt x="4225729" y="1340186"/>
                  </a:lnTo>
                  <a:lnTo>
                    <a:pt x="4297351" y="1317936"/>
                  </a:lnTo>
                  <a:lnTo>
                    <a:pt x="4368974" y="1295244"/>
                  </a:lnTo>
                  <a:lnTo>
                    <a:pt x="4440596" y="1272101"/>
                  </a:lnTo>
                  <a:lnTo>
                    <a:pt x="4512219" y="1248498"/>
                  </a:lnTo>
                  <a:lnTo>
                    <a:pt x="4583841" y="1224426"/>
                  </a:lnTo>
                  <a:lnTo>
                    <a:pt x="4655464" y="1199876"/>
                  </a:lnTo>
                  <a:lnTo>
                    <a:pt x="4727086" y="1174838"/>
                  </a:lnTo>
                  <a:lnTo>
                    <a:pt x="4798709" y="1149302"/>
                  </a:lnTo>
                  <a:lnTo>
                    <a:pt x="4870331" y="1123259"/>
                  </a:lnTo>
                  <a:lnTo>
                    <a:pt x="4941954" y="1096699"/>
                  </a:lnTo>
                  <a:lnTo>
                    <a:pt x="5013576" y="1069611"/>
                  </a:lnTo>
                  <a:lnTo>
                    <a:pt x="5085199" y="1041984"/>
                  </a:lnTo>
                  <a:lnTo>
                    <a:pt x="5156821" y="1013809"/>
                  </a:lnTo>
                  <a:lnTo>
                    <a:pt x="5228444" y="985074"/>
                  </a:lnTo>
                  <a:lnTo>
                    <a:pt x="5300066" y="955767"/>
                  </a:lnTo>
                  <a:lnTo>
                    <a:pt x="5371689" y="925879"/>
                  </a:lnTo>
                  <a:lnTo>
                    <a:pt x="5443311" y="895396"/>
                  </a:lnTo>
                  <a:lnTo>
                    <a:pt x="5514934" y="864308"/>
                  </a:lnTo>
                  <a:lnTo>
                    <a:pt x="5586557" y="832602"/>
                  </a:lnTo>
                  <a:lnTo>
                    <a:pt x="5658179" y="800265"/>
                  </a:lnTo>
                  <a:lnTo>
                    <a:pt x="5729802" y="767287"/>
                  </a:lnTo>
                  <a:lnTo>
                    <a:pt x="5801424" y="733653"/>
                  </a:lnTo>
                  <a:lnTo>
                    <a:pt x="5873047" y="699351"/>
                  </a:lnTo>
                  <a:lnTo>
                    <a:pt x="5944669" y="664367"/>
                  </a:lnTo>
                  <a:lnTo>
                    <a:pt x="6016292" y="628688"/>
                  </a:lnTo>
                  <a:lnTo>
                    <a:pt x="6087914" y="592299"/>
                  </a:lnTo>
                  <a:lnTo>
                    <a:pt x="6159537" y="555188"/>
                  </a:lnTo>
                  <a:lnTo>
                    <a:pt x="6231159" y="517340"/>
                  </a:lnTo>
                  <a:lnTo>
                    <a:pt x="6302782" y="478739"/>
                  </a:lnTo>
                  <a:lnTo>
                    <a:pt x="6374404" y="439371"/>
                  </a:lnTo>
                  <a:lnTo>
                    <a:pt x="6446027" y="399221"/>
                  </a:lnTo>
                  <a:lnTo>
                    <a:pt x="6517649" y="358274"/>
                  </a:lnTo>
                  <a:lnTo>
                    <a:pt x="6589272" y="316512"/>
                  </a:lnTo>
                  <a:lnTo>
                    <a:pt x="6660894" y="273921"/>
                  </a:lnTo>
                  <a:lnTo>
                    <a:pt x="6732517" y="230483"/>
                  </a:lnTo>
                  <a:lnTo>
                    <a:pt x="6804139" y="186182"/>
                  </a:lnTo>
                  <a:lnTo>
                    <a:pt x="6875762" y="141001"/>
                  </a:lnTo>
                  <a:lnTo>
                    <a:pt x="6947385" y="94922"/>
                  </a:lnTo>
                  <a:lnTo>
                    <a:pt x="7019007" y="47928"/>
                  </a:lnTo>
                  <a:lnTo>
                    <a:pt x="709063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682204"/>
              <a:ext cx="7090630" cy="516299"/>
            </a:xfrm>
            <a:custGeom>
              <a:avLst/>
              <a:pathLst>
                <a:path w="7090630" h="516299">
                  <a:moveTo>
                    <a:pt x="7090630" y="331876"/>
                  </a:moveTo>
                  <a:lnTo>
                    <a:pt x="7019007" y="326936"/>
                  </a:lnTo>
                  <a:lnTo>
                    <a:pt x="6947385" y="321950"/>
                  </a:lnTo>
                  <a:lnTo>
                    <a:pt x="6875762" y="316918"/>
                  </a:lnTo>
                  <a:lnTo>
                    <a:pt x="6804139" y="311839"/>
                  </a:lnTo>
                  <a:lnTo>
                    <a:pt x="6732517" y="306714"/>
                  </a:lnTo>
                  <a:lnTo>
                    <a:pt x="6660894" y="301541"/>
                  </a:lnTo>
                  <a:lnTo>
                    <a:pt x="6589272" y="296321"/>
                  </a:lnTo>
                  <a:lnTo>
                    <a:pt x="6517649" y="291052"/>
                  </a:lnTo>
                  <a:lnTo>
                    <a:pt x="6446027" y="285735"/>
                  </a:lnTo>
                  <a:lnTo>
                    <a:pt x="6374404" y="280369"/>
                  </a:lnTo>
                  <a:lnTo>
                    <a:pt x="6302782" y="274953"/>
                  </a:lnTo>
                  <a:lnTo>
                    <a:pt x="6231159" y="269487"/>
                  </a:lnTo>
                  <a:lnTo>
                    <a:pt x="6159537" y="263971"/>
                  </a:lnTo>
                  <a:lnTo>
                    <a:pt x="6087914" y="258403"/>
                  </a:lnTo>
                  <a:lnTo>
                    <a:pt x="6016292" y="252785"/>
                  </a:lnTo>
                  <a:lnTo>
                    <a:pt x="5944669" y="247114"/>
                  </a:lnTo>
                  <a:lnTo>
                    <a:pt x="5873047" y="241391"/>
                  </a:lnTo>
                  <a:lnTo>
                    <a:pt x="5801424" y="235616"/>
                  </a:lnTo>
                  <a:lnTo>
                    <a:pt x="5729802" y="229787"/>
                  </a:lnTo>
                  <a:lnTo>
                    <a:pt x="5658179" y="223904"/>
                  </a:lnTo>
                  <a:lnTo>
                    <a:pt x="5586557" y="217967"/>
                  </a:lnTo>
                  <a:lnTo>
                    <a:pt x="5514934" y="211975"/>
                  </a:lnTo>
                  <a:lnTo>
                    <a:pt x="5443311" y="205927"/>
                  </a:lnTo>
                  <a:lnTo>
                    <a:pt x="5371689" y="199824"/>
                  </a:lnTo>
                  <a:lnTo>
                    <a:pt x="5300066" y="193665"/>
                  </a:lnTo>
                  <a:lnTo>
                    <a:pt x="5228444" y="187448"/>
                  </a:lnTo>
                  <a:lnTo>
                    <a:pt x="5156821" y="181175"/>
                  </a:lnTo>
                  <a:lnTo>
                    <a:pt x="5085199" y="174843"/>
                  </a:lnTo>
                  <a:lnTo>
                    <a:pt x="5013576" y="168453"/>
                  </a:lnTo>
                  <a:lnTo>
                    <a:pt x="4941954" y="162004"/>
                  </a:lnTo>
                  <a:lnTo>
                    <a:pt x="4870331" y="155495"/>
                  </a:lnTo>
                  <a:lnTo>
                    <a:pt x="4798709" y="148926"/>
                  </a:lnTo>
                  <a:lnTo>
                    <a:pt x="4727086" y="142297"/>
                  </a:lnTo>
                  <a:lnTo>
                    <a:pt x="4655464" y="135606"/>
                  </a:lnTo>
                  <a:lnTo>
                    <a:pt x="4583841" y="128854"/>
                  </a:lnTo>
                  <a:lnTo>
                    <a:pt x="4512219" y="122039"/>
                  </a:lnTo>
                  <a:lnTo>
                    <a:pt x="4440596" y="115162"/>
                  </a:lnTo>
                  <a:lnTo>
                    <a:pt x="4368974" y="108221"/>
                  </a:lnTo>
                  <a:lnTo>
                    <a:pt x="4297351" y="101215"/>
                  </a:lnTo>
                  <a:lnTo>
                    <a:pt x="4225729" y="94146"/>
                  </a:lnTo>
                  <a:lnTo>
                    <a:pt x="4154106" y="87010"/>
                  </a:lnTo>
                  <a:lnTo>
                    <a:pt x="4082483" y="79809"/>
                  </a:lnTo>
                  <a:lnTo>
                    <a:pt x="4010861" y="72542"/>
                  </a:lnTo>
                  <a:lnTo>
                    <a:pt x="3939238" y="65207"/>
                  </a:lnTo>
                  <a:lnTo>
                    <a:pt x="3867616" y="57805"/>
                  </a:lnTo>
                  <a:lnTo>
                    <a:pt x="3795993" y="50335"/>
                  </a:lnTo>
                  <a:lnTo>
                    <a:pt x="3724371" y="42795"/>
                  </a:lnTo>
                  <a:lnTo>
                    <a:pt x="3652748" y="35186"/>
                  </a:lnTo>
                  <a:lnTo>
                    <a:pt x="3581126" y="27506"/>
                  </a:lnTo>
                  <a:lnTo>
                    <a:pt x="3509503" y="19756"/>
                  </a:lnTo>
                  <a:lnTo>
                    <a:pt x="3437881" y="11934"/>
                  </a:lnTo>
                  <a:lnTo>
                    <a:pt x="3366258" y="4040"/>
                  </a:lnTo>
                  <a:lnTo>
                    <a:pt x="3294636" y="0"/>
                  </a:lnTo>
                  <a:lnTo>
                    <a:pt x="3223013" y="16892"/>
                  </a:lnTo>
                  <a:lnTo>
                    <a:pt x="3151391" y="33455"/>
                  </a:lnTo>
                  <a:lnTo>
                    <a:pt x="3079768" y="49696"/>
                  </a:lnTo>
                  <a:lnTo>
                    <a:pt x="3008146" y="65620"/>
                  </a:lnTo>
                  <a:lnTo>
                    <a:pt x="2936523" y="81234"/>
                  </a:lnTo>
                  <a:lnTo>
                    <a:pt x="2864901" y="96544"/>
                  </a:lnTo>
                  <a:lnTo>
                    <a:pt x="2793278" y="111556"/>
                  </a:lnTo>
                  <a:lnTo>
                    <a:pt x="2721655" y="126275"/>
                  </a:lnTo>
                  <a:lnTo>
                    <a:pt x="2650033" y="140707"/>
                  </a:lnTo>
                  <a:lnTo>
                    <a:pt x="2578410" y="154858"/>
                  </a:lnTo>
                  <a:lnTo>
                    <a:pt x="2506788" y="168733"/>
                  </a:lnTo>
                  <a:lnTo>
                    <a:pt x="2435165" y="182338"/>
                  </a:lnTo>
                  <a:lnTo>
                    <a:pt x="2363543" y="195678"/>
                  </a:lnTo>
                  <a:lnTo>
                    <a:pt x="2291920" y="208758"/>
                  </a:lnTo>
                  <a:lnTo>
                    <a:pt x="2220298" y="221583"/>
                  </a:lnTo>
                  <a:lnTo>
                    <a:pt x="2148675" y="234158"/>
                  </a:lnTo>
                  <a:lnTo>
                    <a:pt x="2077053" y="246488"/>
                  </a:lnTo>
                  <a:lnTo>
                    <a:pt x="2005430" y="258578"/>
                  </a:lnTo>
                  <a:lnTo>
                    <a:pt x="1933808" y="270433"/>
                  </a:lnTo>
                  <a:lnTo>
                    <a:pt x="1862185" y="282056"/>
                  </a:lnTo>
                  <a:lnTo>
                    <a:pt x="1790563" y="293453"/>
                  </a:lnTo>
                  <a:lnTo>
                    <a:pt x="1718940" y="304628"/>
                  </a:lnTo>
                  <a:lnTo>
                    <a:pt x="1647318" y="315585"/>
                  </a:lnTo>
                  <a:lnTo>
                    <a:pt x="1575695" y="326329"/>
                  </a:lnTo>
                  <a:lnTo>
                    <a:pt x="1504073" y="336864"/>
                  </a:lnTo>
                  <a:lnTo>
                    <a:pt x="1432450" y="347193"/>
                  </a:lnTo>
                  <a:lnTo>
                    <a:pt x="1360827" y="357321"/>
                  </a:lnTo>
                  <a:lnTo>
                    <a:pt x="1289205" y="367251"/>
                  </a:lnTo>
                  <a:lnTo>
                    <a:pt x="1217582" y="376988"/>
                  </a:lnTo>
                  <a:lnTo>
                    <a:pt x="1145960" y="386535"/>
                  </a:lnTo>
                  <a:lnTo>
                    <a:pt x="1074337" y="395897"/>
                  </a:lnTo>
                  <a:lnTo>
                    <a:pt x="1002715" y="405076"/>
                  </a:lnTo>
                  <a:lnTo>
                    <a:pt x="931092" y="414076"/>
                  </a:lnTo>
                  <a:lnTo>
                    <a:pt x="859470" y="422901"/>
                  </a:lnTo>
                  <a:lnTo>
                    <a:pt x="787847" y="431553"/>
                  </a:lnTo>
                  <a:lnTo>
                    <a:pt x="716225" y="440038"/>
                  </a:lnTo>
                  <a:lnTo>
                    <a:pt x="644602" y="448356"/>
                  </a:lnTo>
                  <a:lnTo>
                    <a:pt x="572980" y="456513"/>
                  </a:lnTo>
                  <a:lnTo>
                    <a:pt x="501357" y="464511"/>
                  </a:lnTo>
                  <a:lnTo>
                    <a:pt x="429735" y="472353"/>
                  </a:lnTo>
                  <a:lnTo>
                    <a:pt x="358112" y="480043"/>
                  </a:lnTo>
                  <a:lnTo>
                    <a:pt x="286490" y="487582"/>
                  </a:lnTo>
                  <a:lnTo>
                    <a:pt x="214867" y="494975"/>
                  </a:lnTo>
                  <a:lnTo>
                    <a:pt x="143245" y="502223"/>
                  </a:lnTo>
                  <a:lnTo>
                    <a:pt x="71622" y="509330"/>
                  </a:lnTo>
                  <a:lnTo>
                    <a:pt x="0" y="51629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401880"/>
              <a:ext cx="7090630" cy="464585"/>
            </a:xfrm>
            <a:custGeom>
              <a:avLst/>
              <a:pathLst>
                <a:path w="7090630" h="464585">
                  <a:moveTo>
                    <a:pt x="0" y="464585"/>
                  </a:moveTo>
                  <a:lnTo>
                    <a:pt x="71622" y="460996"/>
                  </a:lnTo>
                  <a:lnTo>
                    <a:pt x="143245" y="457388"/>
                  </a:lnTo>
                  <a:lnTo>
                    <a:pt x="214867" y="453761"/>
                  </a:lnTo>
                  <a:lnTo>
                    <a:pt x="286490" y="450115"/>
                  </a:lnTo>
                  <a:lnTo>
                    <a:pt x="358112" y="446450"/>
                  </a:lnTo>
                  <a:lnTo>
                    <a:pt x="429735" y="442765"/>
                  </a:lnTo>
                  <a:lnTo>
                    <a:pt x="501357" y="439062"/>
                  </a:lnTo>
                  <a:lnTo>
                    <a:pt x="572980" y="435338"/>
                  </a:lnTo>
                  <a:lnTo>
                    <a:pt x="644602" y="431595"/>
                  </a:lnTo>
                  <a:lnTo>
                    <a:pt x="716225" y="427833"/>
                  </a:lnTo>
                  <a:lnTo>
                    <a:pt x="787847" y="424051"/>
                  </a:lnTo>
                  <a:lnTo>
                    <a:pt x="859470" y="420248"/>
                  </a:lnTo>
                  <a:lnTo>
                    <a:pt x="931092" y="416426"/>
                  </a:lnTo>
                  <a:lnTo>
                    <a:pt x="1002715" y="412584"/>
                  </a:lnTo>
                  <a:lnTo>
                    <a:pt x="1074337" y="408721"/>
                  </a:lnTo>
                  <a:lnTo>
                    <a:pt x="1145960" y="404839"/>
                  </a:lnTo>
                  <a:lnTo>
                    <a:pt x="1217582" y="400935"/>
                  </a:lnTo>
                  <a:lnTo>
                    <a:pt x="1289205" y="397012"/>
                  </a:lnTo>
                  <a:lnTo>
                    <a:pt x="1360827" y="393067"/>
                  </a:lnTo>
                  <a:lnTo>
                    <a:pt x="1432450" y="389102"/>
                  </a:lnTo>
                  <a:lnTo>
                    <a:pt x="1504073" y="385116"/>
                  </a:lnTo>
                  <a:lnTo>
                    <a:pt x="1575695" y="381109"/>
                  </a:lnTo>
                  <a:lnTo>
                    <a:pt x="1647318" y="377081"/>
                  </a:lnTo>
                  <a:lnTo>
                    <a:pt x="1718940" y="373032"/>
                  </a:lnTo>
                  <a:lnTo>
                    <a:pt x="1790563" y="368962"/>
                  </a:lnTo>
                  <a:lnTo>
                    <a:pt x="1862185" y="364870"/>
                  </a:lnTo>
                  <a:lnTo>
                    <a:pt x="1933808" y="360757"/>
                  </a:lnTo>
                  <a:lnTo>
                    <a:pt x="2005430" y="356622"/>
                  </a:lnTo>
                  <a:lnTo>
                    <a:pt x="2077053" y="352465"/>
                  </a:lnTo>
                  <a:lnTo>
                    <a:pt x="2148675" y="348286"/>
                  </a:lnTo>
                  <a:lnTo>
                    <a:pt x="2220298" y="344086"/>
                  </a:lnTo>
                  <a:lnTo>
                    <a:pt x="2291920" y="339863"/>
                  </a:lnTo>
                  <a:lnTo>
                    <a:pt x="2363543" y="335619"/>
                  </a:lnTo>
                  <a:lnTo>
                    <a:pt x="2435165" y="331351"/>
                  </a:lnTo>
                  <a:lnTo>
                    <a:pt x="2506788" y="327062"/>
                  </a:lnTo>
                  <a:lnTo>
                    <a:pt x="2578410" y="322750"/>
                  </a:lnTo>
                  <a:lnTo>
                    <a:pt x="2650033" y="318415"/>
                  </a:lnTo>
                  <a:lnTo>
                    <a:pt x="2721655" y="314057"/>
                  </a:lnTo>
                  <a:lnTo>
                    <a:pt x="2793278" y="309677"/>
                  </a:lnTo>
                  <a:lnTo>
                    <a:pt x="2864901" y="305274"/>
                  </a:lnTo>
                  <a:lnTo>
                    <a:pt x="2936523" y="300847"/>
                  </a:lnTo>
                  <a:lnTo>
                    <a:pt x="3008146" y="296397"/>
                  </a:lnTo>
                  <a:lnTo>
                    <a:pt x="3079768" y="291924"/>
                  </a:lnTo>
                  <a:lnTo>
                    <a:pt x="3151391" y="287427"/>
                  </a:lnTo>
                  <a:lnTo>
                    <a:pt x="3223013" y="282907"/>
                  </a:lnTo>
                  <a:lnTo>
                    <a:pt x="3294636" y="278362"/>
                  </a:lnTo>
                  <a:lnTo>
                    <a:pt x="3366258" y="273794"/>
                  </a:lnTo>
                  <a:lnTo>
                    <a:pt x="3437881" y="269202"/>
                  </a:lnTo>
                  <a:lnTo>
                    <a:pt x="3509503" y="264586"/>
                  </a:lnTo>
                  <a:lnTo>
                    <a:pt x="3581126" y="259945"/>
                  </a:lnTo>
                  <a:lnTo>
                    <a:pt x="3652748" y="255280"/>
                  </a:lnTo>
                  <a:lnTo>
                    <a:pt x="3724371" y="250591"/>
                  </a:lnTo>
                  <a:lnTo>
                    <a:pt x="3795993" y="245877"/>
                  </a:lnTo>
                  <a:lnTo>
                    <a:pt x="3867616" y="241138"/>
                  </a:lnTo>
                  <a:lnTo>
                    <a:pt x="3939238" y="236374"/>
                  </a:lnTo>
                  <a:lnTo>
                    <a:pt x="4010861" y="231585"/>
                  </a:lnTo>
                  <a:lnTo>
                    <a:pt x="4082483" y="226771"/>
                  </a:lnTo>
                  <a:lnTo>
                    <a:pt x="4154106" y="221932"/>
                  </a:lnTo>
                  <a:lnTo>
                    <a:pt x="4225729" y="217067"/>
                  </a:lnTo>
                  <a:lnTo>
                    <a:pt x="4297351" y="212177"/>
                  </a:lnTo>
                  <a:lnTo>
                    <a:pt x="4368974" y="207261"/>
                  </a:lnTo>
                  <a:lnTo>
                    <a:pt x="4440596" y="202319"/>
                  </a:lnTo>
                  <a:lnTo>
                    <a:pt x="4512219" y="197351"/>
                  </a:lnTo>
                  <a:lnTo>
                    <a:pt x="4583841" y="192357"/>
                  </a:lnTo>
                  <a:lnTo>
                    <a:pt x="4655464" y="187337"/>
                  </a:lnTo>
                  <a:lnTo>
                    <a:pt x="4727086" y="182291"/>
                  </a:lnTo>
                  <a:lnTo>
                    <a:pt x="4798709" y="177217"/>
                  </a:lnTo>
                  <a:lnTo>
                    <a:pt x="4870331" y="172118"/>
                  </a:lnTo>
                  <a:lnTo>
                    <a:pt x="4941954" y="166991"/>
                  </a:lnTo>
                  <a:lnTo>
                    <a:pt x="5013576" y="161837"/>
                  </a:lnTo>
                  <a:lnTo>
                    <a:pt x="5085199" y="156657"/>
                  </a:lnTo>
                  <a:lnTo>
                    <a:pt x="5156821" y="151449"/>
                  </a:lnTo>
                  <a:lnTo>
                    <a:pt x="5228444" y="146214"/>
                  </a:lnTo>
                  <a:lnTo>
                    <a:pt x="5300066" y="140951"/>
                  </a:lnTo>
                  <a:lnTo>
                    <a:pt x="5371689" y="135660"/>
                  </a:lnTo>
                  <a:lnTo>
                    <a:pt x="5443311" y="130342"/>
                  </a:lnTo>
                  <a:lnTo>
                    <a:pt x="5514934" y="124996"/>
                  </a:lnTo>
                  <a:lnTo>
                    <a:pt x="5586557" y="119621"/>
                  </a:lnTo>
                  <a:lnTo>
                    <a:pt x="5658179" y="114219"/>
                  </a:lnTo>
                  <a:lnTo>
                    <a:pt x="5729802" y="108788"/>
                  </a:lnTo>
                  <a:lnTo>
                    <a:pt x="5801424" y="103328"/>
                  </a:lnTo>
                  <a:lnTo>
                    <a:pt x="5873047" y="97840"/>
                  </a:lnTo>
                  <a:lnTo>
                    <a:pt x="5944669" y="92323"/>
                  </a:lnTo>
                  <a:lnTo>
                    <a:pt x="6016292" y="86777"/>
                  </a:lnTo>
                  <a:lnTo>
                    <a:pt x="6087914" y="81202"/>
                  </a:lnTo>
                  <a:lnTo>
                    <a:pt x="6159537" y="75597"/>
                  </a:lnTo>
                  <a:lnTo>
                    <a:pt x="6231159" y="69963"/>
                  </a:lnTo>
                  <a:lnTo>
                    <a:pt x="6302782" y="64299"/>
                  </a:lnTo>
                  <a:lnTo>
                    <a:pt x="6374404" y="58606"/>
                  </a:lnTo>
                  <a:lnTo>
                    <a:pt x="6446027" y="52883"/>
                  </a:lnTo>
                  <a:lnTo>
                    <a:pt x="6517649" y="47129"/>
                  </a:lnTo>
                  <a:lnTo>
                    <a:pt x="6589272" y="41346"/>
                  </a:lnTo>
                  <a:lnTo>
                    <a:pt x="6660894" y="35531"/>
                  </a:lnTo>
                  <a:lnTo>
                    <a:pt x="6732517" y="29687"/>
                  </a:lnTo>
                  <a:lnTo>
                    <a:pt x="6804139" y="23811"/>
                  </a:lnTo>
                  <a:lnTo>
                    <a:pt x="6875762" y="17905"/>
                  </a:lnTo>
                  <a:lnTo>
                    <a:pt x="6947385" y="11968"/>
                  </a:lnTo>
                  <a:lnTo>
                    <a:pt x="7019007" y="5999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47789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3947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7698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290012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03044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953669" y="5785772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4557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814957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3987536" y="5925448"/>
              <a:ext cx="14596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(mg)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75974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669789"/>
              <a:ext cx="1936790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Grade 2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2026-09-28T17:00:32Z</dcterms:modified>
  <cp:category/>
</cp:coreProperties>
</file>