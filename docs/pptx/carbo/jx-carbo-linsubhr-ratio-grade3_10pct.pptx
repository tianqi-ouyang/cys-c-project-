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291620" y="2073503"/>
              <a:ext cx="6971058" cy="3444135"/>
            </a:xfrm>
            <a:custGeom>
              <a:avLst/>
              <a:pathLst>
                <a:path w="6971058" h="3444135">
                  <a:moveTo>
                    <a:pt x="1473154" y="0"/>
                  </a:moveTo>
                  <a:lnTo>
                    <a:pt x="1527746" y="152475"/>
                  </a:lnTo>
                  <a:lnTo>
                    <a:pt x="1599369" y="341185"/>
                  </a:lnTo>
                  <a:lnTo>
                    <a:pt x="1670991" y="519204"/>
                  </a:lnTo>
                  <a:lnTo>
                    <a:pt x="1742614" y="687138"/>
                  </a:lnTo>
                  <a:lnTo>
                    <a:pt x="1814236" y="845560"/>
                  </a:lnTo>
                  <a:lnTo>
                    <a:pt x="1885859" y="995008"/>
                  </a:lnTo>
                  <a:lnTo>
                    <a:pt x="1957481" y="1135989"/>
                  </a:lnTo>
                  <a:lnTo>
                    <a:pt x="2029104" y="1268984"/>
                  </a:lnTo>
                  <a:lnTo>
                    <a:pt x="2100726" y="1394446"/>
                  </a:lnTo>
                  <a:lnTo>
                    <a:pt x="2172349" y="1512800"/>
                  </a:lnTo>
                  <a:lnTo>
                    <a:pt x="2243971" y="1624450"/>
                  </a:lnTo>
                  <a:lnTo>
                    <a:pt x="2315594" y="1729775"/>
                  </a:lnTo>
                  <a:lnTo>
                    <a:pt x="2387216" y="1829133"/>
                  </a:lnTo>
                  <a:lnTo>
                    <a:pt x="2458839" y="1922863"/>
                  </a:lnTo>
                  <a:lnTo>
                    <a:pt x="2530461" y="2011284"/>
                  </a:lnTo>
                  <a:lnTo>
                    <a:pt x="2602084" y="2094696"/>
                  </a:lnTo>
                  <a:lnTo>
                    <a:pt x="2673707" y="2173382"/>
                  </a:lnTo>
                  <a:lnTo>
                    <a:pt x="2745329" y="2247612"/>
                  </a:lnTo>
                  <a:lnTo>
                    <a:pt x="2816952" y="2317636"/>
                  </a:lnTo>
                  <a:lnTo>
                    <a:pt x="2888574" y="2383693"/>
                  </a:lnTo>
                  <a:lnTo>
                    <a:pt x="2960197" y="2446009"/>
                  </a:lnTo>
                  <a:lnTo>
                    <a:pt x="3031819" y="2504795"/>
                  </a:lnTo>
                  <a:lnTo>
                    <a:pt x="3103442" y="2560250"/>
                  </a:lnTo>
                  <a:lnTo>
                    <a:pt x="3175064" y="2612564"/>
                  </a:lnTo>
                  <a:lnTo>
                    <a:pt x="3246687" y="2658449"/>
                  </a:lnTo>
                  <a:lnTo>
                    <a:pt x="3318309" y="2684254"/>
                  </a:lnTo>
                  <a:lnTo>
                    <a:pt x="3389932" y="2709252"/>
                  </a:lnTo>
                  <a:lnTo>
                    <a:pt x="3461554" y="2733469"/>
                  </a:lnTo>
                  <a:lnTo>
                    <a:pt x="3533177" y="2756928"/>
                  </a:lnTo>
                  <a:lnTo>
                    <a:pt x="3604799" y="2779654"/>
                  </a:lnTo>
                  <a:lnTo>
                    <a:pt x="3676422" y="2801669"/>
                  </a:lnTo>
                  <a:lnTo>
                    <a:pt x="3748044" y="2822996"/>
                  </a:lnTo>
                  <a:lnTo>
                    <a:pt x="3819667" y="2843656"/>
                  </a:lnTo>
                  <a:lnTo>
                    <a:pt x="3891289" y="2863670"/>
                  </a:lnTo>
                  <a:lnTo>
                    <a:pt x="3962912" y="2883058"/>
                  </a:lnTo>
                  <a:lnTo>
                    <a:pt x="4034535" y="2901841"/>
                  </a:lnTo>
                  <a:lnTo>
                    <a:pt x="4106157" y="2920035"/>
                  </a:lnTo>
                  <a:lnTo>
                    <a:pt x="4177780" y="2937661"/>
                  </a:lnTo>
                  <a:lnTo>
                    <a:pt x="4249402" y="2954736"/>
                  </a:lnTo>
                  <a:lnTo>
                    <a:pt x="4321025" y="2971277"/>
                  </a:lnTo>
                  <a:lnTo>
                    <a:pt x="4392647" y="2987301"/>
                  </a:lnTo>
                  <a:lnTo>
                    <a:pt x="4464270" y="3002823"/>
                  </a:lnTo>
                  <a:lnTo>
                    <a:pt x="4535892" y="3017860"/>
                  </a:lnTo>
                  <a:lnTo>
                    <a:pt x="4607515" y="3032428"/>
                  </a:lnTo>
                  <a:lnTo>
                    <a:pt x="4679137" y="3046539"/>
                  </a:lnTo>
                  <a:lnTo>
                    <a:pt x="4750760" y="3060210"/>
                  </a:lnTo>
                  <a:lnTo>
                    <a:pt x="4822382" y="3073453"/>
                  </a:lnTo>
                  <a:lnTo>
                    <a:pt x="4894005" y="3086282"/>
                  </a:lnTo>
                  <a:lnTo>
                    <a:pt x="4965627" y="3098709"/>
                  </a:lnTo>
                  <a:lnTo>
                    <a:pt x="5037250" y="3110748"/>
                  </a:lnTo>
                  <a:lnTo>
                    <a:pt x="5108872" y="3122411"/>
                  </a:lnTo>
                  <a:lnTo>
                    <a:pt x="5180495" y="3133709"/>
                  </a:lnTo>
                  <a:lnTo>
                    <a:pt x="5252117" y="3144654"/>
                  </a:lnTo>
                  <a:lnTo>
                    <a:pt x="5323740" y="3155257"/>
                  </a:lnTo>
                  <a:lnTo>
                    <a:pt x="5395363" y="3165528"/>
                  </a:lnTo>
                  <a:lnTo>
                    <a:pt x="5466985" y="3175478"/>
                  </a:lnTo>
                  <a:lnTo>
                    <a:pt x="5538608" y="3185116"/>
                  </a:lnTo>
                  <a:lnTo>
                    <a:pt x="5610230" y="3194454"/>
                  </a:lnTo>
                  <a:lnTo>
                    <a:pt x="5681853" y="3203499"/>
                  </a:lnTo>
                  <a:lnTo>
                    <a:pt x="5753475" y="3212262"/>
                  </a:lnTo>
                  <a:lnTo>
                    <a:pt x="5825098" y="3220751"/>
                  </a:lnTo>
                  <a:lnTo>
                    <a:pt x="5896720" y="3228974"/>
                  </a:lnTo>
                  <a:lnTo>
                    <a:pt x="5968343" y="3236940"/>
                  </a:lnTo>
                  <a:lnTo>
                    <a:pt x="6039965" y="3244657"/>
                  </a:lnTo>
                  <a:lnTo>
                    <a:pt x="6111588" y="3252133"/>
                  </a:lnTo>
                  <a:lnTo>
                    <a:pt x="6183210" y="3259375"/>
                  </a:lnTo>
                  <a:lnTo>
                    <a:pt x="6254833" y="3266390"/>
                  </a:lnTo>
                  <a:lnTo>
                    <a:pt x="6326455" y="3273187"/>
                  </a:lnTo>
                  <a:lnTo>
                    <a:pt x="6398078" y="3279770"/>
                  </a:lnTo>
                  <a:lnTo>
                    <a:pt x="6469700" y="3286148"/>
                  </a:lnTo>
                  <a:lnTo>
                    <a:pt x="6541323" y="3292327"/>
                  </a:lnTo>
                  <a:lnTo>
                    <a:pt x="6612945" y="3298312"/>
                  </a:lnTo>
                  <a:lnTo>
                    <a:pt x="6684568" y="3304110"/>
                  </a:lnTo>
                  <a:lnTo>
                    <a:pt x="6756191" y="3309727"/>
                  </a:lnTo>
                  <a:lnTo>
                    <a:pt x="6827813" y="3315168"/>
                  </a:lnTo>
                  <a:lnTo>
                    <a:pt x="6899436" y="3320439"/>
                  </a:lnTo>
                  <a:lnTo>
                    <a:pt x="6971058" y="3325545"/>
                  </a:lnTo>
                  <a:lnTo>
                    <a:pt x="6971058" y="3444135"/>
                  </a:lnTo>
                  <a:lnTo>
                    <a:pt x="6899436" y="3441756"/>
                  </a:lnTo>
                  <a:lnTo>
                    <a:pt x="6827813" y="3439234"/>
                  </a:lnTo>
                  <a:lnTo>
                    <a:pt x="6756191" y="3436562"/>
                  </a:lnTo>
                  <a:lnTo>
                    <a:pt x="6684568" y="3433728"/>
                  </a:lnTo>
                  <a:lnTo>
                    <a:pt x="6612945" y="3430725"/>
                  </a:lnTo>
                  <a:lnTo>
                    <a:pt x="6541323" y="3427541"/>
                  </a:lnTo>
                  <a:lnTo>
                    <a:pt x="6469700" y="3424165"/>
                  </a:lnTo>
                  <a:lnTo>
                    <a:pt x="6398078" y="3420588"/>
                  </a:lnTo>
                  <a:lnTo>
                    <a:pt x="6326455" y="3416795"/>
                  </a:lnTo>
                  <a:lnTo>
                    <a:pt x="6254833" y="3412775"/>
                  </a:lnTo>
                  <a:lnTo>
                    <a:pt x="6183210" y="3408513"/>
                  </a:lnTo>
                  <a:lnTo>
                    <a:pt x="6111588" y="3403995"/>
                  </a:lnTo>
                  <a:lnTo>
                    <a:pt x="6039965" y="3399206"/>
                  </a:lnTo>
                  <a:lnTo>
                    <a:pt x="5968343" y="3394129"/>
                  </a:lnTo>
                  <a:lnTo>
                    <a:pt x="5896720" y="3388748"/>
                  </a:lnTo>
                  <a:lnTo>
                    <a:pt x="5825098" y="3383043"/>
                  </a:lnTo>
                  <a:lnTo>
                    <a:pt x="5753475" y="3376996"/>
                  </a:lnTo>
                  <a:lnTo>
                    <a:pt x="5681853" y="3370586"/>
                  </a:lnTo>
                  <a:lnTo>
                    <a:pt x="5610230" y="3363791"/>
                  </a:lnTo>
                  <a:lnTo>
                    <a:pt x="5538608" y="3356587"/>
                  </a:lnTo>
                  <a:lnTo>
                    <a:pt x="5466985" y="3348952"/>
                  </a:lnTo>
                  <a:lnTo>
                    <a:pt x="5395363" y="3340857"/>
                  </a:lnTo>
                  <a:lnTo>
                    <a:pt x="5323740" y="3332277"/>
                  </a:lnTo>
                  <a:lnTo>
                    <a:pt x="5252117" y="3323181"/>
                  </a:lnTo>
                  <a:lnTo>
                    <a:pt x="5180495" y="3313539"/>
                  </a:lnTo>
                  <a:lnTo>
                    <a:pt x="5108872" y="3303318"/>
                  </a:lnTo>
                  <a:lnTo>
                    <a:pt x="5037250" y="3292484"/>
                  </a:lnTo>
                  <a:lnTo>
                    <a:pt x="4965627" y="3280999"/>
                  </a:lnTo>
                  <a:lnTo>
                    <a:pt x="4894005" y="3268824"/>
                  </a:lnTo>
                  <a:lnTo>
                    <a:pt x="4822382" y="3255918"/>
                  </a:lnTo>
                  <a:lnTo>
                    <a:pt x="4750760" y="3242237"/>
                  </a:lnTo>
                  <a:lnTo>
                    <a:pt x="4679137" y="3227734"/>
                  </a:lnTo>
                  <a:lnTo>
                    <a:pt x="4607515" y="3212361"/>
                  </a:lnTo>
                  <a:lnTo>
                    <a:pt x="4535892" y="3196064"/>
                  </a:lnTo>
                  <a:lnTo>
                    <a:pt x="4464270" y="3178789"/>
                  </a:lnTo>
                  <a:lnTo>
                    <a:pt x="4392647" y="3160477"/>
                  </a:lnTo>
                  <a:lnTo>
                    <a:pt x="4321025" y="3141065"/>
                  </a:lnTo>
                  <a:lnTo>
                    <a:pt x="4249402" y="3120487"/>
                  </a:lnTo>
                  <a:lnTo>
                    <a:pt x="4177780" y="3098673"/>
                  </a:lnTo>
                  <a:lnTo>
                    <a:pt x="4106157" y="3075550"/>
                  </a:lnTo>
                  <a:lnTo>
                    <a:pt x="4034535" y="3051038"/>
                  </a:lnTo>
                  <a:lnTo>
                    <a:pt x="3962912" y="3025054"/>
                  </a:lnTo>
                  <a:lnTo>
                    <a:pt x="3891289" y="2997510"/>
                  </a:lnTo>
                  <a:lnTo>
                    <a:pt x="3819667" y="2968311"/>
                  </a:lnTo>
                  <a:lnTo>
                    <a:pt x="3748044" y="2937360"/>
                  </a:lnTo>
                  <a:lnTo>
                    <a:pt x="3676422" y="2904550"/>
                  </a:lnTo>
                  <a:lnTo>
                    <a:pt x="3604799" y="2869769"/>
                  </a:lnTo>
                  <a:lnTo>
                    <a:pt x="3533177" y="2832900"/>
                  </a:lnTo>
                  <a:lnTo>
                    <a:pt x="3461554" y="2793817"/>
                  </a:lnTo>
                  <a:lnTo>
                    <a:pt x="3389932" y="2752387"/>
                  </a:lnTo>
                  <a:lnTo>
                    <a:pt x="3318309" y="2708470"/>
                  </a:lnTo>
                  <a:lnTo>
                    <a:pt x="3246687" y="2661915"/>
                  </a:lnTo>
                  <a:lnTo>
                    <a:pt x="3175064" y="2631811"/>
                  </a:lnTo>
                  <a:lnTo>
                    <a:pt x="3103442" y="2604313"/>
                  </a:lnTo>
                  <a:lnTo>
                    <a:pt x="3031819" y="2575928"/>
                  </a:lnTo>
                  <a:lnTo>
                    <a:pt x="2960197" y="2546626"/>
                  </a:lnTo>
                  <a:lnTo>
                    <a:pt x="2888574" y="2516379"/>
                  </a:lnTo>
                  <a:lnTo>
                    <a:pt x="2816952" y="2485156"/>
                  </a:lnTo>
                  <a:lnTo>
                    <a:pt x="2745329" y="2452924"/>
                  </a:lnTo>
                  <a:lnTo>
                    <a:pt x="2673707" y="2419653"/>
                  </a:lnTo>
                  <a:lnTo>
                    <a:pt x="2602084" y="2385307"/>
                  </a:lnTo>
                  <a:lnTo>
                    <a:pt x="2530461" y="2349853"/>
                  </a:lnTo>
                  <a:lnTo>
                    <a:pt x="2458839" y="2313255"/>
                  </a:lnTo>
                  <a:lnTo>
                    <a:pt x="2387216" y="2275475"/>
                  </a:lnTo>
                  <a:lnTo>
                    <a:pt x="2315594" y="2236476"/>
                  </a:lnTo>
                  <a:lnTo>
                    <a:pt x="2243971" y="2196218"/>
                  </a:lnTo>
                  <a:lnTo>
                    <a:pt x="2172349" y="2154661"/>
                  </a:lnTo>
                  <a:lnTo>
                    <a:pt x="2100726" y="2111762"/>
                  </a:lnTo>
                  <a:lnTo>
                    <a:pt x="2029104" y="2067479"/>
                  </a:lnTo>
                  <a:lnTo>
                    <a:pt x="1957481" y="2021766"/>
                  </a:lnTo>
                  <a:lnTo>
                    <a:pt x="1885859" y="1974578"/>
                  </a:lnTo>
                  <a:lnTo>
                    <a:pt x="1814236" y="1925867"/>
                  </a:lnTo>
                  <a:lnTo>
                    <a:pt x="1742614" y="1875584"/>
                  </a:lnTo>
                  <a:lnTo>
                    <a:pt x="1670991" y="1823677"/>
                  </a:lnTo>
                  <a:lnTo>
                    <a:pt x="1599369" y="1770096"/>
                  </a:lnTo>
                  <a:lnTo>
                    <a:pt x="1527746" y="1714785"/>
                  </a:lnTo>
                  <a:lnTo>
                    <a:pt x="1456124" y="1657688"/>
                  </a:lnTo>
                  <a:lnTo>
                    <a:pt x="1384501" y="1598749"/>
                  </a:lnTo>
                  <a:lnTo>
                    <a:pt x="1312879" y="1537907"/>
                  </a:lnTo>
                  <a:lnTo>
                    <a:pt x="1241256" y="1475102"/>
                  </a:lnTo>
                  <a:lnTo>
                    <a:pt x="1169633" y="1410269"/>
                  </a:lnTo>
                  <a:lnTo>
                    <a:pt x="1098011" y="1343344"/>
                  </a:lnTo>
                  <a:lnTo>
                    <a:pt x="1026388" y="1274259"/>
                  </a:lnTo>
                  <a:lnTo>
                    <a:pt x="954766" y="1202944"/>
                  </a:lnTo>
                  <a:lnTo>
                    <a:pt x="883143" y="1129327"/>
                  </a:lnTo>
                  <a:lnTo>
                    <a:pt x="811521" y="1053333"/>
                  </a:lnTo>
                  <a:lnTo>
                    <a:pt x="739898" y="974888"/>
                  </a:lnTo>
                  <a:lnTo>
                    <a:pt x="668276" y="893910"/>
                  </a:lnTo>
                  <a:lnTo>
                    <a:pt x="596653" y="810318"/>
                  </a:lnTo>
                  <a:lnTo>
                    <a:pt x="525031" y="724028"/>
                  </a:lnTo>
                  <a:lnTo>
                    <a:pt x="453408" y="634953"/>
                  </a:lnTo>
                  <a:lnTo>
                    <a:pt x="381786" y="543004"/>
                  </a:lnTo>
                  <a:lnTo>
                    <a:pt x="310163" y="448086"/>
                  </a:lnTo>
                  <a:lnTo>
                    <a:pt x="238541" y="350104"/>
                  </a:lnTo>
                  <a:lnTo>
                    <a:pt x="166918" y="248961"/>
                  </a:lnTo>
                  <a:lnTo>
                    <a:pt x="95296" y="144552"/>
                  </a:lnTo>
                  <a:lnTo>
                    <a:pt x="23673" y="36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64775" y="2073503"/>
              <a:ext cx="5497904" cy="3325545"/>
            </a:xfrm>
            <a:custGeom>
              <a:avLst/>
              <a:pathLst>
                <a:path w="5497904" h="3325545">
                  <a:moveTo>
                    <a:pt x="0" y="0"/>
                  </a:moveTo>
                  <a:lnTo>
                    <a:pt x="54592" y="152475"/>
                  </a:lnTo>
                  <a:lnTo>
                    <a:pt x="126214" y="341185"/>
                  </a:lnTo>
                  <a:lnTo>
                    <a:pt x="197837" y="519204"/>
                  </a:lnTo>
                  <a:lnTo>
                    <a:pt x="269459" y="687138"/>
                  </a:lnTo>
                  <a:lnTo>
                    <a:pt x="341082" y="845560"/>
                  </a:lnTo>
                  <a:lnTo>
                    <a:pt x="412705" y="995008"/>
                  </a:lnTo>
                  <a:lnTo>
                    <a:pt x="484327" y="1135989"/>
                  </a:lnTo>
                  <a:lnTo>
                    <a:pt x="555950" y="1268984"/>
                  </a:lnTo>
                  <a:lnTo>
                    <a:pt x="627572" y="1394446"/>
                  </a:lnTo>
                  <a:lnTo>
                    <a:pt x="699195" y="1512800"/>
                  </a:lnTo>
                  <a:lnTo>
                    <a:pt x="770817" y="1624450"/>
                  </a:lnTo>
                  <a:lnTo>
                    <a:pt x="842440" y="1729775"/>
                  </a:lnTo>
                  <a:lnTo>
                    <a:pt x="914062" y="1829133"/>
                  </a:lnTo>
                  <a:lnTo>
                    <a:pt x="985685" y="1922863"/>
                  </a:lnTo>
                  <a:lnTo>
                    <a:pt x="1057307" y="2011284"/>
                  </a:lnTo>
                  <a:lnTo>
                    <a:pt x="1128930" y="2094696"/>
                  </a:lnTo>
                  <a:lnTo>
                    <a:pt x="1200552" y="2173382"/>
                  </a:lnTo>
                  <a:lnTo>
                    <a:pt x="1272175" y="2247612"/>
                  </a:lnTo>
                  <a:lnTo>
                    <a:pt x="1343797" y="2317636"/>
                  </a:lnTo>
                  <a:lnTo>
                    <a:pt x="1415420" y="2383693"/>
                  </a:lnTo>
                  <a:lnTo>
                    <a:pt x="1487042" y="2446009"/>
                  </a:lnTo>
                  <a:lnTo>
                    <a:pt x="1558665" y="2504795"/>
                  </a:lnTo>
                  <a:lnTo>
                    <a:pt x="1630287" y="2560250"/>
                  </a:lnTo>
                  <a:lnTo>
                    <a:pt x="1701910" y="2612564"/>
                  </a:lnTo>
                  <a:lnTo>
                    <a:pt x="1773533" y="2658449"/>
                  </a:lnTo>
                  <a:lnTo>
                    <a:pt x="1845155" y="2684254"/>
                  </a:lnTo>
                  <a:lnTo>
                    <a:pt x="1916778" y="2709252"/>
                  </a:lnTo>
                  <a:lnTo>
                    <a:pt x="1988400" y="2733469"/>
                  </a:lnTo>
                  <a:lnTo>
                    <a:pt x="2060023" y="2756928"/>
                  </a:lnTo>
                  <a:lnTo>
                    <a:pt x="2131645" y="2779654"/>
                  </a:lnTo>
                  <a:lnTo>
                    <a:pt x="2203268" y="2801669"/>
                  </a:lnTo>
                  <a:lnTo>
                    <a:pt x="2274890" y="2822996"/>
                  </a:lnTo>
                  <a:lnTo>
                    <a:pt x="2346513" y="2843656"/>
                  </a:lnTo>
                  <a:lnTo>
                    <a:pt x="2418135" y="2863670"/>
                  </a:lnTo>
                  <a:lnTo>
                    <a:pt x="2489758" y="2883058"/>
                  </a:lnTo>
                  <a:lnTo>
                    <a:pt x="2561380" y="2901841"/>
                  </a:lnTo>
                  <a:lnTo>
                    <a:pt x="2633003" y="2920035"/>
                  </a:lnTo>
                  <a:lnTo>
                    <a:pt x="2704625" y="2937661"/>
                  </a:lnTo>
                  <a:lnTo>
                    <a:pt x="2776248" y="2954736"/>
                  </a:lnTo>
                  <a:lnTo>
                    <a:pt x="2847870" y="2971277"/>
                  </a:lnTo>
                  <a:lnTo>
                    <a:pt x="2919493" y="2987301"/>
                  </a:lnTo>
                  <a:lnTo>
                    <a:pt x="2991115" y="3002823"/>
                  </a:lnTo>
                  <a:lnTo>
                    <a:pt x="3062738" y="3017860"/>
                  </a:lnTo>
                  <a:lnTo>
                    <a:pt x="3134361" y="3032428"/>
                  </a:lnTo>
                  <a:lnTo>
                    <a:pt x="3205983" y="3046539"/>
                  </a:lnTo>
                  <a:lnTo>
                    <a:pt x="3277606" y="3060210"/>
                  </a:lnTo>
                  <a:lnTo>
                    <a:pt x="3349228" y="3073453"/>
                  </a:lnTo>
                  <a:lnTo>
                    <a:pt x="3420851" y="3086282"/>
                  </a:lnTo>
                  <a:lnTo>
                    <a:pt x="3492473" y="3098709"/>
                  </a:lnTo>
                  <a:lnTo>
                    <a:pt x="3564096" y="3110748"/>
                  </a:lnTo>
                  <a:lnTo>
                    <a:pt x="3635718" y="3122411"/>
                  </a:lnTo>
                  <a:lnTo>
                    <a:pt x="3707341" y="3133709"/>
                  </a:lnTo>
                  <a:lnTo>
                    <a:pt x="3778963" y="3144654"/>
                  </a:lnTo>
                  <a:lnTo>
                    <a:pt x="3850586" y="3155257"/>
                  </a:lnTo>
                  <a:lnTo>
                    <a:pt x="3922208" y="3165528"/>
                  </a:lnTo>
                  <a:lnTo>
                    <a:pt x="3993831" y="3175478"/>
                  </a:lnTo>
                  <a:lnTo>
                    <a:pt x="4065453" y="3185116"/>
                  </a:lnTo>
                  <a:lnTo>
                    <a:pt x="4137076" y="3194454"/>
                  </a:lnTo>
                  <a:lnTo>
                    <a:pt x="4208698" y="3203499"/>
                  </a:lnTo>
                  <a:lnTo>
                    <a:pt x="4280321" y="3212262"/>
                  </a:lnTo>
                  <a:lnTo>
                    <a:pt x="4351943" y="3220751"/>
                  </a:lnTo>
                  <a:lnTo>
                    <a:pt x="4423566" y="3228974"/>
                  </a:lnTo>
                  <a:lnTo>
                    <a:pt x="4495189" y="3236940"/>
                  </a:lnTo>
                  <a:lnTo>
                    <a:pt x="4566811" y="3244657"/>
                  </a:lnTo>
                  <a:lnTo>
                    <a:pt x="4638434" y="3252133"/>
                  </a:lnTo>
                  <a:lnTo>
                    <a:pt x="4710056" y="3259375"/>
                  </a:lnTo>
                  <a:lnTo>
                    <a:pt x="4781679" y="3266390"/>
                  </a:lnTo>
                  <a:lnTo>
                    <a:pt x="4853301" y="3273187"/>
                  </a:lnTo>
                  <a:lnTo>
                    <a:pt x="4924924" y="3279770"/>
                  </a:lnTo>
                  <a:lnTo>
                    <a:pt x="4996546" y="3286148"/>
                  </a:lnTo>
                  <a:lnTo>
                    <a:pt x="5068169" y="3292327"/>
                  </a:lnTo>
                  <a:lnTo>
                    <a:pt x="5139791" y="3298312"/>
                  </a:lnTo>
                  <a:lnTo>
                    <a:pt x="5211414" y="3304110"/>
                  </a:lnTo>
                  <a:lnTo>
                    <a:pt x="5283036" y="3309727"/>
                  </a:lnTo>
                  <a:lnTo>
                    <a:pt x="5354659" y="3315168"/>
                  </a:lnTo>
                  <a:lnTo>
                    <a:pt x="5426281" y="3320439"/>
                  </a:lnTo>
                  <a:lnTo>
                    <a:pt x="5497904" y="33255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91620" y="2073503"/>
              <a:ext cx="6971058" cy="3444135"/>
            </a:xfrm>
            <a:custGeom>
              <a:avLst/>
              <a:pathLst>
                <a:path w="6971058" h="3444135">
                  <a:moveTo>
                    <a:pt x="6971058" y="3444135"/>
                  </a:moveTo>
                  <a:lnTo>
                    <a:pt x="6899436" y="3441756"/>
                  </a:lnTo>
                  <a:lnTo>
                    <a:pt x="6827813" y="3439234"/>
                  </a:lnTo>
                  <a:lnTo>
                    <a:pt x="6756191" y="3436562"/>
                  </a:lnTo>
                  <a:lnTo>
                    <a:pt x="6684568" y="3433728"/>
                  </a:lnTo>
                  <a:lnTo>
                    <a:pt x="6612945" y="3430725"/>
                  </a:lnTo>
                  <a:lnTo>
                    <a:pt x="6541323" y="3427541"/>
                  </a:lnTo>
                  <a:lnTo>
                    <a:pt x="6469700" y="3424165"/>
                  </a:lnTo>
                  <a:lnTo>
                    <a:pt x="6398078" y="3420588"/>
                  </a:lnTo>
                  <a:lnTo>
                    <a:pt x="6326455" y="3416795"/>
                  </a:lnTo>
                  <a:lnTo>
                    <a:pt x="6254833" y="3412775"/>
                  </a:lnTo>
                  <a:lnTo>
                    <a:pt x="6183210" y="3408513"/>
                  </a:lnTo>
                  <a:lnTo>
                    <a:pt x="6111588" y="3403995"/>
                  </a:lnTo>
                  <a:lnTo>
                    <a:pt x="6039965" y="3399206"/>
                  </a:lnTo>
                  <a:lnTo>
                    <a:pt x="5968343" y="3394129"/>
                  </a:lnTo>
                  <a:lnTo>
                    <a:pt x="5896720" y="3388748"/>
                  </a:lnTo>
                  <a:lnTo>
                    <a:pt x="5825098" y="3383043"/>
                  </a:lnTo>
                  <a:lnTo>
                    <a:pt x="5753475" y="3376996"/>
                  </a:lnTo>
                  <a:lnTo>
                    <a:pt x="5681853" y="3370586"/>
                  </a:lnTo>
                  <a:lnTo>
                    <a:pt x="5610230" y="3363791"/>
                  </a:lnTo>
                  <a:lnTo>
                    <a:pt x="5538608" y="3356587"/>
                  </a:lnTo>
                  <a:lnTo>
                    <a:pt x="5466985" y="3348952"/>
                  </a:lnTo>
                  <a:lnTo>
                    <a:pt x="5395363" y="3340857"/>
                  </a:lnTo>
                  <a:lnTo>
                    <a:pt x="5323740" y="3332277"/>
                  </a:lnTo>
                  <a:lnTo>
                    <a:pt x="5252117" y="3323181"/>
                  </a:lnTo>
                  <a:lnTo>
                    <a:pt x="5180495" y="3313539"/>
                  </a:lnTo>
                  <a:lnTo>
                    <a:pt x="5108872" y="3303318"/>
                  </a:lnTo>
                  <a:lnTo>
                    <a:pt x="5037250" y="3292484"/>
                  </a:lnTo>
                  <a:lnTo>
                    <a:pt x="4965627" y="3280999"/>
                  </a:lnTo>
                  <a:lnTo>
                    <a:pt x="4894005" y="3268824"/>
                  </a:lnTo>
                  <a:lnTo>
                    <a:pt x="4822382" y="3255918"/>
                  </a:lnTo>
                  <a:lnTo>
                    <a:pt x="4750760" y="3242237"/>
                  </a:lnTo>
                  <a:lnTo>
                    <a:pt x="4679137" y="3227734"/>
                  </a:lnTo>
                  <a:lnTo>
                    <a:pt x="4607515" y="3212361"/>
                  </a:lnTo>
                  <a:lnTo>
                    <a:pt x="4535892" y="3196064"/>
                  </a:lnTo>
                  <a:lnTo>
                    <a:pt x="4464270" y="3178789"/>
                  </a:lnTo>
                  <a:lnTo>
                    <a:pt x="4392647" y="3160477"/>
                  </a:lnTo>
                  <a:lnTo>
                    <a:pt x="4321025" y="3141065"/>
                  </a:lnTo>
                  <a:lnTo>
                    <a:pt x="4249402" y="3120487"/>
                  </a:lnTo>
                  <a:lnTo>
                    <a:pt x="4177780" y="3098673"/>
                  </a:lnTo>
                  <a:lnTo>
                    <a:pt x="4106157" y="3075550"/>
                  </a:lnTo>
                  <a:lnTo>
                    <a:pt x="4034535" y="3051038"/>
                  </a:lnTo>
                  <a:lnTo>
                    <a:pt x="3962912" y="3025054"/>
                  </a:lnTo>
                  <a:lnTo>
                    <a:pt x="3891289" y="2997510"/>
                  </a:lnTo>
                  <a:lnTo>
                    <a:pt x="3819667" y="2968311"/>
                  </a:lnTo>
                  <a:lnTo>
                    <a:pt x="3748044" y="2937360"/>
                  </a:lnTo>
                  <a:lnTo>
                    <a:pt x="3676422" y="2904550"/>
                  </a:lnTo>
                  <a:lnTo>
                    <a:pt x="3604799" y="2869769"/>
                  </a:lnTo>
                  <a:lnTo>
                    <a:pt x="3533177" y="2832900"/>
                  </a:lnTo>
                  <a:lnTo>
                    <a:pt x="3461554" y="2793817"/>
                  </a:lnTo>
                  <a:lnTo>
                    <a:pt x="3389932" y="2752387"/>
                  </a:lnTo>
                  <a:lnTo>
                    <a:pt x="3318309" y="2708470"/>
                  </a:lnTo>
                  <a:lnTo>
                    <a:pt x="3246687" y="2661915"/>
                  </a:lnTo>
                  <a:lnTo>
                    <a:pt x="3175064" y="2631811"/>
                  </a:lnTo>
                  <a:lnTo>
                    <a:pt x="3103442" y="2604313"/>
                  </a:lnTo>
                  <a:lnTo>
                    <a:pt x="3031819" y="2575928"/>
                  </a:lnTo>
                  <a:lnTo>
                    <a:pt x="2960197" y="2546626"/>
                  </a:lnTo>
                  <a:lnTo>
                    <a:pt x="2888574" y="2516379"/>
                  </a:lnTo>
                  <a:lnTo>
                    <a:pt x="2816952" y="2485156"/>
                  </a:lnTo>
                  <a:lnTo>
                    <a:pt x="2745329" y="2452924"/>
                  </a:lnTo>
                  <a:lnTo>
                    <a:pt x="2673707" y="2419653"/>
                  </a:lnTo>
                  <a:lnTo>
                    <a:pt x="2602084" y="2385307"/>
                  </a:lnTo>
                  <a:lnTo>
                    <a:pt x="2530461" y="2349853"/>
                  </a:lnTo>
                  <a:lnTo>
                    <a:pt x="2458839" y="2313255"/>
                  </a:lnTo>
                  <a:lnTo>
                    <a:pt x="2387216" y="2275475"/>
                  </a:lnTo>
                  <a:lnTo>
                    <a:pt x="2315594" y="2236476"/>
                  </a:lnTo>
                  <a:lnTo>
                    <a:pt x="2243971" y="2196218"/>
                  </a:lnTo>
                  <a:lnTo>
                    <a:pt x="2172349" y="2154661"/>
                  </a:lnTo>
                  <a:lnTo>
                    <a:pt x="2100726" y="2111762"/>
                  </a:lnTo>
                  <a:lnTo>
                    <a:pt x="2029104" y="2067479"/>
                  </a:lnTo>
                  <a:lnTo>
                    <a:pt x="1957481" y="2021766"/>
                  </a:lnTo>
                  <a:lnTo>
                    <a:pt x="1885859" y="1974578"/>
                  </a:lnTo>
                  <a:lnTo>
                    <a:pt x="1814236" y="1925867"/>
                  </a:lnTo>
                  <a:lnTo>
                    <a:pt x="1742614" y="1875584"/>
                  </a:lnTo>
                  <a:lnTo>
                    <a:pt x="1670991" y="1823677"/>
                  </a:lnTo>
                  <a:lnTo>
                    <a:pt x="1599369" y="1770096"/>
                  </a:lnTo>
                  <a:lnTo>
                    <a:pt x="1527746" y="1714785"/>
                  </a:lnTo>
                  <a:lnTo>
                    <a:pt x="1456124" y="1657688"/>
                  </a:lnTo>
                  <a:lnTo>
                    <a:pt x="1384501" y="1598749"/>
                  </a:lnTo>
                  <a:lnTo>
                    <a:pt x="1312879" y="1537907"/>
                  </a:lnTo>
                  <a:lnTo>
                    <a:pt x="1241256" y="1475102"/>
                  </a:lnTo>
                  <a:lnTo>
                    <a:pt x="1169633" y="1410269"/>
                  </a:lnTo>
                  <a:lnTo>
                    <a:pt x="1098011" y="1343344"/>
                  </a:lnTo>
                  <a:lnTo>
                    <a:pt x="1026388" y="1274259"/>
                  </a:lnTo>
                  <a:lnTo>
                    <a:pt x="954766" y="1202944"/>
                  </a:lnTo>
                  <a:lnTo>
                    <a:pt x="883143" y="1129327"/>
                  </a:lnTo>
                  <a:lnTo>
                    <a:pt x="811521" y="1053333"/>
                  </a:lnTo>
                  <a:lnTo>
                    <a:pt x="739898" y="974888"/>
                  </a:lnTo>
                  <a:lnTo>
                    <a:pt x="668276" y="893910"/>
                  </a:lnTo>
                  <a:lnTo>
                    <a:pt x="596653" y="810318"/>
                  </a:lnTo>
                  <a:lnTo>
                    <a:pt x="525031" y="724028"/>
                  </a:lnTo>
                  <a:lnTo>
                    <a:pt x="453408" y="634953"/>
                  </a:lnTo>
                  <a:lnTo>
                    <a:pt x="381786" y="543004"/>
                  </a:lnTo>
                  <a:lnTo>
                    <a:pt x="310163" y="448086"/>
                  </a:lnTo>
                  <a:lnTo>
                    <a:pt x="238541" y="350104"/>
                  </a:lnTo>
                  <a:lnTo>
                    <a:pt x="166918" y="248961"/>
                  </a:lnTo>
                  <a:lnTo>
                    <a:pt x="95296" y="144552"/>
                  </a:lnTo>
                  <a:lnTo>
                    <a:pt x="23673" y="367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44978" y="2073503"/>
              <a:ext cx="6017700" cy="3404584"/>
            </a:xfrm>
            <a:custGeom>
              <a:avLst/>
              <a:pathLst>
                <a:path w="6017700" h="3404584">
                  <a:moveTo>
                    <a:pt x="0" y="0"/>
                  </a:moveTo>
                  <a:lnTo>
                    <a:pt x="1408" y="3153"/>
                  </a:lnTo>
                  <a:lnTo>
                    <a:pt x="73030" y="156445"/>
                  </a:lnTo>
                  <a:lnTo>
                    <a:pt x="144653" y="302985"/>
                  </a:lnTo>
                  <a:lnTo>
                    <a:pt x="216275" y="443072"/>
                  </a:lnTo>
                  <a:lnTo>
                    <a:pt x="287898" y="576989"/>
                  </a:lnTo>
                  <a:lnTo>
                    <a:pt x="359520" y="705008"/>
                  </a:lnTo>
                  <a:lnTo>
                    <a:pt x="431143" y="827389"/>
                  </a:lnTo>
                  <a:lnTo>
                    <a:pt x="502766" y="944380"/>
                  </a:lnTo>
                  <a:lnTo>
                    <a:pt x="574388" y="1056219"/>
                  </a:lnTo>
                  <a:lnTo>
                    <a:pt x="646011" y="1163132"/>
                  </a:lnTo>
                  <a:lnTo>
                    <a:pt x="717633" y="1265336"/>
                  </a:lnTo>
                  <a:lnTo>
                    <a:pt x="789256" y="1363039"/>
                  </a:lnTo>
                  <a:lnTo>
                    <a:pt x="860878" y="1456439"/>
                  </a:lnTo>
                  <a:lnTo>
                    <a:pt x="932501" y="1545725"/>
                  </a:lnTo>
                  <a:lnTo>
                    <a:pt x="1004123" y="1631080"/>
                  </a:lnTo>
                  <a:lnTo>
                    <a:pt x="1075746" y="1712675"/>
                  </a:lnTo>
                  <a:lnTo>
                    <a:pt x="1147368" y="1790676"/>
                  </a:lnTo>
                  <a:lnTo>
                    <a:pt x="1218991" y="1865242"/>
                  </a:lnTo>
                  <a:lnTo>
                    <a:pt x="1290613" y="1936524"/>
                  </a:lnTo>
                  <a:lnTo>
                    <a:pt x="1362236" y="2004667"/>
                  </a:lnTo>
                  <a:lnTo>
                    <a:pt x="1433858" y="2069808"/>
                  </a:lnTo>
                  <a:lnTo>
                    <a:pt x="1505481" y="2132081"/>
                  </a:lnTo>
                  <a:lnTo>
                    <a:pt x="1577103" y="2191611"/>
                  </a:lnTo>
                  <a:lnTo>
                    <a:pt x="1648726" y="2248519"/>
                  </a:lnTo>
                  <a:lnTo>
                    <a:pt x="1720348" y="2302920"/>
                  </a:lnTo>
                  <a:lnTo>
                    <a:pt x="1791971" y="2354926"/>
                  </a:lnTo>
                  <a:lnTo>
                    <a:pt x="1863593" y="2404642"/>
                  </a:lnTo>
                  <a:lnTo>
                    <a:pt x="1935216" y="2452167"/>
                  </a:lnTo>
                  <a:lnTo>
                    <a:pt x="2006839" y="2497600"/>
                  </a:lnTo>
                  <a:lnTo>
                    <a:pt x="2078461" y="2541032"/>
                  </a:lnTo>
                  <a:lnTo>
                    <a:pt x="2150084" y="2582551"/>
                  </a:lnTo>
                  <a:lnTo>
                    <a:pt x="2221706" y="2622241"/>
                  </a:lnTo>
                  <a:lnTo>
                    <a:pt x="2293329" y="2660184"/>
                  </a:lnTo>
                  <a:lnTo>
                    <a:pt x="2364951" y="2696455"/>
                  </a:lnTo>
                  <a:lnTo>
                    <a:pt x="2436574" y="2731129"/>
                  </a:lnTo>
                  <a:lnTo>
                    <a:pt x="2508196" y="2764275"/>
                  </a:lnTo>
                  <a:lnTo>
                    <a:pt x="2579819" y="2795962"/>
                  </a:lnTo>
                  <a:lnTo>
                    <a:pt x="2651441" y="2826254"/>
                  </a:lnTo>
                  <a:lnTo>
                    <a:pt x="2723064" y="2855211"/>
                  </a:lnTo>
                  <a:lnTo>
                    <a:pt x="2794686" y="2882893"/>
                  </a:lnTo>
                  <a:lnTo>
                    <a:pt x="2866309" y="2909355"/>
                  </a:lnTo>
                  <a:lnTo>
                    <a:pt x="2937931" y="2934653"/>
                  </a:lnTo>
                  <a:lnTo>
                    <a:pt x="3009554" y="2958836"/>
                  </a:lnTo>
                  <a:lnTo>
                    <a:pt x="3081176" y="2981954"/>
                  </a:lnTo>
                  <a:lnTo>
                    <a:pt x="3152799" y="3004054"/>
                  </a:lnTo>
                  <a:lnTo>
                    <a:pt x="3224421" y="3025180"/>
                  </a:lnTo>
                  <a:lnTo>
                    <a:pt x="3296044" y="3045376"/>
                  </a:lnTo>
                  <a:lnTo>
                    <a:pt x="3367667" y="3064683"/>
                  </a:lnTo>
                  <a:lnTo>
                    <a:pt x="3439289" y="3083139"/>
                  </a:lnTo>
                  <a:lnTo>
                    <a:pt x="3510912" y="3100783"/>
                  </a:lnTo>
                  <a:lnTo>
                    <a:pt x="3582534" y="3117649"/>
                  </a:lnTo>
                  <a:lnTo>
                    <a:pt x="3654157" y="3133773"/>
                  </a:lnTo>
                  <a:lnTo>
                    <a:pt x="3725779" y="3149187"/>
                  </a:lnTo>
                  <a:lnTo>
                    <a:pt x="3797402" y="3163921"/>
                  </a:lnTo>
                  <a:lnTo>
                    <a:pt x="3869024" y="3178007"/>
                  </a:lnTo>
                  <a:lnTo>
                    <a:pt x="3940647" y="3191472"/>
                  </a:lnTo>
                  <a:lnTo>
                    <a:pt x="4012269" y="3204345"/>
                  </a:lnTo>
                  <a:lnTo>
                    <a:pt x="4083892" y="3216650"/>
                  </a:lnTo>
                  <a:lnTo>
                    <a:pt x="4155514" y="3228413"/>
                  </a:lnTo>
                  <a:lnTo>
                    <a:pt x="4227137" y="3239659"/>
                  </a:lnTo>
                  <a:lnTo>
                    <a:pt x="4298759" y="3250409"/>
                  </a:lnTo>
                  <a:lnTo>
                    <a:pt x="4370382" y="3260685"/>
                  </a:lnTo>
                  <a:lnTo>
                    <a:pt x="4442004" y="3270509"/>
                  </a:lnTo>
                  <a:lnTo>
                    <a:pt x="4513627" y="3279901"/>
                  </a:lnTo>
                  <a:lnTo>
                    <a:pt x="4585249" y="3288879"/>
                  </a:lnTo>
                  <a:lnTo>
                    <a:pt x="4656872" y="3297461"/>
                  </a:lnTo>
                  <a:lnTo>
                    <a:pt x="4728495" y="3305665"/>
                  </a:lnTo>
                  <a:lnTo>
                    <a:pt x="4800117" y="3313508"/>
                  </a:lnTo>
                  <a:lnTo>
                    <a:pt x="4871740" y="3321006"/>
                  </a:lnTo>
                  <a:lnTo>
                    <a:pt x="4943362" y="3328173"/>
                  </a:lnTo>
                  <a:lnTo>
                    <a:pt x="5014985" y="3335025"/>
                  </a:lnTo>
                  <a:lnTo>
                    <a:pt x="5086607" y="3341575"/>
                  </a:lnTo>
                  <a:lnTo>
                    <a:pt x="5158230" y="3347837"/>
                  </a:lnTo>
                  <a:lnTo>
                    <a:pt x="5229852" y="3353822"/>
                  </a:lnTo>
                  <a:lnTo>
                    <a:pt x="5301475" y="3359544"/>
                  </a:lnTo>
                  <a:lnTo>
                    <a:pt x="5373097" y="3365014"/>
                  </a:lnTo>
                  <a:lnTo>
                    <a:pt x="5444720" y="3370244"/>
                  </a:lnTo>
                  <a:lnTo>
                    <a:pt x="5516342" y="3375243"/>
                  </a:lnTo>
                  <a:lnTo>
                    <a:pt x="5587965" y="3380021"/>
                  </a:lnTo>
                  <a:lnTo>
                    <a:pt x="5659587" y="3384589"/>
                  </a:lnTo>
                  <a:lnTo>
                    <a:pt x="5731210" y="3388957"/>
                  </a:lnTo>
                  <a:lnTo>
                    <a:pt x="5802832" y="3393131"/>
                  </a:lnTo>
                  <a:lnTo>
                    <a:pt x="5874455" y="3397122"/>
                  </a:lnTo>
                  <a:lnTo>
                    <a:pt x="5946077" y="3400937"/>
                  </a:lnTo>
                  <a:lnTo>
                    <a:pt x="6017700" y="34045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1.68 (1.44-1.96), p_Bonf = &lt;0.001 (n = 6)  |  per IQR decline (Δ = 29.9 %): 4.75 (3.00-7.52)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2026-09-28T16:51:06Z</dcterms:modified>
  <cp:category/>
</cp:coreProperties>
</file>