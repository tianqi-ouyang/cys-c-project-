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552665"/>
              <a:ext cx="7090630" cy="2585356"/>
            </a:xfrm>
            <a:custGeom>
              <a:avLst/>
              <a:pathLst>
                <a:path w="7090630" h="2585356">
                  <a:moveTo>
                    <a:pt x="0" y="0"/>
                  </a:moveTo>
                  <a:lnTo>
                    <a:pt x="71622" y="59181"/>
                  </a:lnTo>
                  <a:lnTo>
                    <a:pt x="143245" y="117197"/>
                  </a:lnTo>
                  <a:lnTo>
                    <a:pt x="214867" y="174071"/>
                  </a:lnTo>
                  <a:lnTo>
                    <a:pt x="286490" y="229824"/>
                  </a:lnTo>
                  <a:lnTo>
                    <a:pt x="358112" y="284479"/>
                  </a:lnTo>
                  <a:lnTo>
                    <a:pt x="429735" y="338057"/>
                  </a:lnTo>
                  <a:lnTo>
                    <a:pt x="501357" y="390580"/>
                  </a:lnTo>
                  <a:lnTo>
                    <a:pt x="572980" y="442069"/>
                  </a:lnTo>
                  <a:lnTo>
                    <a:pt x="644602" y="492543"/>
                  </a:lnTo>
                  <a:lnTo>
                    <a:pt x="716225" y="542023"/>
                  </a:lnTo>
                  <a:lnTo>
                    <a:pt x="787847" y="590528"/>
                  </a:lnTo>
                  <a:lnTo>
                    <a:pt x="859470" y="638078"/>
                  </a:lnTo>
                  <a:lnTo>
                    <a:pt x="931092" y="684692"/>
                  </a:lnTo>
                  <a:lnTo>
                    <a:pt x="1002715" y="730387"/>
                  </a:lnTo>
                  <a:lnTo>
                    <a:pt x="1074337" y="775182"/>
                  </a:lnTo>
                  <a:lnTo>
                    <a:pt x="1145960" y="819095"/>
                  </a:lnTo>
                  <a:lnTo>
                    <a:pt x="1217582" y="862143"/>
                  </a:lnTo>
                  <a:lnTo>
                    <a:pt x="1289205" y="904343"/>
                  </a:lnTo>
                  <a:lnTo>
                    <a:pt x="1360827" y="945712"/>
                  </a:lnTo>
                  <a:lnTo>
                    <a:pt x="1432450" y="986266"/>
                  </a:lnTo>
                  <a:lnTo>
                    <a:pt x="1504073" y="1026021"/>
                  </a:lnTo>
                  <a:lnTo>
                    <a:pt x="1575695" y="1064993"/>
                  </a:lnTo>
                  <a:lnTo>
                    <a:pt x="1647318" y="1103198"/>
                  </a:lnTo>
                  <a:lnTo>
                    <a:pt x="1718940" y="1140650"/>
                  </a:lnTo>
                  <a:lnTo>
                    <a:pt x="1790563" y="1177364"/>
                  </a:lnTo>
                  <a:lnTo>
                    <a:pt x="1862185" y="1213355"/>
                  </a:lnTo>
                  <a:lnTo>
                    <a:pt x="1933808" y="1248637"/>
                  </a:lnTo>
                  <a:lnTo>
                    <a:pt x="2005430" y="1283224"/>
                  </a:lnTo>
                  <a:lnTo>
                    <a:pt x="2077053" y="1317130"/>
                  </a:lnTo>
                  <a:lnTo>
                    <a:pt x="2148675" y="1350368"/>
                  </a:lnTo>
                  <a:lnTo>
                    <a:pt x="2220298" y="1382951"/>
                  </a:lnTo>
                  <a:lnTo>
                    <a:pt x="2291920" y="1414893"/>
                  </a:lnTo>
                  <a:lnTo>
                    <a:pt x="2363543" y="1446205"/>
                  </a:lnTo>
                  <a:lnTo>
                    <a:pt x="2435165" y="1476901"/>
                  </a:lnTo>
                  <a:lnTo>
                    <a:pt x="2506788" y="1506992"/>
                  </a:lnTo>
                  <a:lnTo>
                    <a:pt x="2578410" y="1536490"/>
                  </a:lnTo>
                  <a:lnTo>
                    <a:pt x="2650033" y="1565408"/>
                  </a:lnTo>
                  <a:lnTo>
                    <a:pt x="2721655" y="1593755"/>
                  </a:lnTo>
                  <a:lnTo>
                    <a:pt x="2793278" y="1621545"/>
                  </a:lnTo>
                  <a:lnTo>
                    <a:pt x="2864901" y="1648787"/>
                  </a:lnTo>
                  <a:lnTo>
                    <a:pt x="2936523" y="1675492"/>
                  </a:lnTo>
                  <a:lnTo>
                    <a:pt x="3008146" y="1701671"/>
                  </a:lnTo>
                  <a:lnTo>
                    <a:pt x="3079768" y="1727335"/>
                  </a:lnTo>
                  <a:lnTo>
                    <a:pt x="3151391" y="1752493"/>
                  </a:lnTo>
                  <a:lnTo>
                    <a:pt x="3223013" y="1777156"/>
                  </a:lnTo>
                  <a:lnTo>
                    <a:pt x="3294636" y="1801333"/>
                  </a:lnTo>
                  <a:lnTo>
                    <a:pt x="3366258" y="1825033"/>
                  </a:lnTo>
                  <a:lnTo>
                    <a:pt x="3437881" y="1848267"/>
                  </a:lnTo>
                  <a:lnTo>
                    <a:pt x="3509503" y="1871043"/>
                  </a:lnTo>
                  <a:lnTo>
                    <a:pt x="3581126" y="1893371"/>
                  </a:lnTo>
                  <a:lnTo>
                    <a:pt x="3652748" y="1915259"/>
                  </a:lnTo>
                  <a:lnTo>
                    <a:pt x="3724371" y="1936715"/>
                  </a:lnTo>
                  <a:lnTo>
                    <a:pt x="3795993" y="1957749"/>
                  </a:lnTo>
                  <a:lnTo>
                    <a:pt x="3867616" y="1978369"/>
                  </a:lnTo>
                  <a:lnTo>
                    <a:pt x="3939238" y="1998582"/>
                  </a:lnTo>
                  <a:lnTo>
                    <a:pt x="4010861" y="2018398"/>
                  </a:lnTo>
                  <a:lnTo>
                    <a:pt x="4082483" y="2037823"/>
                  </a:lnTo>
                  <a:lnTo>
                    <a:pt x="4154106" y="2056865"/>
                  </a:lnTo>
                  <a:lnTo>
                    <a:pt x="4225729" y="2075533"/>
                  </a:lnTo>
                  <a:lnTo>
                    <a:pt x="4297351" y="2093832"/>
                  </a:lnTo>
                  <a:lnTo>
                    <a:pt x="4368974" y="2111772"/>
                  </a:lnTo>
                  <a:lnTo>
                    <a:pt x="4440596" y="2129357"/>
                  </a:lnTo>
                  <a:lnTo>
                    <a:pt x="4512219" y="2146597"/>
                  </a:lnTo>
                  <a:lnTo>
                    <a:pt x="4583841" y="2163497"/>
                  </a:lnTo>
                  <a:lnTo>
                    <a:pt x="4655464" y="2175180"/>
                  </a:lnTo>
                  <a:lnTo>
                    <a:pt x="4727086" y="2175377"/>
                  </a:lnTo>
                  <a:lnTo>
                    <a:pt x="4798709" y="2175574"/>
                  </a:lnTo>
                  <a:lnTo>
                    <a:pt x="4870331" y="2175770"/>
                  </a:lnTo>
                  <a:lnTo>
                    <a:pt x="4941954" y="2175967"/>
                  </a:lnTo>
                  <a:lnTo>
                    <a:pt x="5013576" y="2176164"/>
                  </a:lnTo>
                  <a:lnTo>
                    <a:pt x="5085199" y="2176361"/>
                  </a:lnTo>
                  <a:lnTo>
                    <a:pt x="5156821" y="2176558"/>
                  </a:lnTo>
                  <a:lnTo>
                    <a:pt x="5228444" y="2176754"/>
                  </a:lnTo>
                  <a:lnTo>
                    <a:pt x="5300066" y="2176951"/>
                  </a:lnTo>
                  <a:lnTo>
                    <a:pt x="5371689" y="2177148"/>
                  </a:lnTo>
                  <a:lnTo>
                    <a:pt x="5443311" y="2177344"/>
                  </a:lnTo>
                  <a:lnTo>
                    <a:pt x="5514934" y="2177541"/>
                  </a:lnTo>
                  <a:lnTo>
                    <a:pt x="5586557" y="2177737"/>
                  </a:lnTo>
                  <a:lnTo>
                    <a:pt x="5658179" y="2177933"/>
                  </a:lnTo>
                  <a:lnTo>
                    <a:pt x="5729802" y="2178130"/>
                  </a:lnTo>
                  <a:lnTo>
                    <a:pt x="5801424" y="2178326"/>
                  </a:lnTo>
                  <a:lnTo>
                    <a:pt x="5873047" y="2178522"/>
                  </a:lnTo>
                  <a:lnTo>
                    <a:pt x="5944669" y="2178719"/>
                  </a:lnTo>
                  <a:lnTo>
                    <a:pt x="6016292" y="2178915"/>
                  </a:lnTo>
                  <a:lnTo>
                    <a:pt x="6087914" y="2179111"/>
                  </a:lnTo>
                  <a:lnTo>
                    <a:pt x="6159537" y="2179307"/>
                  </a:lnTo>
                  <a:lnTo>
                    <a:pt x="6231159" y="2179503"/>
                  </a:lnTo>
                  <a:lnTo>
                    <a:pt x="6302782" y="2179699"/>
                  </a:lnTo>
                  <a:lnTo>
                    <a:pt x="6374404" y="2179895"/>
                  </a:lnTo>
                  <a:lnTo>
                    <a:pt x="6446027" y="2180091"/>
                  </a:lnTo>
                  <a:lnTo>
                    <a:pt x="6517649" y="2180287"/>
                  </a:lnTo>
                  <a:lnTo>
                    <a:pt x="6589272" y="2180482"/>
                  </a:lnTo>
                  <a:lnTo>
                    <a:pt x="6660894" y="2180678"/>
                  </a:lnTo>
                  <a:lnTo>
                    <a:pt x="6732517" y="2180874"/>
                  </a:lnTo>
                  <a:lnTo>
                    <a:pt x="6804139" y="2181070"/>
                  </a:lnTo>
                  <a:lnTo>
                    <a:pt x="6875762" y="2181265"/>
                  </a:lnTo>
                  <a:lnTo>
                    <a:pt x="6947385" y="2181461"/>
                  </a:lnTo>
                  <a:lnTo>
                    <a:pt x="7019007" y="2181656"/>
                  </a:lnTo>
                  <a:lnTo>
                    <a:pt x="7090630" y="2181852"/>
                  </a:lnTo>
                  <a:lnTo>
                    <a:pt x="7090630" y="2585356"/>
                  </a:lnTo>
                  <a:lnTo>
                    <a:pt x="7019007" y="2576933"/>
                  </a:lnTo>
                  <a:lnTo>
                    <a:pt x="6947385" y="2568340"/>
                  </a:lnTo>
                  <a:lnTo>
                    <a:pt x="6875762" y="2559574"/>
                  </a:lnTo>
                  <a:lnTo>
                    <a:pt x="6804139" y="2550633"/>
                  </a:lnTo>
                  <a:lnTo>
                    <a:pt x="6732517" y="2541512"/>
                  </a:lnTo>
                  <a:lnTo>
                    <a:pt x="6660894" y="2532207"/>
                  </a:lnTo>
                  <a:lnTo>
                    <a:pt x="6589272" y="2522716"/>
                  </a:lnTo>
                  <a:lnTo>
                    <a:pt x="6517649" y="2513034"/>
                  </a:lnTo>
                  <a:lnTo>
                    <a:pt x="6446027" y="2503157"/>
                  </a:lnTo>
                  <a:lnTo>
                    <a:pt x="6374404" y="2493082"/>
                  </a:lnTo>
                  <a:lnTo>
                    <a:pt x="6302782" y="2482804"/>
                  </a:lnTo>
                  <a:lnTo>
                    <a:pt x="6231159" y="2472320"/>
                  </a:lnTo>
                  <a:lnTo>
                    <a:pt x="6159537" y="2461625"/>
                  </a:lnTo>
                  <a:lnTo>
                    <a:pt x="6087914" y="2450716"/>
                  </a:lnTo>
                  <a:lnTo>
                    <a:pt x="6016292" y="2439587"/>
                  </a:lnTo>
                  <a:lnTo>
                    <a:pt x="5944669" y="2428234"/>
                  </a:lnTo>
                  <a:lnTo>
                    <a:pt x="5873047" y="2416654"/>
                  </a:lnTo>
                  <a:lnTo>
                    <a:pt x="5801424" y="2404841"/>
                  </a:lnTo>
                  <a:lnTo>
                    <a:pt x="5729802" y="2392790"/>
                  </a:lnTo>
                  <a:lnTo>
                    <a:pt x="5658179" y="2380497"/>
                  </a:lnTo>
                  <a:lnTo>
                    <a:pt x="5586557" y="2367958"/>
                  </a:lnTo>
                  <a:lnTo>
                    <a:pt x="5514934" y="2355166"/>
                  </a:lnTo>
                  <a:lnTo>
                    <a:pt x="5443311" y="2342117"/>
                  </a:lnTo>
                  <a:lnTo>
                    <a:pt x="5371689" y="2328806"/>
                  </a:lnTo>
                  <a:lnTo>
                    <a:pt x="5300066" y="2315228"/>
                  </a:lnTo>
                  <a:lnTo>
                    <a:pt x="5228444" y="2301377"/>
                  </a:lnTo>
                  <a:lnTo>
                    <a:pt x="5156821" y="2287247"/>
                  </a:lnTo>
                  <a:lnTo>
                    <a:pt x="5085199" y="2272834"/>
                  </a:lnTo>
                  <a:lnTo>
                    <a:pt x="5013576" y="2258131"/>
                  </a:lnTo>
                  <a:lnTo>
                    <a:pt x="4941954" y="2243132"/>
                  </a:lnTo>
                  <a:lnTo>
                    <a:pt x="4870331" y="2227833"/>
                  </a:lnTo>
                  <a:lnTo>
                    <a:pt x="4798709" y="2212225"/>
                  </a:lnTo>
                  <a:lnTo>
                    <a:pt x="4727086" y="2196305"/>
                  </a:lnTo>
                  <a:lnTo>
                    <a:pt x="4655464" y="2180064"/>
                  </a:lnTo>
                  <a:lnTo>
                    <a:pt x="4583841" y="2174983"/>
                  </a:lnTo>
                  <a:lnTo>
                    <a:pt x="4512219" y="2174785"/>
                  </a:lnTo>
                  <a:lnTo>
                    <a:pt x="4440596" y="2174588"/>
                  </a:lnTo>
                  <a:lnTo>
                    <a:pt x="4368974" y="2174391"/>
                  </a:lnTo>
                  <a:lnTo>
                    <a:pt x="4297351" y="2174194"/>
                  </a:lnTo>
                  <a:lnTo>
                    <a:pt x="4225729" y="2173997"/>
                  </a:lnTo>
                  <a:lnTo>
                    <a:pt x="4154106" y="2173799"/>
                  </a:lnTo>
                  <a:lnTo>
                    <a:pt x="4082483" y="2173602"/>
                  </a:lnTo>
                  <a:lnTo>
                    <a:pt x="4010861" y="2173404"/>
                  </a:lnTo>
                  <a:lnTo>
                    <a:pt x="3939238" y="2173207"/>
                  </a:lnTo>
                  <a:lnTo>
                    <a:pt x="3867616" y="2173009"/>
                  </a:lnTo>
                  <a:lnTo>
                    <a:pt x="3795993" y="2172812"/>
                  </a:lnTo>
                  <a:lnTo>
                    <a:pt x="3724371" y="2172614"/>
                  </a:lnTo>
                  <a:lnTo>
                    <a:pt x="3652748" y="2172416"/>
                  </a:lnTo>
                  <a:lnTo>
                    <a:pt x="3581126" y="2172219"/>
                  </a:lnTo>
                  <a:lnTo>
                    <a:pt x="3509503" y="2172021"/>
                  </a:lnTo>
                  <a:lnTo>
                    <a:pt x="3437881" y="2171823"/>
                  </a:lnTo>
                  <a:lnTo>
                    <a:pt x="3366258" y="2171625"/>
                  </a:lnTo>
                  <a:lnTo>
                    <a:pt x="3294636" y="2171427"/>
                  </a:lnTo>
                  <a:lnTo>
                    <a:pt x="3223013" y="2171229"/>
                  </a:lnTo>
                  <a:lnTo>
                    <a:pt x="3151391" y="2171031"/>
                  </a:lnTo>
                  <a:lnTo>
                    <a:pt x="3079768" y="2170833"/>
                  </a:lnTo>
                  <a:lnTo>
                    <a:pt x="3008146" y="2170635"/>
                  </a:lnTo>
                  <a:lnTo>
                    <a:pt x="2936523" y="2170437"/>
                  </a:lnTo>
                  <a:lnTo>
                    <a:pt x="2864901" y="2170239"/>
                  </a:lnTo>
                  <a:lnTo>
                    <a:pt x="2793278" y="2170041"/>
                  </a:lnTo>
                  <a:lnTo>
                    <a:pt x="2721655" y="2169843"/>
                  </a:lnTo>
                  <a:lnTo>
                    <a:pt x="2650033" y="2169644"/>
                  </a:lnTo>
                  <a:lnTo>
                    <a:pt x="2578410" y="2169446"/>
                  </a:lnTo>
                  <a:lnTo>
                    <a:pt x="2506788" y="2169247"/>
                  </a:lnTo>
                  <a:lnTo>
                    <a:pt x="2435165" y="2169049"/>
                  </a:lnTo>
                  <a:lnTo>
                    <a:pt x="2363543" y="2168850"/>
                  </a:lnTo>
                  <a:lnTo>
                    <a:pt x="2291920" y="2168652"/>
                  </a:lnTo>
                  <a:lnTo>
                    <a:pt x="2220298" y="2168453"/>
                  </a:lnTo>
                  <a:lnTo>
                    <a:pt x="2148675" y="2168255"/>
                  </a:lnTo>
                  <a:lnTo>
                    <a:pt x="2077053" y="2168056"/>
                  </a:lnTo>
                  <a:lnTo>
                    <a:pt x="2005430" y="2167857"/>
                  </a:lnTo>
                  <a:lnTo>
                    <a:pt x="1933808" y="2167658"/>
                  </a:lnTo>
                  <a:lnTo>
                    <a:pt x="1862185" y="2167459"/>
                  </a:lnTo>
                  <a:lnTo>
                    <a:pt x="1790563" y="2167261"/>
                  </a:lnTo>
                  <a:lnTo>
                    <a:pt x="1718940" y="2167062"/>
                  </a:lnTo>
                  <a:lnTo>
                    <a:pt x="1647318" y="2166863"/>
                  </a:lnTo>
                  <a:lnTo>
                    <a:pt x="1575695" y="2166664"/>
                  </a:lnTo>
                  <a:lnTo>
                    <a:pt x="1504073" y="2166465"/>
                  </a:lnTo>
                  <a:lnTo>
                    <a:pt x="1432450" y="2166265"/>
                  </a:lnTo>
                  <a:lnTo>
                    <a:pt x="1360827" y="2166066"/>
                  </a:lnTo>
                  <a:lnTo>
                    <a:pt x="1289205" y="2165867"/>
                  </a:lnTo>
                  <a:lnTo>
                    <a:pt x="1217582" y="2165668"/>
                  </a:lnTo>
                  <a:lnTo>
                    <a:pt x="1145960" y="2165468"/>
                  </a:lnTo>
                  <a:lnTo>
                    <a:pt x="1074337" y="2165269"/>
                  </a:lnTo>
                  <a:lnTo>
                    <a:pt x="1002715" y="2165070"/>
                  </a:lnTo>
                  <a:lnTo>
                    <a:pt x="931092" y="2164870"/>
                  </a:lnTo>
                  <a:lnTo>
                    <a:pt x="859470" y="2164671"/>
                  </a:lnTo>
                  <a:lnTo>
                    <a:pt x="787847" y="2164471"/>
                  </a:lnTo>
                  <a:lnTo>
                    <a:pt x="716225" y="2164272"/>
                  </a:lnTo>
                  <a:lnTo>
                    <a:pt x="644602" y="2164072"/>
                  </a:lnTo>
                  <a:lnTo>
                    <a:pt x="572980" y="2163872"/>
                  </a:lnTo>
                  <a:lnTo>
                    <a:pt x="501357" y="2163672"/>
                  </a:lnTo>
                  <a:lnTo>
                    <a:pt x="429735" y="2163473"/>
                  </a:lnTo>
                  <a:lnTo>
                    <a:pt x="358112" y="2163273"/>
                  </a:lnTo>
                  <a:lnTo>
                    <a:pt x="286490" y="2163073"/>
                  </a:lnTo>
                  <a:lnTo>
                    <a:pt x="214867" y="2162873"/>
                  </a:lnTo>
                  <a:lnTo>
                    <a:pt x="143245" y="2162673"/>
                  </a:lnTo>
                  <a:lnTo>
                    <a:pt x="71622" y="2162473"/>
                  </a:lnTo>
                  <a:lnTo>
                    <a:pt x="0" y="216227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552665"/>
              <a:ext cx="7090630" cy="2181852"/>
            </a:xfrm>
            <a:custGeom>
              <a:avLst/>
              <a:pathLst>
                <a:path w="7090630" h="2181852">
                  <a:moveTo>
                    <a:pt x="0" y="0"/>
                  </a:moveTo>
                  <a:lnTo>
                    <a:pt x="71622" y="59181"/>
                  </a:lnTo>
                  <a:lnTo>
                    <a:pt x="143245" y="117197"/>
                  </a:lnTo>
                  <a:lnTo>
                    <a:pt x="214867" y="174071"/>
                  </a:lnTo>
                  <a:lnTo>
                    <a:pt x="286490" y="229824"/>
                  </a:lnTo>
                  <a:lnTo>
                    <a:pt x="358112" y="284479"/>
                  </a:lnTo>
                  <a:lnTo>
                    <a:pt x="429735" y="338057"/>
                  </a:lnTo>
                  <a:lnTo>
                    <a:pt x="501357" y="390580"/>
                  </a:lnTo>
                  <a:lnTo>
                    <a:pt x="572980" y="442069"/>
                  </a:lnTo>
                  <a:lnTo>
                    <a:pt x="644602" y="492543"/>
                  </a:lnTo>
                  <a:lnTo>
                    <a:pt x="716225" y="542023"/>
                  </a:lnTo>
                  <a:lnTo>
                    <a:pt x="787847" y="590528"/>
                  </a:lnTo>
                  <a:lnTo>
                    <a:pt x="859470" y="638078"/>
                  </a:lnTo>
                  <a:lnTo>
                    <a:pt x="931092" y="684692"/>
                  </a:lnTo>
                  <a:lnTo>
                    <a:pt x="1002715" y="730387"/>
                  </a:lnTo>
                  <a:lnTo>
                    <a:pt x="1074337" y="775182"/>
                  </a:lnTo>
                  <a:lnTo>
                    <a:pt x="1145960" y="819095"/>
                  </a:lnTo>
                  <a:lnTo>
                    <a:pt x="1217582" y="862143"/>
                  </a:lnTo>
                  <a:lnTo>
                    <a:pt x="1289205" y="904343"/>
                  </a:lnTo>
                  <a:lnTo>
                    <a:pt x="1360827" y="945712"/>
                  </a:lnTo>
                  <a:lnTo>
                    <a:pt x="1432450" y="986266"/>
                  </a:lnTo>
                  <a:lnTo>
                    <a:pt x="1504073" y="1026021"/>
                  </a:lnTo>
                  <a:lnTo>
                    <a:pt x="1575695" y="1064993"/>
                  </a:lnTo>
                  <a:lnTo>
                    <a:pt x="1647318" y="1103198"/>
                  </a:lnTo>
                  <a:lnTo>
                    <a:pt x="1718940" y="1140650"/>
                  </a:lnTo>
                  <a:lnTo>
                    <a:pt x="1790563" y="1177364"/>
                  </a:lnTo>
                  <a:lnTo>
                    <a:pt x="1862185" y="1213355"/>
                  </a:lnTo>
                  <a:lnTo>
                    <a:pt x="1933808" y="1248637"/>
                  </a:lnTo>
                  <a:lnTo>
                    <a:pt x="2005430" y="1283224"/>
                  </a:lnTo>
                  <a:lnTo>
                    <a:pt x="2077053" y="1317130"/>
                  </a:lnTo>
                  <a:lnTo>
                    <a:pt x="2148675" y="1350368"/>
                  </a:lnTo>
                  <a:lnTo>
                    <a:pt x="2220298" y="1382951"/>
                  </a:lnTo>
                  <a:lnTo>
                    <a:pt x="2291920" y="1414893"/>
                  </a:lnTo>
                  <a:lnTo>
                    <a:pt x="2363543" y="1446205"/>
                  </a:lnTo>
                  <a:lnTo>
                    <a:pt x="2435165" y="1476901"/>
                  </a:lnTo>
                  <a:lnTo>
                    <a:pt x="2506788" y="1506992"/>
                  </a:lnTo>
                  <a:lnTo>
                    <a:pt x="2578410" y="1536490"/>
                  </a:lnTo>
                  <a:lnTo>
                    <a:pt x="2650033" y="1565408"/>
                  </a:lnTo>
                  <a:lnTo>
                    <a:pt x="2721655" y="1593755"/>
                  </a:lnTo>
                  <a:lnTo>
                    <a:pt x="2793278" y="1621545"/>
                  </a:lnTo>
                  <a:lnTo>
                    <a:pt x="2864901" y="1648787"/>
                  </a:lnTo>
                  <a:lnTo>
                    <a:pt x="2936523" y="1675492"/>
                  </a:lnTo>
                  <a:lnTo>
                    <a:pt x="3008146" y="1701671"/>
                  </a:lnTo>
                  <a:lnTo>
                    <a:pt x="3079768" y="1727335"/>
                  </a:lnTo>
                  <a:lnTo>
                    <a:pt x="3151391" y="1752493"/>
                  </a:lnTo>
                  <a:lnTo>
                    <a:pt x="3223013" y="1777156"/>
                  </a:lnTo>
                  <a:lnTo>
                    <a:pt x="3294636" y="1801333"/>
                  </a:lnTo>
                  <a:lnTo>
                    <a:pt x="3366258" y="1825033"/>
                  </a:lnTo>
                  <a:lnTo>
                    <a:pt x="3437881" y="1848267"/>
                  </a:lnTo>
                  <a:lnTo>
                    <a:pt x="3509503" y="1871043"/>
                  </a:lnTo>
                  <a:lnTo>
                    <a:pt x="3581126" y="1893371"/>
                  </a:lnTo>
                  <a:lnTo>
                    <a:pt x="3652748" y="1915259"/>
                  </a:lnTo>
                  <a:lnTo>
                    <a:pt x="3724371" y="1936715"/>
                  </a:lnTo>
                  <a:lnTo>
                    <a:pt x="3795993" y="1957749"/>
                  </a:lnTo>
                  <a:lnTo>
                    <a:pt x="3867616" y="1978369"/>
                  </a:lnTo>
                  <a:lnTo>
                    <a:pt x="3939238" y="1998582"/>
                  </a:lnTo>
                  <a:lnTo>
                    <a:pt x="4010861" y="2018398"/>
                  </a:lnTo>
                  <a:lnTo>
                    <a:pt x="4082483" y="2037823"/>
                  </a:lnTo>
                  <a:lnTo>
                    <a:pt x="4154106" y="2056865"/>
                  </a:lnTo>
                  <a:lnTo>
                    <a:pt x="4225729" y="2075533"/>
                  </a:lnTo>
                  <a:lnTo>
                    <a:pt x="4297351" y="2093832"/>
                  </a:lnTo>
                  <a:lnTo>
                    <a:pt x="4368974" y="2111772"/>
                  </a:lnTo>
                  <a:lnTo>
                    <a:pt x="4440596" y="2129357"/>
                  </a:lnTo>
                  <a:lnTo>
                    <a:pt x="4512219" y="2146597"/>
                  </a:lnTo>
                  <a:lnTo>
                    <a:pt x="4583841" y="2163497"/>
                  </a:lnTo>
                  <a:lnTo>
                    <a:pt x="4655464" y="2175180"/>
                  </a:lnTo>
                  <a:lnTo>
                    <a:pt x="4727086" y="2175377"/>
                  </a:lnTo>
                  <a:lnTo>
                    <a:pt x="4798709" y="2175574"/>
                  </a:lnTo>
                  <a:lnTo>
                    <a:pt x="4870331" y="2175770"/>
                  </a:lnTo>
                  <a:lnTo>
                    <a:pt x="4941954" y="2175967"/>
                  </a:lnTo>
                  <a:lnTo>
                    <a:pt x="5013576" y="2176164"/>
                  </a:lnTo>
                  <a:lnTo>
                    <a:pt x="5085199" y="2176361"/>
                  </a:lnTo>
                  <a:lnTo>
                    <a:pt x="5156821" y="2176558"/>
                  </a:lnTo>
                  <a:lnTo>
                    <a:pt x="5228444" y="2176754"/>
                  </a:lnTo>
                  <a:lnTo>
                    <a:pt x="5300066" y="2176951"/>
                  </a:lnTo>
                  <a:lnTo>
                    <a:pt x="5371689" y="2177148"/>
                  </a:lnTo>
                  <a:lnTo>
                    <a:pt x="5443311" y="2177344"/>
                  </a:lnTo>
                  <a:lnTo>
                    <a:pt x="5514934" y="2177541"/>
                  </a:lnTo>
                  <a:lnTo>
                    <a:pt x="5586557" y="2177737"/>
                  </a:lnTo>
                  <a:lnTo>
                    <a:pt x="5658179" y="2177933"/>
                  </a:lnTo>
                  <a:lnTo>
                    <a:pt x="5729802" y="2178130"/>
                  </a:lnTo>
                  <a:lnTo>
                    <a:pt x="5801424" y="2178326"/>
                  </a:lnTo>
                  <a:lnTo>
                    <a:pt x="5873047" y="2178522"/>
                  </a:lnTo>
                  <a:lnTo>
                    <a:pt x="5944669" y="2178719"/>
                  </a:lnTo>
                  <a:lnTo>
                    <a:pt x="6016292" y="2178915"/>
                  </a:lnTo>
                  <a:lnTo>
                    <a:pt x="6087914" y="2179111"/>
                  </a:lnTo>
                  <a:lnTo>
                    <a:pt x="6159537" y="2179307"/>
                  </a:lnTo>
                  <a:lnTo>
                    <a:pt x="6231159" y="2179503"/>
                  </a:lnTo>
                  <a:lnTo>
                    <a:pt x="6302782" y="2179699"/>
                  </a:lnTo>
                  <a:lnTo>
                    <a:pt x="6374404" y="2179895"/>
                  </a:lnTo>
                  <a:lnTo>
                    <a:pt x="6446027" y="2180091"/>
                  </a:lnTo>
                  <a:lnTo>
                    <a:pt x="6517649" y="2180287"/>
                  </a:lnTo>
                  <a:lnTo>
                    <a:pt x="6589272" y="2180482"/>
                  </a:lnTo>
                  <a:lnTo>
                    <a:pt x="6660894" y="2180678"/>
                  </a:lnTo>
                  <a:lnTo>
                    <a:pt x="6732517" y="2180874"/>
                  </a:lnTo>
                  <a:lnTo>
                    <a:pt x="6804139" y="2181070"/>
                  </a:lnTo>
                  <a:lnTo>
                    <a:pt x="6875762" y="2181265"/>
                  </a:lnTo>
                  <a:lnTo>
                    <a:pt x="6947385" y="2181461"/>
                  </a:lnTo>
                  <a:lnTo>
                    <a:pt x="7019007" y="2181656"/>
                  </a:lnTo>
                  <a:lnTo>
                    <a:pt x="7090630" y="21818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14938"/>
              <a:ext cx="7090630" cy="423083"/>
            </a:xfrm>
            <a:custGeom>
              <a:avLst/>
              <a:pathLst>
                <a:path w="7090630" h="423083">
                  <a:moveTo>
                    <a:pt x="7090630" y="423083"/>
                  </a:moveTo>
                  <a:lnTo>
                    <a:pt x="7019007" y="414659"/>
                  </a:lnTo>
                  <a:lnTo>
                    <a:pt x="6947385" y="406066"/>
                  </a:lnTo>
                  <a:lnTo>
                    <a:pt x="6875762" y="397301"/>
                  </a:lnTo>
                  <a:lnTo>
                    <a:pt x="6804139" y="388360"/>
                  </a:lnTo>
                  <a:lnTo>
                    <a:pt x="6732517" y="379238"/>
                  </a:lnTo>
                  <a:lnTo>
                    <a:pt x="6660894" y="369934"/>
                  </a:lnTo>
                  <a:lnTo>
                    <a:pt x="6589272" y="360442"/>
                  </a:lnTo>
                  <a:lnTo>
                    <a:pt x="6517649" y="350760"/>
                  </a:lnTo>
                  <a:lnTo>
                    <a:pt x="6446027" y="340884"/>
                  </a:lnTo>
                  <a:lnTo>
                    <a:pt x="6374404" y="330808"/>
                  </a:lnTo>
                  <a:lnTo>
                    <a:pt x="6302782" y="320531"/>
                  </a:lnTo>
                  <a:lnTo>
                    <a:pt x="6231159" y="310047"/>
                  </a:lnTo>
                  <a:lnTo>
                    <a:pt x="6159537" y="299352"/>
                  </a:lnTo>
                  <a:lnTo>
                    <a:pt x="6087914" y="288442"/>
                  </a:lnTo>
                  <a:lnTo>
                    <a:pt x="6016292" y="277314"/>
                  </a:lnTo>
                  <a:lnTo>
                    <a:pt x="5944669" y="265961"/>
                  </a:lnTo>
                  <a:lnTo>
                    <a:pt x="5873047" y="254381"/>
                  </a:lnTo>
                  <a:lnTo>
                    <a:pt x="5801424" y="242567"/>
                  </a:lnTo>
                  <a:lnTo>
                    <a:pt x="5729802" y="230517"/>
                  </a:lnTo>
                  <a:lnTo>
                    <a:pt x="5658179" y="218224"/>
                  </a:lnTo>
                  <a:lnTo>
                    <a:pt x="5586557" y="205684"/>
                  </a:lnTo>
                  <a:lnTo>
                    <a:pt x="5514934" y="192893"/>
                  </a:lnTo>
                  <a:lnTo>
                    <a:pt x="5443311" y="179844"/>
                  </a:lnTo>
                  <a:lnTo>
                    <a:pt x="5371689" y="166533"/>
                  </a:lnTo>
                  <a:lnTo>
                    <a:pt x="5300066" y="152955"/>
                  </a:lnTo>
                  <a:lnTo>
                    <a:pt x="5228444" y="139103"/>
                  </a:lnTo>
                  <a:lnTo>
                    <a:pt x="5156821" y="124974"/>
                  </a:lnTo>
                  <a:lnTo>
                    <a:pt x="5085199" y="110560"/>
                  </a:lnTo>
                  <a:lnTo>
                    <a:pt x="5013576" y="95857"/>
                  </a:lnTo>
                  <a:lnTo>
                    <a:pt x="4941954" y="80859"/>
                  </a:lnTo>
                  <a:lnTo>
                    <a:pt x="4870331" y="65559"/>
                  </a:lnTo>
                  <a:lnTo>
                    <a:pt x="4798709" y="49952"/>
                  </a:lnTo>
                  <a:lnTo>
                    <a:pt x="4727086" y="34031"/>
                  </a:lnTo>
                  <a:lnTo>
                    <a:pt x="4655464" y="17790"/>
                  </a:lnTo>
                  <a:lnTo>
                    <a:pt x="4583841" y="12709"/>
                  </a:lnTo>
                  <a:lnTo>
                    <a:pt x="4512219" y="12512"/>
                  </a:lnTo>
                  <a:lnTo>
                    <a:pt x="4440596" y="12315"/>
                  </a:lnTo>
                  <a:lnTo>
                    <a:pt x="4368974" y="12118"/>
                  </a:lnTo>
                  <a:lnTo>
                    <a:pt x="4297351" y="11920"/>
                  </a:lnTo>
                  <a:lnTo>
                    <a:pt x="4225729" y="11723"/>
                  </a:lnTo>
                  <a:lnTo>
                    <a:pt x="4154106" y="11526"/>
                  </a:lnTo>
                  <a:lnTo>
                    <a:pt x="4082483" y="11328"/>
                  </a:lnTo>
                  <a:lnTo>
                    <a:pt x="4010861" y="11131"/>
                  </a:lnTo>
                  <a:lnTo>
                    <a:pt x="3939238" y="10933"/>
                  </a:lnTo>
                  <a:lnTo>
                    <a:pt x="3867616" y="10736"/>
                  </a:lnTo>
                  <a:lnTo>
                    <a:pt x="3795993" y="10538"/>
                  </a:lnTo>
                  <a:lnTo>
                    <a:pt x="3724371" y="10341"/>
                  </a:lnTo>
                  <a:lnTo>
                    <a:pt x="3652748" y="10143"/>
                  </a:lnTo>
                  <a:lnTo>
                    <a:pt x="3581126" y="9945"/>
                  </a:lnTo>
                  <a:lnTo>
                    <a:pt x="3509503" y="9748"/>
                  </a:lnTo>
                  <a:lnTo>
                    <a:pt x="3437881" y="9550"/>
                  </a:lnTo>
                  <a:lnTo>
                    <a:pt x="3366258" y="9352"/>
                  </a:lnTo>
                  <a:lnTo>
                    <a:pt x="3294636" y="9154"/>
                  </a:lnTo>
                  <a:lnTo>
                    <a:pt x="3223013" y="8956"/>
                  </a:lnTo>
                  <a:lnTo>
                    <a:pt x="3151391" y="8758"/>
                  </a:lnTo>
                  <a:lnTo>
                    <a:pt x="3079768" y="8560"/>
                  </a:lnTo>
                  <a:lnTo>
                    <a:pt x="3008146" y="8362"/>
                  </a:lnTo>
                  <a:lnTo>
                    <a:pt x="2936523" y="8164"/>
                  </a:lnTo>
                  <a:lnTo>
                    <a:pt x="2864901" y="7966"/>
                  </a:lnTo>
                  <a:lnTo>
                    <a:pt x="2793278" y="7767"/>
                  </a:lnTo>
                  <a:lnTo>
                    <a:pt x="2721655" y="7569"/>
                  </a:lnTo>
                  <a:lnTo>
                    <a:pt x="2650033" y="7371"/>
                  </a:lnTo>
                  <a:lnTo>
                    <a:pt x="2578410" y="7172"/>
                  </a:lnTo>
                  <a:lnTo>
                    <a:pt x="2506788" y="6974"/>
                  </a:lnTo>
                  <a:lnTo>
                    <a:pt x="2435165" y="6776"/>
                  </a:lnTo>
                  <a:lnTo>
                    <a:pt x="2363543" y="6577"/>
                  </a:lnTo>
                  <a:lnTo>
                    <a:pt x="2291920" y="6378"/>
                  </a:lnTo>
                  <a:lnTo>
                    <a:pt x="2220298" y="6180"/>
                  </a:lnTo>
                  <a:lnTo>
                    <a:pt x="2148675" y="5981"/>
                  </a:lnTo>
                  <a:lnTo>
                    <a:pt x="2077053" y="5783"/>
                  </a:lnTo>
                  <a:lnTo>
                    <a:pt x="2005430" y="5584"/>
                  </a:lnTo>
                  <a:lnTo>
                    <a:pt x="1933808" y="5385"/>
                  </a:lnTo>
                  <a:lnTo>
                    <a:pt x="1862185" y="5186"/>
                  </a:lnTo>
                  <a:lnTo>
                    <a:pt x="1790563" y="4987"/>
                  </a:lnTo>
                  <a:lnTo>
                    <a:pt x="1718940" y="4788"/>
                  </a:lnTo>
                  <a:lnTo>
                    <a:pt x="1647318" y="4589"/>
                  </a:lnTo>
                  <a:lnTo>
                    <a:pt x="1575695" y="4390"/>
                  </a:lnTo>
                  <a:lnTo>
                    <a:pt x="1504073" y="4191"/>
                  </a:lnTo>
                  <a:lnTo>
                    <a:pt x="1432450" y="3992"/>
                  </a:lnTo>
                  <a:lnTo>
                    <a:pt x="1360827" y="3793"/>
                  </a:lnTo>
                  <a:lnTo>
                    <a:pt x="1289205" y="3594"/>
                  </a:lnTo>
                  <a:lnTo>
                    <a:pt x="1217582" y="3394"/>
                  </a:lnTo>
                  <a:lnTo>
                    <a:pt x="1145960" y="3195"/>
                  </a:lnTo>
                  <a:lnTo>
                    <a:pt x="1074337" y="2996"/>
                  </a:lnTo>
                  <a:lnTo>
                    <a:pt x="1002715" y="2796"/>
                  </a:lnTo>
                  <a:lnTo>
                    <a:pt x="931092" y="2597"/>
                  </a:lnTo>
                  <a:lnTo>
                    <a:pt x="859470" y="2397"/>
                  </a:lnTo>
                  <a:lnTo>
                    <a:pt x="787847" y="2198"/>
                  </a:lnTo>
                  <a:lnTo>
                    <a:pt x="716225" y="1998"/>
                  </a:lnTo>
                  <a:lnTo>
                    <a:pt x="644602" y="1798"/>
                  </a:lnTo>
                  <a:lnTo>
                    <a:pt x="572980" y="1599"/>
                  </a:lnTo>
                  <a:lnTo>
                    <a:pt x="501357" y="1399"/>
                  </a:lnTo>
                  <a:lnTo>
                    <a:pt x="429735" y="1199"/>
                  </a:lnTo>
                  <a:lnTo>
                    <a:pt x="358112" y="999"/>
                  </a:lnTo>
                  <a:lnTo>
                    <a:pt x="286490" y="800"/>
                  </a:lnTo>
                  <a:lnTo>
                    <a:pt x="214867" y="600"/>
                  </a:lnTo>
                  <a:lnTo>
                    <a:pt x="143245" y="400"/>
                  </a:lnTo>
                  <a:lnTo>
                    <a:pt x="71622" y="2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66402"/>
              <a:ext cx="7090630" cy="1003554"/>
            </a:xfrm>
            <a:custGeom>
              <a:avLst/>
              <a:pathLst>
                <a:path w="7090630" h="1003554">
                  <a:moveTo>
                    <a:pt x="0" y="0"/>
                  </a:moveTo>
                  <a:lnTo>
                    <a:pt x="71622" y="15932"/>
                  </a:lnTo>
                  <a:lnTo>
                    <a:pt x="143245" y="31705"/>
                  </a:lnTo>
                  <a:lnTo>
                    <a:pt x="214867" y="47320"/>
                  </a:lnTo>
                  <a:lnTo>
                    <a:pt x="286490" y="62779"/>
                  </a:lnTo>
                  <a:lnTo>
                    <a:pt x="358112" y="78083"/>
                  </a:lnTo>
                  <a:lnTo>
                    <a:pt x="429735" y="93233"/>
                  </a:lnTo>
                  <a:lnTo>
                    <a:pt x="501357" y="108232"/>
                  </a:lnTo>
                  <a:lnTo>
                    <a:pt x="572980" y="123081"/>
                  </a:lnTo>
                  <a:lnTo>
                    <a:pt x="644602" y="137781"/>
                  </a:lnTo>
                  <a:lnTo>
                    <a:pt x="716225" y="152333"/>
                  </a:lnTo>
                  <a:lnTo>
                    <a:pt x="787847" y="166740"/>
                  </a:lnTo>
                  <a:lnTo>
                    <a:pt x="859470" y="181003"/>
                  </a:lnTo>
                  <a:lnTo>
                    <a:pt x="931092" y="195123"/>
                  </a:lnTo>
                  <a:lnTo>
                    <a:pt x="1002715" y="209101"/>
                  </a:lnTo>
                  <a:lnTo>
                    <a:pt x="1074337" y="222940"/>
                  </a:lnTo>
                  <a:lnTo>
                    <a:pt x="1145960" y="236639"/>
                  </a:lnTo>
                  <a:lnTo>
                    <a:pt x="1217582" y="250202"/>
                  </a:lnTo>
                  <a:lnTo>
                    <a:pt x="1289205" y="263629"/>
                  </a:lnTo>
                  <a:lnTo>
                    <a:pt x="1360827" y="276921"/>
                  </a:lnTo>
                  <a:lnTo>
                    <a:pt x="1432450" y="290080"/>
                  </a:lnTo>
                  <a:lnTo>
                    <a:pt x="1504073" y="303108"/>
                  </a:lnTo>
                  <a:lnTo>
                    <a:pt x="1575695" y="316005"/>
                  </a:lnTo>
                  <a:lnTo>
                    <a:pt x="1647318" y="328772"/>
                  </a:lnTo>
                  <a:lnTo>
                    <a:pt x="1718940" y="341412"/>
                  </a:lnTo>
                  <a:lnTo>
                    <a:pt x="1790563" y="353925"/>
                  </a:lnTo>
                  <a:lnTo>
                    <a:pt x="1862185" y="366313"/>
                  </a:lnTo>
                  <a:lnTo>
                    <a:pt x="1933808" y="378577"/>
                  </a:lnTo>
                  <a:lnTo>
                    <a:pt x="2005430" y="390718"/>
                  </a:lnTo>
                  <a:lnTo>
                    <a:pt x="2077053" y="402738"/>
                  </a:lnTo>
                  <a:lnTo>
                    <a:pt x="2148675" y="414637"/>
                  </a:lnTo>
                  <a:lnTo>
                    <a:pt x="2220298" y="426417"/>
                  </a:lnTo>
                  <a:lnTo>
                    <a:pt x="2291920" y="438079"/>
                  </a:lnTo>
                  <a:lnTo>
                    <a:pt x="2363543" y="449624"/>
                  </a:lnTo>
                  <a:lnTo>
                    <a:pt x="2435165" y="461054"/>
                  </a:lnTo>
                  <a:lnTo>
                    <a:pt x="2506788" y="472369"/>
                  </a:lnTo>
                  <a:lnTo>
                    <a:pt x="2578410" y="483570"/>
                  </a:lnTo>
                  <a:lnTo>
                    <a:pt x="2650033" y="494660"/>
                  </a:lnTo>
                  <a:lnTo>
                    <a:pt x="2721655" y="505638"/>
                  </a:lnTo>
                  <a:lnTo>
                    <a:pt x="2793278" y="516507"/>
                  </a:lnTo>
                  <a:lnTo>
                    <a:pt x="2864901" y="527267"/>
                  </a:lnTo>
                  <a:lnTo>
                    <a:pt x="2936523" y="537919"/>
                  </a:lnTo>
                  <a:lnTo>
                    <a:pt x="3008146" y="548464"/>
                  </a:lnTo>
                  <a:lnTo>
                    <a:pt x="3079768" y="558903"/>
                  </a:lnTo>
                  <a:lnTo>
                    <a:pt x="3151391" y="569238"/>
                  </a:lnTo>
                  <a:lnTo>
                    <a:pt x="3223013" y="579470"/>
                  </a:lnTo>
                  <a:lnTo>
                    <a:pt x="3294636" y="589599"/>
                  </a:lnTo>
                  <a:lnTo>
                    <a:pt x="3366258" y="599627"/>
                  </a:lnTo>
                  <a:lnTo>
                    <a:pt x="3437881" y="609554"/>
                  </a:lnTo>
                  <a:lnTo>
                    <a:pt x="3509503" y="619382"/>
                  </a:lnTo>
                  <a:lnTo>
                    <a:pt x="3581126" y="629111"/>
                  </a:lnTo>
                  <a:lnTo>
                    <a:pt x="3652748" y="638743"/>
                  </a:lnTo>
                  <a:lnTo>
                    <a:pt x="3724371" y="648279"/>
                  </a:lnTo>
                  <a:lnTo>
                    <a:pt x="3795993" y="657719"/>
                  </a:lnTo>
                  <a:lnTo>
                    <a:pt x="3867616" y="667064"/>
                  </a:lnTo>
                  <a:lnTo>
                    <a:pt x="3939238" y="676316"/>
                  </a:lnTo>
                  <a:lnTo>
                    <a:pt x="4010861" y="685475"/>
                  </a:lnTo>
                  <a:lnTo>
                    <a:pt x="4082483" y="694542"/>
                  </a:lnTo>
                  <a:lnTo>
                    <a:pt x="4154106" y="703519"/>
                  </a:lnTo>
                  <a:lnTo>
                    <a:pt x="4225729" y="712406"/>
                  </a:lnTo>
                  <a:lnTo>
                    <a:pt x="4297351" y="721204"/>
                  </a:lnTo>
                  <a:lnTo>
                    <a:pt x="4368974" y="729913"/>
                  </a:lnTo>
                  <a:lnTo>
                    <a:pt x="4440596" y="738536"/>
                  </a:lnTo>
                  <a:lnTo>
                    <a:pt x="4512219" y="747072"/>
                  </a:lnTo>
                  <a:lnTo>
                    <a:pt x="4583841" y="755522"/>
                  </a:lnTo>
                  <a:lnTo>
                    <a:pt x="4655464" y="763888"/>
                  </a:lnTo>
                  <a:lnTo>
                    <a:pt x="4727086" y="772170"/>
                  </a:lnTo>
                  <a:lnTo>
                    <a:pt x="4798709" y="780369"/>
                  </a:lnTo>
                  <a:lnTo>
                    <a:pt x="4870331" y="788486"/>
                  </a:lnTo>
                  <a:lnTo>
                    <a:pt x="4941954" y="796522"/>
                  </a:lnTo>
                  <a:lnTo>
                    <a:pt x="5013576" y="804477"/>
                  </a:lnTo>
                  <a:lnTo>
                    <a:pt x="5085199" y="812353"/>
                  </a:lnTo>
                  <a:lnTo>
                    <a:pt x="5156821" y="820150"/>
                  </a:lnTo>
                  <a:lnTo>
                    <a:pt x="5228444" y="827868"/>
                  </a:lnTo>
                  <a:lnTo>
                    <a:pt x="5300066" y="835510"/>
                  </a:lnTo>
                  <a:lnTo>
                    <a:pt x="5371689" y="843075"/>
                  </a:lnTo>
                  <a:lnTo>
                    <a:pt x="5443311" y="850564"/>
                  </a:lnTo>
                  <a:lnTo>
                    <a:pt x="5514934" y="857978"/>
                  </a:lnTo>
                  <a:lnTo>
                    <a:pt x="5586557" y="865318"/>
                  </a:lnTo>
                  <a:lnTo>
                    <a:pt x="5658179" y="872584"/>
                  </a:lnTo>
                  <a:lnTo>
                    <a:pt x="5729802" y="879777"/>
                  </a:lnTo>
                  <a:lnTo>
                    <a:pt x="5801424" y="886899"/>
                  </a:lnTo>
                  <a:lnTo>
                    <a:pt x="5873047" y="893949"/>
                  </a:lnTo>
                  <a:lnTo>
                    <a:pt x="5944669" y="900929"/>
                  </a:lnTo>
                  <a:lnTo>
                    <a:pt x="6016292" y="907838"/>
                  </a:lnTo>
                  <a:lnTo>
                    <a:pt x="6087914" y="914679"/>
                  </a:lnTo>
                  <a:lnTo>
                    <a:pt x="6159537" y="921451"/>
                  </a:lnTo>
                  <a:lnTo>
                    <a:pt x="6231159" y="928155"/>
                  </a:lnTo>
                  <a:lnTo>
                    <a:pt x="6302782" y="934792"/>
                  </a:lnTo>
                  <a:lnTo>
                    <a:pt x="6374404" y="941362"/>
                  </a:lnTo>
                  <a:lnTo>
                    <a:pt x="6446027" y="947867"/>
                  </a:lnTo>
                  <a:lnTo>
                    <a:pt x="6517649" y="954306"/>
                  </a:lnTo>
                  <a:lnTo>
                    <a:pt x="6589272" y="960681"/>
                  </a:lnTo>
                  <a:lnTo>
                    <a:pt x="6660894" y="966993"/>
                  </a:lnTo>
                  <a:lnTo>
                    <a:pt x="6732517" y="973241"/>
                  </a:lnTo>
                  <a:lnTo>
                    <a:pt x="6804139" y="979426"/>
                  </a:lnTo>
                  <a:lnTo>
                    <a:pt x="6875762" y="985550"/>
                  </a:lnTo>
                  <a:lnTo>
                    <a:pt x="6947385" y="991612"/>
                  </a:lnTo>
                  <a:lnTo>
                    <a:pt x="7019007" y="997613"/>
                  </a:lnTo>
                  <a:lnTo>
                    <a:pt x="7090630" y="10035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(1.00-1.27), p_Bonf = 0.268 (n = 6)  |  per IQR decline (Δ = 23.1): 1.33 (1.01-1.75)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2026-09-28T16:51:11Z</dcterms:modified>
  <cp:category/>
</cp:coreProperties>
</file>