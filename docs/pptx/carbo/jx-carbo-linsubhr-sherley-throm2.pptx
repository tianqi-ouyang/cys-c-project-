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72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583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44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310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3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036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00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3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626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817517" y="2073503"/>
              <a:ext cx="7403783" cy="3389693"/>
            </a:xfrm>
            <a:custGeom>
              <a:avLst/>
              <a:pathLst>
                <a:path w="7403783" h="3389693">
                  <a:moveTo>
                    <a:pt x="772177" y="0"/>
                  </a:moveTo>
                  <a:lnTo>
                    <a:pt x="813384" y="78049"/>
                  </a:lnTo>
                  <a:lnTo>
                    <a:pt x="890016" y="217265"/>
                  </a:lnTo>
                  <a:lnTo>
                    <a:pt x="966649" y="350791"/>
                  </a:lnTo>
                  <a:lnTo>
                    <a:pt x="1043281" y="478858"/>
                  </a:lnTo>
                  <a:lnTo>
                    <a:pt x="1119914" y="601691"/>
                  </a:lnTo>
                  <a:lnTo>
                    <a:pt x="1196546" y="719502"/>
                  </a:lnTo>
                  <a:lnTo>
                    <a:pt x="1273179" y="832498"/>
                  </a:lnTo>
                  <a:lnTo>
                    <a:pt x="1349811" y="940874"/>
                  </a:lnTo>
                  <a:lnTo>
                    <a:pt x="1426444" y="1044821"/>
                  </a:lnTo>
                  <a:lnTo>
                    <a:pt x="1503076" y="1144518"/>
                  </a:lnTo>
                  <a:lnTo>
                    <a:pt x="1579709" y="1240140"/>
                  </a:lnTo>
                  <a:lnTo>
                    <a:pt x="1656342" y="1331853"/>
                  </a:lnTo>
                  <a:lnTo>
                    <a:pt x="1732974" y="1419817"/>
                  </a:lnTo>
                  <a:lnTo>
                    <a:pt x="1809607" y="1504185"/>
                  </a:lnTo>
                  <a:lnTo>
                    <a:pt x="1886239" y="1585105"/>
                  </a:lnTo>
                  <a:lnTo>
                    <a:pt x="1962872" y="1662717"/>
                  </a:lnTo>
                  <a:lnTo>
                    <a:pt x="2039504" y="1737156"/>
                  </a:lnTo>
                  <a:lnTo>
                    <a:pt x="2116137" y="1808552"/>
                  </a:lnTo>
                  <a:lnTo>
                    <a:pt x="2192769" y="1877030"/>
                  </a:lnTo>
                  <a:lnTo>
                    <a:pt x="2269402" y="1942709"/>
                  </a:lnTo>
                  <a:lnTo>
                    <a:pt x="2346034" y="2005702"/>
                  </a:lnTo>
                  <a:lnTo>
                    <a:pt x="2422667" y="2066121"/>
                  </a:lnTo>
                  <a:lnTo>
                    <a:pt x="2499300" y="2124070"/>
                  </a:lnTo>
                  <a:lnTo>
                    <a:pt x="2575932" y="2179650"/>
                  </a:lnTo>
                  <a:lnTo>
                    <a:pt x="2652565" y="2232959"/>
                  </a:lnTo>
                  <a:lnTo>
                    <a:pt x="2729197" y="2284088"/>
                  </a:lnTo>
                  <a:lnTo>
                    <a:pt x="2805830" y="2333127"/>
                  </a:lnTo>
                  <a:lnTo>
                    <a:pt x="2882462" y="2380161"/>
                  </a:lnTo>
                  <a:lnTo>
                    <a:pt x="2959095" y="2425273"/>
                  </a:lnTo>
                  <a:lnTo>
                    <a:pt x="3035727" y="2468541"/>
                  </a:lnTo>
                  <a:lnTo>
                    <a:pt x="3112360" y="2510040"/>
                  </a:lnTo>
                  <a:lnTo>
                    <a:pt x="3188993" y="2549843"/>
                  </a:lnTo>
                  <a:lnTo>
                    <a:pt x="3265625" y="2588018"/>
                  </a:lnTo>
                  <a:lnTo>
                    <a:pt x="3342258" y="2624634"/>
                  </a:lnTo>
                  <a:lnTo>
                    <a:pt x="3418890" y="2656771"/>
                  </a:lnTo>
                  <a:lnTo>
                    <a:pt x="3495523" y="2672299"/>
                  </a:lnTo>
                  <a:lnTo>
                    <a:pt x="3572155" y="2687534"/>
                  </a:lnTo>
                  <a:lnTo>
                    <a:pt x="3648788" y="2702484"/>
                  </a:lnTo>
                  <a:lnTo>
                    <a:pt x="3725420" y="2717153"/>
                  </a:lnTo>
                  <a:lnTo>
                    <a:pt x="3802053" y="2731547"/>
                  </a:lnTo>
                  <a:lnTo>
                    <a:pt x="3878685" y="2745670"/>
                  </a:lnTo>
                  <a:lnTo>
                    <a:pt x="3955318" y="2759529"/>
                  </a:lnTo>
                  <a:lnTo>
                    <a:pt x="4031951" y="2773127"/>
                  </a:lnTo>
                  <a:lnTo>
                    <a:pt x="4108583" y="2786469"/>
                  </a:lnTo>
                  <a:lnTo>
                    <a:pt x="4185216" y="2799561"/>
                  </a:lnTo>
                  <a:lnTo>
                    <a:pt x="4261848" y="2812408"/>
                  </a:lnTo>
                  <a:lnTo>
                    <a:pt x="4338481" y="2825013"/>
                  </a:lnTo>
                  <a:lnTo>
                    <a:pt x="4415113" y="2837381"/>
                  </a:lnTo>
                  <a:lnTo>
                    <a:pt x="4491746" y="2849518"/>
                  </a:lnTo>
                  <a:lnTo>
                    <a:pt x="4568378" y="2861426"/>
                  </a:lnTo>
                  <a:lnTo>
                    <a:pt x="4645011" y="2873111"/>
                  </a:lnTo>
                  <a:lnTo>
                    <a:pt x="4721644" y="2884576"/>
                  </a:lnTo>
                  <a:lnTo>
                    <a:pt x="4798276" y="2895826"/>
                  </a:lnTo>
                  <a:lnTo>
                    <a:pt x="4874909" y="2906865"/>
                  </a:lnTo>
                  <a:lnTo>
                    <a:pt x="4951541" y="2917697"/>
                  </a:lnTo>
                  <a:lnTo>
                    <a:pt x="5028174" y="2928325"/>
                  </a:lnTo>
                  <a:lnTo>
                    <a:pt x="5104806" y="2938754"/>
                  </a:lnTo>
                  <a:lnTo>
                    <a:pt x="5181439" y="2948986"/>
                  </a:lnTo>
                  <a:lnTo>
                    <a:pt x="5258071" y="2959027"/>
                  </a:lnTo>
                  <a:lnTo>
                    <a:pt x="5334704" y="2968879"/>
                  </a:lnTo>
                  <a:lnTo>
                    <a:pt x="5411336" y="2978547"/>
                  </a:lnTo>
                  <a:lnTo>
                    <a:pt x="5487969" y="2988032"/>
                  </a:lnTo>
                  <a:lnTo>
                    <a:pt x="5564602" y="2997340"/>
                  </a:lnTo>
                  <a:lnTo>
                    <a:pt x="5641234" y="3006473"/>
                  </a:lnTo>
                  <a:lnTo>
                    <a:pt x="5717867" y="3015434"/>
                  </a:lnTo>
                  <a:lnTo>
                    <a:pt x="5794499" y="3024227"/>
                  </a:lnTo>
                  <a:lnTo>
                    <a:pt x="5871132" y="3032855"/>
                  </a:lnTo>
                  <a:lnTo>
                    <a:pt x="5947764" y="3041321"/>
                  </a:lnTo>
                  <a:lnTo>
                    <a:pt x="6024397" y="3049628"/>
                  </a:lnTo>
                  <a:lnTo>
                    <a:pt x="6101029" y="3057779"/>
                  </a:lnTo>
                  <a:lnTo>
                    <a:pt x="6177662" y="3065777"/>
                  </a:lnTo>
                  <a:lnTo>
                    <a:pt x="6254294" y="3073625"/>
                  </a:lnTo>
                  <a:lnTo>
                    <a:pt x="6330927" y="3081326"/>
                  </a:lnTo>
                  <a:lnTo>
                    <a:pt x="6407560" y="3088881"/>
                  </a:lnTo>
                  <a:lnTo>
                    <a:pt x="6484192" y="3096295"/>
                  </a:lnTo>
                  <a:lnTo>
                    <a:pt x="6560825" y="3103570"/>
                  </a:lnTo>
                  <a:lnTo>
                    <a:pt x="6637457" y="3110709"/>
                  </a:lnTo>
                  <a:lnTo>
                    <a:pt x="6714090" y="3117713"/>
                  </a:lnTo>
                  <a:lnTo>
                    <a:pt x="6790722" y="3124585"/>
                  </a:lnTo>
                  <a:lnTo>
                    <a:pt x="6867355" y="3131329"/>
                  </a:lnTo>
                  <a:lnTo>
                    <a:pt x="6943987" y="3137946"/>
                  </a:lnTo>
                  <a:lnTo>
                    <a:pt x="7020620" y="3144439"/>
                  </a:lnTo>
                  <a:lnTo>
                    <a:pt x="7097253" y="3150810"/>
                  </a:lnTo>
                  <a:lnTo>
                    <a:pt x="7173885" y="3157061"/>
                  </a:lnTo>
                  <a:lnTo>
                    <a:pt x="7250518" y="3163195"/>
                  </a:lnTo>
                  <a:lnTo>
                    <a:pt x="7327150" y="3169214"/>
                  </a:lnTo>
                  <a:lnTo>
                    <a:pt x="7403783" y="3175119"/>
                  </a:lnTo>
                  <a:lnTo>
                    <a:pt x="7403783" y="3389693"/>
                  </a:lnTo>
                  <a:lnTo>
                    <a:pt x="7327150" y="3385684"/>
                  </a:lnTo>
                  <a:lnTo>
                    <a:pt x="7250518" y="3381505"/>
                  </a:lnTo>
                  <a:lnTo>
                    <a:pt x="7173885" y="3377147"/>
                  </a:lnTo>
                  <a:lnTo>
                    <a:pt x="7097253" y="3372604"/>
                  </a:lnTo>
                  <a:lnTo>
                    <a:pt x="7020620" y="3367867"/>
                  </a:lnTo>
                  <a:lnTo>
                    <a:pt x="6943987" y="3362929"/>
                  </a:lnTo>
                  <a:lnTo>
                    <a:pt x="6867355" y="3357779"/>
                  </a:lnTo>
                  <a:lnTo>
                    <a:pt x="6790722" y="3352411"/>
                  </a:lnTo>
                  <a:lnTo>
                    <a:pt x="6714090" y="3346813"/>
                  </a:lnTo>
                  <a:lnTo>
                    <a:pt x="6637457" y="3340977"/>
                  </a:lnTo>
                  <a:lnTo>
                    <a:pt x="6560825" y="3334892"/>
                  </a:lnTo>
                  <a:lnTo>
                    <a:pt x="6484192" y="3328548"/>
                  </a:lnTo>
                  <a:lnTo>
                    <a:pt x="6407560" y="3321934"/>
                  </a:lnTo>
                  <a:lnTo>
                    <a:pt x="6330927" y="3315037"/>
                  </a:lnTo>
                  <a:lnTo>
                    <a:pt x="6254294" y="3307847"/>
                  </a:lnTo>
                  <a:lnTo>
                    <a:pt x="6177662" y="3300350"/>
                  </a:lnTo>
                  <a:lnTo>
                    <a:pt x="6101029" y="3292534"/>
                  </a:lnTo>
                  <a:lnTo>
                    <a:pt x="6024397" y="3284384"/>
                  </a:lnTo>
                  <a:lnTo>
                    <a:pt x="5947764" y="3275888"/>
                  </a:lnTo>
                  <a:lnTo>
                    <a:pt x="5871132" y="3267029"/>
                  </a:lnTo>
                  <a:lnTo>
                    <a:pt x="5794499" y="3257792"/>
                  </a:lnTo>
                  <a:lnTo>
                    <a:pt x="5717867" y="3248162"/>
                  </a:lnTo>
                  <a:lnTo>
                    <a:pt x="5641234" y="3238122"/>
                  </a:lnTo>
                  <a:lnTo>
                    <a:pt x="5564602" y="3227653"/>
                  </a:lnTo>
                  <a:lnTo>
                    <a:pt x="5487969" y="3216739"/>
                  </a:lnTo>
                  <a:lnTo>
                    <a:pt x="5411336" y="3205359"/>
                  </a:lnTo>
                  <a:lnTo>
                    <a:pt x="5334704" y="3193494"/>
                  </a:lnTo>
                  <a:lnTo>
                    <a:pt x="5258071" y="3181124"/>
                  </a:lnTo>
                  <a:lnTo>
                    <a:pt x="5181439" y="3168226"/>
                  </a:lnTo>
                  <a:lnTo>
                    <a:pt x="5104806" y="3154778"/>
                  </a:lnTo>
                  <a:lnTo>
                    <a:pt x="5028174" y="3140758"/>
                  </a:lnTo>
                  <a:lnTo>
                    <a:pt x="4951541" y="3126140"/>
                  </a:lnTo>
                  <a:lnTo>
                    <a:pt x="4874909" y="3110899"/>
                  </a:lnTo>
                  <a:lnTo>
                    <a:pt x="4798276" y="3095008"/>
                  </a:lnTo>
                  <a:lnTo>
                    <a:pt x="4721644" y="3078440"/>
                  </a:lnTo>
                  <a:lnTo>
                    <a:pt x="4645011" y="3061166"/>
                  </a:lnTo>
                  <a:lnTo>
                    <a:pt x="4568378" y="3043156"/>
                  </a:lnTo>
                  <a:lnTo>
                    <a:pt x="4491746" y="3024378"/>
                  </a:lnTo>
                  <a:lnTo>
                    <a:pt x="4415113" y="3004800"/>
                  </a:lnTo>
                  <a:lnTo>
                    <a:pt x="4338481" y="2984387"/>
                  </a:lnTo>
                  <a:lnTo>
                    <a:pt x="4261848" y="2963105"/>
                  </a:lnTo>
                  <a:lnTo>
                    <a:pt x="4185216" y="2940915"/>
                  </a:lnTo>
                  <a:lnTo>
                    <a:pt x="4108583" y="2917780"/>
                  </a:lnTo>
                  <a:lnTo>
                    <a:pt x="4031951" y="2893658"/>
                  </a:lnTo>
                  <a:lnTo>
                    <a:pt x="3955318" y="2868509"/>
                  </a:lnTo>
                  <a:lnTo>
                    <a:pt x="3878685" y="2842288"/>
                  </a:lnTo>
                  <a:lnTo>
                    <a:pt x="3802053" y="2814949"/>
                  </a:lnTo>
                  <a:lnTo>
                    <a:pt x="3725420" y="2786445"/>
                  </a:lnTo>
                  <a:lnTo>
                    <a:pt x="3648788" y="2756726"/>
                  </a:lnTo>
                  <a:lnTo>
                    <a:pt x="3572155" y="2725741"/>
                  </a:lnTo>
                  <a:lnTo>
                    <a:pt x="3495523" y="2693435"/>
                  </a:lnTo>
                  <a:lnTo>
                    <a:pt x="3418890" y="2659752"/>
                  </a:lnTo>
                  <a:lnTo>
                    <a:pt x="3342258" y="2640947"/>
                  </a:lnTo>
                  <a:lnTo>
                    <a:pt x="3265625" y="2624819"/>
                  </a:lnTo>
                  <a:lnTo>
                    <a:pt x="3188993" y="2608383"/>
                  </a:lnTo>
                  <a:lnTo>
                    <a:pt x="3112360" y="2591633"/>
                  </a:lnTo>
                  <a:lnTo>
                    <a:pt x="3035727" y="2574562"/>
                  </a:lnTo>
                  <a:lnTo>
                    <a:pt x="2959095" y="2557164"/>
                  </a:lnTo>
                  <a:lnTo>
                    <a:pt x="2882462" y="2539434"/>
                  </a:lnTo>
                  <a:lnTo>
                    <a:pt x="2805830" y="2521364"/>
                  </a:lnTo>
                  <a:lnTo>
                    <a:pt x="2729197" y="2502948"/>
                  </a:lnTo>
                  <a:lnTo>
                    <a:pt x="2652565" y="2484180"/>
                  </a:lnTo>
                  <a:lnTo>
                    <a:pt x="2575932" y="2465053"/>
                  </a:lnTo>
                  <a:lnTo>
                    <a:pt x="2499300" y="2445560"/>
                  </a:lnTo>
                  <a:lnTo>
                    <a:pt x="2422667" y="2425694"/>
                  </a:lnTo>
                  <a:lnTo>
                    <a:pt x="2346034" y="2405448"/>
                  </a:lnTo>
                  <a:lnTo>
                    <a:pt x="2269402" y="2384814"/>
                  </a:lnTo>
                  <a:lnTo>
                    <a:pt x="2192769" y="2363786"/>
                  </a:lnTo>
                  <a:lnTo>
                    <a:pt x="2116137" y="2342355"/>
                  </a:lnTo>
                  <a:lnTo>
                    <a:pt x="2039504" y="2320514"/>
                  </a:lnTo>
                  <a:lnTo>
                    <a:pt x="1962872" y="2298255"/>
                  </a:lnTo>
                  <a:lnTo>
                    <a:pt x="1886239" y="2275570"/>
                  </a:lnTo>
                  <a:lnTo>
                    <a:pt x="1809607" y="2252451"/>
                  </a:lnTo>
                  <a:lnTo>
                    <a:pt x="1732974" y="2228890"/>
                  </a:lnTo>
                  <a:lnTo>
                    <a:pt x="1656342" y="2204877"/>
                  </a:lnTo>
                  <a:lnTo>
                    <a:pt x="1579709" y="2180406"/>
                  </a:lnTo>
                  <a:lnTo>
                    <a:pt x="1503076" y="2155466"/>
                  </a:lnTo>
                  <a:lnTo>
                    <a:pt x="1426444" y="2130048"/>
                  </a:lnTo>
                  <a:lnTo>
                    <a:pt x="1349811" y="2104145"/>
                  </a:lnTo>
                  <a:lnTo>
                    <a:pt x="1273179" y="2077746"/>
                  </a:lnTo>
                  <a:lnTo>
                    <a:pt x="1196546" y="2050841"/>
                  </a:lnTo>
                  <a:lnTo>
                    <a:pt x="1119914" y="2023422"/>
                  </a:lnTo>
                  <a:lnTo>
                    <a:pt x="1043281" y="1995478"/>
                  </a:lnTo>
                  <a:lnTo>
                    <a:pt x="966649" y="1966999"/>
                  </a:lnTo>
                  <a:lnTo>
                    <a:pt x="890016" y="1937976"/>
                  </a:lnTo>
                  <a:lnTo>
                    <a:pt x="813384" y="1908397"/>
                  </a:lnTo>
                  <a:lnTo>
                    <a:pt x="736751" y="1878252"/>
                  </a:lnTo>
                  <a:lnTo>
                    <a:pt x="660118" y="1847530"/>
                  </a:lnTo>
                  <a:lnTo>
                    <a:pt x="583486" y="1816220"/>
                  </a:lnTo>
                  <a:lnTo>
                    <a:pt x="506853" y="1784312"/>
                  </a:lnTo>
                  <a:lnTo>
                    <a:pt x="430221" y="1751792"/>
                  </a:lnTo>
                  <a:lnTo>
                    <a:pt x="353588" y="1718650"/>
                  </a:lnTo>
                  <a:lnTo>
                    <a:pt x="276956" y="1684875"/>
                  </a:lnTo>
                  <a:lnTo>
                    <a:pt x="200323" y="1650452"/>
                  </a:lnTo>
                  <a:lnTo>
                    <a:pt x="123691" y="1615372"/>
                  </a:lnTo>
                  <a:lnTo>
                    <a:pt x="47058" y="1579619"/>
                  </a:lnTo>
                  <a:lnTo>
                    <a:pt x="0" y="155724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589695" y="2073503"/>
              <a:ext cx="6631605" cy="3175119"/>
            </a:xfrm>
            <a:custGeom>
              <a:avLst/>
              <a:pathLst>
                <a:path w="6631605" h="3175119">
                  <a:moveTo>
                    <a:pt x="0" y="0"/>
                  </a:moveTo>
                  <a:lnTo>
                    <a:pt x="41206" y="78049"/>
                  </a:lnTo>
                  <a:lnTo>
                    <a:pt x="117838" y="217265"/>
                  </a:lnTo>
                  <a:lnTo>
                    <a:pt x="194471" y="350791"/>
                  </a:lnTo>
                  <a:lnTo>
                    <a:pt x="271104" y="478858"/>
                  </a:lnTo>
                  <a:lnTo>
                    <a:pt x="347736" y="601691"/>
                  </a:lnTo>
                  <a:lnTo>
                    <a:pt x="424369" y="719502"/>
                  </a:lnTo>
                  <a:lnTo>
                    <a:pt x="501001" y="832498"/>
                  </a:lnTo>
                  <a:lnTo>
                    <a:pt x="577634" y="940874"/>
                  </a:lnTo>
                  <a:lnTo>
                    <a:pt x="654266" y="1044821"/>
                  </a:lnTo>
                  <a:lnTo>
                    <a:pt x="730899" y="1144518"/>
                  </a:lnTo>
                  <a:lnTo>
                    <a:pt x="807531" y="1240140"/>
                  </a:lnTo>
                  <a:lnTo>
                    <a:pt x="884164" y="1331853"/>
                  </a:lnTo>
                  <a:lnTo>
                    <a:pt x="960796" y="1419817"/>
                  </a:lnTo>
                  <a:lnTo>
                    <a:pt x="1037429" y="1504185"/>
                  </a:lnTo>
                  <a:lnTo>
                    <a:pt x="1114062" y="1585105"/>
                  </a:lnTo>
                  <a:lnTo>
                    <a:pt x="1190694" y="1662717"/>
                  </a:lnTo>
                  <a:lnTo>
                    <a:pt x="1267327" y="1737156"/>
                  </a:lnTo>
                  <a:lnTo>
                    <a:pt x="1343959" y="1808552"/>
                  </a:lnTo>
                  <a:lnTo>
                    <a:pt x="1420592" y="1877030"/>
                  </a:lnTo>
                  <a:lnTo>
                    <a:pt x="1497224" y="1942709"/>
                  </a:lnTo>
                  <a:lnTo>
                    <a:pt x="1573857" y="2005702"/>
                  </a:lnTo>
                  <a:lnTo>
                    <a:pt x="1650489" y="2066121"/>
                  </a:lnTo>
                  <a:lnTo>
                    <a:pt x="1727122" y="2124070"/>
                  </a:lnTo>
                  <a:lnTo>
                    <a:pt x="1803755" y="2179650"/>
                  </a:lnTo>
                  <a:lnTo>
                    <a:pt x="1880387" y="2232959"/>
                  </a:lnTo>
                  <a:lnTo>
                    <a:pt x="1957020" y="2284088"/>
                  </a:lnTo>
                  <a:lnTo>
                    <a:pt x="2033652" y="2333127"/>
                  </a:lnTo>
                  <a:lnTo>
                    <a:pt x="2110285" y="2380161"/>
                  </a:lnTo>
                  <a:lnTo>
                    <a:pt x="2186917" y="2425273"/>
                  </a:lnTo>
                  <a:lnTo>
                    <a:pt x="2263550" y="2468541"/>
                  </a:lnTo>
                  <a:lnTo>
                    <a:pt x="2340182" y="2510040"/>
                  </a:lnTo>
                  <a:lnTo>
                    <a:pt x="2416815" y="2549843"/>
                  </a:lnTo>
                  <a:lnTo>
                    <a:pt x="2493447" y="2588018"/>
                  </a:lnTo>
                  <a:lnTo>
                    <a:pt x="2570080" y="2624634"/>
                  </a:lnTo>
                  <a:lnTo>
                    <a:pt x="2646713" y="2656771"/>
                  </a:lnTo>
                  <a:lnTo>
                    <a:pt x="2723345" y="2672299"/>
                  </a:lnTo>
                  <a:lnTo>
                    <a:pt x="2799978" y="2687534"/>
                  </a:lnTo>
                  <a:lnTo>
                    <a:pt x="2876610" y="2702484"/>
                  </a:lnTo>
                  <a:lnTo>
                    <a:pt x="2953243" y="2717153"/>
                  </a:lnTo>
                  <a:lnTo>
                    <a:pt x="3029875" y="2731547"/>
                  </a:lnTo>
                  <a:lnTo>
                    <a:pt x="3106508" y="2745670"/>
                  </a:lnTo>
                  <a:lnTo>
                    <a:pt x="3183140" y="2759529"/>
                  </a:lnTo>
                  <a:lnTo>
                    <a:pt x="3259773" y="2773127"/>
                  </a:lnTo>
                  <a:lnTo>
                    <a:pt x="3336406" y="2786469"/>
                  </a:lnTo>
                  <a:lnTo>
                    <a:pt x="3413038" y="2799561"/>
                  </a:lnTo>
                  <a:lnTo>
                    <a:pt x="3489671" y="2812408"/>
                  </a:lnTo>
                  <a:lnTo>
                    <a:pt x="3566303" y="2825013"/>
                  </a:lnTo>
                  <a:lnTo>
                    <a:pt x="3642936" y="2837381"/>
                  </a:lnTo>
                  <a:lnTo>
                    <a:pt x="3719568" y="2849518"/>
                  </a:lnTo>
                  <a:lnTo>
                    <a:pt x="3796201" y="2861426"/>
                  </a:lnTo>
                  <a:lnTo>
                    <a:pt x="3872833" y="2873111"/>
                  </a:lnTo>
                  <a:lnTo>
                    <a:pt x="3949466" y="2884576"/>
                  </a:lnTo>
                  <a:lnTo>
                    <a:pt x="4026098" y="2895826"/>
                  </a:lnTo>
                  <a:lnTo>
                    <a:pt x="4102731" y="2906865"/>
                  </a:lnTo>
                  <a:lnTo>
                    <a:pt x="4179364" y="2917697"/>
                  </a:lnTo>
                  <a:lnTo>
                    <a:pt x="4255996" y="2928325"/>
                  </a:lnTo>
                  <a:lnTo>
                    <a:pt x="4332629" y="2938754"/>
                  </a:lnTo>
                  <a:lnTo>
                    <a:pt x="4409261" y="2948986"/>
                  </a:lnTo>
                  <a:lnTo>
                    <a:pt x="4485894" y="2959027"/>
                  </a:lnTo>
                  <a:lnTo>
                    <a:pt x="4562526" y="2968879"/>
                  </a:lnTo>
                  <a:lnTo>
                    <a:pt x="4639159" y="2978547"/>
                  </a:lnTo>
                  <a:lnTo>
                    <a:pt x="4715791" y="2988032"/>
                  </a:lnTo>
                  <a:lnTo>
                    <a:pt x="4792424" y="2997340"/>
                  </a:lnTo>
                  <a:lnTo>
                    <a:pt x="4869056" y="3006473"/>
                  </a:lnTo>
                  <a:lnTo>
                    <a:pt x="4945689" y="3015434"/>
                  </a:lnTo>
                  <a:lnTo>
                    <a:pt x="5022322" y="3024227"/>
                  </a:lnTo>
                  <a:lnTo>
                    <a:pt x="5098954" y="3032855"/>
                  </a:lnTo>
                  <a:lnTo>
                    <a:pt x="5175587" y="3041321"/>
                  </a:lnTo>
                  <a:lnTo>
                    <a:pt x="5252219" y="3049628"/>
                  </a:lnTo>
                  <a:lnTo>
                    <a:pt x="5328852" y="3057779"/>
                  </a:lnTo>
                  <a:lnTo>
                    <a:pt x="5405484" y="3065777"/>
                  </a:lnTo>
                  <a:lnTo>
                    <a:pt x="5482117" y="3073625"/>
                  </a:lnTo>
                  <a:lnTo>
                    <a:pt x="5558749" y="3081326"/>
                  </a:lnTo>
                  <a:lnTo>
                    <a:pt x="5635382" y="3088881"/>
                  </a:lnTo>
                  <a:lnTo>
                    <a:pt x="5712015" y="3096295"/>
                  </a:lnTo>
                  <a:lnTo>
                    <a:pt x="5788647" y="3103570"/>
                  </a:lnTo>
                  <a:lnTo>
                    <a:pt x="5865280" y="3110709"/>
                  </a:lnTo>
                  <a:lnTo>
                    <a:pt x="5941912" y="3117713"/>
                  </a:lnTo>
                  <a:lnTo>
                    <a:pt x="6018545" y="3124585"/>
                  </a:lnTo>
                  <a:lnTo>
                    <a:pt x="6095177" y="3131329"/>
                  </a:lnTo>
                  <a:lnTo>
                    <a:pt x="6171810" y="3137946"/>
                  </a:lnTo>
                  <a:lnTo>
                    <a:pt x="6248442" y="3144439"/>
                  </a:lnTo>
                  <a:lnTo>
                    <a:pt x="6325075" y="3150810"/>
                  </a:lnTo>
                  <a:lnTo>
                    <a:pt x="6401707" y="3157061"/>
                  </a:lnTo>
                  <a:lnTo>
                    <a:pt x="6478340" y="3163195"/>
                  </a:lnTo>
                  <a:lnTo>
                    <a:pt x="6554973" y="3169214"/>
                  </a:lnTo>
                  <a:lnTo>
                    <a:pt x="6631605" y="31751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17517" y="3630748"/>
              <a:ext cx="7403783" cy="1832448"/>
            </a:xfrm>
            <a:custGeom>
              <a:avLst/>
              <a:pathLst>
                <a:path w="7403783" h="1832448">
                  <a:moveTo>
                    <a:pt x="7403783" y="1832448"/>
                  </a:moveTo>
                  <a:lnTo>
                    <a:pt x="7327150" y="1828439"/>
                  </a:lnTo>
                  <a:lnTo>
                    <a:pt x="7250518" y="1824260"/>
                  </a:lnTo>
                  <a:lnTo>
                    <a:pt x="7173885" y="1819902"/>
                  </a:lnTo>
                  <a:lnTo>
                    <a:pt x="7097253" y="1815359"/>
                  </a:lnTo>
                  <a:lnTo>
                    <a:pt x="7020620" y="1810622"/>
                  </a:lnTo>
                  <a:lnTo>
                    <a:pt x="6943987" y="1805683"/>
                  </a:lnTo>
                  <a:lnTo>
                    <a:pt x="6867355" y="1800534"/>
                  </a:lnTo>
                  <a:lnTo>
                    <a:pt x="6790722" y="1795165"/>
                  </a:lnTo>
                  <a:lnTo>
                    <a:pt x="6714090" y="1789568"/>
                  </a:lnTo>
                  <a:lnTo>
                    <a:pt x="6637457" y="1783732"/>
                  </a:lnTo>
                  <a:lnTo>
                    <a:pt x="6560825" y="1777647"/>
                  </a:lnTo>
                  <a:lnTo>
                    <a:pt x="6484192" y="1771303"/>
                  </a:lnTo>
                  <a:lnTo>
                    <a:pt x="6407560" y="1764689"/>
                  </a:lnTo>
                  <a:lnTo>
                    <a:pt x="6330927" y="1757792"/>
                  </a:lnTo>
                  <a:lnTo>
                    <a:pt x="6254294" y="1750602"/>
                  </a:lnTo>
                  <a:lnTo>
                    <a:pt x="6177662" y="1743105"/>
                  </a:lnTo>
                  <a:lnTo>
                    <a:pt x="6101029" y="1735289"/>
                  </a:lnTo>
                  <a:lnTo>
                    <a:pt x="6024397" y="1727139"/>
                  </a:lnTo>
                  <a:lnTo>
                    <a:pt x="5947764" y="1718643"/>
                  </a:lnTo>
                  <a:lnTo>
                    <a:pt x="5871132" y="1709784"/>
                  </a:lnTo>
                  <a:lnTo>
                    <a:pt x="5794499" y="1700547"/>
                  </a:lnTo>
                  <a:lnTo>
                    <a:pt x="5717867" y="1690917"/>
                  </a:lnTo>
                  <a:lnTo>
                    <a:pt x="5641234" y="1680877"/>
                  </a:lnTo>
                  <a:lnTo>
                    <a:pt x="5564602" y="1670408"/>
                  </a:lnTo>
                  <a:lnTo>
                    <a:pt x="5487969" y="1659493"/>
                  </a:lnTo>
                  <a:lnTo>
                    <a:pt x="5411336" y="1648114"/>
                  </a:lnTo>
                  <a:lnTo>
                    <a:pt x="5334704" y="1636249"/>
                  </a:lnTo>
                  <a:lnTo>
                    <a:pt x="5258071" y="1623878"/>
                  </a:lnTo>
                  <a:lnTo>
                    <a:pt x="5181439" y="1610981"/>
                  </a:lnTo>
                  <a:lnTo>
                    <a:pt x="5104806" y="1597533"/>
                  </a:lnTo>
                  <a:lnTo>
                    <a:pt x="5028174" y="1583513"/>
                  </a:lnTo>
                  <a:lnTo>
                    <a:pt x="4951541" y="1568895"/>
                  </a:lnTo>
                  <a:lnTo>
                    <a:pt x="4874909" y="1553654"/>
                  </a:lnTo>
                  <a:lnTo>
                    <a:pt x="4798276" y="1537763"/>
                  </a:lnTo>
                  <a:lnTo>
                    <a:pt x="4721644" y="1521195"/>
                  </a:lnTo>
                  <a:lnTo>
                    <a:pt x="4645011" y="1503921"/>
                  </a:lnTo>
                  <a:lnTo>
                    <a:pt x="4568378" y="1485911"/>
                  </a:lnTo>
                  <a:lnTo>
                    <a:pt x="4491746" y="1467133"/>
                  </a:lnTo>
                  <a:lnTo>
                    <a:pt x="4415113" y="1447555"/>
                  </a:lnTo>
                  <a:lnTo>
                    <a:pt x="4338481" y="1427142"/>
                  </a:lnTo>
                  <a:lnTo>
                    <a:pt x="4261848" y="1405860"/>
                  </a:lnTo>
                  <a:lnTo>
                    <a:pt x="4185216" y="1383670"/>
                  </a:lnTo>
                  <a:lnTo>
                    <a:pt x="4108583" y="1360535"/>
                  </a:lnTo>
                  <a:lnTo>
                    <a:pt x="4031951" y="1336413"/>
                  </a:lnTo>
                  <a:lnTo>
                    <a:pt x="3955318" y="1311264"/>
                  </a:lnTo>
                  <a:lnTo>
                    <a:pt x="3878685" y="1285043"/>
                  </a:lnTo>
                  <a:lnTo>
                    <a:pt x="3802053" y="1257704"/>
                  </a:lnTo>
                  <a:lnTo>
                    <a:pt x="3725420" y="1229200"/>
                  </a:lnTo>
                  <a:lnTo>
                    <a:pt x="3648788" y="1199481"/>
                  </a:lnTo>
                  <a:lnTo>
                    <a:pt x="3572155" y="1168496"/>
                  </a:lnTo>
                  <a:lnTo>
                    <a:pt x="3495523" y="1136190"/>
                  </a:lnTo>
                  <a:lnTo>
                    <a:pt x="3418890" y="1102507"/>
                  </a:lnTo>
                  <a:lnTo>
                    <a:pt x="3342258" y="1083702"/>
                  </a:lnTo>
                  <a:lnTo>
                    <a:pt x="3265625" y="1067574"/>
                  </a:lnTo>
                  <a:lnTo>
                    <a:pt x="3188993" y="1051138"/>
                  </a:lnTo>
                  <a:lnTo>
                    <a:pt x="3112360" y="1034388"/>
                  </a:lnTo>
                  <a:lnTo>
                    <a:pt x="3035727" y="1017317"/>
                  </a:lnTo>
                  <a:lnTo>
                    <a:pt x="2959095" y="999919"/>
                  </a:lnTo>
                  <a:lnTo>
                    <a:pt x="2882462" y="982189"/>
                  </a:lnTo>
                  <a:lnTo>
                    <a:pt x="2805830" y="964119"/>
                  </a:lnTo>
                  <a:lnTo>
                    <a:pt x="2729197" y="945703"/>
                  </a:lnTo>
                  <a:lnTo>
                    <a:pt x="2652565" y="926935"/>
                  </a:lnTo>
                  <a:lnTo>
                    <a:pt x="2575932" y="907808"/>
                  </a:lnTo>
                  <a:lnTo>
                    <a:pt x="2499300" y="888315"/>
                  </a:lnTo>
                  <a:lnTo>
                    <a:pt x="2422667" y="868449"/>
                  </a:lnTo>
                  <a:lnTo>
                    <a:pt x="2346034" y="848203"/>
                  </a:lnTo>
                  <a:lnTo>
                    <a:pt x="2269402" y="827569"/>
                  </a:lnTo>
                  <a:lnTo>
                    <a:pt x="2192769" y="806540"/>
                  </a:lnTo>
                  <a:lnTo>
                    <a:pt x="2116137" y="785110"/>
                  </a:lnTo>
                  <a:lnTo>
                    <a:pt x="2039504" y="763269"/>
                  </a:lnTo>
                  <a:lnTo>
                    <a:pt x="1962872" y="741010"/>
                  </a:lnTo>
                  <a:lnTo>
                    <a:pt x="1886239" y="718325"/>
                  </a:lnTo>
                  <a:lnTo>
                    <a:pt x="1809607" y="695206"/>
                  </a:lnTo>
                  <a:lnTo>
                    <a:pt x="1732974" y="671644"/>
                  </a:lnTo>
                  <a:lnTo>
                    <a:pt x="1656342" y="647632"/>
                  </a:lnTo>
                  <a:lnTo>
                    <a:pt x="1579709" y="623160"/>
                  </a:lnTo>
                  <a:lnTo>
                    <a:pt x="1503076" y="598220"/>
                  </a:lnTo>
                  <a:lnTo>
                    <a:pt x="1426444" y="572803"/>
                  </a:lnTo>
                  <a:lnTo>
                    <a:pt x="1349811" y="546900"/>
                  </a:lnTo>
                  <a:lnTo>
                    <a:pt x="1273179" y="520500"/>
                  </a:lnTo>
                  <a:lnTo>
                    <a:pt x="1196546" y="493596"/>
                  </a:lnTo>
                  <a:lnTo>
                    <a:pt x="1119914" y="466177"/>
                  </a:lnTo>
                  <a:lnTo>
                    <a:pt x="1043281" y="438233"/>
                  </a:lnTo>
                  <a:lnTo>
                    <a:pt x="966649" y="409754"/>
                  </a:lnTo>
                  <a:lnTo>
                    <a:pt x="890016" y="380731"/>
                  </a:lnTo>
                  <a:lnTo>
                    <a:pt x="813384" y="351152"/>
                  </a:lnTo>
                  <a:lnTo>
                    <a:pt x="736751" y="321007"/>
                  </a:lnTo>
                  <a:lnTo>
                    <a:pt x="660118" y="290285"/>
                  </a:lnTo>
                  <a:lnTo>
                    <a:pt x="583486" y="258975"/>
                  </a:lnTo>
                  <a:lnTo>
                    <a:pt x="506853" y="227066"/>
                  </a:lnTo>
                  <a:lnTo>
                    <a:pt x="430221" y="194547"/>
                  </a:lnTo>
                  <a:lnTo>
                    <a:pt x="353588" y="161405"/>
                  </a:lnTo>
                  <a:lnTo>
                    <a:pt x="276956" y="127629"/>
                  </a:lnTo>
                  <a:lnTo>
                    <a:pt x="200323" y="93207"/>
                  </a:lnTo>
                  <a:lnTo>
                    <a:pt x="123691" y="58126"/>
                  </a:lnTo>
                  <a:lnTo>
                    <a:pt x="47058" y="2237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17517" y="2360410"/>
              <a:ext cx="7403783" cy="3026465"/>
            </a:xfrm>
            <a:custGeom>
              <a:avLst/>
              <a:pathLst>
                <a:path w="7403783" h="3026465">
                  <a:moveTo>
                    <a:pt x="0" y="0"/>
                  </a:moveTo>
                  <a:lnTo>
                    <a:pt x="47058" y="59361"/>
                  </a:lnTo>
                  <a:lnTo>
                    <a:pt x="123691" y="153140"/>
                  </a:lnTo>
                  <a:lnTo>
                    <a:pt x="200323" y="244115"/>
                  </a:lnTo>
                  <a:lnTo>
                    <a:pt x="276956" y="332372"/>
                  </a:lnTo>
                  <a:lnTo>
                    <a:pt x="353588" y="417990"/>
                  </a:lnTo>
                  <a:lnTo>
                    <a:pt x="430221" y="501049"/>
                  </a:lnTo>
                  <a:lnTo>
                    <a:pt x="506853" y="581626"/>
                  </a:lnTo>
                  <a:lnTo>
                    <a:pt x="583486" y="659794"/>
                  </a:lnTo>
                  <a:lnTo>
                    <a:pt x="660118" y="735625"/>
                  </a:lnTo>
                  <a:lnTo>
                    <a:pt x="736751" y="809191"/>
                  </a:lnTo>
                  <a:lnTo>
                    <a:pt x="813384" y="880557"/>
                  </a:lnTo>
                  <a:lnTo>
                    <a:pt x="890016" y="949790"/>
                  </a:lnTo>
                  <a:lnTo>
                    <a:pt x="966649" y="1016954"/>
                  </a:lnTo>
                  <a:lnTo>
                    <a:pt x="1043281" y="1082110"/>
                  </a:lnTo>
                  <a:lnTo>
                    <a:pt x="1119914" y="1145319"/>
                  </a:lnTo>
                  <a:lnTo>
                    <a:pt x="1196546" y="1206638"/>
                  </a:lnTo>
                  <a:lnTo>
                    <a:pt x="1273179" y="1266125"/>
                  </a:lnTo>
                  <a:lnTo>
                    <a:pt x="1349811" y="1323834"/>
                  </a:lnTo>
                  <a:lnTo>
                    <a:pt x="1426444" y="1379817"/>
                  </a:lnTo>
                  <a:lnTo>
                    <a:pt x="1503076" y="1434128"/>
                  </a:lnTo>
                  <a:lnTo>
                    <a:pt x="1579709" y="1486815"/>
                  </a:lnTo>
                  <a:lnTo>
                    <a:pt x="1656342" y="1537927"/>
                  </a:lnTo>
                  <a:lnTo>
                    <a:pt x="1732974" y="1587511"/>
                  </a:lnTo>
                  <a:lnTo>
                    <a:pt x="1809607" y="1635614"/>
                  </a:lnTo>
                  <a:lnTo>
                    <a:pt x="1886239" y="1682279"/>
                  </a:lnTo>
                  <a:lnTo>
                    <a:pt x="1962872" y="1727548"/>
                  </a:lnTo>
                  <a:lnTo>
                    <a:pt x="2039504" y="1771465"/>
                  </a:lnTo>
                  <a:lnTo>
                    <a:pt x="2116137" y="1814069"/>
                  </a:lnTo>
                  <a:lnTo>
                    <a:pt x="2192769" y="1855400"/>
                  </a:lnTo>
                  <a:lnTo>
                    <a:pt x="2269402" y="1895495"/>
                  </a:lnTo>
                  <a:lnTo>
                    <a:pt x="2346034" y="1934392"/>
                  </a:lnTo>
                  <a:lnTo>
                    <a:pt x="2422667" y="1972126"/>
                  </a:lnTo>
                  <a:lnTo>
                    <a:pt x="2499300" y="2008733"/>
                  </a:lnTo>
                  <a:lnTo>
                    <a:pt x="2575932" y="2044245"/>
                  </a:lnTo>
                  <a:lnTo>
                    <a:pt x="2652565" y="2078696"/>
                  </a:lnTo>
                  <a:lnTo>
                    <a:pt x="2729197" y="2112117"/>
                  </a:lnTo>
                  <a:lnTo>
                    <a:pt x="2805830" y="2144539"/>
                  </a:lnTo>
                  <a:lnTo>
                    <a:pt x="2882462" y="2175992"/>
                  </a:lnTo>
                  <a:lnTo>
                    <a:pt x="2959095" y="2206505"/>
                  </a:lnTo>
                  <a:lnTo>
                    <a:pt x="3035727" y="2236106"/>
                  </a:lnTo>
                  <a:lnTo>
                    <a:pt x="3112360" y="2264822"/>
                  </a:lnTo>
                  <a:lnTo>
                    <a:pt x="3188993" y="2292680"/>
                  </a:lnTo>
                  <a:lnTo>
                    <a:pt x="3265625" y="2319705"/>
                  </a:lnTo>
                  <a:lnTo>
                    <a:pt x="3342258" y="2345922"/>
                  </a:lnTo>
                  <a:lnTo>
                    <a:pt x="3418890" y="2371356"/>
                  </a:lnTo>
                  <a:lnTo>
                    <a:pt x="3495523" y="2396029"/>
                  </a:lnTo>
                  <a:lnTo>
                    <a:pt x="3572155" y="2419965"/>
                  </a:lnTo>
                  <a:lnTo>
                    <a:pt x="3648788" y="2443186"/>
                  </a:lnTo>
                  <a:lnTo>
                    <a:pt x="3725420" y="2465713"/>
                  </a:lnTo>
                  <a:lnTo>
                    <a:pt x="3802053" y="2487566"/>
                  </a:lnTo>
                  <a:lnTo>
                    <a:pt x="3878685" y="2508766"/>
                  </a:lnTo>
                  <a:lnTo>
                    <a:pt x="3955318" y="2529332"/>
                  </a:lnTo>
                  <a:lnTo>
                    <a:pt x="4031951" y="2549284"/>
                  </a:lnTo>
                  <a:lnTo>
                    <a:pt x="4108583" y="2568639"/>
                  </a:lnTo>
                  <a:lnTo>
                    <a:pt x="4185216" y="2587416"/>
                  </a:lnTo>
                  <a:lnTo>
                    <a:pt x="4261848" y="2605631"/>
                  </a:lnTo>
                  <a:lnTo>
                    <a:pt x="4338481" y="2623302"/>
                  </a:lnTo>
                  <a:lnTo>
                    <a:pt x="4415113" y="2640445"/>
                  </a:lnTo>
                  <a:lnTo>
                    <a:pt x="4491746" y="2657076"/>
                  </a:lnTo>
                  <a:lnTo>
                    <a:pt x="4568378" y="2673209"/>
                  </a:lnTo>
                  <a:lnTo>
                    <a:pt x="4645011" y="2688860"/>
                  </a:lnTo>
                  <a:lnTo>
                    <a:pt x="4721644" y="2704044"/>
                  </a:lnTo>
                  <a:lnTo>
                    <a:pt x="4798276" y="2718773"/>
                  </a:lnTo>
                  <a:lnTo>
                    <a:pt x="4874909" y="2733063"/>
                  </a:lnTo>
                  <a:lnTo>
                    <a:pt x="4951541" y="2746925"/>
                  </a:lnTo>
                  <a:lnTo>
                    <a:pt x="5028174" y="2760373"/>
                  </a:lnTo>
                  <a:lnTo>
                    <a:pt x="5104806" y="2773418"/>
                  </a:lnTo>
                  <a:lnTo>
                    <a:pt x="5181439" y="2786074"/>
                  </a:lnTo>
                  <a:lnTo>
                    <a:pt x="5258071" y="2798352"/>
                  </a:lnTo>
                  <a:lnTo>
                    <a:pt x="5334704" y="2810263"/>
                  </a:lnTo>
                  <a:lnTo>
                    <a:pt x="5411336" y="2821817"/>
                  </a:lnTo>
                  <a:lnTo>
                    <a:pt x="5487969" y="2833027"/>
                  </a:lnTo>
                  <a:lnTo>
                    <a:pt x="5564602" y="2843901"/>
                  </a:lnTo>
                  <a:lnTo>
                    <a:pt x="5641234" y="2854450"/>
                  </a:lnTo>
                  <a:lnTo>
                    <a:pt x="5717867" y="2864684"/>
                  </a:lnTo>
                  <a:lnTo>
                    <a:pt x="5794499" y="2874612"/>
                  </a:lnTo>
                  <a:lnTo>
                    <a:pt x="5871132" y="2884244"/>
                  </a:lnTo>
                  <a:lnTo>
                    <a:pt x="5947764" y="2893587"/>
                  </a:lnTo>
                  <a:lnTo>
                    <a:pt x="6024397" y="2902651"/>
                  </a:lnTo>
                  <a:lnTo>
                    <a:pt x="6101029" y="2911444"/>
                  </a:lnTo>
                  <a:lnTo>
                    <a:pt x="6177662" y="2919975"/>
                  </a:lnTo>
                  <a:lnTo>
                    <a:pt x="6254294" y="2928250"/>
                  </a:lnTo>
                  <a:lnTo>
                    <a:pt x="6330927" y="2936278"/>
                  </a:lnTo>
                  <a:lnTo>
                    <a:pt x="6407560" y="2944066"/>
                  </a:lnTo>
                  <a:lnTo>
                    <a:pt x="6484192" y="2951622"/>
                  </a:lnTo>
                  <a:lnTo>
                    <a:pt x="6560825" y="2958951"/>
                  </a:lnTo>
                  <a:lnTo>
                    <a:pt x="6637457" y="2966062"/>
                  </a:lnTo>
                  <a:lnTo>
                    <a:pt x="6714090" y="2972959"/>
                  </a:lnTo>
                  <a:lnTo>
                    <a:pt x="6790722" y="2979651"/>
                  </a:lnTo>
                  <a:lnTo>
                    <a:pt x="6867355" y="2986143"/>
                  </a:lnTo>
                  <a:lnTo>
                    <a:pt x="6943987" y="2992441"/>
                  </a:lnTo>
                  <a:lnTo>
                    <a:pt x="7020620" y="2998550"/>
                  </a:lnTo>
                  <a:lnTo>
                    <a:pt x="7097253" y="3004477"/>
                  </a:lnTo>
                  <a:lnTo>
                    <a:pt x="7173885" y="3010226"/>
                  </a:lnTo>
                  <a:lnTo>
                    <a:pt x="7250518" y="3015804"/>
                  </a:lnTo>
                  <a:lnTo>
                    <a:pt x="7327150" y="3021215"/>
                  </a:lnTo>
                  <a:lnTo>
                    <a:pt x="7403783" y="302646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242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2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2075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070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31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98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46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710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5733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1.42 (1.25-1.62), p_Bonf = &lt;0.001 (n = 6)  |  per IQR decline (Δ = 29.9 %): 2.86 (1.93-4.24)  |  IQR: [-15.0,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49181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(Sherley adjusters)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2026-09-28T16:51:07Z</dcterms:modified>
  <cp:category/>
</cp:coreProperties>
</file>