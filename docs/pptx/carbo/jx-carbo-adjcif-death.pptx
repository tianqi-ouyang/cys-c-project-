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14438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27231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40024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07918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613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07309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07004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470835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383628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296421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070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7766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07461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07156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20344" y="4301205"/>
              <a:ext cx="6949396" cy="1223072"/>
            </a:xfrm>
            <a:custGeom>
              <a:avLst/>
              <a:pathLst>
                <a:path w="6949396" h="1223072">
                  <a:moveTo>
                    <a:pt x="0" y="1223072"/>
                  </a:moveTo>
                  <a:lnTo>
                    <a:pt x="239634" y="1223072"/>
                  </a:lnTo>
                  <a:lnTo>
                    <a:pt x="239634" y="1167040"/>
                  </a:lnTo>
                  <a:lnTo>
                    <a:pt x="639024" y="1167040"/>
                  </a:lnTo>
                  <a:lnTo>
                    <a:pt x="639024" y="1110625"/>
                  </a:lnTo>
                  <a:lnTo>
                    <a:pt x="718903" y="1110625"/>
                  </a:lnTo>
                  <a:lnTo>
                    <a:pt x="718903" y="1110625"/>
                  </a:lnTo>
                  <a:lnTo>
                    <a:pt x="958537" y="1110625"/>
                  </a:lnTo>
                  <a:lnTo>
                    <a:pt x="958537" y="1054254"/>
                  </a:lnTo>
                  <a:lnTo>
                    <a:pt x="1118293" y="1054254"/>
                  </a:lnTo>
                  <a:lnTo>
                    <a:pt x="1118293" y="997981"/>
                  </a:lnTo>
                  <a:lnTo>
                    <a:pt x="1517684" y="997981"/>
                  </a:lnTo>
                  <a:lnTo>
                    <a:pt x="1517684" y="941632"/>
                  </a:lnTo>
                  <a:lnTo>
                    <a:pt x="1757318" y="941632"/>
                  </a:lnTo>
                  <a:lnTo>
                    <a:pt x="1757318" y="885157"/>
                  </a:lnTo>
                  <a:lnTo>
                    <a:pt x="1996953" y="885157"/>
                  </a:lnTo>
                  <a:lnTo>
                    <a:pt x="1996953" y="770851"/>
                  </a:lnTo>
                  <a:lnTo>
                    <a:pt x="2076831" y="770851"/>
                  </a:lnTo>
                  <a:lnTo>
                    <a:pt x="2076831" y="655872"/>
                  </a:lnTo>
                  <a:lnTo>
                    <a:pt x="2156709" y="655872"/>
                  </a:lnTo>
                  <a:lnTo>
                    <a:pt x="2156709" y="597129"/>
                  </a:lnTo>
                  <a:lnTo>
                    <a:pt x="2476221" y="597129"/>
                  </a:lnTo>
                  <a:lnTo>
                    <a:pt x="2476221" y="538141"/>
                  </a:lnTo>
                  <a:lnTo>
                    <a:pt x="2556099" y="538141"/>
                  </a:lnTo>
                  <a:lnTo>
                    <a:pt x="2556099" y="479452"/>
                  </a:lnTo>
                  <a:lnTo>
                    <a:pt x="3035368" y="479452"/>
                  </a:lnTo>
                  <a:lnTo>
                    <a:pt x="3035368" y="421086"/>
                  </a:lnTo>
                  <a:lnTo>
                    <a:pt x="3514637" y="421086"/>
                  </a:lnTo>
                  <a:lnTo>
                    <a:pt x="3514637" y="421086"/>
                  </a:lnTo>
                  <a:lnTo>
                    <a:pt x="3674393" y="421086"/>
                  </a:lnTo>
                  <a:lnTo>
                    <a:pt x="3674393" y="361181"/>
                  </a:lnTo>
                  <a:lnTo>
                    <a:pt x="4153662" y="361181"/>
                  </a:lnTo>
                  <a:lnTo>
                    <a:pt x="4153662" y="301294"/>
                  </a:lnTo>
                  <a:lnTo>
                    <a:pt x="4792687" y="301294"/>
                  </a:lnTo>
                  <a:lnTo>
                    <a:pt x="4792687" y="301294"/>
                  </a:lnTo>
                  <a:lnTo>
                    <a:pt x="5910981" y="301294"/>
                  </a:lnTo>
                  <a:lnTo>
                    <a:pt x="5910981" y="301294"/>
                  </a:lnTo>
                  <a:lnTo>
                    <a:pt x="5990859" y="301294"/>
                  </a:lnTo>
                  <a:lnTo>
                    <a:pt x="5990859" y="241259"/>
                  </a:lnTo>
                  <a:lnTo>
                    <a:pt x="6230493" y="241259"/>
                  </a:lnTo>
                  <a:lnTo>
                    <a:pt x="6230493" y="181204"/>
                  </a:lnTo>
                  <a:lnTo>
                    <a:pt x="6390249" y="181204"/>
                  </a:lnTo>
                  <a:lnTo>
                    <a:pt x="6390249" y="120639"/>
                  </a:lnTo>
                  <a:lnTo>
                    <a:pt x="6470128" y="120639"/>
                  </a:lnTo>
                  <a:lnTo>
                    <a:pt x="6470128" y="60224"/>
                  </a:lnTo>
                  <a:lnTo>
                    <a:pt x="6709762" y="60224"/>
                  </a:lnTo>
                  <a:lnTo>
                    <a:pt x="6709762" y="0"/>
                  </a:lnTo>
                  <a:lnTo>
                    <a:pt x="6789640" y="0"/>
                  </a:lnTo>
                  <a:lnTo>
                    <a:pt x="6789640" y="0"/>
                  </a:lnTo>
                  <a:lnTo>
                    <a:pt x="6949396" y="0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20344" y="2861938"/>
              <a:ext cx="6949396" cy="2590047"/>
            </a:xfrm>
            <a:custGeom>
              <a:avLst/>
              <a:pathLst>
                <a:path w="6949396" h="2590047">
                  <a:moveTo>
                    <a:pt x="0" y="2590047"/>
                  </a:moveTo>
                  <a:lnTo>
                    <a:pt x="239634" y="2590047"/>
                  </a:lnTo>
                  <a:lnTo>
                    <a:pt x="239634" y="2462818"/>
                  </a:lnTo>
                  <a:lnTo>
                    <a:pt x="639024" y="2462818"/>
                  </a:lnTo>
                  <a:lnTo>
                    <a:pt x="639024" y="2335664"/>
                  </a:lnTo>
                  <a:lnTo>
                    <a:pt x="718903" y="2335664"/>
                  </a:lnTo>
                  <a:lnTo>
                    <a:pt x="718903" y="2335664"/>
                  </a:lnTo>
                  <a:lnTo>
                    <a:pt x="958537" y="2335664"/>
                  </a:lnTo>
                  <a:lnTo>
                    <a:pt x="958537" y="2209533"/>
                  </a:lnTo>
                  <a:lnTo>
                    <a:pt x="1118293" y="2209533"/>
                  </a:lnTo>
                  <a:lnTo>
                    <a:pt x="1118293" y="2084525"/>
                  </a:lnTo>
                  <a:lnTo>
                    <a:pt x="1517684" y="2084525"/>
                  </a:lnTo>
                  <a:lnTo>
                    <a:pt x="1517684" y="1960235"/>
                  </a:lnTo>
                  <a:lnTo>
                    <a:pt x="1757318" y="1960235"/>
                  </a:lnTo>
                  <a:lnTo>
                    <a:pt x="1757318" y="1836538"/>
                  </a:lnTo>
                  <a:lnTo>
                    <a:pt x="1996953" y="1836538"/>
                  </a:lnTo>
                  <a:lnTo>
                    <a:pt x="1996953" y="1588778"/>
                  </a:lnTo>
                  <a:lnTo>
                    <a:pt x="2076831" y="1588778"/>
                  </a:lnTo>
                  <a:lnTo>
                    <a:pt x="2076831" y="1342962"/>
                  </a:lnTo>
                  <a:lnTo>
                    <a:pt x="2156709" y="1342962"/>
                  </a:lnTo>
                  <a:lnTo>
                    <a:pt x="2156709" y="1218649"/>
                  </a:lnTo>
                  <a:lnTo>
                    <a:pt x="2476221" y="1218649"/>
                  </a:lnTo>
                  <a:lnTo>
                    <a:pt x="2476221" y="1094661"/>
                  </a:lnTo>
                  <a:lnTo>
                    <a:pt x="2556099" y="1094661"/>
                  </a:lnTo>
                  <a:lnTo>
                    <a:pt x="2556099" y="972126"/>
                  </a:lnTo>
                  <a:lnTo>
                    <a:pt x="3035368" y="972126"/>
                  </a:lnTo>
                  <a:lnTo>
                    <a:pt x="3035368" y="851065"/>
                  </a:lnTo>
                  <a:lnTo>
                    <a:pt x="3514637" y="851065"/>
                  </a:lnTo>
                  <a:lnTo>
                    <a:pt x="3514637" y="851065"/>
                  </a:lnTo>
                  <a:lnTo>
                    <a:pt x="3674393" y="851065"/>
                  </a:lnTo>
                  <a:lnTo>
                    <a:pt x="3674393" y="727626"/>
                  </a:lnTo>
                  <a:lnTo>
                    <a:pt x="4153662" y="727626"/>
                  </a:lnTo>
                  <a:lnTo>
                    <a:pt x="4153662" y="605032"/>
                  </a:lnTo>
                  <a:lnTo>
                    <a:pt x="4792687" y="605032"/>
                  </a:lnTo>
                  <a:lnTo>
                    <a:pt x="4792687" y="605032"/>
                  </a:lnTo>
                  <a:lnTo>
                    <a:pt x="5910981" y="605032"/>
                  </a:lnTo>
                  <a:lnTo>
                    <a:pt x="5910981" y="605032"/>
                  </a:lnTo>
                  <a:lnTo>
                    <a:pt x="5990859" y="605032"/>
                  </a:lnTo>
                  <a:lnTo>
                    <a:pt x="5990859" y="482932"/>
                  </a:lnTo>
                  <a:lnTo>
                    <a:pt x="6230493" y="482932"/>
                  </a:lnTo>
                  <a:lnTo>
                    <a:pt x="6230493" y="361573"/>
                  </a:lnTo>
                  <a:lnTo>
                    <a:pt x="6390249" y="361573"/>
                  </a:lnTo>
                  <a:lnTo>
                    <a:pt x="6390249" y="239963"/>
                  </a:lnTo>
                  <a:lnTo>
                    <a:pt x="6470128" y="239963"/>
                  </a:lnTo>
                  <a:lnTo>
                    <a:pt x="6470128" y="119419"/>
                  </a:lnTo>
                  <a:lnTo>
                    <a:pt x="6709762" y="119419"/>
                  </a:lnTo>
                  <a:lnTo>
                    <a:pt x="6709762" y="0"/>
                  </a:lnTo>
                  <a:lnTo>
                    <a:pt x="6789640" y="0"/>
                  </a:lnTo>
                  <a:lnTo>
                    <a:pt x="6789640" y="0"/>
                  </a:lnTo>
                  <a:lnTo>
                    <a:pt x="6949396" y="0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466830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379623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292416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04962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01548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501243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00939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0" name="tx30"/>
            <p:cNvSpPr/>
            <p:nvPr/>
          </p:nvSpPr>
          <p:spPr>
            <a:xfrm rot="-5400000">
              <a:off x="-300468" y="4103109"/>
              <a:ext cx="175473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 (1 - S)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72874" y="1896563"/>
              <a:ext cx="433727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HR = 2.30 (95% CI 0.76-6.97), p = 0.142   (Cox PH)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72874" y="1669789"/>
              <a:ext cx="103363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2026-09-28T16:51:20Z</dcterms:modified>
  <cp:category/>
</cp:coreProperties>
</file>