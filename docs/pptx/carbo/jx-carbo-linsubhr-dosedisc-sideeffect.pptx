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421842"/>
            </a:xfrm>
            <a:custGeom>
              <a:avLst/>
              <a:pathLst>
                <a:path w="7090630" h="3421842">
                  <a:moveTo>
                    <a:pt x="0" y="2956449"/>
                  </a:moveTo>
                  <a:lnTo>
                    <a:pt x="71622" y="2953085"/>
                  </a:lnTo>
                  <a:lnTo>
                    <a:pt x="143245" y="2949705"/>
                  </a:lnTo>
                  <a:lnTo>
                    <a:pt x="214867" y="2946308"/>
                  </a:lnTo>
                  <a:lnTo>
                    <a:pt x="286490" y="2942895"/>
                  </a:lnTo>
                  <a:lnTo>
                    <a:pt x="358112" y="2939465"/>
                  </a:lnTo>
                  <a:lnTo>
                    <a:pt x="429735" y="2936019"/>
                  </a:lnTo>
                  <a:lnTo>
                    <a:pt x="501357" y="2932557"/>
                  </a:lnTo>
                  <a:lnTo>
                    <a:pt x="572980" y="2929077"/>
                  </a:lnTo>
                  <a:lnTo>
                    <a:pt x="644602" y="2925581"/>
                  </a:lnTo>
                  <a:lnTo>
                    <a:pt x="716225" y="2922068"/>
                  </a:lnTo>
                  <a:lnTo>
                    <a:pt x="787847" y="2918537"/>
                  </a:lnTo>
                  <a:lnTo>
                    <a:pt x="859470" y="2914990"/>
                  </a:lnTo>
                  <a:lnTo>
                    <a:pt x="931092" y="2911426"/>
                  </a:lnTo>
                  <a:lnTo>
                    <a:pt x="1002715" y="2907844"/>
                  </a:lnTo>
                  <a:lnTo>
                    <a:pt x="1074337" y="2904245"/>
                  </a:lnTo>
                  <a:lnTo>
                    <a:pt x="1145960" y="2900629"/>
                  </a:lnTo>
                  <a:lnTo>
                    <a:pt x="1217582" y="2896995"/>
                  </a:lnTo>
                  <a:lnTo>
                    <a:pt x="1289205" y="2893344"/>
                  </a:lnTo>
                  <a:lnTo>
                    <a:pt x="1360827" y="2889675"/>
                  </a:lnTo>
                  <a:lnTo>
                    <a:pt x="1432450" y="2885988"/>
                  </a:lnTo>
                  <a:lnTo>
                    <a:pt x="1504073" y="2882284"/>
                  </a:lnTo>
                  <a:lnTo>
                    <a:pt x="1575695" y="2878561"/>
                  </a:lnTo>
                  <a:lnTo>
                    <a:pt x="1647318" y="2874821"/>
                  </a:lnTo>
                  <a:lnTo>
                    <a:pt x="1718940" y="2871063"/>
                  </a:lnTo>
                  <a:lnTo>
                    <a:pt x="1790563" y="2867286"/>
                  </a:lnTo>
                  <a:lnTo>
                    <a:pt x="1862185" y="2863491"/>
                  </a:lnTo>
                  <a:lnTo>
                    <a:pt x="1933808" y="2859678"/>
                  </a:lnTo>
                  <a:lnTo>
                    <a:pt x="2005430" y="2855846"/>
                  </a:lnTo>
                  <a:lnTo>
                    <a:pt x="2077053" y="2851996"/>
                  </a:lnTo>
                  <a:lnTo>
                    <a:pt x="2148675" y="2848127"/>
                  </a:lnTo>
                  <a:lnTo>
                    <a:pt x="2220298" y="2844240"/>
                  </a:lnTo>
                  <a:lnTo>
                    <a:pt x="2291920" y="2840334"/>
                  </a:lnTo>
                  <a:lnTo>
                    <a:pt x="2363543" y="2836408"/>
                  </a:lnTo>
                  <a:lnTo>
                    <a:pt x="2435165" y="2832464"/>
                  </a:lnTo>
                  <a:lnTo>
                    <a:pt x="2506788" y="2828501"/>
                  </a:lnTo>
                  <a:lnTo>
                    <a:pt x="2578410" y="2824519"/>
                  </a:lnTo>
                  <a:lnTo>
                    <a:pt x="2650033" y="2820517"/>
                  </a:lnTo>
                  <a:lnTo>
                    <a:pt x="2721655" y="2816497"/>
                  </a:lnTo>
                  <a:lnTo>
                    <a:pt x="2793278" y="2812456"/>
                  </a:lnTo>
                  <a:lnTo>
                    <a:pt x="2864901" y="2808396"/>
                  </a:lnTo>
                  <a:lnTo>
                    <a:pt x="2936523" y="2804317"/>
                  </a:lnTo>
                  <a:lnTo>
                    <a:pt x="3008146" y="2800218"/>
                  </a:lnTo>
                  <a:lnTo>
                    <a:pt x="3079768" y="2796099"/>
                  </a:lnTo>
                  <a:lnTo>
                    <a:pt x="3151391" y="2791960"/>
                  </a:lnTo>
                  <a:lnTo>
                    <a:pt x="3223013" y="2787801"/>
                  </a:lnTo>
                  <a:lnTo>
                    <a:pt x="3294636" y="2783622"/>
                  </a:lnTo>
                  <a:lnTo>
                    <a:pt x="3366258" y="2761626"/>
                  </a:lnTo>
                  <a:lnTo>
                    <a:pt x="3437881" y="2735646"/>
                  </a:lnTo>
                  <a:lnTo>
                    <a:pt x="3509503" y="2708909"/>
                  </a:lnTo>
                  <a:lnTo>
                    <a:pt x="3581126" y="2681392"/>
                  </a:lnTo>
                  <a:lnTo>
                    <a:pt x="3652748" y="2653073"/>
                  </a:lnTo>
                  <a:lnTo>
                    <a:pt x="3724371" y="2623928"/>
                  </a:lnTo>
                  <a:lnTo>
                    <a:pt x="3795993" y="2593933"/>
                  </a:lnTo>
                  <a:lnTo>
                    <a:pt x="3867616" y="2563063"/>
                  </a:lnTo>
                  <a:lnTo>
                    <a:pt x="3939238" y="2531294"/>
                  </a:lnTo>
                  <a:lnTo>
                    <a:pt x="4010861" y="2498598"/>
                  </a:lnTo>
                  <a:lnTo>
                    <a:pt x="4082483" y="2464949"/>
                  </a:lnTo>
                  <a:lnTo>
                    <a:pt x="4154106" y="2430319"/>
                  </a:lnTo>
                  <a:lnTo>
                    <a:pt x="4225729" y="2394679"/>
                  </a:lnTo>
                  <a:lnTo>
                    <a:pt x="4297351" y="2358000"/>
                  </a:lnTo>
                  <a:lnTo>
                    <a:pt x="4368974" y="2320251"/>
                  </a:lnTo>
                  <a:lnTo>
                    <a:pt x="4440596" y="2281402"/>
                  </a:lnTo>
                  <a:lnTo>
                    <a:pt x="4512219" y="2241420"/>
                  </a:lnTo>
                  <a:lnTo>
                    <a:pt x="4583841" y="2200272"/>
                  </a:lnTo>
                  <a:lnTo>
                    <a:pt x="4655464" y="2157924"/>
                  </a:lnTo>
                  <a:lnTo>
                    <a:pt x="4727086" y="2114342"/>
                  </a:lnTo>
                  <a:lnTo>
                    <a:pt x="4798709" y="2069489"/>
                  </a:lnTo>
                  <a:lnTo>
                    <a:pt x="4870331" y="2023328"/>
                  </a:lnTo>
                  <a:lnTo>
                    <a:pt x="4941954" y="1975821"/>
                  </a:lnTo>
                  <a:lnTo>
                    <a:pt x="5013576" y="1926929"/>
                  </a:lnTo>
                  <a:lnTo>
                    <a:pt x="5085199" y="1876611"/>
                  </a:lnTo>
                  <a:lnTo>
                    <a:pt x="5156821" y="1824827"/>
                  </a:lnTo>
                  <a:lnTo>
                    <a:pt x="5228444" y="1771532"/>
                  </a:lnTo>
                  <a:lnTo>
                    <a:pt x="5300066" y="1716683"/>
                  </a:lnTo>
                  <a:lnTo>
                    <a:pt x="5371689" y="1660236"/>
                  </a:lnTo>
                  <a:lnTo>
                    <a:pt x="5443311" y="1602142"/>
                  </a:lnTo>
                  <a:lnTo>
                    <a:pt x="5514934" y="1542354"/>
                  </a:lnTo>
                  <a:lnTo>
                    <a:pt x="5586557" y="1480823"/>
                  </a:lnTo>
                  <a:lnTo>
                    <a:pt x="5658179" y="1417498"/>
                  </a:lnTo>
                  <a:lnTo>
                    <a:pt x="5729802" y="1352327"/>
                  </a:lnTo>
                  <a:lnTo>
                    <a:pt x="5801424" y="1285255"/>
                  </a:lnTo>
                  <a:lnTo>
                    <a:pt x="5873047" y="1216228"/>
                  </a:lnTo>
                  <a:lnTo>
                    <a:pt x="5944669" y="1145188"/>
                  </a:lnTo>
                  <a:lnTo>
                    <a:pt x="6016292" y="1072077"/>
                  </a:lnTo>
                  <a:lnTo>
                    <a:pt x="6087914" y="996834"/>
                  </a:lnTo>
                  <a:lnTo>
                    <a:pt x="6159537" y="919397"/>
                  </a:lnTo>
                  <a:lnTo>
                    <a:pt x="6231159" y="839702"/>
                  </a:lnTo>
                  <a:lnTo>
                    <a:pt x="6302782" y="757684"/>
                  </a:lnTo>
                  <a:lnTo>
                    <a:pt x="6374404" y="673274"/>
                  </a:lnTo>
                  <a:lnTo>
                    <a:pt x="6446027" y="586403"/>
                  </a:lnTo>
                  <a:lnTo>
                    <a:pt x="6517649" y="496999"/>
                  </a:lnTo>
                  <a:lnTo>
                    <a:pt x="6589272" y="404988"/>
                  </a:lnTo>
                  <a:lnTo>
                    <a:pt x="6660894" y="310294"/>
                  </a:lnTo>
                  <a:lnTo>
                    <a:pt x="6732517" y="212839"/>
                  </a:lnTo>
                  <a:lnTo>
                    <a:pt x="6804139" y="112543"/>
                  </a:lnTo>
                  <a:lnTo>
                    <a:pt x="6875762" y="9323"/>
                  </a:lnTo>
                  <a:lnTo>
                    <a:pt x="6882048" y="0"/>
                  </a:lnTo>
                  <a:lnTo>
                    <a:pt x="7090630" y="0"/>
                  </a:lnTo>
                  <a:lnTo>
                    <a:pt x="7090630" y="2530665"/>
                  </a:lnTo>
                  <a:lnTo>
                    <a:pt x="7019007" y="2536060"/>
                  </a:lnTo>
                  <a:lnTo>
                    <a:pt x="6947385" y="2541430"/>
                  </a:lnTo>
                  <a:lnTo>
                    <a:pt x="6875762" y="2546773"/>
                  </a:lnTo>
                  <a:lnTo>
                    <a:pt x="6804139" y="2552091"/>
                  </a:lnTo>
                  <a:lnTo>
                    <a:pt x="6732517" y="2557384"/>
                  </a:lnTo>
                  <a:lnTo>
                    <a:pt x="6660894" y="2562650"/>
                  </a:lnTo>
                  <a:lnTo>
                    <a:pt x="6589272" y="2567892"/>
                  </a:lnTo>
                  <a:lnTo>
                    <a:pt x="6517649" y="2573108"/>
                  </a:lnTo>
                  <a:lnTo>
                    <a:pt x="6446027" y="2578300"/>
                  </a:lnTo>
                  <a:lnTo>
                    <a:pt x="6374404" y="2583466"/>
                  </a:lnTo>
                  <a:lnTo>
                    <a:pt x="6302782" y="2588607"/>
                  </a:lnTo>
                  <a:lnTo>
                    <a:pt x="6231159" y="2593724"/>
                  </a:lnTo>
                  <a:lnTo>
                    <a:pt x="6159537" y="2598816"/>
                  </a:lnTo>
                  <a:lnTo>
                    <a:pt x="6087914" y="2603884"/>
                  </a:lnTo>
                  <a:lnTo>
                    <a:pt x="6016292" y="2608927"/>
                  </a:lnTo>
                  <a:lnTo>
                    <a:pt x="5944669" y="2613946"/>
                  </a:lnTo>
                  <a:lnTo>
                    <a:pt x="5873047" y="2618941"/>
                  </a:lnTo>
                  <a:lnTo>
                    <a:pt x="5801424" y="2623912"/>
                  </a:lnTo>
                  <a:lnTo>
                    <a:pt x="5729802" y="2628859"/>
                  </a:lnTo>
                  <a:lnTo>
                    <a:pt x="5658179" y="2633782"/>
                  </a:lnTo>
                  <a:lnTo>
                    <a:pt x="5586557" y="2638682"/>
                  </a:lnTo>
                  <a:lnTo>
                    <a:pt x="5514934" y="2643558"/>
                  </a:lnTo>
                  <a:lnTo>
                    <a:pt x="5443311" y="2648410"/>
                  </a:lnTo>
                  <a:lnTo>
                    <a:pt x="5371689" y="2653239"/>
                  </a:lnTo>
                  <a:lnTo>
                    <a:pt x="5300066" y="2658045"/>
                  </a:lnTo>
                  <a:lnTo>
                    <a:pt x="5228444" y="2662828"/>
                  </a:lnTo>
                  <a:lnTo>
                    <a:pt x="5156821" y="2667588"/>
                  </a:lnTo>
                  <a:lnTo>
                    <a:pt x="5085199" y="2672325"/>
                  </a:lnTo>
                  <a:lnTo>
                    <a:pt x="5013576" y="2677039"/>
                  </a:lnTo>
                  <a:lnTo>
                    <a:pt x="4941954" y="2681730"/>
                  </a:lnTo>
                  <a:lnTo>
                    <a:pt x="4870331" y="2686399"/>
                  </a:lnTo>
                  <a:lnTo>
                    <a:pt x="4798709" y="2691046"/>
                  </a:lnTo>
                  <a:lnTo>
                    <a:pt x="4727086" y="2695670"/>
                  </a:lnTo>
                  <a:lnTo>
                    <a:pt x="4655464" y="2700272"/>
                  </a:lnTo>
                  <a:lnTo>
                    <a:pt x="4583841" y="2704852"/>
                  </a:lnTo>
                  <a:lnTo>
                    <a:pt x="4512219" y="2709409"/>
                  </a:lnTo>
                  <a:lnTo>
                    <a:pt x="4440596" y="2713945"/>
                  </a:lnTo>
                  <a:lnTo>
                    <a:pt x="4368974" y="2718459"/>
                  </a:lnTo>
                  <a:lnTo>
                    <a:pt x="4297351" y="2722952"/>
                  </a:lnTo>
                  <a:lnTo>
                    <a:pt x="4225729" y="2727422"/>
                  </a:lnTo>
                  <a:lnTo>
                    <a:pt x="4154106" y="2731871"/>
                  </a:lnTo>
                  <a:lnTo>
                    <a:pt x="4082483" y="2736299"/>
                  </a:lnTo>
                  <a:lnTo>
                    <a:pt x="4010861" y="2740706"/>
                  </a:lnTo>
                  <a:lnTo>
                    <a:pt x="3939238" y="2745091"/>
                  </a:lnTo>
                  <a:lnTo>
                    <a:pt x="3867616" y="2749455"/>
                  </a:lnTo>
                  <a:lnTo>
                    <a:pt x="3795993" y="2753799"/>
                  </a:lnTo>
                  <a:lnTo>
                    <a:pt x="3724371" y="2758121"/>
                  </a:lnTo>
                  <a:lnTo>
                    <a:pt x="3652748" y="2762423"/>
                  </a:lnTo>
                  <a:lnTo>
                    <a:pt x="3581126" y="2766703"/>
                  </a:lnTo>
                  <a:lnTo>
                    <a:pt x="3509503" y="2770964"/>
                  </a:lnTo>
                  <a:lnTo>
                    <a:pt x="3437881" y="2775204"/>
                  </a:lnTo>
                  <a:lnTo>
                    <a:pt x="3366258" y="2779423"/>
                  </a:lnTo>
                  <a:lnTo>
                    <a:pt x="3294636" y="2786870"/>
                  </a:lnTo>
                  <a:lnTo>
                    <a:pt x="3223013" y="2811399"/>
                  </a:lnTo>
                  <a:lnTo>
                    <a:pt x="3151391" y="2835232"/>
                  </a:lnTo>
                  <a:lnTo>
                    <a:pt x="3079768" y="2858391"/>
                  </a:lnTo>
                  <a:lnTo>
                    <a:pt x="3008146" y="2880893"/>
                  </a:lnTo>
                  <a:lnTo>
                    <a:pt x="2936523" y="2902758"/>
                  </a:lnTo>
                  <a:lnTo>
                    <a:pt x="2864901" y="2924003"/>
                  </a:lnTo>
                  <a:lnTo>
                    <a:pt x="2793278" y="2944647"/>
                  </a:lnTo>
                  <a:lnTo>
                    <a:pt x="2721655" y="2964705"/>
                  </a:lnTo>
                  <a:lnTo>
                    <a:pt x="2650033" y="2984196"/>
                  </a:lnTo>
                  <a:lnTo>
                    <a:pt x="2578410" y="3003134"/>
                  </a:lnTo>
                  <a:lnTo>
                    <a:pt x="2506788" y="3021535"/>
                  </a:lnTo>
                  <a:lnTo>
                    <a:pt x="2435165" y="3039416"/>
                  </a:lnTo>
                  <a:lnTo>
                    <a:pt x="2363543" y="3056789"/>
                  </a:lnTo>
                  <a:lnTo>
                    <a:pt x="2291920" y="3073671"/>
                  </a:lnTo>
                  <a:lnTo>
                    <a:pt x="2220298" y="3090074"/>
                  </a:lnTo>
                  <a:lnTo>
                    <a:pt x="2148675" y="3106012"/>
                  </a:lnTo>
                  <a:lnTo>
                    <a:pt x="2077053" y="3121499"/>
                  </a:lnTo>
                  <a:lnTo>
                    <a:pt x="2005430" y="3136547"/>
                  </a:lnTo>
                  <a:lnTo>
                    <a:pt x="1933808" y="3151169"/>
                  </a:lnTo>
                  <a:lnTo>
                    <a:pt x="1862185" y="3165377"/>
                  </a:lnTo>
                  <a:lnTo>
                    <a:pt x="1790563" y="3179181"/>
                  </a:lnTo>
                  <a:lnTo>
                    <a:pt x="1718940" y="3192595"/>
                  </a:lnTo>
                  <a:lnTo>
                    <a:pt x="1647318" y="3205629"/>
                  </a:lnTo>
                  <a:lnTo>
                    <a:pt x="1575695" y="3218294"/>
                  </a:lnTo>
                  <a:lnTo>
                    <a:pt x="1504073" y="3230600"/>
                  </a:lnTo>
                  <a:lnTo>
                    <a:pt x="1432450" y="3242557"/>
                  </a:lnTo>
                  <a:lnTo>
                    <a:pt x="1360827" y="3254175"/>
                  </a:lnTo>
                  <a:lnTo>
                    <a:pt x="1289205" y="3265464"/>
                  </a:lnTo>
                  <a:lnTo>
                    <a:pt x="1217582" y="3276434"/>
                  </a:lnTo>
                  <a:lnTo>
                    <a:pt x="1145960" y="3287092"/>
                  </a:lnTo>
                  <a:lnTo>
                    <a:pt x="1074337" y="3297449"/>
                  </a:lnTo>
                  <a:lnTo>
                    <a:pt x="1002715" y="3307512"/>
                  </a:lnTo>
                  <a:lnTo>
                    <a:pt x="931092" y="3317290"/>
                  </a:lnTo>
                  <a:lnTo>
                    <a:pt x="859470" y="3326791"/>
                  </a:lnTo>
                  <a:lnTo>
                    <a:pt x="787847" y="3336023"/>
                  </a:lnTo>
                  <a:lnTo>
                    <a:pt x="716225" y="3344993"/>
                  </a:lnTo>
                  <a:lnTo>
                    <a:pt x="644602" y="3353709"/>
                  </a:lnTo>
                  <a:lnTo>
                    <a:pt x="572980" y="3362179"/>
                  </a:lnTo>
                  <a:lnTo>
                    <a:pt x="501357" y="3370408"/>
                  </a:lnTo>
                  <a:lnTo>
                    <a:pt x="429735" y="3378404"/>
                  </a:lnTo>
                  <a:lnTo>
                    <a:pt x="358112" y="3386174"/>
                  </a:lnTo>
                  <a:lnTo>
                    <a:pt x="286490" y="3393723"/>
                  </a:lnTo>
                  <a:lnTo>
                    <a:pt x="214867" y="3401059"/>
                  </a:lnTo>
                  <a:lnTo>
                    <a:pt x="143245" y="3408187"/>
                  </a:lnTo>
                  <a:lnTo>
                    <a:pt x="71622" y="3415112"/>
                  </a:lnTo>
                  <a:lnTo>
                    <a:pt x="0" y="342184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6882048" cy="2956449"/>
            </a:xfrm>
            <a:custGeom>
              <a:avLst/>
              <a:pathLst>
                <a:path w="6882048" h="2956449">
                  <a:moveTo>
                    <a:pt x="0" y="2956449"/>
                  </a:moveTo>
                  <a:lnTo>
                    <a:pt x="71622" y="2953085"/>
                  </a:lnTo>
                  <a:lnTo>
                    <a:pt x="143245" y="2949705"/>
                  </a:lnTo>
                  <a:lnTo>
                    <a:pt x="214867" y="2946308"/>
                  </a:lnTo>
                  <a:lnTo>
                    <a:pt x="286490" y="2942895"/>
                  </a:lnTo>
                  <a:lnTo>
                    <a:pt x="358112" y="2939465"/>
                  </a:lnTo>
                  <a:lnTo>
                    <a:pt x="429735" y="2936019"/>
                  </a:lnTo>
                  <a:lnTo>
                    <a:pt x="501357" y="2932557"/>
                  </a:lnTo>
                  <a:lnTo>
                    <a:pt x="572980" y="2929077"/>
                  </a:lnTo>
                  <a:lnTo>
                    <a:pt x="644602" y="2925581"/>
                  </a:lnTo>
                  <a:lnTo>
                    <a:pt x="716225" y="2922068"/>
                  </a:lnTo>
                  <a:lnTo>
                    <a:pt x="787847" y="2918537"/>
                  </a:lnTo>
                  <a:lnTo>
                    <a:pt x="859470" y="2914990"/>
                  </a:lnTo>
                  <a:lnTo>
                    <a:pt x="931092" y="2911426"/>
                  </a:lnTo>
                  <a:lnTo>
                    <a:pt x="1002715" y="2907844"/>
                  </a:lnTo>
                  <a:lnTo>
                    <a:pt x="1074337" y="2904245"/>
                  </a:lnTo>
                  <a:lnTo>
                    <a:pt x="1145960" y="2900629"/>
                  </a:lnTo>
                  <a:lnTo>
                    <a:pt x="1217582" y="2896995"/>
                  </a:lnTo>
                  <a:lnTo>
                    <a:pt x="1289205" y="2893344"/>
                  </a:lnTo>
                  <a:lnTo>
                    <a:pt x="1360827" y="2889675"/>
                  </a:lnTo>
                  <a:lnTo>
                    <a:pt x="1432450" y="2885988"/>
                  </a:lnTo>
                  <a:lnTo>
                    <a:pt x="1504073" y="2882284"/>
                  </a:lnTo>
                  <a:lnTo>
                    <a:pt x="1575695" y="2878561"/>
                  </a:lnTo>
                  <a:lnTo>
                    <a:pt x="1647318" y="2874821"/>
                  </a:lnTo>
                  <a:lnTo>
                    <a:pt x="1718940" y="2871063"/>
                  </a:lnTo>
                  <a:lnTo>
                    <a:pt x="1790563" y="2867286"/>
                  </a:lnTo>
                  <a:lnTo>
                    <a:pt x="1862185" y="2863491"/>
                  </a:lnTo>
                  <a:lnTo>
                    <a:pt x="1933808" y="2859678"/>
                  </a:lnTo>
                  <a:lnTo>
                    <a:pt x="2005430" y="2855846"/>
                  </a:lnTo>
                  <a:lnTo>
                    <a:pt x="2077053" y="2851996"/>
                  </a:lnTo>
                  <a:lnTo>
                    <a:pt x="2148675" y="2848127"/>
                  </a:lnTo>
                  <a:lnTo>
                    <a:pt x="2220298" y="2844240"/>
                  </a:lnTo>
                  <a:lnTo>
                    <a:pt x="2291920" y="2840334"/>
                  </a:lnTo>
                  <a:lnTo>
                    <a:pt x="2363543" y="2836408"/>
                  </a:lnTo>
                  <a:lnTo>
                    <a:pt x="2435165" y="2832464"/>
                  </a:lnTo>
                  <a:lnTo>
                    <a:pt x="2506788" y="2828501"/>
                  </a:lnTo>
                  <a:lnTo>
                    <a:pt x="2578410" y="2824519"/>
                  </a:lnTo>
                  <a:lnTo>
                    <a:pt x="2650033" y="2820517"/>
                  </a:lnTo>
                  <a:lnTo>
                    <a:pt x="2721655" y="2816497"/>
                  </a:lnTo>
                  <a:lnTo>
                    <a:pt x="2793278" y="2812456"/>
                  </a:lnTo>
                  <a:lnTo>
                    <a:pt x="2864901" y="2808396"/>
                  </a:lnTo>
                  <a:lnTo>
                    <a:pt x="2936523" y="2804317"/>
                  </a:lnTo>
                  <a:lnTo>
                    <a:pt x="3008146" y="2800218"/>
                  </a:lnTo>
                  <a:lnTo>
                    <a:pt x="3079768" y="2796099"/>
                  </a:lnTo>
                  <a:lnTo>
                    <a:pt x="3151391" y="2791960"/>
                  </a:lnTo>
                  <a:lnTo>
                    <a:pt x="3223013" y="2787801"/>
                  </a:lnTo>
                  <a:lnTo>
                    <a:pt x="3294636" y="2783622"/>
                  </a:lnTo>
                  <a:lnTo>
                    <a:pt x="3366258" y="2761626"/>
                  </a:lnTo>
                  <a:lnTo>
                    <a:pt x="3437881" y="2735646"/>
                  </a:lnTo>
                  <a:lnTo>
                    <a:pt x="3509503" y="2708909"/>
                  </a:lnTo>
                  <a:lnTo>
                    <a:pt x="3581126" y="2681392"/>
                  </a:lnTo>
                  <a:lnTo>
                    <a:pt x="3652748" y="2653073"/>
                  </a:lnTo>
                  <a:lnTo>
                    <a:pt x="3724371" y="2623928"/>
                  </a:lnTo>
                  <a:lnTo>
                    <a:pt x="3795993" y="2593933"/>
                  </a:lnTo>
                  <a:lnTo>
                    <a:pt x="3867616" y="2563063"/>
                  </a:lnTo>
                  <a:lnTo>
                    <a:pt x="3939238" y="2531294"/>
                  </a:lnTo>
                  <a:lnTo>
                    <a:pt x="4010861" y="2498598"/>
                  </a:lnTo>
                  <a:lnTo>
                    <a:pt x="4082483" y="2464949"/>
                  </a:lnTo>
                  <a:lnTo>
                    <a:pt x="4154106" y="2430319"/>
                  </a:lnTo>
                  <a:lnTo>
                    <a:pt x="4225729" y="2394679"/>
                  </a:lnTo>
                  <a:lnTo>
                    <a:pt x="4297351" y="2358000"/>
                  </a:lnTo>
                  <a:lnTo>
                    <a:pt x="4368974" y="2320251"/>
                  </a:lnTo>
                  <a:lnTo>
                    <a:pt x="4440596" y="2281402"/>
                  </a:lnTo>
                  <a:lnTo>
                    <a:pt x="4512219" y="2241420"/>
                  </a:lnTo>
                  <a:lnTo>
                    <a:pt x="4583841" y="2200272"/>
                  </a:lnTo>
                  <a:lnTo>
                    <a:pt x="4655464" y="2157924"/>
                  </a:lnTo>
                  <a:lnTo>
                    <a:pt x="4727086" y="2114342"/>
                  </a:lnTo>
                  <a:lnTo>
                    <a:pt x="4798709" y="2069489"/>
                  </a:lnTo>
                  <a:lnTo>
                    <a:pt x="4870331" y="2023328"/>
                  </a:lnTo>
                  <a:lnTo>
                    <a:pt x="4941954" y="1975821"/>
                  </a:lnTo>
                  <a:lnTo>
                    <a:pt x="5013576" y="1926929"/>
                  </a:lnTo>
                  <a:lnTo>
                    <a:pt x="5085199" y="1876611"/>
                  </a:lnTo>
                  <a:lnTo>
                    <a:pt x="5156821" y="1824827"/>
                  </a:lnTo>
                  <a:lnTo>
                    <a:pt x="5228444" y="1771532"/>
                  </a:lnTo>
                  <a:lnTo>
                    <a:pt x="5300066" y="1716683"/>
                  </a:lnTo>
                  <a:lnTo>
                    <a:pt x="5371689" y="1660236"/>
                  </a:lnTo>
                  <a:lnTo>
                    <a:pt x="5443311" y="1602142"/>
                  </a:lnTo>
                  <a:lnTo>
                    <a:pt x="5514934" y="1542354"/>
                  </a:lnTo>
                  <a:lnTo>
                    <a:pt x="5586557" y="1480823"/>
                  </a:lnTo>
                  <a:lnTo>
                    <a:pt x="5658179" y="1417498"/>
                  </a:lnTo>
                  <a:lnTo>
                    <a:pt x="5729802" y="1352327"/>
                  </a:lnTo>
                  <a:lnTo>
                    <a:pt x="5801424" y="1285255"/>
                  </a:lnTo>
                  <a:lnTo>
                    <a:pt x="5873047" y="1216228"/>
                  </a:lnTo>
                  <a:lnTo>
                    <a:pt x="5944669" y="1145188"/>
                  </a:lnTo>
                  <a:lnTo>
                    <a:pt x="6016292" y="1072077"/>
                  </a:lnTo>
                  <a:lnTo>
                    <a:pt x="6087914" y="996834"/>
                  </a:lnTo>
                  <a:lnTo>
                    <a:pt x="6159537" y="919397"/>
                  </a:lnTo>
                  <a:lnTo>
                    <a:pt x="6231159" y="839702"/>
                  </a:lnTo>
                  <a:lnTo>
                    <a:pt x="6302782" y="757684"/>
                  </a:lnTo>
                  <a:lnTo>
                    <a:pt x="6374404" y="673274"/>
                  </a:lnTo>
                  <a:lnTo>
                    <a:pt x="6446027" y="586403"/>
                  </a:lnTo>
                  <a:lnTo>
                    <a:pt x="6517649" y="496999"/>
                  </a:lnTo>
                  <a:lnTo>
                    <a:pt x="6589272" y="404988"/>
                  </a:lnTo>
                  <a:lnTo>
                    <a:pt x="6660894" y="310294"/>
                  </a:lnTo>
                  <a:lnTo>
                    <a:pt x="6732517" y="212839"/>
                  </a:lnTo>
                  <a:lnTo>
                    <a:pt x="6804139" y="112543"/>
                  </a:lnTo>
                  <a:lnTo>
                    <a:pt x="6875762" y="9323"/>
                  </a:lnTo>
                  <a:lnTo>
                    <a:pt x="688204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427228"/>
              <a:ext cx="7090630" cy="891177"/>
            </a:xfrm>
            <a:custGeom>
              <a:avLst/>
              <a:pathLst>
                <a:path w="7090630" h="891177">
                  <a:moveTo>
                    <a:pt x="7090630" y="0"/>
                  </a:moveTo>
                  <a:lnTo>
                    <a:pt x="7019007" y="5395"/>
                  </a:lnTo>
                  <a:lnTo>
                    <a:pt x="6947385" y="10764"/>
                  </a:lnTo>
                  <a:lnTo>
                    <a:pt x="6875762" y="16108"/>
                  </a:lnTo>
                  <a:lnTo>
                    <a:pt x="6804139" y="21426"/>
                  </a:lnTo>
                  <a:lnTo>
                    <a:pt x="6732517" y="26718"/>
                  </a:lnTo>
                  <a:lnTo>
                    <a:pt x="6660894" y="31985"/>
                  </a:lnTo>
                  <a:lnTo>
                    <a:pt x="6589272" y="37227"/>
                  </a:lnTo>
                  <a:lnTo>
                    <a:pt x="6517649" y="42443"/>
                  </a:lnTo>
                  <a:lnTo>
                    <a:pt x="6446027" y="47634"/>
                  </a:lnTo>
                  <a:lnTo>
                    <a:pt x="6374404" y="52801"/>
                  </a:lnTo>
                  <a:lnTo>
                    <a:pt x="6302782" y="57942"/>
                  </a:lnTo>
                  <a:lnTo>
                    <a:pt x="6231159" y="63059"/>
                  </a:lnTo>
                  <a:lnTo>
                    <a:pt x="6159537" y="68151"/>
                  </a:lnTo>
                  <a:lnTo>
                    <a:pt x="6087914" y="73219"/>
                  </a:lnTo>
                  <a:lnTo>
                    <a:pt x="6016292" y="78262"/>
                  </a:lnTo>
                  <a:lnTo>
                    <a:pt x="5944669" y="83281"/>
                  </a:lnTo>
                  <a:lnTo>
                    <a:pt x="5873047" y="88276"/>
                  </a:lnTo>
                  <a:lnTo>
                    <a:pt x="5801424" y="93247"/>
                  </a:lnTo>
                  <a:lnTo>
                    <a:pt x="5729802" y="98194"/>
                  </a:lnTo>
                  <a:lnTo>
                    <a:pt x="5658179" y="103117"/>
                  </a:lnTo>
                  <a:lnTo>
                    <a:pt x="5586557" y="108016"/>
                  </a:lnTo>
                  <a:lnTo>
                    <a:pt x="5514934" y="112892"/>
                  </a:lnTo>
                  <a:lnTo>
                    <a:pt x="5443311" y="117745"/>
                  </a:lnTo>
                  <a:lnTo>
                    <a:pt x="5371689" y="122574"/>
                  </a:lnTo>
                  <a:lnTo>
                    <a:pt x="5300066" y="127380"/>
                  </a:lnTo>
                  <a:lnTo>
                    <a:pt x="5228444" y="132163"/>
                  </a:lnTo>
                  <a:lnTo>
                    <a:pt x="5156821" y="136922"/>
                  </a:lnTo>
                  <a:lnTo>
                    <a:pt x="5085199" y="141659"/>
                  </a:lnTo>
                  <a:lnTo>
                    <a:pt x="5013576" y="146374"/>
                  </a:lnTo>
                  <a:lnTo>
                    <a:pt x="4941954" y="151065"/>
                  </a:lnTo>
                  <a:lnTo>
                    <a:pt x="4870331" y="155734"/>
                  </a:lnTo>
                  <a:lnTo>
                    <a:pt x="4798709" y="160380"/>
                  </a:lnTo>
                  <a:lnTo>
                    <a:pt x="4727086" y="165005"/>
                  </a:lnTo>
                  <a:lnTo>
                    <a:pt x="4655464" y="169606"/>
                  </a:lnTo>
                  <a:lnTo>
                    <a:pt x="4583841" y="174186"/>
                  </a:lnTo>
                  <a:lnTo>
                    <a:pt x="4512219" y="178744"/>
                  </a:lnTo>
                  <a:lnTo>
                    <a:pt x="4440596" y="183280"/>
                  </a:lnTo>
                  <a:lnTo>
                    <a:pt x="4368974" y="187794"/>
                  </a:lnTo>
                  <a:lnTo>
                    <a:pt x="4297351" y="192286"/>
                  </a:lnTo>
                  <a:lnTo>
                    <a:pt x="4225729" y="196757"/>
                  </a:lnTo>
                  <a:lnTo>
                    <a:pt x="4154106" y="201206"/>
                  </a:lnTo>
                  <a:lnTo>
                    <a:pt x="4082483" y="205634"/>
                  </a:lnTo>
                  <a:lnTo>
                    <a:pt x="4010861" y="210040"/>
                  </a:lnTo>
                  <a:lnTo>
                    <a:pt x="3939238" y="214426"/>
                  </a:lnTo>
                  <a:lnTo>
                    <a:pt x="3867616" y="218790"/>
                  </a:lnTo>
                  <a:lnTo>
                    <a:pt x="3795993" y="223133"/>
                  </a:lnTo>
                  <a:lnTo>
                    <a:pt x="3724371" y="227456"/>
                  </a:lnTo>
                  <a:lnTo>
                    <a:pt x="3652748" y="231757"/>
                  </a:lnTo>
                  <a:lnTo>
                    <a:pt x="3581126" y="236038"/>
                  </a:lnTo>
                  <a:lnTo>
                    <a:pt x="3509503" y="240298"/>
                  </a:lnTo>
                  <a:lnTo>
                    <a:pt x="3437881" y="244538"/>
                  </a:lnTo>
                  <a:lnTo>
                    <a:pt x="3366258" y="248758"/>
                  </a:lnTo>
                  <a:lnTo>
                    <a:pt x="3294636" y="256205"/>
                  </a:lnTo>
                  <a:lnTo>
                    <a:pt x="3223013" y="280733"/>
                  </a:lnTo>
                  <a:lnTo>
                    <a:pt x="3151391" y="304567"/>
                  </a:lnTo>
                  <a:lnTo>
                    <a:pt x="3079768" y="327725"/>
                  </a:lnTo>
                  <a:lnTo>
                    <a:pt x="3008146" y="350228"/>
                  </a:lnTo>
                  <a:lnTo>
                    <a:pt x="2936523" y="372093"/>
                  </a:lnTo>
                  <a:lnTo>
                    <a:pt x="2864901" y="393338"/>
                  </a:lnTo>
                  <a:lnTo>
                    <a:pt x="2793278" y="413981"/>
                  </a:lnTo>
                  <a:lnTo>
                    <a:pt x="2721655" y="434040"/>
                  </a:lnTo>
                  <a:lnTo>
                    <a:pt x="2650033" y="453530"/>
                  </a:lnTo>
                  <a:lnTo>
                    <a:pt x="2578410" y="472468"/>
                  </a:lnTo>
                  <a:lnTo>
                    <a:pt x="2506788" y="490870"/>
                  </a:lnTo>
                  <a:lnTo>
                    <a:pt x="2435165" y="508750"/>
                  </a:lnTo>
                  <a:lnTo>
                    <a:pt x="2363543" y="526124"/>
                  </a:lnTo>
                  <a:lnTo>
                    <a:pt x="2291920" y="543005"/>
                  </a:lnTo>
                  <a:lnTo>
                    <a:pt x="2220298" y="559408"/>
                  </a:lnTo>
                  <a:lnTo>
                    <a:pt x="2148675" y="575347"/>
                  </a:lnTo>
                  <a:lnTo>
                    <a:pt x="2077053" y="590834"/>
                  </a:lnTo>
                  <a:lnTo>
                    <a:pt x="2005430" y="605882"/>
                  </a:lnTo>
                  <a:lnTo>
                    <a:pt x="1933808" y="620504"/>
                  </a:lnTo>
                  <a:lnTo>
                    <a:pt x="1862185" y="634711"/>
                  </a:lnTo>
                  <a:lnTo>
                    <a:pt x="1790563" y="648516"/>
                  </a:lnTo>
                  <a:lnTo>
                    <a:pt x="1718940" y="661930"/>
                  </a:lnTo>
                  <a:lnTo>
                    <a:pt x="1647318" y="674964"/>
                  </a:lnTo>
                  <a:lnTo>
                    <a:pt x="1575695" y="687628"/>
                  </a:lnTo>
                  <a:lnTo>
                    <a:pt x="1504073" y="699934"/>
                  </a:lnTo>
                  <a:lnTo>
                    <a:pt x="1432450" y="711891"/>
                  </a:lnTo>
                  <a:lnTo>
                    <a:pt x="1360827" y="723510"/>
                  </a:lnTo>
                  <a:lnTo>
                    <a:pt x="1289205" y="734799"/>
                  </a:lnTo>
                  <a:lnTo>
                    <a:pt x="1217582" y="745768"/>
                  </a:lnTo>
                  <a:lnTo>
                    <a:pt x="1145960" y="756427"/>
                  </a:lnTo>
                  <a:lnTo>
                    <a:pt x="1074337" y="766783"/>
                  </a:lnTo>
                  <a:lnTo>
                    <a:pt x="1002715" y="776846"/>
                  </a:lnTo>
                  <a:lnTo>
                    <a:pt x="931092" y="786625"/>
                  </a:lnTo>
                  <a:lnTo>
                    <a:pt x="859470" y="796126"/>
                  </a:lnTo>
                  <a:lnTo>
                    <a:pt x="787847" y="805357"/>
                  </a:lnTo>
                  <a:lnTo>
                    <a:pt x="716225" y="814328"/>
                  </a:lnTo>
                  <a:lnTo>
                    <a:pt x="644602" y="823044"/>
                  </a:lnTo>
                  <a:lnTo>
                    <a:pt x="572980" y="831513"/>
                  </a:lnTo>
                  <a:lnTo>
                    <a:pt x="501357" y="839743"/>
                  </a:lnTo>
                  <a:lnTo>
                    <a:pt x="429735" y="847739"/>
                  </a:lnTo>
                  <a:lnTo>
                    <a:pt x="358112" y="855508"/>
                  </a:lnTo>
                  <a:lnTo>
                    <a:pt x="286490" y="863058"/>
                  </a:lnTo>
                  <a:lnTo>
                    <a:pt x="214867" y="870393"/>
                  </a:lnTo>
                  <a:lnTo>
                    <a:pt x="143245" y="877521"/>
                  </a:lnTo>
                  <a:lnTo>
                    <a:pt x="71622" y="884447"/>
                  </a:lnTo>
                  <a:lnTo>
                    <a:pt x="0" y="8911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438326"/>
              <a:ext cx="7090630" cy="1710028"/>
            </a:xfrm>
            <a:custGeom>
              <a:avLst/>
              <a:pathLst>
                <a:path w="7090630" h="1710028">
                  <a:moveTo>
                    <a:pt x="0" y="1710028"/>
                  </a:moveTo>
                  <a:lnTo>
                    <a:pt x="71622" y="1703245"/>
                  </a:lnTo>
                  <a:lnTo>
                    <a:pt x="143245" y="1696347"/>
                  </a:lnTo>
                  <a:lnTo>
                    <a:pt x="214867" y="1689332"/>
                  </a:lnTo>
                  <a:lnTo>
                    <a:pt x="286490" y="1682199"/>
                  </a:lnTo>
                  <a:lnTo>
                    <a:pt x="358112" y="1674944"/>
                  </a:lnTo>
                  <a:lnTo>
                    <a:pt x="429735" y="1667567"/>
                  </a:lnTo>
                  <a:lnTo>
                    <a:pt x="501357" y="1660066"/>
                  </a:lnTo>
                  <a:lnTo>
                    <a:pt x="572980" y="1652437"/>
                  </a:lnTo>
                  <a:lnTo>
                    <a:pt x="644602" y="1644679"/>
                  </a:lnTo>
                  <a:lnTo>
                    <a:pt x="716225" y="1636790"/>
                  </a:lnTo>
                  <a:lnTo>
                    <a:pt x="787847" y="1628768"/>
                  </a:lnTo>
                  <a:lnTo>
                    <a:pt x="859470" y="1620609"/>
                  </a:lnTo>
                  <a:lnTo>
                    <a:pt x="931092" y="1612313"/>
                  </a:lnTo>
                  <a:lnTo>
                    <a:pt x="1002715" y="1603876"/>
                  </a:lnTo>
                  <a:lnTo>
                    <a:pt x="1074337" y="1595296"/>
                  </a:lnTo>
                  <a:lnTo>
                    <a:pt x="1145960" y="1586572"/>
                  </a:lnTo>
                  <a:lnTo>
                    <a:pt x="1217582" y="1577699"/>
                  </a:lnTo>
                  <a:lnTo>
                    <a:pt x="1289205" y="1568677"/>
                  </a:lnTo>
                  <a:lnTo>
                    <a:pt x="1360827" y="1559502"/>
                  </a:lnTo>
                  <a:lnTo>
                    <a:pt x="1432450" y="1550171"/>
                  </a:lnTo>
                  <a:lnTo>
                    <a:pt x="1504073" y="1540683"/>
                  </a:lnTo>
                  <a:lnTo>
                    <a:pt x="1575695" y="1531034"/>
                  </a:lnTo>
                  <a:lnTo>
                    <a:pt x="1647318" y="1521222"/>
                  </a:lnTo>
                  <a:lnTo>
                    <a:pt x="1718940" y="1511243"/>
                  </a:lnTo>
                  <a:lnTo>
                    <a:pt x="1790563" y="1501096"/>
                  </a:lnTo>
                  <a:lnTo>
                    <a:pt x="1862185" y="1490777"/>
                  </a:lnTo>
                  <a:lnTo>
                    <a:pt x="1933808" y="1480284"/>
                  </a:lnTo>
                  <a:lnTo>
                    <a:pt x="2005430" y="1469613"/>
                  </a:lnTo>
                  <a:lnTo>
                    <a:pt x="2077053" y="1458761"/>
                  </a:lnTo>
                  <a:lnTo>
                    <a:pt x="2148675" y="1447726"/>
                  </a:lnTo>
                  <a:lnTo>
                    <a:pt x="2220298" y="1436504"/>
                  </a:lnTo>
                  <a:lnTo>
                    <a:pt x="2291920" y="1425093"/>
                  </a:lnTo>
                  <a:lnTo>
                    <a:pt x="2363543" y="1413488"/>
                  </a:lnTo>
                  <a:lnTo>
                    <a:pt x="2435165" y="1401686"/>
                  </a:lnTo>
                  <a:lnTo>
                    <a:pt x="2506788" y="1389685"/>
                  </a:lnTo>
                  <a:lnTo>
                    <a:pt x="2578410" y="1377481"/>
                  </a:lnTo>
                  <a:lnTo>
                    <a:pt x="2650033" y="1365070"/>
                  </a:lnTo>
                  <a:lnTo>
                    <a:pt x="2721655" y="1352450"/>
                  </a:lnTo>
                  <a:lnTo>
                    <a:pt x="2793278" y="1339616"/>
                  </a:lnTo>
                  <a:lnTo>
                    <a:pt x="2864901" y="1326564"/>
                  </a:lnTo>
                  <a:lnTo>
                    <a:pt x="2936523" y="1313292"/>
                  </a:lnTo>
                  <a:lnTo>
                    <a:pt x="3008146" y="1299795"/>
                  </a:lnTo>
                  <a:lnTo>
                    <a:pt x="3079768" y="1286070"/>
                  </a:lnTo>
                  <a:lnTo>
                    <a:pt x="3151391" y="1272112"/>
                  </a:lnTo>
                  <a:lnTo>
                    <a:pt x="3223013" y="1257919"/>
                  </a:lnTo>
                  <a:lnTo>
                    <a:pt x="3294636" y="1243485"/>
                  </a:lnTo>
                  <a:lnTo>
                    <a:pt x="3366258" y="1228807"/>
                  </a:lnTo>
                  <a:lnTo>
                    <a:pt x="3437881" y="1213880"/>
                  </a:lnTo>
                  <a:lnTo>
                    <a:pt x="3509503" y="1198701"/>
                  </a:lnTo>
                  <a:lnTo>
                    <a:pt x="3581126" y="1183265"/>
                  </a:lnTo>
                  <a:lnTo>
                    <a:pt x="3652748" y="1167568"/>
                  </a:lnTo>
                  <a:lnTo>
                    <a:pt x="3724371" y="1151605"/>
                  </a:lnTo>
                  <a:lnTo>
                    <a:pt x="3795993" y="1135372"/>
                  </a:lnTo>
                  <a:lnTo>
                    <a:pt x="3867616" y="1118865"/>
                  </a:lnTo>
                  <a:lnTo>
                    <a:pt x="3939238" y="1102078"/>
                  </a:lnTo>
                  <a:lnTo>
                    <a:pt x="4010861" y="1085007"/>
                  </a:lnTo>
                  <a:lnTo>
                    <a:pt x="4082483" y="1067647"/>
                  </a:lnTo>
                  <a:lnTo>
                    <a:pt x="4154106" y="1049993"/>
                  </a:lnTo>
                  <a:lnTo>
                    <a:pt x="4225729" y="1032041"/>
                  </a:lnTo>
                  <a:lnTo>
                    <a:pt x="4297351" y="1013785"/>
                  </a:lnTo>
                  <a:lnTo>
                    <a:pt x="4368974" y="995219"/>
                  </a:lnTo>
                  <a:lnTo>
                    <a:pt x="4440596" y="976340"/>
                  </a:lnTo>
                  <a:lnTo>
                    <a:pt x="4512219" y="957141"/>
                  </a:lnTo>
                  <a:lnTo>
                    <a:pt x="4583841" y="937618"/>
                  </a:lnTo>
                  <a:lnTo>
                    <a:pt x="4655464" y="917764"/>
                  </a:lnTo>
                  <a:lnTo>
                    <a:pt x="4727086" y="897574"/>
                  </a:lnTo>
                  <a:lnTo>
                    <a:pt x="4798709" y="877042"/>
                  </a:lnTo>
                  <a:lnTo>
                    <a:pt x="4870331" y="856163"/>
                  </a:lnTo>
                  <a:lnTo>
                    <a:pt x="4941954" y="834931"/>
                  </a:lnTo>
                  <a:lnTo>
                    <a:pt x="5013576" y="813339"/>
                  </a:lnTo>
                  <a:lnTo>
                    <a:pt x="5085199" y="791382"/>
                  </a:lnTo>
                  <a:lnTo>
                    <a:pt x="5156821" y="769053"/>
                  </a:lnTo>
                  <a:lnTo>
                    <a:pt x="5228444" y="746347"/>
                  </a:lnTo>
                  <a:lnTo>
                    <a:pt x="5300066" y="723256"/>
                  </a:lnTo>
                  <a:lnTo>
                    <a:pt x="5371689" y="699774"/>
                  </a:lnTo>
                  <a:lnTo>
                    <a:pt x="5443311" y="675896"/>
                  </a:lnTo>
                  <a:lnTo>
                    <a:pt x="5514934" y="651613"/>
                  </a:lnTo>
                  <a:lnTo>
                    <a:pt x="5586557" y="626919"/>
                  </a:lnTo>
                  <a:lnTo>
                    <a:pt x="5658179" y="601807"/>
                  </a:lnTo>
                  <a:lnTo>
                    <a:pt x="5729802" y="576271"/>
                  </a:lnTo>
                  <a:lnTo>
                    <a:pt x="5801424" y="550302"/>
                  </a:lnTo>
                  <a:lnTo>
                    <a:pt x="5873047" y="523894"/>
                  </a:lnTo>
                  <a:lnTo>
                    <a:pt x="5944669" y="497038"/>
                  </a:lnTo>
                  <a:lnTo>
                    <a:pt x="6016292" y="469729"/>
                  </a:lnTo>
                  <a:lnTo>
                    <a:pt x="6087914" y="441957"/>
                  </a:lnTo>
                  <a:lnTo>
                    <a:pt x="6159537" y="413716"/>
                  </a:lnTo>
                  <a:lnTo>
                    <a:pt x="6231159" y="384996"/>
                  </a:lnTo>
                  <a:lnTo>
                    <a:pt x="6302782" y="355791"/>
                  </a:lnTo>
                  <a:lnTo>
                    <a:pt x="6374404" y="326091"/>
                  </a:lnTo>
                  <a:lnTo>
                    <a:pt x="6446027" y="295888"/>
                  </a:lnTo>
                  <a:lnTo>
                    <a:pt x="6517649" y="265175"/>
                  </a:lnTo>
                  <a:lnTo>
                    <a:pt x="6589272" y="233942"/>
                  </a:lnTo>
                  <a:lnTo>
                    <a:pt x="6660894" y="202180"/>
                  </a:lnTo>
                  <a:lnTo>
                    <a:pt x="6732517" y="169881"/>
                  </a:lnTo>
                  <a:lnTo>
                    <a:pt x="6804139" y="137035"/>
                  </a:lnTo>
                  <a:lnTo>
                    <a:pt x="6875762" y="103634"/>
                  </a:lnTo>
                  <a:lnTo>
                    <a:pt x="6947385" y="69667"/>
                  </a:lnTo>
                  <a:lnTo>
                    <a:pt x="7019007" y="3512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43594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2026-09-28T17:00:33Z</dcterms:modified>
  <cp:category/>
</cp:coreProperties>
</file>