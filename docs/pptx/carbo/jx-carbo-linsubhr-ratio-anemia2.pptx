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690132"/>
              <a:ext cx="7090630" cy="2658665"/>
            </a:xfrm>
            <a:custGeom>
              <a:avLst/>
              <a:pathLst>
                <a:path w="7090630" h="2658665">
                  <a:moveTo>
                    <a:pt x="0" y="0"/>
                  </a:moveTo>
                  <a:lnTo>
                    <a:pt x="71622" y="74920"/>
                  </a:lnTo>
                  <a:lnTo>
                    <a:pt x="143245" y="147882"/>
                  </a:lnTo>
                  <a:lnTo>
                    <a:pt x="214867" y="218938"/>
                  </a:lnTo>
                  <a:lnTo>
                    <a:pt x="286490" y="288137"/>
                  </a:lnTo>
                  <a:lnTo>
                    <a:pt x="358112" y="355528"/>
                  </a:lnTo>
                  <a:lnTo>
                    <a:pt x="429735" y="421158"/>
                  </a:lnTo>
                  <a:lnTo>
                    <a:pt x="501357" y="485073"/>
                  </a:lnTo>
                  <a:lnTo>
                    <a:pt x="572980" y="547318"/>
                  </a:lnTo>
                  <a:lnTo>
                    <a:pt x="644602" y="607936"/>
                  </a:lnTo>
                  <a:lnTo>
                    <a:pt x="716225" y="666970"/>
                  </a:lnTo>
                  <a:lnTo>
                    <a:pt x="787847" y="724462"/>
                  </a:lnTo>
                  <a:lnTo>
                    <a:pt x="859470" y="780451"/>
                  </a:lnTo>
                  <a:lnTo>
                    <a:pt x="931092" y="834978"/>
                  </a:lnTo>
                  <a:lnTo>
                    <a:pt x="1002715" y="888079"/>
                  </a:lnTo>
                  <a:lnTo>
                    <a:pt x="1074337" y="939793"/>
                  </a:lnTo>
                  <a:lnTo>
                    <a:pt x="1145960" y="990156"/>
                  </a:lnTo>
                  <a:lnTo>
                    <a:pt x="1217582" y="1039202"/>
                  </a:lnTo>
                  <a:lnTo>
                    <a:pt x="1289205" y="1086967"/>
                  </a:lnTo>
                  <a:lnTo>
                    <a:pt x="1360827" y="1133484"/>
                  </a:lnTo>
                  <a:lnTo>
                    <a:pt x="1432450" y="1178785"/>
                  </a:lnTo>
                  <a:lnTo>
                    <a:pt x="1504073" y="1222903"/>
                  </a:lnTo>
                  <a:lnTo>
                    <a:pt x="1575695" y="1265867"/>
                  </a:lnTo>
                  <a:lnTo>
                    <a:pt x="1647318" y="1307709"/>
                  </a:lnTo>
                  <a:lnTo>
                    <a:pt x="1718940" y="1348458"/>
                  </a:lnTo>
                  <a:lnTo>
                    <a:pt x="1790563" y="1388142"/>
                  </a:lnTo>
                  <a:lnTo>
                    <a:pt x="1862185" y="1426789"/>
                  </a:lnTo>
                  <a:lnTo>
                    <a:pt x="1933808" y="1464426"/>
                  </a:lnTo>
                  <a:lnTo>
                    <a:pt x="2005430" y="1501079"/>
                  </a:lnTo>
                  <a:lnTo>
                    <a:pt x="2077053" y="1536775"/>
                  </a:lnTo>
                  <a:lnTo>
                    <a:pt x="2148675" y="1571538"/>
                  </a:lnTo>
                  <a:lnTo>
                    <a:pt x="2220298" y="1605392"/>
                  </a:lnTo>
                  <a:lnTo>
                    <a:pt x="2291920" y="1638362"/>
                  </a:lnTo>
                  <a:lnTo>
                    <a:pt x="2363543" y="1670471"/>
                  </a:lnTo>
                  <a:lnTo>
                    <a:pt x="2435165" y="1701740"/>
                  </a:lnTo>
                  <a:lnTo>
                    <a:pt x="2506788" y="1732192"/>
                  </a:lnTo>
                  <a:lnTo>
                    <a:pt x="2578410" y="1761849"/>
                  </a:lnTo>
                  <a:lnTo>
                    <a:pt x="2650033" y="1790731"/>
                  </a:lnTo>
                  <a:lnTo>
                    <a:pt x="2721655" y="1818857"/>
                  </a:lnTo>
                  <a:lnTo>
                    <a:pt x="2793278" y="1846249"/>
                  </a:lnTo>
                  <a:lnTo>
                    <a:pt x="2864901" y="1872925"/>
                  </a:lnTo>
                  <a:lnTo>
                    <a:pt x="2936523" y="1898904"/>
                  </a:lnTo>
                  <a:lnTo>
                    <a:pt x="3008146" y="1924205"/>
                  </a:lnTo>
                  <a:lnTo>
                    <a:pt x="3079768" y="1948844"/>
                  </a:lnTo>
                  <a:lnTo>
                    <a:pt x="3151391" y="1972839"/>
                  </a:lnTo>
                  <a:lnTo>
                    <a:pt x="3223013" y="1996207"/>
                  </a:lnTo>
                  <a:lnTo>
                    <a:pt x="3294636" y="2018965"/>
                  </a:lnTo>
                  <a:lnTo>
                    <a:pt x="3366258" y="2039132"/>
                  </a:lnTo>
                  <a:lnTo>
                    <a:pt x="3437881" y="2048396"/>
                  </a:lnTo>
                  <a:lnTo>
                    <a:pt x="3509503" y="2057557"/>
                  </a:lnTo>
                  <a:lnTo>
                    <a:pt x="3581126" y="2066615"/>
                  </a:lnTo>
                  <a:lnTo>
                    <a:pt x="3652748" y="2075572"/>
                  </a:lnTo>
                  <a:lnTo>
                    <a:pt x="3724371" y="2084428"/>
                  </a:lnTo>
                  <a:lnTo>
                    <a:pt x="3795993" y="2093186"/>
                  </a:lnTo>
                  <a:lnTo>
                    <a:pt x="3867616" y="2101845"/>
                  </a:lnTo>
                  <a:lnTo>
                    <a:pt x="3939238" y="2110408"/>
                  </a:lnTo>
                  <a:lnTo>
                    <a:pt x="4010861" y="2118875"/>
                  </a:lnTo>
                  <a:lnTo>
                    <a:pt x="4082483" y="2127247"/>
                  </a:lnTo>
                  <a:lnTo>
                    <a:pt x="4154106" y="2135525"/>
                  </a:lnTo>
                  <a:lnTo>
                    <a:pt x="4225729" y="2143711"/>
                  </a:lnTo>
                  <a:lnTo>
                    <a:pt x="4297351" y="2151805"/>
                  </a:lnTo>
                  <a:lnTo>
                    <a:pt x="4368974" y="2159809"/>
                  </a:lnTo>
                  <a:lnTo>
                    <a:pt x="4440596" y="2167723"/>
                  </a:lnTo>
                  <a:lnTo>
                    <a:pt x="4512219" y="2175548"/>
                  </a:lnTo>
                  <a:lnTo>
                    <a:pt x="4583841" y="2183286"/>
                  </a:lnTo>
                  <a:lnTo>
                    <a:pt x="4655464" y="2190937"/>
                  </a:lnTo>
                  <a:lnTo>
                    <a:pt x="4727086" y="2198503"/>
                  </a:lnTo>
                  <a:lnTo>
                    <a:pt x="4798709" y="2205984"/>
                  </a:lnTo>
                  <a:lnTo>
                    <a:pt x="4870331" y="2213382"/>
                  </a:lnTo>
                  <a:lnTo>
                    <a:pt x="4941954" y="2220696"/>
                  </a:lnTo>
                  <a:lnTo>
                    <a:pt x="5013576" y="2227929"/>
                  </a:lnTo>
                  <a:lnTo>
                    <a:pt x="5085199" y="2235081"/>
                  </a:lnTo>
                  <a:lnTo>
                    <a:pt x="5156821" y="2242153"/>
                  </a:lnTo>
                  <a:lnTo>
                    <a:pt x="5228444" y="2249145"/>
                  </a:lnTo>
                  <a:lnTo>
                    <a:pt x="5300066" y="2256060"/>
                  </a:lnTo>
                  <a:lnTo>
                    <a:pt x="5371689" y="2262897"/>
                  </a:lnTo>
                  <a:lnTo>
                    <a:pt x="5443311" y="2269658"/>
                  </a:lnTo>
                  <a:lnTo>
                    <a:pt x="5514934" y="2276343"/>
                  </a:lnTo>
                  <a:lnTo>
                    <a:pt x="5586557" y="2282953"/>
                  </a:lnTo>
                  <a:lnTo>
                    <a:pt x="5658179" y="2289489"/>
                  </a:lnTo>
                  <a:lnTo>
                    <a:pt x="5729802" y="2295952"/>
                  </a:lnTo>
                  <a:lnTo>
                    <a:pt x="5801424" y="2302343"/>
                  </a:lnTo>
                  <a:lnTo>
                    <a:pt x="5873047" y="2308662"/>
                  </a:lnTo>
                  <a:lnTo>
                    <a:pt x="5944669" y="2314910"/>
                  </a:lnTo>
                  <a:lnTo>
                    <a:pt x="6016292" y="2321089"/>
                  </a:lnTo>
                  <a:lnTo>
                    <a:pt x="6087914" y="2327199"/>
                  </a:lnTo>
                  <a:lnTo>
                    <a:pt x="6159537" y="2333240"/>
                  </a:lnTo>
                  <a:lnTo>
                    <a:pt x="6231159" y="2339213"/>
                  </a:lnTo>
                  <a:lnTo>
                    <a:pt x="6302782" y="2345120"/>
                  </a:lnTo>
                  <a:lnTo>
                    <a:pt x="6374404" y="2350960"/>
                  </a:lnTo>
                  <a:lnTo>
                    <a:pt x="6446027" y="2356736"/>
                  </a:lnTo>
                  <a:lnTo>
                    <a:pt x="6517649" y="2362446"/>
                  </a:lnTo>
                  <a:lnTo>
                    <a:pt x="6589272" y="2368093"/>
                  </a:lnTo>
                  <a:lnTo>
                    <a:pt x="6660894" y="2373677"/>
                  </a:lnTo>
                  <a:lnTo>
                    <a:pt x="6732517" y="2379198"/>
                  </a:lnTo>
                  <a:lnTo>
                    <a:pt x="6804139" y="2384657"/>
                  </a:lnTo>
                  <a:lnTo>
                    <a:pt x="6875762" y="2390055"/>
                  </a:lnTo>
                  <a:lnTo>
                    <a:pt x="6947385" y="2395393"/>
                  </a:lnTo>
                  <a:lnTo>
                    <a:pt x="7019007" y="2400671"/>
                  </a:lnTo>
                  <a:lnTo>
                    <a:pt x="7090630" y="2405890"/>
                  </a:lnTo>
                  <a:lnTo>
                    <a:pt x="7090630" y="2658665"/>
                  </a:lnTo>
                  <a:lnTo>
                    <a:pt x="7019007" y="2653072"/>
                  </a:lnTo>
                  <a:lnTo>
                    <a:pt x="6947385" y="2647329"/>
                  </a:lnTo>
                  <a:lnTo>
                    <a:pt x="6875762" y="2641431"/>
                  </a:lnTo>
                  <a:lnTo>
                    <a:pt x="6804139" y="2635376"/>
                  </a:lnTo>
                  <a:lnTo>
                    <a:pt x="6732517" y="2629158"/>
                  </a:lnTo>
                  <a:lnTo>
                    <a:pt x="6660894" y="2622773"/>
                  </a:lnTo>
                  <a:lnTo>
                    <a:pt x="6589272" y="2616216"/>
                  </a:lnTo>
                  <a:lnTo>
                    <a:pt x="6517649" y="2609484"/>
                  </a:lnTo>
                  <a:lnTo>
                    <a:pt x="6446027" y="2602571"/>
                  </a:lnTo>
                  <a:lnTo>
                    <a:pt x="6374404" y="2595473"/>
                  </a:lnTo>
                  <a:lnTo>
                    <a:pt x="6302782" y="2588184"/>
                  </a:lnTo>
                  <a:lnTo>
                    <a:pt x="6231159" y="2580700"/>
                  </a:lnTo>
                  <a:lnTo>
                    <a:pt x="6159537" y="2573015"/>
                  </a:lnTo>
                  <a:lnTo>
                    <a:pt x="6087914" y="2565124"/>
                  </a:lnTo>
                  <a:lnTo>
                    <a:pt x="6016292" y="2557021"/>
                  </a:lnTo>
                  <a:lnTo>
                    <a:pt x="5944669" y="2548700"/>
                  </a:lnTo>
                  <a:lnTo>
                    <a:pt x="5873047" y="2540156"/>
                  </a:lnTo>
                  <a:lnTo>
                    <a:pt x="5801424" y="2531383"/>
                  </a:lnTo>
                  <a:lnTo>
                    <a:pt x="5729802" y="2522375"/>
                  </a:lnTo>
                  <a:lnTo>
                    <a:pt x="5658179" y="2513125"/>
                  </a:lnTo>
                  <a:lnTo>
                    <a:pt x="5586557" y="2503626"/>
                  </a:lnTo>
                  <a:lnTo>
                    <a:pt x="5514934" y="2493873"/>
                  </a:lnTo>
                  <a:lnTo>
                    <a:pt x="5443311" y="2483858"/>
                  </a:lnTo>
                  <a:lnTo>
                    <a:pt x="5371689" y="2473575"/>
                  </a:lnTo>
                  <a:lnTo>
                    <a:pt x="5300066" y="2463015"/>
                  </a:lnTo>
                  <a:lnTo>
                    <a:pt x="5228444" y="2452172"/>
                  </a:lnTo>
                  <a:lnTo>
                    <a:pt x="5156821" y="2441039"/>
                  </a:lnTo>
                  <a:lnTo>
                    <a:pt x="5085199" y="2429606"/>
                  </a:lnTo>
                  <a:lnTo>
                    <a:pt x="5013576" y="2417867"/>
                  </a:lnTo>
                  <a:lnTo>
                    <a:pt x="4941954" y="2405812"/>
                  </a:lnTo>
                  <a:lnTo>
                    <a:pt x="4870331" y="2393435"/>
                  </a:lnTo>
                  <a:lnTo>
                    <a:pt x="4798709" y="2380725"/>
                  </a:lnTo>
                  <a:lnTo>
                    <a:pt x="4727086" y="2367674"/>
                  </a:lnTo>
                  <a:lnTo>
                    <a:pt x="4655464" y="2354273"/>
                  </a:lnTo>
                  <a:lnTo>
                    <a:pt x="4583841" y="2340512"/>
                  </a:lnTo>
                  <a:lnTo>
                    <a:pt x="4512219" y="2326382"/>
                  </a:lnTo>
                  <a:lnTo>
                    <a:pt x="4440596" y="2311873"/>
                  </a:lnTo>
                  <a:lnTo>
                    <a:pt x="4368974" y="2296975"/>
                  </a:lnTo>
                  <a:lnTo>
                    <a:pt x="4297351" y="2281677"/>
                  </a:lnTo>
                  <a:lnTo>
                    <a:pt x="4225729" y="2265969"/>
                  </a:lnTo>
                  <a:lnTo>
                    <a:pt x="4154106" y="2249839"/>
                  </a:lnTo>
                  <a:lnTo>
                    <a:pt x="4082483" y="2233276"/>
                  </a:lnTo>
                  <a:lnTo>
                    <a:pt x="4010861" y="2216269"/>
                  </a:lnTo>
                  <a:lnTo>
                    <a:pt x="3939238" y="2198805"/>
                  </a:lnTo>
                  <a:lnTo>
                    <a:pt x="3867616" y="2180873"/>
                  </a:lnTo>
                  <a:lnTo>
                    <a:pt x="3795993" y="2162460"/>
                  </a:lnTo>
                  <a:lnTo>
                    <a:pt x="3724371" y="2143552"/>
                  </a:lnTo>
                  <a:lnTo>
                    <a:pt x="3652748" y="2124138"/>
                  </a:lnTo>
                  <a:lnTo>
                    <a:pt x="3581126" y="2104202"/>
                  </a:lnTo>
                  <a:lnTo>
                    <a:pt x="3509503" y="2083731"/>
                  </a:lnTo>
                  <a:lnTo>
                    <a:pt x="3437881" y="2062712"/>
                  </a:lnTo>
                  <a:lnTo>
                    <a:pt x="3366258" y="2041128"/>
                  </a:lnTo>
                  <a:lnTo>
                    <a:pt x="3294636" y="2029763"/>
                  </a:lnTo>
                  <a:lnTo>
                    <a:pt x="3223013" y="2020288"/>
                  </a:lnTo>
                  <a:lnTo>
                    <a:pt x="3151391" y="2010705"/>
                  </a:lnTo>
                  <a:lnTo>
                    <a:pt x="3079768" y="2001015"/>
                  </a:lnTo>
                  <a:lnTo>
                    <a:pt x="3008146" y="1991214"/>
                  </a:lnTo>
                  <a:lnTo>
                    <a:pt x="2936523" y="1981303"/>
                  </a:lnTo>
                  <a:lnTo>
                    <a:pt x="2864901" y="1971279"/>
                  </a:lnTo>
                  <a:lnTo>
                    <a:pt x="2793278" y="1961142"/>
                  </a:lnTo>
                  <a:lnTo>
                    <a:pt x="2721655" y="1950891"/>
                  </a:lnTo>
                  <a:lnTo>
                    <a:pt x="2650033" y="1940523"/>
                  </a:lnTo>
                  <a:lnTo>
                    <a:pt x="2578410" y="1930038"/>
                  </a:lnTo>
                  <a:lnTo>
                    <a:pt x="2506788" y="1919435"/>
                  </a:lnTo>
                  <a:lnTo>
                    <a:pt x="2435165" y="1908711"/>
                  </a:lnTo>
                  <a:lnTo>
                    <a:pt x="2363543" y="1897866"/>
                  </a:lnTo>
                  <a:lnTo>
                    <a:pt x="2291920" y="1886898"/>
                  </a:lnTo>
                  <a:lnTo>
                    <a:pt x="2220298" y="1875807"/>
                  </a:lnTo>
                  <a:lnTo>
                    <a:pt x="2148675" y="1864590"/>
                  </a:lnTo>
                  <a:lnTo>
                    <a:pt x="2077053" y="1853245"/>
                  </a:lnTo>
                  <a:lnTo>
                    <a:pt x="2005430" y="1841773"/>
                  </a:lnTo>
                  <a:lnTo>
                    <a:pt x="1933808" y="1830170"/>
                  </a:lnTo>
                  <a:lnTo>
                    <a:pt x="1862185" y="1818437"/>
                  </a:lnTo>
                  <a:lnTo>
                    <a:pt x="1790563" y="1806570"/>
                  </a:lnTo>
                  <a:lnTo>
                    <a:pt x="1718940" y="1794570"/>
                  </a:lnTo>
                  <a:lnTo>
                    <a:pt x="1647318" y="1782433"/>
                  </a:lnTo>
                  <a:lnTo>
                    <a:pt x="1575695" y="1770159"/>
                  </a:lnTo>
                  <a:lnTo>
                    <a:pt x="1504073" y="1757747"/>
                  </a:lnTo>
                  <a:lnTo>
                    <a:pt x="1432450" y="1745194"/>
                  </a:lnTo>
                  <a:lnTo>
                    <a:pt x="1360827" y="1732498"/>
                  </a:lnTo>
                  <a:lnTo>
                    <a:pt x="1289205" y="1719660"/>
                  </a:lnTo>
                  <a:lnTo>
                    <a:pt x="1217582" y="1706675"/>
                  </a:lnTo>
                  <a:lnTo>
                    <a:pt x="1145960" y="1693544"/>
                  </a:lnTo>
                  <a:lnTo>
                    <a:pt x="1074337" y="1680265"/>
                  </a:lnTo>
                  <a:lnTo>
                    <a:pt x="1002715" y="1666835"/>
                  </a:lnTo>
                  <a:lnTo>
                    <a:pt x="931092" y="1653253"/>
                  </a:lnTo>
                  <a:lnTo>
                    <a:pt x="859470" y="1639517"/>
                  </a:lnTo>
                  <a:lnTo>
                    <a:pt x="787847" y="1625626"/>
                  </a:lnTo>
                  <a:lnTo>
                    <a:pt x="716225" y="1611578"/>
                  </a:lnTo>
                  <a:lnTo>
                    <a:pt x="644602" y="1597371"/>
                  </a:lnTo>
                  <a:lnTo>
                    <a:pt x="572980" y="1583003"/>
                  </a:lnTo>
                  <a:lnTo>
                    <a:pt x="501357" y="1568473"/>
                  </a:lnTo>
                  <a:lnTo>
                    <a:pt x="429735" y="1553778"/>
                  </a:lnTo>
                  <a:lnTo>
                    <a:pt x="358112" y="1538917"/>
                  </a:lnTo>
                  <a:lnTo>
                    <a:pt x="286490" y="1523887"/>
                  </a:lnTo>
                  <a:lnTo>
                    <a:pt x="214867" y="1508688"/>
                  </a:lnTo>
                  <a:lnTo>
                    <a:pt x="143245" y="1493317"/>
                  </a:lnTo>
                  <a:lnTo>
                    <a:pt x="71622" y="1477771"/>
                  </a:lnTo>
                  <a:lnTo>
                    <a:pt x="0" y="146205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690132"/>
              <a:ext cx="7090630" cy="2405890"/>
            </a:xfrm>
            <a:custGeom>
              <a:avLst/>
              <a:pathLst>
                <a:path w="7090630" h="2405890">
                  <a:moveTo>
                    <a:pt x="0" y="0"/>
                  </a:moveTo>
                  <a:lnTo>
                    <a:pt x="71622" y="74920"/>
                  </a:lnTo>
                  <a:lnTo>
                    <a:pt x="143245" y="147882"/>
                  </a:lnTo>
                  <a:lnTo>
                    <a:pt x="214867" y="218938"/>
                  </a:lnTo>
                  <a:lnTo>
                    <a:pt x="286490" y="288137"/>
                  </a:lnTo>
                  <a:lnTo>
                    <a:pt x="358112" y="355528"/>
                  </a:lnTo>
                  <a:lnTo>
                    <a:pt x="429735" y="421158"/>
                  </a:lnTo>
                  <a:lnTo>
                    <a:pt x="501357" y="485073"/>
                  </a:lnTo>
                  <a:lnTo>
                    <a:pt x="572980" y="547318"/>
                  </a:lnTo>
                  <a:lnTo>
                    <a:pt x="644602" y="607936"/>
                  </a:lnTo>
                  <a:lnTo>
                    <a:pt x="716225" y="666970"/>
                  </a:lnTo>
                  <a:lnTo>
                    <a:pt x="787847" y="724462"/>
                  </a:lnTo>
                  <a:lnTo>
                    <a:pt x="859470" y="780451"/>
                  </a:lnTo>
                  <a:lnTo>
                    <a:pt x="931092" y="834978"/>
                  </a:lnTo>
                  <a:lnTo>
                    <a:pt x="1002715" y="888079"/>
                  </a:lnTo>
                  <a:lnTo>
                    <a:pt x="1074337" y="939793"/>
                  </a:lnTo>
                  <a:lnTo>
                    <a:pt x="1145960" y="990156"/>
                  </a:lnTo>
                  <a:lnTo>
                    <a:pt x="1217582" y="1039202"/>
                  </a:lnTo>
                  <a:lnTo>
                    <a:pt x="1289205" y="1086967"/>
                  </a:lnTo>
                  <a:lnTo>
                    <a:pt x="1360827" y="1133484"/>
                  </a:lnTo>
                  <a:lnTo>
                    <a:pt x="1432450" y="1178785"/>
                  </a:lnTo>
                  <a:lnTo>
                    <a:pt x="1504073" y="1222903"/>
                  </a:lnTo>
                  <a:lnTo>
                    <a:pt x="1575695" y="1265867"/>
                  </a:lnTo>
                  <a:lnTo>
                    <a:pt x="1647318" y="1307709"/>
                  </a:lnTo>
                  <a:lnTo>
                    <a:pt x="1718940" y="1348458"/>
                  </a:lnTo>
                  <a:lnTo>
                    <a:pt x="1790563" y="1388142"/>
                  </a:lnTo>
                  <a:lnTo>
                    <a:pt x="1862185" y="1426789"/>
                  </a:lnTo>
                  <a:lnTo>
                    <a:pt x="1933808" y="1464426"/>
                  </a:lnTo>
                  <a:lnTo>
                    <a:pt x="2005430" y="1501079"/>
                  </a:lnTo>
                  <a:lnTo>
                    <a:pt x="2077053" y="1536775"/>
                  </a:lnTo>
                  <a:lnTo>
                    <a:pt x="2148675" y="1571538"/>
                  </a:lnTo>
                  <a:lnTo>
                    <a:pt x="2220298" y="1605392"/>
                  </a:lnTo>
                  <a:lnTo>
                    <a:pt x="2291920" y="1638362"/>
                  </a:lnTo>
                  <a:lnTo>
                    <a:pt x="2363543" y="1670471"/>
                  </a:lnTo>
                  <a:lnTo>
                    <a:pt x="2435165" y="1701740"/>
                  </a:lnTo>
                  <a:lnTo>
                    <a:pt x="2506788" y="1732192"/>
                  </a:lnTo>
                  <a:lnTo>
                    <a:pt x="2578410" y="1761849"/>
                  </a:lnTo>
                  <a:lnTo>
                    <a:pt x="2650033" y="1790731"/>
                  </a:lnTo>
                  <a:lnTo>
                    <a:pt x="2721655" y="1818857"/>
                  </a:lnTo>
                  <a:lnTo>
                    <a:pt x="2793278" y="1846249"/>
                  </a:lnTo>
                  <a:lnTo>
                    <a:pt x="2864901" y="1872925"/>
                  </a:lnTo>
                  <a:lnTo>
                    <a:pt x="2936523" y="1898904"/>
                  </a:lnTo>
                  <a:lnTo>
                    <a:pt x="3008146" y="1924205"/>
                  </a:lnTo>
                  <a:lnTo>
                    <a:pt x="3079768" y="1948844"/>
                  </a:lnTo>
                  <a:lnTo>
                    <a:pt x="3151391" y="1972839"/>
                  </a:lnTo>
                  <a:lnTo>
                    <a:pt x="3223013" y="1996207"/>
                  </a:lnTo>
                  <a:lnTo>
                    <a:pt x="3294636" y="2018965"/>
                  </a:lnTo>
                  <a:lnTo>
                    <a:pt x="3366258" y="2039132"/>
                  </a:lnTo>
                  <a:lnTo>
                    <a:pt x="3437881" y="2048396"/>
                  </a:lnTo>
                  <a:lnTo>
                    <a:pt x="3509503" y="2057557"/>
                  </a:lnTo>
                  <a:lnTo>
                    <a:pt x="3581126" y="2066615"/>
                  </a:lnTo>
                  <a:lnTo>
                    <a:pt x="3652748" y="2075572"/>
                  </a:lnTo>
                  <a:lnTo>
                    <a:pt x="3724371" y="2084428"/>
                  </a:lnTo>
                  <a:lnTo>
                    <a:pt x="3795993" y="2093186"/>
                  </a:lnTo>
                  <a:lnTo>
                    <a:pt x="3867616" y="2101845"/>
                  </a:lnTo>
                  <a:lnTo>
                    <a:pt x="3939238" y="2110408"/>
                  </a:lnTo>
                  <a:lnTo>
                    <a:pt x="4010861" y="2118875"/>
                  </a:lnTo>
                  <a:lnTo>
                    <a:pt x="4082483" y="2127247"/>
                  </a:lnTo>
                  <a:lnTo>
                    <a:pt x="4154106" y="2135525"/>
                  </a:lnTo>
                  <a:lnTo>
                    <a:pt x="4225729" y="2143711"/>
                  </a:lnTo>
                  <a:lnTo>
                    <a:pt x="4297351" y="2151805"/>
                  </a:lnTo>
                  <a:lnTo>
                    <a:pt x="4368974" y="2159809"/>
                  </a:lnTo>
                  <a:lnTo>
                    <a:pt x="4440596" y="2167723"/>
                  </a:lnTo>
                  <a:lnTo>
                    <a:pt x="4512219" y="2175548"/>
                  </a:lnTo>
                  <a:lnTo>
                    <a:pt x="4583841" y="2183286"/>
                  </a:lnTo>
                  <a:lnTo>
                    <a:pt x="4655464" y="2190937"/>
                  </a:lnTo>
                  <a:lnTo>
                    <a:pt x="4727086" y="2198503"/>
                  </a:lnTo>
                  <a:lnTo>
                    <a:pt x="4798709" y="2205984"/>
                  </a:lnTo>
                  <a:lnTo>
                    <a:pt x="4870331" y="2213382"/>
                  </a:lnTo>
                  <a:lnTo>
                    <a:pt x="4941954" y="2220696"/>
                  </a:lnTo>
                  <a:lnTo>
                    <a:pt x="5013576" y="2227929"/>
                  </a:lnTo>
                  <a:lnTo>
                    <a:pt x="5085199" y="2235081"/>
                  </a:lnTo>
                  <a:lnTo>
                    <a:pt x="5156821" y="2242153"/>
                  </a:lnTo>
                  <a:lnTo>
                    <a:pt x="5228444" y="2249145"/>
                  </a:lnTo>
                  <a:lnTo>
                    <a:pt x="5300066" y="2256060"/>
                  </a:lnTo>
                  <a:lnTo>
                    <a:pt x="5371689" y="2262897"/>
                  </a:lnTo>
                  <a:lnTo>
                    <a:pt x="5443311" y="2269658"/>
                  </a:lnTo>
                  <a:lnTo>
                    <a:pt x="5514934" y="2276343"/>
                  </a:lnTo>
                  <a:lnTo>
                    <a:pt x="5586557" y="2282953"/>
                  </a:lnTo>
                  <a:lnTo>
                    <a:pt x="5658179" y="2289489"/>
                  </a:lnTo>
                  <a:lnTo>
                    <a:pt x="5729802" y="2295952"/>
                  </a:lnTo>
                  <a:lnTo>
                    <a:pt x="5801424" y="2302343"/>
                  </a:lnTo>
                  <a:lnTo>
                    <a:pt x="5873047" y="2308662"/>
                  </a:lnTo>
                  <a:lnTo>
                    <a:pt x="5944669" y="2314910"/>
                  </a:lnTo>
                  <a:lnTo>
                    <a:pt x="6016292" y="2321089"/>
                  </a:lnTo>
                  <a:lnTo>
                    <a:pt x="6087914" y="2327199"/>
                  </a:lnTo>
                  <a:lnTo>
                    <a:pt x="6159537" y="2333240"/>
                  </a:lnTo>
                  <a:lnTo>
                    <a:pt x="6231159" y="2339213"/>
                  </a:lnTo>
                  <a:lnTo>
                    <a:pt x="6302782" y="2345120"/>
                  </a:lnTo>
                  <a:lnTo>
                    <a:pt x="6374404" y="2350960"/>
                  </a:lnTo>
                  <a:lnTo>
                    <a:pt x="6446027" y="2356736"/>
                  </a:lnTo>
                  <a:lnTo>
                    <a:pt x="6517649" y="2362446"/>
                  </a:lnTo>
                  <a:lnTo>
                    <a:pt x="6589272" y="2368093"/>
                  </a:lnTo>
                  <a:lnTo>
                    <a:pt x="6660894" y="2373677"/>
                  </a:lnTo>
                  <a:lnTo>
                    <a:pt x="6732517" y="2379198"/>
                  </a:lnTo>
                  <a:lnTo>
                    <a:pt x="6804139" y="2384657"/>
                  </a:lnTo>
                  <a:lnTo>
                    <a:pt x="6875762" y="2390055"/>
                  </a:lnTo>
                  <a:lnTo>
                    <a:pt x="6947385" y="2395393"/>
                  </a:lnTo>
                  <a:lnTo>
                    <a:pt x="7019007" y="2400671"/>
                  </a:lnTo>
                  <a:lnTo>
                    <a:pt x="7090630" y="24058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152182"/>
              <a:ext cx="7090630" cy="1196615"/>
            </a:xfrm>
            <a:custGeom>
              <a:avLst/>
              <a:pathLst>
                <a:path w="7090630" h="1196615">
                  <a:moveTo>
                    <a:pt x="7090630" y="1196615"/>
                  </a:moveTo>
                  <a:lnTo>
                    <a:pt x="7019007" y="1191021"/>
                  </a:lnTo>
                  <a:lnTo>
                    <a:pt x="6947385" y="1185278"/>
                  </a:lnTo>
                  <a:lnTo>
                    <a:pt x="6875762" y="1179381"/>
                  </a:lnTo>
                  <a:lnTo>
                    <a:pt x="6804139" y="1173325"/>
                  </a:lnTo>
                  <a:lnTo>
                    <a:pt x="6732517" y="1167107"/>
                  </a:lnTo>
                  <a:lnTo>
                    <a:pt x="6660894" y="1160722"/>
                  </a:lnTo>
                  <a:lnTo>
                    <a:pt x="6589272" y="1154166"/>
                  </a:lnTo>
                  <a:lnTo>
                    <a:pt x="6517649" y="1147434"/>
                  </a:lnTo>
                  <a:lnTo>
                    <a:pt x="6446027" y="1140521"/>
                  </a:lnTo>
                  <a:lnTo>
                    <a:pt x="6374404" y="1133423"/>
                  </a:lnTo>
                  <a:lnTo>
                    <a:pt x="6302782" y="1126134"/>
                  </a:lnTo>
                  <a:lnTo>
                    <a:pt x="6231159" y="1118650"/>
                  </a:lnTo>
                  <a:lnTo>
                    <a:pt x="6159537" y="1110964"/>
                  </a:lnTo>
                  <a:lnTo>
                    <a:pt x="6087914" y="1103073"/>
                  </a:lnTo>
                  <a:lnTo>
                    <a:pt x="6016292" y="1094970"/>
                  </a:lnTo>
                  <a:lnTo>
                    <a:pt x="5944669" y="1086649"/>
                  </a:lnTo>
                  <a:lnTo>
                    <a:pt x="5873047" y="1078106"/>
                  </a:lnTo>
                  <a:lnTo>
                    <a:pt x="5801424" y="1069333"/>
                  </a:lnTo>
                  <a:lnTo>
                    <a:pt x="5729802" y="1060324"/>
                  </a:lnTo>
                  <a:lnTo>
                    <a:pt x="5658179" y="1051074"/>
                  </a:lnTo>
                  <a:lnTo>
                    <a:pt x="5586557" y="1041576"/>
                  </a:lnTo>
                  <a:lnTo>
                    <a:pt x="5514934" y="1031823"/>
                  </a:lnTo>
                  <a:lnTo>
                    <a:pt x="5443311" y="1021808"/>
                  </a:lnTo>
                  <a:lnTo>
                    <a:pt x="5371689" y="1011524"/>
                  </a:lnTo>
                  <a:lnTo>
                    <a:pt x="5300066" y="1000965"/>
                  </a:lnTo>
                  <a:lnTo>
                    <a:pt x="5228444" y="990122"/>
                  </a:lnTo>
                  <a:lnTo>
                    <a:pt x="5156821" y="978988"/>
                  </a:lnTo>
                  <a:lnTo>
                    <a:pt x="5085199" y="967555"/>
                  </a:lnTo>
                  <a:lnTo>
                    <a:pt x="5013576" y="955816"/>
                  </a:lnTo>
                  <a:lnTo>
                    <a:pt x="4941954" y="943762"/>
                  </a:lnTo>
                  <a:lnTo>
                    <a:pt x="4870331" y="931384"/>
                  </a:lnTo>
                  <a:lnTo>
                    <a:pt x="4798709" y="918674"/>
                  </a:lnTo>
                  <a:lnTo>
                    <a:pt x="4727086" y="905623"/>
                  </a:lnTo>
                  <a:lnTo>
                    <a:pt x="4655464" y="892222"/>
                  </a:lnTo>
                  <a:lnTo>
                    <a:pt x="4583841" y="878462"/>
                  </a:lnTo>
                  <a:lnTo>
                    <a:pt x="4512219" y="864332"/>
                  </a:lnTo>
                  <a:lnTo>
                    <a:pt x="4440596" y="849823"/>
                  </a:lnTo>
                  <a:lnTo>
                    <a:pt x="4368974" y="834925"/>
                  </a:lnTo>
                  <a:lnTo>
                    <a:pt x="4297351" y="819627"/>
                  </a:lnTo>
                  <a:lnTo>
                    <a:pt x="4225729" y="803918"/>
                  </a:lnTo>
                  <a:lnTo>
                    <a:pt x="4154106" y="787788"/>
                  </a:lnTo>
                  <a:lnTo>
                    <a:pt x="4082483" y="771225"/>
                  </a:lnTo>
                  <a:lnTo>
                    <a:pt x="4010861" y="754218"/>
                  </a:lnTo>
                  <a:lnTo>
                    <a:pt x="3939238" y="736755"/>
                  </a:lnTo>
                  <a:lnTo>
                    <a:pt x="3867616" y="718822"/>
                  </a:lnTo>
                  <a:lnTo>
                    <a:pt x="3795993" y="700409"/>
                  </a:lnTo>
                  <a:lnTo>
                    <a:pt x="3724371" y="681502"/>
                  </a:lnTo>
                  <a:lnTo>
                    <a:pt x="3652748" y="662087"/>
                  </a:lnTo>
                  <a:lnTo>
                    <a:pt x="3581126" y="642151"/>
                  </a:lnTo>
                  <a:lnTo>
                    <a:pt x="3509503" y="621681"/>
                  </a:lnTo>
                  <a:lnTo>
                    <a:pt x="3437881" y="600661"/>
                  </a:lnTo>
                  <a:lnTo>
                    <a:pt x="3366258" y="579077"/>
                  </a:lnTo>
                  <a:lnTo>
                    <a:pt x="3294636" y="567712"/>
                  </a:lnTo>
                  <a:lnTo>
                    <a:pt x="3223013" y="558237"/>
                  </a:lnTo>
                  <a:lnTo>
                    <a:pt x="3151391" y="548655"/>
                  </a:lnTo>
                  <a:lnTo>
                    <a:pt x="3079768" y="538964"/>
                  </a:lnTo>
                  <a:lnTo>
                    <a:pt x="3008146" y="529164"/>
                  </a:lnTo>
                  <a:lnTo>
                    <a:pt x="2936523" y="519252"/>
                  </a:lnTo>
                  <a:lnTo>
                    <a:pt x="2864901" y="509229"/>
                  </a:lnTo>
                  <a:lnTo>
                    <a:pt x="2793278" y="499092"/>
                  </a:lnTo>
                  <a:lnTo>
                    <a:pt x="2721655" y="488840"/>
                  </a:lnTo>
                  <a:lnTo>
                    <a:pt x="2650033" y="478473"/>
                  </a:lnTo>
                  <a:lnTo>
                    <a:pt x="2578410" y="467988"/>
                  </a:lnTo>
                  <a:lnTo>
                    <a:pt x="2506788" y="457384"/>
                  </a:lnTo>
                  <a:lnTo>
                    <a:pt x="2435165" y="446661"/>
                  </a:lnTo>
                  <a:lnTo>
                    <a:pt x="2363543" y="435816"/>
                  </a:lnTo>
                  <a:lnTo>
                    <a:pt x="2291920" y="424848"/>
                  </a:lnTo>
                  <a:lnTo>
                    <a:pt x="2220298" y="413756"/>
                  </a:lnTo>
                  <a:lnTo>
                    <a:pt x="2148675" y="402539"/>
                  </a:lnTo>
                  <a:lnTo>
                    <a:pt x="2077053" y="391195"/>
                  </a:lnTo>
                  <a:lnTo>
                    <a:pt x="2005430" y="379722"/>
                  </a:lnTo>
                  <a:lnTo>
                    <a:pt x="1933808" y="368120"/>
                  </a:lnTo>
                  <a:lnTo>
                    <a:pt x="1862185" y="356386"/>
                  </a:lnTo>
                  <a:lnTo>
                    <a:pt x="1790563" y="344520"/>
                  </a:lnTo>
                  <a:lnTo>
                    <a:pt x="1718940" y="332519"/>
                  </a:lnTo>
                  <a:lnTo>
                    <a:pt x="1647318" y="320383"/>
                  </a:lnTo>
                  <a:lnTo>
                    <a:pt x="1575695" y="308109"/>
                  </a:lnTo>
                  <a:lnTo>
                    <a:pt x="1504073" y="295696"/>
                  </a:lnTo>
                  <a:lnTo>
                    <a:pt x="1432450" y="283143"/>
                  </a:lnTo>
                  <a:lnTo>
                    <a:pt x="1360827" y="270448"/>
                  </a:lnTo>
                  <a:lnTo>
                    <a:pt x="1289205" y="257609"/>
                  </a:lnTo>
                  <a:lnTo>
                    <a:pt x="1217582" y="244625"/>
                  </a:lnTo>
                  <a:lnTo>
                    <a:pt x="1145960" y="231494"/>
                  </a:lnTo>
                  <a:lnTo>
                    <a:pt x="1074337" y="218214"/>
                  </a:lnTo>
                  <a:lnTo>
                    <a:pt x="1002715" y="204784"/>
                  </a:lnTo>
                  <a:lnTo>
                    <a:pt x="931092" y="191202"/>
                  </a:lnTo>
                  <a:lnTo>
                    <a:pt x="859470" y="177467"/>
                  </a:lnTo>
                  <a:lnTo>
                    <a:pt x="787847" y="163576"/>
                  </a:lnTo>
                  <a:lnTo>
                    <a:pt x="716225" y="149528"/>
                  </a:lnTo>
                  <a:lnTo>
                    <a:pt x="644602" y="135321"/>
                  </a:lnTo>
                  <a:lnTo>
                    <a:pt x="572980" y="120953"/>
                  </a:lnTo>
                  <a:lnTo>
                    <a:pt x="501357" y="106422"/>
                  </a:lnTo>
                  <a:lnTo>
                    <a:pt x="429735" y="91727"/>
                  </a:lnTo>
                  <a:lnTo>
                    <a:pt x="358112" y="76866"/>
                  </a:lnTo>
                  <a:lnTo>
                    <a:pt x="286490" y="61837"/>
                  </a:lnTo>
                  <a:lnTo>
                    <a:pt x="214867" y="46637"/>
                  </a:lnTo>
                  <a:lnTo>
                    <a:pt x="143245" y="31266"/>
                  </a:lnTo>
                  <a:lnTo>
                    <a:pt x="71622" y="1572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550139"/>
              <a:ext cx="7090630" cy="1697040"/>
            </a:xfrm>
            <a:custGeom>
              <a:avLst/>
              <a:pathLst>
                <a:path w="7090630" h="1697040">
                  <a:moveTo>
                    <a:pt x="0" y="0"/>
                  </a:moveTo>
                  <a:lnTo>
                    <a:pt x="71622" y="37509"/>
                  </a:lnTo>
                  <a:lnTo>
                    <a:pt x="143245" y="74318"/>
                  </a:lnTo>
                  <a:lnTo>
                    <a:pt x="214867" y="110438"/>
                  </a:lnTo>
                  <a:lnTo>
                    <a:pt x="286490" y="145884"/>
                  </a:lnTo>
                  <a:lnTo>
                    <a:pt x="358112" y="180667"/>
                  </a:lnTo>
                  <a:lnTo>
                    <a:pt x="429735" y="214800"/>
                  </a:lnTo>
                  <a:lnTo>
                    <a:pt x="501357" y="248296"/>
                  </a:lnTo>
                  <a:lnTo>
                    <a:pt x="572980" y="281165"/>
                  </a:lnTo>
                  <a:lnTo>
                    <a:pt x="644602" y="313420"/>
                  </a:lnTo>
                  <a:lnTo>
                    <a:pt x="716225" y="345072"/>
                  </a:lnTo>
                  <a:lnTo>
                    <a:pt x="787847" y="376133"/>
                  </a:lnTo>
                  <a:lnTo>
                    <a:pt x="859470" y="406613"/>
                  </a:lnTo>
                  <a:lnTo>
                    <a:pt x="931092" y="436524"/>
                  </a:lnTo>
                  <a:lnTo>
                    <a:pt x="1002715" y="465875"/>
                  </a:lnTo>
                  <a:lnTo>
                    <a:pt x="1074337" y="494678"/>
                  </a:lnTo>
                  <a:lnTo>
                    <a:pt x="1145960" y="522943"/>
                  </a:lnTo>
                  <a:lnTo>
                    <a:pt x="1217582" y="550680"/>
                  </a:lnTo>
                  <a:lnTo>
                    <a:pt x="1289205" y="577898"/>
                  </a:lnTo>
                  <a:lnTo>
                    <a:pt x="1360827" y="604608"/>
                  </a:lnTo>
                  <a:lnTo>
                    <a:pt x="1432450" y="630818"/>
                  </a:lnTo>
                  <a:lnTo>
                    <a:pt x="1504073" y="656539"/>
                  </a:lnTo>
                  <a:lnTo>
                    <a:pt x="1575695" y="681779"/>
                  </a:lnTo>
                  <a:lnTo>
                    <a:pt x="1647318" y="706547"/>
                  </a:lnTo>
                  <a:lnTo>
                    <a:pt x="1718940" y="730852"/>
                  </a:lnTo>
                  <a:lnTo>
                    <a:pt x="1790563" y="754703"/>
                  </a:lnTo>
                  <a:lnTo>
                    <a:pt x="1862185" y="778109"/>
                  </a:lnTo>
                  <a:lnTo>
                    <a:pt x="1933808" y="801077"/>
                  </a:lnTo>
                  <a:lnTo>
                    <a:pt x="2005430" y="823616"/>
                  </a:lnTo>
                  <a:lnTo>
                    <a:pt x="2077053" y="845733"/>
                  </a:lnTo>
                  <a:lnTo>
                    <a:pt x="2148675" y="867437"/>
                  </a:lnTo>
                  <a:lnTo>
                    <a:pt x="2220298" y="888736"/>
                  </a:lnTo>
                  <a:lnTo>
                    <a:pt x="2291920" y="909636"/>
                  </a:lnTo>
                  <a:lnTo>
                    <a:pt x="2363543" y="930146"/>
                  </a:lnTo>
                  <a:lnTo>
                    <a:pt x="2435165" y="950273"/>
                  </a:lnTo>
                  <a:lnTo>
                    <a:pt x="2506788" y="970024"/>
                  </a:lnTo>
                  <a:lnTo>
                    <a:pt x="2578410" y="989405"/>
                  </a:lnTo>
                  <a:lnTo>
                    <a:pt x="2650033" y="1008424"/>
                  </a:lnTo>
                  <a:lnTo>
                    <a:pt x="2721655" y="1027088"/>
                  </a:lnTo>
                  <a:lnTo>
                    <a:pt x="2793278" y="1045403"/>
                  </a:lnTo>
                  <a:lnTo>
                    <a:pt x="2864901" y="1063376"/>
                  </a:lnTo>
                  <a:lnTo>
                    <a:pt x="2936523" y="1081012"/>
                  </a:lnTo>
                  <a:lnTo>
                    <a:pt x="3008146" y="1098320"/>
                  </a:lnTo>
                  <a:lnTo>
                    <a:pt x="3079768" y="1115303"/>
                  </a:lnTo>
                  <a:lnTo>
                    <a:pt x="3151391" y="1131970"/>
                  </a:lnTo>
                  <a:lnTo>
                    <a:pt x="3223013" y="1148325"/>
                  </a:lnTo>
                  <a:lnTo>
                    <a:pt x="3294636" y="1164374"/>
                  </a:lnTo>
                  <a:lnTo>
                    <a:pt x="3366258" y="1180123"/>
                  </a:lnTo>
                  <a:lnTo>
                    <a:pt x="3437881" y="1195578"/>
                  </a:lnTo>
                  <a:lnTo>
                    <a:pt x="3509503" y="1210745"/>
                  </a:lnTo>
                  <a:lnTo>
                    <a:pt x="3581126" y="1225627"/>
                  </a:lnTo>
                  <a:lnTo>
                    <a:pt x="3652748" y="1240232"/>
                  </a:lnTo>
                  <a:lnTo>
                    <a:pt x="3724371" y="1254564"/>
                  </a:lnTo>
                  <a:lnTo>
                    <a:pt x="3795993" y="1268627"/>
                  </a:lnTo>
                  <a:lnTo>
                    <a:pt x="3867616" y="1282428"/>
                  </a:lnTo>
                  <a:lnTo>
                    <a:pt x="3939238" y="1295972"/>
                  </a:lnTo>
                  <a:lnTo>
                    <a:pt x="4010861" y="1309262"/>
                  </a:lnTo>
                  <a:lnTo>
                    <a:pt x="4082483" y="1322303"/>
                  </a:lnTo>
                  <a:lnTo>
                    <a:pt x="4154106" y="1335101"/>
                  </a:lnTo>
                  <a:lnTo>
                    <a:pt x="4225729" y="1347660"/>
                  </a:lnTo>
                  <a:lnTo>
                    <a:pt x="4297351" y="1359984"/>
                  </a:lnTo>
                  <a:lnTo>
                    <a:pt x="4368974" y="1372078"/>
                  </a:lnTo>
                  <a:lnTo>
                    <a:pt x="4440596" y="1383945"/>
                  </a:lnTo>
                  <a:lnTo>
                    <a:pt x="4512219" y="1395591"/>
                  </a:lnTo>
                  <a:lnTo>
                    <a:pt x="4583841" y="1407019"/>
                  </a:lnTo>
                  <a:lnTo>
                    <a:pt x="4655464" y="1418234"/>
                  </a:lnTo>
                  <a:lnTo>
                    <a:pt x="4727086" y="1429239"/>
                  </a:lnTo>
                  <a:lnTo>
                    <a:pt x="4798709" y="1440039"/>
                  </a:lnTo>
                  <a:lnTo>
                    <a:pt x="4870331" y="1450636"/>
                  </a:lnTo>
                  <a:lnTo>
                    <a:pt x="4941954" y="1461036"/>
                  </a:lnTo>
                  <a:lnTo>
                    <a:pt x="5013576" y="1471241"/>
                  </a:lnTo>
                  <a:lnTo>
                    <a:pt x="5085199" y="1481256"/>
                  </a:lnTo>
                  <a:lnTo>
                    <a:pt x="5156821" y="1491083"/>
                  </a:lnTo>
                  <a:lnTo>
                    <a:pt x="5228444" y="1500727"/>
                  </a:lnTo>
                  <a:lnTo>
                    <a:pt x="5300066" y="1510190"/>
                  </a:lnTo>
                  <a:lnTo>
                    <a:pt x="5371689" y="1519477"/>
                  </a:lnTo>
                  <a:lnTo>
                    <a:pt x="5443311" y="1528590"/>
                  </a:lnTo>
                  <a:lnTo>
                    <a:pt x="5514934" y="1537533"/>
                  </a:lnTo>
                  <a:lnTo>
                    <a:pt x="5586557" y="1546308"/>
                  </a:lnTo>
                  <a:lnTo>
                    <a:pt x="5658179" y="1554920"/>
                  </a:lnTo>
                  <a:lnTo>
                    <a:pt x="5729802" y="1563370"/>
                  </a:lnTo>
                  <a:lnTo>
                    <a:pt x="5801424" y="1571663"/>
                  </a:lnTo>
                  <a:lnTo>
                    <a:pt x="5873047" y="1579801"/>
                  </a:lnTo>
                  <a:lnTo>
                    <a:pt x="5944669" y="1587787"/>
                  </a:lnTo>
                  <a:lnTo>
                    <a:pt x="6016292" y="1595623"/>
                  </a:lnTo>
                  <a:lnTo>
                    <a:pt x="6087914" y="1603313"/>
                  </a:lnTo>
                  <a:lnTo>
                    <a:pt x="6159537" y="1610859"/>
                  </a:lnTo>
                  <a:lnTo>
                    <a:pt x="6231159" y="1618265"/>
                  </a:lnTo>
                  <a:lnTo>
                    <a:pt x="6302782" y="1625532"/>
                  </a:lnTo>
                  <a:lnTo>
                    <a:pt x="6374404" y="1632663"/>
                  </a:lnTo>
                  <a:lnTo>
                    <a:pt x="6446027" y="1639660"/>
                  </a:lnTo>
                  <a:lnTo>
                    <a:pt x="6517649" y="1646527"/>
                  </a:lnTo>
                  <a:lnTo>
                    <a:pt x="6589272" y="1653266"/>
                  </a:lnTo>
                  <a:lnTo>
                    <a:pt x="6660894" y="1659879"/>
                  </a:lnTo>
                  <a:lnTo>
                    <a:pt x="6732517" y="1666368"/>
                  </a:lnTo>
                  <a:lnTo>
                    <a:pt x="6804139" y="1672736"/>
                  </a:lnTo>
                  <a:lnTo>
                    <a:pt x="6875762" y="1678985"/>
                  </a:lnTo>
                  <a:lnTo>
                    <a:pt x="6947385" y="1685117"/>
                  </a:lnTo>
                  <a:lnTo>
                    <a:pt x="7019007" y="1691135"/>
                  </a:lnTo>
                  <a:lnTo>
                    <a:pt x="7090630" y="169704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1.24 (1.14-1.36), p_Bonf = &lt;0.001 (n = 6)  |  per IQR decline (Δ = 29.9 %): 1.92 (1.48-2.50)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2026-09-28T17:00:25Z</dcterms:modified>
  <cp:category/>
</cp:coreProperties>
</file>