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726890"/>
              <a:ext cx="7403783" cy="2603757"/>
            </a:xfrm>
            <a:custGeom>
              <a:avLst/>
              <a:pathLst>
                <a:path w="7403783" h="2603757">
                  <a:moveTo>
                    <a:pt x="0" y="0"/>
                  </a:moveTo>
                  <a:lnTo>
                    <a:pt x="47058" y="45749"/>
                  </a:lnTo>
                  <a:lnTo>
                    <a:pt x="123691" y="118303"/>
                  </a:lnTo>
                  <a:lnTo>
                    <a:pt x="200323" y="188961"/>
                  </a:lnTo>
                  <a:lnTo>
                    <a:pt x="276956" y="257773"/>
                  </a:lnTo>
                  <a:lnTo>
                    <a:pt x="353588" y="324786"/>
                  </a:lnTo>
                  <a:lnTo>
                    <a:pt x="430221" y="390049"/>
                  </a:lnTo>
                  <a:lnTo>
                    <a:pt x="506853" y="453606"/>
                  </a:lnTo>
                  <a:lnTo>
                    <a:pt x="583486" y="515502"/>
                  </a:lnTo>
                  <a:lnTo>
                    <a:pt x="660118" y="575781"/>
                  </a:lnTo>
                  <a:lnTo>
                    <a:pt x="736751" y="634485"/>
                  </a:lnTo>
                  <a:lnTo>
                    <a:pt x="813384" y="691655"/>
                  </a:lnTo>
                  <a:lnTo>
                    <a:pt x="890016" y="747331"/>
                  </a:lnTo>
                  <a:lnTo>
                    <a:pt x="966649" y="801552"/>
                  </a:lnTo>
                  <a:lnTo>
                    <a:pt x="1043281" y="854356"/>
                  </a:lnTo>
                  <a:lnTo>
                    <a:pt x="1119914" y="905781"/>
                  </a:lnTo>
                  <a:lnTo>
                    <a:pt x="1196546" y="955861"/>
                  </a:lnTo>
                  <a:lnTo>
                    <a:pt x="1273179" y="1004633"/>
                  </a:lnTo>
                  <a:lnTo>
                    <a:pt x="1349811" y="1052131"/>
                  </a:lnTo>
                  <a:lnTo>
                    <a:pt x="1426444" y="1098387"/>
                  </a:lnTo>
                  <a:lnTo>
                    <a:pt x="1503076" y="1143435"/>
                  </a:lnTo>
                  <a:lnTo>
                    <a:pt x="1579709" y="1187305"/>
                  </a:lnTo>
                  <a:lnTo>
                    <a:pt x="1656342" y="1230030"/>
                  </a:lnTo>
                  <a:lnTo>
                    <a:pt x="1732974" y="1271637"/>
                  </a:lnTo>
                  <a:lnTo>
                    <a:pt x="1809607" y="1312158"/>
                  </a:lnTo>
                  <a:lnTo>
                    <a:pt x="1886239" y="1351620"/>
                  </a:lnTo>
                  <a:lnTo>
                    <a:pt x="1962872" y="1390050"/>
                  </a:lnTo>
                  <a:lnTo>
                    <a:pt x="2039504" y="1427476"/>
                  </a:lnTo>
                  <a:lnTo>
                    <a:pt x="2116137" y="1463925"/>
                  </a:lnTo>
                  <a:lnTo>
                    <a:pt x="2192769" y="1499421"/>
                  </a:lnTo>
                  <a:lnTo>
                    <a:pt x="2269402" y="1533989"/>
                  </a:lnTo>
                  <a:lnTo>
                    <a:pt x="2346034" y="1567654"/>
                  </a:lnTo>
                  <a:lnTo>
                    <a:pt x="2422667" y="1600439"/>
                  </a:lnTo>
                  <a:lnTo>
                    <a:pt x="2499300" y="1632368"/>
                  </a:lnTo>
                  <a:lnTo>
                    <a:pt x="2575932" y="1663462"/>
                  </a:lnTo>
                  <a:lnTo>
                    <a:pt x="2652565" y="1693744"/>
                  </a:lnTo>
                  <a:lnTo>
                    <a:pt x="2729197" y="1723235"/>
                  </a:lnTo>
                  <a:lnTo>
                    <a:pt x="2805830" y="1751955"/>
                  </a:lnTo>
                  <a:lnTo>
                    <a:pt x="2882462" y="1779924"/>
                  </a:lnTo>
                  <a:lnTo>
                    <a:pt x="2959095" y="1807163"/>
                  </a:lnTo>
                  <a:lnTo>
                    <a:pt x="3035727" y="1833689"/>
                  </a:lnTo>
                  <a:lnTo>
                    <a:pt x="3112360" y="1859523"/>
                  </a:lnTo>
                  <a:lnTo>
                    <a:pt x="3188993" y="1884682"/>
                  </a:lnTo>
                  <a:lnTo>
                    <a:pt x="3265625" y="1909183"/>
                  </a:lnTo>
                  <a:lnTo>
                    <a:pt x="3342258" y="1933044"/>
                  </a:lnTo>
                  <a:lnTo>
                    <a:pt x="3418890" y="1954188"/>
                  </a:lnTo>
                  <a:lnTo>
                    <a:pt x="3495523" y="1963902"/>
                  </a:lnTo>
                  <a:lnTo>
                    <a:pt x="3572155" y="1973507"/>
                  </a:lnTo>
                  <a:lnTo>
                    <a:pt x="3648788" y="1983004"/>
                  </a:lnTo>
                  <a:lnTo>
                    <a:pt x="3725420" y="1992395"/>
                  </a:lnTo>
                  <a:lnTo>
                    <a:pt x="3802053" y="2001681"/>
                  </a:lnTo>
                  <a:lnTo>
                    <a:pt x="3878685" y="2010863"/>
                  </a:lnTo>
                  <a:lnTo>
                    <a:pt x="3955318" y="2019942"/>
                  </a:lnTo>
                  <a:lnTo>
                    <a:pt x="4031951" y="2028920"/>
                  </a:lnTo>
                  <a:lnTo>
                    <a:pt x="4108583" y="2037797"/>
                  </a:lnTo>
                  <a:lnTo>
                    <a:pt x="4185216" y="2046575"/>
                  </a:lnTo>
                  <a:lnTo>
                    <a:pt x="4261848" y="2055255"/>
                  </a:lnTo>
                  <a:lnTo>
                    <a:pt x="4338481" y="2063837"/>
                  </a:lnTo>
                  <a:lnTo>
                    <a:pt x="4415113" y="2072324"/>
                  </a:lnTo>
                  <a:lnTo>
                    <a:pt x="4491746" y="2080716"/>
                  </a:lnTo>
                  <a:lnTo>
                    <a:pt x="4568378" y="2089013"/>
                  </a:lnTo>
                  <a:lnTo>
                    <a:pt x="4645011" y="2097218"/>
                  </a:lnTo>
                  <a:lnTo>
                    <a:pt x="4721644" y="2105331"/>
                  </a:lnTo>
                  <a:lnTo>
                    <a:pt x="4798276" y="2113354"/>
                  </a:lnTo>
                  <a:lnTo>
                    <a:pt x="4874909" y="2121286"/>
                  </a:lnTo>
                  <a:lnTo>
                    <a:pt x="4951541" y="2129130"/>
                  </a:lnTo>
                  <a:lnTo>
                    <a:pt x="5028174" y="2136886"/>
                  </a:lnTo>
                  <a:lnTo>
                    <a:pt x="5104806" y="2144555"/>
                  </a:lnTo>
                  <a:lnTo>
                    <a:pt x="5181439" y="2152139"/>
                  </a:lnTo>
                  <a:lnTo>
                    <a:pt x="5258071" y="2159637"/>
                  </a:lnTo>
                  <a:lnTo>
                    <a:pt x="5334704" y="2167052"/>
                  </a:lnTo>
                  <a:lnTo>
                    <a:pt x="5411336" y="2174384"/>
                  </a:lnTo>
                  <a:lnTo>
                    <a:pt x="5487969" y="2181633"/>
                  </a:lnTo>
                  <a:lnTo>
                    <a:pt x="5564602" y="2188802"/>
                  </a:lnTo>
                  <a:lnTo>
                    <a:pt x="5641234" y="2195890"/>
                  </a:lnTo>
                  <a:lnTo>
                    <a:pt x="5717867" y="2202899"/>
                  </a:lnTo>
                  <a:lnTo>
                    <a:pt x="5794499" y="2209830"/>
                  </a:lnTo>
                  <a:lnTo>
                    <a:pt x="5871132" y="2216683"/>
                  </a:lnTo>
                  <a:lnTo>
                    <a:pt x="5947764" y="2223459"/>
                  </a:lnTo>
                  <a:lnTo>
                    <a:pt x="6024397" y="2230160"/>
                  </a:lnTo>
                  <a:lnTo>
                    <a:pt x="6101029" y="2236786"/>
                  </a:lnTo>
                  <a:lnTo>
                    <a:pt x="6177662" y="2243337"/>
                  </a:lnTo>
                  <a:lnTo>
                    <a:pt x="6254294" y="2249815"/>
                  </a:lnTo>
                  <a:lnTo>
                    <a:pt x="6330927" y="2256221"/>
                  </a:lnTo>
                  <a:lnTo>
                    <a:pt x="6407560" y="2262555"/>
                  </a:lnTo>
                  <a:lnTo>
                    <a:pt x="6484192" y="2268818"/>
                  </a:lnTo>
                  <a:lnTo>
                    <a:pt x="6560825" y="2275011"/>
                  </a:lnTo>
                  <a:lnTo>
                    <a:pt x="6637457" y="2281135"/>
                  </a:lnTo>
                  <a:lnTo>
                    <a:pt x="6714090" y="2287190"/>
                  </a:lnTo>
                  <a:lnTo>
                    <a:pt x="6790722" y="2293178"/>
                  </a:lnTo>
                  <a:lnTo>
                    <a:pt x="6867355" y="2299098"/>
                  </a:lnTo>
                  <a:lnTo>
                    <a:pt x="6943987" y="2304952"/>
                  </a:lnTo>
                  <a:lnTo>
                    <a:pt x="7020620" y="2310741"/>
                  </a:lnTo>
                  <a:lnTo>
                    <a:pt x="7097253" y="2316465"/>
                  </a:lnTo>
                  <a:lnTo>
                    <a:pt x="7173885" y="2322125"/>
                  </a:lnTo>
                  <a:lnTo>
                    <a:pt x="7250518" y="2327722"/>
                  </a:lnTo>
                  <a:lnTo>
                    <a:pt x="7327150" y="2333256"/>
                  </a:lnTo>
                  <a:lnTo>
                    <a:pt x="7403783" y="2338728"/>
                  </a:lnTo>
                  <a:lnTo>
                    <a:pt x="7403783" y="2603757"/>
                  </a:lnTo>
                  <a:lnTo>
                    <a:pt x="7327150" y="2597893"/>
                  </a:lnTo>
                  <a:lnTo>
                    <a:pt x="7250518" y="2591871"/>
                  </a:lnTo>
                  <a:lnTo>
                    <a:pt x="7173885" y="2585688"/>
                  </a:lnTo>
                  <a:lnTo>
                    <a:pt x="7097253" y="2579339"/>
                  </a:lnTo>
                  <a:lnTo>
                    <a:pt x="7020620" y="2572819"/>
                  </a:lnTo>
                  <a:lnTo>
                    <a:pt x="6943987" y="2566125"/>
                  </a:lnTo>
                  <a:lnTo>
                    <a:pt x="6867355" y="2559251"/>
                  </a:lnTo>
                  <a:lnTo>
                    <a:pt x="6790722" y="2552192"/>
                  </a:lnTo>
                  <a:lnTo>
                    <a:pt x="6714090" y="2544944"/>
                  </a:lnTo>
                  <a:lnTo>
                    <a:pt x="6637457" y="2537502"/>
                  </a:lnTo>
                  <a:lnTo>
                    <a:pt x="6560825" y="2529860"/>
                  </a:lnTo>
                  <a:lnTo>
                    <a:pt x="6484192" y="2522013"/>
                  </a:lnTo>
                  <a:lnTo>
                    <a:pt x="6407560" y="2513955"/>
                  </a:lnTo>
                  <a:lnTo>
                    <a:pt x="6330927" y="2505681"/>
                  </a:lnTo>
                  <a:lnTo>
                    <a:pt x="6254294" y="2497185"/>
                  </a:lnTo>
                  <a:lnTo>
                    <a:pt x="6177662" y="2488461"/>
                  </a:lnTo>
                  <a:lnTo>
                    <a:pt x="6101029" y="2479503"/>
                  </a:lnTo>
                  <a:lnTo>
                    <a:pt x="6024397" y="2470305"/>
                  </a:lnTo>
                  <a:lnTo>
                    <a:pt x="5947764" y="2460860"/>
                  </a:lnTo>
                  <a:lnTo>
                    <a:pt x="5871132" y="2451161"/>
                  </a:lnTo>
                  <a:lnTo>
                    <a:pt x="5794499" y="2441202"/>
                  </a:lnTo>
                  <a:lnTo>
                    <a:pt x="5717867" y="2430976"/>
                  </a:lnTo>
                  <a:lnTo>
                    <a:pt x="5641234" y="2420476"/>
                  </a:lnTo>
                  <a:lnTo>
                    <a:pt x="5564602" y="2409694"/>
                  </a:lnTo>
                  <a:lnTo>
                    <a:pt x="5487969" y="2398622"/>
                  </a:lnTo>
                  <a:lnTo>
                    <a:pt x="5411336" y="2387254"/>
                  </a:lnTo>
                  <a:lnTo>
                    <a:pt x="5334704" y="2375580"/>
                  </a:lnTo>
                  <a:lnTo>
                    <a:pt x="5258071" y="2363593"/>
                  </a:lnTo>
                  <a:lnTo>
                    <a:pt x="5181439" y="2351285"/>
                  </a:lnTo>
                  <a:lnTo>
                    <a:pt x="5104806" y="2338646"/>
                  </a:lnTo>
                  <a:lnTo>
                    <a:pt x="5028174" y="2325668"/>
                  </a:lnTo>
                  <a:lnTo>
                    <a:pt x="4951541" y="2312342"/>
                  </a:lnTo>
                  <a:lnTo>
                    <a:pt x="4874909" y="2298659"/>
                  </a:lnTo>
                  <a:lnTo>
                    <a:pt x="4798276" y="2284608"/>
                  </a:lnTo>
                  <a:lnTo>
                    <a:pt x="4721644" y="2270180"/>
                  </a:lnTo>
                  <a:lnTo>
                    <a:pt x="4645011" y="2255365"/>
                  </a:lnTo>
                  <a:lnTo>
                    <a:pt x="4568378" y="2240153"/>
                  </a:lnTo>
                  <a:lnTo>
                    <a:pt x="4491746" y="2224532"/>
                  </a:lnTo>
                  <a:lnTo>
                    <a:pt x="4415113" y="2208493"/>
                  </a:lnTo>
                  <a:lnTo>
                    <a:pt x="4338481" y="2192022"/>
                  </a:lnTo>
                  <a:lnTo>
                    <a:pt x="4261848" y="2175110"/>
                  </a:lnTo>
                  <a:lnTo>
                    <a:pt x="4185216" y="2157745"/>
                  </a:lnTo>
                  <a:lnTo>
                    <a:pt x="4108583" y="2139913"/>
                  </a:lnTo>
                  <a:lnTo>
                    <a:pt x="4031951" y="2121603"/>
                  </a:lnTo>
                  <a:lnTo>
                    <a:pt x="3955318" y="2102801"/>
                  </a:lnTo>
                  <a:lnTo>
                    <a:pt x="3878685" y="2083495"/>
                  </a:lnTo>
                  <a:lnTo>
                    <a:pt x="3802053" y="2063671"/>
                  </a:lnTo>
                  <a:lnTo>
                    <a:pt x="3725420" y="2043315"/>
                  </a:lnTo>
                  <a:lnTo>
                    <a:pt x="3648788" y="2022413"/>
                  </a:lnTo>
                  <a:lnTo>
                    <a:pt x="3572155" y="2000950"/>
                  </a:lnTo>
                  <a:lnTo>
                    <a:pt x="3495523" y="1978911"/>
                  </a:lnTo>
                  <a:lnTo>
                    <a:pt x="3418890" y="1956281"/>
                  </a:lnTo>
                  <a:lnTo>
                    <a:pt x="3342258" y="1944365"/>
                  </a:lnTo>
                  <a:lnTo>
                    <a:pt x="3265625" y="1934431"/>
                  </a:lnTo>
                  <a:lnTo>
                    <a:pt x="3188993" y="1924384"/>
                  </a:lnTo>
                  <a:lnTo>
                    <a:pt x="3112360" y="1914223"/>
                  </a:lnTo>
                  <a:lnTo>
                    <a:pt x="3035727" y="1903947"/>
                  </a:lnTo>
                  <a:lnTo>
                    <a:pt x="2959095" y="1893556"/>
                  </a:lnTo>
                  <a:lnTo>
                    <a:pt x="2882462" y="1883046"/>
                  </a:lnTo>
                  <a:lnTo>
                    <a:pt x="2805830" y="1872418"/>
                  </a:lnTo>
                  <a:lnTo>
                    <a:pt x="2729197" y="1861669"/>
                  </a:lnTo>
                  <a:lnTo>
                    <a:pt x="2652565" y="1850799"/>
                  </a:lnTo>
                  <a:lnTo>
                    <a:pt x="2575932" y="1839806"/>
                  </a:lnTo>
                  <a:lnTo>
                    <a:pt x="2499300" y="1828688"/>
                  </a:lnTo>
                  <a:lnTo>
                    <a:pt x="2422667" y="1817445"/>
                  </a:lnTo>
                  <a:lnTo>
                    <a:pt x="2346034" y="1806074"/>
                  </a:lnTo>
                  <a:lnTo>
                    <a:pt x="2269402" y="1794574"/>
                  </a:lnTo>
                  <a:lnTo>
                    <a:pt x="2192769" y="1782945"/>
                  </a:lnTo>
                  <a:lnTo>
                    <a:pt x="2116137" y="1771184"/>
                  </a:lnTo>
                  <a:lnTo>
                    <a:pt x="2039504" y="1759290"/>
                  </a:lnTo>
                  <a:lnTo>
                    <a:pt x="1962872" y="1747261"/>
                  </a:lnTo>
                  <a:lnTo>
                    <a:pt x="1886239" y="1735096"/>
                  </a:lnTo>
                  <a:lnTo>
                    <a:pt x="1809607" y="1722794"/>
                  </a:lnTo>
                  <a:lnTo>
                    <a:pt x="1732974" y="1710352"/>
                  </a:lnTo>
                  <a:lnTo>
                    <a:pt x="1656342" y="1697770"/>
                  </a:lnTo>
                  <a:lnTo>
                    <a:pt x="1579709" y="1685045"/>
                  </a:lnTo>
                  <a:lnTo>
                    <a:pt x="1503076" y="1672176"/>
                  </a:lnTo>
                  <a:lnTo>
                    <a:pt x="1426444" y="1659161"/>
                  </a:lnTo>
                  <a:lnTo>
                    <a:pt x="1349811" y="1646000"/>
                  </a:lnTo>
                  <a:lnTo>
                    <a:pt x="1273179" y="1632689"/>
                  </a:lnTo>
                  <a:lnTo>
                    <a:pt x="1196546" y="1619228"/>
                  </a:lnTo>
                  <a:lnTo>
                    <a:pt x="1119914" y="1605614"/>
                  </a:lnTo>
                  <a:lnTo>
                    <a:pt x="1043281" y="1591846"/>
                  </a:lnTo>
                  <a:lnTo>
                    <a:pt x="966649" y="1577923"/>
                  </a:lnTo>
                  <a:lnTo>
                    <a:pt x="890016" y="1563842"/>
                  </a:lnTo>
                  <a:lnTo>
                    <a:pt x="813384" y="1549601"/>
                  </a:lnTo>
                  <a:lnTo>
                    <a:pt x="736751" y="1535200"/>
                  </a:lnTo>
                  <a:lnTo>
                    <a:pt x="660118" y="1520636"/>
                  </a:lnTo>
                  <a:lnTo>
                    <a:pt x="583486" y="1505906"/>
                  </a:lnTo>
                  <a:lnTo>
                    <a:pt x="506853" y="1491010"/>
                  </a:lnTo>
                  <a:lnTo>
                    <a:pt x="430221" y="1475946"/>
                  </a:lnTo>
                  <a:lnTo>
                    <a:pt x="353588" y="1460711"/>
                  </a:lnTo>
                  <a:lnTo>
                    <a:pt x="276956" y="1445304"/>
                  </a:lnTo>
                  <a:lnTo>
                    <a:pt x="200323" y="1429722"/>
                  </a:lnTo>
                  <a:lnTo>
                    <a:pt x="123691" y="1413964"/>
                  </a:lnTo>
                  <a:lnTo>
                    <a:pt x="47058" y="1398028"/>
                  </a:lnTo>
                  <a:lnTo>
                    <a:pt x="0" y="138813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726890"/>
              <a:ext cx="7403783" cy="2338728"/>
            </a:xfrm>
            <a:custGeom>
              <a:avLst/>
              <a:pathLst>
                <a:path w="7403783" h="2338728">
                  <a:moveTo>
                    <a:pt x="0" y="0"/>
                  </a:moveTo>
                  <a:lnTo>
                    <a:pt x="47058" y="45749"/>
                  </a:lnTo>
                  <a:lnTo>
                    <a:pt x="123691" y="118303"/>
                  </a:lnTo>
                  <a:lnTo>
                    <a:pt x="200323" y="188961"/>
                  </a:lnTo>
                  <a:lnTo>
                    <a:pt x="276956" y="257773"/>
                  </a:lnTo>
                  <a:lnTo>
                    <a:pt x="353588" y="324786"/>
                  </a:lnTo>
                  <a:lnTo>
                    <a:pt x="430221" y="390049"/>
                  </a:lnTo>
                  <a:lnTo>
                    <a:pt x="506853" y="453606"/>
                  </a:lnTo>
                  <a:lnTo>
                    <a:pt x="583486" y="515502"/>
                  </a:lnTo>
                  <a:lnTo>
                    <a:pt x="660118" y="575781"/>
                  </a:lnTo>
                  <a:lnTo>
                    <a:pt x="736751" y="634485"/>
                  </a:lnTo>
                  <a:lnTo>
                    <a:pt x="813384" y="691655"/>
                  </a:lnTo>
                  <a:lnTo>
                    <a:pt x="890016" y="747331"/>
                  </a:lnTo>
                  <a:lnTo>
                    <a:pt x="966649" y="801552"/>
                  </a:lnTo>
                  <a:lnTo>
                    <a:pt x="1043281" y="854356"/>
                  </a:lnTo>
                  <a:lnTo>
                    <a:pt x="1119914" y="905781"/>
                  </a:lnTo>
                  <a:lnTo>
                    <a:pt x="1196546" y="955861"/>
                  </a:lnTo>
                  <a:lnTo>
                    <a:pt x="1273179" y="1004633"/>
                  </a:lnTo>
                  <a:lnTo>
                    <a:pt x="1349811" y="1052131"/>
                  </a:lnTo>
                  <a:lnTo>
                    <a:pt x="1426444" y="1098387"/>
                  </a:lnTo>
                  <a:lnTo>
                    <a:pt x="1503076" y="1143435"/>
                  </a:lnTo>
                  <a:lnTo>
                    <a:pt x="1579709" y="1187305"/>
                  </a:lnTo>
                  <a:lnTo>
                    <a:pt x="1656342" y="1230030"/>
                  </a:lnTo>
                  <a:lnTo>
                    <a:pt x="1732974" y="1271637"/>
                  </a:lnTo>
                  <a:lnTo>
                    <a:pt x="1809607" y="1312158"/>
                  </a:lnTo>
                  <a:lnTo>
                    <a:pt x="1886239" y="1351620"/>
                  </a:lnTo>
                  <a:lnTo>
                    <a:pt x="1962872" y="1390050"/>
                  </a:lnTo>
                  <a:lnTo>
                    <a:pt x="2039504" y="1427476"/>
                  </a:lnTo>
                  <a:lnTo>
                    <a:pt x="2116137" y="1463925"/>
                  </a:lnTo>
                  <a:lnTo>
                    <a:pt x="2192769" y="1499421"/>
                  </a:lnTo>
                  <a:lnTo>
                    <a:pt x="2269402" y="1533989"/>
                  </a:lnTo>
                  <a:lnTo>
                    <a:pt x="2346034" y="1567654"/>
                  </a:lnTo>
                  <a:lnTo>
                    <a:pt x="2422667" y="1600439"/>
                  </a:lnTo>
                  <a:lnTo>
                    <a:pt x="2499300" y="1632368"/>
                  </a:lnTo>
                  <a:lnTo>
                    <a:pt x="2575932" y="1663462"/>
                  </a:lnTo>
                  <a:lnTo>
                    <a:pt x="2652565" y="1693744"/>
                  </a:lnTo>
                  <a:lnTo>
                    <a:pt x="2729197" y="1723235"/>
                  </a:lnTo>
                  <a:lnTo>
                    <a:pt x="2805830" y="1751955"/>
                  </a:lnTo>
                  <a:lnTo>
                    <a:pt x="2882462" y="1779924"/>
                  </a:lnTo>
                  <a:lnTo>
                    <a:pt x="2959095" y="1807163"/>
                  </a:lnTo>
                  <a:lnTo>
                    <a:pt x="3035727" y="1833689"/>
                  </a:lnTo>
                  <a:lnTo>
                    <a:pt x="3112360" y="1859523"/>
                  </a:lnTo>
                  <a:lnTo>
                    <a:pt x="3188993" y="1884682"/>
                  </a:lnTo>
                  <a:lnTo>
                    <a:pt x="3265625" y="1909183"/>
                  </a:lnTo>
                  <a:lnTo>
                    <a:pt x="3342258" y="1933044"/>
                  </a:lnTo>
                  <a:lnTo>
                    <a:pt x="3418890" y="1954188"/>
                  </a:lnTo>
                  <a:lnTo>
                    <a:pt x="3495523" y="1963902"/>
                  </a:lnTo>
                  <a:lnTo>
                    <a:pt x="3572155" y="1973507"/>
                  </a:lnTo>
                  <a:lnTo>
                    <a:pt x="3648788" y="1983004"/>
                  </a:lnTo>
                  <a:lnTo>
                    <a:pt x="3725420" y="1992395"/>
                  </a:lnTo>
                  <a:lnTo>
                    <a:pt x="3802053" y="2001681"/>
                  </a:lnTo>
                  <a:lnTo>
                    <a:pt x="3878685" y="2010863"/>
                  </a:lnTo>
                  <a:lnTo>
                    <a:pt x="3955318" y="2019942"/>
                  </a:lnTo>
                  <a:lnTo>
                    <a:pt x="4031951" y="2028920"/>
                  </a:lnTo>
                  <a:lnTo>
                    <a:pt x="4108583" y="2037797"/>
                  </a:lnTo>
                  <a:lnTo>
                    <a:pt x="4185216" y="2046575"/>
                  </a:lnTo>
                  <a:lnTo>
                    <a:pt x="4261848" y="2055255"/>
                  </a:lnTo>
                  <a:lnTo>
                    <a:pt x="4338481" y="2063837"/>
                  </a:lnTo>
                  <a:lnTo>
                    <a:pt x="4415113" y="2072324"/>
                  </a:lnTo>
                  <a:lnTo>
                    <a:pt x="4491746" y="2080716"/>
                  </a:lnTo>
                  <a:lnTo>
                    <a:pt x="4568378" y="2089013"/>
                  </a:lnTo>
                  <a:lnTo>
                    <a:pt x="4645011" y="2097218"/>
                  </a:lnTo>
                  <a:lnTo>
                    <a:pt x="4721644" y="2105331"/>
                  </a:lnTo>
                  <a:lnTo>
                    <a:pt x="4798276" y="2113354"/>
                  </a:lnTo>
                  <a:lnTo>
                    <a:pt x="4874909" y="2121286"/>
                  </a:lnTo>
                  <a:lnTo>
                    <a:pt x="4951541" y="2129130"/>
                  </a:lnTo>
                  <a:lnTo>
                    <a:pt x="5028174" y="2136886"/>
                  </a:lnTo>
                  <a:lnTo>
                    <a:pt x="5104806" y="2144555"/>
                  </a:lnTo>
                  <a:lnTo>
                    <a:pt x="5181439" y="2152139"/>
                  </a:lnTo>
                  <a:lnTo>
                    <a:pt x="5258071" y="2159637"/>
                  </a:lnTo>
                  <a:lnTo>
                    <a:pt x="5334704" y="2167052"/>
                  </a:lnTo>
                  <a:lnTo>
                    <a:pt x="5411336" y="2174384"/>
                  </a:lnTo>
                  <a:lnTo>
                    <a:pt x="5487969" y="2181633"/>
                  </a:lnTo>
                  <a:lnTo>
                    <a:pt x="5564602" y="2188802"/>
                  </a:lnTo>
                  <a:lnTo>
                    <a:pt x="5641234" y="2195890"/>
                  </a:lnTo>
                  <a:lnTo>
                    <a:pt x="5717867" y="2202899"/>
                  </a:lnTo>
                  <a:lnTo>
                    <a:pt x="5794499" y="2209830"/>
                  </a:lnTo>
                  <a:lnTo>
                    <a:pt x="5871132" y="2216683"/>
                  </a:lnTo>
                  <a:lnTo>
                    <a:pt x="5947764" y="2223459"/>
                  </a:lnTo>
                  <a:lnTo>
                    <a:pt x="6024397" y="2230160"/>
                  </a:lnTo>
                  <a:lnTo>
                    <a:pt x="6101029" y="2236786"/>
                  </a:lnTo>
                  <a:lnTo>
                    <a:pt x="6177662" y="2243337"/>
                  </a:lnTo>
                  <a:lnTo>
                    <a:pt x="6254294" y="2249815"/>
                  </a:lnTo>
                  <a:lnTo>
                    <a:pt x="6330927" y="2256221"/>
                  </a:lnTo>
                  <a:lnTo>
                    <a:pt x="6407560" y="2262555"/>
                  </a:lnTo>
                  <a:lnTo>
                    <a:pt x="6484192" y="2268818"/>
                  </a:lnTo>
                  <a:lnTo>
                    <a:pt x="6560825" y="2275011"/>
                  </a:lnTo>
                  <a:lnTo>
                    <a:pt x="6637457" y="2281135"/>
                  </a:lnTo>
                  <a:lnTo>
                    <a:pt x="6714090" y="2287190"/>
                  </a:lnTo>
                  <a:lnTo>
                    <a:pt x="6790722" y="2293178"/>
                  </a:lnTo>
                  <a:lnTo>
                    <a:pt x="6867355" y="2299098"/>
                  </a:lnTo>
                  <a:lnTo>
                    <a:pt x="6943987" y="2304952"/>
                  </a:lnTo>
                  <a:lnTo>
                    <a:pt x="7020620" y="2310741"/>
                  </a:lnTo>
                  <a:lnTo>
                    <a:pt x="7097253" y="2316465"/>
                  </a:lnTo>
                  <a:lnTo>
                    <a:pt x="7173885" y="2322125"/>
                  </a:lnTo>
                  <a:lnTo>
                    <a:pt x="7250518" y="2327722"/>
                  </a:lnTo>
                  <a:lnTo>
                    <a:pt x="7327150" y="2333256"/>
                  </a:lnTo>
                  <a:lnTo>
                    <a:pt x="7403783" y="233872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15022"/>
              <a:ext cx="7403783" cy="1215626"/>
            </a:xfrm>
            <a:custGeom>
              <a:avLst/>
              <a:pathLst>
                <a:path w="7403783" h="1215626">
                  <a:moveTo>
                    <a:pt x="7403783" y="1215626"/>
                  </a:moveTo>
                  <a:lnTo>
                    <a:pt x="7327150" y="1209762"/>
                  </a:lnTo>
                  <a:lnTo>
                    <a:pt x="7250518" y="1203740"/>
                  </a:lnTo>
                  <a:lnTo>
                    <a:pt x="7173885" y="1197557"/>
                  </a:lnTo>
                  <a:lnTo>
                    <a:pt x="7097253" y="1191208"/>
                  </a:lnTo>
                  <a:lnTo>
                    <a:pt x="7020620" y="1184688"/>
                  </a:lnTo>
                  <a:lnTo>
                    <a:pt x="6943987" y="1177993"/>
                  </a:lnTo>
                  <a:lnTo>
                    <a:pt x="6867355" y="1171119"/>
                  </a:lnTo>
                  <a:lnTo>
                    <a:pt x="6790722" y="1164061"/>
                  </a:lnTo>
                  <a:lnTo>
                    <a:pt x="6714090" y="1156813"/>
                  </a:lnTo>
                  <a:lnTo>
                    <a:pt x="6637457" y="1149370"/>
                  </a:lnTo>
                  <a:lnTo>
                    <a:pt x="6560825" y="1141728"/>
                  </a:lnTo>
                  <a:lnTo>
                    <a:pt x="6484192" y="1133881"/>
                  </a:lnTo>
                  <a:lnTo>
                    <a:pt x="6407560" y="1125823"/>
                  </a:lnTo>
                  <a:lnTo>
                    <a:pt x="6330927" y="1117550"/>
                  </a:lnTo>
                  <a:lnTo>
                    <a:pt x="6254294" y="1109054"/>
                  </a:lnTo>
                  <a:lnTo>
                    <a:pt x="6177662" y="1100330"/>
                  </a:lnTo>
                  <a:lnTo>
                    <a:pt x="6101029" y="1091372"/>
                  </a:lnTo>
                  <a:lnTo>
                    <a:pt x="6024397" y="1082173"/>
                  </a:lnTo>
                  <a:lnTo>
                    <a:pt x="5947764" y="1072728"/>
                  </a:lnTo>
                  <a:lnTo>
                    <a:pt x="5871132" y="1063030"/>
                  </a:lnTo>
                  <a:lnTo>
                    <a:pt x="5794499" y="1053071"/>
                  </a:lnTo>
                  <a:lnTo>
                    <a:pt x="5717867" y="1042845"/>
                  </a:lnTo>
                  <a:lnTo>
                    <a:pt x="5641234" y="1032344"/>
                  </a:lnTo>
                  <a:lnTo>
                    <a:pt x="5564602" y="1021562"/>
                  </a:lnTo>
                  <a:lnTo>
                    <a:pt x="5487969" y="1010491"/>
                  </a:lnTo>
                  <a:lnTo>
                    <a:pt x="5411336" y="999122"/>
                  </a:lnTo>
                  <a:lnTo>
                    <a:pt x="5334704" y="987449"/>
                  </a:lnTo>
                  <a:lnTo>
                    <a:pt x="5258071" y="975462"/>
                  </a:lnTo>
                  <a:lnTo>
                    <a:pt x="5181439" y="963153"/>
                  </a:lnTo>
                  <a:lnTo>
                    <a:pt x="5104806" y="950515"/>
                  </a:lnTo>
                  <a:lnTo>
                    <a:pt x="5028174" y="937537"/>
                  </a:lnTo>
                  <a:lnTo>
                    <a:pt x="4951541" y="924211"/>
                  </a:lnTo>
                  <a:lnTo>
                    <a:pt x="4874909" y="910527"/>
                  </a:lnTo>
                  <a:lnTo>
                    <a:pt x="4798276" y="896476"/>
                  </a:lnTo>
                  <a:lnTo>
                    <a:pt x="4721644" y="882049"/>
                  </a:lnTo>
                  <a:lnTo>
                    <a:pt x="4645011" y="867234"/>
                  </a:lnTo>
                  <a:lnTo>
                    <a:pt x="4568378" y="852021"/>
                  </a:lnTo>
                  <a:lnTo>
                    <a:pt x="4491746" y="836401"/>
                  </a:lnTo>
                  <a:lnTo>
                    <a:pt x="4415113" y="820361"/>
                  </a:lnTo>
                  <a:lnTo>
                    <a:pt x="4338481" y="803891"/>
                  </a:lnTo>
                  <a:lnTo>
                    <a:pt x="4261848" y="786979"/>
                  </a:lnTo>
                  <a:lnTo>
                    <a:pt x="4185216" y="769613"/>
                  </a:lnTo>
                  <a:lnTo>
                    <a:pt x="4108583" y="751781"/>
                  </a:lnTo>
                  <a:lnTo>
                    <a:pt x="4031951" y="733471"/>
                  </a:lnTo>
                  <a:lnTo>
                    <a:pt x="3955318" y="714670"/>
                  </a:lnTo>
                  <a:lnTo>
                    <a:pt x="3878685" y="695364"/>
                  </a:lnTo>
                  <a:lnTo>
                    <a:pt x="3802053" y="675540"/>
                  </a:lnTo>
                  <a:lnTo>
                    <a:pt x="3725420" y="655184"/>
                  </a:lnTo>
                  <a:lnTo>
                    <a:pt x="3648788" y="634282"/>
                  </a:lnTo>
                  <a:lnTo>
                    <a:pt x="3572155" y="612819"/>
                  </a:lnTo>
                  <a:lnTo>
                    <a:pt x="3495523" y="590780"/>
                  </a:lnTo>
                  <a:lnTo>
                    <a:pt x="3418890" y="568150"/>
                  </a:lnTo>
                  <a:lnTo>
                    <a:pt x="3342258" y="556234"/>
                  </a:lnTo>
                  <a:lnTo>
                    <a:pt x="3265625" y="546299"/>
                  </a:lnTo>
                  <a:lnTo>
                    <a:pt x="3188993" y="536252"/>
                  </a:lnTo>
                  <a:lnTo>
                    <a:pt x="3112360" y="526092"/>
                  </a:lnTo>
                  <a:lnTo>
                    <a:pt x="3035727" y="515816"/>
                  </a:lnTo>
                  <a:lnTo>
                    <a:pt x="2959095" y="505424"/>
                  </a:lnTo>
                  <a:lnTo>
                    <a:pt x="2882462" y="494915"/>
                  </a:lnTo>
                  <a:lnTo>
                    <a:pt x="2805830" y="484286"/>
                  </a:lnTo>
                  <a:lnTo>
                    <a:pt x="2729197" y="473538"/>
                  </a:lnTo>
                  <a:lnTo>
                    <a:pt x="2652565" y="462668"/>
                  </a:lnTo>
                  <a:lnTo>
                    <a:pt x="2575932" y="451674"/>
                  </a:lnTo>
                  <a:lnTo>
                    <a:pt x="2499300" y="440557"/>
                  </a:lnTo>
                  <a:lnTo>
                    <a:pt x="2422667" y="429313"/>
                  </a:lnTo>
                  <a:lnTo>
                    <a:pt x="2346034" y="417942"/>
                  </a:lnTo>
                  <a:lnTo>
                    <a:pt x="2269402" y="406443"/>
                  </a:lnTo>
                  <a:lnTo>
                    <a:pt x="2192769" y="394814"/>
                  </a:lnTo>
                  <a:lnTo>
                    <a:pt x="2116137" y="383053"/>
                  </a:lnTo>
                  <a:lnTo>
                    <a:pt x="2039504" y="371158"/>
                  </a:lnTo>
                  <a:lnTo>
                    <a:pt x="1962872" y="359130"/>
                  </a:lnTo>
                  <a:lnTo>
                    <a:pt x="1886239" y="346965"/>
                  </a:lnTo>
                  <a:lnTo>
                    <a:pt x="1809607" y="334662"/>
                  </a:lnTo>
                  <a:lnTo>
                    <a:pt x="1732974" y="322221"/>
                  </a:lnTo>
                  <a:lnTo>
                    <a:pt x="1656342" y="309638"/>
                  </a:lnTo>
                  <a:lnTo>
                    <a:pt x="1579709" y="296913"/>
                  </a:lnTo>
                  <a:lnTo>
                    <a:pt x="1503076" y="284044"/>
                  </a:lnTo>
                  <a:lnTo>
                    <a:pt x="1426444" y="271030"/>
                  </a:lnTo>
                  <a:lnTo>
                    <a:pt x="1349811" y="257868"/>
                  </a:lnTo>
                  <a:lnTo>
                    <a:pt x="1273179" y="244557"/>
                  </a:lnTo>
                  <a:lnTo>
                    <a:pt x="1196546" y="231096"/>
                  </a:lnTo>
                  <a:lnTo>
                    <a:pt x="1119914" y="217483"/>
                  </a:lnTo>
                  <a:lnTo>
                    <a:pt x="1043281" y="203715"/>
                  </a:lnTo>
                  <a:lnTo>
                    <a:pt x="966649" y="189791"/>
                  </a:lnTo>
                  <a:lnTo>
                    <a:pt x="890016" y="175710"/>
                  </a:lnTo>
                  <a:lnTo>
                    <a:pt x="813384" y="161470"/>
                  </a:lnTo>
                  <a:lnTo>
                    <a:pt x="736751" y="147069"/>
                  </a:lnTo>
                  <a:lnTo>
                    <a:pt x="660118" y="132504"/>
                  </a:lnTo>
                  <a:lnTo>
                    <a:pt x="583486" y="117775"/>
                  </a:lnTo>
                  <a:lnTo>
                    <a:pt x="506853" y="102879"/>
                  </a:lnTo>
                  <a:lnTo>
                    <a:pt x="430221" y="87815"/>
                  </a:lnTo>
                  <a:lnTo>
                    <a:pt x="353588" y="72580"/>
                  </a:lnTo>
                  <a:lnTo>
                    <a:pt x="276956" y="57172"/>
                  </a:lnTo>
                  <a:lnTo>
                    <a:pt x="200323" y="41591"/>
                  </a:lnTo>
                  <a:lnTo>
                    <a:pt x="123691" y="25833"/>
                  </a:lnTo>
                  <a:lnTo>
                    <a:pt x="47058" y="9896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537325"/>
              <a:ext cx="7403783" cy="1686778"/>
            </a:xfrm>
            <a:custGeom>
              <a:avLst/>
              <a:pathLst>
                <a:path w="7403783" h="1686778">
                  <a:moveTo>
                    <a:pt x="0" y="0"/>
                  </a:moveTo>
                  <a:lnTo>
                    <a:pt x="47058" y="23256"/>
                  </a:lnTo>
                  <a:lnTo>
                    <a:pt x="123691" y="60420"/>
                  </a:lnTo>
                  <a:lnTo>
                    <a:pt x="200323" y="96889"/>
                  </a:lnTo>
                  <a:lnTo>
                    <a:pt x="276956" y="132677"/>
                  </a:lnTo>
                  <a:lnTo>
                    <a:pt x="353588" y="167797"/>
                  </a:lnTo>
                  <a:lnTo>
                    <a:pt x="430221" y="202260"/>
                  </a:lnTo>
                  <a:lnTo>
                    <a:pt x="506853" y="236078"/>
                  </a:lnTo>
                  <a:lnTo>
                    <a:pt x="583486" y="269265"/>
                  </a:lnTo>
                  <a:lnTo>
                    <a:pt x="660118" y="301832"/>
                  </a:lnTo>
                  <a:lnTo>
                    <a:pt x="736751" y="333790"/>
                  </a:lnTo>
                  <a:lnTo>
                    <a:pt x="813384" y="365150"/>
                  </a:lnTo>
                  <a:lnTo>
                    <a:pt x="890016" y="395925"/>
                  </a:lnTo>
                  <a:lnTo>
                    <a:pt x="966649" y="426125"/>
                  </a:lnTo>
                  <a:lnTo>
                    <a:pt x="1043281" y="455760"/>
                  </a:lnTo>
                  <a:lnTo>
                    <a:pt x="1119914" y="484841"/>
                  </a:lnTo>
                  <a:lnTo>
                    <a:pt x="1196546" y="513379"/>
                  </a:lnTo>
                  <a:lnTo>
                    <a:pt x="1273179" y="541383"/>
                  </a:lnTo>
                  <a:lnTo>
                    <a:pt x="1349811" y="568865"/>
                  </a:lnTo>
                  <a:lnTo>
                    <a:pt x="1426444" y="595832"/>
                  </a:lnTo>
                  <a:lnTo>
                    <a:pt x="1503076" y="622296"/>
                  </a:lnTo>
                  <a:lnTo>
                    <a:pt x="1579709" y="648265"/>
                  </a:lnTo>
                  <a:lnTo>
                    <a:pt x="1656342" y="673748"/>
                  </a:lnTo>
                  <a:lnTo>
                    <a:pt x="1732974" y="698756"/>
                  </a:lnTo>
                  <a:lnTo>
                    <a:pt x="1809607" y="723296"/>
                  </a:lnTo>
                  <a:lnTo>
                    <a:pt x="1886239" y="747378"/>
                  </a:lnTo>
                  <a:lnTo>
                    <a:pt x="1962872" y="771009"/>
                  </a:lnTo>
                  <a:lnTo>
                    <a:pt x="2039504" y="794199"/>
                  </a:lnTo>
                  <a:lnTo>
                    <a:pt x="2116137" y="816955"/>
                  </a:lnTo>
                  <a:lnTo>
                    <a:pt x="2192769" y="839286"/>
                  </a:lnTo>
                  <a:lnTo>
                    <a:pt x="2269402" y="861200"/>
                  </a:lnTo>
                  <a:lnTo>
                    <a:pt x="2346034" y="882705"/>
                  </a:lnTo>
                  <a:lnTo>
                    <a:pt x="2422667" y="903807"/>
                  </a:lnTo>
                  <a:lnTo>
                    <a:pt x="2499300" y="924515"/>
                  </a:lnTo>
                  <a:lnTo>
                    <a:pt x="2575932" y="944836"/>
                  </a:lnTo>
                  <a:lnTo>
                    <a:pt x="2652565" y="964777"/>
                  </a:lnTo>
                  <a:lnTo>
                    <a:pt x="2729197" y="984346"/>
                  </a:lnTo>
                  <a:lnTo>
                    <a:pt x="2805830" y="1003549"/>
                  </a:lnTo>
                  <a:lnTo>
                    <a:pt x="2882462" y="1022393"/>
                  </a:lnTo>
                  <a:lnTo>
                    <a:pt x="2959095" y="1040885"/>
                  </a:lnTo>
                  <a:lnTo>
                    <a:pt x="3035727" y="1059031"/>
                  </a:lnTo>
                  <a:lnTo>
                    <a:pt x="3112360" y="1076838"/>
                  </a:lnTo>
                  <a:lnTo>
                    <a:pt x="3188993" y="1094313"/>
                  </a:lnTo>
                  <a:lnTo>
                    <a:pt x="3265625" y="1111461"/>
                  </a:lnTo>
                  <a:lnTo>
                    <a:pt x="3342258" y="1128288"/>
                  </a:lnTo>
                  <a:lnTo>
                    <a:pt x="3418890" y="1144801"/>
                  </a:lnTo>
                  <a:lnTo>
                    <a:pt x="3495523" y="1161005"/>
                  </a:lnTo>
                  <a:lnTo>
                    <a:pt x="3572155" y="1176907"/>
                  </a:lnTo>
                  <a:lnTo>
                    <a:pt x="3648788" y="1192511"/>
                  </a:lnTo>
                  <a:lnTo>
                    <a:pt x="3725420" y="1207823"/>
                  </a:lnTo>
                  <a:lnTo>
                    <a:pt x="3802053" y="1222850"/>
                  </a:lnTo>
                  <a:lnTo>
                    <a:pt x="3878685" y="1237596"/>
                  </a:lnTo>
                  <a:lnTo>
                    <a:pt x="3955318" y="1252066"/>
                  </a:lnTo>
                  <a:lnTo>
                    <a:pt x="4031951" y="1266265"/>
                  </a:lnTo>
                  <a:lnTo>
                    <a:pt x="4108583" y="1280200"/>
                  </a:lnTo>
                  <a:lnTo>
                    <a:pt x="4185216" y="1293874"/>
                  </a:lnTo>
                  <a:lnTo>
                    <a:pt x="4261848" y="1307292"/>
                  </a:lnTo>
                  <a:lnTo>
                    <a:pt x="4338481" y="1320460"/>
                  </a:lnTo>
                  <a:lnTo>
                    <a:pt x="4415113" y="1333381"/>
                  </a:lnTo>
                  <a:lnTo>
                    <a:pt x="4491746" y="1346061"/>
                  </a:lnTo>
                  <a:lnTo>
                    <a:pt x="4568378" y="1358504"/>
                  </a:lnTo>
                  <a:lnTo>
                    <a:pt x="4645011" y="1370715"/>
                  </a:lnTo>
                  <a:lnTo>
                    <a:pt x="4721644" y="1382697"/>
                  </a:lnTo>
                  <a:lnTo>
                    <a:pt x="4798276" y="1394455"/>
                  </a:lnTo>
                  <a:lnTo>
                    <a:pt x="4874909" y="1405994"/>
                  </a:lnTo>
                  <a:lnTo>
                    <a:pt x="4951541" y="1417317"/>
                  </a:lnTo>
                  <a:lnTo>
                    <a:pt x="5028174" y="1428429"/>
                  </a:lnTo>
                  <a:lnTo>
                    <a:pt x="5104806" y="1439332"/>
                  </a:lnTo>
                  <a:lnTo>
                    <a:pt x="5181439" y="1450032"/>
                  </a:lnTo>
                  <a:lnTo>
                    <a:pt x="5258071" y="1460532"/>
                  </a:lnTo>
                  <a:lnTo>
                    <a:pt x="5334704" y="1470836"/>
                  </a:lnTo>
                  <a:lnTo>
                    <a:pt x="5411336" y="1480947"/>
                  </a:lnTo>
                  <a:lnTo>
                    <a:pt x="5487969" y="1490870"/>
                  </a:lnTo>
                  <a:lnTo>
                    <a:pt x="5564602" y="1500606"/>
                  </a:lnTo>
                  <a:lnTo>
                    <a:pt x="5641234" y="1510161"/>
                  </a:lnTo>
                  <a:lnTo>
                    <a:pt x="5717867" y="1519538"/>
                  </a:lnTo>
                  <a:lnTo>
                    <a:pt x="5794499" y="1528739"/>
                  </a:lnTo>
                  <a:lnTo>
                    <a:pt x="5871132" y="1537768"/>
                  </a:lnTo>
                  <a:lnTo>
                    <a:pt x="5947764" y="1546628"/>
                  </a:lnTo>
                  <a:lnTo>
                    <a:pt x="6024397" y="1555323"/>
                  </a:lnTo>
                  <a:lnTo>
                    <a:pt x="6101029" y="1563855"/>
                  </a:lnTo>
                  <a:lnTo>
                    <a:pt x="6177662" y="1572228"/>
                  </a:lnTo>
                  <a:lnTo>
                    <a:pt x="6254294" y="1580445"/>
                  </a:lnTo>
                  <a:lnTo>
                    <a:pt x="6330927" y="1588507"/>
                  </a:lnTo>
                  <a:lnTo>
                    <a:pt x="6407560" y="1596420"/>
                  </a:lnTo>
                  <a:lnTo>
                    <a:pt x="6484192" y="1604184"/>
                  </a:lnTo>
                  <a:lnTo>
                    <a:pt x="6560825" y="1611803"/>
                  </a:lnTo>
                  <a:lnTo>
                    <a:pt x="6637457" y="1619280"/>
                  </a:lnTo>
                  <a:lnTo>
                    <a:pt x="6714090" y="1626617"/>
                  </a:lnTo>
                  <a:lnTo>
                    <a:pt x="6790722" y="1633817"/>
                  </a:lnTo>
                  <a:lnTo>
                    <a:pt x="6867355" y="1640882"/>
                  </a:lnTo>
                  <a:lnTo>
                    <a:pt x="6943987" y="1647816"/>
                  </a:lnTo>
                  <a:lnTo>
                    <a:pt x="7020620" y="1654619"/>
                  </a:lnTo>
                  <a:lnTo>
                    <a:pt x="7097253" y="1661296"/>
                  </a:lnTo>
                  <a:lnTo>
                    <a:pt x="7173885" y="1667848"/>
                  </a:lnTo>
                  <a:lnTo>
                    <a:pt x="7250518" y="1674277"/>
                  </a:lnTo>
                  <a:lnTo>
                    <a:pt x="7327150" y="1680586"/>
                  </a:lnTo>
                  <a:lnTo>
                    <a:pt x="7403783" y="168677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2026-05-27T10:03:42Z</dcterms:modified>
  <cp:category/>
</cp:coreProperties>
</file>