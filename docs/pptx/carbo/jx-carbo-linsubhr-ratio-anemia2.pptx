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865436"/>
              <a:ext cx="7403783" cy="2483361"/>
            </a:xfrm>
            <a:custGeom>
              <a:avLst/>
              <a:pathLst>
                <a:path w="7403783" h="2483361">
                  <a:moveTo>
                    <a:pt x="0" y="0"/>
                  </a:moveTo>
                  <a:lnTo>
                    <a:pt x="47058" y="43633"/>
                  </a:lnTo>
                  <a:lnTo>
                    <a:pt x="123691" y="112833"/>
                  </a:lnTo>
                  <a:lnTo>
                    <a:pt x="200323" y="180224"/>
                  </a:lnTo>
                  <a:lnTo>
                    <a:pt x="276956" y="245853"/>
                  </a:lnTo>
                  <a:lnTo>
                    <a:pt x="353588" y="309768"/>
                  </a:lnTo>
                  <a:lnTo>
                    <a:pt x="430221" y="372013"/>
                  </a:lnTo>
                  <a:lnTo>
                    <a:pt x="506853" y="432631"/>
                  </a:lnTo>
                  <a:lnTo>
                    <a:pt x="583486" y="491666"/>
                  </a:lnTo>
                  <a:lnTo>
                    <a:pt x="660118" y="549157"/>
                  </a:lnTo>
                  <a:lnTo>
                    <a:pt x="736751" y="605147"/>
                  </a:lnTo>
                  <a:lnTo>
                    <a:pt x="813384" y="659673"/>
                  </a:lnTo>
                  <a:lnTo>
                    <a:pt x="890016" y="712775"/>
                  </a:lnTo>
                  <a:lnTo>
                    <a:pt x="966649" y="764489"/>
                  </a:lnTo>
                  <a:lnTo>
                    <a:pt x="1043281" y="814851"/>
                  </a:lnTo>
                  <a:lnTo>
                    <a:pt x="1119914" y="863898"/>
                  </a:lnTo>
                  <a:lnTo>
                    <a:pt x="1196546" y="911663"/>
                  </a:lnTo>
                  <a:lnTo>
                    <a:pt x="1273179" y="958179"/>
                  </a:lnTo>
                  <a:lnTo>
                    <a:pt x="1349811" y="1003481"/>
                  </a:lnTo>
                  <a:lnTo>
                    <a:pt x="1426444" y="1047598"/>
                  </a:lnTo>
                  <a:lnTo>
                    <a:pt x="1503076" y="1090563"/>
                  </a:lnTo>
                  <a:lnTo>
                    <a:pt x="1579709" y="1132405"/>
                  </a:lnTo>
                  <a:lnTo>
                    <a:pt x="1656342" y="1173154"/>
                  </a:lnTo>
                  <a:lnTo>
                    <a:pt x="1732974" y="1212837"/>
                  </a:lnTo>
                  <a:lnTo>
                    <a:pt x="1809607" y="1251484"/>
                  </a:lnTo>
                  <a:lnTo>
                    <a:pt x="1886239" y="1289121"/>
                  </a:lnTo>
                  <a:lnTo>
                    <a:pt x="1962872" y="1325775"/>
                  </a:lnTo>
                  <a:lnTo>
                    <a:pt x="2039504" y="1361470"/>
                  </a:lnTo>
                  <a:lnTo>
                    <a:pt x="2116137" y="1396233"/>
                  </a:lnTo>
                  <a:lnTo>
                    <a:pt x="2192769" y="1430088"/>
                  </a:lnTo>
                  <a:lnTo>
                    <a:pt x="2269402" y="1463058"/>
                  </a:lnTo>
                  <a:lnTo>
                    <a:pt x="2346034" y="1495166"/>
                  </a:lnTo>
                  <a:lnTo>
                    <a:pt x="2422667" y="1526436"/>
                  </a:lnTo>
                  <a:lnTo>
                    <a:pt x="2499300" y="1556888"/>
                  </a:lnTo>
                  <a:lnTo>
                    <a:pt x="2575932" y="1586544"/>
                  </a:lnTo>
                  <a:lnTo>
                    <a:pt x="2652565" y="1615426"/>
                  </a:lnTo>
                  <a:lnTo>
                    <a:pt x="2729197" y="1643553"/>
                  </a:lnTo>
                  <a:lnTo>
                    <a:pt x="2805830" y="1670945"/>
                  </a:lnTo>
                  <a:lnTo>
                    <a:pt x="2882462" y="1697621"/>
                  </a:lnTo>
                  <a:lnTo>
                    <a:pt x="2959095" y="1723600"/>
                  </a:lnTo>
                  <a:lnTo>
                    <a:pt x="3035727" y="1748900"/>
                  </a:lnTo>
                  <a:lnTo>
                    <a:pt x="3112360" y="1773539"/>
                  </a:lnTo>
                  <a:lnTo>
                    <a:pt x="3188993" y="1797535"/>
                  </a:lnTo>
                  <a:lnTo>
                    <a:pt x="3265625" y="1820903"/>
                  </a:lnTo>
                  <a:lnTo>
                    <a:pt x="3342258" y="1843660"/>
                  </a:lnTo>
                  <a:lnTo>
                    <a:pt x="3418890" y="1863827"/>
                  </a:lnTo>
                  <a:lnTo>
                    <a:pt x="3495523" y="1873092"/>
                  </a:lnTo>
                  <a:lnTo>
                    <a:pt x="3572155" y="1882252"/>
                  </a:lnTo>
                  <a:lnTo>
                    <a:pt x="3648788" y="1891310"/>
                  </a:lnTo>
                  <a:lnTo>
                    <a:pt x="3725420" y="1900267"/>
                  </a:lnTo>
                  <a:lnTo>
                    <a:pt x="3802053" y="1909124"/>
                  </a:lnTo>
                  <a:lnTo>
                    <a:pt x="3878685" y="1917881"/>
                  </a:lnTo>
                  <a:lnTo>
                    <a:pt x="3955318" y="1926541"/>
                  </a:lnTo>
                  <a:lnTo>
                    <a:pt x="4031951" y="1935103"/>
                  </a:lnTo>
                  <a:lnTo>
                    <a:pt x="4108583" y="1943570"/>
                  </a:lnTo>
                  <a:lnTo>
                    <a:pt x="4185216" y="1951942"/>
                  </a:lnTo>
                  <a:lnTo>
                    <a:pt x="4261848" y="1960221"/>
                  </a:lnTo>
                  <a:lnTo>
                    <a:pt x="4338481" y="1968406"/>
                  </a:lnTo>
                  <a:lnTo>
                    <a:pt x="4415113" y="1976500"/>
                  </a:lnTo>
                  <a:lnTo>
                    <a:pt x="4491746" y="1984504"/>
                  </a:lnTo>
                  <a:lnTo>
                    <a:pt x="4568378" y="1992418"/>
                  </a:lnTo>
                  <a:lnTo>
                    <a:pt x="4645011" y="2000244"/>
                  </a:lnTo>
                  <a:lnTo>
                    <a:pt x="4721644" y="2007982"/>
                  </a:lnTo>
                  <a:lnTo>
                    <a:pt x="4798276" y="2015633"/>
                  </a:lnTo>
                  <a:lnTo>
                    <a:pt x="4874909" y="2023199"/>
                  </a:lnTo>
                  <a:lnTo>
                    <a:pt x="4951541" y="2030680"/>
                  </a:lnTo>
                  <a:lnTo>
                    <a:pt x="5028174" y="2038077"/>
                  </a:lnTo>
                  <a:lnTo>
                    <a:pt x="5104806" y="2045392"/>
                  </a:lnTo>
                  <a:lnTo>
                    <a:pt x="5181439" y="2052625"/>
                  </a:lnTo>
                  <a:lnTo>
                    <a:pt x="5258071" y="2059776"/>
                  </a:lnTo>
                  <a:lnTo>
                    <a:pt x="5334704" y="2066848"/>
                  </a:lnTo>
                  <a:lnTo>
                    <a:pt x="5411336" y="2073841"/>
                  </a:lnTo>
                  <a:lnTo>
                    <a:pt x="5487969" y="2080755"/>
                  </a:lnTo>
                  <a:lnTo>
                    <a:pt x="5564602" y="2087592"/>
                  </a:lnTo>
                  <a:lnTo>
                    <a:pt x="5641234" y="2094353"/>
                  </a:lnTo>
                  <a:lnTo>
                    <a:pt x="5717867" y="2101038"/>
                  </a:lnTo>
                  <a:lnTo>
                    <a:pt x="5794499" y="2107648"/>
                  </a:lnTo>
                  <a:lnTo>
                    <a:pt x="5871132" y="2114184"/>
                  </a:lnTo>
                  <a:lnTo>
                    <a:pt x="5947764" y="2120647"/>
                  </a:lnTo>
                  <a:lnTo>
                    <a:pt x="6024397" y="2127038"/>
                  </a:lnTo>
                  <a:lnTo>
                    <a:pt x="6101029" y="2133357"/>
                  </a:lnTo>
                  <a:lnTo>
                    <a:pt x="6177662" y="2139606"/>
                  </a:lnTo>
                  <a:lnTo>
                    <a:pt x="6254294" y="2145785"/>
                  </a:lnTo>
                  <a:lnTo>
                    <a:pt x="6330927" y="2151894"/>
                  </a:lnTo>
                  <a:lnTo>
                    <a:pt x="6407560" y="2157935"/>
                  </a:lnTo>
                  <a:lnTo>
                    <a:pt x="6484192" y="2163909"/>
                  </a:lnTo>
                  <a:lnTo>
                    <a:pt x="6560825" y="2169815"/>
                  </a:lnTo>
                  <a:lnTo>
                    <a:pt x="6637457" y="2175656"/>
                  </a:lnTo>
                  <a:lnTo>
                    <a:pt x="6714090" y="2181431"/>
                  </a:lnTo>
                  <a:lnTo>
                    <a:pt x="6790722" y="2187142"/>
                  </a:lnTo>
                  <a:lnTo>
                    <a:pt x="6867355" y="2192789"/>
                  </a:lnTo>
                  <a:lnTo>
                    <a:pt x="6943987" y="2198372"/>
                  </a:lnTo>
                  <a:lnTo>
                    <a:pt x="7020620" y="2203893"/>
                  </a:lnTo>
                  <a:lnTo>
                    <a:pt x="7097253" y="2209353"/>
                  </a:lnTo>
                  <a:lnTo>
                    <a:pt x="7173885" y="2214751"/>
                  </a:lnTo>
                  <a:lnTo>
                    <a:pt x="7250518" y="2220089"/>
                  </a:lnTo>
                  <a:lnTo>
                    <a:pt x="7327150" y="2225367"/>
                  </a:lnTo>
                  <a:lnTo>
                    <a:pt x="7403783" y="2230586"/>
                  </a:lnTo>
                  <a:lnTo>
                    <a:pt x="7403783" y="2483361"/>
                  </a:lnTo>
                  <a:lnTo>
                    <a:pt x="7327150" y="2477767"/>
                  </a:lnTo>
                  <a:lnTo>
                    <a:pt x="7250518" y="2472024"/>
                  </a:lnTo>
                  <a:lnTo>
                    <a:pt x="7173885" y="2466127"/>
                  </a:lnTo>
                  <a:lnTo>
                    <a:pt x="7097253" y="2460071"/>
                  </a:lnTo>
                  <a:lnTo>
                    <a:pt x="7020620" y="2453853"/>
                  </a:lnTo>
                  <a:lnTo>
                    <a:pt x="6943987" y="2447468"/>
                  </a:lnTo>
                  <a:lnTo>
                    <a:pt x="6867355" y="2440912"/>
                  </a:lnTo>
                  <a:lnTo>
                    <a:pt x="6790722" y="2434180"/>
                  </a:lnTo>
                  <a:lnTo>
                    <a:pt x="6714090" y="2427267"/>
                  </a:lnTo>
                  <a:lnTo>
                    <a:pt x="6637457" y="2420169"/>
                  </a:lnTo>
                  <a:lnTo>
                    <a:pt x="6560825" y="2412880"/>
                  </a:lnTo>
                  <a:lnTo>
                    <a:pt x="6484192" y="2405396"/>
                  </a:lnTo>
                  <a:lnTo>
                    <a:pt x="6407560" y="2397710"/>
                  </a:lnTo>
                  <a:lnTo>
                    <a:pt x="6330927" y="2389819"/>
                  </a:lnTo>
                  <a:lnTo>
                    <a:pt x="6254294" y="2381716"/>
                  </a:lnTo>
                  <a:lnTo>
                    <a:pt x="6177662" y="2373395"/>
                  </a:lnTo>
                  <a:lnTo>
                    <a:pt x="6101029" y="2364852"/>
                  </a:lnTo>
                  <a:lnTo>
                    <a:pt x="6024397" y="2356079"/>
                  </a:lnTo>
                  <a:lnTo>
                    <a:pt x="5947764" y="2347070"/>
                  </a:lnTo>
                  <a:lnTo>
                    <a:pt x="5871132" y="2337820"/>
                  </a:lnTo>
                  <a:lnTo>
                    <a:pt x="5794499" y="2328322"/>
                  </a:lnTo>
                  <a:lnTo>
                    <a:pt x="5717867" y="2318569"/>
                  </a:lnTo>
                  <a:lnTo>
                    <a:pt x="5641234" y="2308554"/>
                  </a:lnTo>
                  <a:lnTo>
                    <a:pt x="5564602" y="2298270"/>
                  </a:lnTo>
                  <a:lnTo>
                    <a:pt x="5487969" y="2287711"/>
                  </a:lnTo>
                  <a:lnTo>
                    <a:pt x="5411336" y="2276868"/>
                  </a:lnTo>
                  <a:lnTo>
                    <a:pt x="5334704" y="2265734"/>
                  </a:lnTo>
                  <a:lnTo>
                    <a:pt x="5258071" y="2254301"/>
                  </a:lnTo>
                  <a:lnTo>
                    <a:pt x="5181439" y="2242562"/>
                  </a:lnTo>
                  <a:lnTo>
                    <a:pt x="5104806" y="2230508"/>
                  </a:lnTo>
                  <a:lnTo>
                    <a:pt x="5028174" y="2218130"/>
                  </a:lnTo>
                  <a:lnTo>
                    <a:pt x="4951541" y="2205420"/>
                  </a:lnTo>
                  <a:lnTo>
                    <a:pt x="4874909" y="2192369"/>
                  </a:lnTo>
                  <a:lnTo>
                    <a:pt x="4798276" y="2178968"/>
                  </a:lnTo>
                  <a:lnTo>
                    <a:pt x="4721644" y="2165208"/>
                  </a:lnTo>
                  <a:lnTo>
                    <a:pt x="4645011" y="2151078"/>
                  </a:lnTo>
                  <a:lnTo>
                    <a:pt x="4568378" y="2136569"/>
                  </a:lnTo>
                  <a:lnTo>
                    <a:pt x="4491746" y="2121671"/>
                  </a:lnTo>
                  <a:lnTo>
                    <a:pt x="4415113" y="2106373"/>
                  </a:lnTo>
                  <a:lnTo>
                    <a:pt x="4338481" y="2090664"/>
                  </a:lnTo>
                  <a:lnTo>
                    <a:pt x="4261848" y="2074534"/>
                  </a:lnTo>
                  <a:lnTo>
                    <a:pt x="4185216" y="2057971"/>
                  </a:lnTo>
                  <a:lnTo>
                    <a:pt x="4108583" y="2040964"/>
                  </a:lnTo>
                  <a:lnTo>
                    <a:pt x="4031951" y="2023501"/>
                  </a:lnTo>
                  <a:lnTo>
                    <a:pt x="3955318" y="2005568"/>
                  </a:lnTo>
                  <a:lnTo>
                    <a:pt x="3878685" y="1987155"/>
                  </a:lnTo>
                  <a:lnTo>
                    <a:pt x="3802053" y="1968248"/>
                  </a:lnTo>
                  <a:lnTo>
                    <a:pt x="3725420" y="1948833"/>
                  </a:lnTo>
                  <a:lnTo>
                    <a:pt x="3648788" y="1928897"/>
                  </a:lnTo>
                  <a:lnTo>
                    <a:pt x="3572155" y="1908427"/>
                  </a:lnTo>
                  <a:lnTo>
                    <a:pt x="3495523" y="1887407"/>
                  </a:lnTo>
                  <a:lnTo>
                    <a:pt x="3418890" y="1865823"/>
                  </a:lnTo>
                  <a:lnTo>
                    <a:pt x="3342258" y="1854458"/>
                  </a:lnTo>
                  <a:lnTo>
                    <a:pt x="3265625" y="1844983"/>
                  </a:lnTo>
                  <a:lnTo>
                    <a:pt x="3188993" y="1835401"/>
                  </a:lnTo>
                  <a:lnTo>
                    <a:pt x="3112360" y="1825710"/>
                  </a:lnTo>
                  <a:lnTo>
                    <a:pt x="3035727" y="1815910"/>
                  </a:lnTo>
                  <a:lnTo>
                    <a:pt x="2959095" y="1805998"/>
                  </a:lnTo>
                  <a:lnTo>
                    <a:pt x="2882462" y="1795975"/>
                  </a:lnTo>
                  <a:lnTo>
                    <a:pt x="2805830" y="1785838"/>
                  </a:lnTo>
                  <a:lnTo>
                    <a:pt x="2729197" y="1775586"/>
                  </a:lnTo>
                  <a:lnTo>
                    <a:pt x="2652565" y="1765219"/>
                  </a:lnTo>
                  <a:lnTo>
                    <a:pt x="2575932" y="1754734"/>
                  </a:lnTo>
                  <a:lnTo>
                    <a:pt x="2499300" y="1744130"/>
                  </a:lnTo>
                  <a:lnTo>
                    <a:pt x="2422667" y="1733407"/>
                  </a:lnTo>
                  <a:lnTo>
                    <a:pt x="2346034" y="1722562"/>
                  </a:lnTo>
                  <a:lnTo>
                    <a:pt x="2269402" y="1711594"/>
                  </a:lnTo>
                  <a:lnTo>
                    <a:pt x="2192769" y="1700502"/>
                  </a:lnTo>
                  <a:lnTo>
                    <a:pt x="2116137" y="1689285"/>
                  </a:lnTo>
                  <a:lnTo>
                    <a:pt x="2039504" y="1677941"/>
                  </a:lnTo>
                  <a:lnTo>
                    <a:pt x="1962872" y="1666468"/>
                  </a:lnTo>
                  <a:lnTo>
                    <a:pt x="1886239" y="1654866"/>
                  </a:lnTo>
                  <a:lnTo>
                    <a:pt x="1809607" y="1643132"/>
                  </a:lnTo>
                  <a:lnTo>
                    <a:pt x="1732974" y="1631266"/>
                  </a:lnTo>
                  <a:lnTo>
                    <a:pt x="1656342" y="1619265"/>
                  </a:lnTo>
                  <a:lnTo>
                    <a:pt x="1579709" y="1607129"/>
                  </a:lnTo>
                  <a:lnTo>
                    <a:pt x="1503076" y="1594855"/>
                  </a:lnTo>
                  <a:lnTo>
                    <a:pt x="1426444" y="1582442"/>
                  </a:lnTo>
                  <a:lnTo>
                    <a:pt x="1349811" y="1569889"/>
                  </a:lnTo>
                  <a:lnTo>
                    <a:pt x="1273179" y="1557194"/>
                  </a:lnTo>
                  <a:lnTo>
                    <a:pt x="1196546" y="1544355"/>
                  </a:lnTo>
                  <a:lnTo>
                    <a:pt x="1119914" y="1531371"/>
                  </a:lnTo>
                  <a:lnTo>
                    <a:pt x="1043281" y="1518240"/>
                  </a:lnTo>
                  <a:lnTo>
                    <a:pt x="966649" y="1504960"/>
                  </a:lnTo>
                  <a:lnTo>
                    <a:pt x="890016" y="1491530"/>
                  </a:lnTo>
                  <a:lnTo>
                    <a:pt x="813384" y="1477948"/>
                  </a:lnTo>
                  <a:lnTo>
                    <a:pt x="736751" y="1464213"/>
                  </a:lnTo>
                  <a:lnTo>
                    <a:pt x="660118" y="1450322"/>
                  </a:lnTo>
                  <a:lnTo>
                    <a:pt x="583486" y="1436274"/>
                  </a:lnTo>
                  <a:lnTo>
                    <a:pt x="506853" y="1422067"/>
                  </a:lnTo>
                  <a:lnTo>
                    <a:pt x="430221" y="1407699"/>
                  </a:lnTo>
                  <a:lnTo>
                    <a:pt x="353588" y="1393168"/>
                  </a:lnTo>
                  <a:lnTo>
                    <a:pt x="276956" y="1378473"/>
                  </a:lnTo>
                  <a:lnTo>
                    <a:pt x="200323" y="1363612"/>
                  </a:lnTo>
                  <a:lnTo>
                    <a:pt x="123691" y="1348583"/>
                  </a:lnTo>
                  <a:lnTo>
                    <a:pt x="47058" y="1333383"/>
                  </a:lnTo>
                  <a:lnTo>
                    <a:pt x="0" y="13239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865436"/>
              <a:ext cx="7403783" cy="2230586"/>
            </a:xfrm>
            <a:custGeom>
              <a:avLst/>
              <a:pathLst>
                <a:path w="7403783" h="2230586">
                  <a:moveTo>
                    <a:pt x="0" y="0"/>
                  </a:moveTo>
                  <a:lnTo>
                    <a:pt x="47058" y="43633"/>
                  </a:lnTo>
                  <a:lnTo>
                    <a:pt x="123691" y="112833"/>
                  </a:lnTo>
                  <a:lnTo>
                    <a:pt x="200323" y="180224"/>
                  </a:lnTo>
                  <a:lnTo>
                    <a:pt x="276956" y="245853"/>
                  </a:lnTo>
                  <a:lnTo>
                    <a:pt x="353588" y="309768"/>
                  </a:lnTo>
                  <a:lnTo>
                    <a:pt x="430221" y="372013"/>
                  </a:lnTo>
                  <a:lnTo>
                    <a:pt x="506853" y="432631"/>
                  </a:lnTo>
                  <a:lnTo>
                    <a:pt x="583486" y="491666"/>
                  </a:lnTo>
                  <a:lnTo>
                    <a:pt x="660118" y="549157"/>
                  </a:lnTo>
                  <a:lnTo>
                    <a:pt x="736751" y="605147"/>
                  </a:lnTo>
                  <a:lnTo>
                    <a:pt x="813384" y="659673"/>
                  </a:lnTo>
                  <a:lnTo>
                    <a:pt x="890016" y="712775"/>
                  </a:lnTo>
                  <a:lnTo>
                    <a:pt x="966649" y="764489"/>
                  </a:lnTo>
                  <a:lnTo>
                    <a:pt x="1043281" y="814851"/>
                  </a:lnTo>
                  <a:lnTo>
                    <a:pt x="1119914" y="863898"/>
                  </a:lnTo>
                  <a:lnTo>
                    <a:pt x="1196546" y="911663"/>
                  </a:lnTo>
                  <a:lnTo>
                    <a:pt x="1273179" y="958179"/>
                  </a:lnTo>
                  <a:lnTo>
                    <a:pt x="1349811" y="1003481"/>
                  </a:lnTo>
                  <a:lnTo>
                    <a:pt x="1426444" y="1047598"/>
                  </a:lnTo>
                  <a:lnTo>
                    <a:pt x="1503076" y="1090563"/>
                  </a:lnTo>
                  <a:lnTo>
                    <a:pt x="1579709" y="1132405"/>
                  </a:lnTo>
                  <a:lnTo>
                    <a:pt x="1656342" y="1173154"/>
                  </a:lnTo>
                  <a:lnTo>
                    <a:pt x="1732974" y="1212837"/>
                  </a:lnTo>
                  <a:lnTo>
                    <a:pt x="1809607" y="1251484"/>
                  </a:lnTo>
                  <a:lnTo>
                    <a:pt x="1886239" y="1289121"/>
                  </a:lnTo>
                  <a:lnTo>
                    <a:pt x="1962872" y="1325775"/>
                  </a:lnTo>
                  <a:lnTo>
                    <a:pt x="2039504" y="1361470"/>
                  </a:lnTo>
                  <a:lnTo>
                    <a:pt x="2116137" y="1396233"/>
                  </a:lnTo>
                  <a:lnTo>
                    <a:pt x="2192769" y="1430088"/>
                  </a:lnTo>
                  <a:lnTo>
                    <a:pt x="2269402" y="1463058"/>
                  </a:lnTo>
                  <a:lnTo>
                    <a:pt x="2346034" y="1495166"/>
                  </a:lnTo>
                  <a:lnTo>
                    <a:pt x="2422667" y="1526436"/>
                  </a:lnTo>
                  <a:lnTo>
                    <a:pt x="2499300" y="1556888"/>
                  </a:lnTo>
                  <a:lnTo>
                    <a:pt x="2575932" y="1586544"/>
                  </a:lnTo>
                  <a:lnTo>
                    <a:pt x="2652565" y="1615426"/>
                  </a:lnTo>
                  <a:lnTo>
                    <a:pt x="2729197" y="1643553"/>
                  </a:lnTo>
                  <a:lnTo>
                    <a:pt x="2805830" y="1670945"/>
                  </a:lnTo>
                  <a:lnTo>
                    <a:pt x="2882462" y="1697621"/>
                  </a:lnTo>
                  <a:lnTo>
                    <a:pt x="2959095" y="1723600"/>
                  </a:lnTo>
                  <a:lnTo>
                    <a:pt x="3035727" y="1748900"/>
                  </a:lnTo>
                  <a:lnTo>
                    <a:pt x="3112360" y="1773539"/>
                  </a:lnTo>
                  <a:lnTo>
                    <a:pt x="3188993" y="1797535"/>
                  </a:lnTo>
                  <a:lnTo>
                    <a:pt x="3265625" y="1820903"/>
                  </a:lnTo>
                  <a:lnTo>
                    <a:pt x="3342258" y="1843660"/>
                  </a:lnTo>
                  <a:lnTo>
                    <a:pt x="3418890" y="1863827"/>
                  </a:lnTo>
                  <a:lnTo>
                    <a:pt x="3495523" y="1873092"/>
                  </a:lnTo>
                  <a:lnTo>
                    <a:pt x="3572155" y="1882252"/>
                  </a:lnTo>
                  <a:lnTo>
                    <a:pt x="3648788" y="1891310"/>
                  </a:lnTo>
                  <a:lnTo>
                    <a:pt x="3725420" y="1900267"/>
                  </a:lnTo>
                  <a:lnTo>
                    <a:pt x="3802053" y="1909124"/>
                  </a:lnTo>
                  <a:lnTo>
                    <a:pt x="3878685" y="1917881"/>
                  </a:lnTo>
                  <a:lnTo>
                    <a:pt x="3955318" y="1926541"/>
                  </a:lnTo>
                  <a:lnTo>
                    <a:pt x="4031951" y="1935103"/>
                  </a:lnTo>
                  <a:lnTo>
                    <a:pt x="4108583" y="1943570"/>
                  </a:lnTo>
                  <a:lnTo>
                    <a:pt x="4185216" y="1951942"/>
                  </a:lnTo>
                  <a:lnTo>
                    <a:pt x="4261848" y="1960221"/>
                  </a:lnTo>
                  <a:lnTo>
                    <a:pt x="4338481" y="1968406"/>
                  </a:lnTo>
                  <a:lnTo>
                    <a:pt x="4415113" y="1976500"/>
                  </a:lnTo>
                  <a:lnTo>
                    <a:pt x="4491746" y="1984504"/>
                  </a:lnTo>
                  <a:lnTo>
                    <a:pt x="4568378" y="1992418"/>
                  </a:lnTo>
                  <a:lnTo>
                    <a:pt x="4645011" y="2000244"/>
                  </a:lnTo>
                  <a:lnTo>
                    <a:pt x="4721644" y="2007982"/>
                  </a:lnTo>
                  <a:lnTo>
                    <a:pt x="4798276" y="2015633"/>
                  </a:lnTo>
                  <a:lnTo>
                    <a:pt x="4874909" y="2023199"/>
                  </a:lnTo>
                  <a:lnTo>
                    <a:pt x="4951541" y="2030680"/>
                  </a:lnTo>
                  <a:lnTo>
                    <a:pt x="5028174" y="2038077"/>
                  </a:lnTo>
                  <a:lnTo>
                    <a:pt x="5104806" y="2045392"/>
                  </a:lnTo>
                  <a:lnTo>
                    <a:pt x="5181439" y="2052625"/>
                  </a:lnTo>
                  <a:lnTo>
                    <a:pt x="5258071" y="2059776"/>
                  </a:lnTo>
                  <a:lnTo>
                    <a:pt x="5334704" y="2066848"/>
                  </a:lnTo>
                  <a:lnTo>
                    <a:pt x="5411336" y="2073841"/>
                  </a:lnTo>
                  <a:lnTo>
                    <a:pt x="5487969" y="2080755"/>
                  </a:lnTo>
                  <a:lnTo>
                    <a:pt x="5564602" y="2087592"/>
                  </a:lnTo>
                  <a:lnTo>
                    <a:pt x="5641234" y="2094353"/>
                  </a:lnTo>
                  <a:lnTo>
                    <a:pt x="5717867" y="2101038"/>
                  </a:lnTo>
                  <a:lnTo>
                    <a:pt x="5794499" y="2107648"/>
                  </a:lnTo>
                  <a:lnTo>
                    <a:pt x="5871132" y="2114184"/>
                  </a:lnTo>
                  <a:lnTo>
                    <a:pt x="5947764" y="2120647"/>
                  </a:lnTo>
                  <a:lnTo>
                    <a:pt x="6024397" y="2127038"/>
                  </a:lnTo>
                  <a:lnTo>
                    <a:pt x="6101029" y="2133357"/>
                  </a:lnTo>
                  <a:lnTo>
                    <a:pt x="6177662" y="2139606"/>
                  </a:lnTo>
                  <a:lnTo>
                    <a:pt x="6254294" y="2145785"/>
                  </a:lnTo>
                  <a:lnTo>
                    <a:pt x="6330927" y="2151894"/>
                  </a:lnTo>
                  <a:lnTo>
                    <a:pt x="6407560" y="2157935"/>
                  </a:lnTo>
                  <a:lnTo>
                    <a:pt x="6484192" y="2163909"/>
                  </a:lnTo>
                  <a:lnTo>
                    <a:pt x="6560825" y="2169815"/>
                  </a:lnTo>
                  <a:lnTo>
                    <a:pt x="6637457" y="2175656"/>
                  </a:lnTo>
                  <a:lnTo>
                    <a:pt x="6714090" y="2181431"/>
                  </a:lnTo>
                  <a:lnTo>
                    <a:pt x="6790722" y="2187142"/>
                  </a:lnTo>
                  <a:lnTo>
                    <a:pt x="6867355" y="2192789"/>
                  </a:lnTo>
                  <a:lnTo>
                    <a:pt x="6943987" y="2198372"/>
                  </a:lnTo>
                  <a:lnTo>
                    <a:pt x="7020620" y="2203893"/>
                  </a:lnTo>
                  <a:lnTo>
                    <a:pt x="7097253" y="2209353"/>
                  </a:lnTo>
                  <a:lnTo>
                    <a:pt x="7173885" y="2214751"/>
                  </a:lnTo>
                  <a:lnTo>
                    <a:pt x="7250518" y="2220089"/>
                  </a:lnTo>
                  <a:lnTo>
                    <a:pt x="7327150" y="2225367"/>
                  </a:lnTo>
                  <a:lnTo>
                    <a:pt x="7403783" y="22305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89381"/>
              <a:ext cx="7403783" cy="1159416"/>
            </a:xfrm>
            <a:custGeom>
              <a:avLst/>
              <a:pathLst>
                <a:path w="7403783" h="1159416">
                  <a:moveTo>
                    <a:pt x="7403783" y="1159416"/>
                  </a:moveTo>
                  <a:lnTo>
                    <a:pt x="7327150" y="1153823"/>
                  </a:lnTo>
                  <a:lnTo>
                    <a:pt x="7250518" y="1148079"/>
                  </a:lnTo>
                  <a:lnTo>
                    <a:pt x="7173885" y="1142182"/>
                  </a:lnTo>
                  <a:lnTo>
                    <a:pt x="7097253" y="1136127"/>
                  </a:lnTo>
                  <a:lnTo>
                    <a:pt x="7020620" y="1129908"/>
                  </a:lnTo>
                  <a:lnTo>
                    <a:pt x="6943987" y="1123523"/>
                  </a:lnTo>
                  <a:lnTo>
                    <a:pt x="6867355" y="1116967"/>
                  </a:lnTo>
                  <a:lnTo>
                    <a:pt x="6790722" y="1110235"/>
                  </a:lnTo>
                  <a:lnTo>
                    <a:pt x="6714090" y="1103322"/>
                  </a:lnTo>
                  <a:lnTo>
                    <a:pt x="6637457" y="1096224"/>
                  </a:lnTo>
                  <a:lnTo>
                    <a:pt x="6560825" y="1088935"/>
                  </a:lnTo>
                  <a:lnTo>
                    <a:pt x="6484192" y="1081451"/>
                  </a:lnTo>
                  <a:lnTo>
                    <a:pt x="6407560" y="1073766"/>
                  </a:lnTo>
                  <a:lnTo>
                    <a:pt x="6330927" y="1065874"/>
                  </a:lnTo>
                  <a:lnTo>
                    <a:pt x="6254294" y="1057771"/>
                  </a:lnTo>
                  <a:lnTo>
                    <a:pt x="6177662" y="1049451"/>
                  </a:lnTo>
                  <a:lnTo>
                    <a:pt x="6101029" y="1040907"/>
                  </a:lnTo>
                  <a:lnTo>
                    <a:pt x="6024397" y="1032134"/>
                  </a:lnTo>
                  <a:lnTo>
                    <a:pt x="5947764" y="1023126"/>
                  </a:lnTo>
                  <a:lnTo>
                    <a:pt x="5871132" y="1013875"/>
                  </a:lnTo>
                  <a:lnTo>
                    <a:pt x="5794499" y="1004377"/>
                  </a:lnTo>
                  <a:lnTo>
                    <a:pt x="5717867" y="994624"/>
                  </a:lnTo>
                  <a:lnTo>
                    <a:pt x="5641234" y="984609"/>
                  </a:lnTo>
                  <a:lnTo>
                    <a:pt x="5564602" y="974326"/>
                  </a:lnTo>
                  <a:lnTo>
                    <a:pt x="5487969" y="963766"/>
                  </a:lnTo>
                  <a:lnTo>
                    <a:pt x="5411336" y="952923"/>
                  </a:lnTo>
                  <a:lnTo>
                    <a:pt x="5334704" y="941789"/>
                  </a:lnTo>
                  <a:lnTo>
                    <a:pt x="5258071" y="930357"/>
                  </a:lnTo>
                  <a:lnTo>
                    <a:pt x="5181439" y="918617"/>
                  </a:lnTo>
                  <a:lnTo>
                    <a:pt x="5104806" y="906563"/>
                  </a:lnTo>
                  <a:lnTo>
                    <a:pt x="5028174" y="894185"/>
                  </a:lnTo>
                  <a:lnTo>
                    <a:pt x="4951541" y="881476"/>
                  </a:lnTo>
                  <a:lnTo>
                    <a:pt x="4874909" y="868425"/>
                  </a:lnTo>
                  <a:lnTo>
                    <a:pt x="4798276" y="855024"/>
                  </a:lnTo>
                  <a:lnTo>
                    <a:pt x="4721644" y="841263"/>
                  </a:lnTo>
                  <a:lnTo>
                    <a:pt x="4645011" y="827133"/>
                  </a:lnTo>
                  <a:lnTo>
                    <a:pt x="4568378" y="812624"/>
                  </a:lnTo>
                  <a:lnTo>
                    <a:pt x="4491746" y="797726"/>
                  </a:lnTo>
                  <a:lnTo>
                    <a:pt x="4415113" y="782428"/>
                  </a:lnTo>
                  <a:lnTo>
                    <a:pt x="4338481" y="766719"/>
                  </a:lnTo>
                  <a:lnTo>
                    <a:pt x="4261848" y="750589"/>
                  </a:lnTo>
                  <a:lnTo>
                    <a:pt x="4185216" y="734027"/>
                  </a:lnTo>
                  <a:lnTo>
                    <a:pt x="4108583" y="717019"/>
                  </a:lnTo>
                  <a:lnTo>
                    <a:pt x="4031951" y="699556"/>
                  </a:lnTo>
                  <a:lnTo>
                    <a:pt x="3955318" y="681624"/>
                  </a:lnTo>
                  <a:lnTo>
                    <a:pt x="3878685" y="663210"/>
                  </a:lnTo>
                  <a:lnTo>
                    <a:pt x="3802053" y="644303"/>
                  </a:lnTo>
                  <a:lnTo>
                    <a:pt x="3725420" y="624888"/>
                  </a:lnTo>
                  <a:lnTo>
                    <a:pt x="3648788" y="604953"/>
                  </a:lnTo>
                  <a:lnTo>
                    <a:pt x="3572155" y="584482"/>
                  </a:lnTo>
                  <a:lnTo>
                    <a:pt x="3495523" y="563462"/>
                  </a:lnTo>
                  <a:lnTo>
                    <a:pt x="3418890" y="541879"/>
                  </a:lnTo>
                  <a:lnTo>
                    <a:pt x="3342258" y="530514"/>
                  </a:lnTo>
                  <a:lnTo>
                    <a:pt x="3265625" y="521038"/>
                  </a:lnTo>
                  <a:lnTo>
                    <a:pt x="3188993" y="511456"/>
                  </a:lnTo>
                  <a:lnTo>
                    <a:pt x="3112360" y="501765"/>
                  </a:lnTo>
                  <a:lnTo>
                    <a:pt x="3035727" y="491965"/>
                  </a:lnTo>
                  <a:lnTo>
                    <a:pt x="2959095" y="482054"/>
                  </a:lnTo>
                  <a:lnTo>
                    <a:pt x="2882462" y="472030"/>
                  </a:lnTo>
                  <a:lnTo>
                    <a:pt x="2805830" y="461893"/>
                  </a:lnTo>
                  <a:lnTo>
                    <a:pt x="2729197" y="451642"/>
                  </a:lnTo>
                  <a:lnTo>
                    <a:pt x="2652565" y="441274"/>
                  </a:lnTo>
                  <a:lnTo>
                    <a:pt x="2575932" y="430789"/>
                  </a:lnTo>
                  <a:lnTo>
                    <a:pt x="2499300" y="420185"/>
                  </a:lnTo>
                  <a:lnTo>
                    <a:pt x="2422667" y="409462"/>
                  </a:lnTo>
                  <a:lnTo>
                    <a:pt x="2346034" y="398617"/>
                  </a:lnTo>
                  <a:lnTo>
                    <a:pt x="2269402" y="387649"/>
                  </a:lnTo>
                  <a:lnTo>
                    <a:pt x="2192769" y="376558"/>
                  </a:lnTo>
                  <a:lnTo>
                    <a:pt x="2116137" y="365340"/>
                  </a:lnTo>
                  <a:lnTo>
                    <a:pt x="2039504" y="353996"/>
                  </a:lnTo>
                  <a:lnTo>
                    <a:pt x="1962872" y="342524"/>
                  </a:lnTo>
                  <a:lnTo>
                    <a:pt x="1886239" y="330921"/>
                  </a:lnTo>
                  <a:lnTo>
                    <a:pt x="1809607" y="319188"/>
                  </a:lnTo>
                  <a:lnTo>
                    <a:pt x="1732974" y="307321"/>
                  </a:lnTo>
                  <a:lnTo>
                    <a:pt x="1656342" y="295321"/>
                  </a:lnTo>
                  <a:lnTo>
                    <a:pt x="1579709" y="283184"/>
                  </a:lnTo>
                  <a:lnTo>
                    <a:pt x="1503076" y="270910"/>
                  </a:lnTo>
                  <a:lnTo>
                    <a:pt x="1426444" y="258498"/>
                  </a:lnTo>
                  <a:lnTo>
                    <a:pt x="1349811" y="245944"/>
                  </a:lnTo>
                  <a:lnTo>
                    <a:pt x="1273179" y="233249"/>
                  </a:lnTo>
                  <a:lnTo>
                    <a:pt x="1196546" y="220410"/>
                  </a:lnTo>
                  <a:lnTo>
                    <a:pt x="1119914" y="207426"/>
                  </a:lnTo>
                  <a:lnTo>
                    <a:pt x="1043281" y="194295"/>
                  </a:lnTo>
                  <a:lnTo>
                    <a:pt x="966649" y="181016"/>
                  </a:lnTo>
                  <a:lnTo>
                    <a:pt x="890016" y="167586"/>
                  </a:lnTo>
                  <a:lnTo>
                    <a:pt x="813384" y="154004"/>
                  </a:lnTo>
                  <a:lnTo>
                    <a:pt x="736751" y="140268"/>
                  </a:lnTo>
                  <a:lnTo>
                    <a:pt x="660118" y="126377"/>
                  </a:lnTo>
                  <a:lnTo>
                    <a:pt x="583486" y="112329"/>
                  </a:lnTo>
                  <a:lnTo>
                    <a:pt x="506853" y="98122"/>
                  </a:lnTo>
                  <a:lnTo>
                    <a:pt x="430221" y="83754"/>
                  </a:lnTo>
                  <a:lnTo>
                    <a:pt x="353588" y="69224"/>
                  </a:lnTo>
                  <a:lnTo>
                    <a:pt x="276956" y="54529"/>
                  </a:lnTo>
                  <a:lnTo>
                    <a:pt x="200323" y="39668"/>
                  </a:lnTo>
                  <a:lnTo>
                    <a:pt x="123691" y="24638"/>
                  </a:lnTo>
                  <a:lnTo>
                    <a:pt x="47058" y="94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38396"/>
              <a:ext cx="7403783" cy="1608782"/>
            </a:xfrm>
            <a:custGeom>
              <a:avLst/>
              <a:pathLst>
                <a:path w="7403783" h="1608782">
                  <a:moveTo>
                    <a:pt x="0" y="0"/>
                  </a:moveTo>
                  <a:lnTo>
                    <a:pt x="47058" y="22180"/>
                  </a:lnTo>
                  <a:lnTo>
                    <a:pt x="123691" y="57626"/>
                  </a:lnTo>
                  <a:lnTo>
                    <a:pt x="200323" y="92409"/>
                  </a:lnTo>
                  <a:lnTo>
                    <a:pt x="276956" y="126542"/>
                  </a:lnTo>
                  <a:lnTo>
                    <a:pt x="353588" y="160038"/>
                  </a:lnTo>
                  <a:lnTo>
                    <a:pt x="430221" y="192907"/>
                  </a:lnTo>
                  <a:lnTo>
                    <a:pt x="506853" y="225162"/>
                  </a:lnTo>
                  <a:lnTo>
                    <a:pt x="583486" y="256814"/>
                  </a:lnTo>
                  <a:lnTo>
                    <a:pt x="660118" y="287875"/>
                  </a:lnTo>
                  <a:lnTo>
                    <a:pt x="736751" y="318355"/>
                  </a:lnTo>
                  <a:lnTo>
                    <a:pt x="813384" y="348266"/>
                  </a:lnTo>
                  <a:lnTo>
                    <a:pt x="890016" y="377618"/>
                  </a:lnTo>
                  <a:lnTo>
                    <a:pt x="966649" y="406421"/>
                  </a:lnTo>
                  <a:lnTo>
                    <a:pt x="1043281" y="434686"/>
                  </a:lnTo>
                  <a:lnTo>
                    <a:pt x="1119914" y="462422"/>
                  </a:lnTo>
                  <a:lnTo>
                    <a:pt x="1196546" y="489640"/>
                  </a:lnTo>
                  <a:lnTo>
                    <a:pt x="1273179" y="516350"/>
                  </a:lnTo>
                  <a:lnTo>
                    <a:pt x="1349811" y="542560"/>
                  </a:lnTo>
                  <a:lnTo>
                    <a:pt x="1426444" y="568281"/>
                  </a:lnTo>
                  <a:lnTo>
                    <a:pt x="1503076" y="593521"/>
                  </a:lnTo>
                  <a:lnTo>
                    <a:pt x="1579709" y="618289"/>
                  </a:lnTo>
                  <a:lnTo>
                    <a:pt x="1656342" y="642595"/>
                  </a:lnTo>
                  <a:lnTo>
                    <a:pt x="1732974" y="666446"/>
                  </a:lnTo>
                  <a:lnTo>
                    <a:pt x="1809607" y="689851"/>
                  </a:lnTo>
                  <a:lnTo>
                    <a:pt x="1886239" y="712819"/>
                  </a:lnTo>
                  <a:lnTo>
                    <a:pt x="1962872" y="735358"/>
                  </a:lnTo>
                  <a:lnTo>
                    <a:pt x="2039504" y="757475"/>
                  </a:lnTo>
                  <a:lnTo>
                    <a:pt x="2116137" y="779180"/>
                  </a:lnTo>
                  <a:lnTo>
                    <a:pt x="2192769" y="800478"/>
                  </a:lnTo>
                  <a:lnTo>
                    <a:pt x="2269402" y="821379"/>
                  </a:lnTo>
                  <a:lnTo>
                    <a:pt x="2346034" y="841889"/>
                  </a:lnTo>
                  <a:lnTo>
                    <a:pt x="2422667" y="862015"/>
                  </a:lnTo>
                  <a:lnTo>
                    <a:pt x="2499300" y="881766"/>
                  </a:lnTo>
                  <a:lnTo>
                    <a:pt x="2575932" y="901147"/>
                  </a:lnTo>
                  <a:lnTo>
                    <a:pt x="2652565" y="920166"/>
                  </a:lnTo>
                  <a:lnTo>
                    <a:pt x="2729197" y="938830"/>
                  </a:lnTo>
                  <a:lnTo>
                    <a:pt x="2805830" y="957145"/>
                  </a:lnTo>
                  <a:lnTo>
                    <a:pt x="2882462" y="975118"/>
                  </a:lnTo>
                  <a:lnTo>
                    <a:pt x="2959095" y="992755"/>
                  </a:lnTo>
                  <a:lnTo>
                    <a:pt x="3035727" y="1010062"/>
                  </a:lnTo>
                  <a:lnTo>
                    <a:pt x="3112360" y="1027046"/>
                  </a:lnTo>
                  <a:lnTo>
                    <a:pt x="3188993" y="1043712"/>
                  </a:lnTo>
                  <a:lnTo>
                    <a:pt x="3265625" y="1060067"/>
                  </a:lnTo>
                  <a:lnTo>
                    <a:pt x="3342258" y="1076116"/>
                  </a:lnTo>
                  <a:lnTo>
                    <a:pt x="3418890" y="1091866"/>
                  </a:lnTo>
                  <a:lnTo>
                    <a:pt x="3495523" y="1107321"/>
                  </a:lnTo>
                  <a:lnTo>
                    <a:pt x="3572155" y="1122487"/>
                  </a:lnTo>
                  <a:lnTo>
                    <a:pt x="3648788" y="1137370"/>
                  </a:lnTo>
                  <a:lnTo>
                    <a:pt x="3725420" y="1151974"/>
                  </a:lnTo>
                  <a:lnTo>
                    <a:pt x="3802053" y="1166306"/>
                  </a:lnTo>
                  <a:lnTo>
                    <a:pt x="3878685" y="1180370"/>
                  </a:lnTo>
                  <a:lnTo>
                    <a:pt x="3955318" y="1194171"/>
                  </a:lnTo>
                  <a:lnTo>
                    <a:pt x="4031951" y="1207714"/>
                  </a:lnTo>
                  <a:lnTo>
                    <a:pt x="4108583" y="1221004"/>
                  </a:lnTo>
                  <a:lnTo>
                    <a:pt x="4185216" y="1234045"/>
                  </a:lnTo>
                  <a:lnTo>
                    <a:pt x="4261848" y="1246843"/>
                  </a:lnTo>
                  <a:lnTo>
                    <a:pt x="4338481" y="1259402"/>
                  </a:lnTo>
                  <a:lnTo>
                    <a:pt x="4415113" y="1271726"/>
                  </a:lnTo>
                  <a:lnTo>
                    <a:pt x="4491746" y="1283820"/>
                  </a:lnTo>
                  <a:lnTo>
                    <a:pt x="4568378" y="1295687"/>
                  </a:lnTo>
                  <a:lnTo>
                    <a:pt x="4645011" y="1307333"/>
                  </a:lnTo>
                  <a:lnTo>
                    <a:pt x="4721644" y="1318762"/>
                  </a:lnTo>
                  <a:lnTo>
                    <a:pt x="4798276" y="1329976"/>
                  </a:lnTo>
                  <a:lnTo>
                    <a:pt x="4874909" y="1340981"/>
                  </a:lnTo>
                  <a:lnTo>
                    <a:pt x="4951541" y="1351781"/>
                  </a:lnTo>
                  <a:lnTo>
                    <a:pt x="5028174" y="1362379"/>
                  </a:lnTo>
                  <a:lnTo>
                    <a:pt x="5104806" y="1372778"/>
                  </a:lnTo>
                  <a:lnTo>
                    <a:pt x="5181439" y="1382983"/>
                  </a:lnTo>
                  <a:lnTo>
                    <a:pt x="5258071" y="1392998"/>
                  </a:lnTo>
                  <a:lnTo>
                    <a:pt x="5334704" y="1402825"/>
                  </a:lnTo>
                  <a:lnTo>
                    <a:pt x="5411336" y="1412469"/>
                  </a:lnTo>
                  <a:lnTo>
                    <a:pt x="5487969" y="1421932"/>
                  </a:lnTo>
                  <a:lnTo>
                    <a:pt x="5564602" y="1431219"/>
                  </a:lnTo>
                  <a:lnTo>
                    <a:pt x="5641234" y="1440332"/>
                  </a:lnTo>
                  <a:lnTo>
                    <a:pt x="5717867" y="1449275"/>
                  </a:lnTo>
                  <a:lnTo>
                    <a:pt x="5794499" y="1458050"/>
                  </a:lnTo>
                  <a:lnTo>
                    <a:pt x="5871132" y="1466662"/>
                  </a:lnTo>
                  <a:lnTo>
                    <a:pt x="5947764" y="1475113"/>
                  </a:lnTo>
                  <a:lnTo>
                    <a:pt x="6024397" y="1483405"/>
                  </a:lnTo>
                  <a:lnTo>
                    <a:pt x="6101029" y="1491543"/>
                  </a:lnTo>
                  <a:lnTo>
                    <a:pt x="6177662" y="1499529"/>
                  </a:lnTo>
                  <a:lnTo>
                    <a:pt x="6254294" y="1507365"/>
                  </a:lnTo>
                  <a:lnTo>
                    <a:pt x="6330927" y="1515055"/>
                  </a:lnTo>
                  <a:lnTo>
                    <a:pt x="6407560" y="1522602"/>
                  </a:lnTo>
                  <a:lnTo>
                    <a:pt x="6484192" y="1530007"/>
                  </a:lnTo>
                  <a:lnTo>
                    <a:pt x="6560825" y="1537274"/>
                  </a:lnTo>
                  <a:lnTo>
                    <a:pt x="6637457" y="1544405"/>
                  </a:lnTo>
                  <a:lnTo>
                    <a:pt x="6714090" y="1551403"/>
                  </a:lnTo>
                  <a:lnTo>
                    <a:pt x="6790722" y="1558270"/>
                  </a:lnTo>
                  <a:lnTo>
                    <a:pt x="6867355" y="1565008"/>
                  </a:lnTo>
                  <a:lnTo>
                    <a:pt x="6943987" y="1571621"/>
                  </a:lnTo>
                  <a:lnTo>
                    <a:pt x="7020620" y="1578110"/>
                  </a:lnTo>
                  <a:lnTo>
                    <a:pt x="7097253" y="1584478"/>
                  </a:lnTo>
                  <a:lnTo>
                    <a:pt x="7173885" y="1590727"/>
                  </a:lnTo>
                  <a:lnTo>
                    <a:pt x="7250518" y="1596859"/>
                  </a:lnTo>
                  <a:lnTo>
                    <a:pt x="7327150" y="1602877"/>
                  </a:lnTo>
                  <a:lnTo>
                    <a:pt x="7403783" y="16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(1.14-1.36), p = &lt;0.001  |  per IQR decline (Δ = 0.30): 1.92 (1.48-2.50)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2026-05-28T22:29:49Z</dcterms:modified>
  <cp:category/>
</cp:coreProperties>
</file>