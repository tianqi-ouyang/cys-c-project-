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2518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559192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593195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2719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421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57619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1019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365618"/>
              <a:ext cx="6964104" cy="959449"/>
            </a:xfrm>
            <a:custGeom>
              <a:avLst/>
              <a:pathLst>
                <a:path w="6964104" h="959449">
                  <a:moveTo>
                    <a:pt x="0" y="0"/>
                  </a:moveTo>
                  <a:lnTo>
                    <a:pt x="70344" y="27036"/>
                  </a:lnTo>
                  <a:lnTo>
                    <a:pt x="140688" y="53367"/>
                  </a:lnTo>
                  <a:lnTo>
                    <a:pt x="211033" y="79009"/>
                  </a:lnTo>
                  <a:lnTo>
                    <a:pt x="281377" y="103982"/>
                  </a:lnTo>
                  <a:lnTo>
                    <a:pt x="351722" y="128301"/>
                  </a:lnTo>
                  <a:lnTo>
                    <a:pt x="422066" y="151986"/>
                  </a:lnTo>
                  <a:lnTo>
                    <a:pt x="492411" y="175051"/>
                  </a:lnTo>
                  <a:lnTo>
                    <a:pt x="562755" y="197514"/>
                  </a:lnTo>
                  <a:lnTo>
                    <a:pt x="633100" y="219389"/>
                  </a:lnTo>
                  <a:lnTo>
                    <a:pt x="703444" y="240694"/>
                  </a:lnTo>
                  <a:lnTo>
                    <a:pt x="773789" y="261441"/>
                  </a:lnTo>
                  <a:lnTo>
                    <a:pt x="844133" y="281646"/>
                  </a:lnTo>
                  <a:lnTo>
                    <a:pt x="914478" y="301323"/>
                  </a:lnTo>
                  <a:lnTo>
                    <a:pt x="984822" y="320487"/>
                  </a:lnTo>
                  <a:lnTo>
                    <a:pt x="1055167" y="339149"/>
                  </a:lnTo>
                  <a:lnTo>
                    <a:pt x="1125511" y="357324"/>
                  </a:lnTo>
                  <a:lnTo>
                    <a:pt x="1195856" y="375023"/>
                  </a:lnTo>
                  <a:lnTo>
                    <a:pt x="1266200" y="392261"/>
                  </a:lnTo>
                  <a:lnTo>
                    <a:pt x="1336545" y="409047"/>
                  </a:lnTo>
                  <a:lnTo>
                    <a:pt x="1406889" y="425396"/>
                  </a:lnTo>
                  <a:lnTo>
                    <a:pt x="1477234" y="441317"/>
                  </a:lnTo>
                  <a:lnTo>
                    <a:pt x="1547578" y="456821"/>
                  </a:lnTo>
                  <a:lnTo>
                    <a:pt x="1617923" y="471921"/>
                  </a:lnTo>
                  <a:lnTo>
                    <a:pt x="1688267" y="486626"/>
                  </a:lnTo>
                  <a:lnTo>
                    <a:pt x="1758612" y="500947"/>
                  </a:lnTo>
                  <a:lnTo>
                    <a:pt x="1828956" y="514894"/>
                  </a:lnTo>
                  <a:lnTo>
                    <a:pt x="1899301" y="528476"/>
                  </a:lnTo>
                  <a:lnTo>
                    <a:pt x="1969645" y="541704"/>
                  </a:lnTo>
                  <a:lnTo>
                    <a:pt x="2039990" y="554586"/>
                  </a:lnTo>
                  <a:lnTo>
                    <a:pt x="2110334" y="567131"/>
                  </a:lnTo>
                  <a:lnTo>
                    <a:pt x="2180679" y="579348"/>
                  </a:lnTo>
                  <a:lnTo>
                    <a:pt x="2251023" y="591246"/>
                  </a:lnTo>
                  <a:lnTo>
                    <a:pt x="2321368" y="602833"/>
                  </a:lnTo>
                  <a:lnTo>
                    <a:pt x="2391712" y="614118"/>
                  </a:lnTo>
                  <a:lnTo>
                    <a:pt x="2462057" y="625107"/>
                  </a:lnTo>
                  <a:lnTo>
                    <a:pt x="2532401" y="635810"/>
                  </a:lnTo>
                  <a:lnTo>
                    <a:pt x="2602746" y="646232"/>
                  </a:lnTo>
                  <a:lnTo>
                    <a:pt x="2673090" y="656383"/>
                  </a:lnTo>
                  <a:lnTo>
                    <a:pt x="2743435" y="666268"/>
                  </a:lnTo>
                  <a:lnTo>
                    <a:pt x="2813779" y="675894"/>
                  </a:lnTo>
                  <a:lnTo>
                    <a:pt x="2884124" y="685270"/>
                  </a:lnTo>
                  <a:lnTo>
                    <a:pt x="2954468" y="694400"/>
                  </a:lnTo>
                  <a:lnTo>
                    <a:pt x="3024813" y="703292"/>
                  </a:lnTo>
                  <a:lnTo>
                    <a:pt x="3095157" y="711951"/>
                  </a:lnTo>
                  <a:lnTo>
                    <a:pt x="3165502" y="720384"/>
                  </a:lnTo>
                  <a:lnTo>
                    <a:pt x="3235846" y="728597"/>
                  </a:lnTo>
                  <a:lnTo>
                    <a:pt x="3306191" y="735874"/>
                  </a:lnTo>
                  <a:lnTo>
                    <a:pt x="3376535" y="739218"/>
                  </a:lnTo>
                  <a:lnTo>
                    <a:pt x="3446880" y="742524"/>
                  </a:lnTo>
                  <a:lnTo>
                    <a:pt x="3517224" y="745792"/>
                  </a:lnTo>
                  <a:lnTo>
                    <a:pt x="3587569" y="749025"/>
                  </a:lnTo>
                  <a:lnTo>
                    <a:pt x="3657913" y="752221"/>
                  </a:lnTo>
                  <a:lnTo>
                    <a:pt x="3728257" y="755381"/>
                  </a:lnTo>
                  <a:lnTo>
                    <a:pt x="3798602" y="758506"/>
                  </a:lnTo>
                  <a:lnTo>
                    <a:pt x="3868946" y="761596"/>
                  </a:lnTo>
                  <a:lnTo>
                    <a:pt x="3939291" y="764652"/>
                  </a:lnTo>
                  <a:lnTo>
                    <a:pt x="4009635" y="767673"/>
                  </a:lnTo>
                  <a:lnTo>
                    <a:pt x="4079980" y="770660"/>
                  </a:lnTo>
                  <a:lnTo>
                    <a:pt x="4150324" y="773614"/>
                  </a:lnTo>
                  <a:lnTo>
                    <a:pt x="4220669" y="776535"/>
                  </a:lnTo>
                  <a:lnTo>
                    <a:pt x="4291013" y="779424"/>
                  </a:lnTo>
                  <a:lnTo>
                    <a:pt x="4361358" y="782280"/>
                  </a:lnTo>
                  <a:lnTo>
                    <a:pt x="4431702" y="785104"/>
                  </a:lnTo>
                  <a:lnTo>
                    <a:pt x="4502047" y="787896"/>
                  </a:lnTo>
                  <a:lnTo>
                    <a:pt x="4572391" y="790657"/>
                  </a:lnTo>
                  <a:lnTo>
                    <a:pt x="4642736" y="793388"/>
                  </a:lnTo>
                  <a:lnTo>
                    <a:pt x="4713080" y="796088"/>
                  </a:lnTo>
                  <a:lnTo>
                    <a:pt x="4783425" y="798757"/>
                  </a:lnTo>
                  <a:lnTo>
                    <a:pt x="4853769" y="801397"/>
                  </a:lnTo>
                  <a:lnTo>
                    <a:pt x="4924114" y="804007"/>
                  </a:lnTo>
                  <a:lnTo>
                    <a:pt x="4994458" y="806588"/>
                  </a:lnTo>
                  <a:lnTo>
                    <a:pt x="5064803" y="809140"/>
                  </a:lnTo>
                  <a:lnTo>
                    <a:pt x="5135147" y="811663"/>
                  </a:lnTo>
                  <a:lnTo>
                    <a:pt x="5205492" y="814159"/>
                  </a:lnTo>
                  <a:lnTo>
                    <a:pt x="5275836" y="816626"/>
                  </a:lnTo>
                  <a:lnTo>
                    <a:pt x="5346181" y="819066"/>
                  </a:lnTo>
                  <a:lnTo>
                    <a:pt x="5416525" y="821478"/>
                  </a:lnTo>
                  <a:lnTo>
                    <a:pt x="5486870" y="823864"/>
                  </a:lnTo>
                  <a:lnTo>
                    <a:pt x="5557214" y="826222"/>
                  </a:lnTo>
                  <a:lnTo>
                    <a:pt x="5627559" y="828555"/>
                  </a:lnTo>
                  <a:lnTo>
                    <a:pt x="5697903" y="830861"/>
                  </a:lnTo>
                  <a:lnTo>
                    <a:pt x="5768248" y="833141"/>
                  </a:lnTo>
                  <a:lnTo>
                    <a:pt x="5838592" y="835396"/>
                  </a:lnTo>
                  <a:lnTo>
                    <a:pt x="5908937" y="837626"/>
                  </a:lnTo>
                  <a:lnTo>
                    <a:pt x="5979281" y="839831"/>
                  </a:lnTo>
                  <a:lnTo>
                    <a:pt x="6049626" y="842011"/>
                  </a:lnTo>
                  <a:lnTo>
                    <a:pt x="6119970" y="844167"/>
                  </a:lnTo>
                  <a:lnTo>
                    <a:pt x="6190315" y="846298"/>
                  </a:lnTo>
                  <a:lnTo>
                    <a:pt x="6260659" y="848406"/>
                  </a:lnTo>
                  <a:lnTo>
                    <a:pt x="6331004" y="850490"/>
                  </a:lnTo>
                  <a:lnTo>
                    <a:pt x="6401348" y="852551"/>
                  </a:lnTo>
                  <a:lnTo>
                    <a:pt x="6471693" y="854589"/>
                  </a:lnTo>
                  <a:lnTo>
                    <a:pt x="6542037" y="856604"/>
                  </a:lnTo>
                  <a:lnTo>
                    <a:pt x="6612382" y="858596"/>
                  </a:lnTo>
                  <a:lnTo>
                    <a:pt x="6682726" y="860566"/>
                  </a:lnTo>
                  <a:lnTo>
                    <a:pt x="6753071" y="862514"/>
                  </a:lnTo>
                  <a:lnTo>
                    <a:pt x="6823415" y="864441"/>
                  </a:lnTo>
                  <a:lnTo>
                    <a:pt x="6893760" y="866345"/>
                  </a:lnTo>
                  <a:lnTo>
                    <a:pt x="6964104" y="868229"/>
                  </a:lnTo>
                  <a:lnTo>
                    <a:pt x="6964104" y="959449"/>
                  </a:lnTo>
                  <a:lnTo>
                    <a:pt x="6893760" y="957431"/>
                  </a:lnTo>
                  <a:lnTo>
                    <a:pt x="6823415" y="955358"/>
                  </a:lnTo>
                  <a:lnTo>
                    <a:pt x="6753071" y="953230"/>
                  </a:lnTo>
                  <a:lnTo>
                    <a:pt x="6682726" y="951045"/>
                  </a:lnTo>
                  <a:lnTo>
                    <a:pt x="6612382" y="948801"/>
                  </a:lnTo>
                  <a:lnTo>
                    <a:pt x="6542037" y="946497"/>
                  </a:lnTo>
                  <a:lnTo>
                    <a:pt x="6471693" y="944131"/>
                  </a:lnTo>
                  <a:lnTo>
                    <a:pt x="6401348" y="941701"/>
                  </a:lnTo>
                  <a:lnTo>
                    <a:pt x="6331004" y="939206"/>
                  </a:lnTo>
                  <a:lnTo>
                    <a:pt x="6260659" y="936645"/>
                  </a:lnTo>
                  <a:lnTo>
                    <a:pt x="6190315" y="934015"/>
                  </a:lnTo>
                  <a:lnTo>
                    <a:pt x="6119970" y="931314"/>
                  </a:lnTo>
                  <a:lnTo>
                    <a:pt x="6049626" y="928540"/>
                  </a:lnTo>
                  <a:lnTo>
                    <a:pt x="5979281" y="925692"/>
                  </a:lnTo>
                  <a:lnTo>
                    <a:pt x="5908937" y="922768"/>
                  </a:lnTo>
                  <a:lnTo>
                    <a:pt x="5838592" y="919766"/>
                  </a:lnTo>
                  <a:lnTo>
                    <a:pt x="5768248" y="916682"/>
                  </a:lnTo>
                  <a:lnTo>
                    <a:pt x="5697903" y="913516"/>
                  </a:lnTo>
                  <a:lnTo>
                    <a:pt x="5627559" y="910265"/>
                  </a:lnTo>
                  <a:lnTo>
                    <a:pt x="5557214" y="906927"/>
                  </a:lnTo>
                  <a:lnTo>
                    <a:pt x="5486870" y="903500"/>
                  </a:lnTo>
                  <a:lnTo>
                    <a:pt x="5416525" y="899980"/>
                  </a:lnTo>
                  <a:lnTo>
                    <a:pt x="5346181" y="896366"/>
                  </a:lnTo>
                  <a:lnTo>
                    <a:pt x="5275836" y="892655"/>
                  </a:lnTo>
                  <a:lnTo>
                    <a:pt x="5205492" y="888844"/>
                  </a:lnTo>
                  <a:lnTo>
                    <a:pt x="5135147" y="884931"/>
                  </a:lnTo>
                  <a:lnTo>
                    <a:pt x="5064803" y="880913"/>
                  </a:lnTo>
                  <a:lnTo>
                    <a:pt x="4994458" y="876787"/>
                  </a:lnTo>
                  <a:lnTo>
                    <a:pt x="4924114" y="872551"/>
                  </a:lnTo>
                  <a:lnTo>
                    <a:pt x="4853769" y="868201"/>
                  </a:lnTo>
                  <a:lnTo>
                    <a:pt x="4783425" y="863734"/>
                  </a:lnTo>
                  <a:lnTo>
                    <a:pt x="4713080" y="859147"/>
                  </a:lnTo>
                  <a:lnTo>
                    <a:pt x="4642736" y="854438"/>
                  </a:lnTo>
                  <a:lnTo>
                    <a:pt x="4572391" y="849601"/>
                  </a:lnTo>
                  <a:lnTo>
                    <a:pt x="4502047" y="844636"/>
                  </a:lnTo>
                  <a:lnTo>
                    <a:pt x="4431702" y="839536"/>
                  </a:lnTo>
                  <a:lnTo>
                    <a:pt x="4361358" y="834300"/>
                  </a:lnTo>
                  <a:lnTo>
                    <a:pt x="4291013" y="828924"/>
                  </a:lnTo>
                  <a:lnTo>
                    <a:pt x="4220669" y="823403"/>
                  </a:lnTo>
                  <a:lnTo>
                    <a:pt x="4150324" y="817734"/>
                  </a:lnTo>
                  <a:lnTo>
                    <a:pt x="4079980" y="811913"/>
                  </a:lnTo>
                  <a:lnTo>
                    <a:pt x="4009635" y="805936"/>
                  </a:lnTo>
                  <a:lnTo>
                    <a:pt x="3939291" y="799799"/>
                  </a:lnTo>
                  <a:lnTo>
                    <a:pt x="3868946" y="793497"/>
                  </a:lnTo>
                  <a:lnTo>
                    <a:pt x="3798602" y="787025"/>
                  </a:lnTo>
                  <a:lnTo>
                    <a:pt x="3728257" y="780380"/>
                  </a:lnTo>
                  <a:lnTo>
                    <a:pt x="3657913" y="773557"/>
                  </a:lnTo>
                  <a:lnTo>
                    <a:pt x="3587569" y="766551"/>
                  </a:lnTo>
                  <a:lnTo>
                    <a:pt x="3517224" y="759357"/>
                  </a:lnTo>
                  <a:lnTo>
                    <a:pt x="3446880" y="751969"/>
                  </a:lnTo>
                  <a:lnTo>
                    <a:pt x="3376535" y="744384"/>
                  </a:lnTo>
                  <a:lnTo>
                    <a:pt x="3306191" y="736595"/>
                  </a:lnTo>
                  <a:lnTo>
                    <a:pt x="3235846" y="732493"/>
                  </a:lnTo>
                  <a:lnTo>
                    <a:pt x="3165502" y="729074"/>
                  </a:lnTo>
                  <a:lnTo>
                    <a:pt x="3095157" y="725616"/>
                  </a:lnTo>
                  <a:lnTo>
                    <a:pt x="3024813" y="722119"/>
                  </a:lnTo>
                  <a:lnTo>
                    <a:pt x="2954468" y="718582"/>
                  </a:lnTo>
                  <a:lnTo>
                    <a:pt x="2884124" y="715005"/>
                  </a:lnTo>
                  <a:lnTo>
                    <a:pt x="2813779" y="711388"/>
                  </a:lnTo>
                  <a:lnTo>
                    <a:pt x="2743435" y="707730"/>
                  </a:lnTo>
                  <a:lnTo>
                    <a:pt x="2673090" y="704030"/>
                  </a:lnTo>
                  <a:lnTo>
                    <a:pt x="2602746" y="700289"/>
                  </a:lnTo>
                  <a:lnTo>
                    <a:pt x="2532401" y="696505"/>
                  </a:lnTo>
                  <a:lnTo>
                    <a:pt x="2462057" y="692678"/>
                  </a:lnTo>
                  <a:lnTo>
                    <a:pt x="2391712" y="688809"/>
                  </a:lnTo>
                  <a:lnTo>
                    <a:pt x="2321368" y="684895"/>
                  </a:lnTo>
                  <a:lnTo>
                    <a:pt x="2251023" y="680937"/>
                  </a:lnTo>
                  <a:lnTo>
                    <a:pt x="2180679" y="676934"/>
                  </a:lnTo>
                  <a:lnTo>
                    <a:pt x="2110334" y="672886"/>
                  </a:lnTo>
                  <a:lnTo>
                    <a:pt x="2039990" y="668792"/>
                  </a:lnTo>
                  <a:lnTo>
                    <a:pt x="1969645" y="664652"/>
                  </a:lnTo>
                  <a:lnTo>
                    <a:pt x="1899301" y="660465"/>
                  </a:lnTo>
                  <a:lnTo>
                    <a:pt x="1828956" y="656231"/>
                  </a:lnTo>
                  <a:lnTo>
                    <a:pt x="1758612" y="651948"/>
                  </a:lnTo>
                  <a:lnTo>
                    <a:pt x="1688267" y="647618"/>
                  </a:lnTo>
                  <a:lnTo>
                    <a:pt x="1617923" y="643238"/>
                  </a:lnTo>
                  <a:lnTo>
                    <a:pt x="1547578" y="638809"/>
                  </a:lnTo>
                  <a:lnTo>
                    <a:pt x="1477234" y="634329"/>
                  </a:lnTo>
                  <a:lnTo>
                    <a:pt x="1406889" y="629799"/>
                  </a:lnTo>
                  <a:lnTo>
                    <a:pt x="1336545" y="625218"/>
                  </a:lnTo>
                  <a:lnTo>
                    <a:pt x="1266200" y="620584"/>
                  </a:lnTo>
                  <a:lnTo>
                    <a:pt x="1195856" y="615899"/>
                  </a:lnTo>
                  <a:lnTo>
                    <a:pt x="1125511" y="611160"/>
                  </a:lnTo>
                  <a:lnTo>
                    <a:pt x="1055167" y="606368"/>
                  </a:lnTo>
                  <a:lnTo>
                    <a:pt x="984822" y="601521"/>
                  </a:lnTo>
                  <a:lnTo>
                    <a:pt x="914478" y="596620"/>
                  </a:lnTo>
                  <a:lnTo>
                    <a:pt x="844133" y="591663"/>
                  </a:lnTo>
                  <a:lnTo>
                    <a:pt x="773789" y="586650"/>
                  </a:lnTo>
                  <a:lnTo>
                    <a:pt x="703444" y="581580"/>
                  </a:lnTo>
                  <a:lnTo>
                    <a:pt x="633100" y="576453"/>
                  </a:lnTo>
                  <a:lnTo>
                    <a:pt x="562755" y="571268"/>
                  </a:lnTo>
                  <a:lnTo>
                    <a:pt x="492411" y="566025"/>
                  </a:lnTo>
                  <a:lnTo>
                    <a:pt x="422066" y="560722"/>
                  </a:lnTo>
                  <a:lnTo>
                    <a:pt x="351722" y="555359"/>
                  </a:lnTo>
                  <a:lnTo>
                    <a:pt x="281377" y="549935"/>
                  </a:lnTo>
                  <a:lnTo>
                    <a:pt x="211033" y="544450"/>
                  </a:lnTo>
                  <a:lnTo>
                    <a:pt x="140688" y="538902"/>
                  </a:lnTo>
                  <a:lnTo>
                    <a:pt x="70344" y="533293"/>
                  </a:lnTo>
                  <a:lnTo>
                    <a:pt x="0" y="5276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235312" y="2365618"/>
              <a:ext cx="6964104" cy="868229"/>
            </a:xfrm>
            <a:custGeom>
              <a:avLst/>
              <a:pathLst>
                <a:path w="6964104" h="868229">
                  <a:moveTo>
                    <a:pt x="0" y="0"/>
                  </a:moveTo>
                  <a:lnTo>
                    <a:pt x="70344" y="27036"/>
                  </a:lnTo>
                  <a:lnTo>
                    <a:pt x="140688" y="53367"/>
                  </a:lnTo>
                  <a:lnTo>
                    <a:pt x="211033" y="79009"/>
                  </a:lnTo>
                  <a:lnTo>
                    <a:pt x="281377" y="103982"/>
                  </a:lnTo>
                  <a:lnTo>
                    <a:pt x="351722" y="128301"/>
                  </a:lnTo>
                  <a:lnTo>
                    <a:pt x="422066" y="151986"/>
                  </a:lnTo>
                  <a:lnTo>
                    <a:pt x="492411" y="175051"/>
                  </a:lnTo>
                  <a:lnTo>
                    <a:pt x="562755" y="197514"/>
                  </a:lnTo>
                  <a:lnTo>
                    <a:pt x="633100" y="219389"/>
                  </a:lnTo>
                  <a:lnTo>
                    <a:pt x="703444" y="240694"/>
                  </a:lnTo>
                  <a:lnTo>
                    <a:pt x="773789" y="261441"/>
                  </a:lnTo>
                  <a:lnTo>
                    <a:pt x="844133" y="281646"/>
                  </a:lnTo>
                  <a:lnTo>
                    <a:pt x="914478" y="301323"/>
                  </a:lnTo>
                  <a:lnTo>
                    <a:pt x="984822" y="320487"/>
                  </a:lnTo>
                  <a:lnTo>
                    <a:pt x="1055167" y="339149"/>
                  </a:lnTo>
                  <a:lnTo>
                    <a:pt x="1125511" y="357324"/>
                  </a:lnTo>
                  <a:lnTo>
                    <a:pt x="1195856" y="375023"/>
                  </a:lnTo>
                  <a:lnTo>
                    <a:pt x="1266200" y="392261"/>
                  </a:lnTo>
                  <a:lnTo>
                    <a:pt x="1336545" y="409047"/>
                  </a:lnTo>
                  <a:lnTo>
                    <a:pt x="1406889" y="425396"/>
                  </a:lnTo>
                  <a:lnTo>
                    <a:pt x="1477234" y="441317"/>
                  </a:lnTo>
                  <a:lnTo>
                    <a:pt x="1547578" y="456821"/>
                  </a:lnTo>
                  <a:lnTo>
                    <a:pt x="1617923" y="471921"/>
                  </a:lnTo>
                  <a:lnTo>
                    <a:pt x="1688267" y="486626"/>
                  </a:lnTo>
                  <a:lnTo>
                    <a:pt x="1758612" y="500947"/>
                  </a:lnTo>
                  <a:lnTo>
                    <a:pt x="1828956" y="514894"/>
                  </a:lnTo>
                  <a:lnTo>
                    <a:pt x="1899301" y="528476"/>
                  </a:lnTo>
                  <a:lnTo>
                    <a:pt x="1969645" y="541704"/>
                  </a:lnTo>
                  <a:lnTo>
                    <a:pt x="2039990" y="554586"/>
                  </a:lnTo>
                  <a:lnTo>
                    <a:pt x="2110334" y="567131"/>
                  </a:lnTo>
                  <a:lnTo>
                    <a:pt x="2180679" y="579348"/>
                  </a:lnTo>
                  <a:lnTo>
                    <a:pt x="2251023" y="591246"/>
                  </a:lnTo>
                  <a:lnTo>
                    <a:pt x="2321368" y="602833"/>
                  </a:lnTo>
                  <a:lnTo>
                    <a:pt x="2391712" y="614118"/>
                  </a:lnTo>
                  <a:lnTo>
                    <a:pt x="2462057" y="625107"/>
                  </a:lnTo>
                  <a:lnTo>
                    <a:pt x="2532401" y="635810"/>
                  </a:lnTo>
                  <a:lnTo>
                    <a:pt x="2602746" y="646232"/>
                  </a:lnTo>
                  <a:lnTo>
                    <a:pt x="2673090" y="656383"/>
                  </a:lnTo>
                  <a:lnTo>
                    <a:pt x="2743435" y="666268"/>
                  </a:lnTo>
                  <a:lnTo>
                    <a:pt x="2813779" y="675894"/>
                  </a:lnTo>
                  <a:lnTo>
                    <a:pt x="2884124" y="685270"/>
                  </a:lnTo>
                  <a:lnTo>
                    <a:pt x="2954468" y="694400"/>
                  </a:lnTo>
                  <a:lnTo>
                    <a:pt x="3024813" y="703292"/>
                  </a:lnTo>
                  <a:lnTo>
                    <a:pt x="3095157" y="711951"/>
                  </a:lnTo>
                  <a:lnTo>
                    <a:pt x="3165502" y="720384"/>
                  </a:lnTo>
                  <a:lnTo>
                    <a:pt x="3235846" y="728597"/>
                  </a:lnTo>
                  <a:lnTo>
                    <a:pt x="3306191" y="735874"/>
                  </a:lnTo>
                  <a:lnTo>
                    <a:pt x="3376535" y="739218"/>
                  </a:lnTo>
                  <a:lnTo>
                    <a:pt x="3446880" y="742524"/>
                  </a:lnTo>
                  <a:lnTo>
                    <a:pt x="3517224" y="745792"/>
                  </a:lnTo>
                  <a:lnTo>
                    <a:pt x="3587569" y="749025"/>
                  </a:lnTo>
                  <a:lnTo>
                    <a:pt x="3657913" y="752221"/>
                  </a:lnTo>
                  <a:lnTo>
                    <a:pt x="3728257" y="755381"/>
                  </a:lnTo>
                  <a:lnTo>
                    <a:pt x="3798602" y="758506"/>
                  </a:lnTo>
                  <a:lnTo>
                    <a:pt x="3868946" y="761596"/>
                  </a:lnTo>
                  <a:lnTo>
                    <a:pt x="3939291" y="764652"/>
                  </a:lnTo>
                  <a:lnTo>
                    <a:pt x="4009635" y="767673"/>
                  </a:lnTo>
                  <a:lnTo>
                    <a:pt x="4079980" y="770660"/>
                  </a:lnTo>
                  <a:lnTo>
                    <a:pt x="4150324" y="773614"/>
                  </a:lnTo>
                  <a:lnTo>
                    <a:pt x="4220669" y="776535"/>
                  </a:lnTo>
                  <a:lnTo>
                    <a:pt x="4291013" y="779424"/>
                  </a:lnTo>
                  <a:lnTo>
                    <a:pt x="4361358" y="782280"/>
                  </a:lnTo>
                  <a:lnTo>
                    <a:pt x="4431702" y="785104"/>
                  </a:lnTo>
                  <a:lnTo>
                    <a:pt x="4502047" y="787896"/>
                  </a:lnTo>
                  <a:lnTo>
                    <a:pt x="4572391" y="790657"/>
                  </a:lnTo>
                  <a:lnTo>
                    <a:pt x="4642736" y="793388"/>
                  </a:lnTo>
                  <a:lnTo>
                    <a:pt x="4713080" y="796088"/>
                  </a:lnTo>
                  <a:lnTo>
                    <a:pt x="4783425" y="798757"/>
                  </a:lnTo>
                  <a:lnTo>
                    <a:pt x="4853769" y="801397"/>
                  </a:lnTo>
                  <a:lnTo>
                    <a:pt x="4924114" y="804007"/>
                  </a:lnTo>
                  <a:lnTo>
                    <a:pt x="4994458" y="806588"/>
                  </a:lnTo>
                  <a:lnTo>
                    <a:pt x="5064803" y="809140"/>
                  </a:lnTo>
                  <a:lnTo>
                    <a:pt x="5135147" y="811663"/>
                  </a:lnTo>
                  <a:lnTo>
                    <a:pt x="5205492" y="814159"/>
                  </a:lnTo>
                  <a:lnTo>
                    <a:pt x="5275836" y="816626"/>
                  </a:lnTo>
                  <a:lnTo>
                    <a:pt x="5346181" y="819066"/>
                  </a:lnTo>
                  <a:lnTo>
                    <a:pt x="5416525" y="821478"/>
                  </a:lnTo>
                  <a:lnTo>
                    <a:pt x="5486870" y="823864"/>
                  </a:lnTo>
                  <a:lnTo>
                    <a:pt x="5557214" y="826222"/>
                  </a:lnTo>
                  <a:lnTo>
                    <a:pt x="5627559" y="828555"/>
                  </a:lnTo>
                  <a:lnTo>
                    <a:pt x="5697903" y="830861"/>
                  </a:lnTo>
                  <a:lnTo>
                    <a:pt x="5768248" y="833141"/>
                  </a:lnTo>
                  <a:lnTo>
                    <a:pt x="5838592" y="835396"/>
                  </a:lnTo>
                  <a:lnTo>
                    <a:pt x="5908937" y="837626"/>
                  </a:lnTo>
                  <a:lnTo>
                    <a:pt x="5979281" y="839831"/>
                  </a:lnTo>
                  <a:lnTo>
                    <a:pt x="6049626" y="842011"/>
                  </a:lnTo>
                  <a:lnTo>
                    <a:pt x="6119970" y="844167"/>
                  </a:lnTo>
                  <a:lnTo>
                    <a:pt x="6190315" y="846298"/>
                  </a:lnTo>
                  <a:lnTo>
                    <a:pt x="6260659" y="848406"/>
                  </a:lnTo>
                  <a:lnTo>
                    <a:pt x="6331004" y="850490"/>
                  </a:lnTo>
                  <a:lnTo>
                    <a:pt x="6401348" y="852551"/>
                  </a:lnTo>
                  <a:lnTo>
                    <a:pt x="6471693" y="854589"/>
                  </a:lnTo>
                  <a:lnTo>
                    <a:pt x="6542037" y="856604"/>
                  </a:lnTo>
                  <a:lnTo>
                    <a:pt x="6612382" y="858596"/>
                  </a:lnTo>
                  <a:lnTo>
                    <a:pt x="6682726" y="860566"/>
                  </a:lnTo>
                  <a:lnTo>
                    <a:pt x="6753071" y="862514"/>
                  </a:lnTo>
                  <a:lnTo>
                    <a:pt x="6823415" y="864441"/>
                  </a:lnTo>
                  <a:lnTo>
                    <a:pt x="6893760" y="866345"/>
                  </a:lnTo>
                  <a:lnTo>
                    <a:pt x="6964104" y="868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893238"/>
              <a:ext cx="6964104" cy="431830"/>
            </a:xfrm>
            <a:custGeom>
              <a:avLst/>
              <a:pathLst>
                <a:path w="6964104" h="431830">
                  <a:moveTo>
                    <a:pt x="6964104" y="431830"/>
                  </a:moveTo>
                  <a:lnTo>
                    <a:pt x="6893760" y="429811"/>
                  </a:lnTo>
                  <a:lnTo>
                    <a:pt x="6823415" y="427739"/>
                  </a:lnTo>
                  <a:lnTo>
                    <a:pt x="6753071" y="425610"/>
                  </a:lnTo>
                  <a:lnTo>
                    <a:pt x="6682726" y="423425"/>
                  </a:lnTo>
                  <a:lnTo>
                    <a:pt x="6612382" y="421181"/>
                  </a:lnTo>
                  <a:lnTo>
                    <a:pt x="6542037" y="418877"/>
                  </a:lnTo>
                  <a:lnTo>
                    <a:pt x="6471693" y="416511"/>
                  </a:lnTo>
                  <a:lnTo>
                    <a:pt x="6401348" y="414082"/>
                  </a:lnTo>
                  <a:lnTo>
                    <a:pt x="6331004" y="411587"/>
                  </a:lnTo>
                  <a:lnTo>
                    <a:pt x="6260659" y="409025"/>
                  </a:lnTo>
                  <a:lnTo>
                    <a:pt x="6190315" y="406395"/>
                  </a:lnTo>
                  <a:lnTo>
                    <a:pt x="6119970" y="403694"/>
                  </a:lnTo>
                  <a:lnTo>
                    <a:pt x="6049626" y="400921"/>
                  </a:lnTo>
                  <a:lnTo>
                    <a:pt x="5979281" y="398073"/>
                  </a:lnTo>
                  <a:lnTo>
                    <a:pt x="5908937" y="395149"/>
                  </a:lnTo>
                  <a:lnTo>
                    <a:pt x="5838592" y="392146"/>
                  </a:lnTo>
                  <a:lnTo>
                    <a:pt x="5768248" y="389063"/>
                  </a:lnTo>
                  <a:lnTo>
                    <a:pt x="5697903" y="385897"/>
                  </a:lnTo>
                  <a:lnTo>
                    <a:pt x="5627559" y="382646"/>
                  </a:lnTo>
                  <a:lnTo>
                    <a:pt x="5557214" y="379308"/>
                  </a:lnTo>
                  <a:lnTo>
                    <a:pt x="5486870" y="375880"/>
                  </a:lnTo>
                  <a:lnTo>
                    <a:pt x="5416525" y="372360"/>
                  </a:lnTo>
                  <a:lnTo>
                    <a:pt x="5346181" y="368746"/>
                  </a:lnTo>
                  <a:lnTo>
                    <a:pt x="5275836" y="365035"/>
                  </a:lnTo>
                  <a:lnTo>
                    <a:pt x="5205492" y="361224"/>
                  </a:lnTo>
                  <a:lnTo>
                    <a:pt x="5135147" y="357311"/>
                  </a:lnTo>
                  <a:lnTo>
                    <a:pt x="5064803" y="353293"/>
                  </a:lnTo>
                  <a:lnTo>
                    <a:pt x="4994458" y="349168"/>
                  </a:lnTo>
                  <a:lnTo>
                    <a:pt x="4924114" y="344931"/>
                  </a:lnTo>
                  <a:lnTo>
                    <a:pt x="4853769" y="340581"/>
                  </a:lnTo>
                  <a:lnTo>
                    <a:pt x="4783425" y="336114"/>
                  </a:lnTo>
                  <a:lnTo>
                    <a:pt x="4713080" y="331528"/>
                  </a:lnTo>
                  <a:lnTo>
                    <a:pt x="4642736" y="326818"/>
                  </a:lnTo>
                  <a:lnTo>
                    <a:pt x="4572391" y="321982"/>
                  </a:lnTo>
                  <a:lnTo>
                    <a:pt x="4502047" y="317016"/>
                  </a:lnTo>
                  <a:lnTo>
                    <a:pt x="4431702" y="311917"/>
                  </a:lnTo>
                  <a:lnTo>
                    <a:pt x="4361358" y="306681"/>
                  </a:lnTo>
                  <a:lnTo>
                    <a:pt x="4291013" y="301304"/>
                  </a:lnTo>
                  <a:lnTo>
                    <a:pt x="4220669" y="295784"/>
                  </a:lnTo>
                  <a:lnTo>
                    <a:pt x="4150324" y="290115"/>
                  </a:lnTo>
                  <a:lnTo>
                    <a:pt x="4079980" y="284294"/>
                  </a:lnTo>
                  <a:lnTo>
                    <a:pt x="4009635" y="278317"/>
                  </a:lnTo>
                  <a:lnTo>
                    <a:pt x="3939291" y="272179"/>
                  </a:lnTo>
                  <a:lnTo>
                    <a:pt x="3868946" y="265877"/>
                  </a:lnTo>
                  <a:lnTo>
                    <a:pt x="3798602" y="259406"/>
                  </a:lnTo>
                  <a:lnTo>
                    <a:pt x="3728257" y="252761"/>
                  </a:lnTo>
                  <a:lnTo>
                    <a:pt x="3657913" y="245938"/>
                  </a:lnTo>
                  <a:lnTo>
                    <a:pt x="3587569" y="238931"/>
                  </a:lnTo>
                  <a:lnTo>
                    <a:pt x="3517224" y="231737"/>
                  </a:lnTo>
                  <a:lnTo>
                    <a:pt x="3446880" y="224350"/>
                  </a:lnTo>
                  <a:lnTo>
                    <a:pt x="3376535" y="216764"/>
                  </a:lnTo>
                  <a:lnTo>
                    <a:pt x="3306191" y="208975"/>
                  </a:lnTo>
                  <a:lnTo>
                    <a:pt x="3235846" y="204874"/>
                  </a:lnTo>
                  <a:lnTo>
                    <a:pt x="3165502" y="201454"/>
                  </a:lnTo>
                  <a:lnTo>
                    <a:pt x="3095157" y="197996"/>
                  </a:lnTo>
                  <a:lnTo>
                    <a:pt x="3024813" y="194499"/>
                  </a:lnTo>
                  <a:lnTo>
                    <a:pt x="2954468" y="190962"/>
                  </a:lnTo>
                  <a:lnTo>
                    <a:pt x="2884124" y="187386"/>
                  </a:lnTo>
                  <a:lnTo>
                    <a:pt x="2813779" y="183768"/>
                  </a:lnTo>
                  <a:lnTo>
                    <a:pt x="2743435" y="180110"/>
                  </a:lnTo>
                  <a:lnTo>
                    <a:pt x="2673090" y="176411"/>
                  </a:lnTo>
                  <a:lnTo>
                    <a:pt x="2602746" y="172669"/>
                  </a:lnTo>
                  <a:lnTo>
                    <a:pt x="2532401" y="168885"/>
                  </a:lnTo>
                  <a:lnTo>
                    <a:pt x="2462057" y="165059"/>
                  </a:lnTo>
                  <a:lnTo>
                    <a:pt x="2391712" y="161189"/>
                  </a:lnTo>
                  <a:lnTo>
                    <a:pt x="2321368" y="157275"/>
                  </a:lnTo>
                  <a:lnTo>
                    <a:pt x="2251023" y="153317"/>
                  </a:lnTo>
                  <a:lnTo>
                    <a:pt x="2180679" y="149315"/>
                  </a:lnTo>
                  <a:lnTo>
                    <a:pt x="2110334" y="145267"/>
                  </a:lnTo>
                  <a:lnTo>
                    <a:pt x="2039990" y="141173"/>
                  </a:lnTo>
                  <a:lnTo>
                    <a:pt x="1969645" y="137033"/>
                  </a:lnTo>
                  <a:lnTo>
                    <a:pt x="1899301" y="132846"/>
                  </a:lnTo>
                  <a:lnTo>
                    <a:pt x="1828956" y="128611"/>
                  </a:lnTo>
                  <a:lnTo>
                    <a:pt x="1758612" y="124329"/>
                  </a:lnTo>
                  <a:lnTo>
                    <a:pt x="1688267" y="119998"/>
                  </a:lnTo>
                  <a:lnTo>
                    <a:pt x="1617923" y="115618"/>
                  </a:lnTo>
                  <a:lnTo>
                    <a:pt x="1547578" y="111189"/>
                  </a:lnTo>
                  <a:lnTo>
                    <a:pt x="1477234" y="106710"/>
                  </a:lnTo>
                  <a:lnTo>
                    <a:pt x="1406889" y="102179"/>
                  </a:lnTo>
                  <a:lnTo>
                    <a:pt x="1336545" y="97598"/>
                  </a:lnTo>
                  <a:lnTo>
                    <a:pt x="1266200" y="92965"/>
                  </a:lnTo>
                  <a:lnTo>
                    <a:pt x="1195856" y="88279"/>
                  </a:lnTo>
                  <a:lnTo>
                    <a:pt x="1125511" y="83540"/>
                  </a:lnTo>
                  <a:lnTo>
                    <a:pt x="1055167" y="78748"/>
                  </a:lnTo>
                  <a:lnTo>
                    <a:pt x="984822" y="73902"/>
                  </a:lnTo>
                  <a:lnTo>
                    <a:pt x="914478" y="69000"/>
                  </a:lnTo>
                  <a:lnTo>
                    <a:pt x="844133" y="64043"/>
                  </a:lnTo>
                  <a:lnTo>
                    <a:pt x="773789" y="59030"/>
                  </a:lnTo>
                  <a:lnTo>
                    <a:pt x="703444" y="53961"/>
                  </a:lnTo>
                  <a:lnTo>
                    <a:pt x="633100" y="48834"/>
                  </a:lnTo>
                  <a:lnTo>
                    <a:pt x="562755" y="43649"/>
                  </a:lnTo>
                  <a:lnTo>
                    <a:pt x="492411" y="38405"/>
                  </a:lnTo>
                  <a:lnTo>
                    <a:pt x="422066" y="33102"/>
                  </a:lnTo>
                  <a:lnTo>
                    <a:pt x="351722" y="27739"/>
                  </a:lnTo>
                  <a:lnTo>
                    <a:pt x="281377" y="22315"/>
                  </a:lnTo>
                  <a:lnTo>
                    <a:pt x="211033" y="16830"/>
                  </a:lnTo>
                  <a:lnTo>
                    <a:pt x="140688" y="11283"/>
                  </a:lnTo>
                  <a:lnTo>
                    <a:pt x="70344" y="56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35312" y="2675975"/>
              <a:ext cx="6964104" cy="612421"/>
            </a:xfrm>
            <a:custGeom>
              <a:avLst/>
              <a:pathLst>
                <a:path w="6964104" h="612421">
                  <a:moveTo>
                    <a:pt x="0" y="0"/>
                  </a:moveTo>
                  <a:lnTo>
                    <a:pt x="70344" y="13536"/>
                  </a:lnTo>
                  <a:lnTo>
                    <a:pt x="140688" y="26819"/>
                  </a:lnTo>
                  <a:lnTo>
                    <a:pt x="211033" y="39854"/>
                  </a:lnTo>
                  <a:lnTo>
                    <a:pt x="281377" y="52646"/>
                  </a:lnTo>
                  <a:lnTo>
                    <a:pt x="351722" y="65198"/>
                  </a:lnTo>
                  <a:lnTo>
                    <a:pt x="422066" y="77516"/>
                  </a:lnTo>
                  <a:lnTo>
                    <a:pt x="492411" y="89604"/>
                  </a:lnTo>
                  <a:lnTo>
                    <a:pt x="562755" y="101465"/>
                  </a:lnTo>
                  <a:lnTo>
                    <a:pt x="633100" y="113106"/>
                  </a:lnTo>
                  <a:lnTo>
                    <a:pt x="703444" y="124528"/>
                  </a:lnTo>
                  <a:lnTo>
                    <a:pt x="773789" y="135737"/>
                  </a:lnTo>
                  <a:lnTo>
                    <a:pt x="844133" y="146737"/>
                  </a:lnTo>
                  <a:lnTo>
                    <a:pt x="914478" y="157531"/>
                  </a:lnTo>
                  <a:lnTo>
                    <a:pt x="984822" y="168123"/>
                  </a:lnTo>
                  <a:lnTo>
                    <a:pt x="1055167" y="178518"/>
                  </a:lnTo>
                  <a:lnTo>
                    <a:pt x="1125511" y="188718"/>
                  </a:lnTo>
                  <a:lnTo>
                    <a:pt x="1195856" y="198727"/>
                  </a:lnTo>
                  <a:lnTo>
                    <a:pt x="1266200" y="208550"/>
                  </a:lnTo>
                  <a:lnTo>
                    <a:pt x="1336545" y="218188"/>
                  </a:lnTo>
                  <a:lnTo>
                    <a:pt x="1406889" y="227647"/>
                  </a:lnTo>
                  <a:lnTo>
                    <a:pt x="1477234" y="236929"/>
                  </a:lnTo>
                  <a:lnTo>
                    <a:pt x="1547578" y="246038"/>
                  </a:lnTo>
                  <a:lnTo>
                    <a:pt x="1617923" y="254976"/>
                  </a:lnTo>
                  <a:lnTo>
                    <a:pt x="1688267" y="263747"/>
                  </a:lnTo>
                  <a:lnTo>
                    <a:pt x="1758612" y="272354"/>
                  </a:lnTo>
                  <a:lnTo>
                    <a:pt x="1828956" y="280801"/>
                  </a:lnTo>
                  <a:lnTo>
                    <a:pt x="1899301" y="289089"/>
                  </a:lnTo>
                  <a:lnTo>
                    <a:pt x="1969645" y="297223"/>
                  </a:lnTo>
                  <a:lnTo>
                    <a:pt x="2039990" y="305205"/>
                  </a:lnTo>
                  <a:lnTo>
                    <a:pt x="2110334" y="313037"/>
                  </a:lnTo>
                  <a:lnTo>
                    <a:pt x="2180679" y="320724"/>
                  </a:lnTo>
                  <a:lnTo>
                    <a:pt x="2251023" y="328266"/>
                  </a:lnTo>
                  <a:lnTo>
                    <a:pt x="2321368" y="335668"/>
                  </a:lnTo>
                  <a:lnTo>
                    <a:pt x="2391712" y="342931"/>
                  </a:lnTo>
                  <a:lnTo>
                    <a:pt x="2462057" y="350058"/>
                  </a:lnTo>
                  <a:lnTo>
                    <a:pt x="2532401" y="357053"/>
                  </a:lnTo>
                  <a:lnTo>
                    <a:pt x="2602746" y="363916"/>
                  </a:lnTo>
                  <a:lnTo>
                    <a:pt x="2673090" y="370652"/>
                  </a:lnTo>
                  <a:lnTo>
                    <a:pt x="2743435" y="377261"/>
                  </a:lnTo>
                  <a:lnTo>
                    <a:pt x="2813779" y="383747"/>
                  </a:lnTo>
                  <a:lnTo>
                    <a:pt x="2884124" y="390112"/>
                  </a:lnTo>
                  <a:lnTo>
                    <a:pt x="2954468" y="396357"/>
                  </a:lnTo>
                  <a:lnTo>
                    <a:pt x="3024813" y="402486"/>
                  </a:lnTo>
                  <a:lnTo>
                    <a:pt x="3095157" y="408501"/>
                  </a:lnTo>
                  <a:lnTo>
                    <a:pt x="3165502" y="414403"/>
                  </a:lnTo>
                  <a:lnTo>
                    <a:pt x="3235846" y="420195"/>
                  </a:lnTo>
                  <a:lnTo>
                    <a:pt x="3306191" y="425878"/>
                  </a:lnTo>
                  <a:lnTo>
                    <a:pt x="3376535" y="431456"/>
                  </a:lnTo>
                  <a:lnTo>
                    <a:pt x="3446880" y="436929"/>
                  </a:lnTo>
                  <a:lnTo>
                    <a:pt x="3517224" y="442300"/>
                  </a:lnTo>
                  <a:lnTo>
                    <a:pt x="3587569" y="447570"/>
                  </a:lnTo>
                  <a:lnTo>
                    <a:pt x="3657913" y="452742"/>
                  </a:lnTo>
                  <a:lnTo>
                    <a:pt x="3728257" y="457817"/>
                  </a:lnTo>
                  <a:lnTo>
                    <a:pt x="3798602" y="462798"/>
                  </a:lnTo>
                  <a:lnTo>
                    <a:pt x="3868946" y="467685"/>
                  </a:lnTo>
                  <a:lnTo>
                    <a:pt x="3939291" y="472481"/>
                  </a:lnTo>
                  <a:lnTo>
                    <a:pt x="4009635" y="477188"/>
                  </a:lnTo>
                  <a:lnTo>
                    <a:pt x="4079980" y="481806"/>
                  </a:lnTo>
                  <a:lnTo>
                    <a:pt x="4150324" y="486338"/>
                  </a:lnTo>
                  <a:lnTo>
                    <a:pt x="4220669" y="490786"/>
                  </a:lnTo>
                  <a:lnTo>
                    <a:pt x="4291013" y="495150"/>
                  </a:lnTo>
                  <a:lnTo>
                    <a:pt x="4361358" y="499433"/>
                  </a:lnTo>
                  <a:lnTo>
                    <a:pt x="4431702" y="503636"/>
                  </a:lnTo>
                  <a:lnTo>
                    <a:pt x="4502047" y="507760"/>
                  </a:lnTo>
                  <a:lnTo>
                    <a:pt x="4572391" y="511807"/>
                  </a:lnTo>
                  <a:lnTo>
                    <a:pt x="4642736" y="515779"/>
                  </a:lnTo>
                  <a:lnTo>
                    <a:pt x="4713080" y="519676"/>
                  </a:lnTo>
                  <a:lnTo>
                    <a:pt x="4783425" y="523500"/>
                  </a:lnTo>
                  <a:lnTo>
                    <a:pt x="4853769" y="527253"/>
                  </a:lnTo>
                  <a:lnTo>
                    <a:pt x="4924114" y="530936"/>
                  </a:lnTo>
                  <a:lnTo>
                    <a:pt x="4994458" y="534550"/>
                  </a:lnTo>
                  <a:lnTo>
                    <a:pt x="5064803" y="538096"/>
                  </a:lnTo>
                  <a:lnTo>
                    <a:pt x="5135147" y="541577"/>
                  </a:lnTo>
                  <a:lnTo>
                    <a:pt x="5205492" y="544992"/>
                  </a:lnTo>
                  <a:lnTo>
                    <a:pt x="5275836" y="548343"/>
                  </a:lnTo>
                  <a:lnTo>
                    <a:pt x="5346181" y="551632"/>
                  </a:lnTo>
                  <a:lnTo>
                    <a:pt x="5416525" y="554859"/>
                  </a:lnTo>
                  <a:lnTo>
                    <a:pt x="5486870" y="558026"/>
                  </a:lnTo>
                  <a:lnTo>
                    <a:pt x="5557214" y="561134"/>
                  </a:lnTo>
                  <a:lnTo>
                    <a:pt x="5627559" y="564183"/>
                  </a:lnTo>
                  <a:lnTo>
                    <a:pt x="5697903" y="567176"/>
                  </a:lnTo>
                  <a:lnTo>
                    <a:pt x="5768248" y="570113"/>
                  </a:lnTo>
                  <a:lnTo>
                    <a:pt x="5838592" y="572995"/>
                  </a:lnTo>
                  <a:lnTo>
                    <a:pt x="5908937" y="575823"/>
                  </a:lnTo>
                  <a:lnTo>
                    <a:pt x="5979281" y="578598"/>
                  </a:lnTo>
                  <a:lnTo>
                    <a:pt x="6049626" y="581321"/>
                  </a:lnTo>
                  <a:lnTo>
                    <a:pt x="6119970" y="583993"/>
                  </a:lnTo>
                  <a:lnTo>
                    <a:pt x="6190315" y="586616"/>
                  </a:lnTo>
                  <a:lnTo>
                    <a:pt x="6260659" y="589189"/>
                  </a:lnTo>
                  <a:lnTo>
                    <a:pt x="6331004" y="591715"/>
                  </a:lnTo>
                  <a:lnTo>
                    <a:pt x="6401348" y="594193"/>
                  </a:lnTo>
                  <a:lnTo>
                    <a:pt x="6471693" y="596625"/>
                  </a:lnTo>
                  <a:lnTo>
                    <a:pt x="6542037" y="599011"/>
                  </a:lnTo>
                  <a:lnTo>
                    <a:pt x="6612382" y="601353"/>
                  </a:lnTo>
                  <a:lnTo>
                    <a:pt x="6682726" y="603651"/>
                  </a:lnTo>
                  <a:lnTo>
                    <a:pt x="6753071" y="605906"/>
                  </a:lnTo>
                  <a:lnTo>
                    <a:pt x="6823415" y="608119"/>
                  </a:lnTo>
                  <a:lnTo>
                    <a:pt x="6893760" y="610290"/>
                  </a:lnTo>
                  <a:lnTo>
                    <a:pt x="6964104" y="6124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30353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61403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45104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48017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(1.14-1.36), p_Bonf = &lt;0.001 (n = 6)  |  per IQR decline (Δ = 29.9 %): 1.92 (1.48-2.50)  |  IQR: [-15.0, 14.9]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1498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285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4219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3557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1693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498299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7965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101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2379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373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2178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3538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294899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7625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57619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38979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033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1699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305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559011"/>
              <a:ext cx="6964104" cy="959449"/>
            </a:xfrm>
            <a:custGeom>
              <a:avLst/>
              <a:pathLst>
                <a:path w="6964104" h="959449">
                  <a:moveTo>
                    <a:pt x="0" y="0"/>
                  </a:moveTo>
                  <a:lnTo>
                    <a:pt x="70344" y="27036"/>
                  </a:lnTo>
                  <a:lnTo>
                    <a:pt x="140688" y="53367"/>
                  </a:lnTo>
                  <a:lnTo>
                    <a:pt x="211033" y="79009"/>
                  </a:lnTo>
                  <a:lnTo>
                    <a:pt x="281377" y="103982"/>
                  </a:lnTo>
                  <a:lnTo>
                    <a:pt x="351722" y="128301"/>
                  </a:lnTo>
                  <a:lnTo>
                    <a:pt x="422066" y="151986"/>
                  </a:lnTo>
                  <a:lnTo>
                    <a:pt x="492411" y="175051"/>
                  </a:lnTo>
                  <a:lnTo>
                    <a:pt x="562755" y="197514"/>
                  </a:lnTo>
                  <a:lnTo>
                    <a:pt x="633100" y="219389"/>
                  </a:lnTo>
                  <a:lnTo>
                    <a:pt x="703444" y="240694"/>
                  </a:lnTo>
                  <a:lnTo>
                    <a:pt x="773789" y="261441"/>
                  </a:lnTo>
                  <a:lnTo>
                    <a:pt x="844133" y="281646"/>
                  </a:lnTo>
                  <a:lnTo>
                    <a:pt x="914478" y="301323"/>
                  </a:lnTo>
                  <a:lnTo>
                    <a:pt x="984822" y="320487"/>
                  </a:lnTo>
                  <a:lnTo>
                    <a:pt x="1055167" y="339149"/>
                  </a:lnTo>
                  <a:lnTo>
                    <a:pt x="1125511" y="357324"/>
                  </a:lnTo>
                  <a:lnTo>
                    <a:pt x="1195856" y="375023"/>
                  </a:lnTo>
                  <a:lnTo>
                    <a:pt x="1266200" y="392261"/>
                  </a:lnTo>
                  <a:lnTo>
                    <a:pt x="1336545" y="409047"/>
                  </a:lnTo>
                  <a:lnTo>
                    <a:pt x="1406889" y="425396"/>
                  </a:lnTo>
                  <a:lnTo>
                    <a:pt x="1477234" y="441317"/>
                  </a:lnTo>
                  <a:lnTo>
                    <a:pt x="1547578" y="456821"/>
                  </a:lnTo>
                  <a:lnTo>
                    <a:pt x="1617923" y="471921"/>
                  </a:lnTo>
                  <a:lnTo>
                    <a:pt x="1688267" y="486626"/>
                  </a:lnTo>
                  <a:lnTo>
                    <a:pt x="1758612" y="500947"/>
                  </a:lnTo>
                  <a:lnTo>
                    <a:pt x="1828956" y="514894"/>
                  </a:lnTo>
                  <a:lnTo>
                    <a:pt x="1899301" y="528476"/>
                  </a:lnTo>
                  <a:lnTo>
                    <a:pt x="1969645" y="541704"/>
                  </a:lnTo>
                  <a:lnTo>
                    <a:pt x="2039990" y="554586"/>
                  </a:lnTo>
                  <a:lnTo>
                    <a:pt x="2110334" y="567131"/>
                  </a:lnTo>
                  <a:lnTo>
                    <a:pt x="2180679" y="579348"/>
                  </a:lnTo>
                  <a:lnTo>
                    <a:pt x="2251023" y="591246"/>
                  </a:lnTo>
                  <a:lnTo>
                    <a:pt x="2321368" y="602833"/>
                  </a:lnTo>
                  <a:lnTo>
                    <a:pt x="2391712" y="614118"/>
                  </a:lnTo>
                  <a:lnTo>
                    <a:pt x="2462057" y="625107"/>
                  </a:lnTo>
                  <a:lnTo>
                    <a:pt x="2532401" y="635810"/>
                  </a:lnTo>
                  <a:lnTo>
                    <a:pt x="2602746" y="646232"/>
                  </a:lnTo>
                  <a:lnTo>
                    <a:pt x="2673090" y="656383"/>
                  </a:lnTo>
                  <a:lnTo>
                    <a:pt x="2743435" y="666268"/>
                  </a:lnTo>
                  <a:lnTo>
                    <a:pt x="2813779" y="675894"/>
                  </a:lnTo>
                  <a:lnTo>
                    <a:pt x="2884124" y="685270"/>
                  </a:lnTo>
                  <a:lnTo>
                    <a:pt x="2954468" y="694400"/>
                  </a:lnTo>
                  <a:lnTo>
                    <a:pt x="3024813" y="703292"/>
                  </a:lnTo>
                  <a:lnTo>
                    <a:pt x="3095157" y="711951"/>
                  </a:lnTo>
                  <a:lnTo>
                    <a:pt x="3165502" y="720384"/>
                  </a:lnTo>
                  <a:lnTo>
                    <a:pt x="3235846" y="728597"/>
                  </a:lnTo>
                  <a:lnTo>
                    <a:pt x="3306191" y="735874"/>
                  </a:lnTo>
                  <a:lnTo>
                    <a:pt x="3376535" y="739218"/>
                  </a:lnTo>
                  <a:lnTo>
                    <a:pt x="3446880" y="742524"/>
                  </a:lnTo>
                  <a:lnTo>
                    <a:pt x="3517224" y="745792"/>
                  </a:lnTo>
                  <a:lnTo>
                    <a:pt x="3587569" y="749025"/>
                  </a:lnTo>
                  <a:lnTo>
                    <a:pt x="3657913" y="752221"/>
                  </a:lnTo>
                  <a:lnTo>
                    <a:pt x="3728257" y="755381"/>
                  </a:lnTo>
                  <a:lnTo>
                    <a:pt x="3798602" y="758506"/>
                  </a:lnTo>
                  <a:lnTo>
                    <a:pt x="3868946" y="761596"/>
                  </a:lnTo>
                  <a:lnTo>
                    <a:pt x="3939291" y="764652"/>
                  </a:lnTo>
                  <a:lnTo>
                    <a:pt x="4009635" y="767673"/>
                  </a:lnTo>
                  <a:lnTo>
                    <a:pt x="4079980" y="770660"/>
                  </a:lnTo>
                  <a:lnTo>
                    <a:pt x="4150324" y="773614"/>
                  </a:lnTo>
                  <a:lnTo>
                    <a:pt x="4220669" y="776535"/>
                  </a:lnTo>
                  <a:lnTo>
                    <a:pt x="4291013" y="779424"/>
                  </a:lnTo>
                  <a:lnTo>
                    <a:pt x="4361358" y="782280"/>
                  </a:lnTo>
                  <a:lnTo>
                    <a:pt x="4431702" y="785104"/>
                  </a:lnTo>
                  <a:lnTo>
                    <a:pt x="4502047" y="787896"/>
                  </a:lnTo>
                  <a:lnTo>
                    <a:pt x="4572391" y="790657"/>
                  </a:lnTo>
                  <a:lnTo>
                    <a:pt x="4642736" y="793388"/>
                  </a:lnTo>
                  <a:lnTo>
                    <a:pt x="4713080" y="796088"/>
                  </a:lnTo>
                  <a:lnTo>
                    <a:pt x="4783425" y="798757"/>
                  </a:lnTo>
                  <a:lnTo>
                    <a:pt x="4853769" y="801397"/>
                  </a:lnTo>
                  <a:lnTo>
                    <a:pt x="4924114" y="804007"/>
                  </a:lnTo>
                  <a:lnTo>
                    <a:pt x="4994458" y="806588"/>
                  </a:lnTo>
                  <a:lnTo>
                    <a:pt x="5064803" y="809140"/>
                  </a:lnTo>
                  <a:lnTo>
                    <a:pt x="5135147" y="811663"/>
                  </a:lnTo>
                  <a:lnTo>
                    <a:pt x="5205492" y="814159"/>
                  </a:lnTo>
                  <a:lnTo>
                    <a:pt x="5275836" y="816626"/>
                  </a:lnTo>
                  <a:lnTo>
                    <a:pt x="5346181" y="819066"/>
                  </a:lnTo>
                  <a:lnTo>
                    <a:pt x="5416525" y="821478"/>
                  </a:lnTo>
                  <a:lnTo>
                    <a:pt x="5486870" y="823864"/>
                  </a:lnTo>
                  <a:lnTo>
                    <a:pt x="5557214" y="826222"/>
                  </a:lnTo>
                  <a:lnTo>
                    <a:pt x="5627559" y="828555"/>
                  </a:lnTo>
                  <a:lnTo>
                    <a:pt x="5697903" y="830861"/>
                  </a:lnTo>
                  <a:lnTo>
                    <a:pt x="5768248" y="833141"/>
                  </a:lnTo>
                  <a:lnTo>
                    <a:pt x="5838592" y="835396"/>
                  </a:lnTo>
                  <a:lnTo>
                    <a:pt x="5908937" y="837626"/>
                  </a:lnTo>
                  <a:lnTo>
                    <a:pt x="5979281" y="839831"/>
                  </a:lnTo>
                  <a:lnTo>
                    <a:pt x="6049626" y="842011"/>
                  </a:lnTo>
                  <a:lnTo>
                    <a:pt x="6119970" y="844167"/>
                  </a:lnTo>
                  <a:lnTo>
                    <a:pt x="6190315" y="846298"/>
                  </a:lnTo>
                  <a:lnTo>
                    <a:pt x="6260659" y="848406"/>
                  </a:lnTo>
                  <a:lnTo>
                    <a:pt x="6331004" y="850490"/>
                  </a:lnTo>
                  <a:lnTo>
                    <a:pt x="6401348" y="852551"/>
                  </a:lnTo>
                  <a:lnTo>
                    <a:pt x="6471693" y="854589"/>
                  </a:lnTo>
                  <a:lnTo>
                    <a:pt x="6542037" y="856604"/>
                  </a:lnTo>
                  <a:lnTo>
                    <a:pt x="6612382" y="858596"/>
                  </a:lnTo>
                  <a:lnTo>
                    <a:pt x="6682726" y="860566"/>
                  </a:lnTo>
                  <a:lnTo>
                    <a:pt x="6753071" y="862514"/>
                  </a:lnTo>
                  <a:lnTo>
                    <a:pt x="6823415" y="864441"/>
                  </a:lnTo>
                  <a:lnTo>
                    <a:pt x="6893760" y="866345"/>
                  </a:lnTo>
                  <a:lnTo>
                    <a:pt x="6964104" y="868229"/>
                  </a:lnTo>
                  <a:lnTo>
                    <a:pt x="6964104" y="959449"/>
                  </a:lnTo>
                  <a:lnTo>
                    <a:pt x="6893760" y="957431"/>
                  </a:lnTo>
                  <a:lnTo>
                    <a:pt x="6823415" y="955358"/>
                  </a:lnTo>
                  <a:lnTo>
                    <a:pt x="6753071" y="953230"/>
                  </a:lnTo>
                  <a:lnTo>
                    <a:pt x="6682726" y="951045"/>
                  </a:lnTo>
                  <a:lnTo>
                    <a:pt x="6612382" y="948801"/>
                  </a:lnTo>
                  <a:lnTo>
                    <a:pt x="6542037" y="946497"/>
                  </a:lnTo>
                  <a:lnTo>
                    <a:pt x="6471693" y="944131"/>
                  </a:lnTo>
                  <a:lnTo>
                    <a:pt x="6401348" y="941701"/>
                  </a:lnTo>
                  <a:lnTo>
                    <a:pt x="6331004" y="939206"/>
                  </a:lnTo>
                  <a:lnTo>
                    <a:pt x="6260659" y="936645"/>
                  </a:lnTo>
                  <a:lnTo>
                    <a:pt x="6190315" y="934015"/>
                  </a:lnTo>
                  <a:lnTo>
                    <a:pt x="6119970" y="931314"/>
                  </a:lnTo>
                  <a:lnTo>
                    <a:pt x="6049626" y="928540"/>
                  </a:lnTo>
                  <a:lnTo>
                    <a:pt x="5979281" y="925692"/>
                  </a:lnTo>
                  <a:lnTo>
                    <a:pt x="5908937" y="922768"/>
                  </a:lnTo>
                  <a:lnTo>
                    <a:pt x="5838592" y="919766"/>
                  </a:lnTo>
                  <a:lnTo>
                    <a:pt x="5768248" y="916682"/>
                  </a:lnTo>
                  <a:lnTo>
                    <a:pt x="5697903" y="913516"/>
                  </a:lnTo>
                  <a:lnTo>
                    <a:pt x="5627559" y="910265"/>
                  </a:lnTo>
                  <a:lnTo>
                    <a:pt x="5557214" y="906927"/>
                  </a:lnTo>
                  <a:lnTo>
                    <a:pt x="5486870" y="903500"/>
                  </a:lnTo>
                  <a:lnTo>
                    <a:pt x="5416525" y="899980"/>
                  </a:lnTo>
                  <a:lnTo>
                    <a:pt x="5346181" y="896366"/>
                  </a:lnTo>
                  <a:lnTo>
                    <a:pt x="5275836" y="892655"/>
                  </a:lnTo>
                  <a:lnTo>
                    <a:pt x="5205492" y="888844"/>
                  </a:lnTo>
                  <a:lnTo>
                    <a:pt x="5135147" y="884931"/>
                  </a:lnTo>
                  <a:lnTo>
                    <a:pt x="5064803" y="880913"/>
                  </a:lnTo>
                  <a:lnTo>
                    <a:pt x="4994458" y="876787"/>
                  </a:lnTo>
                  <a:lnTo>
                    <a:pt x="4924114" y="872551"/>
                  </a:lnTo>
                  <a:lnTo>
                    <a:pt x="4853769" y="868201"/>
                  </a:lnTo>
                  <a:lnTo>
                    <a:pt x="4783425" y="863734"/>
                  </a:lnTo>
                  <a:lnTo>
                    <a:pt x="4713080" y="859147"/>
                  </a:lnTo>
                  <a:lnTo>
                    <a:pt x="4642736" y="854438"/>
                  </a:lnTo>
                  <a:lnTo>
                    <a:pt x="4572391" y="849601"/>
                  </a:lnTo>
                  <a:lnTo>
                    <a:pt x="4502047" y="844636"/>
                  </a:lnTo>
                  <a:lnTo>
                    <a:pt x="4431702" y="839536"/>
                  </a:lnTo>
                  <a:lnTo>
                    <a:pt x="4361358" y="834300"/>
                  </a:lnTo>
                  <a:lnTo>
                    <a:pt x="4291013" y="828924"/>
                  </a:lnTo>
                  <a:lnTo>
                    <a:pt x="4220669" y="823403"/>
                  </a:lnTo>
                  <a:lnTo>
                    <a:pt x="4150324" y="817734"/>
                  </a:lnTo>
                  <a:lnTo>
                    <a:pt x="4079980" y="811913"/>
                  </a:lnTo>
                  <a:lnTo>
                    <a:pt x="4009635" y="805936"/>
                  </a:lnTo>
                  <a:lnTo>
                    <a:pt x="3939291" y="799799"/>
                  </a:lnTo>
                  <a:lnTo>
                    <a:pt x="3868946" y="793497"/>
                  </a:lnTo>
                  <a:lnTo>
                    <a:pt x="3798602" y="787025"/>
                  </a:lnTo>
                  <a:lnTo>
                    <a:pt x="3728257" y="780380"/>
                  </a:lnTo>
                  <a:lnTo>
                    <a:pt x="3657913" y="773557"/>
                  </a:lnTo>
                  <a:lnTo>
                    <a:pt x="3587569" y="766551"/>
                  </a:lnTo>
                  <a:lnTo>
                    <a:pt x="3517224" y="759357"/>
                  </a:lnTo>
                  <a:lnTo>
                    <a:pt x="3446880" y="751969"/>
                  </a:lnTo>
                  <a:lnTo>
                    <a:pt x="3376535" y="744384"/>
                  </a:lnTo>
                  <a:lnTo>
                    <a:pt x="3306191" y="736595"/>
                  </a:lnTo>
                  <a:lnTo>
                    <a:pt x="3235846" y="732493"/>
                  </a:lnTo>
                  <a:lnTo>
                    <a:pt x="3165502" y="729074"/>
                  </a:lnTo>
                  <a:lnTo>
                    <a:pt x="3095157" y="725616"/>
                  </a:lnTo>
                  <a:lnTo>
                    <a:pt x="3024813" y="722119"/>
                  </a:lnTo>
                  <a:lnTo>
                    <a:pt x="2954468" y="718582"/>
                  </a:lnTo>
                  <a:lnTo>
                    <a:pt x="2884124" y="715005"/>
                  </a:lnTo>
                  <a:lnTo>
                    <a:pt x="2813779" y="711388"/>
                  </a:lnTo>
                  <a:lnTo>
                    <a:pt x="2743435" y="707730"/>
                  </a:lnTo>
                  <a:lnTo>
                    <a:pt x="2673090" y="704030"/>
                  </a:lnTo>
                  <a:lnTo>
                    <a:pt x="2602746" y="700289"/>
                  </a:lnTo>
                  <a:lnTo>
                    <a:pt x="2532401" y="696505"/>
                  </a:lnTo>
                  <a:lnTo>
                    <a:pt x="2462057" y="692678"/>
                  </a:lnTo>
                  <a:lnTo>
                    <a:pt x="2391712" y="688809"/>
                  </a:lnTo>
                  <a:lnTo>
                    <a:pt x="2321368" y="684895"/>
                  </a:lnTo>
                  <a:lnTo>
                    <a:pt x="2251023" y="680937"/>
                  </a:lnTo>
                  <a:lnTo>
                    <a:pt x="2180679" y="676934"/>
                  </a:lnTo>
                  <a:lnTo>
                    <a:pt x="2110334" y="672886"/>
                  </a:lnTo>
                  <a:lnTo>
                    <a:pt x="2039990" y="668792"/>
                  </a:lnTo>
                  <a:lnTo>
                    <a:pt x="1969645" y="664652"/>
                  </a:lnTo>
                  <a:lnTo>
                    <a:pt x="1899301" y="660465"/>
                  </a:lnTo>
                  <a:lnTo>
                    <a:pt x="1828956" y="656231"/>
                  </a:lnTo>
                  <a:lnTo>
                    <a:pt x="1758612" y="651948"/>
                  </a:lnTo>
                  <a:lnTo>
                    <a:pt x="1688267" y="647618"/>
                  </a:lnTo>
                  <a:lnTo>
                    <a:pt x="1617923" y="643238"/>
                  </a:lnTo>
                  <a:lnTo>
                    <a:pt x="1547578" y="638809"/>
                  </a:lnTo>
                  <a:lnTo>
                    <a:pt x="1477234" y="634329"/>
                  </a:lnTo>
                  <a:lnTo>
                    <a:pt x="1406889" y="629799"/>
                  </a:lnTo>
                  <a:lnTo>
                    <a:pt x="1336545" y="625218"/>
                  </a:lnTo>
                  <a:lnTo>
                    <a:pt x="1266200" y="620584"/>
                  </a:lnTo>
                  <a:lnTo>
                    <a:pt x="1195856" y="615899"/>
                  </a:lnTo>
                  <a:lnTo>
                    <a:pt x="1125511" y="611160"/>
                  </a:lnTo>
                  <a:lnTo>
                    <a:pt x="1055167" y="606368"/>
                  </a:lnTo>
                  <a:lnTo>
                    <a:pt x="984822" y="601521"/>
                  </a:lnTo>
                  <a:lnTo>
                    <a:pt x="914478" y="596620"/>
                  </a:lnTo>
                  <a:lnTo>
                    <a:pt x="844133" y="591663"/>
                  </a:lnTo>
                  <a:lnTo>
                    <a:pt x="773789" y="586650"/>
                  </a:lnTo>
                  <a:lnTo>
                    <a:pt x="703444" y="581580"/>
                  </a:lnTo>
                  <a:lnTo>
                    <a:pt x="633100" y="576453"/>
                  </a:lnTo>
                  <a:lnTo>
                    <a:pt x="562755" y="571268"/>
                  </a:lnTo>
                  <a:lnTo>
                    <a:pt x="492411" y="566025"/>
                  </a:lnTo>
                  <a:lnTo>
                    <a:pt x="422066" y="560722"/>
                  </a:lnTo>
                  <a:lnTo>
                    <a:pt x="351722" y="555359"/>
                  </a:lnTo>
                  <a:lnTo>
                    <a:pt x="281377" y="549935"/>
                  </a:lnTo>
                  <a:lnTo>
                    <a:pt x="211033" y="544450"/>
                  </a:lnTo>
                  <a:lnTo>
                    <a:pt x="140688" y="538902"/>
                  </a:lnTo>
                  <a:lnTo>
                    <a:pt x="70344" y="533293"/>
                  </a:lnTo>
                  <a:lnTo>
                    <a:pt x="0" y="52761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1235312" y="4559011"/>
              <a:ext cx="6964104" cy="868229"/>
            </a:xfrm>
            <a:custGeom>
              <a:avLst/>
              <a:pathLst>
                <a:path w="6964104" h="868229">
                  <a:moveTo>
                    <a:pt x="0" y="0"/>
                  </a:moveTo>
                  <a:lnTo>
                    <a:pt x="70344" y="27036"/>
                  </a:lnTo>
                  <a:lnTo>
                    <a:pt x="140688" y="53367"/>
                  </a:lnTo>
                  <a:lnTo>
                    <a:pt x="211033" y="79009"/>
                  </a:lnTo>
                  <a:lnTo>
                    <a:pt x="281377" y="103982"/>
                  </a:lnTo>
                  <a:lnTo>
                    <a:pt x="351722" y="128301"/>
                  </a:lnTo>
                  <a:lnTo>
                    <a:pt x="422066" y="151986"/>
                  </a:lnTo>
                  <a:lnTo>
                    <a:pt x="492411" y="175051"/>
                  </a:lnTo>
                  <a:lnTo>
                    <a:pt x="562755" y="197514"/>
                  </a:lnTo>
                  <a:lnTo>
                    <a:pt x="633100" y="219389"/>
                  </a:lnTo>
                  <a:lnTo>
                    <a:pt x="703444" y="240694"/>
                  </a:lnTo>
                  <a:lnTo>
                    <a:pt x="773789" y="261441"/>
                  </a:lnTo>
                  <a:lnTo>
                    <a:pt x="844133" y="281646"/>
                  </a:lnTo>
                  <a:lnTo>
                    <a:pt x="914478" y="301323"/>
                  </a:lnTo>
                  <a:lnTo>
                    <a:pt x="984822" y="320487"/>
                  </a:lnTo>
                  <a:lnTo>
                    <a:pt x="1055167" y="339149"/>
                  </a:lnTo>
                  <a:lnTo>
                    <a:pt x="1125511" y="357324"/>
                  </a:lnTo>
                  <a:lnTo>
                    <a:pt x="1195856" y="375023"/>
                  </a:lnTo>
                  <a:lnTo>
                    <a:pt x="1266200" y="392261"/>
                  </a:lnTo>
                  <a:lnTo>
                    <a:pt x="1336545" y="409047"/>
                  </a:lnTo>
                  <a:lnTo>
                    <a:pt x="1406889" y="425396"/>
                  </a:lnTo>
                  <a:lnTo>
                    <a:pt x="1477234" y="441317"/>
                  </a:lnTo>
                  <a:lnTo>
                    <a:pt x="1547578" y="456821"/>
                  </a:lnTo>
                  <a:lnTo>
                    <a:pt x="1617923" y="471921"/>
                  </a:lnTo>
                  <a:lnTo>
                    <a:pt x="1688267" y="486626"/>
                  </a:lnTo>
                  <a:lnTo>
                    <a:pt x="1758612" y="500947"/>
                  </a:lnTo>
                  <a:lnTo>
                    <a:pt x="1828956" y="514894"/>
                  </a:lnTo>
                  <a:lnTo>
                    <a:pt x="1899301" y="528476"/>
                  </a:lnTo>
                  <a:lnTo>
                    <a:pt x="1969645" y="541704"/>
                  </a:lnTo>
                  <a:lnTo>
                    <a:pt x="2039990" y="554586"/>
                  </a:lnTo>
                  <a:lnTo>
                    <a:pt x="2110334" y="567131"/>
                  </a:lnTo>
                  <a:lnTo>
                    <a:pt x="2180679" y="579348"/>
                  </a:lnTo>
                  <a:lnTo>
                    <a:pt x="2251023" y="591246"/>
                  </a:lnTo>
                  <a:lnTo>
                    <a:pt x="2321368" y="602833"/>
                  </a:lnTo>
                  <a:lnTo>
                    <a:pt x="2391712" y="614118"/>
                  </a:lnTo>
                  <a:lnTo>
                    <a:pt x="2462057" y="625107"/>
                  </a:lnTo>
                  <a:lnTo>
                    <a:pt x="2532401" y="635810"/>
                  </a:lnTo>
                  <a:lnTo>
                    <a:pt x="2602746" y="646232"/>
                  </a:lnTo>
                  <a:lnTo>
                    <a:pt x="2673090" y="656383"/>
                  </a:lnTo>
                  <a:lnTo>
                    <a:pt x="2743435" y="666268"/>
                  </a:lnTo>
                  <a:lnTo>
                    <a:pt x="2813779" y="675894"/>
                  </a:lnTo>
                  <a:lnTo>
                    <a:pt x="2884124" y="685270"/>
                  </a:lnTo>
                  <a:lnTo>
                    <a:pt x="2954468" y="694400"/>
                  </a:lnTo>
                  <a:lnTo>
                    <a:pt x="3024813" y="703292"/>
                  </a:lnTo>
                  <a:lnTo>
                    <a:pt x="3095157" y="711951"/>
                  </a:lnTo>
                  <a:lnTo>
                    <a:pt x="3165502" y="720384"/>
                  </a:lnTo>
                  <a:lnTo>
                    <a:pt x="3235846" y="728597"/>
                  </a:lnTo>
                  <a:lnTo>
                    <a:pt x="3306191" y="735874"/>
                  </a:lnTo>
                  <a:lnTo>
                    <a:pt x="3376535" y="739218"/>
                  </a:lnTo>
                  <a:lnTo>
                    <a:pt x="3446880" y="742524"/>
                  </a:lnTo>
                  <a:lnTo>
                    <a:pt x="3517224" y="745792"/>
                  </a:lnTo>
                  <a:lnTo>
                    <a:pt x="3587569" y="749025"/>
                  </a:lnTo>
                  <a:lnTo>
                    <a:pt x="3657913" y="752221"/>
                  </a:lnTo>
                  <a:lnTo>
                    <a:pt x="3728257" y="755381"/>
                  </a:lnTo>
                  <a:lnTo>
                    <a:pt x="3798602" y="758506"/>
                  </a:lnTo>
                  <a:lnTo>
                    <a:pt x="3868946" y="761596"/>
                  </a:lnTo>
                  <a:lnTo>
                    <a:pt x="3939291" y="764652"/>
                  </a:lnTo>
                  <a:lnTo>
                    <a:pt x="4009635" y="767673"/>
                  </a:lnTo>
                  <a:lnTo>
                    <a:pt x="4079980" y="770660"/>
                  </a:lnTo>
                  <a:lnTo>
                    <a:pt x="4150324" y="773614"/>
                  </a:lnTo>
                  <a:lnTo>
                    <a:pt x="4220669" y="776535"/>
                  </a:lnTo>
                  <a:lnTo>
                    <a:pt x="4291013" y="779424"/>
                  </a:lnTo>
                  <a:lnTo>
                    <a:pt x="4361358" y="782280"/>
                  </a:lnTo>
                  <a:lnTo>
                    <a:pt x="4431702" y="785104"/>
                  </a:lnTo>
                  <a:lnTo>
                    <a:pt x="4502047" y="787896"/>
                  </a:lnTo>
                  <a:lnTo>
                    <a:pt x="4572391" y="790657"/>
                  </a:lnTo>
                  <a:lnTo>
                    <a:pt x="4642736" y="793388"/>
                  </a:lnTo>
                  <a:lnTo>
                    <a:pt x="4713080" y="796088"/>
                  </a:lnTo>
                  <a:lnTo>
                    <a:pt x="4783425" y="798757"/>
                  </a:lnTo>
                  <a:lnTo>
                    <a:pt x="4853769" y="801397"/>
                  </a:lnTo>
                  <a:lnTo>
                    <a:pt x="4924114" y="804007"/>
                  </a:lnTo>
                  <a:lnTo>
                    <a:pt x="4994458" y="806588"/>
                  </a:lnTo>
                  <a:lnTo>
                    <a:pt x="5064803" y="809140"/>
                  </a:lnTo>
                  <a:lnTo>
                    <a:pt x="5135147" y="811663"/>
                  </a:lnTo>
                  <a:lnTo>
                    <a:pt x="5205492" y="814159"/>
                  </a:lnTo>
                  <a:lnTo>
                    <a:pt x="5275836" y="816626"/>
                  </a:lnTo>
                  <a:lnTo>
                    <a:pt x="5346181" y="819066"/>
                  </a:lnTo>
                  <a:lnTo>
                    <a:pt x="5416525" y="821478"/>
                  </a:lnTo>
                  <a:lnTo>
                    <a:pt x="5486870" y="823864"/>
                  </a:lnTo>
                  <a:lnTo>
                    <a:pt x="5557214" y="826222"/>
                  </a:lnTo>
                  <a:lnTo>
                    <a:pt x="5627559" y="828555"/>
                  </a:lnTo>
                  <a:lnTo>
                    <a:pt x="5697903" y="830861"/>
                  </a:lnTo>
                  <a:lnTo>
                    <a:pt x="5768248" y="833141"/>
                  </a:lnTo>
                  <a:lnTo>
                    <a:pt x="5838592" y="835396"/>
                  </a:lnTo>
                  <a:lnTo>
                    <a:pt x="5908937" y="837626"/>
                  </a:lnTo>
                  <a:lnTo>
                    <a:pt x="5979281" y="839831"/>
                  </a:lnTo>
                  <a:lnTo>
                    <a:pt x="6049626" y="842011"/>
                  </a:lnTo>
                  <a:lnTo>
                    <a:pt x="6119970" y="844167"/>
                  </a:lnTo>
                  <a:lnTo>
                    <a:pt x="6190315" y="846298"/>
                  </a:lnTo>
                  <a:lnTo>
                    <a:pt x="6260659" y="848406"/>
                  </a:lnTo>
                  <a:lnTo>
                    <a:pt x="6331004" y="850490"/>
                  </a:lnTo>
                  <a:lnTo>
                    <a:pt x="6401348" y="852551"/>
                  </a:lnTo>
                  <a:lnTo>
                    <a:pt x="6471693" y="854589"/>
                  </a:lnTo>
                  <a:lnTo>
                    <a:pt x="6542037" y="856604"/>
                  </a:lnTo>
                  <a:lnTo>
                    <a:pt x="6612382" y="858596"/>
                  </a:lnTo>
                  <a:lnTo>
                    <a:pt x="6682726" y="860566"/>
                  </a:lnTo>
                  <a:lnTo>
                    <a:pt x="6753071" y="862514"/>
                  </a:lnTo>
                  <a:lnTo>
                    <a:pt x="6823415" y="864441"/>
                  </a:lnTo>
                  <a:lnTo>
                    <a:pt x="6893760" y="866345"/>
                  </a:lnTo>
                  <a:lnTo>
                    <a:pt x="6964104" y="868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5086631"/>
              <a:ext cx="6964104" cy="431830"/>
            </a:xfrm>
            <a:custGeom>
              <a:avLst/>
              <a:pathLst>
                <a:path w="6964104" h="431830">
                  <a:moveTo>
                    <a:pt x="6964104" y="431830"/>
                  </a:moveTo>
                  <a:lnTo>
                    <a:pt x="6893760" y="429811"/>
                  </a:lnTo>
                  <a:lnTo>
                    <a:pt x="6823415" y="427739"/>
                  </a:lnTo>
                  <a:lnTo>
                    <a:pt x="6753071" y="425610"/>
                  </a:lnTo>
                  <a:lnTo>
                    <a:pt x="6682726" y="423425"/>
                  </a:lnTo>
                  <a:lnTo>
                    <a:pt x="6612382" y="421181"/>
                  </a:lnTo>
                  <a:lnTo>
                    <a:pt x="6542037" y="418877"/>
                  </a:lnTo>
                  <a:lnTo>
                    <a:pt x="6471693" y="416511"/>
                  </a:lnTo>
                  <a:lnTo>
                    <a:pt x="6401348" y="414082"/>
                  </a:lnTo>
                  <a:lnTo>
                    <a:pt x="6331004" y="411587"/>
                  </a:lnTo>
                  <a:lnTo>
                    <a:pt x="6260659" y="409025"/>
                  </a:lnTo>
                  <a:lnTo>
                    <a:pt x="6190315" y="406395"/>
                  </a:lnTo>
                  <a:lnTo>
                    <a:pt x="6119970" y="403694"/>
                  </a:lnTo>
                  <a:lnTo>
                    <a:pt x="6049626" y="400921"/>
                  </a:lnTo>
                  <a:lnTo>
                    <a:pt x="5979281" y="398073"/>
                  </a:lnTo>
                  <a:lnTo>
                    <a:pt x="5908937" y="395149"/>
                  </a:lnTo>
                  <a:lnTo>
                    <a:pt x="5838592" y="392146"/>
                  </a:lnTo>
                  <a:lnTo>
                    <a:pt x="5768248" y="389063"/>
                  </a:lnTo>
                  <a:lnTo>
                    <a:pt x="5697903" y="385897"/>
                  </a:lnTo>
                  <a:lnTo>
                    <a:pt x="5627559" y="382646"/>
                  </a:lnTo>
                  <a:lnTo>
                    <a:pt x="5557214" y="379308"/>
                  </a:lnTo>
                  <a:lnTo>
                    <a:pt x="5486870" y="375880"/>
                  </a:lnTo>
                  <a:lnTo>
                    <a:pt x="5416525" y="372360"/>
                  </a:lnTo>
                  <a:lnTo>
                    <a:pt x="5346181" y="368746"/>
                  </a:lnTo>
                  <a:lnTo>
                    <a:pt x="5275836" y="365035"/>
                  </a:lnTo>
                  <a:lnTo>
                    <a:pt x="5205492" y="361224"/>
                  </a:lnTo>
                  <a:lnTo>
                    <a:pt x="5135147" y="357311"/>
                  </a:lnTo>
                  <a:lnTo>
                    <a:pt x="5064803" y="353293"/>
                  </a:lnTo>
                  <a:lnTo>
                    <a:pt x="4994458" y="349168"/>
                  </a:lnTo>
                  <a:lnTo>
                    <a:pt x="4924114" y="344931"/>
                  </a:lnTo>
                  <a:lnTo>
                    <a:pt x="4853769" y="340581"/>
                  </a:lnTo>
                  <a:lnTo>
                    <a:pt x="4783425" y="336114"/>
                  </a:lnTo>
                  <a:lnTo>
                    <a:pt x="4713080" y="331528"/>
                  </a:lnTo>
                  <a:lnTo>
                    <a:pt x="4642736" y="326818"/>
                  </a:lnTo>
                  <a:lnTo>
                    <a:pt x="4572391" y="321982"/>
                  </a:lnTo>
                  <a:lnTo>
                    <a:pt x="4502047" y="317016"/>
                  </a:lnTo>
                  <a:lnTo>
                    <a:pt x="4431702" y="311917"/>
                  </a:lnTo>
                  <a:lnTo>
                    <a:pt x="4361358" y="306681"/>
                  </a:lnTo>
                  <a:lnTo>
                    <a:pt x="4291013" y="301304"/>
                  </a:lnTo>
                  <a:lnTo>
                    <a:pt x="4220669" y="295784"/>
                  </a:lnTo>
                  <a:lnTo>
                    <a:pt x="4150324" y="290115"/>
                  </a:lnTo>
                  <a:lnTo>
                    <a:pt x="4079980" y="284294"/>
                  </a:lnTo>
                  <a:lnTo>
                    <a:pt x="4009635" y="278317"/>
                  </a:lnTo>
                  <a:lnTo>
                    <a:pt x="3939291" y="272179"/>
                  </a:lnTo>
                  <a:lnTo>
                    <a:pt x="3868946" y="265877"/>
                  </a:lnTo>
                  <a:lnTo>
                    <a:pt x="3798602" y="259406"/>
                  </a:lnTo>
                  <a:lnTo>
                    <a:pt x="3728257" y="252761"/>
                  </a:lnTo>
                  <a:lnTo>
                    <a:pt x="3657913" y="245938"/>
                  </a:lnTo>
                  <a:lnTo>
                    <a:pt x="3587569" y="238931"/>
                  </a:lnTo>
                  <a:lnTo>
                    <a:pt x="3517224" y="231737"/>
                  </a:lnTo>
                  <a:lnTo>
                    <a:pt x="3446880" y="224350"/>
                  </a:lnTo>
                  <a:lnTo>
                    <a:pt x="3376535" y="216764"/>
                  </a:lnTo>
                  <a:lnTo>
                    <a:pt x="3306191" y="208975"/>
                  </a:lnTo>
                  <a:lnTo>
                    <a:pt x="3235846" y="204874"/>
                  </a:lnTo>
                  <a:lnTo>
                    <a:pt x="3165502" y="201454"/>
                  </a:lnTo>
                  <a:lnTo>
                    <a:pt x="3095157" y="197996"/>
                  </a:lnTo>
                  <a:lnTo>
                    <a:pt x="3024813" y="194499"/>
                  </a:lnTo>
                  <a:lnTo>
                    <a:pt x="2954468" y="190962"/>
                  </a:lnTo>
                  <a:lnTo>
                    <a:pt x="2884124" y="187386"/>
                  </a:lnTo>
                  <a:lnTo>
                    <a:pt x="2813779" y="183768"/>
                  </a:lnTo>
                  <a:lnTo>
                    <a:pt x="2743435" y="180110"/>
                  </a:lnTo>
                  <a:lnTo>
                    <a:pt x="2673090" y="176411"/>
                  </a:lnTo>
                  <a:lnTo>
                    <a:pt x="2602746" y="172669"/>
                  </a:lnTo>
                  <a:lnTo>
                    <a:pt x="2532401" y="168885"/>
                  </a:lnTo>
                  <a:lnTo>
                    <a:pt x="2462057" y="165059"/>
                  </a:lnTo>
                  <a:lnTo>
                    <a:pt x="2391712" y="161189"/>
                  </a:lnTo>
                  <a:lnTo>
                    <a:pt x="2321368" y="157275"/>
                  </a:lnTo>
                  <a:lnTo>
                    <a:pt x="2251023" y="153317"/>
                  </a:lnTo>
                  <a:lnTo>
                    <a:pt x="2180679" y="149315"/>
                  </a:lnTo>
                  <a:lnTo>
                    <a:pt x="2110334" y="145267"/>
                  </a:lnTo>
                  <a:lnTo>
                    <a:pt x="2039990" y="141173"/>
                  </a:lnTo>
                  <a:lnTo>
                    <a:pt x="1969645" y="137033"/>
                  </a:lnTo>
                  <a:lnTo>
                    <a:pt x="1899301" y="132846"/>
                  </a:lnTo>
                  <a:lnTo>
                    <a:pt x="1828956" y="128611"/>
                  </a:lnTo>
                  <a:lnTo>
                    <a:pt x="1758612" y="124329"/>
                  </a:lnTo>
                  <a:lnTo>
                    <a:pt x="1688267" y="119998"/>
                  </a:lnTo>
                  <a:lnTo>
                    <a:pt x="1617923" y="115618"/>
                  </a:lnTo>
                  <a:lnTo>
                    <a:pt x="1547578" y="111189"/>
                  </a:lnTo>
                  <a:lnTo>
                    <a:pt x="1477234" y="106710"/>
                  </a:lnTo>
                  <a:lnTo>
                    <a:pt x="1406889" y="102179"/>
                  </a:lnTo>
                  <a:lnTo>
                    <a:pt x="1336545" y="97598"/>
                  </a:lnTo>
                  <a:lnTo>
                    <a:pt x="1266200" y="92965"/>
                  </a:lnTo>
                  <a:lnTo>
                    <a:pt x="1195856" y="88279"/>
                  </a:lnTo>
                  <a:lnTo>
                    <a:pt x="1125511" y="83540"/>
                  </a:lnTo>
                  <a:lnTo>
                    <a:pt x="1055167" y="78748"/>
                  </a:lnTo>
                  <a:lnTo>
                    <a:pt x="984822" y="73902"/>
                  </a:lnTo>
                  <a:lnTo>
                    <a:pt x="914478" y="69000"/>
                  </a:lnTo>
                  <a:lnTo>
                    <a:pt x="844133" y="64043"/>
                  </a:lnTo>
                  <a:lnTo>
                    <a:pt x="773789" y="59030"/>
                  </a:lnTo>
                  <a:lnTo>
                    <a:pt x="703444" y="53961"/>
                  </a:lnTo>
                  <a:lnTo>
                    <a:pt x="633100" y="48834"/>
                  </a:lnTo>
                  <a:lnTo>
                    <a:pt x="562755" y="43649"/>
                  </a:lnTo>
                  <a:lnTo>
                    <a:pt x="492411" y="38405"/>
                  </a:lnTo>
                  <a:lnTo>
                    <a:pt x="422066" y="33102"/>
                  </a:lnTo>
                  <a:lnTo>
                    <a:pt x="351722" y="27739"/>
                  </a:lnTo>
                  <a:lnTo>
                    <a:pt x="281377" y="22315"/>
                  </a:lnTo>
                  <a:lnTo>
                    <a:pt x="211033" y="16830"/>
                  </a:lnTo>
                  <a:lnTo>
                    <a:pt x="140688" y="11283"/>
                  </a:lnTo>
                  <a:lnTo>
                    <a:pt x="70344" y="56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1235312" y="4869367"/>
              <a:ext cx="6964104" cy="612421"/>
            </a:xfrm>
            <a:custGeom>
              <a:avLst/>
              <a:pathLst>
                <a:path w="6964104" h="612421">
                  <a:moveTo>
                    <a:pt x="0" y="0"/>
                  </a:moveTo>
                  <a:lnTo>
                    <a:pt x="70344" y="13536"/>
                  </a:lnTo>
                  <a:lnTo>
                    <a:pt x="140688" y="26819"/>
                  </a:lnTo>
                  <a:lnTo>
                    <a:pt x="211033" y="39854"/>
                  </a:lnTo>
                  <a:lnTo>
                    <a:pt x="281377" y="52646"/>
                  </a:lnTo>
                  <a:lnTo>
                    <a:pt x="351722" y="65198"/>
                  </a:lnTo>
                  <a:lnTo>
                    <a:pt x="422066" y="77516"/>
                  </a:lnTo>
                  <a:lnTo>
                    <a:pt x="492411" y="89604"/>
                  </a:lnTo>
                  <a:lnTo>
                    <a:pt x="562755" y="101465"/>
                  </a:lnTo>
                  <a:lnTo>
                    <a:pt x="633100" y="113106"/>
                  </a:lnTo>
                  <a:lnTo>
                    <a:pt x="703444" y="124528"/>
                  </a:lnTo>
                  <a:lnTo>
                    <a:pt x="773789" y="135737"/>
                  </a:lnTo>
                  <a:lnTo>
                    <a:pt x="844133" y="146737"/>
                  </a:lnTo>
                  <a:lnTo>
                    <a:pt x="914478" y="157531"/>
                  </a:lnTo>
                  <a:lnTo>
                    <a:pt x="984822" y="168123"/>
                  </a:lnTo>
                  <a:lnTo>
                    <a:pt x="1055167" y="178518"/>
                  </a:lnTo>
                  <a:lnTo>
                    <a:pt x="1125511" y="188718"/>
                  </a:lnTo>
                  <a:lnTo>
                    <a:pt x="1195856" y="198727"/>
                  </a:lnTo>
                  <a:lnTo>
                    <a:pt x="1266200" y="208550"/>
                  </a:lnTo>
                  <a:lnTo>
                    <a:pt x="1336545" y="218188"/>
                  </a:lnTo>
                  <a:lnTo>
                    <a:pt x="1406889" y="227647"/>
                  </a:lnTo>
                  <a:lnTo>
                    <a:pt x="1477234" y="236929"/>
                  </a:lnTo>
                  <a:lnTo>
                    <a:pt x="1547578" y="246038"/>
                  </a:lnTo>
                  <a:lnTo>
                    <a:pt x="1617923" y="254976"/>
                  </a:lnTo>
                  <a:lnTo>
                    <a:pt x="1688267" y="263747"/>
                  </a:lnTo>
                  <a:lnTo>
                    <a:pt x="1758612" y="272354"/>
                  </a:lnTo>
                  <a:lnTo>
                    <a:pt x="1828956" y="280801"/>
                  </a:lnTo>
                  <a:lnTo>
                    <a:pt x="1899301" y="289089"/>
                  </a:lnTo>
                  <a:lnTo>
                    <a:pt x="1969645" y="297223"/>
                  </a:lnTo>
                  <a:lnTo>
                    <a:pt x="2039990" y="305205"/>
                  </a:lnTo>
                  <a:lnTo>
                    <a:pt x="2110334" y="313037"/>
                  </a:lnTo>
                  <a:lnTo>
                    <a:pt x="2180679" y="320724"/>
                  </a:lnTo>
                  <a:lnTo>
                    <a:pt x="2251023" y="328266"/>
                  </a:lnTo>
                  <a:lnTo>
                    <a:pt x="2321368" y="335668"/>
                  </a:lnTo>
                  <a:lnTo>
                    <a:pt x="2391712" y="342931"/>
                  </a:lnTo>
                  <a:lnTo>
                    <a:pt x="2462057" y="350058"/>
                  </a:lnTo>
                  <a:lnTo>
                    <a:pt x="2532401" y="357053"/>
                  </a:lnTo>
                  <a:lnTo>
                    <a:pt x="2602746" y="363916"/>
                  </a:lnTo>
                  <a:lnTo>
                    <a:pt x="2673090" y="370652"/>
                  </a:lnTo>
                  <a:lnTo>
                    <a:pt x="2743435" y="377261"/>
                  </a:lnTo>
                  <a:lnTo>
                    <a:pt x="2813779" y="383747"/>
                  </a:lnTo>
                  <a:lnTo>
                    <a:pt x="2884124" y="390112"/>
                  </a:lnTo>
                  <a:lnTo>
                    <a:pt x="2954468" y="396357"/>
                  </a:lnTo>
                  <a:lnTo>
                    <a:pt x="3024813" y="402486"/>
                  </a:lnTo>
                  <a:lnTo>
                    <a:pt x="3095157" y="408501"/>
                  </a:lnTo>
                  <a:lnTo>
                    <a:pt x="3165502" y="414403"/>
                  </a:lnTo>
                  <a:lnTo>
                    <a:pt x="3235846" y="420195"/>
                  </a:lnTo>
                  <a:lnTo>
                    <a:pt x="3306191" y="425878"/>
                  </a:lnTo>
                  <a:lnTo>
                    <a:pt x="3376535" y="431456"/>
                  </a:lnTo>
                  <a:lnTo>
                    <a:pt x="3446880" y="436929"/>
                  </a:lnTo>
                  <a:lnTo>
                    <a:pt x="3517224" y="442300"/>
                  </a:lnTo>
                  <a:lnTo>
                    <a:pt x="3587569" y="447570"/>
                  </a:lnTo>
                  <a:lnTo>
                    <a:pt x="3657913" y="452742"/>
                  </a:lnTo>
                  <a:lnTo>
                    <a:pt x="3728257" y="457817"/>
                  </a:lnTo>
                  <a:lnTo>
                    <a:pt x="3798602" y="462798"/>
                  </a:lnTo>
                  <a:lnTo>
                    <a:pt x="3868946" y="467685"/>
                  </a:lnTo>
                  <a:lnTo>
                    <a:pt x="3939291" y="472481"/>
                  </a:lnTo>
                  <a:lnTo>
                    <a:pt x="4009635" y="477188"/>
                  </a:lnTo>
                  <a:lnTo>
                    <a:pt x="4079980" y="481806"/>
                  </a:lnTo>
                  <a:lnTo>
                    <a:pt x="4150324" y="486338"/>
                  </a:lnTo>
                  <a:lnTo>
                    <a:pt x="4220669" y="490786"/>
                  </a:lnTo>
                  <a:lnTo>
                    <a:pt x="4291013" y="495150"/>
                  </a:lnTo>
                  <a:lnTo>
                    <a:pt x="4361358" y="499433"/>
                  </a:lnTo>
                  <a:lnTo>
                    <a:pt x="4431702" y="503636"/>
                  </a:lnTo>
                  <a:lnTo>
                    <a:pt x="4502047" y="507760"/>
                  </a:lnTo>
                  <a:lnTo>
                    <a:pt x="4572391" y="511807"/>
                  </a:lnTo>
                  <a:lnTo>
                    <a:pt x="4642736" y="515779"/>
                  </a:lnTo>
                  <a:lnTo>
                    <a:pt x="4713080" y="519676"/>
                  </a:lnTo>
                  <a:lnTo>
                    <a:pt x="4783425" y="523500"/>
                  </a:lnTo>
                  <a:lnTo>
                    <a:pt x="4853769" y="527253"/>
                  </a:lnTo>
                  <a:lnTo>
                    <a:pt x="4924114" y="530936"/>
                  </a:lnTo>
                  <a:lnTo>
                    <a:pt x="4994458" y="534550"/>
                  </a:lnTo>
                  <a:lnTo>
                    <a:pt x="5064803" y="538096"/>
                  </a:lnTo>
                  <a:lnTo>
                    <a:pt x="5135147" y="541577"/>
                  </a:lnTo>
                  <a:lnTo>
                    <a:pt x="5205492" y="544992"/>
                  </a:lnTo>
                  <a:lnTo>
                    <a:pt x="5275836" y="548343"/>
                  </a:lnTo>
                  <a:lnTo>
                    <a:pt x="5346181" y="551632"/>
                  </a:lnTo>
                  <a:lnTo>
                    <a:pt x="5416525" y="554859"/>
                  </a:lnTo>
                  <a:lnTo>
                    <a:pt x="5486870" y="558026"/>
                  </a:lnTo>
                  <a:lnTo>
                    <a:pt x="5557214" y="561134"/>
                  </a:lnTo>
                  <a:lnTo>
                    <a:pt x="5627559" y="564183"/>
                  </a:lnTo>
                  <a:lnTo>
                    <a:pt x="5697903" y="567176"/>
                  </a:lnTo>
                  <a:lnTo>
                    <a:pt x="5768248" y="570113"/>
                  </a:lnTo>
                  <a:lnTo>
                    <a:pt x="5838592" y="572995"/>
                  </a:lnTo>
                  <a:lnTo>
                    <a:pt x="5908937" y="575823"/>
                  </a:lnTo>
                  <a:lnTo>
                    <a:pt x="5979281" y="578598"/>
                  </a:lnTo>
                  <a:lnTo>
                    <a:pt x="6049626" y="581321"/>
                  </a:lnTo>
                  <a:lnTo>
                    <a:pt x="6119970" y="583993"/>
                  </a:lnTo>
                  <a:lnTo>
                    <a:pt x="6190315" y="586616"/>
                  </a:lnTo>
                  <a:lnTo>
                    <a:pt x="6260659" y="589189"/>
                  </a:lnTo>
                  <a:lnTo>
                    <a:pt x="6331004" y="591715"/>
                  </a:lnTo>
                  <a:lnTo>
                    <a:pt x="6401348" y="594193"/>
                  </a:lnTo>
                  <a:lnTo>
                    <a:pt x="6471693" y="596625"/>
                  </a:lnTo>
                  <a:lnTo>
                    <a:pt x="6542037" y="599011"/>
                  </a:lnTo>
                  <a:lnTo>
                    <a:pt x="6612382" y="601353"/>
                  </a:lnTo>
                  <a:lnTo>
                    <a:pt x="6682726" y="603651"/>
                  </a:lnTo>
                  <a:lnTo>
                    <a:pt x="6753071" y="605906"/>
                  </a:lnTo>
                  <a:lnTo>
                    <a:pt x="6823415" y="608119"/>
                  </a:lnTo>
                  <a:lnTo>
                    <a:pt x="6893760" y="610290"/>
                  </a:lnTo>
                  <a:lnTo>
                    <a:pt x="6964104" y="6124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53035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241001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054602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868203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68180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45104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2761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41217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54818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6841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1.24 (1.14-1.36), p_Bonf = &lt;0.001 (n = 6)  |  per IQR decline (Δ = 29.9 %): 1.92 (1.48-2.50)  |  IQR: [-15.0, 14.9]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2026-07-22T07:57:15Z</dcterms:modified>
  <cp:category/>
</cp:coreProperties>
</file>