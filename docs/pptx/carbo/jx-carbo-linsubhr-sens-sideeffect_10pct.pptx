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408482"/>
              <a:ext cx="7090630" cy="2997957"/>
            </a:xfrm>
            <a:custGeom>
              <a:avLst/>
              <a:pathLst>
                <a:path w="7090630" h="2997957">
                  <a:moveTo>
                    <a:pt x="0" y="0"/>
                  </a:moveTo>
                  <a:lnTo>
                    <a:pt x="71622" y="95181"/>
                  </a:lnTo>
                  <a:lnTo>
                    <a:pt x="143245" y="187485"/>
                  </a:lnTo>
                  <a:lnTo>
                    <a:pt x="214867" y="276999"/>
                  </a:lnTo>
                  <a:lnTo>
                    <a:pt x="286490" y="363807"/>
                  </a:lnTo>
                  <a:lnTo>
                    <a:pt x="358112" y="447991"/>
                  </a:lnTo>
                  <a:lnTo>
                    <a:pt x="429735" y="529631"/>
                  </a:lnTo>
                  <a:lnTo>
                    <a:pt x="501357" y="608802"/>
                  </a:lnTo>
                  <a:lnTo>
                    <a:pt x="572980" y="685581"/>
                  </a:lnTo>
                  <a:lnTo>
                    <a:pt x="644602" y="760038"/>
                  </a:lnTo>
                  <a:lnTo>
                    <a:pt x="716225" y="832245"/>
                  </a:lnTo>
                  <a:lnTo>
                    <a:pt x="787847" y="902269"/>
                  </a:lnTo>
                  <a:lnTo>
                    <a:pt x="859470" y="970177"/>
                  </a:lnTo>
                  <a:lnTo>
                    <a:pt x="931092" y="1036031"/>
                  </a:lnTo>
                  <a:lnTo>
                    <a:pt x="1002715" y="1099895"/>
                  </a:lnTo>
                  <a:lnTo>
                    <a:pt x="1074337" y="1161829"/>
                  </a:lnTo>
                  <a:lnTo>
                    <a:pt x="1145960" y="1221890"/>
                  </a:lnTo>
                  <a:lnTo>
                    <a:pt x="1217582" y="1280136"/>
                  </a:lnTo>
                  <a:lnTo>
                    <a:pt x="1289205" y="1336621"/>
                  </a:lnTo>
                  <a:lnTo>
                    <a:pt x="1360827" y="1391399"/>
                  </a:lnTo>
                  <a:lnTo>
                    <a:pt x="1432450" y="1444521"/>
                  </a:lnTo>
                  <a:lnTo>
                    <a:pt x="1504073" y="1496037"/>
                  </a:lnTo>
                  <a:lnTo>
                    <a:pt x="1575695" y="1545996"/>
                  </a:lnTo>
                  <a:lnTo>
                    <a:pt x="1647318" y="1594445"/>
                  </a:lnTo>
                  <a:lnTo>
                    <a:pt x="1718940" y="1641429"/>
                  </a:lnTo>
                  <a:lnTo>
                    <a:pt x="1790563" y="1686993"/>
                  </a:lnTo>
                  <a:lnTo>
                    <a:pt x="1862185" y="1731180"/>
                  </a:lnTo>
                  <a:lnTo>
                    <a:pt x="1933808" y="1774031"/>
                  </a:lnTo>
                  <a:lnTo>
                    <a:pt x="2005430" y="1815586"/>
                  </a:lnTo>
                  <a:lnTo>
                    <a:pt x="2077053" y="1855886"/>
                  </a:lnTo>
                  <a:lnTo>
                    <a:pt x="2148675" y="1894967"/>
                  </a:lnTo>
                  <a:lnTo>
                    <a:pt x="2220298" y="1932867"/>
                  </a:lnTo>
                  <a:lnTo>
                    <a:pt x="2291920" y="1969622"/>
                  </a:lnTo>
                  <a:lnTo>
                    <a:pt x="2363543" y="2005265"/>
                  </a:lnTo>
                  <a:lnTo>
                    <a:pt x="2435165" y="2039831"/>
                  </a:lnTo>
                  <a:lnTo>
                    <a:pt x="2506788" y="2073352"/>
                  </a:lnTo>
                  <a:lnTo>
                    <a:pt x="2578410" y="2105860"/>
                  </a:lnTo>
                  <a:lnTo>
                    <a:pt x="2650033" y="2137385"/>
                  </a:lnTo>
                  <a:lnTo>
                    <a:pt x="2721655" y="2167957"/>
                  </a:lnTo>
                  <a:lnTo>
                    <a:pt x="2793278" y="2197605"/>
                  </a:lnTo>
                  <a:lnTo>
                    <a:pt x="2864901" y="2226357"/>
                  </a:lnTo>
                  <a:lnTo>
                    <a:pt x="2936523" y="2254240"/>
                  </a:lnTo>
                  <a:lnTo>
                    <a:pt x="3008146" y="2281280"/>
                  </a:lnTo>
                  <a:lnTo>
                    <a:pt x="3079768" y="2307502"/>
                  </a:lnTo>
                  <a:lnTo>
                    <a:pt x="3151391" y="2322410"/>
                  </a:lnTo>
                  <a:lnTo>
                    <a:pt x="3223013" y="2328135"/>
                  </a:lnTo>
                  <a:lnTo>
                    <a:pt x="3294636" y="2333820"/>
                  </a:lnTo>
                  <a:lnTo>
                    <a:pt x="3366258" y="2339466"/>
                  </a:lnTo>
                  <a:lnTo>
                    <a:pt x="3437881" y="2345073"/>
                  </a:lnTo>
                  <a:lnTo>
                    <a:pt x="3509503" y="2350642"/>
                  </a:lnTo>
                  <a:lnTo>
                    <a:pt x="3581126" y="2356171"/>
                  </a:lnTo>
                  <a:lnTo>
                    <a:pt x="3652748" y="2361662"/>
                  </a:lnTo>
                  <a:lnTo>
                    <a:pt x="3724371" y="2367116"/>
                  </a:lnTo>
                  <a:lnTo>
                    <a:pt x="3795993" y="2372531"/>
                  </a:lnTo>
                  <a:lnTo>
                    <a:pt x="3867616" y="2377909"/>
                  </a:lnTo>
                  <a:lnTo>
                    <a:pt x="3939238" y="2383249"/>
                  </a:lnTo>
                  <a:lnTo>
                    <a:pt x="4010861" y="2388553"/>
                  </a:lnTo>
                  <a:lnTo>
                    <a:pt x="4082483" y="2393820"/>
                  </a:lnTo>
                  <a:lnTo>
                    <a:pt x="4154106" y="2399050"/>
                  </a:lnTo>
                  <a:lnTo>
                    <a:pt x="4225729" y="2404245"/>
                  </a:lnTo>
                  <a:lnTo>
                    <a:pt x="4297351" y="2409403"/>
                  </a:lnTo>
                  <a:lnTo>
                    <a:pt x="4368974" y="2414525"/>
                  </a:lnTo>
                  <a:lnTo>
                    <a:pt x="4440596" y="2419612"/>
                  </a:lnTo>
                  <a:lnTo>
                    <a:pt x="4512219" y="2424664"/>
                  </a:lnTo>
                  <a:lnTo>
                    <a:pt x="4583841" y="2429681"/>
                  </a:lnTo>
                  <a:lnTo>
                    <a:pt x="4655464" y="2434662"/>
                  </a:lnTo>
                  <a:lnTo>
                    <a:pt x="4727086" y="2439610"/>
                  </a:lnTo>
                  <a:lnTo>
                    <a:pt x="4798709" y="2444523"/>
                  </a:lnTo>
                  <a:lnTo>
                    <a:pt x="4870331" y="2449402"/>
                  </a:lnTo>
                  <a:lnTo>
                    <a:pt x="4941954" y="2454247"/>
                  </a:lnTo>
                  <a:lnTo>
                    <a:pt x="5013576" y="2459059"/>
                  </a:lnTo>
                  <a:lnTo>
                    <a:pt x="5085199" y="2463838"/>
                  </a:lnTo>
                  <a:lnTo>
                    <a:pt x="5156821" y="2468583"/>
                  </a:lnTo>
                  <a:lnTo>
                    <a:pt x="5228444" y="2473295"/>
                  </a:lnTo>
                  <a:lnTo>
                    <a:pt x="5300066" y="2477975"/>
                  </a:lnTo>
                  <a:lnTo>
                    <a:pt x="5371689" y="2482623"/>
                  </a:lnTo>
                  <a:lnTo>
                    <a:pt x="5443311" y="2487238"/>
                  </a:lnTo>
                  <a:lnTo>
                    <a:pt x="5514934" y="2491821"/>
                  </a:lnTo>
                  <a:lnTo>
                    <a:pt x="5586557" y="2496372"/>
                  </a:lnTo>
                  <a:lnTo>
                    <a:pt x="5658179" y="2500892"/>
                  </a:lnTo>
                  <a:lnTo>
                    <a:pt x="5729802" y="2505381"/>
                  </a:lnTo>
                  <a:lnTo>
                    <a:pt x="5801424" y="2509838"/>
                  </a:lnTo>
                  <a:lnTo>
                    <a:pt x="5873047" y="2514265"/>
                  </a:lnTo>
                  <a:lnTo>
                    <a:pt x="5944669" y="2518661"/>
                  </a:lnTo>
                  <a:lnTo>
                    <a:pt x="6016292" y="2523026"/>
                  </a:lnTo>
                  <a:lnTo>
                    <a:pt x="6087914" y="2527362"/>
                  </a:lnTo>
                  <a:lnTo>
                    <a:pt x="6159537" y="2531667"/>
                  </a:lnTo>
                  <a:lnTo>
                    <a:pt x="6231159" y="2535942"/>
                  </a:lnTo>
                  <a:lnTo>
                    <a:pt x="6302782" y="2540188"/>
                  </a:lnTo>
                  <a:lnTo>
                    <a:pt x="6374404" y="2544404"/>
                  </a:lnTo>
                  <a:lnTo>
                    <a:pt x="6446027" y="2548591"/>
                  </a:lnTo>
                  <a:lnTo>
                    <a:pt x="6517649" y="2552749"/>
                  </a:lnTo>
                  <a:lnTo>
                    <a:pt x="6589272" y="2556879"/>
                  </a:lnTo>
                  <a:lnTo>
                    <a:pt x="6660894" y="2560979"/>
                  </a:lnTo>
                  <a:lnTo>
                    <a:pt x="6732517" y="2565052"/>
                  </a:lnTo>
                  <a:lnTo>
                    <a:pt x="6804139" y="2569096"/>
                  </a:lnTo>
                  <a:lnTo>
                    <a:pt x="6875762" y="2573112"/>
                  </a:lnTo>
                  <a:lnTo>
                    <a:pt x="6947385" y="2577100"/>
                  </a:lnTo>
                  <a:lnTo>
                    <a:pt x="7019007" y="2581061"/>
                  </a:lnTo>
                  <a:lnTo>
                    <a:pt x="7090630" y="2584994"/>
                  </a:lnTo>
                  <a:lnTo>
                    <a:pt x="7090630" y="2997957"/>
                  </a:lnTo>
                  <a:lnTo>
                    <a:pt x="7019007" y="2993256"/>
                  </a:lnTo>
                  <a:lnTo>
                    <a:pt x="6947385" y="2988409"/>
                  </a:lnTo>
                  <a:lnTo>
                    <a:pt x="6875762" y="2983410"/>
                  </a:lnTo>
                  <a:lnTo>
                    <a:pt x="6804139" y="2978256"/>
                  </a:lnTo>
                  <a:lnTo>
                    <a:pt x="6732517" y="2972941"/>
                  </a:lnTo>
                  <a:lnTo>
                    <a:pt x="6660894" y="2967461"/>
                  </a:lnTo>
                  <a:lnTo>
                    <a:pt x="6589272" y="2961809"/>
                  </a:lnTo>
                  <a:lnTo>
                    <a:pt x="6517649" y="2955982"/>
                  </a:lnTo>
                  <a:lnTo>
                    <a:pt x="6446027" y="2949973"/>
                  </a:lnTo>
                  <a:lnTo>
                    <a:pt x="6374404" y="2943776"/>
                  </a:lnTo>
                  <a:lnTo>
                    <a:pt x="6302782" y="2937387"/>
                  </a:lnTo>
                  <a:lnTo>
                    <a:pt x="6231159" y="2930798"/>
                  </a:lnTo>
                  <a:lnTo>
                    <a:pt x="6159537" y="2924004"/>
                  </a:lnTo>
                  <a:lnTo>
                    <a:pt x="6087914" y="2916998"/>
                  </a:lnTo>
                  <a:lnTo>
                    <a:pt x="6016292" y="2909773"/>
                  </a:lnTo>
                  <a:lnTo>
                    <a:pt x="5944669" y="2902324"/>
                  </a:lnTo>
                  <a:lnTo>
                    <a:pt x="5873047" y="2894642"/>
                  </a:lnTo>
                  <a:lnTo>
                    <a:pt x="5801424" y="2886721"/>
                  </a:lnTo>
                  <a:lnTo>
                    <a:pt x="5729802" y="2878553"/>
                  </a:lnTo>
                  <a:lnTo>
                    <a:pt x="5658179" y="2870130"/>
                  </a:lnTo>
                  <a:lnTo>
                    <a:pt x="5586557" y="2861445"/>
                  </a:lnTo>
                  <a:lnTo>
                    <a:pt x="5514934" y="2852489"/>
                  </a:lnTo>
                  <a:lnTo>
                    <a:pt x="5443311" y="2843254"/>
                  </a:lnTo>
                  <a:lnTo>
                    <a:pt x="5371689" y="2833731"/>
                  </a:lnTo>
                  <a:lnTo>
                    <a:pt x="5300066" y="2823912"/>
                  </a:lnTo>
                  <a:lnTo>
                    <a:pt x="5228444" y="2813786"/>
                  </a:lnTo>
                  <a:lnTo>
                    <a:pt x="5156821" y="2803344"/>
                  </a:lnTo>
                  <a:lnTo>
                    <a:pt x="5085199" y="2792577"/>
                  </a:lnTo>
                  <a:lnTo>
                    <a:pt x="5013576" y="2781475"/>
                  </a:lnTo>
                  <a:lnTo>
                    <a:pt x="4941954" y="2770026"/>
                  </a:lnTo>
                  <a:lnTo>
                    <a:pt x="4870331" y="2758221"/>
                  </a:lnTo>
                  <a:lnTo>
                    <a:pt x="4798709" y="2746047"/>
                  </a:lnTo>
                  <a:lnTo>
                    <a:pt x="4727086" y="2733494"/>
                  </a:lnTo>
                  <a:lnTo>
                    <a:pt x="4655464" y="2720550"/>
                  </a:lnTo>
                  <a:lnTo>
                    <a:pt x="4583841" y="2707202"/>
                  </a:lnTo>
                  <a:lnTo>
                    <a:pt x="4512219" y="2693439"/>
                  </a:lnTo>
                  <a:lnTo>
                    <a:pt x="4440596" y="2679246"/>
                  </a:lnTo>
                  <a:lnTo>
                    <a:pt x="4368974" y="2664611"/>
                  </a:lnTo>
                  <a:lnTo>
                    <a:pt x="4297351" y="2649520"/>
                  </a:lnTo>
                  <a:lnTo>
                    <a:pt x="4225729" y="2633958"/>
                  </a:lnTo>
                  <a:lnTo>
                    <a:pt x="4154106" y="2617911"/>
                  </a:lnTo>
                  <a:lnTo>
                    <a:pt x="4082483" y="2601364"/>
                  </a:lnTo>
                  <a:lnTo>
                    <a:pt x="4010861" y="2584301"/>
                  </a:lnTo>
                  <a:lnTo>
                    <a:pt x="3939238" y="2566707"/>
                  </a:lnTo>
                  <a:lnTo>
                    <a:pt x="3867616" y="2548564"/>
                  </a:lnTo>
                  <a:lnTo>
                    <a:pt x="3795993" y="2529855"/>
                  </a:lnTo>
                  <a:lnTo>
                    <a:pt x="3724371" y="2510564"/>
                  </a:lnTo>
                  <a:lnTo>
                    <a:pt x="3652748" y="2490671"/>
                  </a:lnTo>
                  <a:lnTo>
                    <a:pt x="3581126" y="2470158"/>
                  </a:lnTo>
                  <a:lnTo>
                    <a:pt x="3509503" y="2449005"/>
                  </a:lnTo>
                  <a:lnTo>
                    <a:pt x="3437881" y="2427193"/>
                  </a:lnTo>
                  <a:lnTo>
                    <a:pt x="3366258" y="2404702"/>
                  </a:lnTo>
                  <a:lnTo>
                    <a:pt x="3294636" y="2381509"/>
                  </a:lnTo>
                  <a:lnTo>
                    <a:pt x="3223013" y="2357593"/>
                  </a:lnTo>
                  <a:lnTo>
                    <a:pt x="3151391" y="2332932"/>
                  </a:lnTo>
                  <a:lnTo>
                    <a:pt x="3079768" y="2316645"/>
                  </a:lnTo>
                  <a:lnTo>
                    <a:pt x="3008146" y="2310839"/>
                  </a:lnTo>
                  <a:lnTo>
                    <a:pt x="2936523" y="2304994"/>
                  </a:lnTo>
                  <a:lnTo>
                    <a:pt x="2864901" y="2299107"/>
                  </a:lnTo>
                  <a:lnTo>
                    <a:pt x="2793278" y="2293179"/>
                  </a:lnTo>
                  <a:lnTo>
                    <a:pt x="2721655" y="2287210"/>
                  </a:lnTo>
                  <a:lnTo>
                    <a:pt x="2650033" y="2281200"/>
                  </a:lnTo>
                  <a:lnTo>
                    <a:pt x="2578410" y="2275147"/>
                  </a:lnTo>
                  <a:lnTo>
                    <a:pt x="2506788" y="2269052"/>
                  </a:lnTo>
                  <a:lnTo>
                    <a:pt x="2435165" y="2262915"/>
                  </a:lnTo>
                  <a:lnTo>
                    <a:pt x="2363543" y="2256735"/>
                  </a:lnTo>
                  <a:lnTo>
                    <a:pt x="2291920" y="2250512"/>
                  </a:lnTo>
                  <a:lnTo>
                    <a:pt x="2220298" y="2244245"/>
                  </a:lnTo>
                  <a:lnTo>
                    <a:pt x="2148675" y="2237934"/>
                  </a:lnTo>
                  <a:lnTo>
                    <a:pt x="2077053" y="2231580"/>
                  </a:lnTo>
                  <a:lnTo>
                    <a:pt x="2005430" y="2225181"/>
                  </a:lnTo>
                  <a:lnTo>
                    <a:pt x="1933808" y="2218738"/>
                  </a:lnTo>
                  <a:lnTo>
                    <a:pt x="1862185" y="2212250"/>
                  </a:lnTo>
                  <a:lnTo>
                    <a:pt x="1790563" y="2205716"/>
                  </a:lnTo>
                  <a:lnTo>
                    <a:pt x="1718940" y="2199137"/>
                  </a:lnTo>
                  <a:lnTo>
                    <a:pt x="1647318" y="2192512"/>
                  </a:lnTo>
                  <a:lnTo>
                    <a:pt x="1575695" y="2185840"/>
                  </a:lnTo>
                  <a:lnTo>
                    <a:pt x="1504073" y="2179122"/>
                  </a:lnTo>
                  <a:lnTo>
                    <a:pt x="1432450" y="2172358"/>
                  </a:lnTo>
                  <a:lnTo>
                    <a:pt x="1360827" y="2165546"/>
                  </a:lnTo>
                  <a:lnTo>
                    <a:pt x="1289205" y="2158686"/>
                  </a:lnTo>
                  <a:lnTo>
                    <a:pt x="1217582" y="2151779"/>
                  </a:lnTo>
                  <a:lnTo>
                    <a:pt x="1145960" y="2144824"/>
                  </a:lnTo>
                  <a:lnTo>
                    <a:pt x="1074337" y="2137820"/>
                  </a:lnTo>
                  <a:lnTo>
                    <a:pt x="1002715" y="2130767"/>
                  </a:lnTo>
                  <a:lnTo>
                    <a:pt x="931092" y="2123665"/>
                  </a:lnTo>
                  <a:lnTo>
                    <a:pt x="859470" y="2116513"/>
                  </a:lnTo>
                  <a:lnTo>
                    <a:pt x="787847" y="2109311"/>
                  </a:lnTo>
                  <a:lnTo>
                    <a:pt x="716225" y="2102060"/>
                  </a:lnTo>
                  <a:lnTo>
                    <a:pt x="644602" y="2094757"/>
                  </a:lnTo>
                  <a:lnTo>
                    <a:pt x="572980" y="2087404"/>
                  </a:lnTo>
                  <a:lnTo>
                    <a:pt x="501357" y="2079999"/>
                  </a:lnTo>
                  <a:lnTo>
                    <a:pt x="429735" y="2072543"/>
                  </a:lnTo>
                  <a:lnTo>
                    <a:pt x="358112" y="2065035"/>
                  </a:lnTo>
                  <a:lnTo>
                    <a:pt x="286490" y="2057474"/>
                  </a:lnTo>
                  <a:lnTo>
                    <a:pt x="214867" y="2049861"/>
                  </a:lnTo>
                  <a:lnTo>
                    <a:pt x="143245" y="2042194"/>
                  </a:lnTo>
                  <a:lnTo>
                    <a:pt x="71622" y="2034474"/>
                  </a:lnTo>
                  <a:lnTo>
                    <a:pt x="0" y="20267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408482"/>
              <a:ext cx="7090630" cy="2584994"/>
            </a:xfrm>
            <a:custGeom>
              <a:avLst/>
              <a:pathLst>
                <a:path w="7090630" h="2584994">
                  <a:moveTo>
                    <a:pt x="0" y="0"/>
                  </a:moveTo>
                  <a:lnTo>
                    <a:pt x="71622" y="95181"/>
                  </a:lnTo>
                  <a:lnTo>
                    <a:pt x="143245" y="187485"/>
                  </a:lnTo>
                  <a:lnTo>
                    <a:pt x="214867" y="276999"/>
                  </a:lnTo>
                  <a:lnTo>
                    <a:pt x="286490" y="363807"/>
                  </a:lnTo>
                  <a:lnTo>
                    <a:pt x="358112" y="447991"/>
                  </a:lnTo>
                  <a:lnTo>
                    <a:pt x="429735" y="529631"/>
                  </a:lnTo>
                  <a:lnTo>
                    <a:pt x="501357" y="608802"/>
                  </a:lnTo>
                  <a:lnTo>
                    <a:pt x="572980" y="685581"/>
                  </a:lnTo>
                  <a:lnTo>
                    <a:pt x="644602" y="760038"/>
                  </a:lnTo>
                  <a:lnTo>
                    <a:pt x="716225" y="832245"/>
                  </a:lnTo>
                  <a:lnTo>
                    <a:pt x="787847" y="902269"/>
                  </a:lnTo>
                  <a:lnTo>
                    <a:pt x="859470" y="970177"/>
                  </a:lnTo>
                  <a:lnTo>
                    <a:pt x="931092" y="1036031"/>
                  </a:lnTo>
                  <a:lnTo>
                    <a:pt x="1002715" y="1099895"/>
                  </a:lnTo>
                  <a:lnTo>
                    <a:pt x="1074337" y="1161829"/>
                  </a:lnTo>
                  <a:lnTo>
                    <a:pt x="1145960" y="1221890"/>
                  </a:lnTo>
                  <a:lnTo>
                    <a:pt x="1217582" y="1280136"/>
                  </a:lnTo>
                  <a:lnTo>
                    <a:pt x="1289205" y="1336621"/>
                  </a:lnTo>
                  <a:lnTo>
                    <a:pt x="1360827" y="1391399"/>
                  </a:lnTo>
                  <a:lnTo>
                    <a:pt x="1432450" y="1444521"/>
                  </a:lnTo>
                  <a:lnTo>
                    <a:pt x="1504073" y="1496037"/>
                  </a:lnTo>
                  <a:lnTo>
                    <a:pt x="1575695" y="1545996"/>
                  </a:lnTo>
                  <a:lnTo>
                    <a:pt x="1647318" y="1594445"/>
                  </a:lnTo>
                  <a:lnTo>
                    <a:pt x="1718940" y="1641429"/>
                  </a:lnTo>
                  <a:lnTo>
                    <a:pt x="1790563" y="1686993"/>
                  </a:lnTo>
                  <a:lnTo>
                    <a:pt x="1862185" y="1731180"/>
                  </a:lnTo>
                  <a:lnTo>
                    <a:pt x="1933808" y="1774031"/>
                  </a:lnTo>
                  <a:lnTo>
                    <a:pt x="2005430" y="1815586"/>
                  </a:lnTo>
                  <a:lnTo>
                    <a:pt x="2077053" y="1855886"/>
                  </a:lnTo>
                  <a:lnTo>
                    <a:pt x="2148675" y="1894967"/>
                  </a:lnTo>
                  <a:lnTo>
                    <a:pt x="2220298" y="1932867"/>
                  </a:lnTo>
                  <a:lnTo>
                    <a:pt x="2291920" y="1969622"/>
                  </a:lnTo>
                  <a:lnTo>
                    <a:pt x="2363543" y="2005265"/>
                  </a:lnTo>
                  <a:lnTo>
                    <a:pt x="2435165" y="2039831"/>
                  </a:lnTo>
                  <a:lnTo>
                    <a:pt x="2506788" y="2073352"/>
                  </a:lnTo>
                  <a:lnTo>
                    <a:pt x="2578410" y="2105860"/>
                  </a:lnTo>
                  <a:lnTo>
                    <a:pt x="2650033" y="2137385"/>
                  </a:lnTo>
                  <a:lnTo>
                    <a:pt x="2721655" y="2167957"/>
                  </a:lnTo>
                  <a:lnTo>
                    <a:pt x="2793278" y="2197605"/>
                  </a:lnTo>
                  <a:lnTo>
                    <a:pt x="2864901" y="2226357"/>
                  </a:lnTo>
                  <a:lnTo>
                    <a:pt x="2936523" y="2254240"/>
                  </a:lnTo>
                  <a:lnTo>
                    <a:pt x="3008146" y="2281280"/>
                  </a:lnTo>
                  <a:lnTo>
                    <a:pt x="3079768" y="2307502"/>
                  </a:lnTo>
                  <a:lnTo>
                    <a:pt x="3151391" y="2322410"/>
                  </a:lnTo>
                  <a:lnTo>
                    <a:pt x="3223013" y="2328135"/>
                  </a:lnTo>
                  <a:lnTo>
                    <a:pt x="3294636" y="2333820"/>
                  </a:lnTo>
                  <a:lnTo>
                    <a:pt x="3366258" y="2339466"/>
                  </a:lnTo>
                  <a:lnTo>
                    <a:pt x="3437881" y="2345073"/>
                  </a:lnTo>
                  <a:lnTo>
                    <a:pt x="3509503" y="2350642"/>
                  </a:lnTo>
                  <a:lnTo>
                    <a:pt x="3581126" y="2356171"/>
                  </a:lnTo>
                  <a:lnTo>
                    <a:pt x="3652748" y="2361662"/>
                  </a:lnTo>
                  <a:lnTo>
                    <a:pt x="3724371" y="2367116"/>
                  </a:lnTo>
                  <a:lnTo>
                    <a:pt x="3795993" y="2372531"/>
                  </a:lnTo>
                  <a:lnTo>
                    <a:pt x="3867616" y="2377909"/>
                  </a:lnTo>
                  <a:lnTo>
                    <a:pt x="3939238" y="2383249"/>
                  </a:lnTo>
                  <a:lnTo>
                    <a:pt x="4010861" y="2388553"/>
                  </a:lnTo>
                  <a:lnTo>
                    <a:pt x="4082483" y="2393820"/>
                  </a:lnTo>
                  <a:lnTo>
                    <a:pt x="4154106" y="2399050"/>
                  </a:lnTo>
                  <a:lnTo>
                    <a:pt x="4225729" y="2404245"/>
                  </a:lnTo>
                  <a:lnTo>
                    <a:pt x="4297351" y="2409403"/>
                  </a:lnTo>
                  <a:lnTo>
                    <a:pt x="4368974" y="2414525"/>
                  </a:lnTo>
                  <a:lnTo>
                    <a:pt x="4440596" y="2419612"/>
                  </a:lnTo>
                  <a:lnTo>
                    <a:pt x="4512219" y="2424664"/>
                  </a:lnTo>
                  <a:lnTo>
                    <a:pt x="4583841" y="2429681"/>
                  </a:lnTo>
                  <a:lnTo>
                    <a:pt x="4655464" y="2434662"/>
                  </a:lnTo>
                  <a:lnTo>
                    <a:pt x="4727086" y="2439610"/>
                  </a:lnTo>
                  <a:lnTo>
                    <a:pt x="4798709" y="2444523"/>
                  </a:lnTo>
                  <a:lnTo>
                    <a:pt x="4870331" y="2449402"/>
                  </a:lnTo>
                  <a:lnTo>
                    <a:pt x="4941954" y="2454247"/>
                  </a:lnTo>
                  <a:lnTo>
                    <a:pt x="5013576" y="2459059"/>
                  </a:lnTo>
                  <a:lnTo>
                    <a:pt x="5085199" y="2463838"/>
                  </a:lnTo>
                  <a:lnTo>
                    <a:pt x="5156821" y="2468583"/>
                  </a:lnTo>
                  <a:lnTo>
                    <a:pt x="5228444" y="2473295"/>
                  </a:lnTo>
                  <a:lnTo>
                    <a:pt x="5300066" y="2477975"/>
                  </a:lnTo>
                  <a:lnTo>
                    <a:pt x="5371689" y="2482623"/>
                  </a:lnTo>
                  <a:lnTo>
                    <a:pt x="5443311" y="2487238"/>
                  </a:lnTo>
                  <a:lnTo>
                    <a:pt x="5514934" y="2491821"/>
                  </a:lnTo>
                  <a:lnTo>
                    <a:pt x="5586557" y="2496372"/>
                  </a:lnTo>
                  <a:lnTo>
                    <a:pt x="5658179" y="2500892"/>
                  </a:lnTo>
                  <a:lnTo>
                    <a:pt x="5729802" y="2505381"/>
                  </a:lnTo>
                  <a:lnTo>
                    <a:pt x="5801424" y="2509838"/>
                  </a:lnTo>
                  <a:lnTo>
                    <a:pt x="5873047" y="2514265"/>
                  </a:lnTo>
                  <a:lnTo>
                    <a:pt x="5944669" y="2518661"/>
                  </a:lnTo>
                  <a:lnTo>
                    <a:pt x="6016292" y="2523026"/>
                  </a:lnTo>
                  <a:lnTo>
                    <a:pt x="6087914" y="2527362"/>
                  </a:lnTo>
                  <a:lnTo>
                    <a:pt x="6159537" y="2531667"/>
                  </a:lnTo>
                  <a:lnTo>
                    <a:pt x="6231159" y="2535942"/>
                  </a:lnTo>
                  <a:lnTo>
                    <a:pt x="6302782" y="2540188"/>
                  </a:lnTo>
                  <a:lnTo>
                    <a:pt x="6374404" y="2544404"/>
                  </a:lnTo>
                  <a:lnTo>
                    <a:pt x="6446027" y="2548591"/>
                  </a:lnTo>
                  <a:lnTo>
                    <a:pt x="6517649" y="2552749"/>
                  </a:lnTo>
                  <a:lnTo>
                    <a:pt x="6589272" y="2556879"/>
                  </a:lnTo>
                  <a:lnTo>
                    <a:pt x="6660894" y="2560979"/>
                  </a:lnTo>
                  <a:lnTo>
                    <a:pt x="6732517" y="2565052"/>
                  </a:lnTo>
                  <a:lnTo>
                    <a:pt x="6804139" y="2569096"/>
                  </a:lnTo>
                  <a:lnTo>
                    <a:pt x="6875762" y="2573112"/>
                  </a:lnTo>
                  <a:lnTo>
                    <a:pt x="6947385" y="2577100"/>
                  </a:lnTo>
                  <a:lnTo>
                    <a:pt x="7019007" y="2581061"/>
                  </a:lnTo>
                  <a:lnTo>
                    <a:pt x="7090630" y="25849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435183"/>
              <a:ext cx="7090630" cy="971256"/>
            </a:xfrm>
            <a:custGeom>
              <a:avLst/>
              <a:pathLst>
                <a:path w="7090630" h="971256">
                  <a:moveTo>
                    <a:pt x="7090630" y="971256"/>
                  </a:moveTo>
                  <a:lnTo>
                    <a:pt x="7019007" y="966555"/>
                  </a:lnTo>
                  <a:lnTo>
                    <a:pt x="6947385" y="961708"/>
                  </a:lnTo>
                  <a:lnTo>
                    <a:pt x="6875762" y="956709"/>
                  </a:lnTo>
                  <a:lnTo>
                    <a:pt x="6804139" y="951555"/>
                  </a:lnTo>
                  <a:lnTo>
                    <a:pt x="6732517" y="946240"/>
                  </a:lnTo>
                  <a:lnTo>
                    <a:pt x="6660894" y="940760"/>
                  </a:lnTo>
                  <a:lnTo>
                    <a:pt x="6589272" y="935108"/>
                  </a:lnTo>
                  <a:lnTo>
                    <a:pt x="6517649" y="929281"/>
                  </a:lnTo>
                  <a:lnTo>
                    <a:pt x="6446027" y="923272"/>
                  </a:lnTo>
                  <a:lnTo>
                    <a:pt x="6374404" y="917075"/>
                  </a:lnTo>
                  <a:lnTo>
                    <a:pt x="6302782" y="910686"/>
                  </a:lnTo>
                  <a:lnTo>
                    <a:pt x="6231159" y="904097"/>
                  </a:lnTo>
                  <a:lnTo>
                    <a:pt x="6159537" y="897303"/>
                  </a:lnTo>
                  <a:lnTo>
                    <a:pt x="6087914" y="890297"/>
                  </a:lnTo>
                  <a:lnTo>
                    <a:pt x="6016292" y="883072"/>
                  </a:lnTo>
                  <a:lnTo>
                    <a:pt x="5944669" y="875623"/>
                  </a:lnTo>
                  <a:lnTo>
                    <a:pt x="5873047" y="867941"/>
                  </a:lnTo>
                  <a:lnTo>
                    <a:pt x="5801424" y="860020"/>
                  </a:lnTo>
                  <a:lnTo>
                    <a:pt x="5729802" y="851852"/>
                  </a:lnTo>
                  <a:lnTo>
                    <a:pt x="5658179" y="843429"/>
                  </a:lnTo>
                  <a:lnTo>
                    <a:pt x="5586557" y="834744"/>
                  </a:lnTo>
                  <a:lnTo>
                    <a:pt x="5514934" y="825788"/>
                  </a:lnTo>
                  <a:lnTo>
                    <a:pt x="5443311" y="816553"/>
                  </a:lnTo>
                  <a:lnTo>
                    <a:pt x="5371689" y="807030"/>
                  </a:lnTo>
                  <a:lnTo>
                    <a:pt x="5300066" y="797211"/>
                  </a:lnTo>
                  <a:lnTo>
                    <a:pt x="5228444" y="787085"/>
                  </a:lnTo>
                  <a:lnTo>
                    <a:pt x="5156821" y="776643"/>
                  </a:lnTo>
                  <a:lnTo>
                    <a:pt x="5085199" y="765876"/>
                  </a:lnTo>
                  <a:lnTo>
                    <a:pt x="5013576" y="754774"/>
                  </a:lnTo>
                  <a:lnTo>
                    <a:pt x="4941954" y="743325"/>
                  </a:lnTo>
                  <a:lnTo>
                    <a:pt x="4870331" y="731520"/>
                  </a:lnTo>
                  <a:lnTo>
                    <a:pt x="4798709" y="719346"/>
                  </a:lnTo>
                  <a:lnTo>
                    <a:pt x="4727086" y="706793"/>
                  </a:lnTo>
                  <a:lnTo>
                    <a:pt x="4655464" y="693849"/>
                  </a:lnTo>
                  <a:lnTo>
                    <a:pt x="4583841" y="680501"/>
                  </a:lnTo>
                  <a:lnTo>
                    <a:pt x="4512219" y="666738"/>
                  </a:lnTo>
                  <a:lnTo>
                    <a:pt x="4440596" y="652545"/>
                  </a:lnTo>
                  <a:lnTo>
                    <a:pt x="4368974" y="637910"/>
                  </a:lnTo>
                  <a:lnTo>
                    <a:pt x="4297351" y="622819"/>
                  </a:lnTo>
                  <a:lnTo>
                    <a:pt x="4225729" y="607257"/>
                  </a:lnTo>
                  <a:lnTo>
                    <a:pt x="4154106" y="591210"/>
                  </a:lnTo>
                  <a:lnTo>
                    <a:pt x="4082483" y="574663"/>
                  </a:lnTo>
                  <a:lnTo>
                    <a:pt x="4010861" y="557600"/>
                  </a:lnTo>
                  <a:lnTo>
                    <a:pt x="3939238" y="540006"/>
                  </a:lnTo>
                  <a:lnTo>
                    <a:pt x="3867616" y="521863"/>
                  </a:lnTo>
                  <a:lnTo>
                    <a:pt x="3795993" y="503154"/>
                  </a:lnTo>
                  <a:lnTo>
                    <a:pt x="3724371" y="483863"/>
                  </a:lnTo>
                  <a:lnTo>
                    <a:pt x="3652748" y="463970"/>
                  </a:lnTo>
                  <a:lnTo>
                    <a:pt x="3581126" y="443457"/>
                  </a:lnTo>
                  <a:lnTo>
                    <a:pt x="3509503" y="422304"/>
                  </a:lnTo>
                  <a:lnTo>
                    <a:pt x="3437881" y="400492"/>
                  </a:lnTo>
                  <a:lnTo>
                    <a:pt x="3366258" y="378001"/>
                  </a:lnTo>
                  <a:lnTo>
                    <a:pt x="3294636" y="354808"/>
                  </a:lnTo>
                  <a:lnTo>
                    <a:pt x="3223013" y="330892"/>
                  </a:lnTo>
                  <a:lnTo>
                    <a:pt x="3151391" y="306231"/>
                  </a:lnTo>
                  <a:lnTo>
                    <a:pt x="3079768" y="289944"/>
                  </a:lnTo>
                  <a:lnTo>
                    <a:pt x="3008146" y="284138"/>
                  </a:lnTo>
                  <a:lnTo>
                    <a:pt x="2936523" y="278293"/>
                  </a:lnTo>
                  <a:lnTo>
                    <a:pt x="2864901" y="272406"/>
                  </a:lnTo>
                  <a:lnTo>
                    <a:pt x="2793278" y="266478"/>
                  </a:lnTo>
                  <a:lnTo>
                    <a:pt x="2721655" y="260509"/>
                  </a:lnTo>
                  <a:lnTo>
                    <a:pt x="2650033" y="254499"/>
                  </a:lnTo>
                  <a:lnTo>
                    <a:pt x="2578410" y="248446"/>
                  </a:lnTo>
                  <a:lnTo>
                    <a:pt x="2506788" y="242351"/>
                  </a:lnTo>
                  <a:lnTo>
                    <a:pt x="2435165" y="236214"/>
                  </a:lnTo>
                  <a:lnTo>
                    <a:pt x="2363543" y="230034"/>
                  </a:lnTo>
                  <a:lnTo>
                    <a:pt x="2291920" y="223811"/>
                  </a:lnTo>
                  <a:lnTo>
                    <a:pt x="2220298" y="217544"/>
                  </a:lnTo>
                  <a:lnTo>
                    <a:pt x="2148675" y="211233"/>
                  </a:lnTo>
                  <a:lnTo>
                    <a:pt x="2077053" y="204879"/>
                  </a:lnTo>
                  <a:lnTo>
                    <a:pt x="2005430" y="198480"/>
                  </a:lnTo>
                  <a:lnTo>
                    <a:pt x="1933808" y="192037"/>
                  </a:lnTo>
                  <a:lnTo>
                    <a:pt x="1862185" y="185549"/>
                  </a:lnTo>
                  <a:lnTo>
                    <a:pt x="1790563" y="179015"/>
                  </a:lnTo>
                  <a:lnTo>
                    <a:pt x="1718940" y="172436"/>
                  </a:lnTo>
                  <a:lnTo>
                    <a:pt x="1647318" y="165811"/>
                  </a:lnTo>
                  <a:lnTo>
                    <a:pt x="1575695" y="159139"/>
                  </a:lnTo>
                  <a:lnTo>
                    <a:pt x="1504073" y="152421"/>
                  </a:lnTo>
                  <a:lnTo>
                    <a:pt x="1432450" y="145657"/>
                  </a:lnTo>
                  <a:lnTo>
                    <a:pt x="1360827" y="138845"/>
                  </a:lnTo>
                  <a:lnTo>
                    <a:pt x="1289205" y="131985"/>
                  </a:lnTo>
                  <a:lnTo>
                    <a:pt x="1217582" y="125078"/>
                  </a:lnTo>
                  <a:lnTo>
                    <a:pt x="1145960" y="118123"/>
                  </a:lnTo>
                  <a:lnTo>
                    <a:pt x="1074337" y="111119"/>
                  </a:lnTo>
                  <a:lnTo>
                    <a:pt x="1002715" y="104066"/>
                  </a:lnTo>
                  <a:lnTo>
                    <a:pt x="931092" y="96964"/>
                  </a:lnTo>
                  <a:lnTo>
                    <a:pt x="859470" y="89812"/>
                  </a:lnTo>
                  <a:lnTo>
                    <a:pt x="787847" y="82610"/>
                  </a:lnTo>
                  <a:lnTo>
                    <a:pt x="716225" y="75359"/>
                  </a:lnTo>
                  <a:lnTo>
                    <a:pt x="644602" y="68056"/>
                  </a:lnTo>
                  <a:lnTo>
                    <a:pt x="572980" y="60703"/>
                  </a:lnTo>
                  <a:lnTo>
                    <a:pt x="501357" y="53298"/>
                  </a:lnTo>
                  <a:lnTo>
                    <a:pt x="429735" y="45842"/>
                  </a:lnTo>
                  <a:lnTo>
                    <a:pt x="358112" y="38334"/>
                  </a:lnTo>
                  <a:lnTo>
                    <a:pt x="286490" y="30773"/>
                  </a:lnTo>
                  <a:lnTo>
                    <a:pt x="214867" y="23160"/>
                  </a:lnTo>
                  <a:lnTo>
                    <a:pt x="143245" y="15493"/>
                  </a:lnTo>
                  <a:lnTo>
                    <a:pt x="71622" y="77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677589"/>
              <a:ext cx="7090630" cy="1588074"/>
            </a:xfrm>
            <a:custGeom>
              <a:avLst/>
              <a:pathLst>
                <a:path w="7090630" h="1588074">
                  <a:moveTo>
                    <a:pt x="0" y="0"/>
                  </a:moveTo>
                  <a:lnTo>
                    <a:pt x="71622" y="35050"/>
                  </a:lnTo>
                  <a:lnTo>
                    <a:pt x="143245" y="69447"/>
                  </a:lnTo>
                  <a:lnTo>
                    <a:pt x="214867" y="103203"/>
                  </a:lnTo>
                  <a:lnTo>
                    <a:pt x="286490" y="136329"/>
                  </a:lnTo>
                  <a:lnTo>
                    <a:pt x="358112" y="168837"/>
                  </a:lnTo>
                  <a:lnTo>
                    <a:pt x="429735" y="200739"/>
                  </a:lnTo>
                  <a:lnTo>
                    <a:pt x="501357" y="232047"/>
                  </a:lnTo>
                  <a:lnTo>
                    <a:pt x="572980" y="262770"/>
                  </a:lnTo>
                  <a:lnTo>
                    <a:pt x="644602" y="292921"/>
                  </a:lnTo>
                  <a:lnTo>
                    <a:pt x="716225" y="322509"/>
                  </a:lnTo>
                  <a:lnTo>
                    <a:pt x="787847" y="351546"/>
                  </a:lnTo>
                  <a:lnTo>
                    <a:pt x="859470" y="380041"/>
                  </a:lnTo>
                  <a:lnTo>
                    <a:pt x="931092" y="408005"/>
                  </a:lnTo>
                  <a:lnTo>
                    <a:pt x="1002715" y="435447"/>
                  </a:lnTo>
                  <a:lnTo>
                    <a:pt x="1074337" y="462378"/>
                  </a:lnTo>
                  <a:lnTo>
                    <a:pt x="1145960" y="488807"/>
                  </a:lnTo>
                  <a:lnTo>
                    <a:pt x="1217582" y="514742"/>
                  </a:lnTo>
                  <a:lnTo>
                    <a:pt x="1289205" y="540194"/>
                  </a:lnTo>
                  <a:lnTo>
                    <a:pt x="1360827" y="565172"/>
                  </a:lnTo>
                  <a:lnTo>
                    <a:pt x="1432450" y="589683"/>
                  </a:lnTo>
                  <a:lnTo>
                    <a:pt x="1504073" y="613738"/>
                  </a:lnTo>
                  <a:lnTo>
                    <a:pt x="1575695" y="637344"/>
                  </a:lnTo>
                  <a:lnTo>
                    <a:pt x="1647318" y="660510"/>
                  </a:lnTo>
                  <a:lnTo>
                    <a:pt x="1718940" y="683244"/>
                  </a:lnTo>
                  <a:lnTo>
                    <a:pt x="1790563" y="705554"/>
                  </a:lnTo>
                  <a:lnTo>
                    <a:pt x="1862185" y="727448"/>
                  </a:lnTo>
                  <a:lnTo>
                    <a:pt x="1933808" y="748933"/>
                  </a:lnTo>
                  <a:lnTo>
                    <a:pt x="2005430" y="770018"/>
                  </a:lnTo>
                  <a:lnTo>
                    <a:pt x="2077053" y="790710"/>
                  </a:lnTo>
                  <a:lnTo>
                    <a:pt x="2148675" y="811016"/>
                  </a:lnTo>
                  <a:lnTo>
                    <a:pt x="2220298" y="830943"/>
                  </a:lnTo>
                  <a:lnTo>
                    <a:pt x="2291920" y="850499"/>
                  </a:lnTo>
                  <a:lnTo>
                    <a:pt x="2363543" y="869690"/>
                  </a:lnTo>
                  <a:lnTo>
                    <a:pt x="2435165" y="888523"/>
                  </a:lnTo>
                  <a:lnTo>
                    <a:pt x="2506788" y="907005"/>
                  </a:lnTo>
                  <a:lnTo>
                    <a:pt x="2578410" y="925143"/>
                  </a:lnTo>
                  <a:lnTo>
                    <a:pt x="2650033" y="942942"/>
                  </a:lnTo>
                  <a:lnTo>
                    <a:pt x="2721655" y="960409"/>
                  </a:lnTo>
                  <a:lnTo>
                    <a:pt x="2793278" y="977551"/>
                  </a:lnTo>
                  <a:lnTo>
                    <a:pt x="2864901" y="994373"/>
                  </a:lnTo>
                  <a:lnTo>
                    <a:pt x="2936523" y="1010881"/>
                  </a:lnTo>
                  <a:lnTo>
                    <a:pt x="3008146" y="1027081"/>
                  </a:lnTo>
                  <a:lnTo>
                    <a:pt x="3079768" y="1042980"/>
                  </a:lnTo>
                  <a:lnTo>
                    <a:pt x="3151391" y="1058581"/>
                  </a:lnTo>
                  <a:lnTo>
                    <a:pt x="3223013" y="1073892"/>
                  </a:lnTo>
                  <a:lnTo>
                    <a:pt x="3294636" y="1088918"/>
                  </a:lnTo>
                  <a:lnTo>
                    <a:pt x="3366258" y="1103663"/>
                  </a:lnTo>
                  <a:lnTo>
                    <a:pt x="3437881" y="1118133"/>
                  </a:lnTo>
                  <a:lnTo>
                    <a:pt x="3509503" y="1132334"/>
                  </a:lnTo>
                  <a:lnTo>
                    <a:pt x="3581126" y="1146269"/>
                  </a:lnTo>
                  <a:lnTo>
                    <a:pt x="3652748" y="1159945"/>
                  </a:lnTo>
                  <a:lnTo>
                    <a:pt x="3724371" y="1173366"/>
                  </a:lnTo>
                  <a:lnTo>
                    <a:pt x="3795993" y="1186536"/>
                  </a:lnTo>
                  <a:lnTo>
                    <a:pt x="3867616" y="1199461"/>
                  </a:lnTo>
                  <a:lnTo>
                    <a:pt x="3939238" y="1212145"/>
                  </a:lnTo>
                  <a:lnTo>
                    <a:pt x="4010861" y="1224592"/>
                  </a:lnTo>
                  <a:lnTo>
                    <a:pt x="4082483" y="1236808"/>
                  </a:lnTo>
                  <a:lnTo>
                    <a:pt x="4154106" y="1248795"/>
                  </a:lnTo>
                  <a:lnTo>
                    <a:pt x="4225729" y="1260559"/>
                  </a:lnTo>
                  <a:lnTo>
                    <a:pt x="4297351" y="1272104"/>
                  </a:lnTo>
                  <a:lnTo>
                    <a:pt x="4368974" y="1283433"/>
                  </a:lnTo>
                  <a:lnTo>
                    <a:pt x="4440596" y="1294551"/>
                  </a:lnTo>
                  <a:lnTo>
                    <a:pt x="4512219" y="1305462"/>
                  </a:lnTo>
                  <a:lnTo>
                    <a:pt x="4583841" y="1316169"/>
                  </a:lnTo>
                  <a:lnTo>
                    <a:pt x="4655464" y="1326676"/>
                  </a:lnTo>
                  <a:lnTo>
                    <a:pt x="4727086" y="1336988"/>
                  </a:lnTo>
                  <a:lnTo>
                    <a:pt x="4798709" y="1347107"/>
                  </a:lnTo>
                  <a:lnTo>
                    <a:pt x="4870331" y="1357038"/>
                  </a:lnTo>
                  <a:lnTo>
                    <a:pt x="4941954" y="1366784"/>
                  </a:lnTo>
                  <a:lnTo>
                    <a:pt x="5013576" y="1376347"/>
                  </a:lnTo>
                  <a:lnTo>
                    <a:pt x="5085199" y="1385733"/>
                  </a:lnTo>
                  <a:lnTo>
                    <a:pt x="5156821" y="1394943"/>
                  </a:lnTo>
                  <a:lnTo>
                    <a:pt x="5228444" y="1403982"/>
                  </a:lnTo>
                  <a:lnTo>
                    <a:pt x="5300066" y="1412852"/>
                  </a:lnTo>
                  <a:lnTo>
                    <a:pt x="5371689" y="1421557"/>
                  </a:lnTo>
                  <a:lnTo>
                    <a:pt x="5443311" y="1430099"/>
                  </a:lnTo>
                  <a:lnTo>
                    <a:pt x="5514934" y="1438482"/>
                  </a:lnTo>
                  <a:lnTo>
                    <a:pt x="5586557" y="1446709"/>
                  </a:lnTo>
                  <a:lnTo>
                    <a:pt x="5658179" y="1454782"/>
                  </a:lnTo>
                  <a:lnTo>
                    <a:pt x="5729802" y="1462705"/>
                  </a:lnTo>
                  <a:lnTo>
                    <a:pt x="5801424" y="1470480"/>
                  </a:lnTo>
                  <a:lnTo>
                    <a:pt x="5873047" y="1478110"/>
                  </a:lnTo>
                  <a:lnTo>
                    <a:pt x="5944669" y="1485598"/>
                  </a:lnTo>
                  <a:lnTo>
                    <a:pt x="6016292" y="1492946"/>
                  </a:lnTo>
                  <a:lnTo>
                    <a:pt x="6087914" y="1500158"/>
                  </a:lnTo>
                  <a:lnTo>
                    <a:pt x="6159537" y="1507234"/>
                  </a:lnTo>
                  <a:lnTo>
                    <a:pt x="6231159" y="1514179"/>
                  </a:lnTo>
                  <a:lnTo>
                    <a:pt x="6302782" y="1520994"/>
                  </a:lnTo>
                  <a:lnTo>
                    <a:pt x="6374404" y="1527682"/>
                  </a:lnTo>
                  <a:lnTo>
                    <a:pt x="6446027" y="1534246"/>
                  </a:lnTo>
                  <a:lnTo>
                    <a:pt x="6517649" y="1540687"/>
                  </a:lnTo>
                  <a:lnTo>
                    <a:pt x="6589272" y="1547008"/>
                  </a:lnTo>
                  <a:lnTo>
                    <a:pt x="6660894" y="1553211"/>
                  </a:lnTo>
                  <a:lnTo>
                    <a:pt x="6732517" y="1559298"/>
                  </a:lnTo>
                  <a:lnTo>
                    <a:pt x="6804139" y="1565272"/>
                  </a:lnTo>
                  <a:lnTo>
                    <a:pt x="6875762" y="1571135"/>
                  </a:lnTo>
                  <a:lnTo>
                    <a:pt x="6947385" y="1576888"/>
                  </a:lnTo>
                  <a:lnTo>
                    <a:pt x="7019007" y="1582534"/>
                  </a:lnTo>
                  <a:lnTo>
                    <a:pt x="7090630" y="158807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(1.09-1.45), p_Bonf = 0.011 (n = 6)  |  per IQR decline (Δ = 28.0 %): 1.89 (1.27-2.83)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28314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2026-09-28T16:51:24Z</dcterms:modified>
  <cp:category/>
</cp:coreProperties>
</file>