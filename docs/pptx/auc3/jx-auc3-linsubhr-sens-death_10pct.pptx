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742575" y="2073503"/>
              <a:ext cx="6520104" cy="3482882"/>
            </a:xfrm>
            <a:custGeom>
              <a:avLst/>
              <a:pathLst>
                <a:path w="6520104" h="3482882">
                  <a:moveTo>
                    <a:pt x="1720984" y="0"/>
                  </a:moveTo>
                  <a:lnTo>
                    <a:pt x="1721394" y="2632"/>
                  </a:lnTo>
                  <a:lnTo>
                    <a:pt x="1793017" y="408276"/>
                  </a:lnTo>
                  <a:lnTo>
                    <a:pt x="1864639" y="766652"/>
                  </a:lnTo>
                  <a:lnTo>
                    <a:pt x="1936262" y="1083267"/>
                  </a:lnTo>
                  <a:lnTo>
                    <a:pt x="2007885" y="1362988"/>
                  </a:lnTo>
                  <a:lnTo>
                    <a:pt x="2079507" y="1610114"/>
                  </a:lnTo>
                  <a:lnTo>
                    <a:pt x="2151130" y="1828443"/>
                  </a:lnTo>
                  <a:lnTo>
                    <a:pt x="2222752" y="2021331"/>
                  </a:lnTo>
                  <a:lnTo>
                    <a:pt x="2294375" y="2191742"/>
                  </a:lnTo>
                  <a:lnTo>
                    <a:pt x="2365997" y="2342295"/>
                  </a:lnTo>
                  <a:lnTo>
                    <a:pt x="2437620" y="2475305"/>
                  </a:lnTo>
                  <a:lnTo>
                    <a:pt x="2509242" y="2592816"/>
                  </a:lnTo>
                  <a:lnTo>
                    <a:pt x="2580865" y="2668302"/>
                  </a:lnTo>
                  <a:lnTo>
                    <a:pt x="2652487" y="2700509"/>
                  </a:lnTo>
                  <a:lnTo>
                    <a:pt x="2724110" y="2731445"/>
                  </a:lnTo>
                  <a:lnTo>
                    <a:pt x="2795732" y="2761158"/>
                  </a:lnTo>
                  <a:lnTo>
                    <a:pt x="2867355" y="2789698"/>
                  </a:lnTo>
                  <a:lnTo>
                    <a:pt x="2938977" y="2817111"/>
                  </a:lnTo>
                  <a:lnTo>
                    <a:pt x="3010600" y="2843441"/>
                  </a:lnTo>
                  <a:lnTo>
                    <a:pt x="3082222" y="2868730"/>
                  </a:lnTo>
                  <a:lnTo>
                    <a:pt x="3153845" y="2893022"/>
                  </a:lnTo>
                  <a:lnTo>
                    <a:pt x="3225467" y="2916353"/>
                  </a:lnTo>
                  <a:lnTo>
                    <a:pt x="3297090" y="2938763"/>
                  </a:lnTo>
                  <a:lnTo>
                    <a:pt x="3368713" y="2960288"/>
                  </a:lnTo>
                  <a:lnTo>
                    <a:pt x="3440335" y="2980963"/>
                  </a:lnTo>
                  <a:lnTo>
                    <a:pt x="3511958" y="3000822"/>
                  </a:lnTo>
                  <a:lnTo>
                    <a:pt x="3583580" y="3019895"/>
                  </a:lnTo>
                  <a:lnTo>
                    <a:pt x="3655203" y="3038216"/>
                  </a:lnTo>
                  <a:lnTo>
                    <a:pt x="3726825" y="3055813"/>
                  </a:lnTo>
                  <a:lnTo>
                    <a:pt x="3798448" y="3072715"/>
                  </a:lnTo>
                  <a:lnTo>
                    <a:pt x="3870070" y="3088949"/>
                  </a:lnTo>
                  <a:lnTo>
                    <a:pt x="3941693" y="3104543"/>
                  </a:lnTo>
                  <a:lnTo>
                    <a:pt x="4013315" y="3119520"/>
                  </a:lnTo>
                  <a:lnTo>
                    <a:pt x="4084938" y="3133906"/>
                  </a:lnTo>
                  <a:lnTo>
                    <a:pt x="4156560" y="3147723"/>
                  </a:lnTo>
                  <a:lnTo>
                    <a:pt x="4228183" y="3160995"/>
                  </a:lnTo>
                  <a:lnTo>
                    <a:pt x="4299805" y="3173743"/>
                  </a:lnTo>
                  <a:lnTo>
                    <a:pt x="4371428" y="3185987"/>
                  </a:lnTo>
                  <a:lnTo>
                    <a:pt x="4443050" y="3197747"/>
                  </a:lnTo>
                  <a:lnTo>
                    <a:pt x="4514673" y="3209043"/>
                  </a:lnTo>
                  <a:lnTo>
                    <a:pt x="4586295" y="3219893"/>
                  </a:lnTo>
                  <a:lnTo>
                    <a:pt x="4657918" y="3230314"/>
                  </a:lnTo>
                  <a:lnTo>
                    <a:pt x="4729541" y="3240324"/>
                  </a:lnTo>
                  <a:lnTo>
                    <a:pt x="4801163" y="3249938"/>
                  </a:lnTo>
                  <a:lnTo>
                    <a:pt x="4872786" y="3259173"/>
                  </a:lnTo>
                  <a:lnTo>
                    <a:pt x="4944408" y="3268043"/>
                  </a:lnTo>
                  <a:lnTo>
                    <a:pt x="5016031" y="3276563"/>
                  </a:lnTo>
                  <a:lnTo>
                    <a:pt x="5087653" y="3284746"/>
                  </a:lnTo>
                  <a:lnTo>
                    <a:pt x="5159276" y="3292606"/>
                  </a:lnTo>
                  <a:lnTo>
                    <a:pt x="5230898" y="3300155"/>
                  </a:lnTo>
                  <a:lnTo>
                    <a:pt x="5302521" y="3307406"/>
                  </a:lnTo>
                  <a:lnTo>
                    <a:pt x="5374143" y="3314371"/>
                  </a:lnTo>
                  <a:lnTo>
                    <a:pt x="5445766" y="3321061"/>
                  </a:lnTo>
                  <a:lnTo>
                    <a:pt x="5517388" y="3327486"/>
                  </a:lnTo>
                  <a:lnTo>
                    <a:pt x="5589011" y="3333658"/>
                  </a:lnTo>
                  <a:lnTo>
                    <a:pt x="5660633" y="3339586"/>
                  </a:lnTo>
                  <a:lnTo>
                    <a:pt x="5732256" y="3345280"/>
                  </a:lnTo>
                  <a:lnTo>
                    <a:pt x="5803878" y="3350749"/>
                  </a:lnTo>
                  <a:lnTo>
                    <a:pt x="5875501" y="3356002"/>
                  </a:lnTo>
                  <a:lnTo>
                    <a:pt x="5947123" y="3361047"/>
                  </a:lnTo>
                  <a:lnTo>
                    <a:pt x="6018746" y="3365894"/>
                  </a:lnTo>
                  <a:lnTo>
                    <a:pt x="6090369" y="3370548"/>
                  </a:lnTo>
                  <a:lnTo>
                    <a:pt x="6161991" y="3375019"/>
                  </a:lnTo>
                  <a:lnTo>
                    <a:pt x="6233614" y="3379314"/>
                  </a:lnTo>
                  <a:lnTo>
                    <a:pt x="6305236" y="3383438"/>
                  </a:lnTo>
                  <a:lnTo>
                    <a:pt x="6376859" y="3387400"/>
                  </a:lnTo>
                  <a:lnTo>
                    <a:pt x="6448481" y="3391206"/>
                  </a:lnTo>
                  <a:lnTo>
                    <a:pt x="6520104" y="3394861"/>
                  </a:lnTo>
                  <a:lnTo>
                    <a:pt x="6520104" y="3482882"/>
                  </a:lnTo>
                  <a:lnTo>
                    <a:pt x="6448481" y="3482768"/>
                  </a:lnTo>
                  <a:lnTo>
                    <a:pt x="6376859" y="3482639"/>
                  </a:lnTo>
                  <a:lnTo>
                    <a:pt x="6305236" y="3482493"/>
                  </a:lnTo>
                  <a:lnTo>
                    <a:pt x="6233614" y="3482328"/>
                  </a:lnTo>
                  <a:lnTo>
                    <a:pt x="6161991" y="3482141"/>
                  </a:lnTo>
                  <a:lnTo>
                    <a:pt x="6090369" y="3481929"/>
                  </a:lnTo>
                  <a:lnTo>
                    <a:pt x="6018746" y="3481689"/>
                  </a:lnTo>
                  <a:lnTo>
                    <a:pt x="5947123" y="3481418"/>
                  </a:lnTo>
                  <a:lnTo>
                    <a:pt x="5875501" y="3481111"/>
                  </a:lnTo>
                  <a:lnTo>
                    <a:pt x="5803878" y="3480763"/>
                  </a:lnTo>
                  <a:lnTo>
                    <a:pt x="5732256" y="3480369"/>
                  </a:lnTo>
                  <a:lnTo>
                    <a:pt x="5660633" y="3479924"/>
                  </a:lnTo>
                  <a:lnTo>
                    <a:pt x="5589011" y="3479420"/>
                  </a:lnTo>
                  <a:lnTo>
                    <a:pt x="5517388" y="3478849"/>
                  </a:lnTo>
                  <a:lnTo>
                    <a:pt x="5445766" y="3478203"/>
                  </a:lnTo>
                  <a:lnTo>
                    <a:pt x="5374143" y="3477472"/>
                  </a:lnTo>
                  <a:lnTo>
                    <a:pt x="5302521" y="3476644"/>
                  </a:lnTo>
                  <a:lnTo>
                    <a:pt x="5230898" y="3475708"/>
                  </a:lnTo>
                  <a:lnTo>
                    <a:pt x="5159276" y="3474647"/>
                  </a:lnTo>
                  <a:lnTo>
                    <a:pt x="5087653" y="3473447"/>
                  </a:lnTo>
                  <a:lnTo>
                    <a:pt x="5016031" y="3472089"/>
                  </a:lnTo>
                  <a:lnTo>
                    <a:pt x="4944408" y="3470551"/>
                  </a:lnTo>
                  <a:lnTo>
                    <a:pt x="4872786" y="3468811"/>
                  </a:lnTo>
                  <a:lnTo>
                    <a:pt x="4801163" y="3466841"/>
                  </a:lnTo>
                  <a:lnTo>
                    <a:pt x="4729541" y="3464611"/>
                  </a:lnTo>
                  <a:lnTo>
                    <a:pt x="4657918" y="3462087"/>
                  </a:lnTo>
                  <a:lnTo>
                    <a:pt x="4586295" y="3459231"/>
                  </a:lnTo>
                  <a:lnTo>
                    <a:pt x="4514673" y="3455997"/>
                  </a:lnTo>
                  <a:lnTo>
                    <a:pt x="4443050" y="3452337"/>
                  </a:lnTo>
                  <a:lnTo>
                    <a:pt x="4371428" y="3448194"/>
                  </a:lnTo>
                  <a:lnTo>
                    <a:pt x="4299805" y="3443505"/>
                  </a:lnTo>
                  <a:lnTo>
                    <a:pt x="4228183" y="3438197"/>
                  </a:lnTo>
                  <a:lnTo>
                    <a:pt x="4156560" y="3432189"/>
                  </a:lnTo>
                  <a:lnTo>
                    <a:pt x="4084938" y="3425389"/>
                  </a:lnTo>
                  <a:lnTo>
                    <a:pt x="4013315" y="3417692"/>
                  </a:lnTo>
                  <a:lnTo>
                    <a:pt x="3941693" y="3408980"/>
                  </a:lnTo>
                  <a:lnTo>
                    <a:pt x="3870070" y="3399118"/>
                  </a:lnTo>
                  <a:lnTo>
                    <a:pt x="3798448" y="3387956"/>
                  </a:lnTo>
                  <a:lnTo>
                    <a:pt x="3726825" y="3375322"/>
                  </a:lnTo>
                  <a:lnTo>
                    <a:pt x="3655203" y="3361021"/>
                  </a:lnTo>
                  <a:lnTo>
                    <a:pt x="3583580" y="3344834"/>
                  </a:lnTo>
                  <a:lnTo>
                    <a:pt x="3511958" y="3326512"/>
                  </a:lnTo>
                  <a:lnTo>
                    <a:pt x="3440335" y="3305773"/>
                  </a:lnTo>
                  <a:lnTo>
                    <a:pt x="3368713" y="3282299"/>
                  </a:lnTo>
                  <a:lnTo>
                    <a:pt x="3297090" y="3255728"/>
                  </a:lnTo>
                  <a:lnTo>
                    <a:pt x="3225467" y="3225654"/>
                  </a:lnTo>
                  <a:lnTo>
                    <a:pt x="3153845" y="3191612"/>
                  </a:lnTo>
                  <a:lnTo>
                    <a:pt x="3082222" y="3153080"/>
                  </a:lnTo>
                  <a:lnTo>
                    <a:pt x="3010600" y="3109467"/>
                  </a:lnTo>
                  <a:lnTo>
                    <a:pt x="2938977" y="3060100"/>
                  </a:lnTo>
                  <a:lnTo>
                    <a:pt x="2867355" y="3004223"/>
                  </a:lnTo>
                  <a:lnTo>
                    <a:pt x="2795732" y="2940975"/>
                  </a:lnTo>
                  <a:lnTo>
                    <a:pt x="2724110" y="2869386"/>
                  </a:lnTo>
                  <a:lnTo>
                    <a:pt x="2652487" y="2788354"/>
                  </a:lnTo>
                  <a:lnTo>
                    <a:pt x="2580865" y="2696634"/>
                  </a:lnTo>
                  <a:lnTo>
                    <a:pt x="2509242" y="2634770"/>
                  </a:lnTo>
                  <a:lnTo>
                    <a:pt x="2437620" y="2599860"/>
                  </a:lnTo>
                  <a:lnTo>
                    <a:pt x="2365997" y="2563514"/>
                  </a:lnTo>
                  <a:lnTo>
                    <a:pt x="2294375" y="2525673"/>
                  </a:lnTo>
                  <a:lnTo>
                    <a:pt x="2222752" y="2486276"/>
                  </a:lnTo>
                  <a:lnTo>
                    <a:pt x="2151130" y="2445259"/>
                  </a:lnTo>
                  <a:lnTo>
                    <a:pt x="2079507" y="2402556"/>
                  </a:lnTo>
                  <a:lnTo>
                    <a:pt x="2007885" y="2358096"/>
                  </a:lnTo>
                  <a:lnTo>
                    <a:pt x="1936262" y="2311809"/>
                  </a:lnTo>
                  <a:lnTo>
                    <a:pt x="1864639" y="2263618"/>
                  </a:lnTo>
                  <a:lnTo>
                    <a:pt x="1793017" y="2213445"/>
                  </a:lnTo>
                  <a:lnTo>
                    <a:pt x="1721394" y="2161209"/>
                  </a:lnTo>
                  <a:lnTo>
                    <a:pt x="1649772" y="2106825"/>
                  </a:lnTo>
                  <a:lnTo>
                    <a:pt x="1578149" y="2050205"/>
                  </a:lnTo>
                  <a:lnTo>
                    <a:pt x="1506527" y="1991257"/>
                  </a:lnTo>
                  <a:lnTo>
                    <a:pt x="1434904" y="1929885"/>
                  </a:lnTo>
                  <a:lnTo>
                    <a:pt x="1363282" y="1865988"/>
                  </a:lnTo>
                  <a:lnTo>
                    <a:pt x="1291659" y="1799465"/>
                  </a:lnTo>
                  <a:lnTo>
                    <a:pt x="1220037" y="1730206"/>
                  </a:lnTo>
                  <a:lnTo>
                    <a:pt x="1148414" y="1658099"/>
                  </a:lnTo>
                  <a:lnTo>
                    <a:pt x="1076792" y="1583027"/>
                  </a:lnTo>
                  <a:lnTo>
                    <a:pt x="1005169" y="1504868"/>
                  </a:lnTo>
                  <a:lnTo>
                    <a:pt x="933547" y="1423494"/>
                  </a:lnTo>
                  <a:lnTo>
                    <a:pt x="861924" y="1338775"/>
                  </a:lnTo>
                  <a:lnTo>
                    <a:pt x="790302" y="1250572"/>
                  </a:lnTo>
                  <a:lnTo>
                    <a:pt x="718679" y="1158742"/>
                  </a:lnTo>
                  <a:lnTo>
                    <a:pt x="647057" y="1063136"/>
                  </a:lnTo>
                  <a:lnTo>
                    <a:pt x="575434" y="963599"/>
                  </a:lnTo>
                  <a:lnTo>
                    <a:pt x="503811" y="859968"/>
                  </a:lnTo>
                  <a:lnTo>
                    <a:pt x="432189" y="752076"/>
                  </a:lnTo>
                  <a:lnTo>
                    <a:pt x="360566" y="639748"/>
                  </a:lnTo>
                  <a:lnTo>
                    <a:pt x="288944" y="522800"/>
                  </a:lnTo>
                  <a:lnTo>
                    <a:pt x="217321" y="401044"/>
                  </a:lnTo>
                  <a:lnTo>
                    <a:pt x="145699" y="274280"/>
                  </a:lnTo>
                  <a:lnTo>
                    <a:pt x="74076" y="142304"/>
                  </a:lnTo>
                  <a:lnTo>
                    <a:pt x="2454" y="4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463559" y="2073503"/>
              <a:ext cx="4799119" cy="3394861"/>
            </a:xfrm>
            <a:custGeom>
              <a:avLst/>
              <a:pathLst>
                <a:path w="4799119" h="3394861">
                  <a:moveTo>
                    <a:pt x="0" y="0"/>
                  </a:moveTo>
                  <a:lnTo>
                    <a:pt x="410" y="2632"/>
                  </a:lnTo>
                  <a:lnTo>
                    <a:pt x="72033" y="408276"/>
                  </a:lnTo>
                  <a:lnTo>
                    <a:pt x="143655" y="766652"/>
                  </a:lnTo>
                  <a:lnTo>
                    <a:pt x="215278" y="1083267"/>
                  </a:lnTo>
                  <a:lnTo>
                    <a:pt x="286900" y="1362988"/>
                  </a:lnTo>
                  <a:lnTo>
                    <a:pt x="358523" y="1610114"/>
                  </a:lnTo>
                  <a:lnTo>
                    <a:pt x="430145" y="1828443"/>
                  </a:lnTo>
                  <a:lnTo>
                    <a:pt x="501768" y="2021331"/>
                  </a:lnTo>
                  <a:lnTo>
                    <a:pt x="573390" y="2191742"/>
                  </a:lnTo>
                  <a:lnTo>
                    <a:pt x="645013" y="2342295"/>
                  </a:lnTo>
                  <a:lnTo>
                    <a:pt x="716635" y="2475305"/>
                  </a:lnTo>
                  <a:lnTo>
                    <a:pt x="788258" y="2592816"/>
                  </a:lnTo>
                  <a:lnTo>
                    <a:pt x="859881" y="2668302"/>
                  </a:lnTo>
                  <a:lnTo>
                    <a:pt x="931503" y="2700509"/>
                  </a:lnTo>
                  <a:lnTo>
                    <a:pt x="1003126" y="2731445"/>
                  </a:lnTo>
                  <a:lnTo>
                    <a:pt x="1074748" y="2761158"/>
                  </a:lnTo>
                  <a:lnTo>
                    <a:pt x="1146371" y="2789698"/>
                  </a:lnTo>
                  <a:lnTo>
                    <a:pt x="1217993" y="2817111"/>
                  </a:lnTo>
                  <a:lnTo>
                    <a:pt x="1289616" y="2843441"/>
                  </a:lnTo>
                  <a:lnTo>
                    <a:pt x="1361238" y="2868730"/>
                  </a:lnTo>
                  <a:lnTo>
                    <a:pt x="1432861" y="2893022"/>
                  </a:lnTo>
                  <a:lnTo>
                    <a:pt x="1504483" y="2916353"/>
                  </a:lnTo>
                  <a:lnTo>
                    <a:pt x="1576106" y="2938763"/>
                  </a:lnTo>
                  <a:lnTo>
                    <a:pt x="1647728" y="2960288"/>
                  </a:lnTo>
                  <a:lnTo>
                    <a:pt x="1719351" y="2980963"/>
                  </a:lnTo>
                  <a:lnTo>
                    <a:pt x="1790973" y="3000822"/>
                  </a:lnTo>
                  <a:lnTo>
                    <a:pt x="1862596" y="3019895"/>
                  </a:lnTo>
                  <a:lnTo>
                    <a:pt x="1934218" y="3038216"/>
                  </a:lnTo>
                  <a:lnTo>
                    <a:pt x="2005841" y="3055813"/>
                  </a:lnTo>
                  <a:lnTo>
                    <a:pt x="2077463" y="3072715"/>
                  </a:lnTo>
                  <a:lnTo>
                    <a:pt x="2149086" y="3088949"/>
                  </a:lnTo>
                  <a:lnTo>
                    <a:pt x="2220708" y="3104543"/>
                  </a:lnTo>
                  <a:lnTo>
                    <a:pt x="2292331" y="3119520"/>
                  </a:lnTo>
                  <a:lnTo>
                    <a:pt x="2363954" y="3133906"/>
                  </a:lnTo>
                  <a:lnTo>
                    <a:pt x="2435576" y="3147723"/>
                  </a:lnTo>
                  <a:lnTo>
                    <a:pt x="2507199" y="3160995"/>
                  </a:lnTo>
                  <a:lnTo>
                    <a:pt x="2578821" y="3173743"/>
                  </a:lnTo>
                  <a:lnTo>
                    <a:pt x="2650444" y="3185987"/>
                  </a:lnTo>
                  <a:lnTo>
                    <a:pt x="2722066" y="3197747"/>
                  </a:lnTo>
                  <a:lnTo>
                    <a:pt x="2793689" y="3209043"/>
                  </a:lnTo>
                  <a:lnTo>
                    <a:pt x="2865311" y="3219893"/>
                  </a:lnTo>
                  <a:lnTo>
                    <a:pt x="2936934" y="3230314"/>
                  </a:lnTo>
                  <a:lnTo>
                    <a:pt x="3008556" y="3240324"/>
                  </a:lnTo>
                  <a:lnTo>
                    <a:pt x="3080179" y="3249938"/>
                  </a:lnTo>
                  <a:lnTo>
                    <a:pt x="3151801" y="3259173"/>
                  </a:lnTo>
                  <a:lnTo>
                    <a:pt x="3223424" y="3268043"/>
                  </a:lnTo>
                  <a:lnTo>
                    <a:pt x="3295046" y="3276563"/>
                  </a:lnTo>
                  <a:lnTo>
                    <a:pt x="3366669" y="3284746"/>
                  </a:lnTo>
                  <a:lnTo>
                    <a:pt x="3438291" y="3292606"/>
                  </a:lnTo>
                  <a:lnTo>
                    <a:pt x="3509914" y="3300155"/>
                  </a:lnTo>
                  <a:lnTo>
                    <a:pt x="3581536" y="3307406"/>
                  </a:lnTo>
                  <a:lnTo>
                    <a:pt x="3653159" y="3314371"/>
                  </a:lnTo>
                  <a:lnTo>
                    <a:pt x="3724782" y="3321061"/>
                  </a:lnTo>
                  <a:lnTo>
                    <a:pt x="3796404" y="3327486"/>
                  </a:lnTo>
                  <a:lnTo>
                    <a:pt x="3868027" y="3333658"/>
                  </a:lnTo>
                  <a:lnTo>
                    <a:pt x="3939649" y="3339586"/>
                  </a:lnTo>
                  <a:lnTo>
                    <a:pt x="4011272" y="3345280"/>
                  </a:lnTo>
                  <a:lnTo>
                    <a:pt x="4082894" y="3350749"/>
                  </a:lnTo>
                  <a:lnTo>
                    <a:pt x="4154517" y="3356002"/>
                  </a:lnTo>
                  <a:lnTo>
                    <a:pt x="4226139" y="3361047"/>
                  </a:lnTo>
                  <a:lnTo>
                    <a:pt x="4297762" y="3365894"/>
                  </a:lnTo>
                  <a:lnTo>
                    <a:pt x="4369384" y="3370548"/>
                  </a:lnTo>
                  <a:lnTo>
                    <a:pt x="4441007" y="3375019"/>
                  </a:lnTo>
                  <a:lnTo>
                    <a:pt x="4512629" y="3379314"/>
                  </a:lnTo>
                  <a:lnTo>
                    <a:pt x="4584252" y="3383438"/>
                  </a:lnTo>
                  <a:lnTo>
                    <a:pt x="4655874" y="3387400"/>
                  </a:lnTo>
                  <a:lnTo>
                    <a:pt x="4727497" y="3391206"/>
                  </a:lnTo>
                  <a:lnTo>
                    <a:pt x="4799119" y="33948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42575" y="2073503"/>
              <a:ext cx="6520104" cy="3482882"/>
            </a:xfrm>
            <a:custGeom>
              <a:avLst/>
              <a:pathLst>
                <a:path w="6520104" h="3482882">
                  <a:moveTo>
                    <a:pt x="6520104" y="3482882"/>
                  </a:moveTo>
                  <a:lnTo>
                    <a:pt x="6448481" y="3482768"/>
                  </a:lnTo>
                  <a:lnTo>
                    <a:pt x="6376859" y="3482639"/>
                  </a:lnTo>
                  <a:lnTo>
                    <a:pt x="6305236" y="3482493"/>
                  </a:lnTo>
                  <a:lnTo>
                    <a:pt x="6233614" y="3482328"/>
                  </a:lnTo>
                  <a:lnTo>
                    <a:pt x="6161991" y="3482141"/>
                  </a:lnTo>
                  <a:lnTo>
                    <a:pt x="6090369" y="3481929"/>
                  </a:lnTo>
                  <a:lnTo>
                    <a:pt x="6018746" y="3481689"/>
                  </a:lnTo>
                  <a:lnTo>
                    <a:pt x="5947123" y="3481418"/>
                  </a:lnTo>
                  <a:lnTo>
                    <a:pt x="5875501" y="3481111"/>
                  </a:lnTo>
                  <a:lnTo>
                    <a:pt x="5803878" y="3480763"/>
                  </a:lnTo>
                  <a:lnTo>
                    <a:pt x="5732256" y="3480369"/>
                  </a:lnTo>
                  <a:lnTo>
                    <a:pt x="5660633" y="3479924"/>
                  </a:lnTo>
                  <a:lnTo>
                    <a:pt x="5589011" y="3479420"/>
                  </a:lnTo>
                  <a:lnTo>
                    <a:pt x="5517388" y="3478849"/>
                  </a:lnTo>
                  <a:lnTo>
                    <a:pt x="5445766" y="3478203"/>
                  </a:lnTo>
                  <a:lnTo>
                    <a:pt x="5374143" y="3477472"/>
                  </a:lnTo>
                  <a:lnTo>
                    <a:pt x="5302521" y="3476644"/>
                  </a:lnTo>
                  <a:lnTo>
                    <a:pt x="5230898" y="3475708"/>
                  </a:lnTo>
                  <a:lnTo>
                    <a:pt x="5159276" y="3474647"/>
                  </a:lnTo>
                  <a:lnTo>
                    <a:pt x="5087653" y="3473447"/>
                  </a:lnTo>
                  <a:lnTo>
                    <a:pt x="5016031" y="3472089"/>
                  </a:lnTo>
                  <a:lnTo>
                    <a:pt x="4944408" y="3470551"/>
                  </a:lnTo>
                  <a:lnTo>
                    <a:pt x="4872786" y="3468811"/>
                  </a:lnTo>
                  <a:lnTo>
                    <a:pt x="4801163" y="3466841"/>
                  </a:lnTo>
                  <a:lnTo>
                    <a:pt x="4729541" y="3464611"/>
                  </a:lnTo>
                  <a:lnTo>
                    <a:pt x="4657918" y="3462087"/>
                  </a:lnTo>
                  <a:lnTo>
                    <a:pt x="4586295" y="3459231"/>
                  </a:lnTo>
                  <a:lnTo>
                    <a:pt x="4514673" y="3455997"/>
                  </a:lnTo>
                  <a:lnTo>
                    <a:pt x="4443050" y="3452337"/>
                  </a:lnTo>
                  <a:lnTo>
                    <a:pt x="4371428" y="3448194"/>
                  </a:lnTo>
                  <a:lnTo>
                    <a:pt x="4299805" y="3443505"/>
                  </a:lnTo>
                  <a:lnTo>
                    <a:pt x="4228183" y="3438197"/>
                  </a:lnTo>
                  <a:lnTo>
                    <a:pt x="4156560" y="3432189"/>
                  </a:lnTo>
                  <a:lnTo>
                    <a:pt x="4084938" y="3425389"/>
                  </a:lnTo>
                  <a:lnTo>
                    <a:pt x="4013315" y="3417692"/>
                  </a:lnTo>
                  <a:lnTo>
                    <a:pt x="3941693" y="3408980"/>
                  </a:lnTo>
                  <a:lnTo>
                    <a:pt x="3870070" y="3399118"/>
                  </a:lnTo>
                  <a:lnTo>
                    <a:pt x="3798448" y="3387956"/>
                  </a:lnTo>
                  <a:lnTo>
                    <a:pt x="3726825" y="3375322"/>
                  </a:lnTo>
                  <a:lnTo>
                    <a:pt x="3655203" y="3361021"/>
                  </a:lnTo>
                  <a:lnTo>
                    <a:pt x="3583580" y="3344834"/>
                  </a:lnTo>
                  <a:lnTo>
                    <a:pt x="3511958" y="3326512"/>
                  </a:lnTo>
                  <a:lnTo>
                    <a:pt x="3440335" y="3305773"/>
                  </a:lnTo>
                  <a:lnTo>
                    <a:pt x="3368713" y="3282299"/>
                  </a:lnTo>
                  <a:lnTo>
                    <a:pt x="3297090" y="3255728"/>
                  </a:lnTo>
                  <a:lnTo>
                    <a:pt x="3225467" y="3225654"/>
                  </a:lnTo>
                  <a:lnTo>
                    <a:pt x="3153845" y="3191612"/>
                  </a:lnTo>
                  <a:lnTo>
                    <a:pt x="3082222" y="3153080"/>
                  </a:lnTo>
                  <a:lnTo>
                    <a:pt x="3010600" y="3109467"/>
                  </a:lnTo>
                  <a:lnTo>
                    <a:pt x="2938977" y="3060100"/>
                  </a:lnTo>
                  <a:lnTo>
                    <a:pt x="2867355" y="3004223"/>
                  </a:lnTo>
                  <a:lnTo>
                    <a:pt x="2795732" y="2940975"/>
                  </a:lnTo>
                  <a:lnTo>
                    <a:pt x="2724110" y="2869386"/>
                  </a:lnTo>
                  <a:lnTo>
                    <a:pt x="2652487" y="2788354"/>
                  </a:lnTo>
                  <a:lnTo>
                    <a:pt x="2580865" y="2696634"/>
                  </a:lnTo>
                  <a:lnTo>
                    <a:pt x="2509242" y="2634770"/>
                  </a:lnTo>
                  <a:lnTo>
                    <a:pt x="2437620" y="2599860"/>
                  </a:lnTo>
                  <a:lnTo>
                    <a:pt x="2365997" y="2563514"/>
                  </a:lnTo>
                  <a:lnTo>
                    <a:pt x="2294375" y="2525673"/>
                  </a:lnTo>
                  <a:lnTo>
                    <a:pt x="2222752" y="2486276"/>
                  </a:lnTo>
                  <a:lnTo>
                    <a:pt x="2151130" y="2445259"/>
                  </a:lnTo>
                  <a:lnTo>
                    <a:pt x="2079507" y="2402556"/>
                  </a:lnTo>
                  <a:lnTo>
                    <a:pt x="2007885" y="2358096"/>
                  </a:lnTo>
                  <a:lnTo>
                    <a:pt x="1936262" y="2311809"/>
                  </a:lnTo>
                  <a:lnTo>
                    <a:pt x="1864639" y="2263618"/>
                  </a:lnTo>
                  <a:lnTo>
                    <a:pt x="1793017" y="2213445"/>
                  </a:lnTo>
                  <a:lnTo>
                    <a:pt x="1721394" y="2161209"/>
                  </a:lnTo>
                  <a:lnTo>
                    <a:pt x="1649772" y="2106825"/>
                  </a:lnTo>
                  <a:lnTo>
                    <a:pt x="1578149" y="2050205"/>
                  </a:lnTo>
                  <a:lnTo>
                    <a:pt x="1506527" y="1991257"/>
                  </a:lnTo>
                  <a:lnTo>
                    <a:pt x="1434904" y="1929885"/>
                  </a:lnTo>
                  <a:lnTo>
                    <a:pt x="1363282" y="1865988"/>
                  </a:lnTo>
                  <a:lnTo>
                    <a:pt x="1291659" y="1799465"/>
                  </a:lnTo>
                  <a:lnTo>
                    <a:pt x="1220037" y="1730206"/>
                  </a:lnTo>
                  <a:lnTo>
                    <a:pt x="1148414" y="1658099"/>
                  </a:lnTo>
                  <a:lnTo>
                    <a:pt x="1076792" y="1583027"/>
                  </a:lnTo>
                  <a:lnTo>
                    <a:pt x="1005169" y="1504868"/>
                  </a:lnTo>
                  <a:lnTo>
                    <a:pt x="933547" y="1423494"/>
                  </a:lnTo>
                  <a:lnTo>
                    <a:pt x="861924" y="1338775"/>
                  </a:lnTo>
                  <a:lnTo>
                    <a:pt x="790302" y="1250572"/>
                  </a:lnTo>
                  <a:lnTo>
                    <a:pt x="718679" y="1158742"/>
                  </a:lnTo>
                  <a:lnTo>
                    <a:pt x="647057" y="1063136"/>
                  </a:lnTo>
                  <a:lnTo>
                    <a:pt x="575434" y="963599"/>
                  </a:lnTo>
                  <a:lnTo>
                    <a:pt x="503811" y="859968"/>
                  </a:lnTo>
                  <a:lnTo>
                    <a:pt x="432189" y="752076"/>
                  </a:lnTo>
                  <a:lnTo>
                    <a:pt x="360566" y="639748"/>
                  </a:lnTo>
                  <a:lnTo>
                    <a:pt x="288944" y="522800"/>
                  </a:lnTo>
                  <a:lnTo>
                    <a:pt x="217321" y="401044"/>
                  </a:lnTo>
                  <a:lnTo>
                    <a:pt x="145699" y="274280"/>
                  </a:lnTo>
                  <a:lnTo>
                    <a:pt x="74076" y="142304"/>
                  </a:lnTo>
                  <a:lnTo>
                    <a:pt x="2454" y="49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041404" y="2073503"/>
              <a:ext cx="5221274" cy="3474981"/>
            </a:xfrm>
            <a:custGeom>
              <a:avLst/>
              <a:pathLst>
                <a:path w="5221274" h="3474981">
                  <a:moveTo>
                    <a:pt x="0" y="0"/>
                  </a:moveTo>
                  <a:lnTo>
                    <a:pt x="64452" y="249055"/>
                  </a:lnTo>
                  <a:lnTo>
                    <a:pt x="136075" y="504003"/>
                  </a:lnTo>
                  <a:lnTo>
                    <a:pt x="207697" y="738856"/>
                  </a:lnTo>
                  <a:lnTo>
                    <a:pt x="279320" y="955200"/>
                  </a:lnTo>
                  <a:lnTo>
                    <a:pt x="350942" y="1154491"/>
                  </a:lnTo>
                  <a:lnTo>
                    <a:pt x="422565" y="1338076"/>
                  </a:lnTo>
                  <a:lnTo>
                    <a:pt x="494187" y="1507190"/>
                  </a:lnTo>
                  <a:lnTo>
                    <a:pt x="565810" y="1662976"/>
                  </a:lnTo>
                  <a:lnTo>
                    <a:pt x="637432" y="1806483"/>
                  </a:lnTo>
                  <a:lnTo>
                    <a:pt x="709055" y="1938680"/>
                  </a:lnTo>
                  <a:lnTo>
                    <a:pt x="780677" y="2060457"/>
                  </a:lnTo>
                  <a:lnTo>
                    <a:pt x="852300" y="2172636"/>
                  </a:lnTo>
                  <a:lnTo>
                    <a:pt x="923922" y="2275973"/>
                  </a:lnTo>
                  <a:lnTo>
                    <a:pt x="995545" y="2371166"/>
                  </a:lnTo>
                  <a:lnTo>
                    <a:pt x="1067168" y="2458856"/>
                  </a:lnTo>
                  <a:lnTo>
                    <a:pt x="1138790" y="2539634"/>
                  </a:lnTo>
                  <a:lnTo>
                    <a:pt x="1210413" y="2614046"/>
                  </a:lnTo>
                  <a:lnTo>
                    <a:pt x="1282035" y="2682593"/>
                  </a:lnTo>
                  <a:lnTo>
                    <a:pt x="1353658" y="2745737"/>
                  </a:lnTo>
                  <a:lnTo>
                    <a:pt x="1425280" y="2803905"/>
                  </a:lnTo>
                  <a:lnTo>
                    <a:pt x="1496903" y="2857488"/>
                  </a:lnTo>
                  <a:lnTo>
                    <a:pt x="1568525" y="2906847"/>
                  </a:lnTo>
                  <a:lnTo>
                    <a:pt x="1640148" y="2952317"/>
                  </a:lnTo>
                  <a:lnTo>
                    <a:pt x="1711770" y="2994202"/>
                  </a:lnTo>
                  <a:lnTo>
                    <a:pt x="1783393" y="3032786"/>
                  </a:lnTo>
                  <a:lnTo>
                    <a:pt x="1855015" y="3068330"/>
                  </a:lnTo>
                  <a:lnTo>
                    <a:pt x="1926638" y="3101071"/>
                  </a:lnTo>
                  <a:lnTo>
                    <a:pt x="1998260" y="3131233"/>
                  </a:lnTo>
                  <a:lnTo>
                    <a:pt x="2069883" y="3159017"/>
                  </a:lnTo>
                  <a:lnTo>
                    <a:pt x="2141505" y="3184611"/>
                  </a:lnTo>
                  <a:lnTo>
                    <a:pt x="2213128" y="3208188"/>
                  </a:lnTo>
                  <a:lnTo>
                    <a:pt x="2284750" y="3229906"/>
                  </a:lnTo>
                  <a:lnTo>
                    <a:pt x="2356373" y="3249913"/>
                  </a:lnTo>
                  <a:lnTo>
                    <a:pt x="2427996" y="3268343"/>
                  </a:lnTo>
                  <a:lnTo>
                    <a:pt x="2499618" y="3285320"/>
                  </a:lnTo>
                  <a:lnTo>
                    <a:pt x="2571241" y="3300960"/>
                  </a:lnTo>
                  <a:lnTo>
                    <a:pt x="2642863" y="3315366"/>
                  </a:lnTo>
                  <a:lnTo>
                    <a:pt x="2714486" y="3328638"/>
                  </a:lnTo>
                  <a:lnTo>
                    <a:pt x="2786108" y="3340863"/>
                  </a:lnTo>
                  <a:lnTo>
                    <a:pt x="2857731" y="3352124"/>
                  </a:lnTo>
                  <a:lnTo>
                    <a:pt x="2929353" y="3362498"/>
                  </a:lnTo>
                  <a:lnTo>
                    <a:pt x="3000976" y="3372055"/>
                  </a:lnTo>
                  <a:lnTo>
                    <a:pt x="3072598" y="3380858"/>
                  </a:lnTo>
                  <a:lnTo>
                    <a:pt x="3144221" y="3388967"/>
                  </a:lnTo>
                  <a:lnTo>
                    <a:pt x="3215843" y="3396437"/>
                  </a:lnTo>
                  <a:lnTo>
                    <a:pt x="3287466" y="3403319"/>
                  </a:lnTo>
                  <a:lnTo>
                    <a:pt x="3359088" y="3409658"/>
                  </a:lnTo>
                  <a:lnTo>
                    <a:pt x="3430711" y="3415497"/>
                  </a:lnTo>
                  <a:lnTo>
                    <a:pt x="3502333" y="3420876"/>
                  </a:lnTo>
                  <a:lnTo>
                    <a:pt x="3573956" y="3425832"/>
                  </a:lnTo>
                  <a:lnTo>
                    <a:pt x="3645578" y="3430396"/>
                  </a:lnTo>
                  <a:lnTo>
                    <a:pt x="3717201" y="3434601"/>
                  </a:lnTo>
                  <a:lnTo>
                    <a:pt x="3788824" y="3438475"/>
                  </a:lnTo>
                  <a:lnTo>
                    <a:pt x="3860446" y="3442043"/>
                  </a:lnTo>
                  <a:lnTo>
                    <a:pt x="3932069" y="3445330"/>
                  </a:lnTo>
                  <a:lnTo>
                    <a:pt x="4003691" y="3448358"/>
                  </a:lnTo>
                  <a:lnTo>
                    <a:pt x="4075314" y="3451147"/>
                  </a:lnTo>
                  <a:lnTo>
                    <a:pt x="4146936" y="3453716"/>
                  </a:lnTo>
                  <a:lnTo>
                    <a:pt x="4218559" y="3456083"/>
                  </a:lnTo>
                  <a:lnTo>
                    <a:pt x="4290181" y="3458263"/>
                  </a:lnTo>
                  <a:lnTo>
                    <a:pt x="4361804" y="3460272"/>
                  </a:lnTo>
                  <a:lnTo>
                    <a:pt x="4433426" y="3462122"/>
                  </a:lnTo>
                  <a:lnTo>
                    <a:pt x="4505049" y="3463826"/>
                  </a:lnTo>
                  <a:lnTo>
                    <a:pt x="4576671" y="3465397"/>
                  </a:lnTo>
                  <a:lnTo>
                    <a:pt x="4648294" y="3466843"/>
                  </a:lnTo>
                  <a:lnTo>
                    <a:pt x="4719916" y="3468175"/>
                  </a:lnTo>
                  <a:lnTo>
                    <a:pt x="4791539" y="3469402"/>
                  </a:lnTo>
                  <a:lnTo>
                    <a:pt x="4863161" y="3470533"/>
                  </a:lnTo>
                  <a:lnTo>
                    <a:pt x="4934784" y="3471574"/>
                  </a:lnTo>
                  <a:lnTo>
                    <a:pt x="5006406" y="3472534"/>
                  </a:lnTo>
                  <a:lnTo>
                    <a:pt x="5078029" y="3473417"/>
                  </a:lnTo>
                  <a:lnTo>
                    <a:pt x="5149652" y="3474232"/>
                  </a:lnTo>
                  <a:lnTo>
                    <a:pt x="5221274" y="34749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69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2.71 (1.63-4.51), p_Bonf = &lt;0.001 (n = 6)  |  per IQR decline (Δ = 28.1 %): 16.47 (3.96-68.58)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3093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2026-07-22T14:13:40Z</dcterms:modified>
  <cp:category/>
</cp:coreProperties>
</file>