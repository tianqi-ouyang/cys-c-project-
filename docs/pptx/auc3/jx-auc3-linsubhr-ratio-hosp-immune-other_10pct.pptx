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5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372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591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809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2027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246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464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682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901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119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326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1482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700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918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6136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35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573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79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9010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073503"/>
              <a:ext cx="7090630" cy="3329166"/>
            </a:xfrm>
            <a:custGeom>
              <a:avLst/>
              <a:pathLst>
                <a:path w="7090630" h="3329166">
                  <a:moveTo>
                    <a:pt x="55517" y="0"/>
                  </a:moveTo>
                  <a:lnTo>
                    <a:pt x="71622" y="25058"/>
                  </a:lnTo>
                  <a:lnTo>
                    <a:pt x="143245" y="133025"/>
                  </a:lnTo>
                  <a:lnTo>
                    <a:pt x="214867" y="237621"/>
                  </a:lnTo>
                  <a:lnTo>
                    <a:pt x="286490" y="338952"/>
                  </a:lnTo>
                  <a:lnTo>
                    <a:pt x="358112" y="437120"/>
                  </a:lnTo>
                  <a:lnTo>
                    <a:pt x="429735" y="532223"/>
                  </a:lnTo>
                  <a:lnTo>
                    <a:pt x="501357" y="624358"/>
                  </a:lnTo>
                  <a:lnTo>
                    <a:pt x="572980" y="713617"/>
                  </a:lnTo>
                  <a:lnTo>
                    <a:pt x="644602" y="800089"/>
                  </a:lnTo>
                  <a:lnTo>
                    <a:pt x="716225" y="883862"/>
                  </a:lnTo>
                  <a:lnTo>
                    <a:pt x="787847" y="965020"/>
                  </a:lnTo>
                  <a:lnTo>
                    <a:pt x="859470" y="1043645"/>
                  </a:lnTo>
                  <a:lnTo>
                    <a:pt x="931092" y="1119815"/>
                  </a:lnTo>
                  <a:lnTo>
                    <a:pt x="1002715" y="1193607"/>
                  </a:lnTo>
                  <a:lnTo>
                    <a:pt x="1074337" y="1265096"/>
                  </a:lnTo>
                  <a:lnTo>
                    <a:pt x="1145960" y="1334354"/>
                  </a:lnTo>
                  <a:lnTo>
                    <a:pt x="1217582" y="1401449"/>
                  </a:lnTo>
                  <a:lnTo>
                    <a:pt x="1289205" y="1466450"/>
                  </a:lnTo>
                  <a:lnTo>
                    <a:pt x="1360827" y="1529422"/>
                  </a:lnTo>
                  <a:lnTo>
                    <a:pt x="1432450" y="1590428"/>
                  </a:lnTo>
                  <a:lnTo>
                    <a:pt x="1504073" y="1649530"/>
                  </a:lnTo>
                  <a:lnTo>
                    <a:pt x="1575695" y="1706787"/>
                  </a:lnTo>
                  <a:lnTo>
                    <a:pt x="1647318" y="1762257"/>
                  </a:lnTo>
                  <a:lnTo>
                    <a:pt x="1718940" y="1815995"/>
                  </a:lnTo>
                  <a:lnTo>
                    <a:pt x="1790563" y="1868055"/>
                  </a:lnTo>
                  <a:lnTo>
                    <a:pt x="1862185" y="1918491"/>
                  </a:lnTo>
                  <a:lnTo>
                    <a:pt x="1933808" y="1967352"/>
                  </a:lnTo>
                  <a:lnTo>
                    <a:pt x="2005430" y="2014687"/>
                  </a:lnTo>
                  <a:lnTo>
                    <a:pt x="2077053" y="2060546"/>
                  </a:lnTo>
                  <a:lnTo>
                    <a:pt x="2148675" y="2104972"/>
                  </a:lnTo>
                  <a:lnTo>
                    <a:pt x="2220298" y="2148012"/>
                  </a:lnTo>
                  <a:lnTo>
                    <a:pt x="2291920" y="2189708"/>
                  </a:lnTo>
                  <a:lnTo>
                    <a:pt x="2363543" y="2230103"/>
                  </a:lnTo>
                  <a:lnTo>
                    <a:pt x="2435165" y="2269237"/>
                  </a:lnTo>
                  <a:lnTo>
                    <a:pt x="2506788" y="2307149"/>
                  </a:lnTo>
                  <a:lnTo>
                    <a:pt x="2578410" y="2343878"/>
                  </a:lnTo>
                  <a:lnTo>
                    <a:pt x="2650033" y="2379460"/>
                  </a:lnTo>
                  <a:lnTo>
                    <a:pt x="2721655" y="2413931"/>
                  </a:lnTo>
                  <a:lnTo>
                    <a:pt x="2793278" y="2447326"/>
                  </a:lnTo>
                  <a:lnTo>
                    <a:pt x="2864901" y="2479679"/>
                  </a:lnTo>
                  <a:lnTo>
                    <a:pt x="2936523" y="2511022"/>
                  </a:lnTo>
                  <a:lnTo>
                    <a:pt x="3008146" y="2541387"/>
                  </a:lnTo>
                  <a:lnTo>
                    <a:pt x="3079768" y="2570804"/>
                  </a:lnTo>
                  <a:lnTo>
                    <a:pt x="3151391" y="2599302"/>
                  </a:lnTo>
                  <a:lnTo>
                    <a:pt x="3223013" y="2626911"/>
                  </a:lnTo>
                  <a:lnTo>
                    <a:pt x="3294636" y="2653658"/>
                  </a:lnTo>
                  <a:lnTo>
                    <a:pt x="3366258" y="2646244"/>
                  </a:lnTo>
                  <a:lnTo>
                    <a:pt x="3437881" y="2637929"/>
                  </a:lnTo>
                  <a:lnTo>
                    <a:pt x="3509503" y="2629531"/>
                  </a:lnTo>
                  <a:lnTo>
                    <a:pt x="3581126" y="2621050"/>
                  </a:lnTo>
                  <a:lnTo>
                    <a:pt x="3652748" y="2612485"/>
                  </a:lnTo>
                  <a:lnTo>
                    <a:pt x="3724371" y="2603835"/>
                  </a:lnTo>
                  <a:lnTo>
                    <a:pt x="3795993" y="2595099"/>
                  </a:lnTo>
                  <a:lnTo>
                    <a:pt x="3867616" y="2586276"/>
                  </a:lnTo>
                  <a:lnTo>
                    <a:pt x="3939238" y="2577366"/>
                  </a:lnTo>
                  <a:lnTo>
                    <a:pt x="4010861" y="2568367"/>
                  </a:lnTo>
                  <a:lnTo>
                    <a:pt x="4082483" y="2559278"/>
                  </a:lnTo>
                  <a:lnTo>
                    <a:pt x="4154106" y="2550100"/>
                  </a:lnTo>
                  <a:lnTo>
                    <a:pt x="4225729" y="2540830"/>
                  </a:lnTo>
                  <a:lnTo>
                    <a:pt x="4297351" y="2531469"/>
                  </a:lnTo>
                  <a:lnTo>
                    <a:pt x="4368974" y="2522014"/>
                  </a:lnTo>
                  <a:lnTo>
                    <a:pt x="4440596" y="2512466"/>
                  </a:lnTo>
                  <a:lnTo>
                    <a:pt x="4512219" y="2502822"/>
                  </a:lnTo>
                  <a:lnTo>
                    <a:pt x="4583841" y="2493083"/>
                  </a:lnTo>
                  <a:lnTo>
                    <a:pt x="4655464" y="2483248"/>
                  </a:lnTo>
                  <a:lnTo>
                    <a:pt x="4727086" y="2473314"/>
                  </a:lnTo>
                  <a:lnTo>
                    <a:pt x="4798709" y="2463282"/>
                  </a:lnTo>
                  <a:lnTo>
                    <a:pt x="4870331" y="2453151"/>
                  </a:lnTo>
                  <a:lnTo>
                    <a:pt x="4941954" y="2442919"/>
                  </a:lnTo>
                  <a:lnTo>
                    <a:pt x="5013576" y="2432585"/>
                  </a:lnTo>
                  <a:lnTo>
                    <a:pt x="5085199" y="2422148"/>
                  </a:lnTo>
                  <a:lnTo>
                    <a:pt x="5156821" y="2411608"/>
                  </a:lnTo>
                  <a:lnTo>
                    <a:pt x="5228444" y="2400964"/>
                  </a:lnTo>
                  <a:lnTo>
                    <a:pt x="5300066" y="2390213"/>
                  </a:lnTo>
                  <a:lnTo>
                    <a:pt x="5371689" y="2379356"/>
                  </a:lnTo>
                  <a:lnTo>
                    <a:pt x="5443311" y="2368392"/>
                  </a:lnTo>
                  <a:lnTo>
                    <a:pt x="5514934" y="2357318"/>
                  </a:lnTo>
                  <a:lnTo>
                    <a:pt x="5586557" y="2346134"/>
                  </a:lnTo>
                  <a:lnTo>
                    <a:pt x="5658179" y="2334840"/>
                  </a:lnTo>
                  <a:lnTo>
                    <a:pt x="5729802" y="2323433"/>
                  </a:lnTo>
                  <a:lnTo>
                    <a:pt x="5801424" y="2311913"/>
                  </a:lnTo>
                  <a:lnTo>
                    <a:pt x="5873047" y="2300278"/>
                  </a:lnTo>
                  <a:lnTo>
                    <a:pt x="5944669" y="2288528"/>
                  </a:lnTo>
                  <a:lnTo>
                    <a:pt x="6016292" y="2276662"/>
                  </a:lnTo>
                  <a:lnTo>
                    <a:pt x="6087914" y="2264677"/>
                  </a:lnTo>
                  <a:lnTo>
                    <a:pt x="6159537" y="2252574"/>
                  </a:lnTo>
                  <a:lnTo>
                    <a:pt x="6231159" y="2240350"/>
                  </a:lnTo>
                  <a:lnTo>
                    <a:pt x="6302782" y="2228005"/>
                  </a:lnTo>
                  <a:lnTo>
                    <a:pt x="6374404" y="2215538"/>
                  </a:lnTo>
                  <a:lnTo>
                    <a:pt x="6446027" y="2202947"/>
                  </a:lnTo>
                  <a:lnTo>
                    <a:pt x="6517649" y="2190230"/>
                  </a:lnTo>
                  <a:lnTo>
                    <a:pt x="6589272" y="2177388"/>
                  </a:lnTo>
                  <a:lnTo>
                    <a:pt x="6660894" y="2164418"/>
                  </a:lnTo>
                  <a:lnTo>
                    <a:pt x="6732517" y="2151319"/>
                  </a:lnTo>
                  <a:lnTo>
                    <a:pt x="6804139" y="2138090"/>
                  </a:lnTo>
                  <a:lnTo>
                    <a:pt x="6875762" y="2124730"/>
                  </a:lnTo>
                  <a:lnTo>
                    <a:pt x="6947385" y="2111237"/>
                  </a:lnTo>
                  <a:lnTo>
                    <a:pt x="7019007" y="2097610"/>
                  </a:lnTo>
                  <a:lnTo>
                    <a:pt x="7090630" y="2083848"/>
                  </a:lnTo>
                  <a:lnTo>
                    <a:pt x="7090630" y="3329166"/>
                  </a:lnTo>
                  <a:lnTo>
                    <a:pt x="7019007" y="3324186"/>
                  </a:lnTo>
                  <a:lnTo>
                    <a:pt x="6947385" y="3319044"/>
                  </a:lnTo>
                  <a:lnTo>
                    <a:pt x="6875762" y="3313737"/>
                  </a:lnTo>
                  <a:lnTo>
                    <a:pt x="6804139" y="3308259"/>
                  </a:lnTo>
                  <a:lnTo>
                    <a:pt x="6732517" y="3302605"/>
                  </a:lnTo>
                  <a:lnTo>
                    <a:pt x="6660894" y="3296768"/>
                  </a:lnTo>
                  <a:lnTo>
                    <a:pt x="6589272" y="3290743"/>
                  </a:lnTo>
                  <a:lnTo>
                    <a:pt x="6517649" y="3284524"/>
                  </a:lnTo>
                  <a:lnTo>
                    <a:pt x="6446027" y="3278105"/>
                  </a:lnTo>
                  <a:lnTo>
                    <a:pt x="6374404" y="3271479"/>
                  </a:lnTo>
                  <a:lnTo>
                    <a:pt x="6302782" y="3264639"/>
                  </a:lnTo>
                  <a:lnTo>
                    <a:pt x="6231159" y="3257579"/>
                  </a:lnTo>
                  <a:lnTo>
                    <a:pt x="6159537" y="3250292"/>
                  </a:lnTo>
                  <a:lnTo>
                    <a:pt x="6087914" y="3242769"/>
                  </a:lnTo>
                  <a:lnTo>
                    <a:pt x="6016292" y="3235005"/>
                  </a:lnTo>
                  <a:lnTo>
                    <a:pt x="5944669" y="3226990"/>
                  </a:lnTo>
                  <a:lnTo>
                    <a:pt x="5873047" y="3218716"/>
                  </a:lnTo>
                  <a:lnTo>
                    <a:pt x="5801424" y="3210177"/>
                  </a:lnTo>
                  <a:lnTo>
                    <a:pt x="5729802" y="3201362"/>
                  </a:lnTo>
                  <a:lnTo>
                    <a:pt x="5658179" y="3192263"/>
                  </a:lnTo>
                  <a:lnTo>
                    <a:pt x="5586557" y="3182871"/>
                  </a:lnTo>
                  <a:lnTo>
                    <a:pt x="5514934" y="3173176"/>
                  </a:lnTo>
                  <a:lnTo>
                    <a:pt x="5443311" y="3163169"/>
                  </a:lnTo>
                  <a:lnTo>
                    <a:pt x="5371689" y="3152839"/>
                  </a:lnTo>
                  <a:lnTo>
                    <a:pt x="5300066" y="3142177"/>
                  </a:lnTo>
                  <a:lnTo>
                    <a:pt x="5228444" y="3131171"/>
                  </a:lnTo>
                  <a:lnTo>
                    <a:pt x="5156821" y="3119810"/>
                  </a:lnTo>
                  <a:lnTo>
                    <a:pt x="5085199" y="3108083"/>
                  </a:lnTo>
                  <a:lnTo>
                    <a:pt x="5013576" y="3095979"/>
                  </a:lnTo>
                  <a:lnTo>
                    <a:pt x="4941954" y="3083484"/>
                  </a:lnTo>
                  <a:lnTo>
                    <a:pt x="4870331" y="3070587"/>
                  </a:lnTo>
                  <a:lnTo>
                    <a:pt x="4798709" y="3057274"/>
                  </a:lnTo>
                  <a:lnTo>
                    <a:pt x="4727086" y="3043533"/>
                  </a:lnTo>
                  <a:lnTo>
                    <a:pt x="4655464" y="3029348"/>
                  </a:lnTo>
                  <a:lnTo>
                    <a:pt x="4583841" y="3014707"/>
                  </a:lnTo>
                  <a:lnTo>
                    <a:pt x="4512219" y="2999593"/>
                  </a:lnTo>
                  <a:lnTo>
                    <a:pt x="4440596" y="2983993"/>
                  </a:lnTo>
                  <a:lnTo>
                    <a:pt x="4368974" y="2967890"/>
                  </a:lnTo>
                  <a:lnTo>
                    <a:pt x="4297351" y="2951268"/>
                  </a:lnTo>
                  <a:lnTo>
                    <a:pt x="4225729" y="2934111"/>
                  </a:lnTo>
                  <a:lnTo>
                    <a:pt x="4154106" y="2916401"/>
                  </a:lnTo>
                  <a:lnTo>
                    <a:pt x="4082483" y="2898120"/>
                  </a:lnTo>
                  <a:lnTo>
                    <a:pt x="4010861" y="2879250"/>
                  </a:lnTo>
                  <a:lnTo>
                    <a:pt x="3939238" y="2859772"/>
                  </a:lnTo>
                  <a:lnTo>
                    <a:pt x="3867616" y="2839666"/>
                  </a:lnTo>
                  <a:lnTo>
                    <a:pt x="3795993" y="2818913"/>
                  </a:lnTo>
                  <a:lnTo>
                    <a:pt x="3724371" y="2797490"/>
                  </a:lnTo>
                  <a:lnTo>
                    <a:pt x="3652748" y="2775378"/>
                  </a:lnTo>
                  <a:lnTo>
                    <a:pt x="3581126" y="2752553"/>
                  </a:lnTo>
                  <a:lnTo>
                    <a:pt x="3509503" y="2728993"/>
                  </a:lnTo>
                  <a:lnTo>
                    <a:pt x="3437881" y="2704673"/>
                  </a:lnTo>
                  <a:lnTo>
                    <a:pt x="3366258" y="2679570"/>
                  </a:lnTo>
                  <a:lnTo>
                    <a:pt x="3294636" y="2654477"/>
                  </a:lnTo>
                  <a:lnTo>
                    <a:pt x="3223013" y="2662630"/>
                  </a:lnTo>
                  <a:lnTo>
                    <a:pt x="3151391" y="2670702"/>
                  </a:lnTo>
                  <a:lnTo>
                    <a:pt x="3079768" y="2678695"/>
                  </a:lnTo>
                  <a:lnTo>
                    <a:pt x="3008146" y="2686609"/>
                  </a:lnTo>
                  <a:lnTo>
                    <a:pt x="2936523" y="2694446"/>
                  </a:lnTo>
                  <a:lnTo>
                    <a:pt x="2864901" y="2702205"/>
                  </a:lnTo>
                  <a:lnTo>
                    <a:pt x="2793278" y="2709888"/>
                  </a:lnTo>
                  <a:lnTo>
                    <a:pt x="2721655" y="2717496"/>
                  </a:lnTo>
                  <a:lnTo>
                    <a:pt x="2650033" y="2725029"/>
                  </a:lnTo>
                  <a:lnTo>
                    <a:pt x="2578410" y="2732488"/>
                  </a:lnTo>
                  <a:lnTo>
                    <a:pt x="2506788" y="2739873"/>
                  </a:lnTo>
                  <a:lnTo>
                    <a:pt x="2435165" y="2747186"/>
                  </a:lnTo>
                  <a:lnTo>
                    <a:pt x="2363543" y="2754427"/>
                  </a:lnTo>
                  <a:lnTo>
                    <a:pt x="2291920" y="2761597"/>
                  </a:lnTo>
                  <a:lnTo>
                    <a:pt x="2220298" y="2768696"/>
                  </a:lnTo>
                  <a:lnTo>
                    <a:pt x="2148675" y="2775726"/>
                  </a:lnTo>
                  <a:lnTo>
                    <a:pt x="2077053" y="2782686"/>
                  </a:lnTo>
                  <a:lnTo>
                    <a:pt x="2005430" y="2789578"/>
                  </a:lnTo>
                  <a:lnTo>
                    <a:pt x="1933808" y="2796402"/>
                  </a:lnTo>
                  <a:lnTo>
                    <a:pt x="1862185" y="2803159"/>
                  </a:lnTo>
                  <a:lnTo>
                    <a:pt x="1790563" y="2809850"/>
                  </a:lnTo>
                  <a:lnTo>
                    <a:pt x="1718940" y="2816475"/>
                  </a:lnTo>
                  <a:lnTo>
                    <a:pt x="1647318" y="2823035"/>
                  </a:lnTo>
                  <a:lnTo>
                    <a:pt x="1575695" y="2829530"/>
                  </a:lnTo>
                  <a:lnTo>
                    <a:pt x="1504073" y="2835962"/>
                  </a:lnTo>
                  <a:lnTo>
                    <a:pt x="1432450" y="2842330"/>
                  </a:lnTo>
                  <a:lnTo>
                    <a:pt x="1360827" y="2848636"/>
                  </a:lnTo>
                  <a:lnTo>
                    <a:pt x="1289205" y="2854879"/>
                  </a:lnTo>
                  <a:lnTo>
                    <a:pt x="1217582" y="2861062"/>
                  </a:lnTo>
                  <a:lnTo>
                    <a:pt x="1145960" y="2867183"/>
                  </a:lnTo>
                  <a:lnTo>
                    <a:pt x="1074337" y="2873244"/>
                  </a:lnTo>
                  <a:lnTo>
                    <a:pt x="1002715" y="2879246"/>
                  </a:lnTo>
                  <a:lnTo>
                    <a:pt x="931092" y="2885189"/>
                  </a:lnTo>
                  <a:lnTo>
                    <a:pt x="859470" y="2891073"/>
                  </a:lnTo>
                  <a:lnTo>
                    <a:pt x="787847" y="2896900"/>
                  </a:lnTo>
                  <a:lnTo>
                    <a:pt x="716225" y="2902669"/>
                  </a:lnTo>
                  <a:lnTo>
                    <a:pt x="644602" y="2908381"/>
                  </a:lnTo>
                  <a:lnTo>
                    <a:pt x="572980" y="2914037"/>
                  </a:lnTo>
                  <a:lnTo>
                    <a:pt x="501357" y="2919638"/>
                  </a:lnTo>
                  <a:lnTo>
                    <a:pt x="429735" y="2925184"/>
                  </a:lnTo>
                  <a:lnTo>
                    <a:pt x="358112" y="2930675"/>
                  </a:lnTo>
                  <a:lnTo>
                    <a:pt x="286490" y="2936112"/>
                  </a:lnTo>
                  <a:lnTo>
                    <a:pt x="214867" y="2941496"/>
                  </a:lnTo>
                  <a:lnTo>
                    <a:pt x="143245" y="2946826"/>
                  </a:lnTo>
                  <a:lnTo>
                    <a:pt x="71622" y="2952105"/>
                  </a:lnTo>
                  <a:lnTo>
                    <a:pt x="0" y="295733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27567" y="2073503"/>
              <a:ext cx="7035112" cy="2653658"/>
            </a:xfrm>
            <a:custGeom>
              <a:avLst/>
              <a:pathLst>
                <a:path w="7035112" h="2653658">
                  <a:moveTo>
                    <a:pt x="0" y="0"/>
                  </a:moveTo>
                  <a:lnTo>
                    <a:pt x="16104" y="25058"/>
                  </a:lnTo>
                  <a:lnTo>
                    <a:pt x="87727" y="133025"/>
                  </a:lnTo>
                  <a:lnTo>
                    <a:pt x="159349" y="237621"/>
                  </a:lnTo>
                  <a:lnTo>
                    <a:pt x="230972" y="338952"/>
                  </a:lnTo>
                  <a:lnTo>
                    <a:pt x="302594" y="437120"/>
                  </a:lnTo>
                  <a:lnTo>
                    <a:pt x="374217" y="532223"/>
                  </a:lnTo>
                  <a:lnTo>
                    <a:pt x="445839" y="624358"/>
                  </a:lnTo>
                  <a:lnTo>
                    <a:pt x="517462" y="713617"/>
                  </a:lnTo>
                  <a:lnTo>
                    <a:pt x="589084" y="800089"/>
                  </a:lnTo>
                  <a:lnTo>
                    <a:pt x="660707" y="883862"/>
                  </a:lnTo>
                  <a:lnTo>
                    <a:pt x="732329" y="965020"/>
                  </a:lnTo>
                  <a:lnTo>
                    <a:pt x="803952" y="1043645"/>
                  </a:lnTo>
                  <a:lnTo>
                    <a:pt x="875574" y="1119815"/>
                  </a:lnTo>
                  <a:lnTo>
                    <a:pt x="947197" y="1193607"/>
                  </a:lnTo>
                  <a:lnTo>
                    <a:pt x="1018819" y="1265096"/>
                  </a:lnTo>
                  <a:lnTo>
                    <a:pt x="1090442" y="1334354"/>
                  </a:lnTo>
                  <a:lnTo>
                    <a:pt x="1162064" y="1401449"/>
                  </a:lnTo>
                  <a:lnTo>
                    <a:pt x="1233687" y="1466450"/>
                  </a:lnTo>
                  <a:lnTo>
                    <a:pt x="1305310" y="1529422"/>
                  </a:lnTo>
                  <a:lnTo>
                    <a:pt x="1376932" y="1590428"/>
                  </a:lnTo>
                  <a:lnTo>
                    <a:pt x="1448555" y="1649530"/>
                  </a:lnTo>
                  <a:lnTo>
                    <a:pt x="1520177" y="1706787"/>
                  </a:lnTo>
                  <a:lnTo>
                    <a:pt x="1591800" y="1762257"/>
                  </a:lnTo>
                  <a:lnTo>
                    <a:pt x="1663422" y="1815995"/>
                  </a:lnTo>
                  <a:lnTo>
                    <a:pt x="1735045" y="1868055"/>
                  </a:lnTo>
                  <a:lnTo>
                    <a:pt x="1806667" y="1918491"/>
                  </a:lnTo>
                  <a:lnTo>
                    <a:pt x="1878290" y="1967352"/>
                  </a:lnTo>
                  <a:lnTo>
                    <a:pt x="1949912" y="2014687"/>
                  </a:lnTo>
                  <a:lnTo>
                    <a:pt x="2021535" y="2060546"/>
                  </a:lnTo>
                  <a:lnTo>
                    <a:pt x="2093157" y="2104972"/>
                  </a:lnTo>
                  <a:lnTo>
                    <a:pt x="2164780" y="2148012"/>
                  </a:lnTo>
                  <a:lnTo>
                    <a:pt x="2236402" y="2189708"/>
                  </a:lnTo>
                  <a:lnTo>
                    <a:pt x="2308025" y="2230103"/>
                  </a:lnTo>
                  <a:lnTo>
                    <a:pt x="2379647" y="2269237"/>
                  </a:lnTo>
                  <a:lnTo>
                    <a:pt x="2451270" y="2307149"/>
                  </a:lnTo>
                  <a:lnTo>
                    <a:pt x="2522892" y="2343878"/>
                  </a:lnTo>
                  <a:lnTo>
                    <a:pt x="2594515" y="2379460"/>
                  </a:lnTo>
                  <a:lnTo>
                    <a:pt x="2666138" y="2413931"/>
                  </a:lnTo>
                  <a:lnTo>
                    <a:pt x="2737760" y="2447326"/>
                  </a:lnTo>
                  <a:lnTo>
                    <a:pt x="2809383" y="2479679"/>
                  </a:lnTo>
                  <a:lnTo>
                    <a:pt x="2881005" y="2511022"/>
                  </a:lnTo>
                  <a:lnTo>
                    <a:pt x="2952628" y="2541387"/>
                  </a:lnTo>
                  <a:lnTo>
                    <a:pt x="3024250" y="2570804"/>
                  </a:lnTo>
                  <a:lnTo>
                    <a:pt x="3095873" y="2599302"/>
                  </a:lnTo>
                  <a:lnTo>
                    <a:pt x="3167495" y="2626911"/>
                  </a:lnTo>
                  <a:lnTo>
                    <a:pt x="3239118" y="2653658"/>
                  </a:lnTo>
                  <a:lnTo>
                    <a:pt x="3310740" y="2646244"/>
                  </a:lnTo>
                  <a:lnTo>
                    <a:pt x="3382363" y="2637929"/>
                  </a:lnTo>
                  <a:lnTo>
                    <a:pt x="3453985" y="2629531"/>
                  </a:lnTo>
                  <a:lnTo>
                    <a:pt x="3525608" y="2621050"/>
                  </a:lnTo>
                  <a:lnTo>
                    <a:pt x="3597230" y="2612485"/>
                  </a:lnTo>
                  <a:lnTo>
                    <a:pt x="3668853" y="2603835"/>
                  </a:lnTo>
                  <a:lnTo>
                    <a:pt x="3740475" y="2595099"/>
                  </a:lnTo>
                  <a:lnTo>
                    <a:pt x="3812098" y="2586276"/>
                  </a:lnTo>
                  <a:lnTo>
                    <a:pt x="3883720" y="2577366"/>
                  </a:lnTo>
                  <a:lnTo>
                    <a:pt x="3955343" y="2568367"/>
                  </a:lnTo>
                  <a:lnTo>
                    <a:pt x="4026966" y="2559278"/>
                  </a:lnTo>
                  <a:lnTo>
                    <a:pt x="4098588" y="2550100"/>
                  </a:lnTo>
                  <a:lnTo>
                    <a:pt x="4170211" y="2540830"/>
                  </a:lnTo>
                  <a:lnTo>
                    <a:pt x="4241833" y="2531469"/>
                  </a:lnTo>
                  <a:lnTo>
                    <a:pt x="4313456" y="2522014"/>
                  </a:lnTo>
                  <a:lnTo>
                    <a:pt x="4385078" y="2512466"/>
                  </a:lnTo>
                  <a:lnTo>
                    <a:pt x="4456701" y="2502822"/>
                  </a:lnTo>
                  <a:lnTo>
                    <a:pt x="4528323" y="2493083"/>
                  </a:lnTo>
                  <a:lnTo>
                    <a:pt x="4599946" y="2483248"/>
                  </a:lnTo>
                  <a:lnTo>
                    <a:pt x="4671568" y="2473314"/>
                  </a:lnTo>
                  <a:lnTo>
                    <a:pt x="4743191" y="2463282"/>
                  </a:lnTo>
                  <a:lnTo>
                    <a:pt x="4814813" y="2453151"/>
                  </a:lnTo>
                  <a:lnTo>
                    <a:pt x="4886436" y="2442919"/>
                  </a:lnTo>
                  <a:lnTo>
                    <a:pt x="4958058" y="2432585"/>
                  </a:lnTo>
                  <a:lnTo>
                    <a:pt x="5029681" y="2422148"/>
                  </a:lnTo>
                  <a:lnTo>
                    <a:pt x="5101303" y="2411608"/>
                  </a:lnTo>
                  <a:lnTo>
                    <a:pt x="5172926" y="2400964"/>
                  </a:lnTo>
                  <a:lnTo>
                    <a:pt x="5244548" y="2390213"/>
                  </a:lnTo>
                  <a:lnTo>
                    <a:pt x="5316171" y="2379356"/>
                  </a:lnTo>
                  <a:lnTo>
                    <a:pt x="5387794" y="2368392"/>
                  </a:lnTo>
                  <a:lnTo>
                    <a:pt x="5459416" y="2357318"/>
                  </a:lnTo>
                  <a:lnTo>
                    <a:pt x="5531039" y="2346134"/>
                  </a:lnTo>
                  <a:lnTo>
                    <a:pt x="5602661" y="2334840"/>
                  </a:lnTo>
                  <a:lnTo>
                    <a:pt x="5674284" y="2323433"/>
                  </a:lnTo>
                  <a:lnTo>
                    <a:pt x="5745906" y="2311913"/>
                  </a:lnTo>
                  <a:lnTo>
                    <a:pt x="5817529" y="2300278"/>
                  </a:lnTo>
                  <a:lnTo>
                    <a:pt x="5889151" y="2288528"/>
                  </a:lnTo>
                  <a:lnTo>
                    <a:pt x="5960774" y="2276662"/>
                  </a:lnTo>
                  <a:lnTo>
                    <a:pt x="6032396" y="2264677"/>
                  </a:lnTo>
                  <a:lnTo>
                    <a:pt x="6104019" y="2252574"/>
                  </a:lnTo>
                  <a:lnTo>
                    <a:pt x="6175641" y="2240350"/>
                  </a:lnTo>
                  <a:lnTo>
                    <a:pt x="6247264" y="2228005"/>
                  </a:lnTo>
                  <a:lnTo>
                    <a:pt x="6318886" y="2215538"/>
                  </a:lnTo>
                  <a:lnTo>
                    <a:pt x="6390509" y="2202947"/>
                  </a:lnTo>
                  <a:lnTo>
                    <a:pt x="6462131" y="2190230"/>
                  </a:lnTo>
                  <a:lnTo>
                    <a:pt x="6533754" y="2177388"/>
                  </a:lnTo>
                  <a:lnTo>
                    <a:pt x="6605376" y="2164418"/>
                  </a:lnTo>
                  <a:lnTo>
                    <a:pt x="6676999" y="2151319"/>
                  </a:lnTo>
                  <a:lnTo>
                    <a:pt x="6748622" y="2138090"/>
                  </a:lnTo>
                  <a:lnTo>
                    <a:pt x="6820244" y="2124730"/>
                  </a:lnTo>
                  <a:lnTo>
                    <a:pt x="6891867" y="2111237"/>
                  </a:lnTo>
                  <a:lnTo>
                    <a:pt x="6963489" y="2097610"/>
                  </a:lnTo>
                  <a:lnTo>
                    <a:pt x="7035112" y="208384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727981"/>
              <a:ext cx="7090630" cy="674688"/>
            </a:xfrm>
            <a:custGeom>
              <a:avLst/>
              <a:pathLst>
                <a:path w="7090630" h="674688">
                  <a:moveTo>
                    <a:pt x="7090630" y="674688"/>
                  </a:moveTo>
                  <a:lnTo>
                    <a:pt x="7019007" y="669708"/>
                  </a:lnTo>
                  <a:lnTo>
                    <a:pt x="6947385" y="664566"/>
                  </a:lnTo>
                  <a:lnTo>
                    <a:pt x="6875762" y="659259"/>
                  </a:lnTo>
                  <a:lnTo>
                    <a:pt x="6804139" y="653781"/>
                  </a:lnTo>
                  <a:lnTo>
                    <a:pt x="6732517" y="648127"/>
                  </a:lnTo>
                  <a:lnTo>
                    <a:pt x="6660894" y="642290"/>
                  </a:lnTo>
                  <a:lnTo>
                    <a:pt x="6589272" y="636265"/>
                  </a:lnTo>
                  <a:lnTo>
                    <a:pt x="6517649" y="630046"/>
                  </a:lnTo>
                  <a:lnTo>
                    <a:pt x="6446027" y="623627"/>
                  </a:lnTo>
                  <a:lnTo>
                    <a:pt x="6374404" y="617001"/>
                  </a:lnTo>
                  <a:lnTo>
                    <a:pt x="6302782" y="610161"/>
                  </a:lnTo>
                  <a:lnTo>
                    <a:pt x="6231159" y="603101"/>
                  </a:lnTo>
                  <a:lnTo>
                    <a:pt x="6159537" y="595814"/>
                  </a:lnTo>
                  <a:lnTo>
                    <a:pt x="6087914" y="588291"/>
                  </a:lnTo>
                  <a:lnTo>
                    <a:pt x="6016292" y="580527"/>
                  </a:lnTo>
                  <a:lnTo>
                    <a:pt x="5944669" y="572512"/>
                  </a:lnTo>
                  <a:lnTo>
                    <a:pt x="5873047" y="564239"/>
                  </a:lnTo>
                  <a:lnTo>
                    <a:pt x="5801424" y="555699"/>
                  </a:lnTo>
                  <a:lnTo>
                    <a:pt x="5729802" y="546884"/>
                  </a:lnTo>
                  <a:lnTo>
                    <a:pt x="5658179" y="537785"/>
                  </a:lnTo>
                  <a:lnTo>
                    <a:pt x="5586557" y="528393"/>
                  </a:lnTo>
                  <a:lnTo>
                    <a:pt x="5514934" y="518698"/>
                  </a:lnTo>
                  <a:lnTo>
                    <a:pt x="5443311" y="508691"/>
                  </a:lnTo>
                  <a:lnTo>
                    <a:pt x="5371689" y="498361"/>
                  </a:lnTo>
                  <a:lnTo>
                    <a:pt x="5300066" y="487699"/>
                  </a:lnTo>
                  <a:lnTo>
                    <a:pt x="5228444" y="476693"/>
                  </a:lnTo>
                  <a:lnTo>
                    <a:pt x="5156821" y="465332"/>
                  </a:lnTo>
                  <a:lnTo>
                    <a:pt x="5085199" y="453605"/>
                  </a:lnTo>
                  <a:lnTo>
                    <a:pt x="5013576" y="441501"/>
                  </a:lnTo>
                  <a:lnTo>
                    <a:pt x="4941954" y="429006"/>
                  </a:lnTo>
                  <a:lnTo>
                    <a:pt x="4870331" y="416109"/>
                  </a:lnTo>
                  <a:lnTo>
                    <a:pt x="4798709" y="402796"/>
                  </a:lnTo>
                  <a:lnTo>
                    <a:pt x="4727086" y="389055"/>
                  </a:lnTo>
                  <a:lnTo>
                    <a:pt x="4655464" y="374870"/>
                  </a:lnTo>
                  <a:lnTo>
                    <a:pt x="4583841" y="360229"/>
                  </a:lnTo>
                  <a:lnTo>
                    <a:pt x="4512219" y="345115"/>
                  </a:lnTo>
                  <a:lnTo>
                    <a:pt x="4440596" y="329515"/>
                  </a:lnTo>
                  <a:lnTo>
                    <a:pt x="4368974" y="313412"/>
                  </a:lnTo>
                  <a:lnTo>
                    <a:pt x="4297351" y="296790"/>
                  </a:lnTo>
                  <a:lnTo>
                    <a:pt x="4225729" y="279633"/>
                  </a:lnTo>
                  <a:lnTo>
                    <a:pt x="4154106" y="261923"/>
                  </a:lnTo>
                  <a:lnTo>
                    <a:pt x="4082483" y="243642"/>
                  </a:lnTo>
                  <a:lnTo>
                    <a:pt x="4010861" y="224772"/>
                  </a:lnTo>
                  <a:lnTo>
                    <a:pt x="3939238" y="205294"/>
                  </a:lnTo>
                  <a:lnTo>
                    <a:pt x="3867616" y="185188"/>
                  </a:lnTo>
                  <a:lnTo>
                    <a:pt x="3795993" y="164435"/>
                  </a:lnTo>
                  <a:lnTo>
                    <a:pt x="3724371" y="143012"/>
                  </a:lnTo>
                  <a:lnTo>
                    <a:pt x="3652748" y="120900"/>
                  </a:lnTo>
                  <a:lnTo>
                    <a:pt x="3581126" y="98075"/>
                  </a:lnTo>
                  <a:lnTo>
                    <a:pt x="3509503" y="74515"/>
                  </a:lnTo>
                  <a:lnTo>
                    <a:pt x="3437881" y="50195"/>
                  </a:lnTo>
                  <a:lnTo>
                    <a:pt x="3366258" y="25092"/>
                  </a:lnTo>
                  <a:lnTo>
                    <a:pt x="3294636" y="0"/>
                  </a:lnTo>
                  <a:lnTo>
                    <a:pt x="3223013" y="8152"/>
                  </a:lnTo>
                  <a:lnTo>
                    <a:pt x="3151391" y="16224"/>
                  </a:lnTo>
                  <a:lnTo>
                    <a:pt x="3079768" y="24217"/>
                  </a:lnTo>
                  <a:lnTo>
                    <a:pt x="3008146" y="32131"/>
                  </a:lnTo>
                  <a:lnTo>
                    <a:pt x="2936523" y="39968"/>
                  </a:lnTo>
                  <a:lnTo>
                    <a:pt x="2864901" y="47727"/>
                  </a:lnTo>
                  <a:lnTo>
                    <a:pt x="2793278" y="55410"/>
                  </a:lnTo>
                  <a:lnTo>
                    <a:pt x="2721655" y="63018"/>
                  </a:lnTo>
                  <a:lnTo>
                    <a:pt x="2650033" y="70551"/>
                  </a:lnTo>
                  <a:lnTo>
                    <a:pt x="2578410" y="78010"/>
                  </a:lnTo>
                  <a:lnTo>
                    <a:pt x="2506788" y="85395"/>
                  </a:lnTo>
                  <a:lnTo>
                    <a:pt x="2435165" y="92708"/>
                  </a:lnTo>
                  <a:lnTo>
                    <a:pt x="2363543" y="99949"/>
                  </a:lnTo>
                  <a:lnTo>
                    <a:pt x="2291920" y="107119"/>
                  </a:lnTo>
                  <a:lnTo>
                    <a:pt x="2220298" y="114218"/>
                  </a:lnTo>
                  <a:lnTo>
                    <a:pt x="2148675" y="121248"/>
                  </a:lnTo>
                  <a:lnTo>
                    <a:pt x="2077053" y="128208"/>
                  </a:lnTo>
                  <a:lnTo>
                    <a:pt x="2005430" y="135100"/>
                  </a:lnTo>
                  <a:lnTo>
                    <a:pt x="1933808" y="141924"/>
                  </a:lnTo>
                  <a:lnTo>
                    <a:pt x="1862185" y="148681"/>
                  </a:lnTo>
                  <a:lnTo>
                    <a:pt x="1790563" y="155372"/>
                  </a:lnTo>
                  <a:lnTo>
                    <a:pt x="1718940" y="161997"/>
                  </a:lnTo>
                  <a:lnTo>
                    <a:pt x="1647318" y="168557"/>
                  </a:lnTo>
                  <a:lnTo>
                    <a:pt x="1575695" y="175052"/>
                  </a:lnTo>
                  <a:lnTo>
                    <a:pt x="1504073" y="181484"/>
                  </a:lnTo>
                  <a:lnTo>
                    <a:pt x="1432450" y="187852"/>
                  </a:lnTo>
                  <a:lnTo>
                    <a:pt x="1360827" y="194158"/>
                  </a:lnTo>
                  <a:lnTo>
                    <a:pt x="1289205" y="200401"/>
                  </a:lnTo>
                  <a:lnTo>
                    <a:pt x="1217582" y="206584"/>
                  </a:lnTo>
                  <a:lnTo>
                    <a:pt x="1145960" y="212705"/>
                  </a:lnTo>
                  <a:lnTo>
                    <a:pt x="1074337" y="218766"/>
                  </a:lnTo>
                  <a:lnTo>
                    <a:pt x="1002715" y="224768"/>
                  </a:lnTo>
                  <a:lnTo>
                    <a:pt x="931092" y="230711"/>
                  </a:lnTo>
                  <a:lnTo>
                    <a:pt x="859470" y="236595"/>
                  </a:lnTo>
                  <a:lnTo>
                    <a:pt x="787847" y="242422"/>
                  </a:lnTo>
                  <a:lnTo>
                    <a:pt x="716225" y="248191"/>
                  </a:lnTo>
                  <a:lnTo>
                    <a:pt x="644602" y="253903"/>
                  </a:lnTo>
                  <a:lnTo>
                    <a:pt x="572980" y="259559"/>
                  </a:lnTo>
                  <a:lnTo>
                    <a:pt x="501357" y="265160"/>
                  </a:lnTo>
                  <a:lnTo>
                    <a:pt x="429735" y="270706"/>
                  </a:lnTo>
                  <a:lnTo>
                    <a:pt x="358112" y="276197"/>
                  </a:lnTo>
                  <a:lnTo>
                    <a:pt x="286490" y="281634"/>
                  </a:lnTo>
                  <a:lnTo>
                    <a:pt x="214867" y="287018"/>
                  </a:lnTo>
                  <a:lnTo>
                    <a:pt x="143245" y="292349"/>
                  </a:lnTo>
                  <a:lnTo>
                    <a:pt x="71622" y="297627"/>
                  </a:lnTo>
                  <a:lnTo>
                    <a:pt x="0" y="30285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72049" y="4186348"/>
              <a:ext cx="7090630" cy="905717"/>
            </a:xfrm>
            <a:custGeom>
              <a:avLst/>
              <a:pathLst>
                <a:path w="7090630" h="905717">
                  <a:moveTo>
                    <a:pt x="0" y="0"/>
                  </a:moveTo>
                  <a:lnTo>
                    <a:pt x="71622" y="14884"/>
                  </a:lnTo>
                  <a:lnTo>
                    <a:pt x="143245" y="29608"/>
                  </a:lnTo>
                  <a:lnTo>
                    <a:pt x="214867" y="44171"/>
                  </a:lnTo>
                  <a:lnTo>
                    <a:pt x="286490" y="58576"/>
                  </a:lnTo>
                  <a:lnTo>
                    <a:pt x="358112" y="72825"/>
                  </a:lnTo>
                  <a:lnTo>
                    <a:pt x="429735" y="86919"/>
                  </a:lnTo>
                  <a:lnTo>
                    <a:pt x="501357" y="100860"/>
                  </a:lnTo>
                  <a:lnTo>
                    <a:pt x="572980" y="114650"/>
                  </a:lnTo>
                  <a:lnTo>
                    <a:pt x="644602" y="128290"/>
                  </a:lnTo>
                  <a:lnTo>
                    <a:pt x="716225" y="141782"/>
                  </a:lnTo>
                  <a:lnTo>
                    <a:pt x="787847" y="155127"/>
                  </a:lnTo>
                  <a:lnTo>
                    <a:pt x="859470" y="168328"/>
                  </a:lnTo>
                  <a:lnTo>
                    <a:pt x="931092" y="181385"/>
                  </a:lnTo>
                  <a:lnTo>
                    <a:pt x="1002715" y="194300"/>
                  </a:lnTo>
                  <a:lnTo>
                    <a:pt x="1074337" y="207076"/>
                  </a:lnTo>
                  <a:lnTo>
                    <a:pt x="1145960" y="219712"/>
                  </a:lnTo>
                  <a:lnTo>
                    <a:pt x="1217582" y="232211"/>
                  </a:lnTo>
                  <a:lnTo>
                    <a:pt x="1289205" y="244575"/>
                  </a:lnTo>
                  <a:lnTo>
                    <a:pt x="1360827" y="256804"/>
                  </a:lnTo>
                  <a:lnTo>
                    <a:pt x="1432450" y="268901"/>
                  </a:lnTo>
                  <a:lnTo>
                    <a:pt x="1504073" y="280866"/>
                  </a:lnTo>
                  <a:lnTo>
                    <a:pt x="1575695" y="292701"/>
                  </a:lnTo>
                  <a:lnTo>
                    <a:pt x="1647318" y="304408"/>
                  </a:lnTo>
                  <a:lnTo>
                    <a:pt x="1718940" y="315988"/>
                  </a:lnTo>
                  <a:lnTo>
                    <a:pt x="1790563" y="327442"/>
                  </a:lnTo>
                  <a:lnTo>
                    <a:pt x="1862185" y="338771"/>
                  </a:lnTo>
                  <a:lnTo>
                    <a:pt x="1933808" y="349978"/>
                  </a:lnTo>
                  <a:lnTo>
                    <a:pt x="2005430" y="361063"/>
                  </a:lnTo>
                  <a:lnTo>
                    <a:pt x="2077053" y="372027"/>
                  </a:lnTo>
                  <a:lnTo>
                    <a:pt x="2148675" y="382873"/>
                  </a:lnTo>
                  <a:lnTo>
                    <a:pt x="2220298" y="393600"/>
                  </a:lnTo>
                  <a:lnTo>
                    <a:pt x="2291920" y="404212"/>
                  </a:lnTo>
                  <a:lnTo>
                    <a:pt x="2363543" y="414708"/>
                  </a:lnTo>
                  <a:lnTo>
                    <a:pt x="2435165" y="425090"/>
                  </a:lnTo>
                  <a:lnTo>
                    <a:pt x="2506788" y="435359"/>
                  </a:lnTo>
                  <a:lnTo>
                    <a:pt x="2578410" y="445517"/>
                  </a:lnTo>
                  <a:lnTo>
                    <a:pt x="2650033" y="455565"/>
                  </a:lnTo>
                  <a:lnTo>
                    <a:pt x="2721655" y="465503"/>
                  </a:lnTo>
                  <a:lnTo>
                    <a:pt x="2793278" y="475334"/>
                  </a:lnTo>
                  <a:lnTo>
                    <a:pt x="2864901" y="485057"/>
                  </a:lnTo>
                  <a:lnTo>
                    <a:pt x="2936523" y="494676"/>
                  </a:lnTo>
                  <a:lnTo>
                    <a:pt x="3008146" y="504189"/>
                  </a:lnTo>
                  <a:lnTo>
                    <a:pt x="3079768" y="513600"/>
                  </a:lnTo>
                  <a:lnTo>
                    <a:pt x="3151391" y="522908"/>
                  </a:lnTo>
                  <a:lnTo>
                    <a:pt x="3223013" y="532115"/>
                  </a:lnTo>
                  <a:lnTo>
                    <a:pt x="3294636" y="541223"/>
                  </a:lnTo>
                  <a:lnTo>
                    <a:pt x="3366258" y="550231"/>
                  </a:lnTo>
                  <a:lnTo>
                    <a:pt x="3437881" y="559142"/>
                  </a:lnTo>
                  <a:lnTo>
                    <a:pt x="3509503" y="567956"/>
                  </a:lnTo>
                  <a:lnTo>
                    <a:pt x="3581126" y="576674"/>
                  </a:lnTo>
                  <a:lnTo>
                    <a:pt x="3652748" y="585297"/>
                  </a:lnTo>
                  <a:lnTo>
                    <a:pt x="3724371" y="593827"/>
                  </a:lnTo>
                  <a:lnTo>
                    <a:pt x="3795993" y="602264"/>
                  </a:lnTo>
                  <a:lnTo>
                    <a:pt x="3867616" y="610610"/>
                  </a:lnTo>
                  <a:lnTo>
                    <a:pt x="3939238" y="618865"/>
                  </a:lnTo>
                  <a:lnTo>
                    <a:pt x="4010861" y="627030"/>
                  </a:lnTo>
                  <a:lnTo>
                    <a:pt x="4082483" y="635107"/>
                  </a:lnTo>
                  <a:lnTo>
                    <a:pt x="4154106" y="643096"/>
                  </a:lnTo>
                  <a:lnTo>
                    <a:pt x="4225729" y="650998"/>
                  </a:lnTo>
                  <a:lnTo>
                    <a:pt x="4297351" y="658815"/>
                  </a:lnTo>
                  <a:lnTo>
                    <a:pt x="4368974" y="666547"/>
                  </a:lnTo>
                  <a:lnTo>
                    <a:pt x="4440596" y="674194"/>
                  </a:lnTo>
                  <a:lnTo>
                    <a:pt x="4512219" y="681759"/>
                  </a:lnTo>
                  <a:lnTo>
                    <a:pt x="4583841" y="689241"/>
                  </a:lnTo>
                  <a:lnTo>
                    <a:pt x="4655464" y="696643"/>
                  </a:lnTo>
                  <a:lnTo>
                    <a:pt x="4727086" y="703964"/>
                  </a:lnTo>
                  <a:lnTo>
                    <a:pt x="4798709" y="711205"/>
                  </a:lnTo>
                  <a:lnTo>
                    <a:pt x="4870331" y="718368"/>
                  </a:lnTo>
                  <a:lnTo>
                    <a:pt x="4941954" y="725453"/>
                  </a:lnTo>
                  <a:lnTo>
                    <a:pt x="5013576" y="732461"/>
                  </a:lnTo>
                  <a:lnTo>
                    <a:pt x="5085199" y="739393"/>
                  </a:lnTo>
                  <a:lnTo>
                    <a:pt x="5156821" y="746250"/>
                  </a:lnTo>
                  <a:lnTo>
                    <a:pt x="5228444" y="753032"/>
                  </a:lnTo>
                  <a:lnTo>
                    <a:pt x="5300066" y="759741"/>
                  </a:lnTo>
                  <a:lnTo>
                    <a:pt x="5371689" y="766376"/>
                  </a:lnTo>
                  <a:lnTo>
                    <a:pt x="5443311" y="772940"/>
                  </a:lnTo>
                  <a:lnTo>
                    <a:pt x="5514934" y="779433"/>
                  </a:lnTo>
                  <a:lnTo>
                    <a:pt x="5586557" y="785855"/>
                  </a:lnTo>
                  <a:lnTo>
                    <a:pt x="5658179" y="792207"/>
                  </a:lnTo>
                  <a:lnTo>
                    <a:pt x="5729802" y="798490"/>
                  </a:lnTo>
                  <a:lnTo>
                    <a:pt x="5801424" y="804705"/>
                  </a:lnTo>
                  <a:lnTo>
                    <a:pt x="5873047" y="810853"/>
                  </a:lnTo>
                  <a:lnTo>
                    <a:pt x="5944669" y="816934"/>
                  </a:lnTo>
                  <a:lnTo>
                    <a:pt x="6016292" y="822948"/>
                  </a:lnTo>
                  <a:lnTo>
                    <a:pt x="6087914" y="828898"/>
                  </a:lnTo>
                  <a:lnTo>
                    <a:pt x="6159537" y="834783"/>
                  </a:lnTo>
                  <a:lnTo>
                    <a:pt x="6231159" y="840604"/>
                  </a:lnTo>
                  <a:lnTo>
                    <a:pt x="6302782" y="846362"/>
                  </a:lnTo>
                  <a:lnTo>
                    <a:pt x="6374404" y="852057"/>
                  </a:lnTo>
                  <a:lnTo>
                    <a:pt x="6446027" y="857690"/>
                  </a:lnTo>
                  <a:lnTo>
                    <a:pt x="6517649" y="863263"/>
                  </a:lnTo>
                  <a:lnTo>
                    <a:pt x="6589272" y="868775"/>
                  </a:lnTo>
                  <a:lnTo>
                    <a:pt x="6660894" y="874227"/>
                  </a:lnTo>
                  <a:lnTo>
                    <a:pt x="6732517" y="879619"/>
                  </a:lnTo>
                  <a:lnTo>
                    <a:pt x="6804139" y="884953"/>
                  </a:lnTo>
                  <a:lnTo>
                    <a:pt x="6875762" y="890230"/>
                  </a:lnTo>
                  <a:lnTo>
                    <a:pt x="6947385" y="895449"/>
                  </a:lnTo>
                  <a:lnTo>
                    <a:pt x="7019007" y="900611"/>
                  </a:lnTo>
                  <a:lnTo>
                    <a:pt x="7090630" y="90571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468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245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674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892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1108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8260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73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9517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01700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3883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1.13 (0.89-1.44), p = 0.304  |  per IQR decline (Δ = 29.5 %): 1.45 (0.72-2.93)  |  IQR: [-15.6, 13.9]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376028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Immune-related AE &amp; Other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2026-07-22T14:13:32Z</dcterms:modified>
  <cp:category/>
</cp:coreProperties>
</file>