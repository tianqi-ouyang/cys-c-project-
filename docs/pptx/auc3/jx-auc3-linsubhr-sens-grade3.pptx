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407898"/>
            </a:xfrm>
            <a:custGeom>
              <a:avLst/>
              <a:pathLst>
                <a:path w="7090630" h="3407898">
                  <a:moveTo>
                    <a:pt x="739948" y="0"/>
                  </a:moveTo>
                  <a:lnTo>
                    <a:pt x="787847" y="99812"/>
                  </a:lnTo>
                  <a:lnTo>
                    <a:pt x="859470" y="242755"/>
                  </a:lnTo>
                  <a:lnTo>
                    <a:pt x="931092" y="379659"/>
                  </a:lnTo>
                  <a:lnTo>
                    <a:pt x="1002715" y="510781"/>
                  </a:lnTo>
                  <a:lnTo>
                    <a:pt x="1074337" y="636364"/>
                  </a:lnTo>
                  <a:lnTo>
                    <a:pt x="1145960" y="756642"/>
                  </a:lnTo>
                  <a:lnTo>
                    <a:pt x="1217582" y="871839"/>
                  </a:lnTo>
                  <a:lnTo>
                    <a:pt x="1289205" y="982171"/>
                  </a:lnTo>
                  <a:lnTo>
                    <a:pt x="1360827" y="1087841"/>
                  </a:lnTo>
                  <a:lnTo>
                    <a:pt x="1432450" y="1189048"/>
                  </a:lnTo>
                  <a:lnTo>
                    <a:pt x="1504073" y="1285980"/>
                  </a:lnTo>
                  <a:lnTo>
                    <a:pt x="1575695" y="1378817"/>
                  </a:lnTo>
                  <a:lnTo>
                    <a:pt x="1647318" y="1467733"/>
                  </a:lnTo>
                  <a:lnTo>
                    <a:pt x="1718940" y="1552893"/>
                  </a:lnTo>
                  <a:lnTo>
                    <a:pt x="1790563" y="1634455"/>
                  </a:lnTo>
                  <a:lnTo>
                    <a:pt x="1862185" y="1712572"/>
                  </a:lnTo>
                  <a:lnTo>
                    <a:pt x="1933808" y="1787389"/>
                  </a:lnTo>
                  <a:lnTo>
                    <a:pt x="2005430" y="1859046"/>
                  </a:lnTo>
                  <a:lnTo>
                    <a:pt x="2077053" y="1927676"/>
                  </a:lnTo>
                  <a:lnTo>
                    <a:pt x="2148675" y="1993407"/>
                  </a:lnTo>
                  <a:lnTo>
                    <a:pt x="2220298" y="2056361"/>
                  </a:lnTo>
                  <a:lnTo>
                    <a:pt x="2291920" y="2116657"/>
                  </a:lnTo>
                  <a:lnTo>
                    <a:pt x="2363543" y="2174405"/>
                  </a:lnTo>
                  <a:lnTo>
                    <a:pt x="2435165" y="2229713"/>
                  </a:lnTo>
                  <a:lnTo>
                    <a:pt x="2506788" y="2282686"/>
                  </a:lnTo>
                  <a:lnTo>
                    <a:pt x="2578410" y="2333421"/>
                  </a:lnTo>
                  <a:lnTo>
                    <a:pt x="2650033" y="2382012"/>
                  </a:lnTo>
                  <a:lnTo>
                    <a:pt x="2721655" y="2428551"/>
                  </a:lnTo>
                  <a:lnTo>
                    <a:pt x="2793278" y="2473124"/>
                  </a:lnTo>
                  <a:lnTo>
                    <a:pt x="2864901" y="2515815"/>
                  </a:lnTo>
                  <a:lnTo>
                    <a:pt x="2936523" y="2556702"/>
                  </a:lnTo>
                  <a:lnTo>
                    <a:pt x="3008146" y="2595862"/>
                  </a:lnTo>
                  <a:lnTo>
                    <a:pt x="3079768" y="2633367"/>
                  </a:lnTo>
                  <a:lnTo>
                    <a:pt x="3151391" y="2659223"/>
                  </a:lnTo>
                  <a:lnTo>
                    <a:pt x="3223013" y="2670786"/>
                  </a:lnTo>
                  <a:lnTo>
                    <a:pt x="3294636" y="2682186"/>
                  </a:lnTo>
                  <a:lnTo>
                    <a:pt x="3366258" y="2693427"/>
                  </a:lnTo>
                  <a:lnTo>
                    <a:pt x="3437881" y="2704510"/>
                  </a:lnTo>
                  <a:lnTo>
                    <a:pt x="3509503" y="2715438"/>
                  </a:lnTo>
                  <a:lnTo>
                    <a:pt x="3581126" y="2726212"/>
                  </a:lnTo>
                  <a:lnTo>
                    <a:pt x="3652748" y="2736835"/>
                  </a:lnTo>
                  <a:lnTo>
                    <a:pt x="3724371" y="2747310"/>
                  </a:lnTo>
                  <a:lnTo>
                    <a:pt x="3795993" y="2757637"/>
                  </a:lnTo>
                  <a:lnTo>
                    <a:pt x="3867616" y="2767820"/>
                  </a:lnTo>
                  <a:lnTo>
                    <a:pt x="3939238" y="2777859"/>
                  </a:lnTo>
                  <a:lnTo>
                    <a:pt x="4010861" y="2787758"/>
                  </a:lnTo>
                  <a:lnTo>
                    <a:pt x="4082483" y="2797519"/>
                  </a:lnTo>
                  <a:lnTo>
                    <a:pt x="4154106" y="2807142"/>
                  </a:lnTo>
                  <a:lnTo>
                    <a:pt x="4225729" y="2816630"/>
                  </a:lnTo>
                  <a:lnTo>
                    <a:pt x="4297351" y="2825985"/>
                  </a:lnTo>
                  <a:lnTo>
                    <a:pt x="4368974" y="2835210"/>
                  </a:lnTo>
                  <a:lnTo>
                    <a:pt x="4440596" y="2844304"/>
                  </a:lnTo>
                  <a:lnTo>
                    <a:pt x="4512219" y="2853271"/>
                  </a:lnTo>
                  <a:lnTo>
                    <a:pt x="4583841" y="2862113"/>
                  </a:lnTo>
                  <a:lnTo>
                    <a:pt x="4655464" y="2870830"/>
                  </a:lnTo>
                  <a:lnTo>
                    <a:pt x="4727086" y="2879426"/>
                  </a:lnTo>
                  <a:lnTo>
                    <a:pt x="4798709" y="2887900"/>
                  </a:lnTo>
                  <a:lnTo>
                    <a:pt x="4870331" y="2896256"/>
                  </a:lnTo>
                  <a:lnTo>
                    <a:pt x="4941954" y="2904495"/>
                  </a:lnTo>
                  <a:lnTo>
                    <a:pt x="5013576" y="2912618"/>
                  </a:lnTo>
                  <a:lnTo>
                    <a:pt x="5085199" y="2920627"/>
                  </a:lnTo>
                  <a:lnTo>
                    <a:pt x="5156821" y="2928524"/>
                  </a:lnTo>
                  <a:lnTo>
                    <a:pt x="5228444" y="2936310"/>
                  </a:lnTo>
                  <a:lnTo>
                    <a:pt x="5300066" y="2943987"/>
                  </a:lnTo>
                  <a:lnTo>
                    <a:pt x="5371689" y="2951556"/>
                  </a:lnTo>
                  <a:lnTo>
                    <a:pt x="5443311" y="2959020"/>
                  </a:lnTo>
                  <a:lnTo>
                    <a:pt x="5514934" y="2966378"/>
                  </a:lnTo>
                  <a:lnTo>
                    <a:pt x="5586557" y="2973633"/>
                  </a:lnTo>
                  <a:lnTo>
                    <a:pt x="5658179" y="2980787"/>
                  </a:lnTo>
                  <a:lnTo>
                    <a:pt x="5729802" y="2987840"/>
                  </a:lnTo>
                  <a:lnTo>
                    <a:pt x="5801424" y="2994794"/>
                  </a:lnTo>
                  <a:lnTo>
                    <a:pt x="5873047" y="3001651"/>
                  </a:lnTo>
                  <a:lnTo>
                    <a:pt x="5944669" y="3008412"/>
                  </a:lnTo>
                  <a:lnTo>
                    <a:pt x="6016292" y="3015078"/>
                  </a:lnTo>
                  <a:lnTo>
                    <a:pt x="6087914" y="3021650"/>
                  </a:lnTo>
                  <a:lnTo>
                    <a:pt x="6159537" y="3028130"/>
                  </a:lnTo>
                  <a:lnTo>
                    <a:pt x="6231159" y="3034520"/>
                  </a:lnTo>
                  <a:lnTo>
                    <a:pt x="6302782" y="3040819"/>
                  </a:lnTo>
                  <a:lnTo>
                    <a:pt x="6374404" y="3047031"/>
                  </a:lnTo>
                  <a:lnTo>
                    <a:pt x="6446027" y="3053155"/>
                  </a:lnTo>
                  <a:lnTo>
                    <a:pt x="6517649" y="3059193"/>
                  </a:lnTo>
                  <a:lnTo>
                    <a:pt x="6589272" y="3065147"/>
                  </a:lnTo>
                  <a:lnTo>
                    <a:pt x="6660894" y="3071017"/>
                  </a:lnTo>
                  <a:lnTo>
                    <a:pt x="6732517" y="3076805"/>
                  </a:lnTo>
                  <a:lnTo>
                    <a:pt x="6804139" y="3082512"/>
                  </a:lnTo>
                  <a:lnTo>
                    <a:pt x="6875762" y="3088139"/>
                  </a:lnTo>
                  <a:lnTo>
                    <a:pt x="6947385" y="3093686"/>
                  </a:lnTo>
                  <a:lnTo>
                    <a:pt x="7019007" y="3099156"/>
                  </a:lnTo>
                  <a:lnTo>
                    <a:pt x="7090630" y="3104550"/>
                  </a:lnTo>
                  <a:lnTo>
                    <a:pt x="7090630" y="3407898"/>
                  </a:lnTo>
                  <a:lnTo>
                    <a:pt x="7019007" y="3404553"/>
                  </a:lnTo>
                  <a:lnTo>
                    <a:pt x="6947385" y="3401060"/>
                  </a:lnTo>
                  <a:lnTo>
                    <a:pt x="6875762" y="3397413"/>
                  </a:lnTo>
                  <a:lnTo>
                    <a:pt x="6804139" y="3393605"/>
                  </a:lnTo>
                  <a:lnTo>
                    <a:pt x="6732517" y="3389630"/>
                  </a:lnTo>
                  <a:lnTo>
                    <a:pt x="6660894" y="3385479"/>
                  </a:lnTo>
                  <a:lnTo>
                    <a:pt x="6589272" y="3381145"/>
                  </a:lnTo>
                  <a:lnTo>
                    <a:pt x="6517649" y="3376620"/>
                  </a:lnTo>
                  <a:lnTo>
                    <a:pt x="6446027" y="3371895"/>
                  </a:lnTo>
                  <a:lnTo>
                    <a:pt x="6374404" y="3366962"/>
                  </a:lnTo>
                  <a:lnTo>
                    <a:pt x="6302782" y="3361811"/>
                  </a:lnTo>
                  <a:lnTo>
                    <a:pt x="6231159" y="3356433"/>
                  </a:lnTo>
                  <a:lnTo>
                    <a:pt x="6159537" y="3350818"/>
                  </a:lnTo>
                  <a:lnTo>
                    <a:pt x="6087914" y="3344955"/>
                  </a:lnTo>
                  <a:lnTo>
                    <a:pt x="6016292" y="3338834"/>
                  </a:lnTo>
                  <a:lnTo>
                    <a:pt x="5944669" y="3332442"/>
                  </a:lnTo>
                  <a:lnTo>
                    <a:pt x="5873047" y="3325769"/>
                  </a:lnTo>
                  <a:lnTo>
                    <a:pt x="5801424" y="3318801"/>
                  </a:lnTo>
                  <a:lnTo>
                    <a:pt x="5729802" y="3311527"/>
                  </a:lnTo>
                  <a:lnTo>
                    <a:pt x="5658179" y="3303931"/>
                  </a:lnTo>
                  <a:lnTo>
                    <a:pt x="5586557" y="3296000"/>
                  </a:lnTo>
                  <a:lnTo>
                    <a:pt x="5514934" y="3287720"/>
                  </a:lnTo>
                  <a:lnTo>
                    <a:pt x="5443311" y="3279074"/>
                  </a:lnTo>
                  <a:lnTo>
                    <a:pt x="5371689" y="3270047"/>
                  </a:lnTo>
                  <a:lnTo>
                    <a:pt x="5300066" y="3260622"/>
                  </a:lnTo>
                  <a:lnTo>
                    <a:pt x="5228444" y="3250781"/>
                  </a:lnTo>
                  <a:lnTo>
                    <a:pt x="5156821" y="3240506"/>
                  </a:lnTo>
                  <a:lnTo>
                    <a:pt x="5085199" y="3229778"/>
                  </a:lnTo>
                  <a:lnTo>
                    <a:pt x="5013576" y="3218577"/>
                  </a:lnTo>
                  <a:lnTo>
                    <a:pt x="4941954" y="3206882"/>
                  </a:lnTo>
                  <a:lnTo>
                    <a:pt x="4870331" y="3194671"/>
                  </a:lnTo>
                  <a:lnTo>
                    <a:pt x="4798709" y="3181921"/>
                  </a:lnTo>
                  <a:lnTo>
                    <a:pt x="4727086" y="3168609"/>
                  </a:lnTo>
                  <a:lnTo>
                    <a:pt x="4655464" y="3154710"/>
                  </a:lnTo>
                  <a:lnTo>
                    <a:pt x="4583841" y="3140198"/>
                  </a:lnTo>
                  <a:lnTo>
                    <a:pt x="4512219" y="3125046"/>
                  </a:lnTo>
                  <a:lnTo>
                    <a:pt x="4440596" y="3109226"/>
                  </a:lnTo>
                  <a:lnTo>
                    <a:pt x="4368974" y="3092708"/>
                  </a:lnTo>
                  <a:lnTo>
                    <a:pt x="4297351" y="3075461"/>
                  </a:lnTo>
                  <a:lnTo>
                    <a:pt x="4225729" y="3057454"/>
                  </a:lnTo>
                  <a:lnTo>
                    <a:pt x="4154106" y="3038652"/>
                  </a:lnTo>
                  <a:lnTo>
                    <a:pt x="4082483" y="3019021"/>
                  </a:lnTo>
                  <a:lnTo>
                    <a:pt x="4010861" y="2998525"/>
                  </a:lnTo>
                  <a:lnTo>
                    <a:pt x="3939238" y="2977124"/>
                  </a:lnTo>
                  <a:lnTo>
                    <a:pt x="3867616" y="2954780"/>
                  </a:lnTo>
                  <a:lnTo>
                    <a:pt x="3795993" y="2931450"/>
                  </a:lnTo>
                  <a:lnTo>
                    <a:pt x="3724371" y="2907091"/>
                  </a:lnTo>
                  <a:lnTo>
                    <a:pt x="3652748" y="2881658"/>
                  </a:lnTo>
                  <a:lnTo>
                    <a:pt x="3581126" y="2855103"/>
                  </a:lnTo>
                  <a:lnTo>
                    <a:pt x="3509503" y="2827377"/>
                  </a:lnTo>
                  <a:lnTo>
                    <a:pt x="3437881" y="2798428"/>
                  </a:lnTo>
                  <a:lnTo>
                    <a:pt x="3366258" y="2768202"/>
                  </a:lnTo>
                  <a:lnTo>
                    <a:pt x="3294636" y="2736643"/>
                  </a:lnTo>
                  <a:lnTo>
                    <a:pt x="3223013" y="2703693"/>
                  </a:lnTo>
                  <a:lnTo>
                    <a:pt x="3151391" y="2669289"/>
                  </a:lnTo>
                  <a:lnTo>
                    <a:pt x="3079768" y="2647496"/>
                  </a:lnTo>
                  <a:lnTo>
                    <a:pt x="3008146" y="2635602"/>
                  </a:lnTo>
                  <a:lnTo>
                    <a:pt x="2936523" y="2623539"/>
                  </a:lnTo>
                  <a:lnTo>
                    <a:pt x="2864901" y="2611304"/>
                  </a:lnTo>
                  <a:lnTo>
                    <a:pt x="2793278" y="2598896"/>
                  </a:lnTo>
                  <a:lnTo>
                    <a:pt x="2721655" y="2586311"/>
                  </a:lnTo>
                  <a:lnTo>
                    <a:pt x="2650033" y="2573546"/>
                  </a:lnTo>
                  <a:lnTo>
                    <a:pt x="2578410" y="2560601"/>
                  </a:lnTo>
                  <a:lnTo>
                    <a:pt x="2506788" y="2547471"/>
                  </a:lnTo>
                  <a:lnTo>
                    <a:pt x="2435165" y="2534154"/>
                  </a:lnTo>
                  <a:lnTo>
                    <a:pt x="2363543" y="2520648"/>
                  </a:lnTo>
                  <a:lnTo>
                    <a:pt x="2291920" y="2506950"/>
                  </a:lnTo>
                  <a:lnTo>
                    <a:pt x="2220298" y="2493057"/>
                  </a:lnTo>
                  <a:lnTo>
                    <a:pt x="2148675" y="2478967"/>
                  </a:lnTo>
                  <a:lnTo>
                    <a:pt x="2077053" y="2464676"/>
                  </a:lnTo>
                  <a:lnTo>
                    <a:pt x="2005430" y="2450182"/>
                  </a:lnTo>
                  <a:lnTo>
                    <a:pt x="1933808" y="2435481"/>
                  </a:lnTo>
                  <a:lnTo>
                    <a:pt x="1862185" y="2420572"/>
                  </a:lnTo>
                  <a:lnTo>
                    <a:pt x="1790563" y="2405451"/>
                  </a:lnTo>
                  <a:lnTo>
                    <a:pt x="1718940" y="2390114"/>
                  </a:lnTo>
                  <a:lnTo>
                    <a:pt x="1647318" y="2374559"/>
                  </a:lnTo>
                  <a:lnTo>
                    <a:pt x="1575695" y="2358784"/>
                  </a:lnTo>
                  <a:lnTo>
                    <a:pt x="1504073" y="2342783"/>
                  </a:lnTo>
                  <a:lnTo>
                    <a:pt x="1432450" y="2326555"/>
                  </a:lnTo>
                  <a:lnTo>
                    <a:pt x="1360827" y="2310097"/>
                  </a:lnTo>
                  <a:lnTo>
                    <a:pt x="1289205" y="2293404"/>
                  </a:lnTo>
                  <a:lnTo>
                    <a:pt x="1217582" y="2276474"/>
                  </a:lnTo>
                  <a:lnTo>
                    <a:pt x="1145960" y="2259303"/>
                  </a:lnTo>
                  <a:lnTo>
                    <a:pt x="1074337" y="2241888"/>
                  </a:lnTo>
                  <a:lnTo>
                    <a:pt x="1002715" y="2224225"/>
                  </a:lnTo>
                  <a:lnTo>
                    <a:pt x="931092" y="2206311"/>
                  </a:lnTo>
                  <a:lnTo>
                    <a:pt x="859470" y="2188142"/>
                  </a:lnTo>
                  <a:lnTo>
                    <a:pt x="787847" y="2169715"/>
                  </a:lnTo>
                  <a:lnTo>
                    <a:pt x="716225" y="2151025"/>
                  </a:lnTo>
                  <a:lnTo>
                    <a:pt x="644602" y="2132070"/>
                  </a:lnTo>
                  <a:lnTo>
                    <a:pt x="572980" y="2112845"/>
                  </a:lnTo>
                  <a:lnTo>
                    <a:pt x="501357" y="2093347"/>
                  </a:lnTo>
                  <a:lnTo>
                    <a:pt x="429735" y="2073572"/>
                  </a:lnTo>
                  <a:lnTo>
                    <a:pt x="358112" y="2053515"/>
                  </a:lnTo>
                  <a:lnTo>
                    <a:pt x="286490" y="2033173"/>
                  </a:lnTo>
                  <a:lnTo>
                    <a:pt x="214867" y="2012541"/>
                  </a:lnTo>
                  <a:lnTo>
                    <a:pt x="143245" y="1991616"/>
                  </a:lnTo>
                  <a:lnTo>
                    <a:pt x="71622" y="1970394"/>
                  </a:lnTo>
                  <a:lnTo>
                    <a:pt x="0" y="194887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911998" y="2073503"/>
              <a:ext cx="6350681" cy="3104550"/>
            </a:xfrm>
            <a:custGeom>
              <a:avLst/>
              <a:pathLst>
                <a:path w="6350681" h="3104550">
                  <a:moveTo>
                    <a:pt x="0" y="0"/>
                  </a:moveTo>
                  <a:lnTo>
                    <a:pt x="47899" y="99812"/>
                  </a:lnTo>
                  <a:lnTo>
                    <a:pt x="119521" y="242755"/>
                  </a:lnTo>
                  <a:lnTo>
                    <a:pt x="191144" y="379659"/>
                  </a:lnTo>
                  <a:lnTo>
                    <a:pt x="262766" y="510781"/>
                  </a:lnTo>
                  <a:lnTo>
                    <a:pt x="334389" y="636364"/>
                  </a:lnTo>
                  <a:lnTo>
                    <a:pt x="406011" y="756642"/>
                  </a:lnTo>
                  <a:lnTo>
                    <a:pt x="477634" y="871839"/>
                  </a:lnTo>
                  <a:lnTo>
                    <a:pt x="549256" y="982171"/>
                  </a:lnTo>
                  <a:lnTo>
                    <a:pt x="620879" y="1087841"/>
                  </a:lnTo>
                  <a:lnTo>
                    <a:pt x="692501" y="1189048"/>
                  </a:lnTo>
                  <a:lnTo>
                    <a:pt x="764124" y="1285980"/>
                  </a:lnTo>
                  <a:lnTo>
                    <a:pt x="835746" y="1378817"/>
                  </a:lnTo>
                  <a:lnTo>
                    <a:pt x="907369" y="1467733"/>
                  </a:lnTo>
                  <a:lnTo>
                    <a:pt x="978991" y="1552893"/>
                  </a:lnTo>
                  <a:lnTo>
                    <a:pt x="1050614" y="1634455"/>
                  </a:lnTo>
                  <a:lnTo>
                    <a:pt x="1122236" y="1712572"/>
                  </a:lnTo>
                  <a:lnTo>
                    <a:pt x="1193859" y="1787389"/>
                  </a:lnTo>
                  <a:lnTo>
                    <a:pt x="1265482" y="1859046"/>
                  </a:lnTo>
                  <a:lnTo>
                    <a:pt x="1337104" y="1927676"/>
                  </a:lnTo>
                  <a:lnTo>
                    <a:pt x="1408727" y="1993407"/>
                  </a:lnTo>
                  <a:lnTo>
                    <a:pt x="1480349" y="2056361"/>
                  </a:lnTo>
                  <a:lnTo>
                    <a:pt x="1551972" y="2116657"/>
                  </a:lnTo>
                  <a:lnTo>
                    <a:pt x="1623594" y="2174405"/>
                  </a:lnTo>
                  <a:lnTo>
                    <a:pt x="1695217" y="2229713"/>
                  </a:lnTo>
                  <a:lnTo>
                    <a:pt x="1766839" y="2282686"/>
                  </a:lnTo>
                  <a:lnTo>
                    <a:pt x="1838462" y="2333421"/>
                  </a:lnTo>
                  <a:lnTo>
                    <a:pt x="1910084" y="2382012"/>
                  </a:lnTo>
                  <a:lnTo>
                    <a:pt x="1981707" y="2428551"/>
                  </a:lnTo>
                  <a:lnTo>
                    <a:pt x="2053329" y="2473124"/>
                  </a:lnTo>
                  <a:lnTo>
                    <a:pt x="2124952" y="2515815"/>
                  </a:lnTo>
                  <a:lnTo>
                    <a:pt x="2196574" y="2556702"/>
                  </a:lnTo>
                  <a:lnTo>
                    <a:pt x="2268197" y="2595862"/>
                  </a:lnTo>
                  <a:lnTo>
                    <a:pt x="2339819" y="2633367"/>
                  </a:lnTo>
                  <a:lnTo>
                    <a:pt x="2411442" y="2659223"/>
                  </a:lnTo>
                  <a:lnTo>
                    <a:pt x="2483064" y="2670786"/>
                  </a:lnTo>
                  <a:lnTo>
                    <a:pt x="2554687" y="2682186"/>
                  </a:lnTo>
                  <a:lnTo>
                    <a:pt x="2626310" y="2693427"/>
                  </a:lnTo>
                  <a:lnTo>
                    <a:pt x="2697932" y="2704510"/>
                  </a:lnTo>
                  <a:lnTo>
                    <a:pt x="2769555" y="2715438"/>
                  </a:lnTo>
                  <a:lnTo>
                    <a:pt x="2841177" y="2726212"/>
                  </a:lnTo>
                  <a:lnTo>
                    <a:pt x="2912800" y="2736835"/>
                  </a:lnTo>
                  <a:lnTo>
                    <a:pt x="2984422" y="2747310"/>
                  </a:lnTo>
                  <a:lnTo>
                    <a:pt x="3056045" y="2757637"/>
                  </a:lnTo>
                  <a:lnTo>
                    <a:pt x="3127667" y="2767820"/>
                  </a:lnTo>
                  <a:lnTo>
                    <a:pt x="3199290" y="2777859"/>
                  </a:lnTo>
                  <a:lnTo>
                    <a:pt x="3270912" y="2787758"/>
                  </a:lnTo>
                  <a:lnTo>
                    <a:pt x="3342535" y="2797519"/>
                  </a:lnTo>
                  <a:lnTo>
                    <a:pt x="3414157" y="2807142"/>
                  </a:lnTo>
                  <a:lnTo>
                    <a:pt x="3485780" y="2816630"/>
                  </a:lnTo>
                  <a:lnTo>
                    <a:pt x="3557402" y="2825985"/>
                  </a:lnTo>
                  <a:lnTo>
                    <a:pt x="3629025" y="2835210"/>
                  </a:lnTo>
                  <a:lnTo>
                    <a:pt x="3700647" y="2844304"/>
                  </a:lnTo>
                  <a:lnTo>
                    <a:pt x="3772270" y="2853271"/>
                  </a:lnTo>
                  <a:lnTo>
                    <a:pt x="3843892" y="2862113"/>
                  </a:lnTo>
                  <a:lnTo>
                    <a:pt x="3915515" y="2870830"/>
                  </a:lnTo>
                  <a:lnTo>
                    <a:pt x="3987138" y="2879426"/>
                  </a:lnTo>
                  <a:lnTo>
                    <a:pt x="4058760" y="2887900"/>
                  </a:lnTo>
                  <a:lnTo>
                    <a:pt x="4130383" y="2896256"/>
                  </a:lnTo>
                  <a:lnTo>
                    <a:pt x="4202005" y="2904495"/>
                  </a:lnTo>
                  <a:lnTo>
                    <a:pt x="4273628" y="2912618"/>
                  </a:lnTo>
                  <a:lnTo>
                    <a:pt x="4345250" y="2920627"/>
                  </a:lnTo>
                  <a:lnTo>
                    <a:pt x="4416873" y="2928524"/>
                  </a:lnTo>
                  <a:lnTo>
                    <a:pt x="4488495" y="2936310"/>
                  </a:lnTo>
                  <a:lnTo>
                    <a:pt x="4560118" y="2943987"/>
                  </a:lnTo>
                  <a:lnTo>
                    <a:pt x="4631740" y="2951556"/>
                  </a:lnTo>
                  <a:lnTo>
                    <a:pt x="4703363" y="2959020"/>
                  </a:lnTo>
                  <a:lnTo>
                    <a:pt x="4774985" y="2966378"/>
                  </a:lnTo>
                  <a:lnTo>
                    <a:pt x="4846608" y="2973633"/>
                  </a:lnTo>
                  <a:lnTo>
                    <a:pt x="4918230" y="2980787"/>
                  </a:lnTo>
                  <a:lnTo>
                    <a:pt x="4989853" y="2987840"/>
                  </a:lnTo>
                  <a:lnTo>
                    <a:pt x="5061475" y="2994794"/>
                  </a:lnTo>
                  <a:lnTo>
                    <a:pt x="5133098" y="3001651"/>
                  </a:lnTo>
                  <a:lnTo>
                    <a:pt x="5204720" y="3008412"/>
                  </a:lnTo>
                  <a:lnTo>
                    <a:pt x="5276343" y="3015078"/>
                  </a:lnTo>
                  <a:lnTo>
                    <a:pt x="5347966" y="3021650"/>
                  </a:lnTo>
                  <a:lnTo>
                    <a:pt x="5419588" y="3028130"/>
                  </a:lnTo>
                  <a:lnTo>
                    <a:pt x="5491211" y="3034520"/>
                  </a:lnTo>
                  <a:lnTo>
                    <a:pt x="5562833" y="3040819"/>
                  </a:lnTo>
                  <a:lnTo>
                    <a:pt x="5634456" y="3047031"/>
                  </a:lnTo>
                  <a:lnTo>
                    <a:pt x="5706078" y="3053155"/>
                  </a:lnTo>
                  <a:lnTo>
                    <a:pt x="5777701" y="3059193"/>
                  </a:lnTo>
                  <a:lnTo>
                    <a:pt x="5849323" y="3065147"/>
                  </a:lnTo>
                  <a:lnTo>
                    <a:pt x="5920946" y="3071017"/>
                  </a:lnTo>
                  <a:lnTo>
                    <a:pt x="5992568" y="3076805"/>
                  </a:lnTo>
                  <a:lnTo>
                    <a:pt x="6064191" y="3082512"/>
                  </a:lnTo>
                  <a:lnTo>
                    <a:pt x="6135813" y="3088139"/>
                  </a:lnTo>
                  <a:lnTo>
                    <a:pt x="6207436" y="3093686"/>
                  </a:lnTo>
                  <a:lnTo>
                    <a:pt x="6279058" y="3099156"/>
                  </a:lnTo>
                  <a:lnTo>
                    <a:pt x="6350681" y="31045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022373"/>
              <a:ext cx="7090630" cy="1459028"/>
            </a:xfrm>
            <a:custGeom>
              <a:avLst/>
              <a:pathLst>
                <a:path w="7090630" h="1459028">
                  <a:moveTo>
                    <a:pt x="7090630" y="1459028"/>
                  </a:moveTo>
                  <a:lnTo>
                    <a:pt x="7019007" y="1455683"/>
                  </a:lnTo>
                  <a:lnTo>
                    <a:pt x="6947385" y="1452190"/>
                  </a:lnTo>
                  <a:lnTo>
                    <a:pt x="6875762" y="1448543"/>
                  </a:lnTo>
                  <a:lnTo>
                    <a:pt x="6804139" y="1444735"/>
                  </a:lnTo>
                  <a:lnTo>
                    <a:pt x="6732517" y="1440760"/>
                  </a:lnTo>
                  <a:lnTo>
                    <a:pt x="6660894" y="1436609"/>
                  </a:lnTo>
                  <a:lnTo>
                    <a:pt x="6589272" y="1432275"/>
                  </a:lnTo>
                  <a:lnTo>
                    <a:pt x="6517649" y="1427749"/>
                  </a:lnTo>
                  <a:lnTo>
                    <a:pt x="6446027" y="1423025"/>
                  </a:lnTo>
                  <a:lnTo>
                    <a:pt x="6374404" y="1418091"/>
                  </a:lnTo>
                  <a:lnTo>
                    <a:pt x="6302782" y="1412941"/>
                  </a:lnTo>
                  <a:lnTo>
                    <a:pt x="6231159" y="1407563"/>
                  </a:lnTo>
                  <a:lnTo>
                    <a:pt x="6159537" y="1401948"/>
                  </a:lnTo>
                  <a:lnTo>
                    <a:pt x="6087914" y="1396085"/>
                  </a:lnTo>
                  <a:lnTo>
                    <a:pt x="6016292" y="1389963"/>
                  </a:lnTo>
                  <a:lnTo>
                    <a:pt x="5944669" y="1383572"/>
                  </a:lnTo>
                  <a:lnTo>
                    <a:pt x="5873047" y="1376899"/>
                  </a:lnTo>
                  <a:lnTo>
                    <a:pt x="5801424" y="1369931"/>
                  </a:lnTo>
                  <a:lnTo>
                    <a:pt x="5729802" y="1362656"/>
                  </a:lnTo>
                  <a:lnTo>
                    <a:pt x="5658179" y="1355061"/>
                  </a:lnTo>
                  <a:lnTo>
                    <a:pt x="5586557" y="1347130"/>
                  </a:lnTo>
                  <a:lnTo>
                    <a:pt x="5514934" y="1338850"/>
                  </a:lnTo>
                  <a:lnTo>
                    <a:pt x="5443311" y="1330204"/>
                  </a:lnTo>
                  <a:lnTo>
                    <a:pt x="5371689" y="1321177"/>
                  </a:lnTo>
                  <a:lnTo>
                    <a:pt x="5300066" y="1311752"/>
                  </a:lnTo>
                  <a:lnTo>
                    <a:pt x="5228444" y="1301911"/>
                  </a:lnTo>
                  <a:lnTo>
                    <a:pt x="5156821" y="1291636"/>
                  </a:lnTo>
                  <a:lnTo>
                    <a:pt x="5085199" y="1280908"/>
                  </a:lnTo>
                  <a:lnTo>
                    <a:pt x="5013576" y="1269707"/>
                  </a:lnTo>
                  <a:lnTo>
                    <a:pt x="4941954" y="1258012"/>
                  </a:lnTo>
                  <a:lnTo>
                    <a:pt x="4870331" y="1245801"/>
                  </a:lnTo>
                  <a:lnTo>
                    <a:pt x="4798709" y="1233051"/>
                  </a:lnTo>
                  <a:lnTo>
                    <a:pt x="4727086" y="1219739"/>
                  </a:lnTo>
                  <a:lnTo>
                    <a:pt x="4655464" y="1205840"/>
                  </a:lnTo>
                  <a:lnTo>
                    <a:pt x="4583841" y="1191328"/>
                  </a:lnTo>
                  <a:lnTo>
                    <a:pt x="4512219" y="1176176"/>
                  </a:lnTo>
                  <a:lnTo>
                    <a:pt x="4440596" y="1160356"/>
                  </a:lnTo>
                  <a:lnTo>
                    <a:pt x="4368974" y="1143837"/>
                  </a:lnTo>
                  <a:lnTo>
                    <a:pt x="4297351" y="1126591"/>
                  </a:lnTo>
                  <a:lnTo>
                    <a:pt x="4225729" y="1108584"/>
                  </a:lnTo>
                  <a:lnTo>
                    <a:pt x="4154106" y="1089782"/>
                  </a:lnTo>
                  <a:lnTo>
                    <a:pt x="4082483" y="1070151"/>
                  </a:lnTo>
                  <a:lnTo>
                    <a:pt x="4010861" y="1049655"/>
                  </a:lnTo>
                  <a:lnTo>
                    <a:pt x="3939238" y="1028254"/>
                  </a:lnTo>
                  <a:lnTo>
                    <a:pt x="3867616" y="1005910"/>
                  </a:lnTo>
                  <a:lnTo>
                    <a:pt x="3795993" y="982580"/>
                  </a:lnTo>
                  <a:lnTo>
                    <a:pt x="3724371" y="958221"/>
                  </a:lnTo>
                  <a:lnTo>
                    <a:pt x="3652748" y="932788"/>
                  </a:lnTo>
                  <a:lnTo>
                    <a:pt x="3581126" y="906233"/>
                  </a:lnTo>
                  <a:lnTo>
                    <a:pt x="3509503" y="878507"/>
                  </a:lnTo>
                  <a:lnTo>
                    <a:pt x="3437881" y="849558"/>
                  </a:lnTo>
                  <a:lnTo>
                    <a:pt x="3366258" y="819332"/>
                  </a:lnTo>
                  <a:lnTo>
                    <a:pt x="3294636" y="787773"/>
                  </a:lnTo>
                  <a:lnTo>
                    <a:pt x="3223013" y="754823"/>
                  </a:lnTo>
                  <a:lnTo>
                    <a:pt x="3151391" y="720418"/>
                  </a:lnTo>
                  <a:lnTo>
                    <a:pt x="3079768" y="698626"/>
                  </a:lnTo>
                  <a:lnTo>
                    <a:pt x="3008146" y="686732"/>
                  </a:lnTo>
                  <a:lnTo>
                    <a:pt x="2936523" y="674669"/>
                  </a:lnTo>
                  <a:lnTo>
                    <a:pt x="2864901" y="662434"/>
                  </a:lnTo>
                  <a:lnTo>
                    <a:pt x="2793278" y="650026"/>
                  </a:lnTo>
                  <a:lnTo>
                    <a:pt x="2721655" y="637440"/>
                  </a:lnTo>
                  <a:lnTo>
                    <a:pt x="2650033" y="624676"/>
                  </a:lnTo>
                  <a:lnTo>
                    <a:pt x="2578410" y="611731"/>
                  </a:lnTo>
                  <a:lnTo>
                    <a:pt x="2506788" y="598601"/>
                  </a:lnTo>
                  <a:lnTo>
                    <a:pt x="2435165" y="585284"/>
                  </a:lnTo>
                  <a:lnTo>
                    <a:pt x="2363543" y="571778"/>
                  </a:lnTo>
                  <a:lnTo>
                    <a:pt x="2291920" y="558080"/>
                  </a:lnTo>
                  <a:lnTo>
                    <a:pt x="2220298" y="544187"/>
                  </a:lnTo>
                  <a:lnTo>
                    <a:pt x="2148675" y="530097"/>
                  </a:lnTo>
                  <a:lnTo>
                    <a:pt x="2077053" y="515806"/>
                  </a:lnTo>
                  <a:lnTo>
                    <a:pt x="2005430" y="501312"/>
                  </a:lnTo>
                  <a:lnTo>
                    <a:pt x="1933808" y="486611"/>
                  </a:lnTo>
                  <a:lnTo>
                    <a:pt x="1862185" y="471702"/>
                  </a:lnTo>
                  <a:lnTo>
                    <a:pt x="1790563" y="456580"/>
                  </a:lnTo>
                  <a:lnTo>
                    <a:pt x="1718940" y="441244"/>
                  </a:lnTo>
                  <a:lnTo>
                    <a:pt x="1647318" y="425689"/>
                  </a:lnTo>
                  <a:lnTo>
                    <a:pt x="1575695" y="409913"/>
                  </a:lnTo>
                  <a:lnTo>
                    <a:pt x="1504073" y="393913"/>
                  </a:lnTo>
                  <a:lnTo>
                    <a:pt x="1432450" y="377685"/>
                  </a:lnTo>
                  <a:lnTo>
                    <a:pt x="1360827" y="361227"/>
                  </a:lnTo>
                  <a:lnTo>
                    <a:pt x="1289205" y="344534"/>
                  </a:lnTo>
                  <a:lnTo>
                    <a:pt x="1217582" y="327604"/>
                  </a:lnTo>
                  <a:lnTo>
                    <a:pt x="1145960" y="310433"/>
                  </a:lnTo>
                  <a:lnTo>
                    <a:pt x="1074337" y="293018"/>
                  </a:lnTo>
                  <a:lnTo>
                    <a:pt x="1002715" y="275355"/>
                  </a:lnTo>
                  <a:lnTo>
                    <a:pt x="931092" y="257441"/>
                  </a:lnTo>
                  <a:lnTo>
                    <a:pt x="859470" y="239272"/>
                  </a:lnTo>
                  <a:lnTo>
                    <a:pt x="787847" y="220845"/>
                  </a:lnTo>
                  <a:lnTo>
                    <a:pt x="716225" y="202155"/>
                  </a:lnTo>
                  <a:lnTo>
                    <a:pt x="644602" y="183200"/>
                  </a:lnTo>
                  <a:lnTo>
                    <a:pt x="572980" y="163975"/>
                  </a:lnTo>
                  <a:lnTo>
                    <a:pt x="501357" y="144477"/>
                  </a:lnTo>
                  <a:lnTo>
                    <a:pt x="429735" y="124701"/>
                  </a:lnTo>
                  <a:lnTo>
                    <a:pt x="358112" y="104645"/>
                  </a:lnTo>
                  <a:lnTo>
                    <a:pt x="286490" y="84303"/>
                  </a:lnTo>
                  <a:lnTo>
                    <a:pt x="214867" y="63671"/>
                  </a:lnTo>
                  <a:lnTo>
                    <a:pt x="143245" y="42746"/>
                  </a:lnTo>
                  <a:lnTo>
                    <a:pt x="71622" y="215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667635"/>
              <a:ext cx="7090630" cy="2720022"/>
            </a:xfrm>
            <a:custGeom>
              <a:avLst/>
              <a:pathLst>
                <a:path w="7090630" h="2720022">
                  <a:moveTo>
                    <a:pt x="0" y="0"/>
                  </a:moveTo>
                  <a:lnTo>
                    <a:pt x="71622" y="81588"/>
                  </a:lnTo>
                  <a:lnTo>
                    <a:pt x="143245" y="160872"/>
                  </a:lnTo>
                  <a:lnTo>
                    <a:pt x="214867" y="237918"/>
                  </a:lnTo>
                  <a:lnTo>
                    <a:pt x="286490" y="312789"/>
                  </a:lnTo>
                  <a:lnTo>
                    <a:pt x="358112" y="385545"/>
                  </a:lnTo>
                  <a:lnTo>
                    <a:pt x="429735" y="456248"/>
                  </a:lnTo>
                  <a:lnTo>
                    <a:pt x="501357" y="524954"/>
                  </a:lnTo>
                  <a:lnTo>
                    <a:pt x="572980" y="591720"/>
                  </a:lnTo>
                  <a:lnTo>
                    <a:pt x="644602" y="656601"/>
                  </a:lnTo>
                  <a:lnTo>
                    <a:pt x="716225" y="719650"/>
                  </a:lnTo>
                  <a:lnTo>
                    <a:pt x="787847" y="780919"/>
                  </a:lnTo>
                  <a:lnTo>
                    <a:pt x="859470" y="840458"/>
                  </a:lnTo>
                  <a:lnTo>
                    <a:pt x="931092" y="898316"/>
                  </a:lnTo>
                  <a:lnTo>
                    <a:pt x="1002715" y="954540"/>
                  </a:lnTo>
                  <a:lnTo>
                    <a:pt x="1074337" y="1009177"/>
                  </a:lnTo>
                  <a:lnTo>
                    <a:pt x="1145960" y="1062271"/>
                  </a:lnTo>
                  <a:lnTo>
                    <a:pt x="1217582" y="1113866"/>
                  </a:lnTo>
                  <a:lnTo>
                    <a:pt x="1289205" y="1164004"/>
                  </a:lnTo>
                  <a:lnTo>
                    <a:pt x="1360827" y="1212726"/>
                  </a:lnTo>
                  <a:lnTo>
                    <a:pt x="1432450" y="1260073"/>
                  </a:lnTo>
                  <a:lnTo>
                    <a:pt x="1504073" y="1306083"/>
                  </a:lnTo>
                  <a:lnTo>
                    <a:pt x="1575695" y="1350794"/>
                  </a:lnTo>
                  <a:lnTo>
                    <a:pt x="1647318" y="1394243"/>
                  </a:lnTo>
                  <a:lnTo>
                    <a:pt x="1718940" y="1436465"/>
                  </a:lnTo>
                  <a:lnTo>
                    <a:pt x="1790563" y="1477494"/>
                  </a:lnTo>
                  <a:lnTo>
                    <a:pt x="1862185" y="1517365"/>
                  </a:lnTo>
                  <a:lnTo>
                    <a:pt x="1933808" y="1556111"/>
                  </a:lnTo>
                  <a:lnTo>
                    <a:pt x="2005430" y="1593762"/>
                  </a:lnTo>
                  <a:lnTo>
                    <a:pt x="2077053" y="1630351"/>
                  </a:lnTo>
                  <a:lnTo>
                    <a:pt x="2148675" y="1665906"/>
                  </a:lnTo>
                  <a:lnTo>
                    <a:pt x="2220298" y="1700457"/>
                  </a:lnTo>
                  <a:lnTo>
                    <a:pt x="2291920" y="1734033"/>
                  </a:lnTo>
                  <a:lnTo>
                    <a:pt x="2363543" y="1766661"/>
                  </a:lnTo>
                  <a:lnTo>
                    <a:pt x="2435165" y="1798367"/>
                  </a:lnTo>
                  <a:lnTo>
                    <a:pt x="2506788" y="1829179"/>
                  </a:lnTo>
                  <a:lnTo>
                    <a:pt x="2578410" y="1859120"/>
                  </a:lnTo>
                  <a:lnTo>
                    <a:pt x="2650033" y="1888216"/>
                  </a:lnTo>
                  <a:lnTo>
                    <a:pt x="2721655" y="1916491"/>
                  </a:lnTo>
                  <a:lnTo>
                    <a:pt x="2793278" y="1943967"/>
                  </a:lnTo>
                  <a:lnTo>
                    <a:pt x="2864901" y="1970667"/>
                  </a:lnTo>
                  <a:lnTo>
                    <a:pt x="2936523" y="1996613"/>
                  </a:lnTo>
                  <a:lnTo>
                    <a:pt x="3008146" y="2021827"/>
                  </a:lnTo>
                  <a:lnTo>
                    <a:pt x="3079768" y="2046329"/>
                  </a:lnTo>
                  <a:lnTo>
                    <a:pt x="3151391" y="2070139"/>
                  </a:lnTo>
                  <a:lnTo>
                    <a:pt x="3223013" y="2093277"/>
                  </a:lnTo>
                  <a:lnTo>
                    <a:pt x="3294636" y="2115762"/>
                  </a:lnTo>
                  <a:lnTo>
                    <a:pt x="3366258" y="2137612"/>
                  </a:lnTo>
                  <a:lnTo>
                    <a:pt x="3437881" y="2158844"/>
                  </a:lnTo>
                  <a:lnTo>
                    <a:pt x="3509503" y="2179478"/>
                  </a:lnTo>
                  <a:lnTo>
                    <a:pt x="3581126" y="2199528"/>
                  </a:lnTo>
                  <a:lnTo>
                    <a:pt x="3652748" y="2219013"/>
                  </a:lnTo>
                  <a:lnTo>
                    <a:pt x="3724371" y="2237947"/>
                  </a:lnTo>
                  <a:lnTo>
                    <a:pt x="3795993" y="2256347"/>
                  </a:lnTo>
                  <a:lnTo>
                    <a:pt x="3867616" y="2274227"/>
                  </a:lnTo>
                  <a:lnTo>
                    <a:pt x="3939238" y="2291603"/>
                  </a:lnTo>
                  <a:lnTo>
                    <a:pt x="4010861" y="2308488"/>
                  </a:lnTo>
                  <a:lnTo>
                    <a:pt x="4082483" y="2324896"/>
                  </a:lnTo>
                  <a:lnTo>
                    <a:pt x="4154106" y="2340840"/>
                  </a:lnTo>
                  <a:lnTo>
                    <a:pt x="4225729" y="2356335"/>
                  </a:lnTo>
                  <a:lnTo>
                    <a:pt x="4297351" y="2371392"/>
                  </a:lnTo>
                  <a:lnTo>
                    <a:pt x="4368974" y="2386024"/>
                  </a:lnTo>
                  <a:lnTo>
                    <a:pt x="4440596" y="2400243"/>
                  </a:lnTo>
                  <a:lnTo>
                    <a:pt x="4512219" y="2414060"/>
                  </a:lnTo>
                  <a:lnTo>
                    <a:pt x="4583841" y="2427488"/>
                  </a:lnTo>
                  <a:lnTo>
                    <a:pt x="4655464" y="2440536"/>
                  </a:lnTo>
                  <a:lnTo>
                    <a:pt x="4727086" y="2453216"/>
                  </a:lnTo>
                  <a:lnTo>
                    <a:pt x="4798709" y="2465537"/>
                  </a:lnTo>
                  <a:lnTo>
                    <a:pt x="4870331" y="2477511"/>
                  </a:lnTo>
                  <a:lnTo>
                    <a:pt x="4941954" y="2489147"/>
                  </a:lnTo>
                  <a:lnTo>
                    <a:pt x="5013576" y="2500454"/>
                  </a:lnTo>
                  <a:lnTo>
                    <a:pt x="5085199" y="2511442"/>
                  </a:lnTo>
                  <a:lnTo>
                    <a:pt x="5156821" y="2522120"/>
                  </a:lnTo>
                  <a:lnTo>
                    <a:pt x="5228444" y="2532496"/>
                  </a:lnTo>
                  <a:lnTo>
                    <a:pt x="5300066" y="2542579"/>
                  </a:lnTo>
                  <a:lnTo>
                    <a:pt x="5371689" y="2552378"/>
                  </a:lnTo>
                  <a:lnTo>
                    <a:pt x="5443311" y="2561899"/>
                  </a:lnTo>
                  <a:lnTo>
                    <a:pt x="5514934" y="2571152"/>
                  </a:lnTo>
                  <a:lnTo>
                    <a:pt x="5586557" y="2580144"/>
                  </a:lnTo>
                  <a:lnTo>
                    <a:pt x="5658179" y="2588882"/>
                  </a:lnTo>
                  <a:lnTo>
                    <a:pt x="5729802" y="2597373"/>
                  </a:lnTo>
                  <a:lnTo>
                    <a:pt x="5801424" y="2605625"/>
                  </a:lnTo>
                  <a:lnTo>
                    <a:pt x="5873047" y="2613643"/>
                  </a:lnTo>
                  <a:lnTo>
                    <a:pt x="5944669" y="2621435"/>
                  </a:lnTo>
                  <a:lnTo>
                    <a:pt x="6016292" y="2629007"/>
                  </a:lnTo>
                  <a:lnTo>
                    <a:pt x="6087914" y="2636365"/>
                  </a:lnTo>
                  <a:lnTo>
                    <a:pt x="6159537" y="2643516"/>
                  </a:lnTo>
                  <a:lnTo>
                    <a:pt x="6231159" y="2650464"/>
                  </a:lnTo>
                  <a:lnTo>
                    <a:pt x="6302782" y="2657217"/>
                  </a:lnTo>
                  <a:lnTo>
                    <a:pt x="6374404" y="2663779"/>
                  </a:lnTo>
                  <a:lnTo>
                    <a:pt x="6446027" y="2670155"/>
                  </a:lnTo>
                  <a:lnTo>
                    <a:pt x="6517649" y="2676352"/>
                  </a:lnTo>
                  <a:lnTo>
                    <a:pt x="6589272" y="2682373"/>
                  </a:lnTo>
                  <a:lnTo>
                    <a:pt x="6660894" y="2688224"/>
                  </a:lnTo>
                  <a:lnTo>
                    <a:pt x="6732517" y="2693911"/>
                  </a:lnTo>
                  <a:lnTo>
                    <a:pt x="6804139" y="2699436"/>
                  </a:lnTo>
                  <a:lnTo>
                    <a:pt x="6875762" y="2704806"/>
                  </a:lnTo>
                  <a:lnTo>
                    <a:pt x="6947385" y="2710024"/>
                  </a:lnTo>
                  <a:lnTo>
                    <a:pt x="7019007" y="2715095"/>
                  </a:lnTo>
                  <a:lnTo>
                    <a:pt x="7090630" y="272002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1.42 (1.19-1.69), p_Bonf = &lt;0.001 (n = 6)  |  per IQR decline (Δ = 28.1 %): 2.66 (1.62-4.36)  |  IQR: [-30.1, -2.1]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2026-07-22T14:13:38Z</dcterms:modified>
  <cp:category/>
</cp:coreProperties>
</file>