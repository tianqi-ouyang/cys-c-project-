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0501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1506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82512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3517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4522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6004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7009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6801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9019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235312" y="2143092"/>
              <a:ext cx="6964104" cy="1229830"/>
            </a:xfrm>
            <a:custGeom>
              <a:avLst/>
              <a:pathLst>
                <a:path w="6964104" h="1229830">
                  <a:moveTo>
                    <a:pt x="726745" y="0"/>
                  </a:moveTo>
                  <a:lnTo>
                    <a:pt x="773789" y="36019"/>
                  </a:lnTo>
                  <a:lnTo>
                    <a:pt x="844133" y="87604"/>
                  </a:lnTo>
                  <a:lnTo>
                    <a:pt x="914478" y="137010"/>
                  </a:lnTo>
                  <a:lnTo>
                    <a:pt x="984822" y="184329"/>
                  </a:lnTo>
                  <a:lnTo>
                    <a:pt x="1055167" y="229648"/>
                  </a:lnTo>
                  <a:lnTo>
                    <a:pt x="1125511" y="273054"/>
                  </a:lnTo>
                  <a:lnTo>
                    <a:pt x="1195856" y="314626"/>
                  </a:lnTo>
                  <a:lnTo>
                    <a:pt x="1266200" y="354442"/>
                  </a:lnTo>
                  <a:lnTo>
                    <a:pt x="1336545" y="392576"/>
                  </a:lnTo>
                  <a:lnTo>
                    <a:pt x="1406889" y="429099"/>
                  </a:lnTo>
                  <a:lnTo>
                    <a:pt x="1477234" y="464080"/>
                  </a:lnTo>
                  <a:lnTo>
                    <a:pt x="1547578" y="497582"/>
                  </a:lnTo>
                  <a:lnTo>
                    <a:pt x="1617923" y="529670"/>
                  </a:lnTo>
                  <a:lnTo>
                    <a:pt x="1688267" y="560402"/>
                  </a:lnTo>
                  <a:lnTo>
                    <a:pt x="1758612" y="589836"/>
                  </a:lnTo>
                  <a:lnTo>
                    <a:pt x="1828956" y="618027"/>
                  </a:lnTo>
                  <a:lnTo>
                    <a:pt x="1899301" y="645026"/>
                  </a:lnTo>
                  <a:lnTo>
                    <a:pt x="1969645" y="670886"/>
                  </a:lnTo>
                  <a:lnTo>
                    <a:pt x="2039990" y="695653"/>
                  </a:lnTo>
                  <a:lnTo>
                    <a:pt x="2110334" y="719373"/>
                  </a:lnTo>
                  <a:lnTo>
                    <a:pt x="2180679" y="742092"/>
                  </a:lnTo>
                  <a:lnTo>
                    <a:pt x="2251023" y="763851"/>
                  </a:lnTo>
                  <a:lnTo>
                    <a:pt x="2321368" y="784691"/>
                  </a:lnTo>
                  <a:lnTo>
                    <a:pt x="2391712" y="804651"/>
                  </a:lnTo>
                  <a:lnTo>
                    <a:pt x="2462057" y="823767"/>
                  </a:lnTo>
                  <a:lnTo>
                    <a:pt x="2532401" y="842076"/>
                  </a:lnTo>
                  <a:lnTo>
                    <a:pt x="2602746" y="859612"/>
                  </a:lnTo>
                  <a:lnTo>
                    <a:pt x="2673090" y="876407"/>
                  </a:lnTo>
                  <a:lnTo>
                    <a:pt x="2743435" y="892492"/>
                  </a:lnTo>
                  <a:lnTo>
                    <a:pt x="2813779" y="907898"/>
                  </a:lnTo>
                  <a:lnTo>
                    <a:pt x="2884124" y="922653"/>
                  </a:lnTo>
                  <a:lnTo>
                    <a:pt x="2954468" y="936785"/>
                  </a:lnTo>
                  <a:lnTo>
                    <a:pt x="3024813" y="950320"/>
                  </a:lnTo>
                  <a:lnTo>
                    <a:pt x="3095157" y="959651"/>
                  </a:lnTo>
                  <a:lnTo>
                    <a:pt x="3165502" y="963823"/>
                  </a:lnTo>
                  <a:lnTo>
                    <a:pt x="3235846" y="967938"/>
                  </a:lnTo>
                  <a:lnTo>
                    <a:pt x="3306191" y="971994"/>
                  </a:lnTo>
                  <a:lnTo>
                    <a:pt x="3376535" y="975994"/>
                  </a:lnTo>
                  <a:lnTo>
                    <a:pt x="3446880" y="979937"/>
                  </a:lnTo>
                  <a:lnTo>
                    <a:pt x="3517224" y="983825"/>
                  </a:lnTo>
                  <a:lnTo>
                    <a:pt x="3587569" y="987659"/>
                  </a:lnTo>
                  <a:lnTo>
                    <a:pt x="3657913" y="991439"/>
                  </a:lnTo>
                  <a:lnTo>
                    <a:pt x="3728257" y="995166"/>
                  </a:lnTo>
                  <a:lnTo>
                    <a:pt x="3798602" y="998841"/>
                  </a:lnTo>
                  <a:lnTo>
                    <a:pt x="3868946" y="1002464"/>
                  </a:lnTo>
                  <a:lnTo>
                    <a:pt x="3939291" y="1006036"/>
                  </a:lnTo>
                  <a:lnTo>
                    <a:pt x="4009635" y="1009558"/>
                  </a:lnTo>
                  <a:lnTo>
                    <a:pt x="4079980" y="1013031"/>
                  </a:lnTo>
                  <a:lnTo>
                    <a:pt x="4150324" y="1016455"/>
                  </a:lnTo>
                  <a:lnTo>
                    <a:pt x="4220669" y="1019831"/>
                  </a:lnTo>
                  <a:lnTo>
                    <a:pt x="4291013" y="1023160"/>
                  </a:lnTo>
                  <a:lnTo>
                    <a:pt x="4361358" y="1026442"/>
                  </a:lnTo>
                  <a:lnTo>
                    <a:pt x="4431702" y="1029678"/>
                  </a:lnTo>
                  <a:lnTo>
                    <a:pt x="4502047" y="1032869"/>
                  </a:lnTo>
                  <a:lnTo>
                    <a:pt x="4572391" y="1036015"/>
                  </a:lnTo>
                  <a:lnTo>
                    <a:pt x="4642736" y="1039117"/>
                  </a:lnTo>
                  <a:lnTo>
                    <a:pt x="4713080" y="1042175"/>
                  </a:lnTo>
                  <a:lnTo>
                    <a:pt x="4783425" y="1045190"/>
                  </a:lnTo>
                  <a:lnTo>
                    <a:pt x="4853769" y="1048164"/>
                  </a:lnTo>
                  <a:lnTo>
                    <a:pt x="4924114" y="1051095"/>
                  </a:lnTo>
                  <a:lnTo>
                    <a:pt x="4994458" y="1053985"/>
                  </a:lnTo>
                  <a:lnTo>
                    <a:pt x="5064803" y="1056835"/>
                  </a:lnTo>
                  <a:lnTo>
                    <a:pt x="5135147" y="1059645"/>
                  </a:lnTo>
                  <a:lnTo>
                    <a:pt x="5205492" y="1062415"/>
                  </a:lnTo>
                  <a:lnTo>
                    <a:pt x="5275836" y="1065147"/>
                  </a:lnTo>
                  <a:lnTo>
                    <a:pt x="5346181" y="1067840"/>
                  </a:lnTo>
                  <a:lnTo>
                    <a:pt x="5416525" y="1070496"/>
                  </a:lnTo>
                  <a:lnTo>
                    <a:pt x="5486870" y="1073114"/>
                  </a:lnTo>
                  <a:lnTo>
                    <a:pt x="5557214" y="1075696"/>
                  </a:lnTo>
                  <a:lnTo>
                    <a:pt x="5627559" y="1078241"/>
                  </a:lnTo>
                  <a:lnTo>
                    <a:pt x="5697903" y="1080751"/>
                  </a:lnTo>
                  <a:lnTo>
                    <a:pt x="5768248" y="1083225"/>
                  </a:lnTo>
                  <a:lnTo>
                    <a:pt x="5838592" y="1085665"/>
                  </a:lnTo>
                  <a:lnTo>
                    <a:pt x="5908937" y="1088070"/>
                  </a:lnTo>
                  <a:lnTo>
                    <a:pt x="5979281" y="1090442"/>
                  </a:lnTo>
                  <a:lnTo>
                    <a:pt x="6049626" y="1092781"/>
                  </a:lnTo>
                  <a:lnTo>
                    <a:pt x="6119970" y="1095086"/>
                  </a:lnTo>
                  <a:lnTo>
                    <a:pt x="6190315" y="1097360"/>
                  </a:lnTo>
                  <a:lnTo>
                    <a:pt x="6260659" y="1099601"/>
                  </a:lnTo>
                  <a:lnTo>
                    <a:pt x="6331004" y="1101811"/>
                  </a:lnTo>
                  <a:lnTo>
                    <a:pt x="6401348" y="1103991"/>
                  </a:lnTo>
                  <a:lnTo>
                    <a:pt x="6471693" y="1106139"/>
                  </a:lnTo>
                  <a:lnTo>
                    <a:pt x="6542037" y="1108258"/>
                  </a:lnTo>
                  <a:lnTo>
                    <a:pt x="6612382" y="1110346"/>
                  </a:lnTo>
                  <a:lnTo>
                    <a:pt x="6682726" y="1112406"/>
                  </a:lnTo>
                  <a:lnTo>
                    <a:pt x="6753071" y="1114436"/>
                  </a:lnTo>
                  <a:lnTo>
                    <a:pt x="6823415" y="1116438"/>
                  </a:lnTo>
                  <a:lnTo>
                    <a:pt x="6893760" y="1118412"/>
                  </a:lnTo>
                  <a:lnTo>
                    <a:pt x="6964104" y="1120359"/>
                  </a:lnTo>
                  <a:lnTo>
                    <a:pt x="6964104" y="1229830"/>
                  </a:lnTo>
                  <a:lnTo>
                    <a:pt x="6893760" y="1228623"/>
                  </a:lnTo>
                  <a:lnTo>
                    <a:pt x="6823415" y="1227362"/>
                  </a:lnTo>
                  <a:lnTo>
                    <a:pt x="6753071" y="1226046"/>
                  </a:lnTo>
                  <a:lnTo>
                    <a:pt x="6682726" y="1224672"/>
                  </a:lnTo>
                  <a:lnTo>
                    <a:pt x="6612382" y="1223237"/>
                  </a:lnTo>
                  <a:lnTo>
                    <a:pt x="6542037" y="1221739"/>
                  </a:lnTo>
                  <a:lnTo>
                    <a:pt x="6471693" y="1220175"/>
                  </a:lnTo>
                  <a:lnTo>
                    <a:pt x="6401348" y="1218542"/>
                  </a:lnTo>
                  <a:lnTo>
                    <a:pt x="6331004" y="1216837"/>
                  </a:lnTo>
                  <a:lnTo>
                    <a:pt x="6260659" y="1215057"/>
                  </a:lnTo>
                  <a:lnTo>
                    <a:pt x="6190315" y="1213198"/>
                  </a:lnTo>
                  <a:lnTo>
                    <a:pt x="6119970" y="1211257"/>
                  </a:lnTo>
                  <a:lnTo>
                    <a:pt x="6049626" y="1209231"/>
                  </a:lnTo>
                  <a:lnTo>
                    <a:pt x="5979281" y="1207115"/>
                  </a:lnTo>
                  <a:lnTo>
                    <a:pt x="5908937" y="1204906"/>
                  </a:lnTo>
                  <a:lnTo>
                    <a:pt x="5838592" y="1202600"/>
                  </a:lnTo>
                  <a:lnTo>
                    <a:pt x="5768248" y="1200191"/>
                  </a:lnTo>
                  <a:lnTo>
                    <a:pt x="5697903" y="1197677"/>
                  </a:lnTo>
                  <a:lnTo>
                    <a:pt x="5627559" y="1195052"/>
                  </a:lnTo>
                  <a:lnTo>
                    <a:pt x="5557214" y="1192311"/>
                  </a:lnTo>
                  <a:lnTo>
                    <a:pt x="5486870" y="1189449"/>
                  </a:lnTo>
                  <a:lnTo>
                    <a:pt x="5416525" y="1186460"/>
                  </a:lnTo>
                  <a:lnTo>
                    <a:pt x="5346181" y="1183340"/>
                  </a:lnTo>
                  <a:lnTo>
                    <a:pt x="5275836" y="1180083"/>
                  </a:lnTo>
                  <a:lnTo>
                    <a:pt x="5205492" y="1176681"/>
                  </a:lnTo>
                  <a:lnTo>
                    <a:pt x="5135147" y="1173130"/>
                  </a:lnTo>
                  <a:lnTo>
                    <a:pt x="5064803" y="1169422"/>
                  </a:lnTo>
                  <a:lnTo>
                    <a:pt x="4994458" y="1165551"/>
                  </a:lnTo>
                  <a:lnTo>
                    <a:pt x="4924114" y="1161508"/>
                  </a:lnTo>
                  <a:lnTo>
                    <a:pt x="4853769" y="1157288"/>
                  </a:lnTo>
                  <a:lnTo>
                    <a:pt x="4783425" y="1152881"/>
                  </a:lnTo>
                  <a:lnTo>
                    <a:pt x="4713080" y="1148280"/>
                  </a:lnTo>
                  <a:lnTo>
                    <a:pt x="4642736" y="1143476"/>
                  </a:lnTo>
                  <a:lnTo>
                    <a:pt x="4572391" y="1138460"/>
                  </a:lnTo>
                  <a:lnTo>
                    <a:pt x="4502047" y="1133223"/>
                  </a:lnTo>
                  <a:lnTo>
                    <a:pt x="4431702" y="1127755"/>
                  </a:lnTo>
                  <a:lnTo>
                    <a:pt x="4361358" y="1122046"/>
                  </a:lnTo>
                  <a:lnTo>
                    <a:pt x="4291013" y="1116085"/>
                  </a:lnTo>
                  <a:lnTo>
                    <a:pt x="4220669" y="1109861"/>
                  </a:lnTo>
                  <a:lnTo>
                    <a:pt x="4150324" y="1103363"/>
                  </a:lnTo>
                  <a:lnTo>
                    <a:pt x="4079980" y="1096578"/>
                  </a:lnTo>
                  <a:lnTo>
                    <a:pt x="4009635" y="1089493"/>
                  </a:lnTo>
                  <a:lnTo>
                    <a:pt x="3939291" y="1082097"/>
                  </a:lnTo>
                  <a:lnTo>
                    <a:pt x="3868946" y="1074374"/>
                  </a:lnTo>
                  <a:lnTo>
                    <a:pt x="3798602" y="1066310"/>
                  </a:lnTo>
                  <a:lnTo>
                    <a:pt x="3728257" y="1057891"/>
                  </a:lnTo>
                  <a:lnTo>
                    <a:pt x="3657913" y="1049101"/>
                  </a:lnTo>
                  <a:lnTo>
                    <a:pt x="3587569" y="1039922"/>
                  </a:lnTo>
                  <a:lnTo>
                    <a:pt x="3517224" y="1030339"/>
                  </a:lnTo>
                  <a:lnTo>
                    <a:pt x="3446880" y="1020334"/>
                  </a:lnTo>
                  <a:lnTo>
                    <a:pt x="3376535" y="1009887"/>
                  </a:lnTo>
                  <a:lnTo>
                    <a:pt x="3306191" y="998979"/>
                  </a:lnTo>
                  <a:lnTo>
                    <a:pt x="3235846" y="987590"/>
                  </a:lnTo>
                  <a:lnTo>
                    <a:pt x="3165502" y="975699"/>
                  </a:lnTo>
                  <a:lnTo>
                    <a:pt x="3095157" y="963283"/>
                  </a:lnTo>
                  <a:lnTo>
                    <a:pt x="3024813" y="955419"/>
                  </a:lnTo>
                  <a:lnTo>
                    <a:pt x="2954468" y="951127"/>
                  </a:lnTo>
                  <a:lnTo>
                    <a:pt x="2884124" y="946773"/>
                  </a:lnTo>
                  <a:lnTo>
                    <a:pt x="2813779" y="942358"/>
                  </a:lnTo>
                  <a:lnTo>
                    <a:pt x="2743435" y="937880"/>
                  </a:lnTo>
                  <a:lnTo>
                    <a:pt x="2673090" y="933338"/>
                  </a:lnTo>
                  <a:lnTo>
                    <a:pt x="2602746" y="928732"/>
                  </a:lnTo>
                  <a:lnTo>
                    <a:pt x="2532401" y="924060"/>
                  </a:lnTo>
                  <a:lnTo>
                    <a:pt x="2462057" y="919322"/>
                  </a:lnTo>
                  <a:lnTo>
                    <a:pt x="2391712" y="914516"/>
                  </a:lnTo>
                  <a:lnTo>
                    <a:pt x="2321368" y="909642"/>
                  </a:lnTo>
                  <a:lnTo>
                    <a:pt x="2251023" y="904699"/>
                  </a:lnTo>
                  <a:lnTo>
                    <a:pt x="2180679" y="899685"/>
                  </a:lnTo>
                  <a:lnTo>
                    <a:pt x="2110334" y="894600"/>
                  </a:lnTo>
                  <a:lnTo>
                    <a:pt x="2039990" y="889443"/>
                  </a:lnTo>
                  <a:lnTo>
                    <a:pt x="1969645" y="884213"/>
                  </a:lnTo>
                  <a:lnTo>
                    <a:pt x="1899301" y="878908"/>
                  </a:lnTo>
                  <a:lnTo>
                    <a:pt x="1828956" y="873527"/>
                  </a:lnTo>
                  <a:lnTo>
                    <a:pt x="1758612" y="868070"/>
                  </a:lnTo>
                  <a:lnTo>
                    <a:pt x="1688267" y="862536"/>
                  </a:lnTo>
                  <a:lnTo>
                    <a:pt x="1617923" y="856922"/>
                  </a:lnTo>
                  <a:lnTo>
                    <a:pt x="1547578" y="851229"/>
                  </a:lnTo>
                  <a:lnTo>
                    <a:pt x="1477234" y="845455"/>
                  </a:lnTo>
                  <a:lnTo>
                    <a:pt x="1406889" y="839599"/>
                  </a:lnTo>
                  <a:lnTo>
                    <a:pt x="1336545" y="833659"/>
                  </a:lnTo>
                  <a:lnTo>
                    <a:pt x="1266200" y="827635"/>
                  </a:lnTo>
                  <a:lnTo>
                    <a:pt x="1195856" y="821526"/>
                  </a:lnTo>
                  <a:lnTo>
                    <a:pt x="1125511" y="815329"/>
                  </a:lnTo>
                  <a:lnTo>
                    <a:pt x="1055167" y="809044"/>
                  </a:lnTo>
                  <a:lnTo>
                    <a:pt x="984822" y="802670"/>
                  </a:lnTo>
                  <a:lnTo>
                    <a:pt x="914478" y="796205"/>
                  </a:lnTo>
                  <a:lnTo>
                    <a:pt x="844133" y="789649"/>
                  </a:lnTo>
                  <a:lnTo>
                    <a:pt x="773789" y="782999"/>
                  </a:lnTo>
                  <a:lnTo>
                    <a:pt x="703444" y="776254"/>
                  </a:lnTo>
                  <a:lnTo>
                    <a:pt x="633100" y="769414"/>
                  </a:lnTo>
                  <a:lnTo>
                    <a:pt x="562755" y="762476"/>
                  </a:lnTo>
                  <a:lnTo>
                    <a:pt x="492411" y="755439"/>
                  </a:lnTo>
                  <a:lnTo>
                    <a:pt x="422066" y="748303"/>
                  </a:lnTo>
                  <a:lnTo>
                    <a:pt x="351722" y="741065"/>
                  </a:lnTo>
                  <a:lnTo>
                    <a:pt x="281377" y="733724"/>
                  </a:lnTo>
                  <a:lnTo>
                    <a:pt x="211033" y="726278"/>
                  </a:lnTo>
                  <a:lnTo>
                    <a:pt x="140688" y="718727"/>
                  </a:lnTo>
                  <a:lnTo>
                    <a:pt x="70344" y="711069"/>
                  </a:lnTo>
                  <a:lnTo>
                    <a:pt x="0" y="70330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62057" y="2143092"/>
              <a:ext cx="6237359" cy="1120359"/>
            </a:xfrm>
            <a:custGeom>
              <a:avLst/>
              <a:pathLst>
                <a:path w="6237359" h="1120359">
                  <a:moveTo>
                    <a:pt x="0" y="0"/>
                  </a:moveTo>
                  <a:lnTo>
                    <a:pt x="47044" y="36019"/>
                  </a:lnTo>
                  <a:lnTo>
                    <a:pt x="117388" y="87604"/>
                  </a:lnTo>
                  <a:lnTo>
                    <a:pt x="187733" y="137010"/>
                  </a:lnTo>
                  <a:lnTo>
                    <a:pt x="258077" y="184329"/>
                  </a:lnTo>
                  <a:lnTo>
                    <a:pt x="328422" y="229648"/>
                  </a:lnTo>
                  <a:lnTo>
                    <a:pt x="398766" y="273054"/>
                  </a:lnTo>
                  <a:lnTo>
                    <a:pt x="469111" y="314626"/>
                  </a:lnTo>
                  <a:lnTo>
                    <a:pt x="539455" y="354442"/>
                  </a:lnTo>
                  <a:lnTo>
                    <a:pt x="609800" y="392576"/>
                  </a:lnTo>
                  <a:lnTo>
                    <a:pt x="680144" y="429099"/>
                  </a:lnTo>
                  <a:lnTo>
                    <a:pt x="750489" y="464080"/>
                  </a:lnTo>
                  <a:lnTo>
                    <a:pt x="820833" y="497582"/>
                  </a:lnTo>
                  <a:lnTo>
                    <a:pt x="891178" y="529670"/>
                  </a:lnTo>
                  <a:lnTo>
                    <a:pt x="961522" y="560402"/>
                  </a:lnTo>
                  <a:lnTo>
                    <a:pt x="1031867" y="589836"/>
                  </a:lnTo>
                  <a:lnTo>
                    <a:pt x="1102211" y="618027"/>
                  </a:lnTo>
                  <a:lnTo>
                    <a:pt x="1172556" y="645026"/>
                  </a:lnTo>
                  <a:lnTo>
                    <a:pt x="1242900" y="670886"/>
                  </a:lnTo>
                  <a:lnTo>
                    <a:pt x="1313245" y="695653"/>
                  </a:lnTo>
                  <a:lnTo>
                    <a:pt x="1383589" y="719373"/>
                  </a:lnTo>
                  <a:lnTo>
                    <a:pt x="1453934" y="742092"/>
                  </a:lnTo>
                  <a:lnTo>
                    <a:pt x="1524278" y="763851"/>
                  </a:lnTo>
                  <a:lnTo>
                    <a:pt x="1594623" y="784691"/>
                  </a:lnTo>
                  <a:lnTo>
                    <a:pt x="1664967" y="804651"/>
                  </a:lnTo>
                  <a:lnTo>
                    <a:pt x="1735312" y="823767"/>
                  </a:lnTo>
                  <a:lnTo>
                    <a:pt x="1805656" y="842076"/>
                  </a:lnTo>
                  <a:lnTo>
                    <a:pt x="1876001" y="859612"/>
                  </a:lnTo>
                  <a:lnTo>
                    <a:pt x="1946345" y="876407"/>
                  </a:lnTo>
                  <a:lnTo>
                    <a:pt x="2016690" y="892492"/>
                  </a:lnTo>
                  <a:lnTo>
                    <a:pt x="2087034" y="907898"/>
                  </a:lnTo>
                  <a:lnTo>
                    <a:pt x="2157379" y="922653"/>
                  </a:lnTo>
                  <a:lnTo>
                    <a:pt x="2227723" y="936785"/>
                  </a:lnTo>
                  <a:lnTo>
                    <a:pt x="2298068" y="950320"/>
                  </a:lnTo>
                  <a:lnTo>
                    <a:pt x="2368412" y="959651"/>
                  </a:lnTo>
                  <a:lnTo>
                    <a:pt x="2438757" y="963823"/>
                  </a:lnTo>
                  <a:lnTo>
                    <a:pt x="2509101" y="967938"/>
                  </a:lnTo>
                  <a:lnTo>
                    <a:pt x="2579446" y="971994"/>
                  </a:lnTo>
                  <a:lnTo>
                    <a:pt x="2649790" y="975994"/>
                  </a:lnTo>
                  <a:lnTo>
                    <a:pt x="2720134" y="979937"/>
                  </a:lnTo>
                  <a:lnTo>
                    <a:pt x="2790479" y="983825"/>
                  </a:lnTo>
                  <a:lnTo>
                    <a:pt x="2860823" y="987659"/>
                  </a:lnTo>
                  <a:lnTo>
                    <a:pt x="2931168" y="991439"/>
                  </a:lnTo>
                  <a:lnTo>
                    <a:pt x="3001512" y="995166"/>
                  </a:lnTo>
                  <a:lnTo>
                    <a:pt x="3071857" y="998841"/>
                  </a:lnTo>
                  <a:lnTo>
                    <a:pt x="3142201" y="1002464"/>
                  </a:lnTo>
                  <a:lnTo>
                    <a:pt x="3212546" y="1006036"/>
                  </a:lnTo>
                  <a:lnTo>
                    <a:pt x="3282890" y="1009558"/>
                  </a:lnTo>
                  <a:lnTo>
                    <a:pt x="3353235" y="1013031"/>
                  </a:lnTo>
                  <a:lnTo>
                    <a:pt x="3423579" y="1016455"/>
                  </a:lnTo>
                  <a:lnTo>
                    <a:pt x="3493924" y="1019831"/>
                  </a:lnTo>
                  <a:lnTo>
                    <a:pt x="3564268" y="1023160"/>
                  </a:lnTo>
                  <a:lnTo>
                    <a:pt x="3634613" y="1026442"/>
                  </a:lnTo>
                  <a:lnTo>
                    <a:pt x="3704957" y="1029678"/>
                  </a:lnTo>
                  <a:lnTo>
                    <a:pt x="3775302" y="1032869"/>
                  </a:lnTo>
                  <a:lnTo>
                    <a:pt x="3845646" y="1036015"/>
                  </a:lnTo>
                  <a:lnTo>
                    <a:pt x="3915991" y="1039117"/>
                  </a:lnTo>
                  <a:lnTo>
                    <a:pt x="3986335" y="1042175"/>
                  </a:lnTo>
                  <a:lnTo>
                    <a:pt x="4056680" y="1045190"/>
                  </a:lnTo>
                  <a:lnTo>
                    <a:pt x="4127024" y="1048164"/>
                  </a:lnTo>
                  <a:lnTo>
                    <a:pt x="4197369" y="1051095"/>
                  </a:lnTo>
                  <a:lnTo>
                    <a:pt x="4267713" y="1053985"/>
                  </a:lnTo>
                  <a:lnTo>
                    <a:pt x="4338058" y="1056835"/>
                  </a:lnTo>
                  <a:lnTo>
                    <a:pt x="4408402" y="1059645"/>
                  </a:lnTo>
                  <a:lnTo>
                    <a:pt x="4478747" y="1062415"/>
                  </a:lnTo>
                  <a:lnTo>
                    <a:pt x="4549091" y="1065147"/>
                  </a:lnTo>
                  <a:lnTo>
                    <a:pt x="4619436" y="1067840"/>
                  </a:lnTo>
                  <a:lnTo>
                    <a:pt x="4689780" y="1070496"/>
                  </a:lnTo>
                  <a:lnTo>
                    <a:pt x="4760125" y="1073114"/>
                  </a:lnTo>
                  <a:lnTo>
                    <a:pt x="4830469" y="1075696"/>
                  </a:lnTo>
                  <a:lnTo>
                    <a:pt x="4900814" y="1078241"/>
                  </a:lnTo>
                  <a:lnTo>
                    <a:pt x="4971158" y="1080751"/>
                  </a:lnTo>
                  <a:lnTo>
                    <a:pt x="5041503" y="1083225"/>
                  </a:lnTo>
                  <a:lnTo>
                    <a:pt x="5111847" y="1085665"/>
                  </a:lnTo>
                  <a:lnTo>
                    <a:pt x="5182192" y="1088070"/>
                  </a:lnTo>
                  <a:lnTo>
                    <a:pt x="5252536" y="1090442"/>
                  </a:lnTo>
                  <a:lnTo>
                    <a:pt x="5322881" y="1092781"/>
                  </a:lnTo>
                  <a:lnTo>
                    <a:pt x="5393225" y="1095086"/>
                  </a:lnTo>
                  <a:lnTo>
                    <a:pt x="5463570" y="1097360"/>
                  </a:lnTo>
                  <a:lnTo>
                    <a:pt x="5533914" y="1099601"/>
                  </a:lnTo>
                  <a:lnTo>
                    <a:pt x="5604259" y="1101811"/>
                  </a:lnTo>
                  <a:lnTo>
                    <a:pt x="5674603" y="1103991"/>
                  </a:lnTo>
                  <a:lnTo>
                    <a:pt x="5744948" y="1106139"/>
                  </a:lnTo>
                  <a:lnTo>
                    <a:pt x="5815292" y="1108258"/>
                  </a:lnTo>
                  <a:lnTo>
                    <a:pt x="5885637" y="1110346"/>
                  </a:lnTo>
                  <a:lnTo>
                    <a:pt x="5955981" y="1112406"/>
                  </a:lnTo>
                  <a:lnTo>
                    <a:pt x="6026326" y="1114436"/>
                  </a:lnTo>
                  <a:lnTo>
                    <a:pt x="6096670" y="1116438"/>
                  </a:lnTo>
                  <a:lnTo>
                    <a:pt x="6167015" y="1118412"/>
                  </a:lnTo>
                  <a:lnTo>
                    <a:pt x="6237359" y="11203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5312" y="2846393"/>
              <a:ext cx="6964104" cy="526529"/>
            </a:xfrm>
            <a:custGeom>
              <a:avLst/>
              <a:pathLst>
                <a:path w="6964104" h="526529">
                  <a:moveTo>
                    <a:pt x="6964104" y="526529"/>
                  </a:moveTo>
                  <a:lnTo>
                    <a:pt x="6893760" y="525321"/>
                  </a:lnTo>
                  <a:lnTo>
                    <a:pt x="6823415" y="524061"/>
                  </a:lnTo>
                  <a:lnTo>
                    <a:pt x="6753071" y="522745"/>
                  </a:lnTo>
                  <a:lnTo>
                    <a:pt x="6682726" y="521371"/>
                  </a:lnTo>
                  <a:lnTo>
                    <a:pt x="6612382" y="519936"/>
                  </a:lnTo>
                  <a:lnTo>
                    <a:pt x="6542037" y="518438"/>
                  </a:lnTo>
                  <a:lnTo>
                    <a:pt x="6471693" y="516874"/>
                  </a:lnTo>
                  <a:lnTo>
                    <a:pt x="6401348" y="515241"/>
                  </a:lnTo>
                  <a:lnTo>
                    <a:pt x="6331004" y="513536"/>
                  </a:lnTo>
                  <a:lnTo>
                    <a:pt x="6260659" y="511755"/>
                  </a:lnTo>
                  <a:lnTo>
                    <a:pt x="6190315" y="509897"/>
                  </a:lnTo>
                  <a:lnTo>
                    <a:pt x="6119970" y="507956"/>
                  </a:lnTo>
                  <a:lnTo>
                    <a:pt x="6049626" y="505930"/>
                  </a:lnTo>
                  <a:lnTo>
                    <a:pt x="5979281" y="503814"/>
                  </a:lnTo>
                  <a:lnTo>
                    <a:pt x="5908937" y="501605"/>
                  </a:lnTo>
                  <a:lnTo>
                    <a:pt x="5838592" y="499298"/>
                  </a:lnTo>
                  <a:lnTo>
                    <a:pt x="5768248" y="496890"/>
                  </a:lnTo>
                  <a:lnTo>
                    <a:pt x="5697903" y="494376"/>
                  </a:lnTo>
                  <a:lnTo>
                    <a:pt x="5627559" y="491750"/>
                  </a:lnTo>
                  <a:lnTo>
                    <a:pt x="5557214" y="489009"/>
                  </a:lnTo>
                  <a:lnTo>
                    <a:pt x="5486870" y="486147"/>
                  </a:lnTo>
                  <a:lnTo>
                    <a:pt x="5416525" y="483159"/>
                  </a:lnTo>
                  <a:lnTo>
                    <a:pt x="5346181" y="480039"/>
                  </a:lnTo>
                  <a:lnTo>
                    <a:pt x="5275836" y="476781"/>
                  </a:lnTo>
                  <a:lnTo>
                    <a:pt x="5205492" y="473380"/>
                  </a:lnTo>
                  <a:lnTo>
                    <a:pt x="5135147" y="469829"/>
                  </a:lnTo>
                  <a:lnTo>
                    <a:pt x="5064803" y="466121"/>
                  </a:lnTo>
                  <a:lnTo>
                    <a:pt x="4994458" y="462249"/>
                  </a:lnTo>
                  <a:lnTo>
                    <a:pt x="4924114" y="458207"/>
                  </a:lnTo>
                  <a:lnTo>
                    <a:pt x="4853769" y="453986"/>
                  </a:lnTo>
                  <a:lnTo>
                    <a:pt x="4783425" y="449580"/>
                  </a:lnTo>
                  <a:lnTo>
                    <a:pt x="4713080" y="444979"/>
                  </a:lnTo>
                  <a:lnTo>
                    <a:pt x="4642736" y="440175"/>
                  </a:lnTo>
                  <a:lnTo>
                    <a:pt x="4572391" y="435159"/>
                  </a:lnTo>
                  <a:lnTo>
                    <a:pt x="4502047" y="429922"/>
                  </a:lnTo>
                  <a:lnTo>
                    <a:pt x="4431702" y="424454"/>
                  </a:lnTo>
                  <a:lnTo>
                    <a:pt x="4361358" y="418745"/>
                  </a:lnTo>
                  <a:lnTo>
                    <a:pt x="4291013" y="412784"/>
                  </a:lnTo>
                  <a:lnTo>
                    <a:pt x="4220669" y="406560"/>
                  </a:lnTo>
                  <a:lnTo>
                    <a:pt x="4150324" y="400061"/>
                  </a:lnTo>
                  <a:lnTo>
                    <a:pt x="4079980" y="393276"/>
                  </a:lnTo>
                  <a:lnTo>
                    <a:pt x="4009635" y="386192"/>
                  </a:lnTo>
                  <a:lnTo>
                    <a:pt x="3939291" y="378795"/>
                  </a:lnTo>
                  <a:lnTo>
                    <a:pt x="3868946" y="371072"/>
                  </a:lnTo>
                  <a:lnTo>
                    <a:pt x="3798602" y="363009"/>
                  </a:lnTo>
                  <a:lnTo>
                    <a:pt x="3728257" y="354590"/>
                  </a:lnTo>
                  <a:lnTo>
                    <a:pt x="3657913" y="345799"/>
                  </a:lnTo>
                  <a:lnTo>
                    <a:pt x="3587569" y="336621"/>
                  </a:lnTo>
                  <a:lnTo>
                    <a:pt x="3517224" y="327038"/>
                  </a:lnTo>
                  <a:lnTo>
                    <a:pt x="3446880" y="317032"/>
                  </a:lnTo>
                  <a:lnTo>
                    <a:pt x="3376535" y="306585"/>
                  </a:lnTo>
                  <a:lnTo>
                    <a:pt x="3306191" y="295677"/>
                  </a:lnTo>
                  <a:lnTo>
                    <a:pt x="3235846" y="284289"/>
                  </a:lnTo>
                  <a:lnTo>
                    <a:pt x="3165502" y="272397"/>
                  </a:lnTo>
                  <a:lnTo>
                    <a:pt x="3095157" y="259982"/>
                  </a:lnTo>
                  <a:lnTo>
                    <a:pt x="3024813" y="252117"/>
                  </a:lnTo>
                  <a:lnTo>
                    <a:pt x="2954468" y="247825"/>
                  </a:lnTo>
                  <a:lnTo>
                    <a:pt x="2884124" y="243472"/>
                  </a:lnTo>
                  <a:lnTo>
                    <a:pt x="2813779" y="239057"/>
                  </a:lnTo>
                  <a:lnTo>
                    <a:pt x="2743435" y="234579"/>
                  </a:lnTo>
                  <a:lnTo>
                    <a:pt x="2673090" y="230037"/>
                  </a:lnTo>
                  <a:lnTo>
                    <a:pt x="2602746" y="225431"/>
                  </a:lnTo>
                  <a:lnTo>
                    <a:pt x="2532401" y="220759"/>
                  </a:lnTo>
                  <a:lnTo>
                    <a:pt x="2462057" y="216021"/>
                  </a:lnTo>
                  <a:lnTo>
                    <a:pt x="2391712" y="211215"/>
                  </a:lnTo>
                  <a:lnTo>
                    <a:pt x="2321368" y="206341"/>
                  </a:lnTo>
                  <a:lnTo>
                    <a:pt x="2251023" y="201398"/>
                  </a:lnTo>
                  <a:lnTo>
                    <a:pt x="2180679" y="196384"/>
                  </a:lnTo>
                  <a:lnTo>
                    <a:pt x="2110334" y="191299"/>
                  </a:lnTo>
                  <a:lnTo>
                    <a:pt x="2039990" y="186142"/>
                  </a:lnTo>
                  <a:lnTo>
                    <a:pt x="1969645" y="180911"/>
                  </a:lnTo>
                  <a:lnTo>
                    <a:pt x="1899301" y="175606"/>
                  </a:lnTo>
                  <a:lnTo>
                    <a:pt x="1828956" y="170226"/>
                  </a:lnTo>
                  <a:lnTo>
                    <a:pt x="1758612" y="164769"/>
                  </a:lnTo>
                  <a:lnTo>
                    <a:pt x="1688267" y="159234"/>
                  </a:lnTo>
                  <a:lnTo>
                    <a:pt x="1617923" y="153621"/>
                  </a:lnTo>
                  <a:lnTo>
                    <a:pt x="1547578" y="147928"/>
                  </a:lnTo>
                  <a:lnTo>
                    <a:pt x="1477234" y="142154"/>
                  </a:lnTo>
                  <a:lnTo>
                    <a:pt x="1406889" y="136297"/>
                  </a:lnTo>
                  <a:lnTo>
                    <a:pt x="1336545" y="130358"/>
                  </a:lnTo>
                  <a:lnTo>
                    <a:pt x="1266200" y="124334"/>
                  </a:lnTo>
                  <a:lnTo>
                    <a:pt x="1195856" y="118224"/>
                  </a:lnTo>
                  <a:lnTo>
                    <a:pt x="1125511" y="112028"/>
                  </a:lnTo>
                  <a:lnTo>
                    <a:pt x="1055167" y="105743"/>
                  </a:lnTo>
                  <a:lnTo>
                    <a:pt x="984822" y="99369"/>
                  </a:lnTo>
                  <a:lnTo>
                    <a:pt x="914478" y="92904"/>
                  </a:lnTo>
                  <a:lnTo>
                    <a:pt x="844133" y="86347"/>
                  </a:lnTo>
                  <a:lnTo>
                    <a:pt x="773789" y="79697"/>
                  </a:lnTo>
                  <a:lnTo>
                    <a:pt x="703444" y="72953"/>
                  </a:lnTo>
                  <a:lnTo>
                    <a:pt x="633100" y="66112"/>
                  </a:lnTo>
                  <a:lnTo>
                    <a:pt x="562755" y="59174"/>
                  </a:lnTo>
                  <a:lnTo>
                    <a:pt x="492411" y="52138"/>
                  </a:lnTo>
                  <a:lnTo>
                    <a:pt x="422066" y="45001"/>
                  </a:lnTo>
                  <a:lnTo>
                    <a:pt x="351722" y="37763"/>
                  </a:lnTo>
                  <a:lnTo>
                    <a:pt x="281377" y="30422"/>
                  </a:lnTo>
                  <a:lnTo>
                    <a:pt x="211033" y="22977"/>
                  </a:lnTo>
                  <a:lnTo>
                    <a:pt x="140688" y="15426"/>
                  </a:lnTo>
                  <a:lnTo>
                    <a:pt x="70344" y="776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5312" y="2357500"/>
              <a:ext cx="6964104" cy="981592"/>
            </a:xfrm>
            <a:custGeom>
              <a:avLst/>
              <a:pathLst>
                <a:path w="6964104" h="981592">
                  <a:moveTo>
                    <a:pt x="0" y="0"/>
                  </a:moveTo>
                  <a:lnTo>
                    <a:pt x="70344" y="29443"/>
                  </a:lnTo>
                  <a:lnTo>
                    <a:pt x="140688" y="58055"/>
                  </a:lnTo>
                  <a:lnTo>
                    <a:pt x="211033" y="85859"/>
                  </a:lnTo>
                  <a:lnTo>
                    <a:pt x="281377" y="112878"/>
                  </a:lnTo>
                  <a:lnTo>
                    <a:pt x="351722" y="139134"/>
                  </a:lnTo>
                  <a:lnTo>
                    <a:pt x="422066" y="164649"/>
                  </a:lnTo>
                  <a:lnTo>
                    <a:pt x="492411" y="189443"/>
                  </a:lnTo>
                  <a:lnTo>
                    <a:pt x="562755" y="213537"/>
                  </a:lnTo>
                  <a:lnTo>
                    <a:pt x="633100" y="236951"/>
                  </a:lnTo>
                  <a:lnTo>
                    <a:pt x="703444" y="259704"/>
                  </a:lnTo>
                  <a:lnTo>
                    <a:pt x="773789" y="281815"/>
                  </a:lnTo>
                  <a:lnTo>
                    <a:pt x="844133" y="303301"/>
                  </a:lnTo>
                  <a:lnTo>
                    <a:pt x="914478" y="324181"/>
                  </a:lnTo>
                  <a:lnTo>
                    <a:pt x="984822" y="344471"/>
                  </a:lnTo>
                  <a:lnTo>
                    <a:pt x="1055167" y="364188"/>
                  </a:lnTo>
                  <a:lnTo>
                    <a:pt x="1125511" y="383348"/>
                  </a:lnTo>
                  <a:lnTo>
                    <a:pt x="1195856" y="401968"/>
                  </a:lnTo>
                  <a:lnTo>
                    <a:pt x="1266200" y="420061"/>
                  </a:lnTo>
                  <a:lnTo>
                    <a:pt x="1336545" y="437644"/>
                  </a:lnTo>
                  <a:lnTo>
                    <a:pt x="1406889" y="454731"/>
                  </a:lnTo>
                  <a:lnTo>
                    <a:pt x="1477234" y="471334"/>
                  </a:lnTo>
                  <a:lnTo>
                    <a:pt x="1547578" y="487470"/>
                  </a:lnTo>
                  <a:lnTo>
                    <a:pt x="1617923" y="503149"/>
                  </a:lnTo>
                  <a:lnTo>
                    <a:pt x="1688267" y="518386"/>
                  </a:lnTo>
                  <a:lnTo>
                    <a:pt x="1758612" y="533193"/>
                  </a:lnTo>
                  <a:lnTo>
                    <a:pt x="1828956" y="547581"/>
                  </a:lnTo>
                  <a:lnTo>
                    <a:pt x="1899301" y="561563"/>
                  </a:lnTo>
                  <a:lnTo>
                    <a:pt x="1969645" y="575151"/>
                  </a:lnTo>
                  <a:lnTo>
                    <a:pt x="2039990" y="588355"/>
                  </a:lnTo>
                  <a:lnTo>
                    <a:pt x="2110334" y="601186"/>
                  </a:lnTo>
                  <a:lnTo>
                    <a:pt x="2180679" y="613655"/>
                  </a:lnTo>
                  <a:lnTo>
                    <a:pt x="2251023" y="625771"/>
                  </a:lnTo>
                  <a:lnTo>
                    <a:pt x="2321368" y="637546"/>
                  </a:lnTo>
                  <a:lnTo>
                    <a:pt x="2391712" y="648988"/>
                  </a:lnTo>
                  <a:lnTo>
                    <a:pt x="2462057" y="660107"/>
                  </a:lnTo>
                  <a:lnTo>
                    <a:pt x="2532401" y="670912"/>
                  </a:lnTo>
                  <a:lnTo>
                    <a:pt x="2602746" y="681412"/>
                  </a:lnTo>
                  <a:lnTo>
                    <a:pt x="2673090" y="691616"/>
                  </a:lnTo>
                  <a:lnTo>
                    <a:pt x="2743435" y="701532"/>
                  </a:lnTo>
                  <a:lnTo>
                    <a:pt x="2813779" y="711167"/>
                  </a:lnTo>
                  <a:lnTo>
                    <a:pt x="2884124" y="720531"/>
                  </a:lnTo>
                  <a:lnTo>
                    <a:pt x="2954468" y="729630"/>
                  </a:lnTo>
                  <a:lnTo>
                    <a:pt x="3024813" y="738472"/>
                  </a:lnTo>
                  <a:lnTo>
                    <a:pt x="3095157" y="747064"/>
                  </a:lnTo>
                  <a:lnTo>
                    <a:pt x="3165502" y="755414"/>
                  </a:lnTo>
                  <a:lnTo>
                    <a:pt x="3235846" y="763528"/>
                  </a:lnTo>
                  <a:lnTo>
                    <a:pt x="3306191" y="771413"/>
                  </a:lnTo>
                  <a:lnTo>
                    <a:pt x="3376535" y="779076"/>
                  </a:lnTo>
                  <a:lnTo>
                    <a:pt x="3446880" y="786522"/>
                  </a:lnTo>
                  <a:lnTo>
                    <a:pt x="3517224" y="793758"/>
                  </a:lnTo>
                  <a:lnTo>
                    <a:pt x="3587569" y="800789"/>
                  </a:lnTo>
                  <a:lnTo>
                    <a:pt x="3657913" y="807622"/>
                  </a:lnTo>
                  <a:lnTo>
                    <a:pt x="3728257" y="814262"/>
                  </a:lnTo>
                  <a:lnTo>
                    <a:pt x="3798602" y="820715"/>
                  </a:lnTo>
                  <a:lnTo>
                    <a:pt x="3868946" y="826985"/>
                  </a:lnTo>
                  <a:lnTo>
                    <a:pt x="3939291" y="833079"/>
                  </a:lnTo>
                  <a:lnTo>
                    <a:pt x="4009635" y="839000"/>
                  </a:lnTo>
                  <a:lnTo>
                    <a:pt x="4079980" y="844754"/>
                  </a:lnTo>
                  <a:lnTo>
                    <a:pt x="4150324" y="850346"/>
                  </a:lnTo>
                  <a:lnTo>
                    <a:pt x="4220669" y="855779"/>
                  </a:lnTo>
                  <a:lnTo>
                    <a:pt x="4291013" y="861060"/>
                  </a:lnTo>
                  <a:lnTo>
                    <a:pt x="4361358" y="866191"/>
                  </a:lnTo>
                  <a:lnTo>
                    <a:pt x="4431702" y="871177"/>
                  </a:lnTo>
                  <a:lnTo>
                    <a:pt x="4502047" y="876023"/>
                  </a:lnTo>
                  <a:lnTo>
                    <a:pt x="4572391" y="880732"/>
                  </a:lnTo>
                  <a:lnTo>
                    <a:pt x="4642736" y="885307"/>
                  </a:lnTo>
                  <a:lnTo>
                    <a:pt x="4713080" y="889754"/>
                  </a:lnTo>
                  <a:lnTo>
                    <a:pt x="4783425" y="894075"/>
                  </a:lnTo>
                  <a:lnTo>
                    <a:pt x="4853769" y="898274"/>
                  </a:lnTo>
                  <a:lnTo>
                    <a:pt x="4924114" y="902355"/>
                  </a:lnTo>
                  <a:lnTo>
                    <a:pt x="4994458" y="906320"/>
                  </a:lnTo>
                  <a:lnTo>
                    <a:pt x="5064803" y="910173"/>
                  </a:lnTo>
                  <a:lnTo>
                    <a:pt x="5135147" y="913918"/>
                  </a:lnTo>
                  <a:lnTo>
                    <a:pt x="5205492" y="917557"/>
                  </a:lnTo>
                  <a:lnTo>
                    <a:pt x="5275836" y="921093"/>
                  </a:lnTo>
                  <a:lnTo>
                    <a:pt x="5346181" y="924529"/>
                  </a:lnTo>
                  <a:lnTo>
                    <a:pt x="5416525" y="927868"/>
                  </a:lnTo>
                  <a:lnTo>
                    <a:pt x="5486870" y="931113"/>
                  </a:lnTo>
                  <a:lnTo>
                    <a:pt x="5557214" y="934266"/>
                  </a:lnTo>
                  <a:lnTo>
                    <a:pt x="5627559" y="937331"/>
                  </a:lnTo>
                  <a:lnTo>
                    <a:pt x="5697903" y="940308"/>
                  </a:lnTo>
                  <a:lnTo>
                    <a:pt x="5768248" y="943202"/>
                  </a:lnTo>
                  <a:lnTo>
                    <a:pt x="5838592" y="946014"/>
                  </a:lnTo>
                  <a:lnTo>
                    <a:pt x="5908937" y="948747"/>
                  </a:lnTo>
                  <a:lnTo>
                    <a:pt x="5979281" y="951402"/>
                  </a:lnTo>
                  <a:lnTo>
                    <a:pt x="6049626" y="953982"/>
                  </a:lnTo>
                  <a:lnTo>
                    <a:pt x="6119970" y="956490"/>
                  </a:lnTo>
                  <a:lnTo>
                    <a:pt x="6190315" y="958927"/>
                  </a:lnTo>
                  <a:lnTo>
                    <a:pt x="6260659" y="961295"/>
                  </a:lnTo>
                  <a:lnTo>
                    <a:pt x="6331004" y="963596"/>
                  </a:lnTo>
                  <a:lnTo>
                    <a:pt x="6401348" y="965832"/>
                  </a:lnTo>
                  <a:lnTo>
                    <a:pt x="6471693" y="968005"/>
                  </a:lnTo>
                  <a:lnTo>
                    <a:pt x="6542037" y="970117"/>
                  </a:lnTo>
                  <a:lnTo>
                    <a:pt x="6612382" y="972169"/>
                  </a:lnTo>
                  <a:lnTo>
                    <a:pt x="6682726" y="974163"/>
                  </a:lnTo>
                  <a:lnTo>
                    <a:pt x="6753071" y="976101"/>
                  </a:lnTo>
                  <a:lnTo>
                    <a:pt x="6823415" y="977984"/>
                  </a:lnTo>
                  <a:lnTo>
                    <a:pt x="6893760" y="979814"/>
                  </a:lnTo>
                  <a:lnTo>
                    <a:pt x="6964104" y="9815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30071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10371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50428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179256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889308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649057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328020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61815" y="3662467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87106" y="1966152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1.42 (1.19-1.69), p_Bonf = &lt;0.001 (n = 6)  |  per IQR decline (Δ = 28.1 %): 2.66 (1.62-4.36)  |  IQR: [-30.1, -2.1] 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87106" y="1739378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 AUC ≥ 3)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97750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8325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8755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5425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39760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25263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10766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696268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81771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140501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26004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11506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9700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82512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56801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653517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73901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452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235312" y="4336484"/>
              <a:ext cx="6964104" cy="1229830"/>
            </a:xfrm>
            <a:custGeom>
              <a:avLst/>
              <a:pathLst>
                <a:path w="6964104" h="1229830">
                  <a:moveTo>
                    <a:pt x="726745" y="0"/>
                  </a:moveTo>
                  <a:lnTo>
                    <a:pt x="773789" y="36019"/>
                  </a:lnTo>
                  <a:lnTo>
                    <a:pt x="844133" y="87604"/>
                  </a:lnTo>
                  <a:lnTo>
                    <a:pt x="914478" y="137010"/>
                  </a:lnTo>
                  <a:lnTo>
                    <a:pt x="984822" y="184329"/>
                  </a:lnTo>
                  <a:lnTo>
                    <a:pt x="1055167" y="229648"/>
                  </a:lnTo>
                  <a:lnTo>
                    <a:pt x="1125511" y="273054"/>
                  </a:lnTo>
                  <a:lnTo>
                    <a:pt x="1195856" y="314626"/>
                  </a:lnTo>
                  <a:lnTo>
                    <a:pt x="1266200" y="354442"/>
                  </a:lnTo>
                  <a:lnTo>
                    <a:pt x="1336545" y="392576"/>
                  </a:lnTo>
                  <a:lnTo>
                    <a:pt x="1406889" y="429099"/>
                  </a:lnTo>
                  <a:lnTo>
                    <a:pt x="1477234" y="464080"/>
                  </a:lnTo>
                  <a:lnTo>
                    <a:pt x="1547578" y="497582"/>
                  </a:lnTo>
                  <a:lnTo>
                    <a:pt x="1617923" y="529670"/>
                  </a:lnTo>
                  <a:lnTo>
                    <a:pt x="1688267" y="560402"/>
                  </a:lnTo>
                  <a:lnTo>
                    <a:pt x="1758612" y="589836"/>
                  </a:lnTo>
                  <a:lnTo>
                    <a:pt x="1828956" y="618027"/>
                  </a:lnTo>
                  <a:lnTo>
                    <a:pt x="1899301" y="645026"/>
                  </a:lnTo>
                  <a:lnTo>
                    <a:pt x="1969645" y="670886"/>
                  </a:lnTo>
                  <a:lnTo>
                    <a:pt x="2039990" y="695653"/>
                  </a:lnTo>
                  <a:lnTo>
                    <a:pt x="2110334" y="719373"/>
                  </a:lnTo>
                  <a:lnTo>
                    <a:pt x="2180679" y="742092"/>
                  </a:lnTo>
                  <a:lnTo>
                    <a:pt x="2251023" y="763851"/>
                  </a:lnTo>
                  <a:lnTo>
                    <a:pt x="2321368" y="784691"/>
                  </a:lnTo>
                  <a:lnTo>
                    <a:pt x="2391712" y="804651"/>
                  </a:lnTo>
                  <a:lnTo>
                    <a:pt x="2462057" y="823767"/>
                  </a:lnTo>
                  <a:lnTo>
                    <a:pt x="2532401" y="842076"/>
                  </a:lnTo>
                  <a:lnTo>
                    <a:pt x="2602746" y="859612"/>
                  </a:lnTo>
                  <a:lnTo>
                    <a:pt x="2673090" y="876407"/>
                  </a:lnTo>
                  <a:lnTo>
                    <a:pt x="2743435" y="892492"/>
                  </a:lnTo>
                  <a:lnTo>
                    <a:pt x="2813779" y="907898"/>
                  </a:lnTo>
                  <a:lnTo>
                    <a:pt x="2884124" y="922653"/>
                  </a:lnTo>
                  <a:lnTo>
                    <a:pt x="2954468" y="936785"/>
                  </a:lnTo>
                  <a:lnTo>
                    <a:pt x="3024813" y="950320"/>
                  </a:lnTo>
                  <a:lnTo>
                    <a:pt x="3095157" y="959651"/>
                  </a:lnTo>
                  <a:lnTo>
                    <a:pt x="3165502" y="963823"/>
                  </a:lnTo>
                  <a:lnTo>
                    <a:pt x="3235846" y="967938"/>
                  </a:lnTo>
                  <a:lnTo>
                    <a:pt x="3306191" y="971994"/>
                  </a:lnTo>
                  <a:lnTo>
                    <a:pt x="3376535" y="975994"/>
                  </a:lnTo>
                  <a:lnTo>
                    <a:pt x="3446880" y="979937"/>
                  </a:lnTo>
                  <a:lnTo>
                    <a:pt x="3517224" y="983825"/>
                  </a:lnTo>
                  <a:lnTo>
                    <a:pt x="3587569" y="987659"/>
                  </a:lnTo>
                  <a:lnTo>
                    <a:pt x="3657913" y="991439"/>
                  </a:lnTo>
                  <a:lnTo>
                    <a:pt x="3728257" y="995166"/>
                  </a:lnTo>
                  <a:lnTo>
                    <a:pt x="3798602" y="998841"/>
                  </a:lnTo>
                  <a:lnTo>
                    <a:pt x="3868946" y="1002464"/>
                  </a:lnTo>
                  <a:lnTo>
                    <a:pt x="3939291" y="1006036"/>
                  </a:lnTo>
                  <a:lnTo>
                    <a:pt x="4009635" y="1009558"/>
                  </a:lnTo>
                  <a:lnTo>
                    <a:pt x="4079980" y="1013031"/>
                  </a:lnTo>
                  <a:lnTo>
                    <a:pt x="4150324" y="1016455"/>
                  </a:lnTo>
                  <a:lnTo>
                    <a:pt x="4220669" y="1019831"/>
                  </a:lnTo>
                  <a:lnTo>
                    <a:pt x="4291013" y="1023160"/>
                  </a:lnTo>
                  <a:lnTo>
                    <a:pt x="4361358" y="1026442"/>
                  </a:lnTo>
                  <a:lnTo>
                    <a:pt x="4431702" y="1029678"/>
                  </a:lnTo>
                  <a:lnTo>
                    <a:pt x="4502047" y="1032869"/>
                  </a:lnTo>
                  <a:lnTo>
                    <a:pt x="4572391" y="1036015"/>
                  </a:lnTo>
                  <a:lnTo>
                    <a:pt x="4642736" y="1039117"/>
                  </a:lnTo>
                  <a:lnTo>
                    <a:pt x="4713080" y="1042175"/>
                  </a:lnTo>
                  <a:lnTo>
                    <a:pt x="4783425" y="1045190"/>
                  </a:lnTo>
                  <a:lnTo>
                    <a:pt x="4853769" y="1048164"/>
                  </a:lnTo>
                  <a:lnTo>
                    <a:pt x="4924114" y="1051095"/>
                  </a:lnTo>
                  <a:lnTo>
                    <a:pt x="4994458" y="1053985"/>
                  </a:lnTo>
                  <a:lnTo>
                    <a:pt x="5064803" y="1056835"/>
                  </a:lnTo>
                  <a:lnTo>
                    <a:pt x="5135147" y="1059645"/>
                  </a:lnTo>
                  <a:lnTo>
                    <a:pt x="5205492" y="1062415"/>
                  </a:lnTo>
                  <a:lnTo>
                    <a:pt x="5275836" y="1065147"/>
                  </a:lnTo>
                  <a:lnTo>
                    <a:pt x="5346181" y="1067840"/>
                  </a:lnTo>
                  <a:lnTo>
                    <a:pt x="5416525" y="1070496"/>
                  </a:lnTo>
                  <a:lnTo>
                    <a:pt x="5486870" y="1073114"/>
                  </a:lnTo>
                  <a:lnTo>
                    <a:pt x="5557214" y="1075696"/>
                  </a:lnTo>
                  <a:lnTo>
                    <a:pt x="5627559" y="1078241"/>
                  </a:lnTo>
                  <a:lnTo>
                    <a:pt x="5697903" y="1080751"/>
                  </a:lnTo>
                  <a:lnTo>
                    <a:pt x="5768248" y="1083225"/>
                  </a:lnTo>
                  <a:lnTo>
                    <a:pt x="5838592" y="1085665"/>
                  </a:lnTo>
                  <a:lnTo>
                    <a:pt x="5908937" y="1088070"/>
                  </a:lnTo>
                  <a:lnTo>
                    <a:pt x="5979281" y="1090442"/>
                  </a:lnTo>
                  <a:lnTo>
                    <a:pt x="6049626" y="1092781"/>
                  </a:lnTo>
                  <a:lnTo>
                    <a:pt x="6119970" y="1095086"/>
                  </a:lnTo>
                  <a:lnTo>
                    <a:pt x="6190315" y="1097360"/>
                  </a:lnTo>
                  <a:lnTo>
                    <a:pt x="6260659" y="1099601"/>
                  </a:lnTo>
                  <a:lnTo>
                    <a:pt x="6331004" y="1101811"/>
                  </a:lnTo>
                  <a:lnTo>
                    <a:pt x="6401348" y="1103991"/>
                  </a:lnTo>
                  <a:lnTo>
                    <a:pt x="6471693" y="1106139"/>
                  </a:lnTo>
                  <a:lnTo>
                    <a:pt x="6542037" y="1108258"/>
                  </a:lnTo>
                  <a:lnTo>
                    <a:pt x="6612382" y="1110346"/>
                  </a:lnTo>
                  <a:lnTo>
                    <a:pt x="6682726" y="1112406"/>
                  </a:lnTo>
                  <a:lnTo>
                    <a:pt x="6753071" y="1114436"/>
                  </a:lnTo>
                  <a:lnTo>
                    <a:pt x="6823415" y="1116438"/>
                  </a:lnTo>
                  <a:lnTo>
                    <a:pt x="6893760" y="1118412"/>
                  </a:lnTo>
                  <a:lnTo>
                    <a:pt x="6964104" y="1120359"/>
                  </a:lnTo>
                  <a:lnTo>
                    <a:pt x="6964104" y="1229830"/>
                  </a:lnTo>
                  <a:lnTo>
                    <a:pt x="6893760" y="1228623"/>
                  </a:lnTo>
                  <a:lnTo>
                    <a:pt x="6823415" y="1227362"/>
                  </a:lnTo>
                  <a:lnTo>
                    <a:pt x="6753071" y="1226046"/>
                  </a:lnTo>
                  <a:lnTo>
                    <a:pt x="6682726" y="1224672"/>
                  </a:lnTo>
                  <a:lnTo>
                    <a:pt x="6612382" y="1223237"/>
                  </a:lnTo>
                  <a:lnTo>
                    <a:pt x="6542037" y="1221739"/>
                  </a:lnTo>
                  <a:lnTo>
                    <a:pt x="6471693" y="1220175"/>
                  </a:lnTo>
                  <a:lnTo>
                    <a:pt x="6401348" y="1218542"/>
                  </a:lnTo>
                  <a:lnTo>
                    <a:pt x="6331004" y="1216837"/>
                  </a:lnTo>
                  <a:lnTo>
                    <a:pt x="6260659" y="1215057"/>
                  </a:lnTo>
                  <a:lnTo>
                    <a:pt x="6190315" y="1213198"/>
                  </a:lnTo>
                  <a:lnTo>
                    <a:pt x="6119970" y="1211257"/>
                  </a:lnTo>
                  <a:lnTo>
                    <a:pt x="6049626" y="1209231"/>
                  </a:lnTo>
                  <a:lnTo>
                    <a:pt x="5979281" y="1207115"/>
                  </a:lnTo>
                  <a:lnTo>
                    <a:pt x="5908937" y="1204906"/>
                  </a:lnTo>
                  <a:lnTo>
                    <a:pt x="5838592" y="1202600"/>
                  </a:lnTo>
                  <a:lnTo>
                    <a:pt x="5768248" y="1200191"/>
                  </a:lnTo>
                  <a:lnTo>
                    <a:pt x="5697903" y="1197677"/>
                  </a:lnTo>
                  <a:lnTo>
                    <a:pt x="5627559" y="1195052"/>
                  </a:lnTo>
                  <a:lnTo>
                    <a:pt x="5557214" y="1192311"/>
                  </a:lnTo>
                  <a:lnTo>
                    <a:pt x="5486870" y="1189449"/>
                  </a:lnTo>
                  <a:lnTo>
                    <a:pt x="5416525" y="1186460"/>
                  </a:lnTo>
                  <a:lnTo>
                    <a:pt x="5346181" y="1183340"/>
                  </a:lnTo>
                  <a:lnTo>
                    <a:pt x="5275836" y="1180083"/>
                  </a:lnTo>
                  <a:lnTo>
                    <a:pt x="5205492" y="1176681"/>
                  </a:lnTo>
                  <a:lnTo>
                    <a:pt x="5135147" y="1173130"/>
                  </a:lnTo>
                  <a:lnTo>
                    <a:pt x="5064803" y="1169422"/>
                  </a:lnTo>
                  <a:lnTo>
                    <a:pt x="4994458" y="1165551"/>
                  </a:lnTo>
                  <a:lnTo>
                    <a:pt x="4924114" y="1161508"/>
                  </a:lnTo>
                  <a:lnTo>
                    <a:pt x="4853769" y="1157288"/>
                  </a:lnTo>
                  <a:lnTo>
                    <a:pt x="4783425" y="1152881"/>
                  </a:lnTo>
                  <a:lnTo>
                    <a:pt x="4713080" y="1148280"/>
                  </a:lnTo>
                  <a:lnTo>
                    <a:pt x="4642736" y="1143476"/>
                  </a:lnTo>
                  <a:lnTo>
                    <a:pt x="4572391" y="1138460"/>
                  </a:lnTo>
                  <a:lnTo>
                    <a:pt x="4502047" y="1133223"/>
                  </a:lnTo>
                  <a:lnTo>
                    <a:pt x="4431702" y="1127755"/>
                  </a:lnTo>
                  <a:lnTo>
                    <a:pt x="4361358" y="1122046"/>
                  </a:lnTo>
                  <a:lnTo>
                    <a:pt x="4291013" y="1116085"/>
                  </a:lnTo>
                  <a:lnTo>
                    <a:pt x="4220669" y="1109861"/>
                  </a:lnTo>
                  <a:lnTo>
                    <a:pt x="4150324" y="1103363"/>
                  </a:lnTo>
                  <a:lnTo>
                    <a:pt x="4079980" y="1096578"/>
                  </a:lnTo>
                  <a:lnTo>
                    <a:pt x="4009635" y="1089493"/>
                  </a:lnTo>
                  <a:lnTo>
                    <a:pt x="3939291" y="1082097"/>
                  </a:lnTo>
                  <a:lnTo>
                    <a:pt x="3868946" y="1074374"/>
                  </a:lnTo>
                  <a:lnTo>
                    <a:pt x="3798602" y="1066310"/>
                  </a:lnTo>
                  <a:lnTo>
                    <a:pt x="3728257" y="1057891"/>
                  </a:lnTo>
                  <a:lnTo>
                    <a:pt x="3657913" y="1049101"/>
                  </a:lnTo>
                  <a:lnTo>
                    <a:pt x="3587569" y="1039922"/>
                  </a:lnTo>
                  <a:lnTo>
                    <a:pt x="3517224" y="1030339"/>
                  </a:lnTo>
                  <a:lnTo>
                    <a:pt x="3446880" y="1020334"/>
                  </a:lnTo>
                  <a:lnTo>
                    <a:pt x="3376535" y="1009887"/>
                  </a:lnTo>
                  <a:lnTo>
                    <a:pt x="3306191" y="998979"/>
                  </a:lnTo>
                  <a:lnTo>
                    <a:pt x="3235846" y="987590"/>
                  </a:lnTo>
                  <a:lnTo>
                    <a:pt x="3165502" y="975699"/>
                  </a:lnTo>
                  <a:lnTo>
                    <a:pt x="3095157" y="963283"/>
                  </a:lnTo>
                  <a:lnTo>
                    <a:pt x="3024813" y="955419"/>
                  </a:lnTo>
                  <a:lnTo>
                    <a:pt x="2954468" y="951127"/>
                  </a:lnTo>
                  <a:lnTo>
                    <a:pt x="2884124" y="946773"/>
                  </a:lnTo>
                  <a:lnTo>
                    <a:pt x="2813779" y="942358"/>
                  </a:lnTo>
                  <a:lnTo>
                    <a:pt x="2743435" y="937880"/>
                  </a:lnTo>
                  <a:lnTo>
                    <a:pt x="2673090" y="933338"/>
                  </a:lnTo>
                  <a:lnTo>
                    <a:pt x="2602746" y="928732"/>
                  </a:lnTo>
                  <a:lnTo>
                    <a:pt x="2532401" y="924060"/>
                  </a:lnTo>
                  <a:lnTo>
                    <a:pt x="2462057" y="919322"/>
                  </a:lnTo>
                  <a:lnTo>
                    <a:pt x="2391712" y="914516"/>
                  </a:lnTo>
                  <a:lnTo>
                    <a:pt x="2321368" y="909642"/>
                  </a:lnTo>
                  <a:lnTo>
                    <a:pt x="2251023" y="904699"/>
                  </a:lnTo>
                  <a:lnTo>
                    <a:pt x="2180679" y="899685"/>
                  </a:lnTo>
                  <a:lnTo>
                    <a:pt x="2110334" y="894600"/>
                  </a:lnTo>
                  <a:lnTo>
                    <a:pt x="2039990" y="889443"/>
                  </a:lnTo>
                  <a:lnTo>
                    <a:pt x="1969645" y="884213"/>
                  </a:lnTo>
                  <a:lnTo>
                    <a:pt x="1899301" y="878908"/>
                  </a:lnTo>
                  <a:lnTo>
                    <a:pt x="1828956" y="873527"/>
                  </a:lnTo>
                  <a:lnTo>
                    <a:pt x="1758612" y="868070"/>
                  </a:lnTo>
                  <a:lnTo>
                    <a:pt x="1688267" y="862536"/>
                  </a:lnTo>
                  <a:lnTo>
                    <a:pt x="1617923" y="856922"/>
                  </a:lnTo>
                  <a:lnTo>
                    <a:pt x="1547578" y="851229"/>
                  </a:lnTo>
                  <a:lnTo>
                    <a:pt x="1477234" y="845455"/>
                  </a:lnTo>
                  <a:lnTo>
                    <a:pt x="1406889" y="839599"/>
                  </a:lnTo>
                  <a:lnTo>
                    <a:pt x="1336545" y="833659"/>
                  </a:lnTo>
                  <a:lnTo>
                    <a:pt x="1266200" y="827635"/>
                  </a:lnTo>
                  <a:lnTo>
                    <a:pt x="1195856" y="821526"/>
                  </a:lnTo>
                  <a:lnTo>
                    <a:pt x="1125511" y="815329"/>
                  </a:lnTo>
                  <a:lnTo>
                    <a:pt x="1055167" y="809044"/>
                  </a:lnTo>
                  <a:lnTo>
                    <a:pt x="984822" y="802670"/>
                  </a:lnTo>
                  <a:lnTo>
                    <a:pt x="914478" y="796205"/>
                  </a:lnTo>
                  <a:lnTo>
                    <a:pt x="844133" y="789649"/>
                  </a:lnTo>
                  <a:lnTo>
                    <a:pt x="773789" y="782999"/>
                  </a:lnTo>
                  <a:lnTo>
                    <a:pt x="703444" y="776254"/>
                  </a:lnTo>
                  <a:lnTo>
                    <a:pt x="633100" y="769414"/>
                  </a:lnTo>
                  <a:lnTo>
                    <a:pt x="562755" y="762476"/>
                  </a:lnTo>
                  <a:lnTo>
                    <a:pt x="492411" y="755439"/>
                  </a:lnTo>
                  <a:lnTo>
                    <a:pt x="422066" y="748303"/>
                  </a:lnTo>
                  <a:lnTo>
                    <a:pt x="351722" y="741065"/>
                  </a:lnTo>
                  <a:lnTo>
                    <a:pt x="281377" y="733724"/>
                  </a:lnTo>
                  <a:lnTo>
                    <a:pt x="211033" y="726278"/>
                  </a:lnTo>
                  <a:lnTo>
                    <a:pt x="140688" y="718727"/>
                  </a:lnTo>
                  <a:lnTo>
                    <a:pt x="70344" y="711069"/>
                  </a:lnTo>
                  <a:lnTo>
                    <a:pt x="0" y="70330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962057" y="4336484"/>
              <a:ext cx="6237359" cy="1120359"/>
            </a:xfrm>
            <a:custGeom>
              <a:avLst/>
              <a:pathLst>
                <a:path w="6237359" h="1120359">
                  <a:moveTo>
                    <a:pt x="0" y="0"/>
                  </a:moveTo>
                  <a:lnTo>
                    <a:pt x="47044" y="36019"/>
                  </a:lnTo>
                  <a:lnTo>
                    <a:pt x="117388" y="87604"/>
                  </a:lnTo>
                  <a:lnTo>
                    <a:pt x="187733" y="137010"/>
                  </a:lnTo>
                  <a:lnTo>
                    <a:pt x="258077" y="184329"/>
                  </a:lnTo>
                  <a:lnTo>
                    <a:pt x="328422" y="229648"/>
                  </a:lnTo>
                  <a:lnTo>
                    <a:pt x="398766" y="273054"/>
                  </a:lnTo>
                  <a:lnTo>
                    <a:pt x="469111" y="314626"/>
                  </a:lnTo>
                  <a:lnTo>
                    <a:pt x="539455" y="354442"/>
                  </a:lnTo>
                  <a:lnTo>
                    <a:pt x="609800" y="392576"/>
                  </a:lnTo>
                  <a:lnTo>
                    <a:pt x="680144" y="429099"/>
                  </a:lnTo>
                  <a:lnTo>
                    <a:pt x="750489" y="464080"/>
                  </a:lnTo>
                  <a:lnTo>
                    <a:pt x="820833" y="497582"/>
                  </a:lnTo>
                  <a:lnTo>
                    <a:pt x="891178" y="529670"/>
                  </a:lnTo>
                  <a:lnTo>
                    <a:pt x="961522" y="560402"/>
                  </a:lnTo>
                  <a:lnTo>
                    <a:pt x="1031867" y="589836"/>
                  </a:lnTo>
                  <a:lnTo>
                    <a:pt x="1102211" y="618027"/>
                  </a:lnTo>
                  <a:lnTo>
                    <a:pt x="1172556" y="645026"/>
                  </a:lnTo>
                  <a:lnTo>
                    <a:pt x="1242900" y="670886"/>
                  </a:lnTo>
                  <a:lnTo>
                    <a:pt x="1313245" y="695653"/>
                  </a:lnTo>
                  <a:lnTo>
                    <a:pt x="1383589" y="719373"/>
                  </a:lnTo>
                  <a:lnTo>
                    <a:pt x="1453934" y="742092"/>
                  </a:lnTo>
                  <a:lnTo>
                    <a:pt x="1524278" y="763851"/>
                  </a:lnTo>
                  <a:lnTo>
                    <a:pt x="1594623" y="784691"/>
                  </a:lnTo>
                  <a:lnTo>
                    <a:pt x="1664967" y="804651"/>
                  </a:lnTo>
                  <a:lnTo>
                    <a:pt x="1735312" y="823767"/>
                  </a:lnTo>
                  <a:lnTo>
                    <a:pt x="1805656" y="842076"/>
                  </a:lnTo>
                  <a:lnTo>
                    <a:pt x="1876001" y="859612"/>
                  </a:lnTo>
                  <a:lnTo>
                    <a:pt x="1946345" y="876407"/>
                  </a:lnTo>
                  <a:lnTo>
                    <a:pt x="2016690" y="892492"/>
                  </a:lnTo>
                  <a:lnTo>
                    <a:pt x="2087034" y="907898"/>
                  </a:lnTo>
                  <a:lnTo>
                    <a:pt x="2157379" y="922653"/>
                  </a:lnTo>
                  <a:lnTo>
                    <a:pt x="2227723" y="936785"/>
                  </a:lnTo>
                  <a:lnTo>
                    <a:pt x="2298068" y="950320"/>
                  </a:lnTo>
                  <a:lnTo>
                    <a:pt x="2368412" y="959651"/>
                  </a:lnTo>
                  <a:lnTo>
                    <a:pt x="2438757" y="963823"/>
                  </a:lnTo>
                  <a:lnTo>
                    <a:pt x="2509101" y="967938"/>
                  </a:lnTo>
                  <a:lnTo>
                    <a:pt x="2579446" y="971994"/>
                  </a:lnTo>
                  <a:lnTo>
                    <a:pt x="2649790" y="975994"/>
                  </a:lnTo>
                  <a:lnTo>
                    <a:pt x="2720134" y="979937"/>
                  </a:lnTo>
                  <a:lnTo>
                    <a:pt x="2790479" y="983825"/>
                  </a:lnTo>
                  <a:lnTo>
                    <a:pt x="2860823" y="987659"/>
                  </a:lnTo>
                  <a:lnTo>
                    <a:pt x="2931168" y="991439"/>
                  </a:lnTo>
                  <a:lnTo>
                    <a:pt x="3001512" y="995166"/>
                  </a:lnTo>
                  <a:lnTo>
                    <a:pt x="3071857" y="998841"/>
                  </a:lnTo>
                  <a:lnTo>
                    <a:pt x="3142201" y="1002464"/>
                  </a:lnTo>
                  <a:lnTo>
                    <a:pt x="3212546" y="1006036"/>
                  </a:lnTo>
                  <a:lnTo>
                    <a:pt x="3282890" y="1009558"/>
                  </a:lnTo>
                  <a:lnTo>
                    <a:pt x="3353235" y="1013031"/>
                  </a:lnTo>
                  <a:lnTo>
                    <a:pt x="3423579" y="1016455"/>
                  </a:lnTo>
                  <a:lnTo>
                    <a:pt x="3493924" y="1019831"/>
                  </a:lnTo>
                  <a:lnTo>
                    <a:pt x="3564268" y="1023160"/>
                  </a:lnTo>
                  <a:lnTo>
                    <a:pt x="3634613" y="1026442"/>
                  </a:lnTo>
                  <a:lnTo>
                    <a:pt x="3704957" y="1029678"/>
                  </a:lnTo>
                  <a:lnTo>
                    <a:pt x="3775302" y="1032869"/>
                  </a:lnTo>
                  <a:lnTo>
                    <a:pt x="3845646" y="1036015"/>
                  </a:lnTo>
                  <a:lnTo>
                    <a:pt x="3915991" y="1039117"/>
                  </a:lnTo>
                  <a:lnTo>
                    <a:pt x="3986335" y="1042175"/>
                  </a:lnTo>
                  <a:lnTo>
                    <a:pt x="4056680" y="1045190"/>
                  </a:lnTo>
                  <a:lnTo>
                    <a:pt x="4127024" y="1048164"/>
                  </a:lnTo>
                  <a:lnTo>
                    <a:pt x="4197369" y="1051095"/>
                  </a:lnTo>
                  <a:lnTo>
                    <a:pt x="4267713" y="1053985"/>
                  </a:lnTo>
                  <a:lnTo>
                    <a:pt x="4338058" y="1056835"/>
                  </a:lnTo>
                  <a:lnTo>
                    <a:pt x="4408402" y="1059645"/>
                  </a:lnTo>
                  <a:lnTo>
                    <a:pt x="4478747" y="1062415"/>
                  </a:lnTo>
                  <a:lnTo>
                    <a:pt x="4549091" y="1065147"/>
                  </a:lnTo>
                  <a:lnTo>
                    <a:pt x="4619436" y="1067840"/>
                  </a:lnTo>
                  <a:lnTo>
                    <a:pt x="4689780" y="1070496"/>
                  </a:lnTo>
                  <a:lnTo>
                    <a:pt x="4760125" y="1073114"/>
                  </a:lnTo>
                  <a:lnTo>
                    <a:pt x="4830469" y="1075696"/>
                  </a:lnTo>
                  <a:lnTo>
                    <a:pt x="4900814" y="1078241"/>
                  </a:lnTo>
                  <a:lnTo>
                    <a:pt x="4971158" y="1080751"/>
                  </a:lnTo>
                  <a:lnTo>
                    <a:pt x="5041503" y="1083225"/>
                  </a:lnTo>
                  <a:lnTo>
                    <a:pt x="5111847" y="1085665"/>
                  </a:lnTo>
                  <a:lnTo>
                    <a:pt x="5182192" y="1088070"/>
                  </a:lnTo>
                  <a:lnTo>
                    <a:pt x="5252536" y="1090442"/>
                  </a:lnTo>
                  <a:lnTo>
                    <a:pt x="5322881" y="1092781"/>
                  </a:lnTo>
                  <a:lnTo>
                    <a:pt x="5393225" y="1095086"/>
                  </a:lnTo>
                  <a:lnTo>
                    <a:pt x="5463570" y="1097360"/>
                  </a:lnTo>
                  <a:lnTo>
                    <a:pt x="5533914" y="1099601"/>
                  </a:lnTo>
                  <a:lnTo>
                    <a:pt x="5604259" y="1101811"/>
                  </a:lnTo>
                  <a:lnTo>
                    <a:pt x="5674603" y="1103991"/>
                  </a:lnTo>
                  <a:lnTo>
                    <a:pt x="5744948" y="1106139"/>
                  </a:lnTo>
                  <a:lnTo>
                    <a:pt x="5815292" y="1108258"/>
                  </a:lnTo>
                  <a:lnTo>
                    <a:pt x="5885637" y="1110346"/>
                  </a:lnTo>
                  <a:lnTo>
                    <a:pt x="5955981" y="1112406"/>
                  </a:lnTo>
                  <a:lnTo>
                    <a:pt x="6026326" y="1114436"/>
                  </a:lnTo>
                  <a:lnTo>
                    <a:pt x="6096670" y="1116438"/>
                  </a:lnTo>
                  <a:lnTo>
                    <a:pt x="6167015" y="1118412"/>
                  </a:lnTo>
                  <a:lnTo>
                    <a:pt x="6237359" y="11203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235312" y="5039785"/>
              <a:ext cx="6964104" cy="526529"/>
            </a:xfrm>
            <a:custGeom>
              <a:avLst/>
              <a:pathLst>
                <a:path w="6964104" h="526529">
                  <a:moveTo>
                    <a:pt x="6964104" y="526529"/>
                  </a:moveTo>
                  <a:lnTo>
                    <a:pt x="6893760" y="525321"/>
                  </a:lnTo>
                  <a:lnTo>
                    <a:pt x="6823415" y="524061"/>
                  </a:lnTo>
                  <a:lnTo>
                    <a:pt x="6753071" y="522745"/>
                  </a:lnTo>
                  <a:lnTo>
                    <a:pt x="6682726" y="521371"/>
                  </a:lnTo>
                  <a:lnTo>
                    <a:pt x="6612382" y="519936"/>
                  </a:lnTo>
                  <a:lnTo>
                    <a:pt x="6542037" y="518438"/>
                  </a:lnTo>
                  <a:lnTo>
                    <a:pt x="6471693" y="516874"/>
                  </a:lnTo>
                  <a:lnTo>
                    <a:pt x="6401348" y="515241"/>
                  </a:lnTo>
                  <a:lnTo>
                    <a:pt x="6331004" y="513536"/>
                  </a:lnTo>
                  <a:lnTo>
                    <a:pt x="6260659" y="511755"/>
                  </a:lnTo>
                  <a:lnTo>
                    <a:pt x="6190315" y="509897"/>
                  </a:lnTo>
                  <a:lnTo>
                    <a:pt x="6119970" y="507956"/>
                  </a:lnTo>
                  <a:lnTo>
                    <a:pt x="6049626" y="505930"/>
                  </a:lnTo>
                  <a:lnTo>
                    <a:pt x="5979281" y="503814"/>
                  </a:lnTo>
                  <a:lnTo>
                    <a:pt x="5908937" y="501605"/>
                  </a:lnTo>
                  <a:lnTo>
                    <a:pt x="5838592" y="499298"/>
                  </a:lnTo>
                  <a:lnTo>
                    <a:pt x="5768248" y="496890"/>
                  </a:lnTo>
                  <a:lnTo>
                    <a:pt x="5697903" y="494376"/>
                  </a:lnTo>
                  <a:lnTo>
                    <a:pt x="5627559" y="491750"/>
                  </a:lnTo>
                  <a:lnTo>
                    <a:pt x="5557214" y="489009"/>
                  </a:lnTo>
                  <a:lnTo>
                    <a:pt x="5486870" y="486147"/>
                  </a:lnTo>
                  <a:lnTo>
                    <a:pt x="5416525" y="483159"/>
                  </a:lnTo>
                  <a:lnTo>
                    <a:pt x="5346181" y="480039"/>
                  </a:lnTo>
                  <a:lnTo>
                    <a:pt x="5275836" y="476781"/>
                  </a:lnTo>
                  <a:lnTo>
                    <a:pt x="5205492" y="473380"/>
                  </a:lnTo>
                  <a:lnTo>
                    <a:pt x="5135147" y="469829"/>
                  </a:lnTo>
                  <a:lnTo>
                    <a:pt x="5064803" y="466121"/>
                  </a:lnTo>
                  <a:lnTo>
                    <a:pt x="4994458" y="462249"/>
                  </a:lnTo>
                  <a:lnTo>
                    <a:pt x="4924114" y="458207"/>
                  </a:lnTo>
                  <a:lnTo>
                    <a:pt x="4853769" y="453986"/>
                  </a:lnTo>
                  <a:lnTo>
                    <a:pt x="4783425" y="449580"/>
                  </a:lnTo>
                  <a:lnTo>
                    <a:pt x="4713080" y="444979"/>
                  </a:lnTo>
                  <a:lnTo>
                    <a:pt x="4642736" y="440175"/>
                  </a:lnTo>
                  <a:lnTo>
                    <a:pt x="4572391" y="435159"/>
                  </a:lnTo>
                  <a:lnTo>
                    <a:pt x="4502047" y="429922"/>
                  </a:lnTo>
                  <a:lnTo>
                    <a:pt x="4431702" y="424454"/>
                  </a:lnTo>
                  <a:lnTo>
                    <a:pt x="4361358" y="418745"/>
                  </a:lnTo>
                  <a:lnTo>
                    <a:pt x="4291013" y="412784"/>
                  </a:lnTo>
                  <a:lnTo>
                    <a:pt x="4220669" y="406560"/>
                  </a:lnTo>
                  <a:lnTo>
                    <a:pt x="4150324" y="400061"/>
                  </a:lnTo>
                  <a:lnTo>
                    <a:pt x="4079980" y="393276"/>
                  </a:lnTo>
                  <a:lnTo>
                    <a:pt x="4009635" y="386192"/>
                  </a:lnTo>
                  <a:lnTo>
                    <a:pt x="3939291" y="378795"/>
                  </a:lnTo>
                  <a:lnTo>
                    <a:pt x="3868946" y="371072"/>
                  </a:lnTo>
                  <a:lnTo>
                    <a:pt x="3798602" y="363009"/>
                  </a:lnTo>
                  <a:lnTo>
                    <a:pt x="3728257" y="354590"/>
                  </a:lnTo>
                  <a:lnTo>
                    <a:pt x="3657913" y="345799"/>
                  </a:lnTo>
                  <a:lnTo>
                    <a:pt x="3587569" y="336621"/>
                  </a:lnTo>
                  <a:lnTo>
                    <a:pt x="3517224" y="327038"/>
                  </a:lnTo>
                  <a:lnTo>
                    <a:pt x="3446880" y="317032"/>
                  </a:lnTo>
                  <a:lnTo>
                    <a:pt x="3376535" y="306585"/>
                  </a:lnTo>
                  <a:lnTo>
                    <a:pt x="3306191" y="295677"/>
                  </a:lnTo>
                  <a:lnTo>
                    <a:pt x="3235846" y="284289"/>
                  </a:lnTo>
                  <a:lnTo>
                    <a:pt x="3165502" y="272397"/>
                  </a:lnTo>
                  <a:lnTo>
                    <a:pt x="3095157" y="259982"/>
                  </a:lnTo>
                  <a:lnTo>
                    <a:pt x="3024813" y="252117"/>
                  </a:lnTo>
                  <a:lnTo>
                    <a:pt x="2954468" y="247825"/>
                  </a:lnTo>
                  <a:lnTo>
                    <a:pt x="2884124" y="243472"/>
                  </a:lnTo>
                  <a:lnTo>
                    <a:pt x="2813779" y="239057"/>
                  </a:lnTo>
                  <a:lnTo>
                    <a:pt x="2743435" y="234579"/>
                  </a:lnTo>
                  <a:lnTo>
                    <a:pt x="2673090" y="230037"/>
                  </a:lnTo>
                  <a:lnTo>
                    <a:pt x="2602746" y="225431"/>
                  </a:lnTo>
                  <a:lnTo>
                    <a:pt x="2532401" y="220759"/>
                  </a:lnTo>
                  <a:lnTo>
                    <a:pt x="2462057" y="216021"/>
                  </a:lnTo>
                  <a:lnTo>
                    <a:pt x="2391712" y="211215"/>
                  </a:lnTo>
                  <a:lnTo>
                    <a:pt x="2321368" y="206341"/>
                  </a:lnTo>
                  <a:lnTo>
                    <a:pt x="2251023" y="201398"/>
                  </a:lnTo>
                  <a:lnTo>
                    <a:pt x="2180679" y="196384"/>
                  </a:lnTo>
                  <a:lnTo>
                    <a:pt x="2110334" y="191299"/>
                  </a:lnTo>
                  <a:lnTo>
                    <a:pt x="2039990" y="186142"/>
                  </a:lnTo>
                  <a:lnTo>
                    <a:pt x="1969645" y="180911"/>
                  </a:lnTo>
                  <a:lnTo>
                    <a:pt x="1899301" y="175606"/>
                  </a:lnTo>
                  <a:lnTo>
                    <a:pt x="1828956" y="170226"/>
                  </a:lnTo>
                  <a:lnTo>
                    <a:pt x="1758612" y="164769"/>
                  </a:lnTo>
                  <a:lnTo>
                    <a:pt x="1688267" y="159234"/>
                  </a:lnTo>
                  <a:lnTo>
                    <a:pt x="1617923" y="153621"/>
                  </a:lnTo>
                  <a:lnTo>
                    <a:pt x="1547578" y="147928"/>
                  </a:lnTo>
                  <a:lnTo>
                    <a:pt x="1477234" y="142154"/>
                  </a:lnTo>
                  <a:lnTo>
                    <a:pt x="1406889" y="136297"/>
                  </a:lnTo>
                  <a:lnTo>
                    <a:pt x="1336545" y="130358"/>
                  </a:lnTo>
                  <a:lnTo>
                    <a:pt x="1266200" y="124334"/>
                  </a:lnTo>
                  <a:lnTo>
                    <a:pt x="1195856" y="118224"/>
                  </a:lnTo>
                  <a:lnTo>
                    <a:pt x="1125511" y="112028"/>
                  </a:lnTo>
                  <a:lnTo>
                    <a:pt x="1055167" y="105743"/>
                  </a:lnTo>
                  <a:lnTo>
                    <a:pt x="984822" y="99369"/>
                  </a:lnTo>
                  <a:lnTo>
                    <a:pt x="914478" y="92904"/>
                  </a:lnTo>
                  <a:lnTo>
                    <a:pt x="844133" y="86347"/>
                  </a:lnTo>
                  <a:lnTo>
                    <a:pt x="773789" y="79697"/>
                  </a:lnTo>
                  <a:lnTo>
                    <a:pt x="703444" y="72953"/>
                  </a:lnTo>
                  <a:lnTo>
                    <a:pt x="633100" y="66112"/>
                  </a:lnTo>
                  <a:lnTo>
                    <a:pt x="562755" y="59174"/>
                  </a:lnTo>
                  <a:lnTo>
                    <a:pt x="492411" y="52138"/>
                  </a:lnTo>
                  <a:lnTo>
                    <a:pt x="422066" y="45001"/>
                  </a:lnTo>
                  <a:lnTo>
                    <a:pt x="351722" y="37763"/>
                  </a:lnTo>
                  <a:lnTo>
                    <a:pt x="281377" y="30422"/>
                  </a:lnTo>
                  <a:lnTo>
                    <a:pt x="211033" y="22977"/>
                  </a:lnTo>
                  <a:lnTo>
                    <a:pt x="140688" y="15426"/>
                  </a:lnTo>
                  <a:lnTo>
                    <a:pt x="70344" y="776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235312" y="4550892"/>
              <a:ext cx="6964104" cy="981592"/>
            </a:xfrm>
            <a:custGeom>
              <a:avLst/>
              <a:pathLst>
                <a:path w="6964104" h="981592">
                  <a:moveTo>
                    <a:pt x="0" y="0"/>
                  </a:moveTo>
                  <a:lnTo>
                    <a:pt x="70344" y="29443"/>
                  </a:lnTo>
                  <a:lnTo>
                    <a:pt x="140688" y="58055"/>
                  </a:lnTo>
                  <a:lnTo>
                    <a:pt x="211033" y="85859"/>
                  </a:lnTo>
                  <a:lnTo>
                    <a:pt x="281377" y="112878"/>
                  </a:lnTo>
                  <a:lnTo>
                    <a:pt x="351722" y="139134"/>
                  </a:lnTo>
                  <a:lnTo>
                    <a:pt x="422066" y="164649"/>
                  </a:lnTo>
                  <a:lnTo>
                    <a:pt x="492411" y="189443"/>
                  </a:lnTo>
                  <a:lnTo>
                    <a:pt x="562755" y="213537"/>
                  </a:lnTo>
                  <a:lnTo>
                    <a:pt x="633100" y="236951"/>
                  </a:lnTo>
                  <a:lnTo>
                    <a:pt x="703444" y="259704"/>
                  </a:lnTo>
                  <a:lnTo>
                    <a:pt x="773789" y="281815"/>
                  </a:lnTo>
                  <a:lnTo>
                    <a:pt x="844133" y="303301"/>
                  </a:lnTo>
                  <a:lnTo>
                    <a:pt x="914478" y="324181"/>
                  </a:lnTo>
                  <a:lnTo>
                    <a:pt x="984822" y="344471"/>
                  </a:lnTo>
                  <a:lnTo>
                    <a:pt x="1055167" y="364188"/>
                  </a:lnTo>
                  <a:lnTo>
                    <a:pt x="1125511" y="383348"/>
                  </a:lnTo>
                  <a:lnTo>
                    <a:pt x="1195856" y="401968"/>
                  </a:lnTo>
                  <a:lnTo>
                    <a:pt x="1266200" y="420061"/>
                  </a:lnTo>
                  <a:lnTo>
                    <a:pt x="1336545" y="437644"/>
                  </a:lnTo>
                  <a:lnTo>
                    <a:pt x="1406889" y="454731"/>
                  </a:lnTo>
                  <a:lnTo>
                    <a:pt x="1477234" y="471334"/>
                  </a:lnTo>
                  <a:lnTo>
                    <a:pt x="1547578" y="487470"/>
                  </a:lnTo>
                  <a:lnTo>
                    <a:pt x="1617923" y="503149"/>
                  </a:lnTo>
                  <a:lnTo>
                    <a:pt x="1688267" y="518386"/>
                  </a:lnTo>
                  <a:lnTo>
                    <a:pt x="1758612" y="533193"/>
                  </a:lnTo>
                  <a:lnTo>
                    <a:pt x="1828956" y="547581"/>
                  </a:lnTo>
                  <a:lnTo>
                    <a:pt x="1899301" y="561563"/>
                  </a:lnTo>
                  <a:lnTo>
                    <a:pt x="1969645" y="575151"/>
                  </a:lnTo>
                  <a:lnTo>
                    <a:pt x="2039990" y="588355"/>
                  </a:lnTo>
                  <a:lnTo>
                    <a:pt x="2110334" y="601186"/>
                  </a:lnTo>
                  <a:lnTo>
                    <a:pt x="2180679" y="613655"/>
                  </a:lnTo>
                  <a:lnTo>
                    <a:pt x="2251023" y="625771"/>
                  </a:lnTo>
                  <a:lnTo>
                    <a:pt x="2321368" y="637546"/>
                  </a:lnTo>
                  <a:lnTo>
                    <a:pt x="2391712" y="648988"/>
                  </a:lnTo>
                  <a:lnTo>
                    <a:pt x="2462057" y="660107"/>
                  </a:lnTo>
                  <a:lnTo>
                    <a:pt x="2532401" y="670912"/>
                  </a:lnTo>
                  <a:lnTo>
                    <a:pt x="2602746" y="681412"/>
                  </a:lnTo>
                  <a:lnTo>
                    <a:pt x="2673090" y="691616"/>
                  </a:lnTo>
                  <a:lnTo>
                    <a:pt x="2743435" y="701532"/>
                  </a:lnTo>
                  <a:lnTo>
                    <a:pt x="2813779" y="711167"/>
                  </a:lnTo>
                  <a:lnTo>
                    <a:pt x="2884124" y="720531"/>
                  </a:lnTo>
                  <a:lnTo>
                    <a:pt x="2954468" y="729630"/>
                  </a:lnTo>
                  <a:lnTo>
                    <a:pt x="3024813" y="738472"/>
                  </a:lnTo>
                  <a:lnTo>
                    <a:pt x="3095157" y="747064"/>
                  </a:lnTo>
                  <a:lnTo>
                    <a:pt x="3165502" y="755414"/>
                  </a:lnTo>
                  <a:lnTo>
                    <a:pt x="3235846" y="763528"/>
                  </a:lnTo>
                  <a:lnTo>
                    <a:pt x="3306191" y="771413"/>
                  </a:lnTo>
                  <a:lnTo>
                    <a:pt x="3376535" y="779076"/>
                  </a:lnTo>
                  <a:lnTo>
                    <a:pt x="3446880" y="786522"/>
                  </a:lnTo>
                  <a:lnTo>
                    <a:pt x="3517224" y="793758"/>
                  </a:lnTo>
                  <a:lnTo>
                    <a:pt x="3587569" y="800789"/>
                  </a:lnTo>
                  <a:lnTo>
                    <a:pt x="3657913" y="807622"/>
                  </a:lnTo>
                  <a:lnTo>
                    <a:pt x="3728257" y="814262"/>
                  </a:lnTo>
                  <a:lnTo>
                    <a:pt x="3798602" y="820715"/>
                  </a:lnTo>
                  <a:lnTo>
                    <a:pt x="3868946" y="826985"/>
                  </a:lnTo>
                  <a:lnTo>
                    <a:pt x="3939291" y="833079"/>
                  </a:lnTo>
                  <a:lnTo>
                    <a:pt x="4009635" y="839000"/>
                  </a:lnTo>
                  <a:lnTo>
                    <a:pt x="4079980" y="844754"/>
                  </a:lnTo>
                  <a:lnTo>
                    <a:pt x="4150324" y="850346"/>
                  </a:lnTo>
                  <a:lnTo>
                    <a:pt x="4220669" y="855779"/>
                  </a:lnTo>
                  <a:lnTo>
                    <a:pt x="4291013" y="861060"/>
                  </a:lnTo>
                  <a:lnTo>
                    <a:pt x="4361358" y="866191"/>
                  </a:lnTo>
                  <a:lnTo>
                    <a:pt x="4431702" y="871177"/>
                  </a:lnTo>
                  <a:lnTo>
                    <a:pt x="4502047" y="876023"/>
                  </a:lnTo>
                  <a:lnTo>
                    <a:pt x="4572391" y="880732"/>
                  </a:lnTo>
                  <a:lnTo>
                    <a:pt x="4642736" y="885307"/>
                  </a:lnTo>
                  <a:lnTo>
                    <a:pt x="4713080" y="889754"/>
                  </a:lnTo>
                  <a:lnTo>
                    <a:pt x="4783425" y="894075"/>
                  </a:lnTo>
                  <a:lnTo>
                    <a:pt x="4853769" y="898274"/>
                  </a:lnTo>
                  <a:lnTo>
                    <a:pt x="4924114" y="902355"/>
                  </a:lnTo>
                  <a:lnTo>
                    <a:pt x="4994458" y="906320"/>
                  </a:lnTo>
                  <a:lnTo>
                    <a:pt x="5064803" y="910173"/>
                  </a:lnTo>
                  <a:lnTo>
                    <a:pt x="5135147" y="913918"/>
                  </a:lnTo>
                  <a:lnTo>
                    <a:pt x="5205492" y="917557"/>
                  </a:lnTo>
                  <a:lnTo>
                    <a:pt x="5275836" y="921093"/>
                  </a:lnTo>
                  <a:lnTo>
                    <a:pt x="5346181" y="924529"/>
                  </a:lnTo>
                  <a:lnTo>
                    <a:pt x="5416525" y="927868"/>
                  </a:lnTo>
                  <a:lnTo>
                    <a:pt x="5486870" y="931113"/>
                  </a:lnTo>
                  <a:lnTo>
                    <a:pt x="5557214" y="934266"/>
                  </a:lnTo>
                  <a:lnTo>
                    <a:pt x="5627559" y="937331"/>
                  </a:lnTo>
                  <a:lnTo>
                    <a:pt x="5697903" y="940308"/>
                  </a:lnTo>
                  <a:lnTo>
                    <a:pt x="5768248" y="943202"/>
                  </a:lnTo>
                  <a:lnTo>
                    <a:pt x="5838592" y="946014"/>
                  </a:lnTo>
                  <a:lnTo>
                    <a:pt x="5908937" y="948747"/>
                  </a:lnTo>
                  <a:lnTo>
                    <a:pt x="5979281" y="951402"/>
                  </a:lnTo>
                  <a:lnTo>
                    <a:pt x="6049626" y="953982"/>
                  </a:lnTo>
                  <a:lnTo>
                    <a:pt x="6119970" y="956490"/>
                  </a:lnTo>
                  <a:lnTo>
                    <a:pt x="6190315" y="958927"/>
                  </a:lnTo>
                  <a:lnTo>
                    <a:pt x="6260659" y="961295"/>
                  </a:lnTo>
                  <a:lnTo>
                    <a:pt x="6331004" y="963596"/>
                  </a:lnTo>
                  <a:lnTo>
                    <a:pt x="6401348" y="965832"/>
                  </a:lnTo>
                  <a:lnTo>
                    <a:pt x="6471693" y="968005"/>
                  </a:lnTo>
                  <a:lnTo>
                    <a:pt x="6542037" y="970117"/>
                  </a:lnTo>
                  <a:lnTo>
                    <a:pt x="6612382" y="972169"/>
                  </a:lnTo>
                  <a:lnTo>
                    <a:pt x="6682726" y="974163"/>
                  </a:lnTo>
                  <a:lnTo>
                    <a:pt x="6753071" y="976101"/>
                  </a:lnTo>
                  <a:lnTo>
                    <a:pt x="6823415" y="977984"/>
                  </a:lnTo>
                  <a:lnTo>
                    <a:pt x="6893760" y="979814"/>
                  </a:lnTo>
                  <a:lnTo>
                    <a:pt x="6964104" y="9815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30071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10371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550428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9" name="tx79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1324230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179256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03428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889308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4744334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5649057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6472994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328020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818304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561815" y="5855859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94" name="tx94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87106" y="4159544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1.42 (1.19-1.69), p_Bonf = &lt;0.001 (n = 6)  |  per IQR decline (Δ = 28.1 %): 2.66 (1.62-4.36)  |  IQR: [-30.1, -2.1] %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887106" y="3932770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2026-07-22T08:00:24Z</dcterms:modified>
  <cp:category/>
</cp:coreProperties>
</file>