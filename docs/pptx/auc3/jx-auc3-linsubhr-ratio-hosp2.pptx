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62978"/>
            </a:xfrm>
            <a:custGeom>
              <a:avLst/>
              <a:pathLst>
                <a:path w="7392041" h="3562978">
                  <a:moveTo>
                    <a:pt x="715703" y="0"/>
                  </a:moveTo>
                  <a:lnTo>
                    <a:pt x="749094" y="67903"/>
                  </a:lnTo>
                  <a:lnTo>
                    <a:pt x="826337" y="218395"/>
                  </a:lnTo>
                  <a:lnTo>
                    <a:pt x="903581" y="362569"/>
                  </a:lnTo>
                  <a:lnTo>
                    <a:pt x="980824" y="500690"/>
                  </a:lnTo>
                  <a:lnTo>
                    <a:pt x="1058068" y="633013"/>
                  </a:lnTo>
                  <a:lnTo>
                    <a:pt x="1135311" y="759781"/>
                  </a:lnTo>
                  <a:lnTo>
                    <a:pt x="1212555" y="881227"/>
                  </a:lnTo>
                  <a:lnTo>
                    <a:pt x="1289799" y="997574"/>
                  </a:lnTo>
                  <a:lnTo>
                    <a:pt x="1367042" y="1109037"/>
                  </a:lnTo>
                  <a:lnTo>
                    <a:pt x="1444286" y="1215821"/>
                  </a:lnTo>
                  <a:lnTo>
                    <a:pt x="1521529" y="1318122"/>
                  </a:lnTo>
                  <a:lnTo>
                    <a:pt x="1598773" y="1416128"/>
                  </a:lnTo>
                  <a:lnTo>
                    <a:pt x="1676016" y="1510019"/>
                  </a:lnTo>
                  <a:lnTo>
                    <a:pt x="1753260" y="1599969"/>
                  </a:lnTo>
                  <a:lnTo>
                    <a:pt x="1830504" y="1686143"/>
                  </a:lnTo>
                  <a:lnTo>
                    <a:pt x="1907747" y="1768699"/>
                  </a:lnTo>
                  <a:lnTo>
                    <a:pt x="1984991" y="1847789"/>
                  </a:lnTo>
                  <a:lnTo>
                    <a:pt x="2062234" y="1923559"/>
                  </a:lnTo>
                  <a:lnTo>
                    <a:pt x="2139478" y="1996148"/>
                  </a:lnTo>
                  <a:lnTo>
                    <a:pt x="2216721" y="2065690"/>
                  </a:lnTo>
                  <a:lnTo>
                    <a:pt x="2293965" y="2132312"/>
                  </a:lnTo>
                  <a:lnTo>
                    <a:pt x="2371209" y="2196138"/>
                  </a:lnTo>
                  <a:lnTo>
                    <a:pt x="2448452" y="2257284"/>
                  </a:lnTo>
                  <a:lnTo>
                    <a:pt x="2525696" y="2315863"/>
                  </a:lnTo>
                  <a:lnTo>
                    <a:pt x="2602939" y="2371982"/>
                  </a:lnTo>
                  <a:lnTo>
                    <a:pt x="2680183" y="2425746"/>
                  </a:lnTo>
                  <a:lnTo>
                    <a:pt x="2757426" y="2477253"/>
                  </a:lnTo>
                  <a:lnTo>
                    <a:pt x="2834670" y="2526597"/>
                  </a:lnTo>
                  <a:lnTo>
                    <a:pt x="2911914" y="2573870"/>
                  </a:lnTo>
                  <a:lnTo>
                    <a:pt x="2989157" y="2619158"/>
                  </a:lnTo>
                  <a:lnTo>
                    <a:pt x="3066401" y="2662545"/>
                  </a:lnTo>
                  <a:lnTo>
                    <a:pt x="3143644" y="2704110"/>
                  </a:lnTo>
                  <a:lnTo>
                    <a:pt x="3220888" y="2743931"/>
                  </a:lnTo>
                  <a:lnTo>
                    <a:pt x="3298131" y="2782080"/>
                  </a:lnTo>
                  <a:lnTo>
                    <a:pt x="3375375" y="2784464"/>
                  </a:lnTo>
                  <a:lnTo>
                    <a:pt x="3452619" y="2785995"/>
                  </a:lnTo>
                  <a:lnTo>
                    <a:pt x="3529862" y="2787523"/>
                  </a:lnTo>
                  <a:lnTo>
                    <a:pt x="3607106" y="2789049"/>
                  </a:lnTo>
                  <a:lnTo>
                    <a:pt x="3684349" y="2790572"/>
                  </a:lnTo>
                  <a:lnTo>
                    <a:pt x="3761593" y="2792093"/>
                  </a:lnTo>
                  <a:lnTo>
                    <a:pt x="3838836" y="2793610"/>
                  </a:lnTo>
                  <a:lnTo>
                    <a:pt x="3916080" y="2795126"/>
                  </a:lnTo>
                  <a:lnTo>
                    <a:pt x="3993324" y="2796638"/>
                  </a:lnTo>
                  <a:lnTo>
                    <a:pt x="4070567" y="2798148"/>
                  </a:lnTo>
                  <a:lnTo>
                    <a:pt x="4147811" y="2799655"/>
                  </a:lnTo>
                  <a:lnTo>
                    <a:pt x="4225054" y="2801159"/>
                  </a:lnTo>
                  <a:lnTo>
                    <a:pt x="4302298" y="2802661"/>
                  </a:lnTo>
                  <a:lnTo>
                    <a:pt x="4379541" y="2804160"/>
                  </a:lnTo>
                  <a:lnTo>
                    <a:pt x="4456785" y="2805657"/>
                  </a:lnTo>
                  <a:lnTo>
                    <a:pt x="4534029" y="2807150"/>
                  </a:lnTo>
                  <a:lnTo>
                    <a:pt x="4611272" y="2808642"/>
                  </a:lnTo>
                  <a:lnTo>
                    <a:pt x="4688516" y="2810130"/>
                  </a:lnTo>
                  <a:lnTo>
                    <a:pt x="4765759" y="2811616"/>
                  </a:lnTo>
                  <a:lnTo>
                    <a:pt x="4843003" y="2813099"/>
                  </a:lnTo>
                  <a:lnTo>
                    <a:pt x="4920246" y="2814580"/>
                  </a:lnTo>
                  <a:lnTo>
                    <a:pt x="4997490" y="2816058"/>
                  </a:lnTo>
                  <a:lnTo>
                    <a:pt x="5074734" y="2817534"/>
                  </a:lnTo>
                  <a:lnTo>
                    <a:pt x="5151977" y="2819007"/>
                  </a:lnTo>
                  <a:lnTo>
                    <a:pt x="5229221" y="2820477"/>
                  </a:lnTo>
                  <a:lnTo>
                    <a:pt x="5306464" y="2821945"/>
                  </a:lnTo>
                  <a:lnTo>
                    <a:pt x="5383708" y="2823410"/>
                  </a:lnTo>
                  <a:lnTo>
                    <a:pt x="5460951" y="2824872"/>
                  </a:lnTo>
                  <a:lnTo>
                    <a:pt x="5538195" y="2826332"/>
                  </a:lnTo>
                  <a:lnTo>
                    <a:pt x="5615439" y="2827789"/>
                  </a:lnTo>
                  <a:lnTo>
                    <a:pt x="5692682" y="2829244"/>
                  </a:lnTo>
                  <a:lnTo>
                    <a:pt x="5769926" y="2830697"/>
                  </a:lnTo>
                  <a:lnTo>
                    <a:pt x="5847169" y="2832146"/>
                  </a:lnTo>
                  <a:lnTo>
                    <a:pt x="5924413" y="2833593"/>
                  </a:lnTo>
                  <a:lnTo>
                    <a:pt x="6001656" y="2835038"/>
                  </a:lnTo>
                  <a:lnTo>
                    <a:pt x="6078900" y="2836480"/>
                  </a:lnTo>
                  <a:lnTo>
                    <a:pt x="6156144" y="2837919"/>
                  </a:lnTo>
                  <a:lnTo>
                    <a:pt x="6233387" y="2839356"/>
                  </a:lnTo>
                  <a:lnTo>
                    <a:pt x="6310631" y="2840791"/>
                  </a:lnTo>
                  <a:lnTo>
                    <a:pt x="6387874" y="2842223"/>
                  </a:lnTo>
                  <a:lnTo>
                    <a:pt x="6465118" y="2843652"/>
                  </a:lnTo>
                  <a:lnTo>
                    <a:pt x="6542361" y="2845079"/>
                  </a:lnTo>
                  <a:lnTo>
                    <a:pt x="6619605" y="2846503"/>
                  </a:lnTo>
                  <a:lnTo>
                    <a:pt x="6696849" y="2847925"/>
                  </a:lnTo>
                  <a:lnTo>
                    <a:pt x="6774092" y="2849344"/>
                  </a:lnTo>
                  <a:lnTo>
                    <a:pt x="6851336" y="2850761"/>
                  </a:lnTo>
                  <a:lnTo>
                    <a:pt x="6928579" y="2852175"/>
                  </a:lnTo>
                  <a:lnTo>
                    <a:pt x="7005823" y="2853587"/>
                  </a:lnTo>
                  <a:lnTo>
                    <a:pt x="7083066" y="2854996"/>
                  </a:lnTo>
                  <a:lnTo>
                    <a:pt x="7160310" y="2856403"/>
                  </a:lnTo>
                  <a:lnTo>
                    <a:pt x="7237554" y="2857807"/>
                  </a:lnTo>
                  <a:lnTo>
                    <a:pt x="7314797" y="2859209"/>
                  </a:lnTo>
                  <a:lnTo>
                    <a:pt x="7392041" y="2860609"/>
                  </a:lnTo>
                  <a:lnTo>
                    <a:pt x="7392041" y="3562978"/>
                  </a:lnTo>
                  <a:lnTo>
                    <a:pt x="7314797" y="3559049"/>
                  </a:lnTo>
                  <a:lnTo>
                    <a:pt x="7237554" y="3554948"/>
                  </a:lnTo>
                  <a:lnTo>
                    <a:pt x="7160310" y="3550666"/>
                  </a:lnTo>
                  <a:lnTo>
                    <a:pt x="7083066" y="3546198"/>
                  </a:lnTo>
                  <a:lnTo>
                    <a:pt x="7005823" y="3541533"/>
                  </a:lnTo>
                  <a:lnTo>
                    <a:pt x="6928579" y="3536664"/>
                  </a:lnTo>
                  <a:lnTo>
                    <a:pt x="6851336" y="3531582"/>
                  </a:lnTo>
                  <a:lnTo>
                    <a:pt x="6774092" y="3526277"/>
                  </a:lnTo>
                  <a:lnTo>
                    <a:pt x="6696849" y="3520739"/>
                  </a:lnTo>
                  <a:lnTo>
                    <a:pt x="6619605" y="3514959"/>
                  </a:lnTo>
                  <a:lnTo>
                    <a:pt x="6542361" y="3508926"/>
                  </a:lnTo>
                  <a:lnTo>
                    <a:pt x="6465118" y="3502628"/>
                  </a:lnTo>
                  <a:lnTo>
                    <a:pt x="6387874" y="3496054"/>
                  </a:lnTo>
                  <a:lnTo>
                    <a:pt x="6310631" y="3489192"/>
                  </a:lnTo>
                  <a:lnTo>
                    <a:pt x="6233387" y="3482030"/>
                  </a:lnTo>
                  <a:lnTo>
                    <a:pt x="6156144" y="3474553"/>
                  </a:lnTo>
                  <a:lnTo>
                    <a:pt x="6078900" y="3466749"/>
                  </a:lnTo>
                  <a:lnTo>
                    <a:pt x="6001656" y="3458603"/>
                  </a:lnTo>
                  <a:lnTo>
                    <a:pt x="5924413" y="3450100"/>
                  </a:lnTo>
                  <a:lnTo>
                    <a:pt x="5847169" y="3441225"/>
                  </a:lnTo>
                  <a:lnTo>
                    <a:pt x="5769926" y="3431960"/>
                  </a:lnTo>
                  <a:lnTo>
                    <a:pt x="5692682" y="3422290"/>
                  </a:lnTo>
                  <a:lnTo>
                    <a:pt x="5615439" y="3412195"/>
                  </a:lnTo>
                  <a:lnTo>
                    <a:pt x="5538195" y="3401659"/>
                  </a:lnTo>
                  <a:lnTo>
                    <a:pt x="5460951" y="3390660"/>
                  </a:lnTo>
                  <a:lnTo>
                    <a:pt x="5383708" y="3379180"/>
                  </a:lnTo>
                  <a:lnTo>
                    <a:pt x="5306464" y="3367197"/>
                  </a:lnTo>
                  <a:lnTo>
                    <a:pt x="5229221" y="3354688"/>
                  </a:lnTo>
                  <a:lnTo>
                    <a:pt x="5151977" y="3341631"/>
                  </a:lnTo>
                  <a:lnTo>
                    <a:pt x="5074734" y="3328003"/>
                  </a:lnTo>
                  <a:lnTo>
                    <a:pt x="4997490" y="3313777"/>
                  </a:lnTo>
                  <a:lnTo>
                    <a:pt x="4920246" y="3298927"/>
                  </a:lnTo>
                  <a:lnTo>
                    <a:pt x="4843003" y="3283427"/>
                  </a:lnTo>
                  <a:lnTo>
                    <a:pt x="4765759" y="3267248"/>
                  </a:lnTo>
                  <a:lnTo>
                    <a:pt x="4688516" y="3250359"/>
                  </a:lnTo>
                  <a:lnTo>
                    <a:pt x="4611272" y="3232731"/>
                  </a:lnTo>
                  <a:lnTo>
                    <a:pt x="4534029" y="3214330"/>
                  </a:lnTo>
                  <a:lnTo>
                    <a:pt x="4456785" y="3195123"/>
                  </a:lnTo>
                  <a:lnTo>
                    <a:pt x="4379541" y="3175074"/>
                  </a:lnTo>
                  <a:lnTo>
                    <a:pt x="4302298" y="3154146"/>
                  </a:lnTo>
                  <a:lnTo>
                    <a:pt x="4225054" y="3132301"/>
                  </a:lnTo>
                  <a:lnTo>
                    <a:pt x="4147811" y="3109500"/>
                  </a:lnTo>
                  <a:lnTo>
                    <a:pt x="4070567" y="3085699"/>
                  </a:lnTo>
                  <a:lnTo>
                    <a:pt x="3993324" y="3060855"/>
                  </a:lnTo>
                  <a:lnTo>
                    <a:pt x="3916080" y="3034922"/>
                  </a:lnTo>
                  <a:lnTo>
                    <a:pt x="3838836" y="3007853"/>
                  </a:lnTo>
                  <a:lnTo>
                    <a:pt x="3761593" y="2979598"/>
                  </a:lnTo>
                  <a:lnTo>
                    <a:pt x="3684349" y="2950104"/>
                  </a:lnTo>
                  <a:lnTo>
                    <a:pt x="3607106" y="2919318"/>
                  </a:lnTo>
                  <a:lnTo>
                    <a:pt x="3529862" y="2887183"/>
                  </a:lnTo>
                  <a:lnTo>
                    <a:pt x="3452619" y="2853640"/>
                  </a:lnTo>
                  <a:lnTo>
                    <a:pt x="3375375" y="2818627"/>
                  </a:lnTo>
                  <a:lnTo>
                    <a:pt x="3298131" y="2782930"/>
                  </a:lnTo>
                  <a:lnTo>
                    <a:pt x="3220888" y="2781393"/>
                  </a:lnTo>
                  <a:lnTo>
                    <a:pt x="3143644" y="2779854"/>
                  </a:lnTo>
                  <a:lnTo>
                    <a:pt x="3066401" y="2778312"/>
                  </a:lnTo>
                  <a:lnTo>
                    <a:pt x="2989157" y="2776767"/>
                  </a:lnTo>
                  <a:lnTo>
                    <a:pt x="2911914" y="2775219"/>
                  </a:lnTo>
                  <a:lnTo>
                    <a:pt x="2834670" y="2773669"/>
                  </a:lnTo>
                  <a:lnTo>
                    <a:pt x="2757426" y="2772116"/>
                  </a:lnTo>
                  <a:lnTo>
                    <a:pt x="2680183" y="2770560"/>
                  </a:lnTo>
                  <a:lnTo>
                    <a:pt x="2602939" y="2769002"/>
                  </a:lnTo>
                  <a:lnTo>
                    <a:pt x="2525696" y="2767441"/>
                  </a:lnTo>
                  <a:lnTo>
                    <a:pt x="2448452" y="2765877"/>
                  </a:lnTo>
                  <a:lnTo>
                    <a:pt x="2371209" y="2764310"/>
                  </a:lnTo>
                  <a:lnTo>
                    <a:pt x="2293965" y="2762740"/>
                  </a:lnTo>
                  <a:lnTo>
                    <a:pt x="2216721" y="2761168"/>
                  </a:lnTo>
                  <a:lnTo>
                    <a:pt x="2139478" y="2759593"/>
                  </a:lnTo>
                  <a:lnTo>
                    <a:pt x="2062234" y="2758015"/>
                  </a:lnTo>
                  <a:lnTo>
                    <a:pt x="1984991" y="2756435"/>
                  </a:lnTo>
                  <a:lnTo>
                    <a:pt x="1907747" y="2754851"/>
                  </a:lnTo>
                  <a:lnTo>
                    <a:pt x="1830504" y="2753265"/>
                  </a:lnTo>
                  <a:lnTo>
                    <a:pt x="1753260" y="2751676"/>
                  </a:lnTo>
                  <a:lnTo>
                    <a:pt x="1676016" y="2750084"/>
                  </a:lnTo>
                  <a:lnTo>
                    <a:pt x="1598773" y="2748489"/>
                  </a:lnTo>
                  <a:lnTo>
                    <a:pt x="1521529" y="2746892"/>
                  </a:lnTo>
                  <a:lnTo>
                    <a:pt x="1444286" y="2745292"/>
                  </a:lnTo>
                  <a:lnTo>
                    <a:pt x="1367042" y="2743689"/>
                  </a:lnTo>
                  <a:lnTo>
                    <a:pt x="1289799" y="2742083"/>
                  </a:lnTo>
                  <a:lnTo>
                    <a:pt x="1212555" y="2740474"/>
                  </a:lnTo>
                  <a:lnTo>
                    <a:pt x="1135311" y="2738862"/>
                  </a:lnTo>
                  <a:lnTo>
                    <a:pt x="1058068" y="2737248"/>
                  </a:lnTo>
                  <a:lnTo>
                    <a:pt x="980824" y="2735630"/>
                  </a:lnTo>
                  <a:lnTo>
                    <a:pt x="903581" y="2734010"/>
                  </a:lnTo>
                  <a:lnTo>
                    <a:pt x="826337" y="2732387"/>
                  </a:lnTo>
                  <a:lnTo>
                    <a:pt x="749094" y="2730761"/>
                  </a:lnTo>
                  <a:lnTo>
                    <a:pt x="671850" y="2729132"/>
                  </a:lnTo>
                  <a:lnTo>
                    <a:pt x="594606" y="2727501"/>
                  </a:lnTo>
                  <a:lnTo>
                    <a:pt x="517363" y="2725866"/>
                  </a:lnTo>
                  <a:lnTo>
                    <a:pt x="440119" y="2724229"/>
                  </a:lnTo>
                  <a:lnTo>
                    <a:pt x="362876" y="2722588"/>
                  </a:lnTo>
                  <a:lnTo>
                    <a:pt x="285632" y="2720945"/>
                  </a:lnTo>
                  <a:lnTo>
                    <a:pt x="208389" y="2719299"/>
                  </a:lnTo>
                  <a:lnTo>
                    <a:pt x="131145" y="2717650"/>
                  </a:lnTo>
                  <a:lnTo>
                    <a:pt x="53901" y="2715998"/>
                  </a:lnTo>
                  <a:lnTo>
                    <a:pt x="0" y="27148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1896563"/>
              <a:ext cx="6676337" cy="2860609"/>
            </a:xfrm>
            <a:custGeom>
              <a:avLst/>
              <a:pathLst>
                <a:path w="6676337" h="2860609">
                  <a:moveTo>
                    <a:pt x="0" y="0"/>
                  </a:moveTo>
                  <a:lnTo>
                    <a:pt x="33390" y="67903"/>
                  </a:lnTo>
                  <a:lnTo>
                    <a:pt x="110633" y="218395"/>
                  </a:lnTo>
                  <a:lnTo>
                    <a:pt x="187877" y="362569"/>
                  </a:lnTo>
                  <a:lnTo>
                    <a:pt x="265120" y="500690"/>
                  </a:lnTo>
                  <a:lnTo>
                    <a:pt x="342364" y="633013"/>
                  </a:lnTo>
                  <a:lnTo>
                    <a:pt x="419608" y="759781"/>
                  </a:lnTo>
                  <a:lnTo>
                    <a:pt x="496851" y="881227"/>
                  </a:lnTo>
                  <a:lnTo>
                    <a:pt x="574095" y="997574"/>
                  </a:lnTo>
                  <a:lnTo>
                    <a:pt x="651338" y="1109037"/>
                  </a:lnTo>
                  <a:lnTo>
                    <a:pt x="728582" y="1215821"/>
                  </a:lnTo>
                  <a:lnTo>
                    <a:pt x="805825" y="1318122"/>
                  </a:lnTo>
                  <a:lnTo>
                    <a:pt x="883069" y="1416128"/>
                  </a:lnTo>
                  <a:lnTo>
                    <a:pt x="960313" y="1510019"/>
                  </a:lnTo>
                  <a:lnTo>
                    <a:pt x="1037556" y="1599969"/>
                  </a:lnTo>
                  <a:lnTo>
                    <a:pt x="1114800" y="1686143"/>
                  </a:lnTo>
                  <a:lnTo>
                    <a:pt x="1192043" y="1768699"/>
                  </a:lnTo>
                  <a:lnTo>
                    <a:pt x="1269287" y="1847789"/>
                  </a:lnTo>
                  <a:lnTo>
                    <a:pt x="1346530" y="1923559"/>
                  </a:lnTo>
                  <a:lnTo>
                    <a:pt x="1423774" y="1996148"/>
                  </a:lnTo>
                  <a:lnTo>
                    <a:pt x="1501018" y="2065690"/>
                  </a:lnTo>
                  <a:lnTo>
                    <a:pt x="1578261" y="2132312"/>
                  </a:lnTo>
                  <a:lnTo>
                    <a:pt x="1655505" y="2196138"/>
                  </a:lnTo>
                  <a:lnTo>
                    <a:pt x="1732748" y="2257284"/>
                  </a:lnTo>
                  <a:lnTo>
                    <a:pt x="1809992" y="2315863"/>
                  </a:lnTo>
                  <a:lnTo>
                    <a:pt x="1887235" y="2371982"/>
                  </a:lnTo>
                  <a:lnTo>
                    <a:pt x="1964479" y="2425746"/>
                  </a:lnTo>
                  <a:lnTo>
                    <a:pt x="2041723" y="2477253"/>
                  </a:lnTo>
                  <a:lnTo>
                    <a:pt x="2118966" y="2526597"/>
                  </a:lnTo>
                  <a:lnTo>
                    <a:pt x="2196210" y="2573870"/>
                  </a:lnTo>
                  <a:lnTo>
                    <a:pt x="2273453" y="2619158"/>
                  </a:lnTo>
                  <a:lnTo>
                    <a:pt x="2350697" y="2662545"/>
                  </a:lnTo>
                  <a:lnTo>
                    <a:pt x="2427940" y="2704110"/>
                  </a:lnTo>
                  <a:lnTo>
                    <a:pt x="2505184" y="2743931"/>
                  </a:lnTo>
                  <a:lnTo>
                    <a:pt x="2582428" y="2782080"/>
                  </a:lnTo>
                  <a:lnTo>
                    <a:pt x="2659671" y="2784464"/>
                  </a:lnTo>
                  <a:lnTo>
                    <a:pt x="2736915" y="2785995"/>
                  </a:lnTo>
                  <a:lnTo>
                    <a:pt x="2814158" y="2787523"/>
                  </a:lnTo>
                  <a:lnTo>
                    <a:pt x="2891402" y="2789049"/>
                  </a:lnTo>
                  <a:lnTo>
                    <a:pt x="2968645" y="2790572"/>
                  </a:lnTo>
                  <a:lnTo>
                    <a:pt x="3045889" y="2792093"/>
                  </a:lnTo>
                  <a:lnTo>
                    <a:pt x="3123133" y="2793610"/>
                  </a:lnTo>
                  <a:lnTo>
                    <a:pt x="3200376" y="2795126"/>
                  </a:lnTo>
                  <a:lnTo>
                    <a:pt x="3277620" y="2796638"/>
                  </a:lnTo>
                  <a:lnTo>
                    <a:pt x="3354863" y="2798148"/>
                  </a:lnTo>
                  <a:lnTo>
                    <a:pt x="3432107" y="2799655"/>
                  </a:lnTo>
                  <a:lnTo>
                    <a:pt x="3509350" y="2801159"/>
                  </a:lnTo>
                  <a:lnTo>
                    <a:pt x="3586594" y="2802661"/>
                  </a:lnTo>
                  <a:lnTo>
                    <a:pt x="3663838" y="2804160"/>
                  </a:lnTo>
                  <a:lnTo>
                    <a:pt x="3741081" y="2805657"/>
                  </a:lnTo>
                  <a:lnTo>
                    <a:pt x="3818325" y="2807150"/>
                  </a:lnTo>
                  <a:lnTo>
                    <a:pt x="3895568" y="2808642"/>
                  </a:lnTo>
                  <a:lnTo>
                    <a:pt x="3972812" y="2810130"/>
                  </a:lnTo>
                  <a:lnTo>
                    <a:pt x="4050055" y="2811616"/>
                  </a:lnTo>
                  <a:lnTo>
                    <a:pt x="4127299" y="2813099"/>
                  </a:lnTo>
                  <a:lnTo>
                    <a:pt x="4204543" y="2814580"/>
                  </a:lnTo>
                  <a:lnTo>
                    <a:pt x="4281786" y="2816058"/>
                  </a:lnTo>
                  <a:lnTo>
                    <a:pt x="4359030" y="2817534"/>
                  </a:lnTo>
                  <a:lnTo>
                    <a:pt x="4436273" y="2819007"/>
                  </a:lnTo>
                  <a:lnTo>
                    <a:pt x="4513517" y="2820477"/>
                  </a:lnTo>
                  <a:lnTo>
                    <a:pt x="4590760" y="2821945"/>
                  </a:lnTo>
                  <a:lnTo>
                    <a:pt x="4668004" y="2823410"/>
                  </a:lnTo>
                  <a:lnTo>
                    <a:pt x="4745248" y="2824872"/>
                  </a:lnTo>
                  <a:lnTo>
                    <a:pt x="4822491" y="2826332"/>
                  </a:lnTo>
                  <a:lnTo>
                    <a:pt x="4899735" y="2827789"/>
                  </a:lnTo>
                  <a:lnTo>
                    <a:pt x="4976978" y="2829244"/>
                  </a:lnTo>
                  <a:lnTo>
                    <a:pt x="5054222" y="2830697"/>
                  </a:lnTo>
                  <a:lnTo>
                    <a:pt x="5131465" y="2832146"/>
                  </a:lnTo>
                  <a:lnTo>
                    <a:pt x="5208709" y="2833593"/>
                  </a:lnTo>
                  <a:lnTo>
                    <a:pt x="5285953" y="2835038"/>
                  </a:lnTo>
                  <a:lnTo>
                    <a:pt x="5363196" y="2836480"/>
                  </a:lnTo>
                  <a:lnTo>
                    <a:pt x="5440440" y="2837919"/>
                  </a:lnTo>
                  <a:lnTo>
                    <a:pt x="5517683" y="2839356"/>
                  </a:lnTo>
                  <a:lnTo>
                    <a:pt x="5594927" y="2840791"/>
                  </a:lnTo>
                  <a:lnTo>
                    <a:pt x="5672170" y="2842223"/>
                  </a:lnTo>
                  <a:lnTo>
                    <a:pt x="5749414" y="2843652"/>
                  </a:lnTo>
                  <a:lnTo>
                    <a:pt x="5826658" y="2845079"/>
                  </a:lnTo>
                  <a:lnTo>
                    <a:pt x="5903901" y="2846503"/>
                  </a:lnTo>
                  <a:lnTo>
                    <a:pt x="5981145" y="2847925"/>
                  </a:lnTo>
                  <a:lnTo>
                    <a:pt x="6058388" y="2849344"/>
                  </a:lnTo>
                  <a:lnTo>
                    <a:pt x="6135632" y="2850761"/>
                  </a:lnTo>
                  <a:lnTo>
                    <a:pt x="6212875" y="2852175"/>
                  </a:lnTo>
                  <a:lnTo>
                    <a:pt x="6290119" y="2853587"/>
                  </a:lnTo>
                  <a:lnTo>
                    <a:pt x="6367363" y="2854996"/>
                  </a:lnTo>
                  <a:lnTo>
                    <a:pt x="6444606" y="2856403"/>
                  </a:lnTo>
                  <a:lnTo>
                    <a:pt x="6521850" y="2857807"/>
                  </a:lnTo>
                  <a:lnTo>
                    <a:pt x="6599093" y="2859209"/>
                  </a:lnTo>
                  <a:lnTo>
                    <a:pt x="6676337" y="28606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11407"/>
              <a:ext cx="7392041" cy="848135"/>
            </a:xfrm>
            <a:custGeom>
              <a:avLst/>
              <a:pathLst>
                <a:path w="7392041" h="848135">
                  <a:moveTo>
                    <a:pt x="7392041" y="848135"/>
                  </a:moveTo>
                  <a:lnTo>
                    <a:pt x="7314797" y="844205"/>
                  </a:lnTo>
                  <a:lnTo>
                    <a:pt x="7237554" y="840104"/>
                  </a:lnTo>
                  <a:lnTo>
                    <a:pt x="7160310" y="835823"/>
                  </a:lnTo>
                  <a:lnTo>
                    <a:pt x="7083066" y="831354"/>
                  </a:lnTo>
                  <a:lnTo>
                    <a:pt x="7005823" y="826690"/>
                  </a:lnTo>
                  <a:lnTo>
                    <a:pt x="6928579" y="821821"/>
                  </a:lnTo>
                  <a:lnTo>
                    <a:pt x="6851336" y="816738"/>
                  </a:lnTo>
                  <a:lnTo>
                    <a:pt x="6774092" y="811433"/>
                  </a:lnTo>
                  <a:lnTo>
                    <a:pt x="6696849" y="805896"/>
                  </a:lnTo>
                  <a:lnTo>
                    <a:pt x="6619605" y="800116"/>
                  </a:lnTo>
                  <a:lnTo>
                    <a:pt x="6542361" y="794082"/>
                  </a:lnTo>
                  <a:lnTo>
                    <a:pt x="6465118" y="787784"/>
                  </a:lnTo>
                  <a:lnTo>
                    <a:pt x="6387874" y="781211"/>
                  </a:lnTo>
                  <a:lnTo>
                    <a:pt x="6310631" y="774349"/>
                  </a:lnTo>
                  <a:lnTo>
                    <a:pt x="6233387" y="767186"/>
                  </a:lnTo>
                  <a:lnTo>
                    <a:pt x="6156144" y="759710"/>
                  </a:lnTo>
                  <a:lnTo>
                    <a:pt x="6078900" y="751906"/>
                  </a:lnTo>
                  <a:lnTo>
                    <a:pt x="6001656" y="743760"/>
                  </a:lnTo>
                  <a:lnTo>
                    <a:pt x="5924413" y="735257"/>
                  </a:lnTo>
                  <a:lnTo>
                    <a:pt x="5847169" y="726381"/>
                  </a:lnTo>
                  <a:lnTo>
                    <a:pt x="5769926" y="717117"/>
                  </a:lnTo>
                  <a:lnTo>
                    <a:pt x="5692682" y="707446"/>
                  </a:lnTo>
                  <a:lnTo>
                    <a:pt x="5615439" y="697352"/>
                  </a:lnTo>
                  <a:lnTo>
                    <a:pt x="5538195" y="686815"/>
                  </a:lnTo>
                  <a:lnTo>
                    <a:pt x="5460951" y="675817"/>
                  </a:lnTo>
                  <a:lnTo>
                    <a:pt x="5383708" y="664336"/>
                  </a:lnTo>
                  <a:lnTo>
                    <a:pt x="5306464" y="652353"/>
                  </a:lnTo>
                  <a:lnTo>
                    <a:pt x="5229221" y="639844"/>
                  </a:lnTo>
                  <a:lnTo>
                    <a:pt x="5151977" y="626788"/>
                  </a:lnTo>
                  <a:lnTo>
                    <a:pt x="5074734" y="613159"/>
                  </a:lnTo>
                  <a:lnTo>
                    <a:pt x="4997490" y="598933"/>
                  </a:lnTo>
                  <a:lnTo>
                    <a:pt x="4920246" y="584083"/>
                  </a:lnTo>
                  <a:lnTo>
                    <a:pt x="4843003" y="568583"/>
                  </a:lnTo>
                  <a:lnTo>
                    <a:pt x="4765759" y="552404"/>
                  </a:lnTo>
                  <a:lnTo>
                    <a:pt x="4688516" y="535516"/>
                  </a:lnTo>
                  <a:lnTo>
                    <a:pt x="4611272" y="517887"/>
                  </a:lnTo>
                  <a:lnTo>
                    <a:pt x="4534029" y="499486"/>
                  </a:lnTo>
                  <a:lnTo>
                    <a:pt x="4456785" y="480279"/>
                  </a:lnTo>
                  <a:lnTo>
                    <a:pt x="4379541" y="460230"/>
                  </a:lnTo>
                  <a:lnTo>
                    <a:pt x="4302298" y="439302"/>
                  </a:lnTo>
                  <a:lnTo>
                    <a:pt x="4225054" y="417458"/>
                  </a:lnTo>
                  <a:lnTo>
                    <a:pt x="4147811" y="394656"/>
                  </a:lnTo>
                  <a:lnTo>
                    <a:pt x="4070567" y="370855"/>
                  </a:lnTo>
                  <a:lnTo>
                    <a:pt x="3993324" y="346011"/>
                  </a:lnTo>
                  <a:lnTo>
                    <a:pt x="3916080" y="320078"/>
                  </a:lnTo>
                  <a:lnTo>
                    <a:pt x="3838836" y="293009"/>
                  </a:lnTo>
                  <a:lnTo>
                    <a:pt x="3761593" y="264754"/>
                  </a:lnTo>
                  <a:lnTo>
                    <a:pt x="3684349" y="235260"/>
                  </a:lnTo>
                  <a:lnTo>
                    <a:pt x="3607106" y="204475"/>
                  </a:lnTo>
                  <a:lnTo>
                    <a:pt x="3529862" y="172340"/>
                  </a:lnTo>
                  <a:lnTo>
                    <a:pt x="3452619" y="138797"/>
                  </a:lnTo>
                  <a:lnTo>
                    <a:pt x="3375375" y="103784"/>
                  </a:lnTo>
                  <a:lnTo>
                    <a:pt x="3298131" y="68086"/>
                  </a:lnTo>
                  <a:lnTo>
                    <a:pt x="3220888" y="66549"/>
                  </a:lnTo>
                  <a:lnTo>
                    <a:pt x="3143644" y="65010"/>
                  </a:lnTo>
                  <a:lnTo>
                    <a:pt x="3066401" y="63468"/>
                  </a:lnTo>
                  <a:lnTo>
                    <a:pt x="2989157" y="61923"/>
                  </a:lnTo>
                  <a:lnTo>
                    <a:pt x="2911914" y="60376"/>
                  </a:lnTo>
                  <a:lnTo>
                    <a:pt x="2834670" y="58826"/>
                  </a:lnTo>
                  <a:lnTo>
                    <a:pt x="2757426" y="57273"/>
                  </a:lnTo>
                  <a:lnTo>
                    <a:pt x="2680183" y="55717"/>
                  </a:lnTo>
                  <a:lnTo>
                    <a:pt x="2602939" y="54158"/>
                  </a:lnTo>
                  <a:lnTo>
                    <a:pt x="2525696" y="52597"/>
                  </a:lnTo>
                  <a:lnTo>
                    <a:pt x="2448452" y="51033"/>
                  </a:lnTo>
                  <a:lnTo>
                    <a:pt x="2371209" y="49466"/>
                  </a:lnTo>
                  <a:lnTo>
                    <a:pt x="2293965" y="47897"/>
                  </a:lnTo>
                  <a:lnTo>
                    <a:pt x="2216721" y="46325"/>
                  </a:lnTo>
                  <a:lnTo>
                    <a:pt x="2139478" y="44749"/>
                  </a:lnTo>
                  <a:lnTo>
                    <a:pt x="2062234" y="43172"/>
                  </a:lnTo>
                  <a:lnTo>
                    <a:pt x="1984991" y="41591"/>
                  </a:lnTo>
                  <a:lnTo>
                    <a:pt x="1907747" y="40008"/>
                  </a:lnTo>
                  <a:lnTo>
                    <a:pt x="1830504" y="38421"/>
                  </a:lnTo>
                  <a:lnTo>
                    <a:pt x="1753260" y="36832"/>
                  </a:lnTo>
                  <a:lnTo>
                    <a:pt x="1676016" y="35240"/>
                  </a:lnTo>
                  <a:lnTo>
                    <a:pt x="1598773" y="33646"/>
                  </a:lnTo>
                  <a:lnTo>
                    <a:pt x="1521529" y="32048"/>
                  </a:lnTo>
                  <a:lnTo>
                    <a:pt x="1444286" y="30448"/>
                  </a:lnTo>
                  <a:lnTo>
                    <a:pt x="1367042" y="28845"/>
                  </a:lnTo>
                  <a:lnTo>
                    <a:pt x="1289799" y="27239"/>
                  </a:lnTo>
                  <a:lnTo>
                    <a:pt x="1212555" y="25630"/>
                  </a:lnTo>
                  <a:lnTo>
                    <a:pt x="1135311" y="24019"/>
                  </a:lnTo>
                  <a:lnTo>
                    <a:pt x="1058068" y="22404"/>
                  </a:lnTo>
                  <a:lnTo>
                    <a:pt x="980824" y="20787"/>
                  </a:lnTo>
                  <a:lnTo>
                    <a:pt x="903581" y="19166"/>
                  </a:lnTo>
                  <a:lnTo>
                    <a:pt x="826337" y="17543"/>
                  </a:lnTo>
                  <a:lnTo>
                    <a:pt x="749094" y="15918"/>
                  </a:lnTo>
                  <a:lnTo>
                    <a:pt x="671850" y="14289"/>
                  </a:lnTo>
                  <a:lnTo>
                    <a:pt x="594606" y="12657"/>
                  </a:lnTo>
                  <a:lnTo>
                    <a:pt x="517363" y="11022"/>
                  </a:lnTo>
                  <a:lnTo>
                    <a:pt x="440119" y="9385"/>
                  </a:lnTo>
                  <a:lnTo>
                    <a:pt x="362876" y="7745"/>
                  </a:lnTo>
                  <a:lnTo>
                    <a:pt x="285632" y="6101"/>
                  </a:lnTo>
                  <a:lnTo>
                    <a:pt x="208389" y="4455"/>
                  </a:lnTo>
                  <a:lnTo>
                    <a:pt x="131145" y="2806"/>
                  </a:lnTo>
                  <a:lnTo>
                    <a:pt x="53901" y="1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291735"/>
              <a:ext cx="7392041" cy="1990979"/>
            </a:xfrm>
            <a:custGeom>
              <a:avLst/>
              <a:pathLst>
                <a:path w="7392041" h="1990979">
                  <a:moveTo>
                    <a:pt x="0" y="0"/>
                  </a:moveTo>
                  <a:lnTo>
                    <a:pt x="53901" y="35015"/>
                  </a:lnTo>
                  <a:lnTo>
                    <a:pt x="131145" y="84085"/>
                  </a:lnTo>
                  <a:lnTo>
                    <a:pt x="208389" y="132071"/>
                  </a:lnTo>
                  <a:lnTo>
                    <a:pt x="285632" y="178998"/>
                  </a:lnTo>
                  <a:lnTo>
                    <a:pt x="362876" y="224889"/>
                  </a:lnTo>
                  <a:lnTo>
                    <a:pt x="440119" y="269767"/>
                  </a:lnTo>
                  <a:lnTo>
                    <a:pt x="517363" y="313654"/>
                  </a:lnTo>
                  <a:lnTo>
                    <a:pt x="594606" y="356572"/>
                  </a:lnTo>
                  <a:lnTo>
                    <a:pt x="671850" y="398542"/>
                  </a:lnTo>
                  <a:lnTo>
                    <a:pt x="749094" y="439586"/>
                  </a:lnTo>
                  <a:lnTo>
                    <a:pt x="826337" y="479723"/>
                  </a:lnTo>
                  <a:lnTo>
                    <a:pt x="903581" y="518974"/>
                  </a:lnTo>
                  <a:lnTo>
                    <a:pt x="980824" y="557359"/>
                  </a:lnTo>
                  <a:lnTo>
                    <a:pt x="1058068" y="594896"/>
                  </a:lnTo>
                  <a:lnTo>
                    <a:pt x="1135311" y="631604"/>
                  </a:lnTo>
                  <a:lnTo>
                    <a:pt x="1212555" y="667502"/>
                  </a:lnTo>
                  <a:lnTo>
                    <a:pt x="1289799" y="702607"/>
                  </a:lnTo>
                  <a:lnTo>
                    <a:pt x="1367042" y="736938"/>
                  </a:lnTo>
                  <a:lnTo>
                    <a:pt x="1444286" y="770510"/>
                  </a:lnTo>
                  <a:lnTo>
                    <a:pt x="1521529" y="803341"/>
                  </a:lnTo>
                  <a:lnTo>
                    <a:pt x="1598773" y="835447"/>
                  </a:lnTo>
                  <a:lnTo>
                    <a:pt x="1676016" y="866844"/>
                  </a:lnTo>
                  <a:lnTo>
                    <a:pt x="1753260" y="897548"/>
                  </a:lnTo>
                  <a:lnTo>
                    <a:pt x="1830504" y="927574"/>
                  </a:lnTo>
                  <a:lnTo>
                    <a:pt x="1907747" y="956937"/>
                  </a:lnTo>
                  <a:lnTo>
                    <a:pt x="1984991" y="985651"/>
                  </a:lnTo>
                  <a:lnTo>
                    <a:pt x="2062234" y="1013732"/>
                  </a:lnTo>
                  <a:lnTo>
                    <a:pt x="2139478" y="1041193"/>
                  </a:lnTo>
                  <a:lnTo>
                    <a:pt x="2216721" y="1068047"/>
                  </a:lnTo>
                  <a:lnTo>
                    <a:pt x="2293965" y="1094309"/>
                  </a:lnTo>
                  <a:lnTo>
                    <a:pt x="2371209" y="1119991"/>
                  </a:lnTo>
                  <a:lnTo>
                    <a:pt x="2448452" y="1145105"/>
                  </a:lnTo>
                  <a:lnTo>
                    <a:pt x="2525696" y="1169665"/>
                  </a:lnTo>
                  <a:lnTo>
                    <a:pt x="2602939" y="1193683"/>
                  </a:lnTo>
                  <a:lnTo>
                    <a:pt x="2680183" y="1217171"/>
                  </a:lnTo>
                  <a:lnTo>
                    <a:pt x="2757426" y="1240140"/>
                  </a:lnTo>
                  <a:lnTo>
                    <a:pt x="2834670" y="1262602"/>
                  </a:lnTo>
                  <a:lnTo>
                    <a:pt x="2911914" y="1284567"/>
                  </a:lnTo>
                  <a:lnTo>
                    <a:pt x="2989157" y="1306048"/>
                  </a:lnTo>
                  <a:lnTo>
                    <a:pt x="3066401" y="1327055"/>
                  </a:lnTo>
                  <a:lnTo>
                    <a:pt x="3143644" y="1347598"/>
                  </a:lnTo>
                  <a:lnTo>
                    <a:pt x="3220888" y="1367687"/>
                  </a:lnTo>
                  <a:lnTo>
                    <a:pt x="3298131" y="1387333"/>
                  </a:lnTo>
                  <a:lnTo>
                    <a:pt x="3375375" y="1406545"/>
                  </a:lnTo>
                  <a:lnTo>
                    <a:pt x="3452619" y="1425333"/>
                  </a:lnTo>
                  <a:lnTo>
                    <a:pt x="3529862" y="1443705"/>
                  </a:lnTo>
                  <a:lnTo>
                    <a:pt x="3607106" y="1461673"/>
                  </a:lnTo>
                  <a:lnTo>
                    <a:pt x="3684349" y="1479243"/>
                  </a:lnTo>
                  <a:lnTo>
                    <a:pt x="3761593" y="1496426"/>
                  </a:lnTo>
                  <a:lnTo>
                    <a:pt x="3838836" y="1513229"/>
                  </a:lnTo>
                  <a:lnTo>
                    <a:pt x="3916080" y="1529662"/>
                  </a:lnTo>
                  <a:lnTo>
                    <a:pt x="3993324" y="1545731"/>
                  </a:lnTo>
                  <a:lnTo>
                    <a:pt x="4070567" y="1561446"/>
                  </a:lnTo>
                  <a:lnTo>
                    <a:pt x="4147811" y="1576813"/>
                  </a:lnTo>
                  <a:lnTo>
                    <a:pt x="4225054" y="1591842"/>
                  </a:lnTo>
                  <a:lnTo>
                    <a:pt x="4302298" y="1606538"/>
                  </a:lnTo>
                  <a:lnTo>
                    <a:pt x="4379541" y="1620910"/>
                  </a:lnTo>
                  <a:lnTo>
                    <a:pt x="4456785" y="1634965"/>
                  </a:lnTo>
                  <a:lnTo>
                    <a:pt x="4534029" y="1648709"/>
                  </a:lnTo>
                  <a:lnTo>
                    <a:pt x="4611272" y="1662150"/>
                  </a:lnTo>
                  <a:lnTo>
                    <a:pt x="4688516" y="1675295"/>
                  </a:lnTo>
                  <a:lnTo>
                    <a:pt x="4765759" y="1688149"/>
                  </a:lnTo>
                  <a:lnTo>
                    <a:pt x="4843003" y="1700719"/>
                  </a:lnTo>
                  <a:lnTo>
                    <a:pt x="4920246" y="1713011"/>
                  </a:lnTo>
                  <a:lnTo>
                    <a:pt x="4997490" y="1725033"/>
                  </a:lnTo>
                  <a:lnTo>
                    <a:pt x="5074734" y="1736788"/>
                  </a:lnTo>
                  <a:lnTo>
                    <a:pt x="5151977" y="1748285"/>
                  </a:lnTo>
                  <a:lnTo>
                    <a:pt x="5229221" y="1759527"/>
                  </a:lnTo>
                  <a:lnTo>
                    <a:pt x="5306464" y="1770521"/>
                  </a:lnTo>
                  <a:lnTo>
                    <a:pt x="5383708" y="1781273"/>
                  </a:lnTo>
                  <a:lnTo>
                    <a:pt x="5460951" y="1791787"/>
                  </a:lnTo>
                  <a:lnTo>
                    <a:pt x="5538195" y="1802069"/>
                  </a:lnTo>
                  <a:lnTo>
                    <a:pt x="5615439" y="1812124"/>
                  </a:lnTo>
                  <a:lnTo>
                    <a:pt x="5692682" y="1821957"/>
                  </a:lnTo>
                  <a:lnTo>
                    <a:pt x="5769926" y="1831572"/>
                  </a:lnTo>
                  <a:lnTo>
                    <a:pt x="5847169" y="1840976"/>
                  </a:lnTo>
                  <a:lnTo>
                    <a:pt x="5924413" y="1850172"/>
                  </a:lnTo>
                  <a:lnTo>
                    <a:pt x="6001656" y="1859165"/>
                  </a:lnTo>
                  <a:lnTo>
                    <a:pt x="6078900" y="1867959"/>
                  </a:lnTo>
                  <a:lnTo>
                    <a:pt x="6156144" y="1876559"/>
                  </a:lnTo>
                  <a:lnTo>
                    <a:pt x="6233387" y="1884969"/>
                  </a:lnTo>
                  <a:lnTo>
                    <a:pt x="6310631" y="1893194"/>
                  </a:lnTo>
                  <a:lnTo>
                    <a:pt x="6387874" y="1901237"/>
                  </a:lnTo>
                  <a:lnTo>
                    <a:pt x="6465118" y="1909102"/>
                  </a:lnTo>
                  <a:lnTo>
                    <a:pt x="6542361" y="1916794"/>
                  </a:lnTo>
                  <a:lnTo>
                    <a:pt x="6619605" y="1924316"/>
                  </a:lnTo>
                  <a:lnTo>
                    <a:pt x="6696849" y="1931672"/>
                  </a:lnTo>
                  <a:lnTo>
                    <a:pt x="6774092" y="1938865"/>
                  </a:lnTo>
                  <a:lnTo>
                    <a:pt x="6851336" y="1945899"/>
                  </a:lnTo>
                  <a:lnTo>
                    <a:pt x="6928579" y="1952779"/>
                  </a:lnTo>
                  <a:lnTo>
                    <a:pt x="7005823" y="1959506"/>
                  </a:lnTo>
                  <a:lnTo>
                    <a:pt x="7083066" y="1966085"/>
                  </a:lnTo>
                  <a:lnTo>
                    <a:pt x="7160310" y="1972518"/>
                  </a:lnTo>
                  <a:lnTo>
                    <a:pt x="7237554" y="1978810"/>
                  </a:lnTo>
                  <a:lnTo>
                    <a:pt x="7314797" y="1984963"/>
                  </a:lnTo>
                  <a:lnTo>
                    <a:pt x="7392041" y="19909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2026-05-27T10:06:50Z</dcterms:modified>
  <cp:category/>
</cp:coreProperties>
</file>