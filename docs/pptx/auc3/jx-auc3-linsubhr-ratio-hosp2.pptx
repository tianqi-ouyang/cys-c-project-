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398227"/>
            </a:xfrm>
            <a:custGeom>
              <a:avLst/>
              <a:pathLst>
                <a:path w="7392041" h="3398227">
                  <a:moveTo>
                    <a:pt x="715703" y="0"/>
                  </a:moveTo>
                  <a:lnTo>
                    <a:pt x="749094" y="64764"/>
                  </a:lnTo>
                  <a:lnTo>
                    <a:pt x="826337" y="208297"/>
                  </a:lnTo>
                  <a:lnTo>
                    <a:pt x="903581" y="345804"/>
                  </a:lnTo>
                  <a:lnTo>
                    <a:pt x="980824" y="477539"/>
                  </a:lnTo>
                  <a:lnTo>
                    <a:pt x="1058068" y="603743"/>
                  </a:lnTo>
                  <a:lnTo>
                    <a:pt x="1135311" y="724649"/>
                  </a:lnTo>
                  <a:lnTo>
                    <a:pt x="1212555" y="840479"/>
                  </a:lnTo>
                  <a:lnTo>
                    <a:pt x="1289799" y="951447"/>
                  </a:lnTo>
                  <a:lnTo>
                    <a:pt x="1367042" y="1057756"/>
                  </a:lnTo>
                  <a:lnTo>
                    <a:pt x="1444286" y="1159602"/>
                  </a:lnTo>
                  <a:lnTo>
                    <a:pt x="1521529" y="1257172"/>
                  </a:lnTo>
                  <a:lnTo>
                    <a:pt x="1598773" y="1350647"/>
                  </a:lnTo>
                  <a:lnTo>
                    <a:pt x="1676016" y="1440197"/>
                  </a:lnTo>
                  <a:lnTo>
                    <a:pt x="1753260" y="1525987"/>
                  </a:lnTo>
                  <a:lnTo>
                    <a:pt x="1830504" y="1608176"/>
                  </a:lnTo>
                  <a:lnTo>
                    <a:pt x="1907747" y="1686915"/>
                  </a:lnTo>
                  <a:lnTo>
                    <a:pt x="1984991" y="1762348"/>
                  </a:lnTo>
                  <a:lnTo>
                    <a:pt x="2062234" y="1834615"/>
                  </a:lnTo>
                  <a:lnTo>
                    <a:pt x="2139478" y="1903847"/>
                  </a:lnTo>
                  <a:lnTo>
                    <a:pt x="2216721" y="1970173"/>
                  </a:lnTo>
                  <a:lnTo>
                    <a:pt x="2293965" y="2033715"/>
                  </a:lnTo>
                  <a:lnTo>
                    <a:pt x="2371209" y="2094589"/>
                  </a:lnTo>
                  <a:lnTo>
                    <a:pt x="2448452" y="2152908"/>
                  </a:lnTo>
                  <a:lnTo>
                    <a:pt x="2525696" y="2208778"/>
                  </a:lnTo>
                  <a:lnTo>
                    <a:pt x="2602939" y="2262303"/>
                  </a:lnTo>
                  <a:lnTo>
                    <a:pt x="2680183" y="2313580"/>
                  </a:lnTo>
                  <a:lnTo>
                    <a:pt x="2757426" y="2362705"/>
                  </a:lnTo>
                  <a:lnTo>
                    <a:pt x="2834670" y="2409768"/>
                  </a:lnTo>
                  <a:lnTo>
                    <a:pt x="2911914" y="2454855"/>
                  </a:lnTo>
                  <a:lnTo>
                    <a:pt x="2989157" y="2498049"/>
                  </a:lnTo>
                  <a:lnTo>
                    <a:pt x="3066401" y="2539430"/>
                  </a:lnTo>
                  <a:lnTo>
                    <a:pt x="3143644" y="2579073"/>
                  </a:lnTo>
                  <a:lnTo>
                    <a:pt x="3220888" y="2617053"/>
                  </a:lnTo>
                  <a:lnTo>
                    <a:pt x="3298131" y="2653437"/>
                  </a:lnTo>
                  <a:lnTo>
                    <a:pt x="3375375" y="2655711"/>
                  </a:lnTo>
                  <a:lnTo>
                    <a:pt x="3452619" y="2657171"/>
                  </a:lnTo>
                  <a:lnTo>
                    <a:pt x="3529862" y="2658629"/>
                  </a:lnTo>
                  <a:lnTo>
                    <a:pt x="3607106" y="2660085"/>
                  </a:lnTo>
                  <a:lnTo>
                    <a:pt x="3684349" y="2661537"/>
                  </a:lnTo>
                  <a:lnTo>
                    <a:pt x="3761593" y="2662987"/>
                  </a:lnTo>
                  <a:lnTo>
                    <a:pt x="3838836" y="2664435"/>
                  </a:lnTo>
                  <a:lnTo>
                    <a:pt x="3916080" y="2665880"/>
                  </a:lnTo>
                  <a:lnTo>
                    <a:pt x="3993324" y="2667322"/>
                  </a:lnTo>
                  <a:lnTo>
                    <a:pt x="4070567" y="2668762"/>
                  </a:lnTo>
                  <a:lnTo>
                    <a:pt x="4147811" y="2670200"/>
                  </a:lnTo>
                  <a:lnTo>
                    <a:pt x="4225054" y="2671635"/>
                  </a:lnTo>
                  <a:lnTo>
                    <a:pt x="4302298" y="2673067"/>
                  </a:lnTo>
                  <a:lnTo>
                    <a:pt x="4379541" y="2674497"/>
                  </a:lnTo>
                  <a:lnTo>
                    <a:pt x="4456785" y="2675924"/>
                  </a:lnTo>
                  <a:lnTo>
                    <a:pt x="4534029" y="2677349"/>
                  </a:lnTo>
                  <a:lnTo>
                    <a:pt x="4611272" y="2678771"/>
                  </a:lnTo>
                  <a:lnTo>
                    <a:pt x="4688516" y="2680191"/>
                  </a:lnTo>
                  <a:lnTo>
                    <a:pt x="4765759" y="2681608"/>
                  </a:lnTo>
                  <a:lnTo>
                    <a:pt x="4843003" y="2683023"/>
                  </a:lnTo>
                  <a:lnTo>
                    <a:pt x="4920246" y="2684435"/>
                  </a:lnTo>
                  <a:lnTo>
                    <a:pt x="4997490" y="2685845"/>
                  </a:lnTo>
                  <a:lnTo>
                    <a:pt x="5074734" y="2687252"/>
                  </a:lnTo>
                  <a:lnTo>
                    <a:pt x="5151977" y="2688657"/>
                  </a:lnTo>
                  <a:lnTo>
                    <a:pt x="5229221" y="2690059"/>
                  </a:lnTo>
                  <a:lnTo>
                    <a:pt x="5306464" y="2691459"/>
                  </a:lnTo>
                  <a:lnTo>
                    <a:pt x="5383708" y="2692856"/>
                  </a:lnTo>
                  <a:lnTo>
                    <a:pt x="5460951" y="2694251"/>
                  </a:lnTo>
                  <a:lnTo>
                    <a:pt x="5538195" y="2695644"/>
                  </a:lnTo>
                  <a:lnTo>
                    <a:pt x="5615439" y="2697034"/>
                  </a:lnTo>
                  <a:lnTo>
                    <a:pt x="5692682" y="2698421"/>
                  </a:lnTo>
                  <a:lnTo>
                    <a:pt x="5769926" y="2699806"/>
                  </a:lnTo>
                  <a:lnTo>
                    <a:pt x="5847169" y="2701189"/>
                  </a:lnTo>
                  <a:lnTo>
                    <a:pt x="5924413" y="2702569"/>
                  </a:lnTo>
                  <a:lnTo>
                    <a:pt x="6001656" y="2703947"/>
                  </a:lnTo>
                  <a:lnTo>
                    <a:pt x="6078900" y="2705322"/>
                  </a:lnTo>
                  <a:lnTo>
                    <a:pt x="6156144" y="2706695"/>
                  </a:lnTo>
                  <a:lnTo>
                    <a:pt x="6233387" y="2708065"/>
                  </a:lnTo>
                  <a:lnTo>
                    <a:pt x="6310631" y="2709434"/>
                  </a:lnTo>
                  <a:lnTo>
                    <a:pt x="6387874" y="2710799"/>
                  </a:lnTo>
                  <a:lnTo>
                    <a:pt x="6465118" y="2712162"/>
                  </a:lnTo>
                  <a:lnTo>
                    <a:pt x="6542361" y="2713523"/>
                  </a:lnTo>
                  <a:lnTo>
                    <a:pt x="6619605" y="2714882"/>
                  </a:lnTo>
                  <a:lnTo>
                    <a:pt x="6696849" y="2716238"/>
                  </a:lnTo>
                  <a:lnTo>
                    <a:pt x="6774092" y="2717591"/>
                  </a:lnTo>
                  <a:lnTo>
                    <a:pt x="6851336" y="2718943"/>
                  </a:lnTo>
                  <a:lnTo>
                    <a:pt x="6928579" y="2720292"/>
                  </a:lnTo>
                  <a:lnTo>
                    <a:pt x="7005823" y="2721638"/>
                  </a:lnTo>
                  <a:lnTo>
                    <a:pt x="7083066" y="2722982"/>
                  </a:lnTo>
                  <a:lnTo>
                    <a:pt x="7160310" y="2724324"/>
                  </a:lnTo>
                  <a:lnTo>
                    <a:pt x="7237554" y="2725663"/>
                  </a:lnTo>
                  <a:lnTo>
                    <a:pt x="7314797" y="2727000"/>
                  </a:lnTo>
                  <a:lnTo>
                    <a:pt x="7392041" y="2728335"/>
                  </a:lnTo>
                  <a:lnTo>
                    <a:pt x="7392041" y="3398227"/>
                  </a:lnTo>
                  <a:lnTo>
                    <a:pt x="7314797" y="3394480"/>
                  </a:lnTo>
                  <a:lnTo>
                    <a:pt x="7237554" y="3390568"/>
                  </a:lnTo>
                  <a:lnTo>
                    <a:pt x="7160310" y="3386485"/>
                  </a:lnTo>
                  <a:lnTo>
                    <a:pt x="7083066" y="3382223"/>
                  </a:lnTo>
                  <a:lnTo>
                    <a:pt x="7005823" y="3377774"/>
                  </a:lnTo>
                  <a:lnTo>
                    <a:pt x="6928579" y="3373130"/>
                  </a:lnTo>
                  <a:lnTo>
                    <a:pt x="6851336" y="3368283"/>
                  </a:lnTo>
                  <a:lnTo>
                    <a:pt x="6774092" y="3363223"/>
                  </a:lnTo>
                  <a:lnTo>
                    <a:pt x="6696849" y="3357942"/>
                  </a:lnTo>
                  <a:lnTo>
                    <a:pt x="6619605" y="3352429"/>
                  </a:lnTo>
                  <a:lnTo>
                    <a:pt x="6542361" y="3346674"/>
                  </a:lnTo>
                  <a:lnTo>
                    <a:pt x="6465118" y="3340668"/>
                  </a:lnTo>
                  <a:lnTo>
                    <a:pt x="6387874" y="3334398"/>
                  </a:lnTo>
                  <a:lnTo>
                    <a:pt x="6310631" y="3327853"/>
                  </a:lnTo>
                  <a:lnTo>
                    <a:pt x="6233387" y="3321022"/>
                  </a:lnTo>
                  <a:lnTo>
                    <a:pt x="6156144" y="3313891"/>
                  </a:lnTo>
                  <a:lnTo>
                    <a:pt x="6078900" y="3306448"/>
                  </a:lnTo>
                  <a:lnTo>
                    <a:pt x="6001656" y="3298679"/>
                  </a:lnTo>
                  <a:lnTo>
                    <a:pt x="5924413" y="3290569"/>
                  </a:lnTo>
                  <a:lnTo>
                    <a:pt x="5847169" y="3282104"/>
                  </a:lnTo>
                  <a:lnTo>
                    <a:pt x="5769926" y="3273268"/>
                  </a:lnTo>
                  <a:lnTo>
                    <a:pt x="5692682" y="3264044"/>
                  </a:lnTo>
                  <a:lnTo>
                    <a:pt x="5615439" y="3254417"/>
                  </a:lnTo>
                  <a:lnTo>
                    <a:pt x="5538195" y="3244367"/>
                  </a:lnTo>
                  <a:lnTo>
                    <a:pt x="5460951" y="3233877"/>
                  </a:lnTo>
                  <a:lnTo>
                    <a:pt x="5383708" y="3222928"/>
                  </a:lnTo>
                  <a:lnTo>
                    <a:pt x="5306464" y="3211499"/>
                  </a:lnTo>
                  <a:lnTo>
                    <a:pt x="5229221" y="3199568"/>
                  </a:lnTo>
                  <a:lnTo>
                    <a:pt x="5151977" y="3187116"/>
                  </a:lnTo>
                  <a:lnTo>
                    <a:pt x="5074734" y="3174117"/>
                  </a:lnTo>
                  <a:lnTo>
                    <a:pt x="4997490" y="3160549"/>
                  </a:lnTo>
                  <a:lnTo>
                    <a:pt x="4920246" y="3146386"/>
                  </a:lnTo>
                  <a:lnTo>
                    <a:pt x="4843003" y="3131602"/>
                  </a:lnTo>
                  <a:lnTo>
                    <a:pt x="4765759" y="3116171"/>
                  </a:lnTo>
                  <a:lnTo>
                    <a:pt x="4688516" y="3100064"/>
                  </a:lnTo>
                  <a:lnTo>
                    <a:pt x="4611272" y="3083250"/>
                  </a:lnTo>
                  <a:lnTo>
                    <a:pt x="4534029" y="3065700"/>
                  </a:lnTo>
                  <a:lnTo>
                    <a:pt x="4456785" y="3047381"/>
                  </a:lnTo>
                  <a:lnTo>
                    <a:pt x="4379541" y="3028259"/>
                  </a:lnTo>
                  <a:lnTo>
                    <a:pt x="4302298" y="3008300"/>
                  </a:lnTo>
                  <a:lnTo>
                    <a:pt x="4225054" y="2987465"/>
                  </a:lnTo>
                  <a:lnTo>
                    <a:pt x="4147811" y="2965718"/>
                  </a:lnTo>
                  <a:lnTo>
                    <a:pt x="4070567" y="2943017"/>
                  </a:lnTo>
                  <a:lnTo>
                    <a:pt x="3993324" y="2919322"/>
                  </a:lnTo>
                  <a:lnTo>
                    <a:pt x="3916080" y="2894588"/>
                  </a:lnTo>
                  <a:lnTo>
                    <a:pt x="3838836" y="2868771"/>
                  </a:lnTo>
                  <a:lnTo>
                    <a:pt x="3761593" y="2841822"/>
                  </a:lnTo>
                  <a:lnTo>
                    <a:pt x="3684349" y="2813692"/>
                  </a:lnTo>
                  <a:lnTo>
                    <a:pt x="3607106" y="2784330"/>
                  </a:lnTo>
                  <a:lnTo>
                    <a:pt x="3529862" y="2753681"/>
                  </a:lnTo>
                  <a:lnTo>
                    <a:pt x="3452619" y="2721689"/>
                  </a:lnTo>
                  <a:lnTo>
                    <a:pt x="3375375" y="2688295"/>
                  </a:lnTo>
                  <a:lnTo>
                    <a:pt x="3298131" y="2654248"/>
                  </a:lnTo>
                  <a:lnTo>
                    <a:pt x="3220888" y="2652783"/>
                  </a:lnTo>
                  <a:lnTo>
                    <a:pt x="3143644" y="2651314"/>
                  </a:lnTo>
                  <a:lnTo>
                    <a:pt x="3066401" y="2649844"/>
                  </a:lnTo>
                  <a:lnTo>
                    <a:pt x="2989157" y="2648370"/>
                  </a:lnTo>
                  <a:lnTo>
                    <a:pt x="2911914" y="2646894"/>
                  </a:lnTo>
                  <a:lnTo>
                    <a:pt x="2834670" y="2645416"/>
                  </a:lnTo>
                  <a:lnTo>
                    <a:pt x="2757426" y="2643935"/>
                  </a:lnTo>
                  <a:lnTo>
                    <a:pt x="2680183" y="2642451"/>
                  </a:lnTo>
                  <a:lnTo>
                    <a:pt x="2602939" y="2640964"/>
                  </a:lnTo>
                  <a:lnTo>
                    <a:pt x="2525696" y="2639475"/>
                  </a:lnTo>
                  <a:lnTo>
                    <a:pt x="2448452" y="2637984"/>
                  </a:lnTo>
                  <a:lnTo>
                    <a:pt x="2371209" y="2636489"/>
                  </a:lnTo>
                  <a:lnTo>
                    <a:pt x="2293965" y="2634992"/>
                  </a:lnTo>
                  <a:lnTo>
                    <a:pt x="2216721" y="2633493"/>
                  </a:lnTo>
                  <a:lnTo>
                    <a:pt x="2139478" y="2631991"/>
                  </a:lnTo>
                  <a:lnTo>
                    <a:pt x="2062234" y="2630486"/>
                  </a:lnTo>
                  <a:lnTo>
                    <a:pt x="1984991" y="2628978"/>
                  </a:lnTo>
                  <a:lnTo>
                    <a:pt x="1907747" y="2627468"/>
                  </a:lnTo>
                  <a:lnTo>
                    <a:pt x="1830504" y="2625955"/>
                  </a:lnTo>
                  <a:lnTo>
                    <a:pt x="1753260" y="2624439"/>
                  </a:lnTo>
                  <a:lnTo>
                    <a:pt x="1676016" y="2622921"/>
                  </a:lnTo>
                  <a:lnTo>
                    <a:pt x="1598773" y="2621400"/>
                  </a:lnTo>
                  <a:lnTo>
                    <a:pt x="1521529" y="2619877"/>
                  </a:lnTo>
                  <a:lnTo>
                    <a:pt x="1444286" y="2618350"/>
                  </a:lnTo>
                  <a:lnTo>
                    <a:pt x="1367042" y="2616821"/>
                  </a:lnTo>
                  <a:lnTo>
                    <a:pt x="1289799" y="2615290"/>
                  </a:lnTo>
                  <a:lnTo>
                    <a:pt x="1212555" y="2613755"/>
                  </a:lnTo>
                  <a:lnTo>
                    <a:pt x="1135311" y="2612218"/>
                  </a:lnTo>
                  <a:lnTo>
                    <a:pt x="1058068" y="2610678"/>
                  </a:lnTo>
                  <a:lnTo>
                    <a:pt x="980824" y="2609136"/>
                  </a:lnTo>
                  <a:lnTo>
                    <a:pt x="903581" y="2607590"/>
                  </a:lnTo>
                  <a:lnTo>
                    <a:pt x="826337" y="2606042"/>
                  </a:lnTo>
                  <a:lnTo>
                    <a:pt x="749094" y="2604492"/>
                  </a:lnTo>
                  <a:lnTo>
                    <a:pt x="671850" y="2602938"/>
                  </a:lnTo>
                  <a:lnTo>
                    <a:pt x="594606" y="2601382"/>
                  </a:lnTo>
                  <a:lnTo>
                    <a:pt x="517363" y="2599823"/>
                  </a:lnTo>
                  <a:lnTo>
                    <a:pt x="440119" y="2598261"/>
                  </a:lnTo>
                  <a:lnTo>
                    <a:pt x="362876" y="2596697"/>
                  </a:lnTo>
                  <a:lnTo>
                    <a:pt x="285632" y="2595130"/>
                  </a:lnTo>
                  <a:lnTo>
                    <a:pt x="208389" y="2593560"/>
                  </a:lnTo>
                  <a:lnTo>
                    <a:pt x="131145" y="2591987"/>
                  </a:lnTo>
                  <a:lnTo>
                    <a:pt x="53901" y="2590411"/>
                  </a:lnTo>
                  <a:lnTo>
                    <a:pt x="0" y="258931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33221" y="2073503"/>
              <a:ext cx="6676337" cy="2728335"/>
            </a:xfrm>
            <a:custGeom>
              <a:avLst/>
              <a:pathLst>
                <a:path w="6676337" h="2728335">
                  <a:moveTo>
                    <a:pt x="0" y="0"/>
                  </a:moveTo>
                  <a:lnTo>
                    <a:pt x="33390" y="64764"/>
                  </a:lnTo>
                  <a:lnTo>
                    <a:pt x="110633" y="208297"/>
                  </a:lnTo>
                  <a:lnTo>
                    <a:pt x="187877" y="345804"/>
                  </a:lnTo>
                  <a:lnTo>
                    <a:pt x="265120" y="477539"/>
                  </a:lnTo>
                  <a:lnTo>
                    <a:pt x="342364" y="603743"/>
                  </a:lnTo>
                  <a:lnTo>
                    <a:pt x="419608" y="724649"/>
                  </a:lnTo>
                  <a:lnTo>
                    <a:pt x="496851" y="840479"/>
                  </a:lnTo>
                  <a:lnTo>
                    <a:pt x="574095" y="951447"/>
                  </a:lnTo>
                  <a:lnTo>
                    <a:pt x="651338" y="1057756"/>
                  </a:lnTo>
                  <a:lnTo>
                    <a:pt x="728582" y="1159602"/>
                  </a:lnTo>
                  <a:lnTo>
                    <a:pt x="805825" y="1257172"/>
                  </a:lnTo>
                  <a:lnTo>
                    <a:pt x="883069" y="1350647"/>
                  </a:lnTo>
                  <a:lnTo>
                    <a:pt x="960313" y="1440197"/>
                  </a:lnTo>
                  <a:lnTo>
                    <a:pt x="1037556" y="1525987"/>
                  </a:lnTo>
                  <a:lnTo>
                    <a:pt x="1114800" y="1608176"/>
                  </a:lnTo>
                  <a:lnTo>
                    <a:pt x="1192043" y="1686915"/>
                  </a:lnTo>
                  <a:lnTo>
                    <a:pt x="1269287" y="1762348"/>
                  </a:lnTo>
                  <a:lnTo>
                    <a:pt x="1346530" y="1834615"/>
                  </a:lnTo>
                  <a:lnTo>
                    <a:pt x="1423774" y="1903847"/>
                  </a:lnTo>
                  <a:lnTo>
                    <a:pt x="1501018" y="1970173"/>
                  </a:lnTo>
                  <a:lnTo>
                    <a:pt x="1578261" y="2033715"/>
                  </a:lnTo>
                  <a:lnTo>
                    <a:pt x="1655505" y="2094589"/>
                  </a:lnTo>
                  <a:lnTo>
                    <a:pt x="1732748" y="2152908"/>
                  </a:lnTo>
                  <a:lnTo>
                    <a:pt x="1809992" y="2208778"/>
                  </a:lnTo>
                  <a:lnTo>
                    <a:pt x="1887235" y="2262303"/>
                  </a:lnTo>
                  <a:lnTo>
                    <a:pt x="1964479" y="2313580"/>
                  </a:lnTo>
                  <a:lnTo>
                    <a:pt x="2041723" y="2362705"/>
                  </a:lnTo>
                  <a:lnTo>
                    <a:pt x="2118966" y="2409768"/>
                  </a:lnTo>
                  <a:lnTo>
                    <a:pt x="2196210" y="2454855"/>
                  </a:lnTo>
                  <a:lnTo>
                    <a:pt x="2273453" y="2498049"/>
                  </a:lnTo>
                  <a:lnTo>
                    <a:pt x="2350697" y="2539430"/>
                  </a:lnTo>
                  <a:lnTo>
                    <a:pt x="2427940" y="2579073"/>
                  </a:lnTo>
                  <a:lnTo>
                    <a:pt x="2505184" y="2617053"/>
                  </a:lnTo>
                  <a:lnTo>
                    <a:pt x="2582428" y="2653437"/>
                  </a:lnTo>
                  <a:lnTo>
                    <a:pt x="2659671" y="2655711"/>
                  </a:lnTo>
                  <a:lnTo>
                    <a:pt x="2736915" y="2657171"/>
                  </a:lnTo>
                  <a:lnTo>
                    <a:pt x="2814158" y="2658629"/>
                  </a:lnTo>
                  <a:lnTo>
                    <a:pt x="2891402" y="2660085"/>
                  </a:lnTo>
                  <a:lnTo>
                    <a:pt x="2968645" y="2661537"/>
                  </a:lnTo>
                  <a:lnTo>
                    <a:pt x="3045889" y="2662987"/>
                  </a:lnTo>
                  <a:lnTo>
                    <a:pt x="3123133" y="2664435"/>
                  </a:lnTo>
                  <a:lnTo>
                    <a:pt x="3200376" y="2665880"/>
                  </a:lnTo>
                  <a:lnTo>
                    <a:pt x="3277620" y="2667322"/>
                  </a:lnTo>
                  <a:lnTo>
                    <a:pt x="3354863" y="2668762"/>
                  </a:lnTo>
                  <a:lnTo>
                    <a:pt x="3432107" y="2670200"/>
                  </a:lnTo>
                  <a:lnTo>
                    <a:pt x="3509350" y="2671635"/>
                  </a:lnTo>
                  <a:lnTo>
                    <a:pt x="3586594" y="2673067"/>
                  </a:lnTo>
                  <a:lnTo>
                    <a:pt x="3663838" y="2674497"/>
                  </a:lnTo>
                  <a:lnTo>
                    <a:pt x="3741081" y="2675924"/>
                  </a:lnTo>
                  <a:lnTo>
                    <a:pt x="3818325" y="2677349"/>
                  </a:lnTo>
                  <a:lnTo>
                    <a:pt x="3895568" y="2678771"/>
                  </a:lnTo>
                  <a:lnTo>
                    <a:pt x="3972812" y="2680191"/>
                  </a:lnTo>
                  <a:lnTo>
                    <a:pt x="4050055" y="2681608"/>
                  </a:lnTo>
                  <a:lnTo>
                    <a:pt x="4127299" y="2683023"/>
                  </a:lnTo>
                  <a:lnTo>
                    <a:pt x="4204543" y="2684435"/>
                  </a:lnTo>
                  <a:lnTo>
                    <a:pt x="4281786" y="2685845"/>
                  </a:lnTo>
                  <a:lnTo>
                    <a:pt x="4359030" y="2687252"/>
                  </a:lnTo>
                  <a:lnTo>
                    <a:pt x="4436273" y="2688657"/>
                  </a:lnTo>
                  <a:lnTo>
                    <a:pt x="4513517" y="2690059"/>
                  </a:lnTo>
                  <a:lnTo>
                    <a:pt x="4590760" y="2691459"/>
                  </a:lnTo>
                  <a:lnTo>
                    <a:pt x="4668004" y="2692856"/>
                  </a:lnTo>
                  <a:lnTo>
                    <a:pt x="4745248" y="2694251"/>
                  </a:lnTo>
                  <a:lnTo>
                    <a:pt x="4822491" y="2695644"/>
                  </a:lnTo>
                  <a:lnTo>
                    <a:pt x="4899735" y="2697034"/>
                  </a:lnTo>
                  <a:lnTo>
                    <a:pt x="4976978" y="2698421"/>
                  </a:lnTo>
                  <a:lnTo>
                    <a:pt x="5054222" y="2699806"/>
                  </a:lnTo>
                  <a:lnTo>
                    <a:pt x="5131465" y="2701189"/>
                  </a:lnTo>
                  <a:lnTo>
                    <a:pt x="5208709" y="2702569"/>
                  </a:lnTo>
                  <a:lnTo>
                    <a:pt x="5285953" y="2703947"/>
                  </a:lnTo>
                  <a:lnTo>
                    <a:pt x="5363196" y="2705322"/>
                  </a:lnTo>
                  <a:lnTo>
                    <a:pt x="5440440" y="2706695"/>
                  </a:lnTo>
                  <a:lnTo>
                    <a:pt x="5517683" y="2708065"/>
                  </a:lnTo>
                  <a:lnTo>
                    <a:pt x="5594927" y="2709434"/>
                  </a:lnTo>
                  <a:lnTo>
                    <a:pt x="5672170" y="2710799"/>
                  </a:lnTo>
                  <a:lnTo>
                    <a:pt x="5749414" y="2712162"/>
                  </a:lnTo>
                  <a:lnTo>
                    <a:pt x="5826658" y="2713523"/>
                  </a:lnTo>
                  <a:lnTo>
                    <a:pt x="5903901" y="2714882"/>
                  </a:lnTo>
                  <a:lnTo>
                    <a:pt x="5981145" y="2716238"/>
                  </a:lnTo>
                  <a:lnTo>
                    <a:pt x="6058388" y="2717591"/>
                  </a:lnTo>
                  <a:lnTo>
                    <a:pt x="6135632" y="2718943"/>
                  </a:lnTo>
                  <a:lnTo>
                    <a:pt x="6212875" y="2720292"/>
                  </a:lnTo>
                  <a:lnTo>
                    <a:pt x="6290119" y="2721638"/>
                  </a:lnTo>
                  <a:lnTo>
                    <a:pt x="6367363" y="2722982"/>
                  </a:lnTo>
                  <a:lnTo>
                    <a:pt x="6444606" y="2724324"/>
                  </a:lnTo>
                  <a:lnTo>
                    <a:pt x="6521850" y="2725663"/>
                  </a:lnTo>
                  <a:lnTo>
                    <a:pt x="6599093" y="2727000"/>
                  </a:lnTo>
                  <a:lnTo>
                    <a:pt x="6676337" y="27283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62813"/>
              <a:ext cx="7392041" cy="808917"/>
            </a:xfrm>
            <a:custGeom>
              <a:avLst/>
              <a:pathLst>
                <a:path w="7392041" h="808917">
                  <a:moveTo>
                    <a:pt x="7392041" y="808917"/>
                  </a:moveTo>
                  <a:lnTo>
                    <a:pt x="7314797" y="805170"/>
                  </a:lnTo>
                  <a:lnTo>
                    <a:pt x="7237554" y="801258"/>
                  </a:lnTo>
                  <a:lnTo>
                    <a:pt x="7160310" y="797175"/>
                  </a:lnTo>
                  <a:lnTo>
                    <a:pt x="7083066" y="792913"/>
                  </a:lnTo>
                  <a:lnTo>
                    <a:pt x="7005823" y="788464"/>
                  </a:lnTo>
                  <a:lnTo>
                    <a:pt x="6928579" y="783820"/>
                  </a:lnTo>
                  <a:lnTo>
                    <a:pt x="6851336" y="778973"/>
                  </a:lnTo>
                  <a:lnTo>
                    <a:pt x="6774092" y="773913"/>
                  </a:lnTo>
                  <a:lnTo>
                    <a:pt x="6696849" y="768631"/>
                  </a:lnTo>
                  <a:lnTo>
                    <a:pt x="6619605" y="763119"/>
                  </a:lnTo>
                  <a:lnTo>
                    <a:pt x="6542361" y="757364"/>
                  </a:lnTo>
                  <a:lnTo>
                    <a:pt x="6465118" y="751358"/>
                  </a:lnTo>
                  <a:lnTo>
                    <a:pt x="6387874" y="745088"/>
                  </a:lnTo>
                  <a:lnTo>
                    <a:pt x="6310631" y="738543"/>
                  </a:lnTo>
                  <a:lnTo>
                    <a:pt x="6233387" y="731712"/>
                  </a:lnTo>
                  <a:lnTo>
                    <a:pt x="6156144" y="724581"/>
                  </a:lnTo>
                  <a:lnTo>
                    <a:pt x="6078900" y="717138"/>
                  </a:lnTo>
                  <a:lnTo>
                    <a:pt x="6001656" y="709368"/>
                  </a:lnTo>
                  <a:lnTo>
                    <a:pt x="5924413" y="701259"/>
                  </a:lnTo>
                  <a:lnTo>
                    <a:pt x="5847169" y="692793"/>
                  </a:lnTo>
                  <a:lnTo>
                    <a:pt x="5769926" y="683957"/>
                  </a:lnTo>
                  <a:lnTo>
                    <a:pt x="5692682" y="674734"/>
                  </a:lnTo>
                  <a:lnTo>
                    <a:pt x="5615439" y="665106"/>
                  </a:lnTo>
                  <a:lnTo>
                    <a:pt x="5538195" y="655057"/>
                  </a:lnTo>
                  <a:lnTo>
                    <a:pt x="5460951" y="644567"/>
                  </a:lnTo>
                  <a:lnTo>
                    <a:pt x="5383708" y="633618"/>
                  </a:lnTo>
                  <a:lnTo>
                    <a:pt x="5306464" y="622188"/>
                  </a:lnTo>
                  <a:lnTo>
                    <a:pt x="5229221" y="610258"/>
                  </a:lnTo>
                  <a:lnTo>
                    <a:pt x="5151977" y="597805"/>
                  </a:lnTo>
                  <a:lnTo>
                    <a:pt x="5074734" y="584807"/>
                  </a:lnTo>
                  <a:lnTo>
                    <a:pt x="4997490" y="571238"/>
                  </a:lnTo>
                  <a:lnTo>
                    <a:pt x="4920246" y="557076"/>
                  </a:lnTo>
                  <a:lnTo>
                    <a:pt x="4843003" y="542292"/>
                  </a:lnTo>
                  <a:lnTo>
                    <a:pt x="4765759" y="526861"/>
                  </a:lnTo>
                  <a:lnTo>
                    <a:pt x="4688516" y="510754"/>
                  </a:lnTo>
                  <a:lnTo>
                    <a:pt x="4611272" y="493940"/>
                  </a:lnTo>
                  <a:lnTo>
                    <a:pt x="4534029" y="476390"/>
                  </a:lnTo>
                  <a:lnTo>
                    <a:pt x="4456785" y="458071"/>
                  </a:lnTo>
                  <a:lnTo>
                    <a:pt x="4379541" y="438949"/>
                  </a:lnTo>
                  <a:lnTo>
                    <a:pt x="4302298" y="418989"/>
                  </a:lnTo>
                  <a:lnTo>
                    <a:pt x="4225054" y="398155"/>
                  </a:lnTo>
                  <a:lnTo>
                    <a:pt x="4147811" y="376407"/>
                  </a:lnTo>
                  <a:lnTo>
                    <a:pt x="4070567" y="353707"/>
                  </a:lnTo>
                  <a:lnTo>
                    <a:pt x="3993324" y="330012"/>
                  </a:lnTo>
                  <a:lnTo>
                    <a:pt x="3916080" y="305278"/>
                  </a:lnTo>
                  <a:lnTo>
                    <a:pt x="3838836" y="279461"/>
                  </a:lnTo>
                  <a:lnTo>
                    <a:pt x="3761593" y="252512"/>
                  </a:lnTo>
                  <a:lnTo>
                    <a:pt x="3684349" y="224382"/>
                  </a:lnTo>
                  <a:lnTo>
                    <a:pt x="3607106" y="195020"/>
                  </a:lnTo>
                  <a:lnTo>
                    <a:pt x="3529862" y="164371"/>
                  </a:lnTo>
                  <a:lnTo>
                    <a:pt x="3452619" y="132379"/>
                  </a:lnTo>
                  <a:lnTo>
                    <a:pt x="3375375" y="98985"/>
                  </a:lnTo>
                  <a:lnTo>
                    <a:pt x="3298131" y="64938"/>
                  </a:lnTo>
                  <a:lnTo>
                    <a:pt x="3220888" y="63472"/>
                  </a:lnTo>
                  <a:lnTo>
                    <a:pt x="3143644" y="62004"/>
                  </a:lnTo>
                  <a:lnTo>
                    <a:pt x="3066401" y="60533"/>
                  </a:lnTo>
                  <a:lnTo>
                    <a:pt x="2989157" y="59060"/>
                  </a:lnTo>
                  <a:lnTo>
                    <a:pt x="2911914" y="57584"/>
                  </a:lnTo>
                  <a:lnTo>
                    <a:pt x="2834670" y="56105"/>
                  </a:lnTo>
                  <a:lnTo>
                    <a:pt x="2757426" y="54624"/>
                  </a:lnTo>
                  <a:lnTo>
                    <a:pt x="2680183" y="53140"/>
                  </a:lnTo>
                  <a:lnTo>
                    <a:pt x="2602939" y="51654"/>
                  </a:lnTo>
                  <a:lnTo>
                    <a:pt x="2525696" y="50165"/>
                  </a:lnTo>
                  <a:lnTo>
                    <a:pt x="2448452" y="48673"/>
                  </a:lnTo>
                  <a:lnTo>
                    <a:pt x="2371209" y="47179"/>
                  </a:lnTo>
                  <a:lnTo>
                    <a:pt x="2293965" y="45682"/>
                  </a:lnTo>
                  <a:lnTo>
                    <a:pt x="2216721" y="44183"/>
                  </a:lnTo>
                  <a:lnTo>
                    <a:pt x="2139478" y="42680"/>
                  </a:lnTo>
                  <a:lnTo>
                    <a:pt x="2062234" y="41175"/>
                  </a:lnTo>
                  <a:lnTo>
                    <a:pt x="1984991" y="39668"/>
                  </a:lnTo>
                  <a:lnTo>
                    <a:pt x="1907747" y="38158"/>
                  </a:lnTo>
                  <a:lnTo>
                    <a:pt x="1830504" y="36645"/>
                  </a:lnTo>
                  <a:lnTo>
                    <a:pt x="1753260" y="35129"/>
                  </a:lnTo>
                  <a:lnTo>
                    <a:pt x="1676016" y="33611"/>
                  </a:lnTo>
                  <a:lnTo>
                    <a:pt x="1598773" y="32090"/>
                  </a:lnTo>
                  <a:lnTo>
                    <a:pt x="1521529" y="30566"/>
                  </a:lnTo>
                  <a:lnTo>
                    <a:pt x="1444286" y="29040"/>
                  </a:lnTo>
                  <a:lnTo>
                    <a:pt x="1367042" y="27511"/>
                  </a:lnTo>
                  <a:lnTo>
                    <a:pt x="1289799" y="25979"/>
                  </a:lnTo>
                  <a:lnTo>
                    <a:pt x="1212555" y="24445"/>
                  </a:lnTo>
                  <a:lnTo>
                    <a:pt x="1135311" y="22908"/>
                  </a:lnTo>
                  <a:lnTo>
                    <a:pt x="1058068" y="21368"/>
                  </a:lnTo>
                  <a:lnTo>
                    <a:pt x="980824" y="19825"/>
                  </a:lnTo>
                  <a:lnTo>
                    <a:pt x="903581" y="18280"/>
                  </a:lnTo>
                  <a:lnTo>
                    <a:pt x="826337" y="16732"/>
                  </a:lnTo>
                  <a:lnTo>
                    <a:pt x="749094" y="15181"/>
                  </a:lnTo>
                  <a:lnTo>
                    <a:pt x="671850" y="13628"/>
                  </a:lnTo>
                  <a:lnTo>
                    <a:pt x="594606" y="12072"/>
                  </a:lnTo>
                  <a:lnTo>
                    <a:pt x="517363" y="10513"/>
                  </a:lnTo>
                  <a:lnTo>
                    <a:pt x="440119" y="8951"/>
                  </a:lnTo>
                  <a:lnTo>
                    <a:pt x="362876" y="7387"/>
                  </a:lnTo>
                  <a:lnTo>
                    <a:pt x="285632" y="5819"/>
                  </a:lnTo>
                  <a:lnTo>
                    <a:pt x="208389" y="4249"/>
                  </a:lnTo>
                  <a:lnTo>
                    <a:pt x="131145" y="2676"/>
                  </a:lnTo>
                  <a:lnTo>
                    <a:pt x="53901" y="110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404162"/>
              <a:ext cx="7392041" cy="1898917"/>
            </a:xfrm>
            <a:custGeom>
              <a:avLst/>
              <a:pathLst>
                <a:path w="7392041" h="1898917">
                  <a:moveTo>
                    <a:pt x="0" y="0"/>
                  </a:moveTo>
                  <a:lnTo>
                    <a:pt x="53901" y="33395"/>
                  </a:lnTo>
                  <a:lnTo>
                    <a:pt x="131145" y="80197"/>
                  </a:lnTo>
                  <a:lnTo>
                    <a:pt x="208389" y="125964"/>
                  </a:lnTo>
                  <a:lnTo>
                    <a:pt x="285632" y="170721"/>
                  </a:lnTo>
                  <a:lnTo>
                    <a:pt x="362876" y="214490"/>
                  </a:lnTo>
                  <a:lnTo>
                    <a:pt x="440119" y="257293"/>
                  </a:lnTo>
                  <a:lnTo>
                    <a:pt x="517363" y="299151"/>
                  </a:lnTo>
                  <a:lnTo>
                    <a:pt x="594606" y="340084"/>
                  </a:lnTo>
                  <a:lnTo>
                    <a:pt x="671850" y="380114"/>
                  </a:lnTo>
                  <a:lnTo>
                    <a:pt x="749094" y="419259"/>
                  </a:lnTo>
                  <a:lnTo>
                    <a:pt x="826337" y="457541"/>
                  </a:lnTo>
                  <a:lnTo>
                    <a:pt x="903581" y="494977"/>
                  </a:lnTo>
                  <a:lnTo>
                    <a:pt x="980824" y="531587"/>
                  </a:lnTo>
                  <a:lnTo>
                    <a:pt x="1058068" y="567388"/>
                  </a:lnTo>
                  <a:lnTo>
                    <a:pt x="1135311" y="602399"/>
                  </a:lnTo>
                  <a:lnTo>
                    <a:pt x="1212555" y="636637"/>
                  </a:lnTo>
                  <a:lnTo>
                    <a:pt x="1289799" y="670119"/>
                  </a:lnTo>
                  <a:lnTo>
                    <a:pt x="1367042" y="702862"/>
                  </a:lnTo>
                  <a:lnTo>
                    <a:pt x="1444286" y="734882"/>
                  </a:lnTo>
                  <a:lnTo>
                    <a:pt x="1521529" y="766194"/>
                  </a:lnTo>
                  <a:lnTo>
                    <a:pt x="1598773" y="796816"/>
                  </a:lnTo>
                  <a:lnTo>
                    <a:pt x="1676016" y="826761"/>
                  </a:lnTo>
                  <a:lnTo>
                    <a:pt x="1753260" y="856045"/>
                  </a:lnTo>
                  <a:lnTo>
                    <a:pt x="1830504" y="884683"/>
                  </a:lnTo>
                  <a:lnTo>
                    <a:pt x="1907747" y="912688"/>
                  </a:lnTo>
                  <a:lnTo>
                    <a:pt x="1984991" y="940075"/>
                  </a:lnTo>
                  <a:lnTo>
                    <a:pt x="2062234" y="966858"/>
                  </a:lnTo>
                  <a:lnTo>
                    <a:pt x="2139478" y="993049"/>
                  </a:lnTo>
                  <a:lnTo>
                    <a:pt x="2216721" y="1018661"/>
                  </a:lnTo>
                  <a:lnTo>
                    <a:pt x="2293965" y="1043708"/>
                  </a:lnTo>
                  <a:lnTo>
                    <a:pt x="2371209" y="1068203"/>
                  </a:lnTo>
                  <a:lnTo>
                    <a:pt x="2448452" y="1092156"/>
                  </a:lnTo>
                  <a:lnTo>
                    <a:pt x="2525696" y="1115580"/>
                  </a:lnTo>
                  <a:lnTo>
                    <a:pt x="2602939" y="1138488"/>
                  </a:lnTo>
                  <a:lnTo>
                    <a:pt x="2680183" y="1160889"/>
                  </a:lnTo>
                  <a:lnTo>
                    <a:pt x="2757426" y="1182796"/>
                  </a:lnTo>
                  <a:lnTo>
                    <a:pt x="2834670" y="1204219"/>
                  </a:lnTo>
                  <a:lnTo>
                    <a:pt x="2911914" y="1225170"/>
                  </a:lnTo>
                  <a:lnTo>
                    <a:pt x="2989157" y="1245657"/>
                  </a:lnTo>
                  <a:lnTo>
                    <a:pt x="3066401" y="1265692"/>
                  </a:lnTo>
                  <a:lnTo>
                    <a:pt x="3143644" y="1285285"/>
                  </a:lnTo>
                  <a:lnTo>
                    <a:pt x="3220888" y="1304446"/>
                  </a:lnTo>
                  <a:lnTo>
                    <a:pt x="3298131" y="1323183"/>
                  </a:lnTo>
                  <a:lnTo>
                    <a:pt x="3375375" y="1341507"/>
                  </a:lnTo>
                  <a:lnTo>
                    <a:pt x="3452619" y="1359426"/>
                  </a:lnTo>
                  <a:lnTo>
                    <a:pt x="3529862" y="1376949"/>
                  </a:lnTo>
                  <a:lnTo>
                    <a:pt x="3607106" y="1394086"/>
                  </a:lnTo>
                  <a:lnTo>
                    <a:pt x="3684349" y="1410844"/>
                  </a:lnTo>
                  <a:lnTo>
                    <a:pt x="3761593" y="1427232"/>
                  </a:lnTo>
                  <a:lnTo>
                    <a:pt x="3838836" y="1443258"/>
                  </a:lnTo>
                  <a:lnTo>
                    <a:pt x="3916080" y="1458931"/>
                  </a:lnTo>
                  <a:lnTo>
                    <a:pt x="3993324" y="1474257"/>
                  </a:lnTo>
                  <a:lnTo>
                    <a:pt x="4070567" y="1489245"/>
                  </a:lnTo>
                  <a:lnTo>
                    <a:pt x="4147811" y="1503902"/>
                  </a:lnTo>
                  <a:lnTo>
                    <a:pt x="4225054" y="1518235"/>
                  </a:lnTo>
                  <a:lnTo>
                    <a:pt x="4302298" y="1532252"/>
                  </a:lnTo>
                  <a:lnTo>
                    <a:pt x="4379541" y="1545960"/>
                  </a:lnTo>
                  <a:lnTo>
                    <a:pt x="4456785" y="1559365"/>
                  </a:lnTo>
                  <a:lnTo>
                    <a:pt x="4534029" y="1572474"/>
                  </a:lnTo>
                  <a:lnTo>
                    <a:pt x="4611272" y="1585293"/>
                  </a:lnTo>
                  <a:lnTo>
                    <a:pt x="4688516" y="1597830"/>
                  </a:lnTo>
                  <a:lnTo>
                    <a:pt x="4765759" y="1610089"/>
                  </a:lnTo>
                  <a:lnTo>
                    <a:pt x="4843003" y="1622078"/>
                  </a:lnTo>
                  <a:lnTo>
                    <a:pt x="4920246" y="1633802"/>
                  </a:lnTo>
                  <a:lnTo>
                    <a:pt x="4997490" y="1645268"/>
                  </a:lnTo>
                  <a:lnTo>
                    <a:pt x="5074734" y="1656480"/>
                  </a:lnTo>
                  <a:lnTo>
                    <a:pt x="5151977" y="1667445"/>
                  </a:lnTo>
                  <a:lnTo>
                    <a:pt x="5229221" y="1678167"/>
                  </a:lnTo>
                  <a:lnTo>
                    <a:pt x="5306464" y="1688653"/>
                  </a:lnTo>
                  <a:lnTo>
                    <a:pt x="5383708" y="1698907"/>
                  </a:lnTo>
                  <a:lnTo>
                    <a:pt x="5460951" y="1708935"/>
                  </a:lnTo>
                  <a:lnTo>
                    <a:pt x="5538195" y="1718742"/>
                  </a:lnTo>
                  <a:lnTo>
                    <a:pt x="5615439" y="1728332"/>
                  </a:lnTo>
                  <a:lnTo>
                    <a:pt x="5692682" y="1737710"/>
                  </a:lnTo>
                  <a:lnTo>
                    <a:pt x="5769926" y="1746881"/>
                  </a:lnTo>
                  <a:lnTo>
                    <a:pt x="5847169" y="1755850"/>
                  </a:lnTo>
                  <a:lnTo>
                    <a:pt x="5924413" y="1764621"/>
                  </a:lnTo>
                  <a:lnTo>
                    <a:pt x="6001656" y="1773198"/>
                  </a:lnTo>
                  <a:lnTo>
                    <a:pt x="6078900" y="1781585"/>
                  </a:lnTo>
                  <a:lnTo>
                    <a:pt x="6156144" y="1789788"/>
                  </a:lnTo>
                  <a:lnTo>
                    <a:pt x="6233387" y="1797809"/>
                  </a:lnTo>
                  <a:lnTo>
                    <a:pt x="6310631" y="1805653"/>
                  </a:lnTo>
                  <a:lnTo>
                    <a:pt x="6387874" y="1813324"/>
                  </a:lnTo>
                  <a:lnTo>
                    <a:pt x="6465118" y="1820826"/>
                  </a:lnTo>
                  <a:lnTo>
                    <a:pt x="6542361" y="1828162"/>
                  </a:lnTo>
                  <a:lnTo>
                    <a:pt x="6619605" y="1835336"/>
                  </a:lnTo>
                  <a:lnTo>
                    <a:pt x="6696849" y="1842352"/>
                  </a:lnTo>
                  <a:lnTo>
                    <a:pt x="6774092" y="1849212"/>
                  </a:lnTo>
                  <a:lnTo>
                    <a:pt x="6851336" y="1855922"/>
                  </a:lnTo>
                  <a:lnTo>
                    <a:pt x="6928579" y="1862483"/>
                  </a:lnTo>
                  <a:lnTo>
                    <a:pt x="7005823" y="1868899"/>
                  </a:lnTo>
                  <a:lnTo>
                    <a:pt x="7083066" y="1875174"/>
                  </a:lnTo>
                  <a:lnTo>
                    <a:pt x="7160310" y="1881310"/>
                  </a:lnTo>
                  <a:lnTo>
                    <a:pt x="7237554" y="1887311"/>
                  </a:lnTo>
                  <a:lnTo>
                    <a:pt x="7314797" y="1893179"/>
                  </a:lnTo>
                  <a:lnTo>
                    <a:pt x="7392041" y="189891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56262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1.29 (1.02-1.64)  |  per IQR decline (Δ = 0.30): 2.13 (1.06-4.28)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44587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2026-05-28T20:46:35Z</dcterms:modified>
  <cp:category/>
</cp:coreProperties>
</file>