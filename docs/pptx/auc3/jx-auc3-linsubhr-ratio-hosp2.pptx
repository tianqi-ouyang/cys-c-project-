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26340"/>
            </a:xfrm>
            <a:custGeom>
              <a:avLst/>
              <a:pathLst>
                <a:path w="6964104" h="1226340">
                  <a:moveTo>
                    <a:pt x="884070" y="0"/>
                  </a:moveTo>
                  <a:lnTo>
                    <a:pt x="914478" y="23371"/>
                  </a:lnTo>
                  <a:lnTo>
                    <a:pt x="984822" y="75169"/>
                  </a:lnTo>
                  <a:lnTo>
                    <a:pt x="1055167" y="124792"/>
                  </a:lnTo>
                  <a:lnTo>
                    <a:pt x="1125511" y="172332"/>
                  </a:lnTo>
                  <a:lnTo>
                    <a:pt x="1195856" y="217876"/>
                  </a:lnTo>
                  <a:lnTo>
                    <a:pt x="1266200" y="261508"/>
                  </a:lnTo>
                  <a:lnTo>
                    <a:pt x="1336545" y="303309"/>
                  </a:lnTo>
                  <a:lnTo>
                    <a:pt x="1406889" y="343354"/>
                  </a:lnTo>
                  <a:lnTo>
                    <a:pt x="1477234" y="381719"/>
                  </a:lnTo>
                  <a:lnTo>
                    <a:pt x="1547578" y="418473"/>
                  </a:lnTo>
                  <a:lnTo>
                    <a:pt x="1617923" y="453684"/>
                  </a:lnTo>
                  <a:lnTo>
                    <a:pt x="1688267" y="487416"/>
                  </a:lnTo>
                  <a:lnTo>
                    <a:pt x="1758612" y="519733"/>
                  </a:lnTo>
                  <a:lnTo>
                    <a:pt x="1828956" y="550693"/>
                  </a:lnTo>
                  <a:lnTo>
                    <a:pt x="1899301" y="580353"/>
                  </a:lnTo>
                  <a:lnTo>
                    <a:pt x="1969645" y="608768"/>
                  </a:lnTo>
                  <a:lnTo>
                    <a:pt x="2039990" y="635990"/>
                  </a:lnTo>
                  <a:lnTo>
                    <a:pt x="2110334" y="662069"/>
                  </a:lnTo>
                  <a:lnTo>
                    <a:pt x="2180679" y="687053"/>
                  </a:lnTo>
                  <a:lnTo>
                    <a:pt x="2251023" y="710989"/>
                  </a:lnTo>
                  <a:lnTo>
                    <a:pt x="2321368" y="733920"/>
                  </a:lnTo>
                  <a:lnTo>
                    <a:pt x="2391712" y="755888"/>
                  </a:lnTo>
                  <a:lnTo>
                    <a:pt x="2462057" y="776933"/>
                  </a:lnTo>
                  <a:lnTo>
                    <a:pt x="2532401" y="797096"/>
                  </a:lnTo>
                  <a:lnTo>
                    <a:pt x="2602746" y="816411"/>
                  </a:lnTo>
                  <a:lnTo>
                    <a:pt x="2673090" y="834916"/>
                  </a:lnTo>
                  <a:lnTo>
                    <a:pt x="2743435" y="852644"/>
                  </a:lnTo>
                  <a:lnTo>
                    <a:pt x="2813779" y="869628"/>
                  </a:lnTo>
                  <a:lnTo>
                    <a:pt x="2884124" y="885899"/>
                  </a:lnTo>
                  <a:lnTo>
                    <a:pt x="2954468" y="901487"/>
                  </a:lnTo>
                  <a:lnTo>
                    <a:pt x="3024813" y="916420"/>
                  </a:lnTo>
                  <a:lnTo>
                    <a:pt x="3095157" y="930727"/>
                  </a:lnTo>
                  <a:lnTo>
                    <a:pt x="3165502" y="944432"/>
                  </a:lnTo>
                  <a:lnTo>
                    <a:pt x="3235846" y="957563"/>
                  </a:lnTo>
                  <a:lnTo>
                    <a:pt x="3306191" y="958383"/>
                  </a:lnTo>
                  <a:lnTo>
                    <a:pt x="3376535" y="958910"/>
                  </a:lnTo>
                  <a:lnTo>
                    <a:pt x="3446880" y="959436"/>
                  </a:lnTo>
                  <a:lnTo>
                    <a:pt x="3517224" y="959962"/>
                  </a:lnTo>
                  <a:lnTo>
                    <a:pt x="3587569" y="960486"/>
                  </a:lnTo>
                  <a:lnTo>
                    <a:pt x="3657913" y="961009"/>
                  </a:lnTo>
                  <a:lnTo>
                    <a:pt x="3728257" y="961532"/>
                  </a:lnTo>
                  <a:lnTo>
                    <a:pt x="3798602" y="962053"/>
                  </a:lnTo>
                  <a:lnTo>
                    <a:pt x="3868946" y="962574"/>
                  </a:lnTo>
                  <a:lnTo>
                    <a:pt x="3939291" y="963093"/>
                  </a:lnTo>
                  <a:lnTo>
                    <a:pt x="4009635" y="963612"/>
                  </a:lnTo>
                  <a:lnTo>
                    <a:pt x="4079980" y="964130"/>
                  </a:lnTo>
                  <a:lnTo>
                    <a:pt x="4150324" y="964647"/>
                  </a:lnTo>
                  <a:lnTo>
                    <a:pt x="4220669" y="965163"/>
                  </a:lnTo>
                  <a:lnTo>
                    <a:pt x="4291013" y="965678"/>
                  </a:lnTo>
                  <a:lnTo>
                    <a:pt x="4361358" y="966192"/>
                  </a:lnTo>
                  <a:lnTo>
                    <a:pt x="4431702" y="966705"/>
                  </a:lnTo>
                  <a:lnTo>
                    <a:pt x="4502047" y="967217"/>
                  </a:lnTo>
                  <a:lnTo>
                    <a:pt x="4572391" y="967729"/>
                  </a:lnTo>
                  <a:lnTo>
                    <a:pt x="4642736" y="968239"/>
                  </a:lnTo>
                  <a:lnTo>
                    <a:pt x="4713080" y="968749"/>
                  </a:lnTo>
                  <a:lnTo>
                    <a:pt x="4783425" y="969258"/>
                  </a:lnTo>
                  <a:lnTo>
                    <a:pt x="4853769" y="969766"/>
                  </a:lnTo>
                  <a:lnTo>
                    <a:pt x="4924114" y="970273"/>
                  </a:lnTo>
                  <a:lnTo>
                    <a:pt x="4994458" y="970779"/>
                  </a:lnTo>
                  <a:lnTo>
                    <a:pt x="5064803" y="971284"/>
                  </a:lnTo>
                  <a:lnTo>
                    <a:pt x="5135147" y="971788"/>
                  </a:lnTo>
                  <a:lnTo>
                    <a:pt x="5205492" y="972292"/>
                  </a:lnTo>
                  <a:lnTo>
                    <a:pt x="5275836" y="972794"/>
                  </a:lnTo>
                  <a:lnTo>
                    <a:pt x="5346181" y="973296"/>
                  </a:lnTo>
                  <a:lnTo>
                    <a:pt x="5416525" y="973796"/>
                  </a:lnTo>
                  <a:lnTo>
                    <a:pt x="5486870" y="974296"/>
                  </a:lnTo>
                  <a:lnTo>
                    <a:pt x="5557214" y="974795"/>
                  </a:lnTo>
                  <a:lnTo>
                    <a:pt x="5627559" y="975293"/>
                  </a:lnTo>
                  <a:lnTo>
                    <a:pt x="5697903" y="975790"/>
                  </a:lnTo>
                  <a:lnTo>
                    <a:pt x="5768248" y="976287"/>
                  </a:lnTo>
                  <a:lnTo>
                    <a:pt x="5838592" y="976782"/>
                  </a:lnTo>
                  <a:lnTo>
                    <a:pt x="5908937" y="977277"/>
                  </a:lnTo>
                  <a:lnTo>
                    <a:pt x="5979281" y="977770"/>
                  </a:lnTo>
                  <a:lnTo>
                    <a:pt x="6049626" y="978263"/>
                  </a:lnTo>
                  <a:lnTo>
                    <a:pt x="6119970" y="978755"/>
                  </a:lnTo>
                  <a:lnTo>
                    <a:pt x="6190315" y="979246"/>
                  </a:lnTo>
                  <a:lnTo>
                    <a:pt x="6260659" y="979737"/>
                  </a:lnTo>
                  <a:lnTo>
                    <a:pt x="6331004" y="980226"/>
                  </a:lnTo>
                  <a:lnTo>
                    <a:pt x="6401348" y="980714"/>
                  </a:lnTo>
                  <a:lnTo>
                    <a:pt x="6471693" y="981202"/>
                  </a:lnTo>
                  <a:lnTo>
                    <a:pt x="6542037" y="981689"/>
                  </a:lnTo>
                  <a:lnTo>
                    <a:pt x="6612382" y="982175"/>
                  </a:lnTo>
                  <a:lnTo>
                    <a:pt x="6682726" y="982660"/>
                  </a:lnTo>
                  <a:lnTo>
                    <a:pt x="6753071" y="983144"/>
                  </a:lnTo>
                  <a:lnTo>
                    <a:pt x="6823415" y="983627"/>
                  </a:lnTo>
                  <a:lnTo>
                    <a:pt x="6893760" y="984110"/>
                  </a:lnTo>
                  <a:lnTo>
                    <a:pt x="6964104" y="984592"/>
                  </a:lnTo>
                  <a:lnTo>
                    <a:pt x="6964104" y="1226340"/>
                  </a:lnTo>
                  <a:lnTo>
                    <a:pt x="6893760" y="1224988"/>
                  </a:lnTo>
                  <a:lnTo>
                    <a:pt x="6823415" y="1223576"/>
                  </a:lnTo>
                  <a:lnTo>
                    <a:pt x="6753071" y="1222102"/>
                  </a:lnTo>
                  <a:lnTo>
                    <a:pt x="6682726" y="1220564"/>
                  </a:lnTo>
                  <a:lnTo>
                    <a:pt x="6612382" y="1218959"/>
                  </a:lnTo>
                  <a:lnTo>
                    <a:pt x="6542037" y="1217283"/>
                  </a:lnTo>
                  <a:lnTo>
                    <a:pt x="6471693" y="1215534"/>
                  </a:lnTo>
                  <a:lnTo>
                    <a:pt x="6401348" y="1213708"/>
                  </a:lnTo>
                  <a:lnTo>
                    <a:pt x="6331004" y="1211802"/>
                  </a:lnTo>
                  <a:lnTo>
                    <a:pt x="6260659" y="1209812"/>
                  </a:lnTo>
                  <a:lnTo>
                    <a:pt x="6190315" y="1207736"/>
                  </a:lnTo>
                  <a:lnTo>
                    <a:pt x="6119970" y="1205568"/>
                  </a:lnTo>
                  <a:lnTo>
                    <a:pt x="6049626" y="1203305"/>
                  </a:lnTo>
                  <a:lnTo>
                    <a:pt x="5979281" y="1200944"/>
                  </a:lnTo>
                  <a:lnTo>
                    <a:pt x="5908937" y="1198478"/>
                  </a:lnTo>
                  <a:lnTo>
                    <a:pt x="5838592" y="1195905"/>
                  </a:lnTo>
                  <a:lnTo>
                    <a:pt x="5768248" y="1193219"/>
                  </a:lnTo>
                  <a:lnTo>
                    <a:pt x="5697903" y="1190415"/>
                  </a:lnTo>
                  <a:lnTo>
                    <a:pt x="5627559" y="1187489"/>
                  </a:lnTo>
                  <a:lnTo>
                    <a:pt x="5557214" y="1184434"/>
                  </a:lnTo>
                  <a:lnTo>
                    <a:pt x="5486870" y="1181245"/>
                  </a:lnTo>
                  <a:lnTo>
                    <a:pt x="5416525" y="1177916"/>
                  </a:lnTo>
                  <a:lnTo>
                    <a:pt x="5346181" y="1174442"/>
                  </a:lnTo>
                  <a:lnTo>
                    <a:pt x="5275836" y="1170815"/>
                  </a:lnTo>
                  <a:lnTo>
                    <a:pt x="5205492" y="1167030"/>
                  </a:lnTo>
                  <a:lnTo>
                    <a:pt x="5135147" y="1163079"/>
                  </a:lnTo>
                  <a:lnTo>
                    <a:pt x="5064803" y="1158954"/>
                  </a:lnTo>
                  <a:lnTo>
                    <a:pt x="4994458" y="1154649"/>
                  </a:lnTo>
                  <a:lnTo>
                    <a:pt x="4924114" y="1150155"/>
                  </a:lnTo>
                  <a:lnTo>
                    <a:pt x="4853769" y="1145464"/>
                  </a:lnTo>
                  <a:lnTo>
                    <a:pt x="4783425" y="1140567"/>
                  </a:lnTo>
                  <a:lnTo>
                    <a:pt x="4713080" y="1135456"/>
                  </a:lnTo>
                  <a:lnTo>
                    <a:pt x="4642736" y="1130121"/>
                  </a:lnTo>
                  <a:lnTo>
                    <a:pt x="4572391" y="1124553"/>
                  </a:lnTo>
                  <a:lnTo>
                    <a:pt x="4502047" y="1118740"/>
                  </a:lnTo>
                  <a:lnTo>
                    <a:pt x="4431702" y="1112672"/>
                  </a:lnTo>
                  <a:lnTo>
                    <a:pt x="4361358" y="1106339"/>
                  </a:lnTo>
                  <a:lnTo>
                    <a:pt x="4291013" y="1099728"/>
                  </a:lnTo>
                  <a:lnTo>
                    <a:pt x="4220669" y="1092827"/>
                  </a:lnTo>
                  <a:lnTo>
                    <a:pt x="4150324" y="1085624"/>
                  </a:lnTo>
                  <a:lnTo>
                    <a:pt x="4079980" y="1078106"/>
                  </a:lnTo>
                  <a:lnTo>
                    <a:pt x="4009635" y="1070257"/>
                  </a:lnTo>
                  <a:lnTo>
                    <a:pt x="3939291" y="1062065"/>
                  </a:lnTo>
                  <a:lnTo>
                    <a:pt x="3868946" y="1053514"/>
                  </a:lnTo>
                  <a:lnTo>
                    <a:pt x="3798602" y="1044588"/>
                  </a:lnTo>
                  <a:lnTo>
                    <a:pt x="3728257" y="1035272"/>
                  </a:lnTo>
                  <a:lnTo>
                    <a:pt x="3657913" y="1025546"/>
                  </a:lnTo>
                  <a:lnTo>
                    <a:pt x="3587569" y="1015395"/>
                  </a:lnTo>
                  <a:lnTo>
                    <a:pt x="3517224" y="1004799"/>
                  </a:lnTo>
                  <a:lnTo>
                    <a:pt x="3446880" y="993738"/>
                  </a:lnTo>
                  <a:lnTo>
                    <a:pt x="3376535" y="982193"/>
                  </a:lnTo>
                  <a:lnTo>
                    <a:pt x="3306191" y="970142"/>
                  </a:lnTo>
                  <a:lnTo>
                    <a:pt x="3235846" y="957855"/>
                  </a:lnTo>
                  <a:lnTo>
                    <a:pt x="3165502" y="957326"/>
                  </a:lnTo>
                  <a:lnTo>
                    <a:pt x="3095157" y="956797"/>
                  </a:lnTo>
                  <a:lnTo>
                    <a:pt x="3024813" y="956266"/>
                  </a:lnTo>
                  <a:lnTo>
                    <a:pt x="2954468" y="955734"/>
                  </a:lnTo>
                  <a:lnTo>
                    <a:pt x="2884124" y="955202"/>
                  </a:lnTo>
                  <a:lnTo>
                    <a:pt x="2813779" y="954668"/>
                  </a:lnTo>
                  <a:lnTo>
                    <a:pt x="2743435" y="954133"/>
                  </a:lnTo>
                  <a:lnTo>
                    <a:pt x="2673090" y="953598"/>
                  </a:lnTo>
                  <a:lnTo>
                    <a:pt x="2602746" y="953062"/>
                  </a:lnTo>
                  <a:lnTo>
                    <a:pt x="2532401" y="952524"/>
                  </a:lnTo>
                  <a:lnTo>
                    <a:pt x="2462057" y="951986"/>
                  </a:lnTo>
                  <a:lnTo>
                    <a:pt x="2391712" y="951447"/>
                  </a:lnTo>
                  <a:lnTo>
                    <a:pt x="2321368" y="950906"/>
                  </a:lnTo>
                  <a:lnTo>
                    <a:pt x="2251023" y="950365"/>
                  </a:lnTo>
                  <a:lnTo>
                    <a:pt x="2180679" y="949823"/>
                  </a:lnTo>
                  <a:lnTo>
                    <a:pt x="2110334" y="949280"/>
                  </a:lnTo>
                  <a:lnTo>
                    <a:pt x="2039990" y="948736"/>
                  </a:lnTo>
                  <a:lnTo>
                    <a:pt x="1969645" y="948191"/>
                  </a:lnTo>
                  <a:lnTo>
                    <a:pt x="1899301" y="947645"/>
                  </a:lnTo>
                  <a:lnTo>
                    <a:pt x="1828956" y="947098"/>
                  </a:lnTo>
                  <a:lnTo>
                    <a:pt x="1758612" y="946550"/>
                  </a:lnTo>
                  <a:lnTo>
                    <a:pt x="1688267" y="946001"/>
                  </a:lnTo>
                  <a:lnTo>
                    <a:pt x="1617923" y="945452"/>
                  </a:lnTo>
                  <a:lnTo>
                    <a:pt x="1547578" y="944901"/>
                  </a:lnTo>
                  <a:lnTo>
                    <a:pt x="1477234" y="944349"/>
                  </a:lnTo>
                  <a:lnTo>
                    <a:pt x="1406889" y="943796"/>
                  </a:lnTo>
                  <a:lnTo>
                    <a:pt x="1336545" y="943242"/>
                  </a:lnTo>
                  <a:lnTo>
                    <a:pt x="1266200" y="942688"/>
                  </a:lnTo>
                  <a:lnTo>
                    <a:pt x="1195856" y="942132"/>
                  </a:lnTo>
                  <a:lnTo>
                    <a:pt x="1125511" y="941575"/>
                  </a:lnTo>
                  <a:lnTo>
                    <a:pt x="1055167" y="941018"/>
                  </a:lnTo>
                  <a:lnTo>
                    <a:pt x="984822" y="940459"/>
                  </a:lnTo>
                  <a:lnTo>
                    <a:pt x="914478" y="939899"/>
                  </a:lnTo>
                  <a:lnTo>
                    <a:pt x="844133" y="939339"/>
                  </a:lnTo>
                  <a:lnTo>
                    <a:pt x="773789" y="938777"/>
                  </a:lnTo>
                  <a:lnTo>
                    <a:pt x="703444" y="938215"/>
                  </a:lnTo>
                  <a:lnTo>
                    <a:pt x="633100" y="937651"/>
                  </a:lnTo>
                  <a:lnTo>
                    <a:pt x="562755" y="937086"/>
                  </a:lnTo>
                  <a:lnTo>
                    <a:pt x="492411" y="936521"/>
                  </a:lnTo>
                  <a:lnTo>
                    <a:pt x="422066" y="935954"/>
                  </a:lnTo>
                  <a:lnTo>
                    <a:pt x="351722" y="935387"/>
                  </a:lnTo>
                  <a:lnTo>
                    <a:pt x="281377" y="934818"/>
                  </a:lnTo>
                  <a:lnTo>
                    <a:pt x="211033" y="934249"/>
                  </a:lnTo>
                  <a:lnTo>
                    <a:pt x="140688" y="933678"/>
                  </a:lnTo>
                  <a:lnTo>
                    <a:pt x="70344" y="933106"/>
                  </a:lnTo>
                  <a:lnTo>
                    <a:pt x="0" y="9325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19382" y="2143092"/>
              <a:ext cx="6080034" cy="984592"/>
            </a:xfrm>
            <a:custGeom>
              <a:avLst/>
              <a:pathLst>
                <a:path w="6080034" h="984592">
                  <a:moveTo>
                    <a:pt x="0" y="0"/>
                  </a:moveTo>
                  <a:lnTo>
                    <a:pt x="30407" y="23371"/>
                  </a:lnTo>
                  <a:lnTo>
                    <a:pt x="100752" y="75169"/>
                  </a:lnTo>
                  <a:lnTo>
                    <a:pt x="171096" y="124792"/>
                  </a:lnTo>
                  <a:lnTo>
                    <a:pt x="241441" y="172332"/>
                  </a:lnTo>
                  <a:lnTo>
                    <a:pt x="311785" y="217876"/>
                  </a:lnTo>
                  <a:lnTo>
                    <a:pt x="382130" y="261508"/>
                  </a:lnTo>
                  <a:lnTo>
                    <a:pt x="452474" y="303309"/>
                  </a:lnTo>
                  <a:lnTo>
                    <a:pt x="522819" y="343354"/>
                  </a:lnTo>
                  <a:lnTo>
                    <a:pt x="593163" y="381719"/>
                  </a:lnTo>
                  <a:lnTo>
                    <a:pt x="663508" y="418473"/>
                  </a:lnTo>
                  <a:lnTo>
                    <a:pt x="733852" y="453684"/>
                  </a:lnTo>
                  <a:lnTo>
                    <a:pt x="804197" y="487416"/>
                  </a:lnTo>
                  <a:lnTo>
                    <a:pt x="874541" y="519733"/>
                  </a:lnTo>
                  <a:lnTo>
                    <a:pt x="944886" y="550693"/>
                  </a:lnTo>
                  <a:lnTo>
                    <a:pt x="1015230" y="580353"/>
                  </a:lnTo>
                  <a:lnTo>
                    <a:pt x="1085575" y="608768"/>
                  </a:lnTo>
                  <a:lnTo>
                    <a:pt x="1155919" y="635990"/>
                  </a:lnTo>
                  <a:lnTo>
                    <a:pt x="1226264" y="662069"/>
                  </a:lnTo>
                  <a:lnTo>
                    <a:pt x="1296608" y="687053"/>
                  </a:lnTo>
                  <a:lnTo>
                    <a:pt x="1366953" y="710989"/>
                  </a:lnTo>
                  <a:lnTo>
                    <a:pt x="1437297" y="733920"/>
                  </a:lnTo>
                  <a:lnTo>
                    <a:pt x="1507642" y="755888"/>
                  </a:lnTo>
                  <a:lnTo>
                    <a:pt x="1577986" y="776933"/>
                  </a:lnTo>
                  <a:lnTo>
                    <a:pt x="1648331" y="797096"/>
                  </a:lnTo>
                  <a:lnTo>
                    <a:pt x="1718675" y="816411"/>
                  </a:lnTo>
                  <a:lnTo>
                    <a:pt x="1789020" y="834916"/>
                  </a:lnTo>
                  <a:lnTo>
                    <a:pt x="1859364" y="852644"/>
                  </a:lnTo>
                  <a:lnTo>
                    <a:pt x="1929709" y="869628"/>
                  </a:lnTo>
                  <a:lnTo>
                    <a:pt x="2000053" y="885899"/>
                  </a:lnTo>
                  <a:lnTo>
                    <a:pt x="2070398" y="901487"/>
                  </a:lnTo>
                  <a:lnTo>
                    <a:pt x="2140742" y="916420"/>
                  </a:lnTo>
                  <a:lnTo>
                    <a:pt x="2211087" y="930727"/>
                  </a:lnTo>
                  <a:lnTo>
                    <a:pt x="2281431" y="944432"/>
                  </a:lnTo>
                  <a:lnTo>
                    <a:pt x="2351776" y="957563"/>
                  </a:lnTo>
                  <a:lnTo>
                    <a:pt x="2422120" y="958383"/>
                  </a:lnTo>
                  <a:lnTo>
                    <a:pt x="2492465" y="958910"/>
                  </a:lnTo>
                  <a:lnTo>
                    <a:pt x="2562809" y="959436"/>
                  </a:lnTo>
                  <a:lnTo>
                    <a:pt x="2633154" y="959962"/>
                  </a:lnTo>
                  <a:lnTo>
                    <a:pt x="2703498" y="960486"/>
                  </a:lnTo>
                  <a:lnTo>
                    <a:pt x="2773843" y="961009"/>
                  </a:lnTo>
                  <a:lnTo>
                    <a:pt x="2844187" y="961532"/>
                  </a:lnTo>
                  <a:lnTo>
                    <a:pt x="2914532" y="962053"/>
                  </a:lnTo>
                  <a:lnTo>
                    <a:pt x="2984876" y="962574"/>
                  </a:lnTo>
                  <a:lnTo>
                    <a:pt x="3055220" y="963093"/>
                  </a:lnTo>
                  <a:lnTo>
                    <a:pt x="3125565" y="963612"/>
                  </a:lnTo>
                  <a:lnTo>
                    <a:pt x="3195909" y="964130"/>
                  </a:lnTo>
                  <a:lnTo>
                    <a:pt x="3266254" y="964647"/>
                  </a:lnTo>
                  <a:lnTo>
                    <a:pt x="3336598" y="965163"/>
                  </a:lnTo>
                  <a:lnTo>
                    <a:pt x="3406943" y="965678"/>
                  </a:lnTo>
                  <a:lnTo>
                    <a:pt x="3477287" y="966192"/>
                  </a:lnTo>
                  <a:lnTo>
                    <a:pt x="3547632" y="966705"/>
                  </a:lnTo>
                  <a:lnTo>
                    <a:pt x="3617976" y="967217"/>
                  </a:lnTo>
                  <a:lnTo>
                    <a:pt x="3688321" y="967729"/>
                  </a:lnTo>
                  <a:lnTo>
                    <a:pt x="3758665" y="968239"/>
                  </a:lnTo>
                  <a:lnTo>
                    <a:pt x="3829010" y="968749"/>
                  </a:lnTo>
                  <a:lnTo>
                    <a:pt x="3899354" y="969258"/>
                  </a:lnTo>
                  <a:lnTo>
                    <a:pt x="3969699" y="969766"/>
                  </a:lnTo>
                  <a:lnTo>
                    <a:pt x="4040043" y="970273"/>
                  </a:lnTo>
                  <a:lnTo>
                    <a:pt x="4110388" y="970779"/>
                  </a:lnTo>
                  <a:lnTo>
                    <a:pt x="4180732" y="971284"/>
                  </a:lnTo>
                  <a:lnTo>
                    <a:pt x="4251077" y="971788"/>
                  </a:lnTo>
                  <a:lnTo>
                    <a:pt x="4321421" y="972292"/>
                  </a:lnTo>
                  <a:lnTo>
                    <a:pt x="4391766" y="972794"/>
                  </a:lnTo>
                  <a:lnTo>
                    <a:pt x="4462110" y="973296"/>
                  </a:lnTo>
                  <a:lnTo>
                    <a:pt x="4532455" y="973796"/>
                  </a:lnTo>
                  <a:lnTo>
                    <a:pt x="4602799" y="974296"/>
                  </a:lnTo>
                  <a:lnTo>
                    <a:pt x="4673144" y="974795"/>
                  </a:lnTo>
                  <a:lnTo>
                    <a:pt x="4743488" y="975293"/>
                  </a:lnTo>
                  <a:lnTo>
                    <a:pt x="4813833" y="975790"/>
                  </a:lnTo>
                  <a:lnTo>
                    <a:pt x="4884177" y="976287"/>
                  </a:lnTo>
                  <a:lnTo>
                    <a:pt x="4954522" y="976782"/>
                  </a:lnTo>
                  <a:lnTo>
                    <a:pt x="5024866" y="977277"/>
                  </a:lnTo>
                  <a:lnTo>
                    <a:pt x="5095211" y="977770"/>
                  </a:lnTo>
                  <a:lnTo>
                    <a:pt x="5165555" y="978263"/>
                  </a:lnTo>
                  <a:lnTo>
                    <a:pt x="5235900" y="978755"/>
                  </a:lnTo>
                  <a:lnTo>
                    <a:pt x="5306244" y="979246"/>
                  </a:lnTo>
                  <a:lnTo>
                    <a:pt x="5376589" y="979737"/>
                  </a:lnTo>
                  <a:lnTo>
                    <a:pt x="5446933" y="980226"/>
                  </a:lnTo>
                  <a:lnTo>
                    <a:pt x="5517278" y="980714"/>
                  </a:lnTo>
                  <a:lnTo>
                    <a:pt x="5587622" y="981202"/>
                  </a:lnTo>
                  <a:lnTo>
                    <a:pt x="5657967" y="981689"/>
                  </a:lnTo>
                  <a:lnTo>
                    <a:pt x="5728311" y="982175"/>
                  </a:lnTo>
                  <a:lnTo>
                    <a:pt x="5798656" y="982660"/>
                  </a:lnTo>
                  <a:lnTo>
                    <a:pt x="5869000" y="983144"/>
                  </a:lnTo>
                  <a:lnTo>
                    <a:pt x="5939345" y="983627"/>
                  </a:lnTo>
                  <a:lnTo>
                    <a:pt x="6009689" y="984110"/>
                  </a:lnTo>
                  <a:lnTo>
                    <a:pt x="6080034" y="9845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075626"/>
              <a:ext cx="6964104" cy="293806"/>
            </a:xfrm>
            <a:custGeom>
              <a:avLst/>
              <a:pathLst>
                <a:path w="6964104" h="293806">
                  <a:moveTo>
                    <a:pt x="6964104" y="293806"/>
                  </a:moveTo>
                  <a:lnTo>
                    <a:pt x="6893760" y="292453"/>
                  </a:lnTo>
                  <a:lnTo>
                    <a:pt x="6823415" y="291042"/>
                  </a:lnTo>
                  <a:lnTo>
                    <a:pt x="6753071" y="289568"/>
                  </a:lnTo>
                  <a:lnTo>
                    <a:pt x="6682726" y="288030"/>
                  </a:lnTo>
                  <a:lnTo>
                    <a:pt x="6612382" y="286425"/>
                  </a:lnTo>
                  <a:lnTo>
                    <a:pt x="6542037" y="284749"/>
                  </a:lnTo>
                  <a:lnTo>
                    <a:pt x="6471693" y="283000"/>
                  </a:lnTo>
                  <a:lnTo>
                    <a:pt x="6401348" y="281174"/>
                  </a:lnTo>
                  <a:lnTo>
                    <a:pt x="6331004" y="279268"/>
                  </a:lnTo>
                  <a:lnTo>
                    <a:pt x="6260659" y="277278"/>
                  </a:lnTo>
                  <a:lnTo>
                    <a:pt x="6190315" y="275202"/>
                  </a:lnTo>
                  <a:lnTo>
                    <a:pt x="6119970" y="273034"/>
                  </a:lnTo>
                  <a:lnTo>
                    <a:pt x="6049626" y="270771"/>
                  </a:lnTo>
                  <a:lnTo>
                    <a:pt x="5979281" y="268409"/>
                  </a:lnTo>
                  <a:lnTo>
                    <a:pt x="5908937" y="265944"/>
                  </a:lnTo>
                  <a:lnTo>
                    <a:pt x="5838592" y="263371"/>
                  </a:lnTo>
                  <a:lnTo>
                    <a:pt x="5768248" y="260685"/>
                  </a:lnTo>
                  <a:lnTo>
                    <a:pt x="5697903" y="257881"/>
                  </a:lnTo>
                  <a:lnTo>
                    <a:pt x="5627559" y="254954"/>
                  </a:lnTo>
                  <a:lnTo>
                    <a:pt x="5557214" y="251899"/>
                  </a:lnTo>
                  <a:lnTo>
                    <a:pt x="5486870" y="248711"/>
                  </a:lnTo>
                  <a:lnTo>
                    <a:pt x="5416525" y="245382"/>
                  </a:lnTo>
                  <a:lnTo>
                    <a:pt x="5346181" y="241908"/>
                  </a:lnTo>
                  <a:lnTo>
                    <a:pt x="5275836" y="238281"/>
                  </a:lnTo>
                  <a:lnTo>
                    <a:pt x="5205492" y="234496"/>
                  </a:lnTo>
                  <a:lnTo>
                    <a:pt x="5135147" y="230544"/>
                  </a:lnTo>
                  <a:lnTo>
                    <a:pt x="5064803" y="226420"/>
                  </a:lnTo>
                  <a:lnTo>
                    <a:pt x="4994458" y="222114"/>
                  </a:lnTo>
                  <a:lnTo>
                    <a:pt x="4924114" y="217621"/>
                  </a:lnTo>
                  <a:lnTo>
                    <a:pt x="4853769" y="212930"/>
                  </a:lnTo>
                  <a:lnTo>
                    <a:pt x="4783425" y="208033"/>
                  </a:lnTo>
                  <a:lnTo>
                    <a:pt x="4713080" y="202922"/>
                  </a:lnTo>
                  <a:lnTo>
                    <a:pt x="4642736" y="197587"/>
                  </a:lnTo>
                  <a:lnTo>
                    <a:pt x="4572391" y="192018"/>
                  </a:lnTo>
                  <a:lnTo>
                    <a:pt x="4502047" y="186206"/>
                  </a:lnTo>
                  <a:lnTo>
                    <a:pt x="4431702" y="180138"/>
                  </a:lnTo>
                  <a:lnTo>
                    <a:pt x="4361358" y="173805"/>
                  </a:lnTo>
                  <a:lnTo>
                    <a:pt x="4291013" y="167194"/>
                  </a:lnTo>
                  <a:lnTo>
                    <a:pt x="4220669" y="160293"/>
                  </a:lnTo>
                  <a:lnTo>
                    <a:pt x="4150324" y="153090"/>
                  </a:lnTo>
                  <a:lnTo>
                    <a:pt x="4079980" y="145571"/>
                  </a:lnTo>
                  <a:lnTo>
                    <a:pt x="4009635" y="137723"/>
                  </a:lnTo>
                  <a:lnTo>
                    <a:pt x="3939291" y="129531"/>
                  </a:lnTo>
                  <a:lnTo>
                    <a:pt x="3868946" y="120980"/>
                  </a:lnTo>
                  <a:lnTo>
                    <a:pt x="3798602" y="112054"/>
                  </a:lnTo>
                  <a:lnTo>
                    <a:pt x="3728257" y="102737"/>
                  </a:lnTo>
                  <a:lnTo>
                    <a:pt x="3657913" y="93012"/>
                  </a:lnTo>
                  <a:lnTo>
                    <a:pt x="3587569" y="82861"/>
                  </a:lnTo>
                  <a:lnTo>
                    <a:pt x="3517224" y="72265"/>
                  </a:lnTo>
                  <a:lnTo>
                    <a:pt x="3446880" y="61204"/>
                  </a:lnTo>
                  <a:lnTo>
                    <a:pt x="3376535" y="49659"/>
                  </a:lnTo>
                  <a:lnTo>
                    <a:pt x="3306191" y="37608"/>
                  </a:lnTo>
                  <a:lnTo>
                    <a:pt x="3235846" y="25321"/>
                  </a:lnTo>
                  <a:lnTo>
                    <a:pt x="3165502" y="24792"/>
                  </a:lnTo>
                  <a:lnTo>
                    <a:pt x="3095157" y="24262"/>
                  </a:lnTo>
                  <a:lnTo>
                    <a:pt x="3024813" y="23732"/>
                  </a:lnTo>
                  <a:lnTo>
                    <a:pt x="2954468" y="23200"/>
                  </a:lnTo>
                  <a:lnTo>
                    <a:pt x="2884124" y="22667"/>
                  </a:lnTo>
                  <a:lnTo>
                    <a:pt x="2813779" y="22134"/>
                  </a:lnTo>
                  <a:lnTo>
                    <a:pt x="2743435" y="21599"/>
                  </a:lnTo>
                  <a:lnTo>
                    <a:pt x="2673090" y="21064"/>
                  </a:lnTo>
                  <a:lnTo>
                    <a:pt x="2602746" y="20527"/>
                  </a:lnTo>
                  <a:lnTo>
                    <a:pt x="2532401" y="19990"/>
                  </a:lnTo>
                  <a:lnTo>
                    <a:pt x="2462057" y="19452"/>
                  </a:lnTo>
                  <a:lnTo>
                    <a:pt x="2391712" y="18912"/>
                  </a:lnTo>
                  <a:lnTo>
                    <a:pt x="2321368" y="18372"/>
                  </a:lnTo>
                  <a:lnTo>
                    <a:pt x="2251023" y="17831"/>
                  </a:lnTo>
                  <a:lnTo>
                    <a:pt x="2180679" y="17289"/>
                  </a:lnTo>
                  <a:lnTo>
                    <a:pt x="2110334" y="16746"/>
                  </a:lnTo>
                  <a:lnTo>
                    <a:pt x="2039990" y="16202"/>
                  </a:lnTo>
                  <a:lnTo>
                    <a:pt x="1969645" y="15657"/>
                  </a:lnTo>
                  <a:lnTo>
                    <a:pt x="1899301" y="15111"/>
                  </a:lnTo>
                  <a:lnTo>
                    <a:pt x="1828956" y="14564"/>
                  </a:lnTo>
                  <a:lnTo>
                    <a:pt x="1758612" y="14016"/>
                  </a:lnTo>
                  <a:lnTo>
                    <a:pt x="1688267" y="13467"/>
                  </a:lnTo>
                  <a:lnTo>
                    <a:pt x="1617923" y="12917"/>
                  </a:lnTo>
                  <a:lnTo>
                    <a:pt x="1547578" y="12367"/>
                  </a:lnTo>
                  <a:lnTo>
                    <a:pt x="1477234" y="11815"/>
                  </a:lnTo>
                  <a:lnTo>
                    <a:pt x="1406889" y="11262"/>
                  </a:lnTo>
                  <a:lnTo>
                    <a:pt x="1336545" y="10708"/>
                  </a:lnTo>
                  <a:lnTo>
                    <a:pt x="1266200" y="10154"/>
                  </a:lnTo>
                  <a:lnTo>
                    <a:pt x="1195856" y="9598"/>
                  </a:lnTo>
                  <a:lnTo>
                    <a:pt x="1125511" y="9041"/>
                  </a:lnTo>
                  <a:lnTo>
                    <a:pt x="1055167" y="8484"/>
                  </a:lnTo>
                  <a:lnTo>
                    <a:pt x="984822" y="7925"/>
                  </a:lnTo>
                  <a:lnTo>
                    <a:pt x="914478" y="7365"/>
                  </a:lnTo>
                  <a:lnTo>
                    <a:pt x="844133" y="6805"/>
                  </a:lnTo>
                  <a:lnTo>
                    <a:pt x="773789" y="6243"/>
                  </a:lnTo>
                  <a:lnTo>
                    <a:pt x="703444" y="5680"/>
                  </a:lnTo>
                  <a:lnTo>
                    <a:pt x="633100" y="5117"/>
                  </a:lnTo>
                  <a:lnTo>
                    <a:pt x="562755" y="4552"/>
                  </a:lnTo>
                  <a:lnTo>
                    <a:pt x="492411" y="3987"/>
                  </a:lnTo>
                  <a:lnTo>
                    <a:pt x="422066" y="3420"/>
                  </a:lnTo>
                  <a:lnTo>
                    <a:pt x="351722" y="2853"/>
                  </a:lnTo>
                  <a:lnTo>
                    <a:pt x="281377" y="2284"/>
                  </a:lnTo>
                  <a:lnTo>
                    <a:pt x="211033" y="1714"/>
                  </a:lnTo>
                  <a:lnTo>
                    <a:pt x="140688" y="1144"/>
                  </a:lnTo>
                  <a:lnTo>
                    <a:pt x="70344" y="5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563889"/>
              <a:ext cx="6964104" cy="744680"/>
            </a:xfrm>
            <a:custGeom>
              <a:avLst/>
              <a:pathLst>
                <a:path w="6964104" h="744680">
                  <a:moveTo>
                    <a:pt x="0" y="0"/>
                  </a:moveTo>
                  <a:lnTo>
                    <a:pt x="70344" y="18467"/>
                  </a:lnTo>
                  <a:lnTo>
                    <a:pt x="140688" y="36526"/>
                  </a:lnTo>
                  <a:lnTo>
                    <a:pt x="211033" y="54187"/>
                  </a:lnTo>
                  <a:lnTo>
                    <a:pt x="281377" y="71457"/>
                  </a:lnTo>
                  <a:lnTo>
                    <a:pt x="351722" y="88347"/>
                  </a:lnTo>
                  <a:lnTo>
                    <a:pt x="422066" y="104863"/>
                  </a:lnTo>
                  <a:lnTo>
                    <a:pt x="492411" y="121015"/>
                  </a:lnTo>
                  <a:lnTo>
                    <a:pt x="562755" y="136810"/>
                  </a:lnTo>
                  <a:lnTo>
                    <a:pt x="633100" y="152257"/>
                  </a:lnTo>
                  <a:lnTo>
                    <a:pt x="703444" y="167362"/>
                  </a:lnTo>
                  <a:lnTo>
                    <a:pt x="773789" y="182134"/>
                  </a:lnTo>
                  <a:lnTo>
                    <a:pt x="844133" y="196580"/>
                  </a:lnTo>
                  <a:lnTo>
                    <a:pt x="914478" y="210707"/>
                  </a:lnTo>
                  <a:lnTo>
                    <a:pt x="984822" y="224522"/>
                  </a:lnTo>
                  <a:lnTo>
                    <a:pt x="1055167" y="238031"/>
                  </a:lnTo>
                  <a:lnTo>
                    <a:pt x="1125511" y="251243"/>
                  </a:lnTo>
                  <a:lnTo>
                    <a:pt x="1195856" y="264163"/>
                  </a:lnTo>
                  <a:lnTo>
                    <a:pt x="1266200" y="276797"/>
                  </a:lnTo>
                  <a:lnTo>
                    <a:pt x="1336545" y="289153"/>
                  </a:lnTo>
                  <a:lnTo>
                    <a:pt x="1406889" y="301236"/>
                  </a:lnTo>
                  <a:lnTo>
                    <a:pt x="1477234" y="313052"/>
                  </a:lnTo>
                  <a:lnTo>
                    <a:pt x="1547578" y="324607"/>
                  </a:lnTo>
                  <a:lnTo>
                    <a:pt x="1617923" y="335907"/>
                  </a:lnTo>
                  <a:lnTo>
                    <a:pt x="1688267" y="346958"/>
                  </a:lnTo>
                  <a:lnTo>
                    <a:pt x="1758612" y="357764"/>
                  </a:lnTo>
                  <a:lnTo>
                    <a:pt x="1828956" y="368332"/>
                  </a:lnTo>
                  <a:lnTo>
                    <a:pt x="1899301" y="378667"/>
                  </a:lnTo>
                  <a:lnTo>
                    <a:pt x="1969645" y="388773"/>
                  </a:lnTo>
                  <a:lnTo>
                    <a:pt x="2039990" y="398657"/>
                  </a:lnTo>
                  <a:lnTo>
                    <a:pt x="2110334" y="408322"/>
                  </a:lnTo>
                  <a:lnTo>
                    <a:pt x="2180679" y="417774"/>
                  </a:lnTo>
                  <a:lnTo>
                    <a:pt x="2251023" y="427017"/>
                  </a:lnTo>
                  <a:lnTo>
                    <a:pt x="2321368" y="436056"/>
                  </a:lnTo>
                  <a:lnTo>
                    <a:pt x="2391712" y="444895"/>
                  </a:lnTo>
                  <a:lnTo>
                    <a:pt x="2462057" y="453539"/>
                  </a:lnTo>
                  <a:lnTo>
                    <a:pt x="2532401" y="461992"/>
                  </a:lnTo>
                  <a:lnTo>
                    <a:pt x="2602746" y="470259"/>
                  </a:lnTo>
                  <a:lnTo>
                    <a:pt x="2673090" y="478343"/>
                  </a:lnTo>
                  <a:lnTo>
                    <a:pt x="2743435" y="486249"/>
                  </a:lnTo>
                  <a:lnTo>
                    <a:pt x="2813779" y="493980"/>
                  </a:lnTo>
                  <a:lnTo>
                    <a:pt x="2884124" y="501541"/>
                  </a:lnTo>
                  <a:lnTo>
                    <a:pt x="2954468" y="508934"/>
                  </a:lnTo>
                  <a:lnTo>
                    <a:pt x="3024813" y="516164"/>
                  </a:lnTo>
                  <a:lnTo>
                    <a:pt x="3095157" y="523235"/>
                  </a:lnTo>
                  <a:lnTo>
                    <a:pt x="3165502" y="530150"/>
                  </a:lnTo>
                  <a:lnTo>
                    <a:pt x="3235846" y="536911"/>
                  </a:lnTo>
                  <a:lnTo>
                    <a:pt x="3306191" y="543524"/>
                  </a:lnTo>
                  <a:lnTo>
                    <a:pt x="3376535" y="549991"/>
                  </a:lnTo>
                  <a:lnTo>
                    <a:pt x="3446880" y="556314"/>
                  </a:lnTo>
                  <a:lnTo>
                    <a:pt x="3517224" y="562498"/>
                  </a:lnTo>
                  <a:lnTo>
                    <a:pt x="3587569" y="568546"/>
                  </a:lnTo>
                  <a:lnTo>
                    <a:pt x="3657913" y="574460"/>
                  </a:lnTo>
                  <a:lnTo>
                    <a:pt x="3728257" y="580244"/>
                  </a:lnTo>
                  <a:lnTo>
                    <a:pt x="3798602" y="585899"/>
                  </a:lnTo>
                  <a:lnTo>
                    <a:pt x="3868946" y="591430"/>
                  </a:lnTo>
                  <a:lnTo>
                    <a:pt x="3939291" y="596839"/>
                  </a:lnTo>
                  <a:lnTo>
                    <a:pt x="4009635" y="602129"/>
                  </a:lnTo>
                  <a:lnTo>
                    <a:pt x="4079980" y="607301"/>
                  </a:lnTo>
                  <a:lnTo>
                    <a:pt x="4150324" y="612360"/>
                  </a:lnTo>
                  <a:lnTo>
                    <a:pt x="4220669" y="617306"/>
                  </a:lnTo>
                  <a:lnTo>
                    <a:pt x="4291013" y="622144"/>
                  </a:lnTo>
                  <a:lnTo>
                    <a:pt x="4361358" y="626875"/>
                  </a:lnTo>
                  <a:lnTo>
                    <a:pt x="4431702" y="631501"/>
                  </a:lnTo>
                  <a:lnTo>
                    <a:pt x="4502047" y="636025"/>
                  </a:lnTo>
                  <a:lnTo>
                    <a:pt x="4572391" y="640449"/>
                  </a:lnTo>
                  <a:lnTo>
                    <a:pt x="4642736" y="644776"/>
                  </a:lnTo>
                  <a:lnTo>
                    <a:pt x="4713080" y="649007"/>
                  </a:lnTo>
                  <a:lnTo>
                    <a:pt x="4783425" y="653144"/>
                  </a:lnTo>
                  <a:lnTo>
                    <a:pt x="4853769" y="657190"/>
                  </a:lnTo>
                  <a:lnTo>
                    <a:pt x="4924114" y="661147"/>
                  </a:lnTo>
                  <a:lnTo>
                    <a:pt x="4994458" y="665017"/>
                  </a:lnTo>
                  <a:lnTo>
                    <a:pt x="5064803" y="668801"/>
                  </a:lnTo>
                  <a:lnTo>
                    <a:pt x="5135147" y="672501"/>
                  </a:lnTo>
                  <a:lnTo>
                    <a:pt x="5205492" y="676120"/>
                  </a:lnTo>
                  <a:lnTo>
                    <a:pt x="5275836" y="679659"/>
                  </a:lnTo>
                  <a:lnTo>
                    <a:pt x="5346181" y="683120"/>
                  </a:lnTo>
                  <a:lnTo>
                    <a:pt x="5416525" y="686504"/>
                  </a:lnTo>
                  <a:lnTo>
                    <a:pt x="5486870" y="689814"/>
                  </a:lnTo>
                  <a:lnTo>
                    <a:pt x="5557214" y="693051"/>
                  </a:lnTo>
                  <a:lnTo>
                    <a:pt x="5627559" y="696216"/>
                  </a:lnTo>
                  <a:lnTo>
                    <a:pt x="5697903" y="699311"/>
                  </a:lnTo>
                  <a:lnTo>
                    <a:pt x="5768248" y="702338"/>
                  </a:lnTo>
                  <a:lnTo>
                    <a:pt x="5838592" y="705298"/>
                  </a:lnTo>
                  <a:lnTo>
                    <a:pt x="5908937" y="708193"/>
                  </a:lnTo>
                  <a:lnTo>
                    <a:pt x="5979281" y="711024"/>
                  </a:lnTo>
                  <a:lnTo>
                    <a:pt x="6049626" y="713792"/>
                  </a:lnTo>
                  <a:lnTo>
                    <a:pt x="6119970" y="716499"/>
                  </a:lnTo>
                  <a:lnTo>
                    <a:pt x="6190315" y="719146"/>
                  </a:lnTo>
                  <a:lnTo>
                    <a:pt x="6260659" y="721735"/>
                  </a:lnTo>
                  <a:lnTo>
                    <a:pt x="6331004" y="724267"/>
                  </a:lnTo>
                  <a:lnTo>
                    <a:pt x="6401348" y="726743"/>
                  </a:lnTo>
                  <a:lnTo>
                    <a:pt x="6471693" y="729164"/>
                  </a:lnTo>
                  <a:lnTo>
                    <a:pt x="6542037" y="731532"/>
                  </a:lnTo>
                  <a:lnTo>
                    <a:pt x="6612382" y="733848"/>
                  </a:lnTo>
                  <a:lnTo>
                    <a:pt x="6682726" y="736112"/>
                  </a:lnTo>
                  <a:lnTo>
                    <a:pt x="6753071" y="738326"/>
                  </a:lnTo>
                  <a:lnTo>
                    <a:pt x="6823415" y="740492"/>
                  </a:lnTo>
                  <a:lnTo>
                    <a:pt x="6893760" y="742609"/>
                  </a:lnTo>
                  <a:lnTo>
                    <a:pt x="6964104" y="7446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(1.02-1.64), p = 0.033  |  per IQR decline (Δ = 29.5 %): 2.13 (1.06-4.28)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26340"/>
            </a:xfrm>
            <a:custGeom>
              <a:avLst/>
              <a:pathLst>
                <a:path w="6964104" h="1226340">
                  <a:moveTo>
                    <a:pt x="884070" y="0"/>
                  </a:moveTo>
                  <a:lnTo>
                    <a:pt x="914478" y="23371"/>
                  </a:lnTo>
                  <a:lnTo>
                    <a:pt x="984822" y="75169"/>
                  </a:lnTo>
                  <a:lnTo>
                    <a:pt x="1055167" y="124792"/>
                  </a:lnTo>
                  <a:lnTo>
                    <a:pt x="1125511" y="172332"/>
                  </a:lnTo>
                  <a:lnTo>
                    <a:pt x="1195856" y="217876"/>
                  </a:lnTo>
                  <a:lnTo>
                    <a:pt x="1266200" y="261508"/>
                  </a:lnTo>
                  <a:lnTo>
                    <a:pt x="1336545" y="303309"/>
                  </a:lnTo>
                  <a:lnTo>
                    <a:pt x="1406889" y="343354"/>
                  </a:lnTo>
                  <a:lnTo>
                    <a:pt x="1477234" y="381719"/>
                  </a:lnTo>
                  <a:lnTo>
                    <a:pt x="1547578" y="418473"/>
                  </a:lnTo>
                  <a:lnTo>
                    <a:pt x="1617923" y="453684"/>
                  </a:lnTo>
                  <a:lnTo>
                    <a:pt x="1688267" y="487416"/>
                  </a:lnTo>
                  <a:lnTo>
                    <a:pt x="1758612" y="519733"/>
                  </a:lnTo>
                  <a:lnTo>
                    <a:pt x="1828956" y="550693"/>
                  </a:lnTo>
                  <a:lnTo>
                    <a:pt x="1899301" y="580353"/>
                  </a:lnTo>
                  <a:lnTo>
                    <a:pt x="1969645" y="608768"/>
                  </a:lnTo>
                  <a:lnTo>
                    <a:pt x="2039990" y="635990"/>
                  </a:lnTo>
                  <a:lnTo>
                    <a:pt x="2110334" y="662069"/>
                  </a:lnTo>
                  <a:lnTo>
                    <a:pt x="2180679" y="687053"/>
                  </a:lnTo>
                  <a:lnTo>
                    <a:pt x="2251023" y="710989"/>
                  </a:lnTo>
                  <a:lnTo>
                    <a:pt x="2321368" y="733920"/>
                  </a:lnTo>
                  <a:lnTo>
                    <a:pt x="2391712" y="755888"/>
                  </a:lnTo>
                  <a:lnTo>
                    <a:pt x="2462057" y="776933"/>
                  </a:lnTo>
                  <a:lnTo>
                    <a:pt x="2532401" y="797096"/>
                  </a:lnTo>
                  <a:lnTo>
                    <a:pt x="2602746" y="816411"/>
                  </a:lnTo>
                  <a:lnTo>
                    <a:pt x="2673090" y="834916"/>
                  </a:lnTo>
                  <a:lnTo>
                    <a:pt x="2743435" y="852644"/>
                  </a:lnTo>
                  <a:lnTo>
                    <a:pt x="2813779" y="869628"/>
                  </a:lnTo>
                  <a:lnTo>
                    <a:pt x="2884124" y="885899"/>
                  </a:lnTo>
                  <a:lnTo>
                    <a:pt x="2954468" y="901487"/>
                  </a:lnTo>
                  <a:lnTo>
                    <a:pt x="3024813" y="916420"/>
                  </a:lnTo>
                  <a:lnTo>
                    <a:pt x="3095157" y="930727"/>
                  </a:lnTo>
                  <a:lnTo>
                    <a:pt x="3165502" y="944432"/>
                  </a:lnTo>
                  <a:lnTo>
                    <a:pt x="3235846" y="957563"/>
                  </a:lnTo>
                  <a:lnTo>
                    <a:pt x="3306191" y="958383"/>
                  </a:lnTo>
                  <a:lnTo>
                    <a:pt x="3376535" y="958910"/>
                  </a:lnTo>
                  <a:lnTo>
                    <a:pt x="3446880" y="959436"/>
                  </a:lnTo>
                  <a:lnTo>
                    <a:pt x="3517224" y="959962"/>
                  </a:lnTo>
                  <a:lnTo>
                    <a:pt x="3587569" y="960486"/>
                  </a:lnTo>
                  <a:lnTo>
                    <a:pt x="3657913" y="961009"/>
                  </a:lnTo>
                  <a:lnTo>
                    <a:pt x="3728257" y="961532"/>
                  </a:lnTo>
                  <a:lnTo>
                    <a:pt x="3798602" y="962053"/>
                  </a:lnTo>
                  <a:lnTo>
                    <a:pt x="3868946" y="962574"/>
                  </a:lnTo>
                  <a:lnTo>
                    <a:pt x="3939291" y="963093"/>
                  </a:lnTo>
                  <a:lnTo>
                    <a:pt x="4009635" y="963612"/>
                  </a:lnTo>
                  <a:lnTo>
                    <a:pt x="4079980" y="964130"/>
                  </a:lnTo>
                  <a:lnTo>
                    <a:pt x="4150324" y="964647"/>
                  </a:lnTo>
                  <a:lnTo>
                    <a:pt x="4220669" y="965163"/>
                  </a:lnTo>
                  <a:lnTo>
                    <a:pt x="4291013" y="965678"/>
                  </a:lnTo>
                  <a:lnTo>
                    <a:pt x="4361358" y="966192"/>
                  </a:lnTo>
                  <a:lnTo>
                    <a:pt x="4431702" y="966705"/>
                  </a:lnTo>
                  <a:lnTo>
                    <a:pt x="4502047" y="967217"/>
                  </a:lnTo>
                  <a:lnTo>
                    <a:pt x="4572391" y="967729"/>
                  </a:lnTo>
                  <a:lnTo>
                    <a:pt x="4642736" y="968239"/>
                  </a:lnTo>
                  <a:lnTo>
                    <a:pt x="4713080" y="968749"/>
                  </a:lnTo>
                  <a:lnTo>
                    <a:pt x="4783425" y="969258"/>
                  </a:lnTo>
                  <a:lnTo>
                    <a:pt x="4853769" y="969766"/>
                  </a:lnTo>
                  <a:lnTo>
                    <a:pt x="4924114" y="970273"/>
                  </a:lnTo>
                  <a:lnTo>
                    <a:pt x="4994458" y="970779"/>
                  </a:lnTo>
                  <a:lnTo>
                    <a:pt x="5064803" y="971284"/>
                  </a:lnTo>
                  <a:lnTo>
                    <a:pt x="5135147" y="971788"/>
                  </a:lnTo>
                  <a:lnTo>
                    <a:pt x="5205492" y="972292"/>
                  </a:lnTo>
                  <a:lnTo>
                    <a:pt x="5275836" y="972794"/>
                  </a:lnTo>
                  <a:lnTo>
                    <a:pt x="5346181" y="973296"/>
                  </a:lnTo>
                  <a:lnTo>
                    <a:pt x="5416525" y="973796"/>
                  </a:lnTo>
                  <a:lnTo>
                    <a:pt x="5486870" y="974296"/>
                  </a:lnTo>
                  <a:lnTo>
                    <a:pt x="5557214" y="974795"/>
                  </a:lnTo>
                  <a:lnTo>
                    <a:pt x="5627559" y="975293"/>
                  </a:lnTo>
                  <a:lnTo>
                    <a:pt x="5697903" y="975790"/>
                  </a:lnTo>
                  <a:lnTo>
                    <a:pt x="5768248" y="976287"/>
                  </a:lnTo>
                  <a:lnTo>
                    <a:pt x="5838592" y="976782"/>
                  </a:lnTo>
                  <a:lnTo>
                    <a:pt x="5908937" y="977277"/>
                  </a:lnTo>
                  <a:lnTo>
                    <a:pt x="5979281" y="977770"/>
                  </a:lnTo>
                  <a:lnTo>
                    <a:pt x="6049626" y="978263"/>
                  </a:lnTo>
                  <a:lnTo>
                    <a:pt x="6119970" y="978755"/>
                  </a:lnTo>
                  <a:lnTo>
                    <a:pt x="6190315" y="979246"/>
                  </a:lnTo>
                  <a:lnTo>
                    <a:pt x="6260659" y="979737"/>
                  </a:lnTo>
                  <a:lnTo>
                    <a:pt x="6331004" y="980226"/>
                  </a:lnTo>
                  <a:lnTo>
                    <a:pt x="6401348" y="980714"/>
                  </a:lnTo>
                  <a:lnTo>
                    <a:pt x="6471693" y="981202"/>
                  </a:lnTo>
                  <a:lnTo>
                    <a:pt x="6542037" y="981689"/>
                  </a:lnTo>
                  <a:lnTo>
                    <a:pt x="6612382" y="982175"/>
                  </a:lnTo>
                  <a:lnTo>
                    <a:pt x="6682726" y="982660"/>
                  </a:lnTo>
                  <a:lnTo>
                    <a:pt x="6753071" y="983144"/>
                  </a:lnTo>
                  <a:lnTo>
                    <a:pt x="6823415" y="983627"/>
                  </a:lnTo>
                  <a:lnTo>
                    <a:pt x="6893760" y="984110"/>
                  </a:lnTo>
                  <a:lnTo>
                    <a:pt x="6964104" y="984592"/>
                  </a:lnTo>
                  <a:lnTo>
                    <a:pt x="6964104" y="1226340"/>
                  </a:lnTo>
                  <a:lnTo>
                    <a:pt x="6893760" y="1224988"/>
                  </a:lnTo>
                  <a:lnTo>
                    <a:pt x="6823415" y="1223576"/>
                  </a:lnTo>
                  <a:lnTo>
                    <a:pt x="6753071" y="1222102"/>
                  </a:lnTo>
                  <a:lnTo>
                    <a:pt x="6682726" y="1220564"/>
                  </a:lnTo>
                  <a:lnTo>
                    <a:pt x="6612382" y="1218959"/>
                  </a:lnTo>
                  <a:lnTo>
                    <a:pt x="6542037" y="1217283"/>
                  </a:lnTo>
                  <a:lnTo>
                    <a:pt x="6471693" y="1215534"/>
                  </a:lnTo>
                  <a:lnTo>
                    <a:pt x="6401348" y="1213708"/>
                  </a:lnTo>
                  <a:lnTo>
                    <a:pt x="6331004" y="1211802"/>
                  </a:lnTo>
                  <a:lnTo>
                    <a:pt x="6260659" y="1209812"/>
                  </a:lnTo>
                  <a:lnTo>
                    <a:pt x="6190315" y="1207736"/>
                  </a:lnTo>
                  <a:lnTo>
                    <a:pt x="6119970" y="1205568"/>
                  </a:lnTo>
                  <a:lnTo>
                    <a:pt x="6049626" y="1203305"/>
                  </a:lnTo>
                  <a:lnTo>
                    <a:pt x="5979281" y="1200944"/>
                  </a:lnTo>
                  <a:lnTo>
                    <a:pt x="5908937" y="1198478"/>
                  </a:lnTo>
                  <a:lnTo>
                    <a:pt x="5838592" y="1195905"/>
                  </a:lnTo>
                  <a:lnTo>
                    <a:pt x="5768248" y="1193219"/>
                  </a:lnTo>
                  <a:lnTo>
                    <a:pt x="5697903" y="1190415"/>
                  </a:lnTo>
                  <a:lnTo>
                    <a:pt x="5627559" y="1187489"/>
                  </a:lnTo>
                  <a:lnTo>
                    <a:pt x="5557214" y="1184434"/>
                  </a:lnTo>
                  <a:lnTo>
                    <a:pt x="5486870" y="1181245"/>
                  </a:lnTo>
                  <a:lnTo>
                    <a:pt x="5416525" y="1177916"/>
                  </a:lnTo>
                  <a:lnTo>
                    <a:pt x="5346181" y="1174442"/>
                  </a:lnTo>
                  <a:lnTo>
                    <a:pt x="5275836" y="1170815"/>
                  </a:lnTo>
                  <a:lnTo>
                    <a:pt x="5205492" y="1167030"/>
                  </a:lnTo>
                  <a:lnTo>
                    <a:pt x="5135147" y="1163079"/>
                  </a:lnTo>
                  <a:lnTo>
                    <a:pt x="5064803" y="1158954"/>
                  </a:lnTo>
                  <a:lnTo>
                    <a:pt x="4994458" y="1154649"/>
                  </a:lnTo>
                  <a:lnTo>
                    <a:pt x="4924114" y="1150155"/>
                  </a:lnTo>
                  <a:lnTo>
                    <a:pt x="4853769" y="1145464"/>
                  </a:lnTo>
                  <a:lnTo>
                    <a:pt x="4783425" y="1140567"/>
                  </a:lnTo>
                  <a:lnTo>
                    <a:pt x="4713080" y="1135456"/>
                  </a:lnTo>
                  <a:lnTo>
                    <a:pt x="4642736" y="1130121"/>
                  </a:lnTo>
                  <a:lnTo>
                    <a:pt x="4572391" y="1124553"/>
                  </a:lnTo>
                  <a:lnTo>
                    <a:pt x="4502047" y="1118740"/>
                  </a:lnTo>
                  <a:lnTo>
                    <a:pt x="4431702" y="1112672"/>
                  </a:lnTo>
                  <a:lnTo>
                    <a:pt x="4361358" y="1106339"/>
                  </a:lnTo>
                  <a:lnTo>
                    <a:pt x="4291013" y="1099728"/>
                  </a:lnTo>
                  <a:lnTo>
                    <a:pt x="4220669" y="1092827"/>
                  </a:lnTo>
                  <a:lnTo>
                    <a:pt x="4150324" y="1085624"/>
                  </a:lnTo>
                  <a:lnTo>
                    <a:pt x="4079980" y="1078106"/>
                  </a:lnTo>
                  <a:lnTo>
                    <a:pt x="4009635" y="1070257"/>
                  </a:lnTo>
                  <a:lnTo>
                    <a:pt x="3939291" y="1062065"/>
                  </a:lnTo>
                  <a:lnTo>
                    <a:pt x="3868946" y="1053514"/>
                  </a:lnTo>
                  <a:lnTo>
                    <a:pt x="3798602" y="1044588"/>
                  </a:lnTo>
                  <a:lnTo>
                    <a:pt x="3728257" y="1035272"/>
                  </a:lnTo>
                  <a:lnTo>
                    <a:pt x="3657913" y="1025546"/>
                  </a:lnTo>
                  <a:lnTo>
                    <a:pt x="3587569" y="1015395"/>
                  </a:lnTo>
                  <a:lnTo>
                    <a:pt x="3517224" y="1004799"/>
                  </a:lnTo>
                  <a:lnTo>
                    <a:pt x="3446880" y="993738"/>
                  </a:lnTo>
                  <a:lnTo>
                    <a:pt x="3376535" y="982193"/>
                  </a:lnTo>
                  <a:lnTo>
                    <a:pt x="3306191" y="970142"/>
                  </a:lnTo>
                  <a:lnTo>
                    <a:pt x="3235846" y="957855"/>
                  </a:lnTo>
                  <a:lnTo>
                    <a:pt x="3165502" y="957326"/>
                  </a:lnTo>
                  <a:lnTo>
                    <a:pt x="3095157" y="956797"/>
                  </a:lnTo>
                  <a:lnTo>
                    <a:pt x="3024813" y="956266"/>
                  </a:lnTo>
                  <a:lnTo>
                    <a:pt x="2954468" y="955734"/>
                  </a:lnTo>
                  <a:lnTo>
                    <a:pt x="2884124" y="955202"/>
                  </a:lnTo>
                  <a:lnTo>
                    <a:pt x="2813779" y="954668"/>
                  </a:lnTo>
                  <a:lnTo>
                    <a:pt x="2743435" y="954133"/>
                  </a:lnTo>
                  <a:lnTo>
                    <a:pt x="2673090" y="953598"/>
                  </a:lnTo>
                  <a:lnTo>
                    <a:pt x="2602746" y="953062"/>
                  </a:lnTo>
                  <a:lnTo>
                    <a:pt x="2532401" y="952524"/>
                  </a:lnTo>
                  <a:lnTo>
                    <a:pt x="2462057" y="951986"/>
                  </a:lnTo>
                  <a:lnTo>
                    <a:pt x="2391712" y="951447"/>
                  </a:lnTo>
                  <a:lnTo>
                    <a:pt x="2321368" y="950906"/>
                  </a:lnTo>
                  <a:lnTo>
                    <a:pt x="2251023" y="950365"/>
                  </a:lnTo>
                  <a:lnTo>
                    <a:pt x="2180679" y="949823"/>
                  </a:lnTo>
                  <a:lnTo>
                    <a:pt x="2110334" y="949280"/>
                  </a:lnTo>
                  <a:lnTo>
                    <a:pt x="2039990" y="948736"/>
                  </a:lnTo>
                  <a:lnTo>
                    <a:pt x="1969645" y="948191"/>
                  </a:lnTo>
                  <a:lnTo>
                    <a:pt x="1899301" y="947645"/>
                  </a:lnTo>
                  <a:lnTo>
                    <a:pt x="1828956" y="947098"/>
                  </a:lnTo>
                  <a:lnTo>
                    <a:pt x="1758612" y="946550"/>
                  </a:lnTo>
                  <a:lnTo>
                    <a:pt x="1688267" y="946001"/>
                  </a:lnTo>
                  <a:lnTo>
                    <a:pt x="1617923" y="945452"/>
                  </a:lnTo>
                  <a:lnTo>
                    <a:pt x="1547578" y="944901"/>
                  </a:lnTo>
                  <a:lnTo>
                    <a:pt x="1477234" y="944349"/>
                  </a:lnTo>
                  <a:lnTo>
                    <a:pt x="1406889" y="943796"/>
                  </a:lnTo>
                  <a:lnTo>
                    <a:pt x="1336545" y="943242"/>
                  </a:lnTo>
                  <a:lnTo>
                    <a:pt x="1266200" y="942688"/>
                  </a:lnTo>
                  <a:lnTo>
                    <a:pt x="1195856" y="942132"/>
                  </a:lnTo>
                  <a:lnTo>
                    <a:pt x="1125511" y="941575"/>
                  </a:lnTo>
                  <a:lnTo>
                    <a:pt x="1055167" y="941018"/>
                  </a:lnTo>
                  <a:lnTo>
                    <a:pt x="984822" y="940459"/>
                  </a:lnTo>
                  <a:lnTo>
                    <a:pt x="914478" y="939899"/>
                  </a:lnTo>
                  <a:lnTo>
                    <a:pt x="844133" y="939339"/>
                  </a:lnTo>
                  <a:lnTo>
                    <a:pt x="773789" y="938777"/>
                  </a:lnTo>
                  <a:lnTo>
                    <a:pt x="703444" y="938215"/>
                  </a:lnTo>
                  <a:lnTo>
                    <a:pt x="633100" y="937651"/>
                  </a:lnTo>
                  <a:lnTo>
                    <a:pt x="562755" y="937086"/>
                  </a:lnTo>
                  <a:lnTo>
                    <a:pt x="492411" y="936521"/>
                  </a:lnTo>
                  <a:lnTo>
                    <a:pt x="422066" y="935954"/>
                  </a:lnTo>
                  <a:lnTo>
                    <a:pt x="351722" y="935387"/>
                  </a:lnTo>
                  <a:lnTo>
                    <a:pt x="281377" y="934818"/>
                  </a:lnTo>
                  <a:lnTo>
                    <a:pt x="211033" y="934249"/>
                  </a:lnTo>
                  <a:lnTo>
                    <a:pt x="140688" y="933678"/>
                  </a:lnTo>
                  <a:lnTo>
                    <a:pt x="70344" y="933106"/>
                  </a:lnTo>
                  <a:lnTo>
                    <a:pt x="0" y="9325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119382" y="4336484"/>
              <a:ext cx="6080034" cy="984592"/>
            </a:xfrm>
            <a:custGeom>
              <a:avLst/>
              <a:pathLst>
                <a:path w="6080034" h="984592">
                  <a:moveTo>
                    <a:pt x="0" y="0"/>
                  </a:moveTo>
                  <a:lnTo>
                    <a:pt x="30407" y="23371"/>
                  </a:lnTo>
                  <a:lnTo>
                    <a:pt x="100752" y="75169"/>
                  </a:lnTo>
                  <a:lnTo>
                    <a:pt x="171096" y="124792"/>
                  </a:lnTo>
                  <a:lnTo>
                    <a:pt x="241441" y="172332"/>
                  </a:lnTo>
                  <a:lnTo>
                    <a:pt x="311785" y="217876"/>
                  </a:lnTo>
                  <a:lnTo>
                    <a:pt x="382130" y="261508"/>
                  </a:lnTo>
                  <a:lnTo>
                    <a:pt x="452474" y="303309"/>
                  </a:lnTo>
                  <a:lnTo>
                    <a:pt x="522819" y="343354"/>
                  </a:lnTo>
                  <a:lnTo>
                    <a:pt x="593163" y="381719"/>
                  </a:lnTo>
                  <a:lnTo>
                    <a:pt x="663508" y="418473"/>
                  </a:lnTo>
                  <a:lnTo>
                    <a:pt x="733852" y="453684"/>
                  </a:lnTo>
                  <a:lnTo>
                    <a:pt x="804197" y="487416"/>
                  </a:lnTo>
                  <a:lnTo>
                    <a:pt x="874541" y="519733"/>
                  </a:lnTo>
                  <a:lnTo>
                    <a:pt x="944886" y="550693"/>
                  </a:lnTo>
                  <a:lnTo>
                    <a:pt x="1015230" y="580353"/>
                  </a:lnTo>
                  <a:lnTo>
                    <a:pt x="1085575" y="608768"/>
                  </a:lnTo>
                  <a:lnTo>
                    <a:pt x="1155919" y="635990"/>
                  </a:lnTo>
                  <a:lnTo>
                    <a:pt x="1226264" y="662069"/>
                  </a:lnTo>
                  <a:lnTo>
                    <a:pt x="1296608" y="687053"/>
                  </a:lnTo>
                  <a:lnTo>
                    <a:pt x="1366953" y="710989"/>
                  </a:lnTo>
                  <a:lnTo>
                    <a:pt x="1437297" y="733920"/>
                  </a:lnTo>
                  <a:lnTo>
                    <a:pt x="1507642" y="755888"/>
                  </a:lnTo>
                  <a:lnTo>
                    <a:pt x="1577986" y="776933"/>
                  </a:lnTo>
                  <a:lnTo>
                    <a:pt x="1648331" y="797096"/>
                  </a:lnTo>
                  <a:lnTo>
                    <a:pt x="1718675" y="816411"/>
                  </a:lnTo>
                  <a:lnTo>
                    <a:pt x="1789020" y="834916"/>
                  </a:lnTo>
                  <a:lnTo>
                    <a:pt x="1859364" y="852644"/>
                  </a:lnTo>
                  <a:lnTo>
                    <a:pt x="1929709" y="869628"/>
                  </a:lnTo>
                  <a:lnTo>
                    <a:pt x="2000053" y="885899"/>
                  </a:lnTo>
                  <a:lnTo>
                    <a:pt x="2070398" y="901487"/>
                  </a:lnTo>
                  <a:lnTo>
                    <a:pt x="2140742" y="916420"/>
                  </a:lnTo>
                  <a:lnTo>
                    <a:pt x="2211087" y="930727"/>
                  </a:lnTo>
                  <a:lnTo>
                    <a:pt x="2281431" y="944432"/>
                  </a:lnTo>
                  <a:lnTo>
                    <a:pt x="2351776" y="957563"/>
                  </a:lnTo>
                  <a:lnTo>
                    <a:pt x="2422120" y="958383"/>
                  </a:lnTo>
                  <a:lnTo>
                    <a:pt x="2492465" y="958910"/>
                  </a:lnTo>
                  <a:lnTo>
                    <a:pt x="2562809" y="959436"/>
                  </a:lnTo>
                  <a:lnTo>
                    <a:pt x="2633154" y="959962"/>
                  </a:lnTo>
                  <a:lnTo>
                    <a:pt x="2703498" y="960486"/>
                  </a:lnTo>
                  <a:lnTo>
                    <a:pt x="2773843" y="961009"/>
                  </a:lnTo>
                  <a:lnTo>
                    <a:pt x="2844187" y="961532"/>
                  </a:lnTo>
                  <a:lnTo>
                    <a:pt x="2914532" y="962053"/>
                  </a:lnTo>
                  <a:lnTo>
                    <a:pt x="2984876" y="962574"/>
                  </a:lnTo>
                  <a:lnTo>
                    <a:pt x="3055220" y="963093"/>
                  </a:lnTo>
                  <a:lnTo>
                    <a:pt x="3125565" y="963612"/>
                  </a:lnTo>
                  <a:lnTo>
                    <a:pt x="3195909" y="964130"/>
                  </a:lnTo>
                  <a:lnTo>
                    <a:pt x="3266254" y="964647"/>
                  </a:lnTo>
                  <a:lnTo>
                    <a:pt x="3336598" y="965163"/>
                  </a:lnTo>
                  <a:lnTo>
                    <a:pt x="3406943" y="965678"/>
                  </a:lnTo>
                  <a:lnTo>
                    <a:pt x="3477287" y="966192"/>
                  </a:lnTo>
                  <a:lnTo>
                    <a:pt x="3547632" y="966705"/>
                  </a:lnTo>
                  <a:lnTo>
                    <a:pt x="3617976" y="967217"/>
                  </a:lnTo>
                  <a:lnTo>
                    <a:pt x="3688321" y="967729"/>
                  </a:lnTo>
                  <a:lnTo>
                    <a:pt x="3758665" y="968239"/>
                  </a:lnTo>
                  <a:lnTo>
                    <a:pt x="3829010" y="968749"/>
                  </a:lnTo>
                  <a:lnTo>
                    <a:pt x="3899354" y="969258"/>
                  </a:lnTo>
                  <a:lnTo>
                    <a:pt x="3969699" y="969766"/>
                  </a:lnTo>
                  <a:lnTo>
                    <a:pt x="4040043" y="970273"/>
                  </a:lnTo>
                  <a:lnTo>
                    <a:pt x="4110388" y="970779"/>
                  </a:lnTo>
                  <a:lnTo>
                    <a:pt x="4180732" y="971284"/>
                  </a:lnTo>
                  <a:lnTo>
                    <a:pt x="4251077" y="971788"/>
                  </a:lnTo>
                  <a:lnTo>
                    <a:pt x="4321421" y="972292"/>
                  </a:lnTo>
                  <a:lnTo>
                    <a:pt x="4391766" y="972794"/>
                  </a:lnTo>
                  <a:lnTo>
                    <a:pt x="4462110" y="973296"/>
                  </a:lnTo>
                  <a:lnTo>
                    <a:pt x="4532455" y="973796"/>
                  </a:lnTo>
                  <a:lnTo>
                    <a:pt x="4602799" y="974296"/>
                  </a:lnTo>
                  <a:lnTo>
                    <a:pt x="4673144" y="974795"/>
                  </a:lnTo>
                  <a:lnTo>
                    <a:pt x="4743488" y="975293"/>
                  </a:lnTo>
                  <a:lnTo>
                    <a:pt x="4813833" y="975790"/>
                  </a:lnTo>
                  <a:lnTo>
                    <a:pt x="4884177" y="976287"/>
                  </a:lnTo>
                  <a:lnTo>
                    <a:pt x="4954522" y="976782"/>
                  </a:lnTo>
                  <a:lnTo>
                    <a:pt x="5024866" y="977277"/>
                  </a:lnTo>
                  <a:lnTo>
                    <a:pt x="5095211" y="977770"/>
                  </a:lnTo>
                  <a:lnTo>
                    <a:pt x="5165555" y="978263"/>
                  </a:lnTo>
                  <a:lnTo>
                    <a:pt x="5235900" y="978755"/>
                  </a:lnTo>
                  <a:lnTo>
                    <a:pt x="5306244" y="979246"/>
                  </a:lnTo>
                  <a:lnTo>
                    <a:pt x="5376589" y="979737"/>
                  </a:lnTo>
                  <a:lnTo>
                    <a:pt x="5446933" y="980226"/>
                  </a:lnTo>
                  <a:lnTo>
                    <a:pt x="5517278" y="980714"/>
                  </a:lnTo>
                  <a:lnTo>
                    <a:pt x="5587622" y="981202"/>
                  </a:lnTo>
                  <a:lnTo>
                    <a:pt x="5657967" y="981689"/>
                  </a:lnTo>
                  <a:lnTo>
                    <a:pt x="5728311" y="982175"/>
                  </a:lnTo>
                  <a:lnTo>
                    <a:pt x="5798656" y="982660"/>
                  </a:lnTo>
                  <a:lnTo>
                    <a:pt x="5869000" y="983144"/>
                  </a:lnTo>
                  <a:lnTo>
                    <a:pt x="5939345" y="983627"/>
                  </a:lnTo>
                  <a:lnTo>
                    <a:pt x="6009689" y="984110"/>
                  </a:lnTo>
                  <a:lnTo>
                    <a:pt x="6080034" y="9845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269018"/>
              <a:ext cx="6964104" cy="293806"/>
            </a:xfrm>
            <a:custGeom>
              <a:avLst/>
              <a:pathLst>
                <a:path w="6964104" h="293806">
                  <a:moveTo>
                    <a:pt x="6964104" y="293806"/>
                  </a:moveTo>
                  <a:lnTo>
                    <a:pt x="6893760" y="292453"/>
                  </a:lnTo>
                  <a:lnTo>
                    <a:pt x="6823415" y="291042"/>
                  </a:lnTo>
                  <a:lnTo>
                    <a:pt x="6753071" y="289568"/>
                  </a:lnTo>
                  <a:lnTo>
                    <a:pt x="6682726" y="288030"/>
                  </a:lnTo>
                  <a:lnTo>
                    <a:pt x="6612382" y="286425"/>
                  </a:lnTo>
                  <a:lnTo>
                    <a:pt x="6542037" y="284749"/>
                  </a:lnTo>
                  <a:lnTo>
                    <a:pt x="6471693" y="283000"/>
                  </a:lnTo>
                  <a:lnTo>
                    <a:pt x="6401348" y="281174"/>
                  </a:lnTo>
                  <a:lnTo>
                    <a:pt x="6331004" y="279268"/>
                  </a:lnTo>
                  <a:lnTo>
                    <a:pt x="6260659" y="277278"/>
                  </a:lnTo>
                  <a:lnTo>
                    <a:pt x="6190315" y="275202"/>
                  </a:lnTo>
                  <a:lnTo>
                    <a:pt x="6119970" y="273034"/>
                  </a:lnTo>
                  <a:lnTo>
                    <a:pt x="6049626" y="270771"/>
                  </a:lnTo>
                  <a:lnTo>
                    <a:pt x="5979281" y="268409"/>
                  </a:lnTo>
                  <a:lnTo>
                    <a:pt x="5908937" y="265944"/>
                  </a:lnTo>
                  <a:lnTo>
                    <a:pt x="5838592" y="263371"/>
                  </a:lnTo>
                  <a:lnTo>
                    <a:pt x="5768248" y="260685"/>
                  </a:lnTo>
                  <a:lnTo>
                    <a:pt x="5697903" y="257881"/>
                  </a:lnTo>
                  <a:lnTo>
                    <a:pt x="5627559" y="254954"/>
                  </a:lnTo>
                  <a:lnTo>
                    <a:pt x="5557214" y="251899"/>
                  </a:lnTo>
                  <a:lnTo>
                    <a:pt x="5486870" y="248711"/>
                  </a:lnTo>
                  <a:lnTo>
                    <a:pt x="5416525" y="245382"/>
                  </a:lnTo>
                  <a:lnTo>
                    <a:pt x="5346181" y="241908"/>
                  </a:lnTo>
                  <a:lnTo>
                    <a:pt x="5275836" y="238281"/>
                  </a:lnTo>
                  <a:lnTo>
                    <a:pt x="5205492" y="234496"/>
                  </a:lnTo>
                  <a:lnTo>
                    <a:pt x="5135147" y="230544"/>
                  </a:lnTo>
                  <a:lnTo>
                    <a:pt x="5064803" y="226420"/>
                  </a:lnTo>
                  <a:lnTo>
                    <a:pt x="4994458" y="222114"/>
                  </a:lnTo>
                  <a:lnTo>
                    <a:pt x="4924114" y="217621"/>
                  </a:lnTo>
                  <a:lnTo>
                    <a:pt x="4853769" y="212930"/>
                  </a:lnTo>
                  <a:lnTo>
                    <a:pt x="4783425" y="208033"/>
                  </a:lnTo>
                  <a:lnTo>
                    <a:pt x="4713080" y="202922"/>
                  </a:lnTo>
                  <a:lnTo>
                    <a:pt x="4642736" y="197587"/>
                  </a:lnTo>
                  <a:lnTo>
                    <a:pt x="4572391" y="192018"/>
                  </a:lnTo>
                  <a:lnTo>
                    <a:pt x="4502047" y="186206"/>
                  </a:lnTo>
                  <a:lnTo>
                    <a:pt x="4431702" y="180138"/>
                  </a:lnTo>
                  <a:lnTo>
                    <a:pt x="4361358" y="173805"/>
                  </a:lnTo>
                  <a:lnTo>
                    <a:pt x="4291013" y="167194"/>
                  </a:lnTo>
                  <a:lnTo>
                    <a:pt x="4220669" y="160293"/>
                  </a:lnTo>
                  <a:lnTo>
                    <a:pt x="4150324" y="153090"/>
                  </a:lnTo>
                  <a:lnTo>
                    <a:pt x="4079980" y="145571"/>
                  </a:lnTo>
                  <a:lnTo>
                    <a:pt x="4009635" y="137723"/>
                  </a:lnTo>
                  <a:lnTo>
                    <a:pt x="3939291" y="129531"/>
                  </a:lnTo>
                  <a:lnTo>
                    <a:pt x="3868946" y="120980"/>
                  </a:lnTo>
                  <a:lnTo>
                    <a:pt x="3798602" y="112054"/>
                  </a:lnTo>
                  <a:lnTo>
                    <a:pt x="3728257" y="102737"/>
                  </a:lnTo>
                  <a:lnTo>
                    <a:pt x="3657913" y="93012"/>
                  </a:lnTo>
                  <a:lnTo>
                    <a:pt x="3587569" y="82861"/>
                  </a:lnTo>
                  <a:lnTo>
                    <a:pt x="3517224" y="72265"/>
                  </a:lnTo>
                  <a:lnTo>
                    <a:pt x="3446880" y="61204"/>
                  </a:lnTo>
                  <a:lnTo>
                    <a:pt x="3376535" y="49659"/>
                  </a:lnTo>
                  <a:lnTo>
                    <a:pt x="3306191" y="37608"/>
                  </a:lnTo>
                  <a:lnTo>
                    <a:pt x="3235846" y="25321"/>
                  </a:lnTo>
                  <a:lnTo>
                    <a:pt x="3165502" y="24792"/>
                  </a:lnTo>
                  <a:lnTo>
                    <a:pt x="3095157" y="24262"/>
                  </a:lnTo>
                  <a:lnTo>
                    <a:pt x="3024813" y="23732"/>
                  </a:lnTo>
                  <a:lnTo>
                    <a:pt x="2954468" y="23200"/>
                  </a:lnTo>
                  <a:lnTo>
                    <a:pt x="2884124" y="22667"/>
                  </a:lnTo>
                  <a:lnTo>
                    <a:pt x="2813779" y="22134"/>
                  </a:lnTo>
                  <a:lnTo>
                    <a:pt x="2743435" y="21599"/>
                  </a:lnTo>
                  <a:lnTo>
                    <a:pt x="2673090" y="21064"/>
                  </a:lnTo>
                  <a:lnTo>
                    <a:pt x="2602746" y="20527"/>
                  </a:lnTo>
                  <a:lnTo>
                    <a:pt x="2532401" y="19990"/>
                  </a:lnTo>
                  <a:lnTo>
                    <a:pt x="2462057" y="19452"/>
                  </a:lnTo>
                  <a:lnTo>
                    <a:pt x="2391712" y="18912"/>
                  </a:lnTo>
                  <a:lnTo>
                    <a:pt x="2321368" y="18372"/>
                  </a:lnTo>
                  <a:lnTo>
                    <a:pt x="2251023" y="17831"/>
                  </a:lnTo>
                  <a:lnTo>
                    <a:pt x="2180679" y="17289"/>
                  </a:lnTo>
                  <a:lnTo>
                    <a:pt x="2110334" y="16746"/>
                  </a:lnTo>
                  <a:lnTo>
                    <a:pt x="2039990" y="16202"/>
                  </a:lnTo>
                  <a:lnTo>
                    <a:pt x="1969645" y="15657"/>
                  </a:lnTo>
                  <a:lnTo>
                    <a:pt x="1899301" y="15111"/>
                  </a:lnTo>
                  <a:lnTo>
                    <a:pt x="1828956" y="14564"/>
                  </a:lnTo>
                  <a:lnTo>
                    <a:pt x="1758612" y="14016"/>
                  </a:lnTo>
                  <a:lnTo>
                    <a:pt x="1688267" y="13467"/>
                  </a:lnTo>
                  <a:lnTo>
                    <a:pt x="1617923" y="12917"/>
                  </a:lnTo>
                  <a:lnTo>
                    <a:pt x="1547578" y="12367"/>
                  </a:lnTo>
                  <a:lnTo>
                    <a:pt x="1477234" y="11815"/>
                  </a:lnTo>
                  <a:lnTo>
                    <a:pt x="1406889" y="11262"/>
                  </a:lnTo>
                  <a:lnTo>
                    <a:pt x="1336545" y="10708"/>
                  </a:lnTo>
                  <a:lnTo>
                    <a:pt x="1266200" y="10154"/>
                  </a:lnTo>
                  <a:lnTo>
                    <a:pt x="1195856" y="9598"/>
                  </a:lnTo>
                  <a:lnTo>
                    <a:pt x="1125511" y="9041"/>
                  </a:lnTo>
                  <a:lnTo>
                    <a:pt x="1055167" y="8484"/>
                  </a:lnTo>
                  <a:lnTo>
                    <a:pt x="984822" y="7925"/>
                  </a:lnTo>
                  <a:lnTo>
                    <a:pt x="914478" y="7365"/>
                  </a:lnTo>
                  <a:lnTo>
                    <a:pt x="844133" y="6805"/>
                  </a:lnTo>
                  <a:lnTo>
                    <a:pt x="773789" y="6243"/>
                  </a:lnTo>
                  <a:lnTo>
                    <a:pt x="703444" y="5680"/>
                  </a:lnTo>
                  <a:lnTo>
                    <a:pt x="633100" y="5117"/>
                  </a:lnTo>
                  <a:lnTo>
                    <a:pt x="562755" y="4552"/>
                  </a:lnTo>
                  <a:lnTo>
                    <a:pt x="492411" y="3987"/>
                  </a:lnTo>
                  <a:lnTo>
                    <a:pt x="422066" y="3420"/>
                  </a:lnTo>
                  <a:lnTo>
                    <a:pt x="351722" y="2853"/>
                  </a:lnTo>
                  <a:lnTo>
                    <a:pt x="281377" y="2284"/>
                  </a:lnTo>
                  <a:lnTo>
                    <a:pt x="211033" y="1714"/>
                  </a:lnTo>
                  <a:lnTo>
                    <a:pt x="140688" y="1144"/>
                  </a:lnTo>
                  <a:lnTo>
                    <a:pt x="70344" y="5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757282"/>
              <a:ext cx="6964104" cy="744680"/>
            </a:xfrm>
            <a:custGeom>
              <a:avLst/>
              <a:pathLst>
                <a:path w="6964104" h="744680">
                  <a:moveTo>
                    <a:pt x="0" y="0"/>
                  </a:moveTo>
                  <a:lnTo>
                    <a:pt x="70344" y="18467"/>
                  </a:lnTo>
                  <a:lnTo>
                    <a:pt x="140688" y="36526"/>
                  </a:lnTo>
                  <a:lnTo>
                    <a:pt x="211033" y="54187"/>
                  </a:lnTo>
                  <a:lnTo>
                    <a:pt x="281377" y="71457"/>
                  </a:lnTo>
                  <a:lnTo>
                    <a:pt x="351722" y="88347"/>
                  </a:lnTo>
                  <a:lnTo>
                    <a:pt x="422066" y="104863"/>
                  </a:lnTo>
                  <a:lnTo>
                    <a:pt x="492411" y="121015"/>
                  </a:lnTo>
                  <a:lnTo>
                    <a:pt x="562755" y="136810"/>
                  </a:lnTo>
                  <a:lnTo>
                    <a:pt x="633100" y="152257"/>
                  </a:lnTo>
                  <a:lnTo>
                    <a:pt x="703444" y="167362"/>
                  </a:lnTo>
                  <a:lnTo>
                    <a:pt x="773789" y="182134"/>
                  </a:lnTo>
                  <a:lnTo>
                    <a:pt x="844133" y="196580"/>
                  </a:lnTo>
                  <a:lnTo>
                    <a:pt x="914478" y="210707"/>
                  </a:lnTo>
                  <a:lnTo>
                    <a:pt x="984822" y="224522"/>
                  </a:lnTo>
                  <a:lnTo>
                    <a:pt x="1055167" y="238031"/>
                  </a:lnTo>
                  <a:lnTo>
                    <a:pt x="1125511" y="251243"/>
                  </a:lnTo>
                  <a:lnTo>
                    <a:pt x="1195856" y="264163"/>
                  </a:lnTo>
                  <a:lnTo>
                    <a:pt x="1266200" y="276797"/>
                  </a:lnTo>
                  <a:lnTo>
                    <a:pt x="1336545" y="289153"/>
                  </a:lnTo>
                  <a:lnTo>
                    <a:pt x="1406889" y="301236"/>
                  </a:lnTo>
                  <a:lnTo>
                    <a:pt x="1477234" y="313052"/>
                  </a:lnTo>
                  <a:lnTo>
                    <a:pt x="1547578" y="324607"/>
                  </a:lnTo>
                  <a:lnTo>
                    <a:pt x="1617923" y="335907"/>
                  </a:lnTo>
                  <a:lnTo>
                    <a:pt x="1688267" y="346958"/>
                  </a:lnTo>
                  <a:lnTo>
                    <a:pt x="1758612" y="357764"/>
                  </a:lnTo>
                  <a:lnTo>
                    <a:pt x="1828956" y="368332"/>
                  </a:lnTo>
                  <a:lnTo>
                    <a:pt x="1899301" y="378667"/>
                  </a:lnTo>
                  <a:lnTo>
                    <a:pt x="1969645" y="388773"/>
                  </a:lnTo>
                  <a:lnTo>
                    <a:pt x="2039990" y="398657"/>
                  </a:lnTo>
                  <a:lnTo>
                    <a:pt x="2110334" y="408322"/>
                  </a:lnTo>
                  <a:lnTo>
                    <a:pt x="2180679" y="417774"/>
                  </a:lnTo>
                  <a:lnTo>
                    <a:pt x="2251023" y="427017"/>
                  </a:lnTo>
                  <a:lnTo>
                    <a:pt x="2321368" y="436056"/>
                  </a:lnTo>
                  <a:lnTo>
                    <a:pt x="2391712" y="444895"/>
                  </a:lnTo>
                  <a:lnTo>
                    <a:pt x="2462057" y="453539"/>
                  </a:lnTo>
                  <a:lnTo>
                    <a:pt x="2532401" y="461992"/>
                  </a:lnTo>
                  <a:lnTo>
                    <a:pt x="2602746" y="470259"/>
                  </a:lnTo>
                  <a:lnTo>
                    <a:pt x="2673090" y="478343"/>
                  </a:lnTo>
                  <a:lnTo>
                    <a:pt x="2743435" y="486249"/>
                  </a:lnTo>
                  <a:lnTo>
                    <a:pt x="2813779" y="493980"/>
                  </a:lnTo>
                  <a:lnTo>
                    <a:pt x="2884124" y="501541"/>
                  </a:lnTo>
                  <a:lnTo>
                    <a:pt x="2954468" y="508934"/>
                  </a:lnTo>
                  <a:lnTo>
                    <a:pt x="3024813" y="516164"/>
                  </a:lnTo>
                  <a:lnTo>
                    <a:pt x="3095157" y="523235"/>
                  </a:lnTo>
                  <a:lnTo>
                    <a:pt x="3165502" y="530150"/>
                  </a:lnTo>
                  <a:lnTo>
                    <a:pt x="3235846" y="536911"/>
                  </a:lnTo>
                  <a:lnTo>
                    <a:pt x="3306191" y="543524"/>
                  </a:lnTo>
                  <a:lnTo>
                    <a:pt x="3376535" y="549991"/>
                  </a:lnTo>
                  <a:lnTo>
                    <a:pt x="3446880" y="556314"/>
                  </a:lnTo>
                  <a:lnTo>
                    <a:pt x="3517224" y="562498"/>
                  </a:lnTo>
                  <a:lnTo>
                    <a:pt x="3587569" y="568546"/>
                  </a:lnTo>
                  <a:lnTo>
                    <a:pt x="3657913" y="574460"/>
                  </a:lnTo>
                  <a:lnTo>
                    <a:pt x="3728257" y="580244"/>
                  </a:lnTo>
                  <a:lnTo>
                    <a:pt x="3798602" y="585899"/>
                  </a:lnTo>
                  <a:lnTo>
                    <a:pt x="3868946" y="591430"/>
                  </a:lnTo>
                  <a:lnTo>
                    <a:pt x="3939291" y="596839"/>
                  </a:lnTo>
                  <a:lnTo>
                    <a:pt x="4009635" y="602129"/>
                  </a:lnTo>
                  <a:lnTo>
                    <a:pt x="4079980" y="607301"/>
                  </a:lnTo>
                  <a:lnTo>
                    <a:pt x="4150324" y="612360"/>
                  </a:lnTo>
                  <a:lnTo>
                    <a:pt x="4220669" y="617306"/>
                  </a:lnTo>
                  <a:lnTo>
                    <a:pt x="4291013" y="622144"/>
                  </a:lnTo>
                  <a:lnTo>
                    <a:pt x="4361358" y="626875"/>
                  </a:lnTo>
                  <a:lnTo>
                    <a:pt x="4431702" y="631501"/>
                  </a:lnTo>
                  <a:lnTo>
                    <a:pt x="4502047" y="636025"/>
                  </a:lnTo>
                  <a:lnTo>
                    <a:pt x="4572391" y="640449"/>
                  </a:lnTo>
                  <a:lnTo>
                    <a:pt x="4642736" y="644776"/>
                  </a:lnTo>
                  <a:lnTo>
                    <a:pt x="4713080" y="649007"/>
                  </a:lnTo>
                  <a:lnTo>
                    <a:pt x="4783425" y="653144"/>
                  </a:lnTo>
                  <a:lnTo>
                    <a:pt x="4853769" y="657190"/>
                  </a:lnTo>
                  <a:lnTo>
                    <a:pt x="4924114" y="661147"/>
                  </a:lnTo>
                  <a:lnTo>
                    <a:pt x="4994458" y="665017"/>
                  </a:lnTo>
                  <a:lnTo>
                    <a:pt x="5064803" y="668801"/>
                  </a:lnTo>
                  <a:lnTo>
                    <a:pt x="5135147" y="672501"/>
                  </a:lnTo>
                  <a:lnTo>
                    <a:pt x="5205492" y="676120"/>
                  </a:lnTo>
                  <a:lnTo>
                    <a:pt x="5275836" y="679659"/>
                  </a:lnTo>
                  <a:lnTo>
                    <a:pt x="5346181" y="683120"/>
                  </a:lnTo>
                  <a:lnTo>
                    <a:pt x="5416525" y="686504"/>
                  </a:lnTo>
                  <a:lnTo>
                    <a:pt x="5486870" y="689814"/>
                  </a:lnTo>
                  <a:lnTo>
                    <a:pt x="5557214" y="693051"/>
                  </a:lnTo>
                  <a:lnTo>
                    <a:pt x="5627559" y="696216"/>
                  </a:lnTo>
                  <a:lnTo>
                    <a:pt x="5697903" y="699311"/>
                  </a:lnTo>
                  <a:lnTo>
                    <a:pt x="5768248" y="702338"/>
                  </a:lnTo>
                  <a:lnTo>
                    <a:pt x="5838592" y="705298"/>
                  </a:lnTo>
                  <a:lnTo>
                    <a:pt x="5908937" y="708193"/>
                  </a:lnTo>
                  <a:lnTo>
                    <a:pt x="5979281" y="711024"/>
                  </a:lnTo>
                  <a:lnTo>
                    <a:pt x="6049626" y="713792"/>
                  </a:lnTo>
                  <a:lnTo>
                    <a:pt x="6119970" y="716499"/>
                  </a:lnTo>
                  <a:lnTo>
                    <a:pt x="6190315" y="719146"/>
                  </a:lnTo>
                  <a:lnTo>
                    <a:pt x="6260659" y="721735"/>
                  </a:lnTo>
                  <a:lnTo>
                    <a:pt x="6331004" y="724267"/>
                  </a:lnTo>
                  <a:lnTo>
                    <a:pt x="6401348" y="726743"/>
                  </a:lnTo>
                  <a:lnTo>
                    <a:pt x="6471693" y="729164"/>
                  </a:lnTo>
                  <a:lnTo>
                    <a:pt x="6542037" y="731532"/>
                  </a:lnTo>
                  <a:lnTo>
                    <a:pt x="6612382" y="733848"/>
                  </a:lnTo>
                  <a:lnTo>
                    <a:pt x="6682726" y="736112"/>
                  </a:lnTo>
                  <a:lnTo>
                    <a:pt x="6753071" y="738326"/>
                  </a:lnTo>
                  <a:lnTo>
                    <a:pt x="6823415" y="740492"/>
                  </a:lnTo>
                  <a:lnTo>
                    <a:pt x="6893760" y="742609"/>
                  </a:lnTo>
                  <a:lnTo>
                    <a:pt x="6964104" y="7446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(1.02-1.64), p = 0.033  |  per IQR decline (Δ = 29.5 %): 2.13 (1.06-4.28)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2026-07-22T08:00:16Z</dcterms:modified>
  <cp:category/>
</cp:coreProperties>
</file>