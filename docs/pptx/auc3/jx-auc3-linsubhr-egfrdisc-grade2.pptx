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487274"/>
              <a:ext cx="7090630" cy="1531611"/>
            </a:xfrm>
            <a:custGeom>
              <a:avLst/>
              <a:pathLst>
                <a:path w="7090630" h="1531611">
                  <a:moveTo>
                    <a:pt x="0" y="0"/>
                  </a:moveTo>
                  <a:lnTo>
                    <a:pt x="71622" y="27968"/>
                  </a:lnTo>
                  <a:lnTo>
                    <a:pt x="143245" y="55559"/>
                  </a:lnTo>
                  <a:lnTo>
                    <a:pt x="214867" y="82776"/>
                  </a:lnTo>
                  <a:lnTo>
                    <a:pt x="286490" y="109626"/>
                  </a:lnTo>
                  <a:lnTo>
                    <a:pt x="358112" y="136114"/>
                  </a:lnTo>
                  <a:lnTo>
                    <a:pt x="429735" y="162243"/>
                  </a:lnTo>
                  <a:lnTo>
                    <a:pt x="501357" y="188019"/>
                  </a:lnTo>
                  <a:lnTo>
                    <a:pt x="572980" y="213447"/>
                  </a:lnTo>
                  <a:lnTo>
                    <a:pt x="644602" y="238532"/>
                  </a:lnTo>
                  <a:lnTo>
                    <a:pt x="716225" y="263277"/>
                  </a:lnTo>
                  <a:lnTo>
                    <a:pt x="787847" y="287689"/>
                  </a:lnTo>
                  <a:lnTo>
                    <a:pt x="859470" y="311770"/>
                  </a:lnTo>
                  <a:lnTo>
                    <a:pt x="931092" y="335526"/>
                  </a:lnTo>
                  <a:lnTo>
                    <a:pt x="1002715" y="358961"/>
                  </a:lnTo>
                  <a:lnTo>
                    <a:pt x="1074337" y="382079"/>
                  </a:lnTo>
                  <a:lnTo>
                    <a:pt x="1145960" y="404885"/>
                  </a:lnTo>
                  <a:lnTo>
                    <a:pt x="1217582" y="427383"/>
                  </a:lnTo>
                  <a:lnTo>
                    <a:pt x="1289205" y="449577"/>
                  </a:lnTo>
                  <a:lnTo>
                    <a:pt x="1360827" y="471471"/>
                  </a:lnTo>
                  <a:lnTo>
                    <a:pt x="1432450" y="493069"/>
                  </a:lnTo>
                  <a:lnTo>
                    <a:pt x="1504073" y="514376"/>
                  </a:lnTo>
                  <a:lnTo>
                    <a:pt x="1575695" y="535394"/>
                  </a:lnTo>
                  <a:lnTo>
                    <a:pt x="1647318" y="556128"/>
                  </a:lnTo>
                  <a:lnTo>
                    <a:pt x="1718940" y="576583"/>
                  </a:lnTo>
                  <a:lnTo>
                    <a:pt x="1790563" y="596761"/>
                  </a:lnTo>
                  <a:lnTo>
                    <a:pt x="1862185" y="616666"/>
                  </a:lnTo>
                  <a:lnTo>
                    <a:pt x="1933808" y="636303"/>
                  </a:lnTo>
                  <a:lnTo>
                    <a:pt x="2005430" y="655674"/>
                  </a:lnTo>
                  <a:lnTo>
                    <a:pt x="2077053" y="674783"/>
                  </a:lnTo>
                  <a:lnTo>
                    <a:pt x="2148675" y="693634"/>
                  </a:lnTo>
                  <a:lnTo>
                    <a:pt x="2220298" y="712230"/>
                  </a:lnTo>
                  <a:lnTo>
                    <a:pt x="2291920" y="730576"/>
                  </a:lnTo>
                  <a:lnTo>
                    <a:pt x="2363543" y="748673"/>
                  </a:lnTo>
                  <a:lnTo>
                    <a:pt x="2435165" y="766526"/>
                  </a:lnTo>
                  <a:lnTo>
                    <a:pt x="2506788" y="784137"/>
                  </a:lnTo>
                  <a:lnTo>
                    <a:pt x="2578410" y="801511"/>
                  </a:lnTo>
                  <a:lnTo>
                    <a:pt x="2650033" y="818650"/>
                  </a:lnTo>
                  <a:lnTo>
                    <a:pt x="2721655" y="835557"/>
                  </a:lnTo>
                  <a:lnTo>
                    <a:pt x="2793278" y="852236"/>
                  </a:lnTo>
                  <a:lnTo>
                    <a:pt x="2864901" y="868689"/>
                  </a:lnTo>
                  <a:lnTo>
                    <a:pt x="2936523" y="884920"/>
                  </a:lnTo>
                  <a:lnTo>
                    <a:pt x="3008146" y="900932"/>
                  </a:lnTo>
                  <a:lnTo>
                    <a:pt x="3079768" y="916728"/>
                  </a:lnTo>
                  <a:lnTo>
                    <a:pt x="3151391" y="932310"/>
                  </a:lnTo>
                  <a:lnTo>
                    <a:pt x="3223013" y="947682"/>
                  </a:lnTo>
                  <a:lnTo>
                    <a:pt x="3294636" y="962845"/>
                  </a:lnTo>
                  <a:lnTo>
                    <a:pt x="3366258" y="977804"/>
                  </a:lnTo>
                  <a:lnTo>
                    <a:pt x="3437881" y="992561"/>
                  </a:lnTo>
                  <a:lnTo>
                    <a:pt x="3509503" y="1007119"/>
                  </a:lnTo>
                  <a:lnTo>
                    <a:pt x="3581126" y="1021479"/>
                  </a:lnTo>
                  <a:lnTo>
                    <a:pt x="3652748" y="1035646"/>
                  </a:lnTo>
                  <a:lnTo>
                    <a:pt x="3724371" y="1049622"/>
                  </a:lnTo>
                  <a:lnTo>
                    <a:pt x="3795993" y="1063408"/>
                  </a:lnTo>
                  <a:lnTo>
                    <a:pt x="3867616" y="1077008"/>
                  </a:lnTo>
                  <a:lnTo>
                    <a:pt x="3939238" y="1090425"/>
                  </a:lnTo>
                  <a:lnTo>
                    <a:pt x="4010861" y="1103660"/>
                  </a:lnTo>
                  <a:lnTo>
                    <a:pt x="4082483" y="1116716"/>
                  </a:lnTo>
                  <a:lnTo>
                    <a:pt x="4154106" y="1129596"/>
                  </a:lnTo>
                  <a:lnTo>
                    <a:pt x="4225729" y="1142302"/>
                  </a:lnTo>
                  <a:lnTo>
                    <a:pt x="4297351" y="1154836"/>
                  </a:lnTo>
                  <a:lnTo>
                    <a:pt x="4368974" y="1167201"/>
                  </a:lnTo>
                  <a:lnTo>
                    <a:pt x="4440596" y="1179399"/>
                  </a:lnTo>
                  <a:lnTo>
                    <a:pt x="4512219" y="1191432"/>
                  </a:lnTo>
                  <a:lnTo>
                    <a:pt x="4583841" y="1203303"/>
                  </a:lnTo>
                  <a:lnTo>
                    <a:pt x="4655464" y="1215013"/>
                  </a:lnTo>
                  <a:lnTo>
                    <a:pt x="4727086" y="1226564"/>
                  </a:lnTo>
                  <a:lnTo>
                    <a:pt x="4798709" y="1237960"/>
                  </a:lnTo>
                  <a:lnTo>
                    <a:pt x="4870331" y="1240157"/>
                  </a:lnTo>
                  <a:lnTo>
                    <a:pt x="4941954" y="1239699"/>
                  </a:lnTo>
                  <a:lnTo>
                    <a:pt x="5013576" y="1239240"/>
                  </a:lnTo>
                  <a:lnTo>
                    <a:pt x="5085199" y="1238781"/>
                  </a:lnTo>
                  <a:lnTo>
                    <a:pt x="5156821" y="1238322"/>
                  </a:lnTo>
                  <a:lnTo>
                    <a:pt x="5228444" y="1237863"/>
                  </a:lnTo>
                  <a:lnTo>
                    <a:pt x="5300066" y="1237403"/>
                  </a:lnTo>
                  <a:lnTo>
                    <a:pt x="5371689" y="1236943"/>
                  </a:lnTo>
                  <a:lnTo>
                    <a:pt x="5443311" y="1236483"/>
                  </a:lnTo>
                  <a:lnTo>
                    <a:pt x="5514934" y="1236023"/>
                  </a:lnTo>
                  <a:lnTo>
                    <a:pt x="5586557" y="1235562"/>
                  </a:lnTo>
                  <a:lnTo>
                    <a:pt x="5658179" y="1235101"/>
                  </a:lnTo>
                  <a:lnTo>
                    <a:pt x="5729802" y="1234640"/>
                  </a:lnTo>
                  <a:lnTo>
                    <a:pt x="5801424" y="1234179"/>
                  </a:lnTo>
                  <a:lnTo>
                    <a:pt x="5873047" y="1233717"/>
                  </a:lnTo>
                  <a:lnTo>
                    <a:pt x="5944669" y="1233255"/>
                  </a:lnTo>
                  <a:lnTo>
                    <a:pt x="6016292" y="1232793"/>
                  </a:lnTo>
                  <a:lnTo>
                    <a:pt x="6087914" y="1232331"/>
                  </a:lnTo>
                  <a:lnTo>
                    <a:pt x="6159537" y="1231868"/>
                  </a:lnTo>
                  <a:lnTo>
                    <a:pt x="6231159" y="1231405"/>
                  </a:lnTo>
                  <a:lnTo>
                    <a:pt x="6302782" y="1230942"/>
                  </a:lnTo>
                  <a:lnTo>
                    <a:pt x="6374404" y="1230478"/>
                  </a:lnTo>
                  <a:lnTo>
                    <a:pt x="6446027" y="1230015"/>
                  </a:lnTo>
                  <a:lnTo>
                    <a:pt x="6517649" y="1229551"/>
                  </a:lnTo>
                  <a:lnTo>
                    <a:pt x="6589272" y="1229086"/>
                  </a:lnTo>
                  <a:lnTo>
                    <a:pt x="6660894" y="1228622"/>
                  </a:lnTo>
                  <a:lnTo>
                    <a:pt x="6732517" y="1228157"/>
                  </a:lnTo>
                  <a:lnTo>
                    <a:pt x="6804139" y="1227692"/>
                  </a:lnTo>
                  <a:lnTo>
                    <a:pt x="6875762" y="1227227"/>
                  </a:lnTo>
                  <a:lnTo>
                    <a:pt x="6947385" y="1226762"/>
                  </a:lnTo>
                  <a:lnTo>
                    <a:pt x="7019007" y="1226296"/>
                  </a:lnTo>
                  <a:lnTo>
                    <a:pt x="7090630" y="1225830"/>
                  </a:lnTo>
                  <a:lnTo>
                    <a:pt x="7090630" y="1531611"/>
                  </a:lnTo>
                  <a:lnTo>
                    <a:pt x="7019007" y="1524237"/>
                  </a:lnTo>
                  <a:lnTo>
                    <a:pt x="6947385" y="1516763"/>
                  </a:lnTo>
                  <a:lnTo>
                    <a:pt x="6875762" y="1509186"/>
                  </a:lnTo>
                  <a:lnTo>
                    <a:pt x="6804139" y="1501505"/>
                  </a:lnTo>
                  <a:lnTo>
                    <a:pt x="6732517" y="1493719"/>
                  </a:lnTo>
                  <a:lnTo>
                    <a:pt x="6660894" y="1485826"/>
                  </a:lnTo>
                  <a:lnTo>
                    <a:pt x="6589272" y="1477825"/>
                  </a:lnTo>
                  <a:lnTo>
                    <a:pt x="6517649" y="1469715"/>
                  </a:lnTo>
                  <a:lnTo>
                    <a:pt x="6446027" y="1461493"/>
                  </a:lnTo>
                  <a:lnTo>
                    <a:pt x="6374404" y="1453159"/>
                  </a:lnTo>
                  <a:lnTo>
                    <a:pt x="6302782" y="1444711"/>
                  </a:lnTo>
                  <a:lnTo>
                    <a:pt x="6231159" y="1436147"/>
                  </a:lnTo>
                  <a:lnTo>
                    <a:pt x="6159537" y="1427466"/>
                  </a:lnTo>
                  <a:lnTo>
                    <a:pt x="6087914" y="1418665"/>
                  </a:lnTo>
                  <a:lnTo>
                    <a:pt x="6016292" y="1409745"/>
                  </a:lnTo>
                  <a:lnTo>
                    <a:pt x="5944669" y="1400702"/>
                  </a:lnTo>
                  <a:lnTo>
                    <a:pt x="5873047" y="1391535"/>
                  </a:lnTo>
                  <a:lnTo>
                    <a:pt x="5801424" y="1382243"/>
                  </a:lnTo>
                  <a:lnTo>
                    <a:pt x="5729802" y="1372823"/>
                  </a:lnTo>
                  <a:lnTo>
                    <a:pt x="5658179" y="1363275"/>
                  </a:lnTo>
                  <a:lnTo>
                    <a:pt x="5586557" y="1353595"/>
                  </a:lnTo>
                  <a:lnTo>
                    <a:pt x="5514934" y="1343783"/>
                  </a:lnTo>
                  <a:lnTo>
                    <a:pt x="5443311" y="1333837"/>
                  </a:lnTo>
                  <a:lnTo>
                    <a:pt x="5371689" y="1323754"/>
                  </a:lnTo>
                  <a:lnTo>
                    <a:pt x="5300066" y="1313534"/>
                  </a:lnTo>
                  <a:lnTo>
                    <a:pt x="5228444" y="1303173"/>
                  </a:lnTo>
                  <a:lnTo>
                    <a:pt x="5156821" y="1292671"/>
                  </a:lnTo>
                  <a:lnTo>
                    <a:pt x="5085199" y="1282024"/>
                  </a:lnTo>
                  <a:lnTo>
                    <a:pt x="5013576" y="1271232"/>
                  </a:lnTo>
                  <a:lnTo>
                    <a:pt x="4941954" y="1260292"/>
                  </a:lnTo>
                  <a:lnTo>
                    <a:pt x="4870331" y="1249202"/>
                  </a:lnTo>
                  <a:lnTo>
                    <a:pt x="4798709" y="1240615"/>
                  </a:lnTo>
                  <a:lnTo>
                    <a:pt x="4727086" y="1241073"/>
                  </a:lnTo>
                  <a:lnTo>
                    <a:pt x="4655464" y="1241530"/>
                  </a:lnTo>
                  <a:lnTo>
                    <a:pt x="4583841" y="1241988"/>
                  </a:lnTo>
                  <a:lnTo>
                    <a:pt x="4512219" y="1242445"/>
                  </a:lnTo>
                  <a:lnTo>
                    <a:pt x="4440596" y="1242902"/>
                  </a:lnTo>
                  <a:lnTo>
                    <a:pt x="4368974" y="1243358"/>
                  </a:lnTo>
                  <a:lnTo>
                    <a:pt x="4297351" y="1243815"/>
                  </a:lnTo>
                  <a:lnTo>
                    <a:pt x="4225729" y="1244271"/>
                  </a:lnTo>
                  <a:lnTo>
                    <a:pt x="4154106" y="1244727"/>
                  </a:lnTo>
                  <a:lnTo>
                    <a:pt x="4082483" y="1245182"/>
                  </a:lnTo>
                  <a:lnTo>
                    <a:pt x="4010861" y="1245637"/>
                  </a:lnTo>
                  <a:lnTo>
                    <a:pt x="3939238" y="1246092"/>
                  </a:lnTo>
                  <a:lnTo>
                    <a:pt x="3867616" y="1246547"/>
                  </a:lnTo>
                  <a:lnTo>
                    <a:pt x="3795993" y="1247002"/>
                  </a:lnTo>
                  <a:lnTo>
                    <a:pt x="3724371" y="1247456"/>
                  </a:lnTo>
                  <a:lnTo>
                    <a:pt x="3652748" y="1247910"/>
                  </a:lnTo>
                  <a:lnTo>
                    <a:pt x="3581126" y="1248364"/>
                  </a:lnTo>
                  <a:lnTo>
                    <a:pt x="3509503" y="1248818"/>
                  </a:lnTo>
                  <a:lnTo>
                    <a:pt x="3437881" y="1249271"/>
                  </a:lnTo>
                  <a:lnTo>
                    <a:pt x="3366258" y="1249724"/>
                  </a:lnTo>
                  <a:lnTo>
                    <a:pt x="3294636" y="1250177"/>
                  </a:lnTo>
                  <a:lnTo>
                    <a:pt x="3223013" y="1250629"/>
                  </a:lnTo>
                  <a:lnTo>
                    <a:pt x="3151391" y="1251082"/>
                  </a:lnTo>
                  <a:lnTo>
                    <a:pt x="3079768" y="1251534"/>
                  </a:lnTo>
                  <a:lnTo>
                    <a:pt x="3008146" y="1251986"/>
                  </a:lnTo>
                  <a:lnTo>
                    <a:pt x="2936523" y="1252437"/>
                  </a:lnTo>
                  <a:lnTo>
                    <a:pt x="2864901" y="1252888"/>
                  </a:lnTo>
                  <a:lnTo>
                    <a:pt x="2793278" y="1253340"/>
                  </a:lnTo>
                  <a:lnTo>
                    <a:pt x="2721655" y="1253790"/>
                  </a:lnTo>
                  <a:lnTo>
                    <a:pt x="2650033" y="1254241"/>
                  </a:lnTo>
                  <a:lnTo>
                    <a:pt x="2578410" y="1254691"/>
                  </a:lnTo>
                  <a:lnTo>
                    <a:pt x="2506788" y="1255141"/>
                  </a:lnTo>
                  <a:lnTo>
                    <a:pt x="2435165" y="1255591"/>
                  </a:lnTo>
                  <a:lnTo>
                    <a:pt x="2363543" y="1256041"/>
                  </a:lnTo>
                  <a:lnTo>
                    <a:pt x="2291920" y="1256490"/>
                  </a:lnTo>
                  <a:lnTo>
                    <a:pt x="2220298" y="1256939"/>
                  </a:lnTo>
                  <a:lnTo>
                    <a:pt x="2148675" y="1257388"/>
                  </a:lnTo>
                  <a:lnTo>
                    <a:pt x="2077053" y="1257836"/>
                  </a:lnTo>
                  <a:lnTo>
                    <a:pt x="2005430" y="1258285"/>
                  </a:lnTo>
                  <a:lnTo>
                    <a:pt x="1933808" y="1258733"/>
                  </a:lnTo>
                  <a:lnTo>
                    <a:pt x="1862185" y="1259181"/>
                  </a:lnTo>
                  <a:lnTo>
                    <a:pt x="1790563" y="1259628"/>
                  </a:lnTo>
                  <a:lnTo>
                    <a:pt x="1718940" y="1260076"/>
                  </a:lnTo>
                  <a:lnTo>
                    <a:pt x="1647318" y="1260523"/>
                  </a:lnTo>
                  <a:lnTo>
                    <a:pt x="1575695" y="1260970"/>
                  </a:lnTo>
                  <a:lnTo>
                    <a:pt x="1504073" y="1261416"/>
                  </a:lnTo>
                  <a:lnTo>
                    <a:pt x="1432450" y="1261863"/>
                  </a:lnTo>
                  <a:lnTo>
                    <a:pt x="1360827" y="1262309"/>
                  </a:lnTo>
                  <a:lnTo>
                    <a:pt x="1289205" y="1262755"/>
                  </a:lnTo>
                  <a:lnTo>
                    <a:pt x="1217582" y="1263200"/>
                  </a:lnTo>
                  <a:lnTo>
                    <a:pt x="1145960" y="1263646"/>
                  </a:lnTo>
                  <a:lnTo>
                    <a:pt x="1074337" y="1264091"/>
                  </a:lnTo>
                  <a:lnTo>
                    <a:pt x="1002715" y="1264536"/>
                  </a:lnTo>
                  <a:lnTo>
                    <a:pt x="931092" y="1264980"/>
                  </a:lnTo>
                  <a:lnTo>
                    <a:pt x="859470" y="1265425"/>
                  </a:lnTo>
                  <a:lnTo>
                    <a:pt x="787847" y="1265869"/>
                  </a:lnTo>
                  <a:lnTo>
                    <a:pt x="716225" y="1266313"/>
                  </a:lnTo>
                  <a:lnTo>
                    <a:pt x="644602" y="1266756"/>
                  </a:lnTo>
                  <a:lnTo>
                    <a:pt x="572980" y="1267200"/>
                  </a:lnTo>
                  <a:lnTo>
                    <a:pt x="501357" y="1267643"/>
                  </a:lnTo>
                  <a:lnTo>
                    <a:pt x="429735" y="1268086"/>
                  </a:lnTo>
                  <a:lnTo>
                    <a:pt x="358112" y="1268528"/>
                  </a:lnTo>
                  <a:lnTo>
                    <a:pt x="286490" y="1268971"/>
                  </a:lnTo>
                  <a:lnTo>
                    <a:pt x="214867" y="1269413"/>
                  </a:lnTo>
                  <a:lnTo>
                    <a:pt x="143245" y="1269855"/>
                  </a:lnTo>
                  <a:lnTo>
                    <a:pt x="71622" y="1270297"/>
                  </a:lnTo>
                  <a:lnTo>
                    <a:pt x="0" y="127073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87274"/>
              <a:ext cx="7090630" cy="1240157"/>
            </a:xfrm>
            <a:custGeom>
              <a:avLst/>
              <a:pathLst>
                <a:path w="7090630" h="1240157">
                  <a:moveTo>
                    <a:pt x="0" y="0"/>
                  </a:moveTo>
                  <a:lnTo>
                    <a:pt x="71622" y="27968"/>
                  </a:lnTo>
                  <a:lnTo>
                    <a:pt x="143245" y="55559"/>
                  </a:lnTo>
                  <a:lnTo>
                    <a:pt x="214867" y="82776"/>
                  </a:lnTo>
                  <a:lnTo>
                    <a:pt x="286490" y="109626"/>
                  </a:lnTo>
                  <a:lnTo>
                    <a:pt x="358112" y="136114"/>
                  </a:lnTo>
                  <a:lnTo>
                    <a:pt x="429735" y="162243"/>
                  </a:lnTo>
                  <a:lnTo>
                    <a:pt x="501357" y="188019"/>
                  </a:lnTo>
                  <a:lnTo>
                    <a:pt x="572980" y="213447"/>
                  </a:lnTo>
                  <a:lnTo>
                    <a:pt x="644602" y="238532"/>
                  </a:lnTo>
                  <a:lnTo>
                    <a:pt x="716225" y="263277"/>
                  </a:lnTo>
                  <a:lnTo>
                    <a:pt x="787847" y="287689"/>
                  </a:lnTo>
                  <a:lnTo>
                    <a:pt x="859470" y="311770"/>
                  </a:lnTo>
                  <a:lnTo>
                    <a:pt x="931092" y="335526"/>
                  </a:lnTo>
                  <a:lnTo>
                    <a:pt x="1002715" y="358961"/>
                  </a:lnTo>
                  <a:lnTo>
                    <a:pt x="1074337" y="382079"/>
                  </a:lnTo>
                  <a:lnTo>
                    <a:pt x="1145960" y="404885"/>
                  </a:lnTo>
                  <a:lnTo>
                    <a:pt x="1217582" y="427383"/>
                  </a:lnTo>
                  <a:lnTo>
                    <a:pt x="1289205" y="449577"/>
                  </a:lnTo>
                  <a:lnTo>
                    <a:pt x="1360827" y="471471"/>
                  </a:lnTo>
                  <a:lnTo>
                    <a:pt x="1432450" y="493069"/>
                  </a:lnTo>
                  <a:lnTo>
                    <a:pt x="1504073" y="514376"/>
                  </a:lnTo>
                  <a:lnTo>
                    <a:pt x="1575695" y="535394"/>
                  </a:lnTo>
                  <a:lnTo>
                    <a:pt x="1647318" y="556128"/>
                  </a:lnTo>
                  <a:lnTo>
                    <a:pt x="1718940" y="576583"/>
                  </a:lnTo>
                  <a:lnTo>
                    <a:pt x="1790563" y="596761"/>
                  </a:lnTo>
                  <a:lnTo>
                    <a:pt x="1862185" y="616666"/>
                  </a:lnTo>
                  <a:lnTo>
                    <a:pt x="1933808" y="636303"/>
                  </a:lnTo>
                  <a:lnTo>
                    <a:pt x="2005430" y="655674"/>
                  </a:lnTo>
                  <a:lnTo>
                    <a:pt x="2077053" y="674783"/>
                  </a:lnTo>
                  <a:lnTo>
                    <a:pt x="2148675" y="693634"/>
                  </a:lnTo>
                  <a:lnTo>
                    <a:pt x="2220298" y="712230"/>
                  </a:lnTo>
                  <a:lnTo>
                    <a:pt x="2291920" y="730576"/>
                  </a:lnTo>
                  <a:lnTo>
                    <a:pt x="2363543" y="748673"/>
                  </a:lnTo>
                  <a:lnTo>
                    <a:pt x="2435165" y="766526"/>
                  </a:lnTo>
                  <a:lnTo>
                    <a:pt x="2506788" y="784137"/>
                  </a:lnTo>
                  <a:lnTo>
                    <a:pt x="2578410" y="801511"/>
                  </a:lnTo>
                  <a:lnTo>
                    <a:pt x="2650033" y="818650"/>
                  </a:lnTo>
                  <a:lnTo>
                    <a:pt x="2721655" y="835557"/>
                  </a:lnTo>
                  <a:lnTo>
                    <a:pt x="2793278" y="852236"/>
                  </a:lnTo>
                  <a:lnTo>
                    <a:pt x="2864901" y="868689"/>
                  </a:lnTo>
                  <a:lnTo>
                    <a:pt x="2936523" y="884920"/>
                  </a:lnTo>
                  <a:lnTo>
                    <a:pt x="3008146" y="900932"/>
                  </a:lnTo>
                  <a:lnTo>
                    <a:pt x="3079768" y="916728"/>
                  </a:lnTo>
                  <a:lnTo>
                    <a:pt x="3151391" y="932310"/>
                  </a:lnTo>
                  <a:lnTo>
                    <a:pt x="3223013" y="947682"/>
                  </a:lnTo>
                  <a:lnTo>
                    <a:pt x="3294636" y="962845"/>
                  </a:lnTo>
                  <a:lnTo>
                    <a:pt x="3366258" y="977804"/>
                  </a:lnTo>
                  <a:lnTo>
                    <a:pt x="3437881" y="992561"/>
                  </a:lnTo>
                  <a:lnTo>
                    <a:pt x="3509503" y="1007119"/>
                  </a:lnTo>
                  <a:lnTo>
                    <a:pt x="3581126" y="1021479"/>
                  </a:lnTo>
                  <a:lnTo>
                    <a:pt x="3652748" y="1035646"/>
                  </a:lnTo>
                  <a:lnTo>
                    <a:pt x="3724371" y="1049622"/>
                  </a:lnTo>
                  <a:lnTo>
                    <a:pt x="3795993" y="1063408"/>
                  </a:lnTo>
                  <a:lnTo>
                    <a:pt x="3867616" y="1077008"/>
                  </a:lnTo>
                  <a:lnTo>
                    <a:pt x="3939238" y="1090425"/>
                  </a:lnTo>
                  <a:lnTo>
                    <a:pt x="4010861" y="1103660"/>
                  </a:lnTo>
                  <a:lnTo>
                    <a:pt x="4082483" y="1116716"/>
                  </a:lnTo>
                  <a:lnTo>
                    <a:pt x="4154106" y="1129596"/>
                  </a:lnTo>
                  <a:lnTo>
                    <a:pt x="4225729" y="1142302"/>
                  </a:lnTo>
                  <a:lnTo>
                    <a:pt x="4297351" y="1154836"/>
                  </a:lnTo>
                  <a:lnTo>
                    <a:pt x="4368974" y="1167201"/>
                  </a:lnTo>
                  <a:lnTo>
                    <a:pt x="4440596" y="1179399"/>
                  </a:lnTo>
                  <a:lnTo>
                    <a:pt x="4512219" y="1191432"/>
                  </a:lnTo>
                  <a:lnTo>
                    <a:pt x="4583841" y="1203303"/>
                  </a:lnTo>
                  <a:lnTo>
                    <a:pt x="4655464" y="1215013"/>
                  </a:lnTo>
                  <a:lnTo>
                    <a:pt x="4727086" y="1226564"/>
                  </a:lnTo>
                  <a:lnTo>
                    <a:pt x="4798709" y="1237960"/>
                  </a:lnTo>
                  <a:lnTo>
                    <a:pt x="4870331" y="1240157"/>
                  </a:lnTo>
                  <a:lnTo>
                    <a:pt x="4941954" y="1239699"/>
                  </a:lnTo>
                  <a:lnTo>
                    <a:pt x="5013576" y="1239240"/>
                  </a:lnTo>
                  <a:lnTo>
                    <a:pt x="5085199" y="1238781"/>
                  </a:lnTo>
                  <a:lnTo>
                    <a:pt x="5156821" y="1238322"/>
                  </a:lnTo>
                  <a:lnTo>
                    <a:pt x="5228444" y="1237863"/>
                  </a:lnTo>
                  <a:lnTo>
                    <a:pt x="5300066" y="1237403"/>
                  </a:lnTo>
                  <a:lnTo>
                    <a:pt x="5371689" y="1236943"/>
                  </a:lnTo>
                  <a:lnTo>
                    <a:pt x="5443311" y="1236483"/>
                  </a:lnTo>
                  <a:lnTo>
                    <a:pt x="5514934" y="1236023"/>
                  </a:lnTo>
                  <a:lnTo>
                    <a:pt x="5586557" y="1235562"/>
                  </a:lnTo>
                  <a:lnTo>
                    <a:pt x="5658179" y="1235101"/>
                  </a:lnTo>
                  <a:lnTo>
                    <a:pt x="5729802" y="1234640"/>
                  </a:lnTo>
                  <a:lnTo>
                    <a:pt x="5801424" y="1234179"/>
                  </a:lnTo>
                  <a:lnTo>
                    <a:pt x="5873047" y="1233717"/>
                  </a:lnTo>
                  <a:lnTo>
                    <a:pt x="5944669" y="1233255"/>
                  </a:lnTo>
                  <a:lnTo>
                    <a:pt x="6016292" y="1232793"/>
                  </a:lnTo>
                  <a:lnTo>
                    <a:pt x="6087914" y="1232331"/>
                  </a:lnTo>
                  <a:lnTo>
                    <a:pt x="6159537" y="1231868"/>
                  </a:lnTo>
                  <a:lnTo>
                    <a:pt x="6231159" y="1231405"/>
                  </a:lnTo>
                  <a:lnTo>
                    <a:pt x="6302782" y="1230942"/>
                  </a:lnTo>
                  <a:lnTo>
                    <a:pt x="6374404" y="1230478"/>
                  </a:lnTo>
                  <a:lnTo>
                    <a:pt x="6446027" y="1230015"/>
                  </a:lnTo>
                  <a:lnTo>
                    <a:pt x="6517649" y="1229551"/>
                  </a:lnTo>
                  <a:lnTo>
                    <a:pt x="6589272" y="1229086"/>
                  </a:lnTo>
                  <a:lnTo>
                    <a:pt x="6660894" y="1228622"/>
                  </a:lnTo>
                  <a:lnTo>
                    <a:pt x="6732517" y="1228157"/>
                  </a:lnTo>
                  <a:lnTo>
                    <a:pt x="6804139" y="1227692"/>
                  </a:lnTo>
                  <a:lnTo>
                    <a:pt x="6875762" y="1227227"/>
                  </a:lnTo>
                  <a:lnTo>
                    <a:pt x="6947385" y="1226762"/>
                  </a:lnTo>
                  <a:lnTo>
                    <a:pt x="7019007" y="1226296"/>
                  </a:lnTo>
                  <a:lnTo>
                    <a:pt x="7090630" y="12258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7889"/>
              <a:ext cx="7090630" cy="290996"/>
            </a:xfrm>
            <a:custGeom>
              <a:avLst/>
              <a:pathLst>
                <a:path w="7090630" h="290996">
                  <a:moveTo>
                    <a:pt x="7090630" y="290996"/>
                  </a:moveTo>
                  <a:lnTo>
                    <a:pt x="7019007" y="283622"/>
                  </a:lnTo>
                  <a:lnTo>
                    <a:pt x="6947385" y="276147"/>
                  </a:lnTo>
                  <a:lnTo>
                    <a:pt x="6875762" y="268570"/>
                  </a:lnTo>
                  <a:lnTo>
                    <a:pt x="6804139" y="260889"/>
                  </a:lnTo>
                  <a:lnTo>
                    <a:pt x="6732517" y="253103"/>
                  </a:lnTo>
                  <a:lnTo>
                    <a:pt x="6660894" y="245210"/>
                  </a:lnTo>
                  <a:lnTo>
                    <a:pt x="6589272" y="237209"/>
                  </a:lnTo>
                  <a:lnTo>
                    <a:pt x="6517649" y="229099"/>
                  </a:lnTo>
                  <a:lnTo>
                    <a:pt x="6446027" y="220878"/>
                  </a:lnTo>
                  <a:lnTo>
                    <a:pt x="6374404" y="212543"/>
                  </a:lnTo>
                  <a:lnTo>
                    <a:pt x="6302782" y="204095"/>
                  </a:lnTo>
                  <a:lnTo>
                    <a:pt x="6231159" y="195531"/>
                  </a:lnTo>
                  <a:lnTo>
                    <a:pt x="6159537" y="186850"/>
                  </a:lnTo>
                  <a:lnTo>
                    <a:pt x="6087914" y="178050"/>
                  </a:lnTo>
                  <a:lnTo>
                    <a:pt x="6016292" y="169129"/>
                  </a:lnTo>
                  <a:lnTo>
                    <a:pt x="5944669" y="160086"/>
                  </a:lnTo>
                  <a:lnTo>
                    <a:pt x="5873047" y="150919"/>
                  </a:lnTo>
                  <a:lnTo>
                    <a:pt x="5801424" y="141627"/>
                  </a:lnTo>
                  <a:lnTo>
                    <a:pt x="5729802" y="132208"/>
                  </a:lnTo>
                  <a:lnTo>
                    <a:pt x="5658179" y="122659"/>
                  </a:lnTo>
                  <a:lnTo>
                    <a:pt x="5586557" y="112980"/>
                  </a:lnTo>
                  <a:lnTo>
                    <a:pt x="5514934" y="103168"/>
                  </a:lnTo>
                  <a:lnTo>
                    <a:pt x="5443311" y="93221"/>
                  </a:lnTo>
                  <a:lnTo>
                    <a:pt x="5371689" y="83139"/>
                  </a:lnTo>
                  <a:lnTo>
                    <a:pt x="5300066" y="72918"/>
                  </a:lnTo>
                  <a:lnTo>
                    <a:pt x="5228444" y="62558"/>
                  </a:lnTo>
                  <a:lnTo>
                    <a:pt x="5156821" y="52055"/>
                  </a:lnTo>
                  <a:lnTo>
                    <a:pt x="5085199" y="41409"/>
                  </a:lnTo>
                  <a:lnTo>
                    <a:pt x="5013576" y="30616"/>
                  </a:lnTo>
                  <a:lnTo>
                    <a:pt x="4941954" y="19676"/>
                  </a:lnTo>
                  <a:lnTo>
                    <a:pt x="4870331" y="8586"/>
                  </a:lnTo>
                  <a:lnTo>
                    <a:pt x="4798709" y="0"/>
                  </a:lnTo>
                  <a:lnTo>
                    <a:pt x="4727086" y="457"/>
                  </a:lnTo>
                  <a:lnTo>
                    <a:pt x="4655464" y="915"/>
                  </a:lnTo>
                  <a:lnTo>
                    <a:pt x="4583841" y="1372"/>
                  </a:lnTo>
                  <a:lnTo>
                    <a:pt x="4512219" y="1829"/>
                  </a:lnTo>
                  <a:lnTo>
                    <a:pt x="4440596" y="2286"/>
                  </a:lnTo>
                  <a:lnTo>
                    <a:pt x="4368974" y="2743"/>
                  </a:lnTo>
                  <a:lnTo>
                    <a:pt x="4297351" y="3199"/>
                  </a:lnTo>
                  <a:lnTo>
                    <a:pt x="4225729" y="3655"/>
                  </a:lnTo>
                  <a:lnTo>
                    <a:pt x="4154106" y="4111"/>
                  </a:lnTo>
                  <a:lnTo>
                    <a:pt x="4082483" y="4567"/>
                  </a:lnTo>
                  <a:lnTo>
                    <a:pt x="4010861" y="5022"/>
                  </a:lnTo>
                  <a:lnTo>
                    <a:pt x="3939238" y="5477"/>
                  </a:lnTo>
                  <a:lnTo>
                    <a:pt x="3867616" y="5932"/>
                  </a:lnTo>
                  <a:lnTo>
                    <a:pt x="3795993" y="6386"/>
                  </a:lnTo>
                  <a:lnTo>
                    <a:pt x="3724371" y="6841"/>
                  </a:lnTo>
                  <a:lnTo>
                    <a:pt x="3652748" y="7295"/>
                  </a:lnTo>
                  <a:lnTo>
                    <a:pt x="3581126" y="7749"/>
                  </a:lnTo>
                  <a:lnTo>
                    <a:pt x="3509503" y="8202"/>
                  </a:lnTo>
                  <a:lnTo>
                    <a:pt x="3437881" y="8655"/>
                  </a:lnTo>
                  <a:lnTo>
                    <a:pt x="3366258" y="9108"/>
                  </a:lnTo>
                  <a:lnTo>
                    <a:pt x="3294636" y="9561"/>
                  </a:lnTo>
                  <a:lnTo>
                    <a:pt x="3223013" y="10014"/>
                  </a:lnTo>
                  <a:lnTo>
                    <a:pt x="3151391" y="10466"/>
                  </a:lnTo>
                  <a:lnTo>
                    <a:pt x="3079768" y="10918"/>
                  </a:lnTo>
                  <a:lnTo>
                    <a:pt x="3008146" y="11370"/>
                  </a:lnTo>
                  <a:lnTo>
                    <a:pt x="2936523" y="11822"/>
                  </a:lnTo>
                  <a:lnTo>
                    <a:pt x="2864901" y="12273"/>
                  </a:lnTo>
                  <a:lnTo>
                    <a:pt x="2793278" y="12724"/>
                  </a:lnTo>
                  <a:lnTo>
                    <a:pt x="2721655" y="13175"/>
                  </a:lnTo>
                  <a:lnTo>
                    <a:pt x="2650033" y="13625"/>
                  </a:lnTo>
                  <a:lnTo>
                    <a:pt x="2578410" y="14076"/>
                  </a:lnTo>
                  <a:lnTo>
                    <a:pt x="2506788" y="14526"/>
                  </a:lnTo>
                  <a:lnTo>
                    <a:pt x="2435165" y="14976"/>
                  </a:lnTo>
                  <a:lnTo>
                    <a:pt x="2363543" y="15425"/>
                  </a:lnTo>
                  <a:lnTo>
                    <a:pt x="2291920" y="15874"/>
                  </a:lnTo>
                  <a:lnTo>
                    <a:pt x="2220298" y="16324"/>
                  </a:lnTo>
                  <a:lnTo>
                    <a:pt x="2148675" y="16772"/>
                  </a:lnTo>
                  <a:lnTo>
                    <a:pt x="2077053" y="17221"/>
                  </a:lnTo>
                  <a:lnTo>
                    <a:pt x="2005430" y="17669"/>
                  </a:lnTo>
                  <a:lnTo>
                    <a:pt x="1933808" y="18117"/>
                  </a:lnTo>
                  <a:lnTo>
                    <a:pt x="1862185" y="18565"/>
                  </a:lnTo>
                  <a:lnTo>
                    <a:pt x="1790563" y="19013"/>
                  </a:lnTo>
                  <a:lnTo>
                    <a:pt x="1718940" y="19460"/>
                  </a:lnTo>
                  <a:lnTo>
                    <a:pt x="1647318" y="19907"/>
                  </a:lnTo>
                  <a:lnTo>
                    <a:pt x="1575695" y="20354"/>
                  </a:lnTo>
                  <a:lnTo>
                    <a:pt x="1504073" y="20801"/>
                  </a:lnTo>
                  <a:lnTo>
                    <a:pt x="1432450" y="21247"/>
                  </a:lnTo>
                  <a:lnTo>
                    <a:pt x="1360827" y="21693"/>
                  </a:lnTo>
                  <a:lnTo>
                    <a:pt x="1289205" y="22139"/>
                  </a:lnTo>
                  <a:lnTo>
                    <a:pt x="1217582" y="22585"/>
                  </a:lnTo>
                  <a:lnTo>
                    <a:pt x="1145960" y="23030"/>
                  </a:lnTo>
                  <a:lnTo>
                    <a:pt x="1074337" y="23475"/>
                  </a:lnTo>
                  <a:lnTo>
                    <a:pt x="1002715" y="23920"/>
                  </a:lnTo>
                  <a:lnTo>
                    <a:pt x="931092" y="24365"/>
                  </a:lnTo>
                  <a:lnTo>
                    <a:pt x="859470" y="24809"/>
                  </a:lnTo>
                  <a:lnTo>
                    <a:pt x="787847" y="25253"/>
                  </a:lnTo>
                  <a:lnTo>
                    <a:pt x="716225" y="25697"/>
                  </a:lnTo>
                  <a:lnTo>
                    <a:pt x="644602" y="26141"/>
                  </a:lnTo>
                  <a:lnTo>
                    <a:pt x="572980" y="26584"/>
                  </a:lnTo>
                  <a:lnTo>
                    <a:pt x="501357" y="27027"/>
                  </a:lnTo>
                  <a:lnTo>
                    <a:pt x="429735" y="27470"/>
                  </a:lnTo>
                  <a:lnTo>
                    <a:pt x="358112" y="27913"/>
                  </a:lnTo>
                  <a:lnTo>
                    <a:pt x="286490" y="28355"/>
                  </a:lnTo>
                  <a:lnTo>
                    <a:pt x="214867" y="28798"/>
                  </a:lnTo>
                  <a:lnTo>
                    <a:pt x="143245" y="29239"/>
                  </a:lnTo>
                  <a:lnTo>
                    <a:pt x="71622" y="29681"/>
                  </a:lnTo>
                  <a:lnTo>
                    <a:pt x="0" y="301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71014"/>
              <a:ext cx="7090630" cy="612100"/>
            </a:xfrm>
            <a:custGeom>
              <a:avLst/>
              <a:pathLst>
                <a:path w="7090630" h="612100">
                  <a:moveTo>
                    <a:pt x="0" y="0"/>
                  </a:moveTo>
                  <a:lnTo>
                    <a:pt x="71622" y="8366"/>
                  </a:lnTo>
                  <a:lnTo>
                    <a:pt x="143245" y="16678"/>
                  </a:lnTo>
                  <a:lnTo>
                    <a:pt x="214867" y="24935"/>
                  </a:lnTo>
                  <a:lnTo>
                    <a:pt x="286490" y="33139"/>
                  </a:lnTo>
                  <a:lnTo>
                    <a:pt x="358112" y="41290"/>
                  </a:lnTo>
                  <a:lnTo>
                    <a:pt x="429735" y="49388"/>
                  </a:lnTo>
                  <a:lnTo>
                    <a:pt x="501357" y="57433"/>
                  </a:lnTo>
                  <a:lnTo>
                    <a:pt x="572980" y="65426"/>
                  </a:lnTo>
                  <a:lnTo>
                    <a:pt x="644602" y="73366"/>
                  </a:lnTo>
                  <a:lnTo>
                    <a:pt x="716225" y="81255"/>
                  </a:lnTo>
                  <a:lnTo>
                    <a:pt x="787847" y="89093"/>
                  </a:lnTo>
                  <a:lnTo>
                    <a:pt x="859470" y="96880"/>
                  </a:lnTo>
                  <a:lnTo>
                    <a:pt x="931092" y="104616"/>
                  </a:lnTo>
                  <a:lnTo>
                    <a:pt x="1002715" y="112302"/>
                  </a:lnTo>
                  <a:lnTo>
                    <a:pt x="1074337" y="119938"/>
                  </a:lnTo>
                  <a:lnTo>
                    <a:pt x="1145960" y="127524"/>
                  </a:lnTo>
                  <a:lnTo>
                    <a:pt x="1217582" y="135060"/>
                  </a:lnTo>
                  <a:lnTo>
                    <a:pt x="1289205" y="142548"/>
                  </a:lnTo>
                  <a:lnTo>
                    <a:pt x="1360827" y="149987"/>
                  </a:lnTo>
                  <a:lnTo>
                    <a:pt x="1432450" y="157378"/>
                  </a:lnTo>
                  <a:lnTo>
                    <a:pt x="1504073" y="164721"/>
                  </a:lnTo>
                  <a:lnTo>
                    <a:pt x="1575695" y="172015"/>
                  </a:lnTo>
                  <a:lnTo>
                    <a:pt x="1647318" y="179263"/>
                  </a:lnTo>
                  <a:lnTo>
                    <a:pt x="1718940" y="186463"/>
                  </a:lnTo>
                  <a:lnTo>
                    <a:pt x="1790563" y="193617"/>
                  </a:lnTo>
                  <a:lnTo>
                    <a:pt x="1862185" y="200723"/>
                  </a:lnTo>
                  <a:lnTo>
                    <a:pt x="1933808" y="207784"/>
                  </a:lnTo>
                  <a:lnTo>
                    <a:pt x="2005430" y="214799"/>
                  </a:lnTo>
                  <a:lnTo>
                    <a:pt x="2077053" y="221768"/>
                  </a:lnTo>
                  <a:lnTo>
                    <a:pt x="2148675" y="228692"/>
                  </a:lnTo>
                  <a:lnTo>
                    <a:pt x="2220298" y="235570"/>
                  </a:lnTo>
                  <a:lnTo>
                    <a:pt x="2291920" y="242404"/>
                  </a:lnTo>
                  <a:lnTo>
                    <a:pt x="2363543" y="249194"/>
                  </a:lnTo>
                  <a:lnTo>
                    <a:pt x="2435165" y="255939"/>
                  </a:lnTo>
                  <a:lnTo>
                    <a:pt x="2506788" y="262641"/>
                  </a:lnTo>
                  <a:lnTo>
                    <a:pt x="2578410" y="269299"/>
                  </a:lnTo>
                  <a:lnTo>
                    <a:pt x="2650033" y="275913"/>
                  </a:lnTo>
                  <a:lnTo>
                    <a:pt x="2721655" y="282485"/>
                  </a:lnTo>
                  <a:lnTo>
                    <a:pt x="2793278" y="289014"/>
                  </a:lnTo>
                  <a:lnTo>
                    <a:pt x="2864901" y="295500"/>
                  </a:lnTo>
                  <a:lnTo>
                    <a:pt x="2936523" y="301945"/>
                  </a:lnTo>
                  <a:lnTo>
                    <a:pt x="3008146" y="308347"/>
                  </a:lnTo>
                  <a:lnTo>
                    <a:pt x="3079768" y="314707"/>
                  </a:lnTo>
                  <a:lnTo>
                    <a:pt x="3151391" y="321027"/>
                  </a:lnTo>
                  <a:lnTo>
                    <a:pt x="3223013" y="327305"/>
                  </a:lnTo>
                  <a:lnTo>
                    <a:pt x="3294636" y="333542"/>
                  </a:lnTo>
                  <a:lnTo>
                    <a:pt x="3366258" y="339739"/>
                  </a:lnTo>
                  <a:lnTo>
                    <a:pt x="3437881" y="345895"/>
                  </a:lnTo>
                  <a:lnTo>
                    <a:pt x="3509503" y="352012"/>
                  </a:lnTo>
                  <a:lnTo>
                    <a:pt x="3581126" y="358088"/>
                  </a:lnTo>
                  <a:lnTo>
                    <a:pt x="3652748" y="364125"/>
                  </a:lnTo>
                  <a:lnTo>
                    <a:pt x="3724371" y="370123"/>
                  </a:lnTo>
                  <a:lnTo>
                    <a:pt x="3795993" y="376082"/>
                  </a:lnTo>
                  <a:lnTo>
                    <a:pt x="3867616" y="382002"/>
                  </a:lnTo>
                  <a:lnTo>
                    <a:pt x="3939238" y="387884"/>
                  </a:lnTo>
                  <a:lnTo>
                    <a:pt x="4010861" y="393727"/>
                  </a:lnTo>
                  <a:lnTo>
                    <a:pt x="4082483" y="399532"/>
                  </a:lnTo>
                  <a:lnTo>
                    <a:pt x="4154106" y="405300"/>
                  </a:lnTo>
                  <a:lnTo>
                    <a:pt x="4225729" y="411030"/>
                  </a:lnTo>
                  <a:lnTo>
                    <a:pt x="4297351" y="416723"/>
                  </a:lnTo>
                  <a:lnTo>
                    <a:pt x="4368974" y="422378"/>
                  </a:lnTo>
                  <a:lnTo>
                    <a:pt x="4440596" y="427997"/>
                  </a:lnTo>
                  <a:lnTo>
                    <a:pt x="4512219" y="433580"/>
                  </a:lnTo>
                  <a:lnTo>
                    <a:pt x="4583841" y="439126"/>
                  </a:lnTo>
                  <a:lnTo>
                    <a:pt x="4655464" y="444636"/>
                  </a:lnTo>
                  <a:lnTo>
                    <a:pt x="4727086" y="450110"/>
                  </a:lnTo>
                  <a:lnTo>
                    <a:pt x="4798709" y="455548"/>
                  </a:lnTo>
                  <a:lnTo>
                    <a:pt x="4870331" y="460951"/>
                  </a:lnTo>
                  <a:lnTo>
                    <a:pt x="4941954" y="466319"/>
                  </a:lnTo>
                  <a:lnTo>
                    <a:pt x="5013576" y="471653"/>
                  </a:lnTo>
                  <a:lnTo>
                    <a:pt x="5085199" y="476951"/>
                  </a:lnTo>
                  <a:lnTo>
                    <a:pt x="5156821" y="482215"/>
                  </a:lnTo>
                  <a:lnTo>
                    <a:pt x="5228444" y="487445"/>
                  </a:lnTo>
                  <a:lnTo>
                    <a:pt x="5300066" y="492640"/>
                  </a:lnTo>
                  <a:lnTo>
                    <a:pt x="5371689" y="497802"/>
                  </a:lnTo>
                  <a:lnTo>
                    <a:pt x="5443311" y="502931"/>
                  </a:lnTo>
                  <a:lnTo>
                    <a:pt x="5514934" y="508026"/>
                  </a:lnTo>
                  <a:lnTo>
                    <a:pt x="5586557" y="513087"/>
                  </a:lnTo>
                  <a:lnTo>
                    <a:pt x="5658179" y="518116"/>
                  </a:lnTo>
                  <a:lnTo>
                    <a:pt x="5729802" y="523113"/>
                  </a:lnTo>
                  <a:lnTo>
                    <a:pt x="5801424" y="528076"/>
                  </a:lnTo>
                  <a:lnTo>
                    <a:pt x="5873047" y="533008"/>
                  </a:lnTo>
                  <a:lnTo>
                    <a:pt x="5944669" y="537907"/>
                  </a:lnTo>
                  <a:lnTo>
                    <a:pt x="6016292" y="542774"/>
                  </a:lnTo>
                  <a:lnTo>
                    <a:pt x="6087914" y="547610"/>
                  </a:lnTo>
                  <a:lnTo>
                    <a:pt x="6159537" y="552415"/>
                  </a:lnTo>
                  <a:lnTo>
                    <a:pt x="6231159" y="557188"/>
                  </a:lnTo>
                  <a:lnTo>
                    <a:pt x="6302782" y="561930"/>
                  </a:lnTo>
                  <a:lnTo>
                    <a:pt x="6374404" y="566641"/>
                  </a:lnTo>
                  <a:lnTo>
                    <a:pt x="6446027" y="571322"/>
                  </a:lnTo>
                  <a:lnTo>
                    <a:pt x="6517649" y="575972"/>
                  </a:lnTo>
                  <a:lnTo>
                    <a:pt x="6589272" y="580592"/>
                  </a:lnTo>
                  <a:lnTo>
                    <a:pt x="6660894" y="585181"/>
                  </a:lnTo>
                  <a:lnTo>
                    <a:pt x="6732517" y="589741"/>
                  </a:lnTo>
                  <a:lnTo>
                    <a:pt x="6804139" y="594272"/>
                  </a:lnTo>
                  <a:lnTo>
                    <a:pt x="6875762" y="598773"/>
                  </a:lnTo>
                  <a:lnTo>
                    <a:pt x="6947385" y="603244"/>
                  </a:lnTo>
                  <a:lnTo>
                    <a:pt x="7019007" y="607687"/>
                  </a:lnTo>
                  <a:lnTo>
                    <a:pt x="7090630" y="6121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486991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 mL/min: 0.99 (0.98-1.00)  |  per IQR (Δ = 22.8): 0.83 (0.69-1.02)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2026-05-26T09:08:37Z</dcterms:modified>
  <cp:category/>
</cp:coreProperties>
</file>