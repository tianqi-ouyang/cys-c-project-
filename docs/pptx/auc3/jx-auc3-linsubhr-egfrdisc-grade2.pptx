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(0.99-1.18), p_Bonf = 0.424 (n = 6)  |  per IQR decline (Δ = 22.8): 1.20 (0.98-1.46)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2026-07-22T14:13:26Z</dcterms:modified>
  <cp:category/>
</cp:coreProperties>
</file>