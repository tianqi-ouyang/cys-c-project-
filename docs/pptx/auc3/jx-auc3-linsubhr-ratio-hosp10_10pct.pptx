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3548938"/>
              <a:ext cx="7090630" cy="1697849"/>
            </a:xfrm>
            <a:custGeom>
              <a:avLst/>
              <a:pathLst>
                <a:path w="7090630" h="1697849">
                  <a:moveTo>
                    <a:pt x="0" y="60372"/>
                  </a:moveTo>
                  <a:lnTo>
                    <a:pt x="71622" y="96173"/>
                  </a:lnTo>
                  <a:lnTo>
                    <a:pt x="143245" y="131317"/>
                  </a:lnTo>
                  <a:lnTo>
                    <a:pt x="214867" y="165814"/>
                  </a:lnTo>
                  <a:lnTo>
                    <a:pt x="286490" y="199678"/>
                  </a:lnTo>
                  <a:lnTo>
                    <a:pt x="358112" y="232919"/>
                  </a:lnTo>
                  <a:lnTo>
                    <a:pt x="429735" y="265549"/>
                  </a:lnTo>
                  <a:lnTo>
                    <a:pt x="501357" y="297580"/>
                  </a:lnTo>
                  <a:lnTo>
                    <a:pt x="572980" y="329022"/>
                  </a:lnTo>
                  <a:lnTo>
                    <a:pt x="644602" y="359885"/>
                  </a:lnTo>
                  <a:lnTo>
                    <a:pt x="716225" y="390182"/>
                  </a:lnTo>
                  <a:lnTo>
                    <a:pt x="787847" y="419922"/>
                  </a:lnTo>
                  <a:lnTo>
                    <a:pt x="859470" y="449115"/>
                  </a:lnTo>
                  <a:lnTo>
                    <a:pt x="931092" y="477772"/>
                  </a:lnTo>
                  <a:lnTo>
                    <a:pt x="1002715" y="505902"/>
                  </a:lnTo>
                  <a:lnTo>
                    <a:pt x="1074337" y="533515"/>
                  </a:lnTo>
                  <a:lnTo>
                    <a:pt x="1145960" y="560621"/>
                  </a:lnTo>
                  <a:lnTo>
                    <a:pt x="1217582" y="587228"/>
                  </a:lnTo>
                  <a:lnTo>
                    <a:pt x="1289205" y="613346"/>
                  </a:lnTo>
                  <a:lnTo>
                    <a:pt x="1360827" y="638985"/>
                  </a:lnTo>
                  <a:lnTo>
                    <a:pt x="1432450" y="664152"/>
                  </a:lnTo>
                  <a:lnTo>
                    <a:pt x="1504073" y="688856"/>
                  </a:lnTo>
                  <a:lnTo>
                    <a:pt x="1575695" y="713107"/>
                  </a:lnTo>
                  <a:lnTo>
                    <a:pt x="1647318" y="736912"/>
                  </a:lnTo>
                  <a:lnTo>
                    <a:pt x="1718940" y="760279"/>
                  </a:lnTo>
                  <a:lnTo>
                    <a:pt x="1790563" y="783217"/>
                  </a:lnTo>
                  <a:lnTo>
                    <a:pt x="1862185" y="805733"/>
                  </a:lnTo>
                  <a:lnTo>
                    <a:pt x="1933808" y="827835"/>
                  </a:lnTo>
                  <a:lnTo>
                    <a:pt x="2005430" y="849531"/>
                  </a:lnTo>
                  <a:lnTo>
                    <a:pt x="2077053" y="870829"/>
                  </a:lnTo>
                  <a:lnTo>
                    <a:pt x="2148675" y="891735"/>
                  </a:lnTo>
                  <a:lnTo>
                    <a:pt x="2220298" y="912257"/>
                  </a:lnTo>
                  <a:lnTo>
                    <a:pt x="2291920" y="932401"/>
                  </a:lnTo>
                  <a:lnTo>
                    <a:pt x="2363543" y="952176"/>
                  </a:lnTo>
                  <a:lnTo>
                    <a:pt x="2435165" y="971586"/>
                  </a:lnTo>
                  <a:lnTo>
                    <a:pt x="2506788" y="990641"/>
                  </a:lnTo>
                  <a:lnTo>
                    <a:pt x="2578410" y="1009345"/>
                  </a:lnTo>
                  <a:lnTo>
                    <a:pt x="2650033" y="1027705"/>
                  </a:lnTo>
                  <a:lnTo>
                    <a:pt x="2721655" y="1045727"/>
                  </a:lnTo>
                  <a:lnTo>
                    <a:pt x="2793278" y="1063419"/>
                  </a:lnTo>
                  <a:lnTo>
                    <a:pt x="2864901" y="1080785"/>
                  </a:lnTo>
                  <a:lnTo>
                    <a:pt x="2936523" y="1097832"/>
                  </a:lnTo>
                  <a:lnTo>
                    <a:pt x="3008146" y="1114566"/>
                  </a:lnTo>
                  <a:lnTo>
                    <a:pt x="3079768" y="1130993"/>
                  </a:lnTo>
                  <a:lnTo>
                    <a:pt x="3151391" y="1147117"/>
                  </a:lnTo>
                  <a:lnTo>
                    <a:pt x="3223013" y="1162945"/>
                  </a:lnTo>
                  <a:lnTo>
                    <a:pt x="3294636" y="1178482"/>
                  </a:lnTo>
                  <a:lnTo>
                    <a:pt x="3366258" y="1165221"/>
                  </a:lnTo>
                  <a:lnTo>
                    <a:pt x="3437881" y="1151030"/>
                  </a:lnTo>
                  <a:lnTo>
                    <a:pt x="3509503" y="1136600"/>
                  </a:lnTo>
                  <a:lnTo>
                    <a:pt x="3581126" y="1121927"/>
                  </a:lnTo>
                  <a:lnTo>
                    <a:pt x="3652748" y="1107008"/>
                  </a:lnTo>
                  <a:lnTo>
                    <a:pt x="3724371" y="1091837"/>
                  </a:lnTo>
                  <a:lnTo>
                    <a:pt x="3795993" y="1076411"/>
                  </a:lnTo>
                  <a:lnTo>
                    <a:pt x="3867616" y="1060726"/>
                  </a:lnTo>
                  <a:lnTo>
                    <a:pt x="3939238" y="1044776"/>
                  </a:lnTo>
                  <a:lnTo>
                    <a:pt x="4010861" y="1028558"/>
                  </a:lnTo>
                  <a:lnTo>
                    <a:pt x="4082483" y="1012067"/>
                  </a:lnTo>
                  <a:lnTo>
                    <a:pt x="4154106" y="995298"/>
                  </a:lnTo>
                  <a:lnTo>
                    <a:pt x="4225729" y="978247"/>
                  </a:lnTo>
                  <a:lnTo>
                    <a:pt x="4297351" y="960909"/>
                  </a:lnTo>
                  <a:lnTo>
                    <a:pt x="4368974" y="943279"/>
                  </a:lnTo>
                  <a:lnTo>
                    <a:pt x="4440596" y="925353"/>
                  </a:lnTo>
                  <a:lnTo>
                    <a:pt x="4512219" y="907124"/>
                  </a:lnTo>
                  <a:lnTo>
                    <a:pt x="4583841" y="888589"/>
                  </a:lnTo>
                  <a:lnTo>
                    <a:pt x="4655464" y="869742"/>
                  </a:lnTo>
                  <a:lnTo>
                    <a:pt x="4727086" y="850578"/>
                  </a:lnTo>
                  <a:lnTo>
                    <a:pt x="4798709" y="831091"/>
                  </a:lnTo>
                  <a:lnTo>
                    <a:pt x="4870331" y="811276"/>
                  </a:lnTo>
                  <a:lnTo>
                    <a:pt x="4941954" y="791128"/>
                  </a:lnTo>
                  <a:lnTo>
                    <a:pt x="5013576" y="770640"/>
                  </a:lnTo>
                  <a:lnTo>
                    <a:pt x="5085199" y="749808"/>
                  </a:lnTo>
                  <a:lnTo>
                    <a:pt x="5156821" y="728625"/>
                  </a:lnTo>
                  <a:lnTo>
                    <a:pt x="5228444" y="707085"/>
                  </a:lnTo>
                  <a:lnTo>
                    <a:pt x="5300066" y="685183"/>
                  </a:lnTo>
                  <a:lnTo>
                    <a:pt x="5371689" y="662912"/>
                  </a:lnTo>
                  <a:lnTo>
                    <a:pt x="5443311" y="640267"/>
                  </a:lnTo>
                  <a:lnTo>
                    <a:pt x="5514934" y="617240"/>
                  </a:lnTo>
                  <a:lnTo>
                    <a:pt x="5586557" y="593826"/>
                  </a:lnTo>
                  <a:lnTo>
                    <a:pt x="5658179" y="570017"/>
                  </a:lnTo>
                  <a:lnTo>
                    <a:pt x="5729802" y="545808"/>
                  </a:lnTo>
                  <a:lnTo>
                    <a:pt x="5801424" y="521191"/>
                  </a:lnTo>
                  <a:lnTo>
                    <a:pt x="5873047" y="496160"/>
                  </a:lnTo>
                  <a:lnTo>
                    <a:pt x="5944669" y="470708"/>
                  </a:lnTo>
                  <a:lnTo>
                    <a:pt x="6016292" y="444827"/>
                  </a:lnTo>
                  <a:lnTo>
                    <a:pt x="6087914" y="418510"/>
                  </a:lnTo>
                  <a:lnTo>
                    <a:pt x="6159537" y="391751"/>
                  </a:lnTo>
                  <a:lnTo>
                    <a:pt x="6231159" y="364541"/>
                  </a:lnTo>
                  <a:lnTo>
                    <a:pt x="6302782" y="336873"/>
                  </a:lnTo>
                  <a:lnTo>
                    <a:pt x="6374404" y="308740"/>
                  </a:lnTo>
                  <a:lnTo>
                    <a:pt x="6446027" y="280133"/>
                  </a:lnTo>
                  <a:lnTo>
                    <a:pt x="6517649" y="251044"/>
                  </a:lnTo>
                  <a:lnTo>
                    <a:pt x="6589272" y="221466"/>
                  </a:lnTo>
                  <a:lnTo>
                    <a:pt x="6660894" y="191390"/>
                  </a:lnTo>
                  <a:lnTo>
                    <a:pt x="6732517" y="160808"/>
                  </a:lnTo>
                  <a:lnTo>
                    <a:pt x="6804139" y="129711"/>
                  </a:lnTo>
                  <a:lnTo>
                    <a:pt x="6875762" y="98090"/>
                  </a:lnTo>
                  <a:lnTo>
                    <a:pt x="6947385" y="65938"/>
                  </a:lnTo>
                  <a:lnTo>
                    <a:pt x="7019007" y="33244"/>
                  </a:lnTo>
                  <a:lnTo>
                    <a:pt x="7090630" y="0"/>
                  </a:lnTo>
                  <a:lnTo>
                    <a:pt x="7090630" y="1697849"/>
                  </a:lnTo>
                  <a:lnTo>
                    <a:pt x="7019007" y="1692037"/>
                  </a:lnTo>
                  <a:lnTo>
                    <a:pt x="6947385" y="1686115"/>
                  </a:lnTo>
                  <a:lnTo>
                    <a:pt x="6875762" y="1680082"/>
                  </a:lnTo>
                  <a:lnTo>
                    <a:pt x="6804139" y="1673937"/>
                  </a:lnTo>
                  <a:lnTo>
                    <a:pt x="6732517" y="1667676"/>
                  </a:lnTo>
                  <a:lnTo>
                    <a:pt x="6660894" y="1661298"/>
                  </a:lnTo>
                  <a:lnTo>
                    <a:pt x="6589272" y="1654801"/>
                  </a:lnTo>
                  <a:lnTo>
                    <a:pt x="6517649" y="1648182"/>
                  </a:lnTo>
                  <a:lnTo>
                    <a:pt x="6446027" y="1641439"/>
                  </a:lnTo>
                  <a:lnTo>
                    <a:pt x="6374404" y="1634570"/>
                  </a:lnTo>
                  <a:lnTo>
                    <a:pt x="6302782" y="1627573"/>
                  </a:lnTo>
                  <a:lnTo>
                    <a:pt x="6231159" y="1620444"/>
                  </a:lnTo>
                  <a:lnTo>
                    <a:pt x="6159537" y="1613182"/>
                  </a:lnTo>
                  <a:lnTo>
                    <a:pt x="6087914" y="1605784"/>
                  </a:lnTo>
                  <a:lnTo>
                    <a:pt x="6016292" y="1598247"/>
                  </a:lnTo>
                  <a:lnTo>
                    <a:pt x="5944669" y="1590569"/>
                  </a:lnTo>
                  <a:lnTo>
                    <a:pt x="5873047" y="1582748"/>
                  </a:lnTo>
                  <a:lnTo>
                    <a:pt x="5801424" y="1574780"/>
                  </a:lnTo>
                  <a:lnTo>
                    <a:pt x="5729802" y="1566663"/>
                  </a:lnTo>
                  <a:lnTo>
                    <a:pt x="5658179" y="1558394"/>
                  </a:lnTo>
                  <a:lnTo>
                    <a:pt x="5586557" y="1549970"/>
                  </a:lnTo>
                  <a:lnTo>
                    <a:pt x="5514934" y="1541388"/>
                  </a:lnTo>
                  <a:lnTo>
                    <a:pt x="5443311" y="1532646"/>
                  </a:lnTo>
                  <a:lnTo>
                    <a:pt x="5371689" y="1523740"/>
                  </a:lnTo>
                  <a:lnTo>
                    <a:pt x="5300066" y="1514667"/>
                  </a:lnTo>
                  <a:lnTo>
                    <a:pt x="5228444" y="1505424"/>
                  </a:lnTo>
                  <a:lnTo>
                    <a:pt x="5156821" y="1496009"/>
                  </a:lnTo>
                  <a:lnTo>
                    <a:pt x="5085199" y="1486417"/>
                  </a:lnTo>
                  <a:lnTo>
                    <a:pt x="5013576" y="1476645"/>
                  </a:lnTo>
                  <a:lnTo>
                    <a:pt x="4941954" y="1466691"/>
                  </a:lnTo>
                  <a:lnTo>
                    <a:pt x="4870331" y="1456550"/>
                  </a:lnTo>
                  <a:lnTo>
                    <a:pt x="4798709" y="1446219"/>
                  </a:lnTo>
                  <a:lnTo>
                    <a:pt x="4727086" y="1435695"/>
                  </a:lnTo>
                  <a:lnTo>
                    <a:pt x="4655464" y="1424973"/>
                  </a:lnTo>
                  <a:lnTo>
                    <a:pt x="4583841" y="1414051"/>
                  </a:lnTo>
                  <a:lnTo>
                    <a:pt x="4512219" y="1402925"/>
                  </a:lnTo>
                  <a:lnTo>
                    <a:pt x="4440596" y="1391590"/>
                  </a:lnTo>
                  <a:lnTo>
                    <a:pt x="4368974" y="1380043"/>
                  </a:lnTo>
                  <a:lnTo>
                    <a:pt x="4297351" y="1368280"/>
                  </a:lnTo>
                  <a:lnTo>
                    <a:pt x="4225729" y="1356296"/>
                  </a:lnTo>
                  <a:lnTo>
                    <a:pt x="4154106" y="1344088"/>
                  </a:lnTo>
                  <a:lnTo>
                    <a:pt x="4082483" y="1331652"/>
                  </a:lnTo>
                  <a:lnTo>
                    <a:pt x="4010861" y="1318983"/>
                  </a:lnTo>
                  <a:lnTo>
                    <a:pt x="3939238" y="1306076"/>
                  </a:lnTo>
                  <a:lnTo>
                    <a:pt x="3867616" y="1292928"/>
                  </a:lnTo>
                  <a:lnTo>
                    <a:pt x="3795993" y="1279534"/>
                  </a:lnTo>
                  <a:lnTo>
                    <a:pt x="3724371" y="1265889"/>
                  </a:lnTo>
                  <a:lnTo>
                    <a:pt x="3652748" y="1251988"/>
                  </a:lnTo>
                  <a:lnTo>
                    <a:pt x="3581126" y="1237827"/>
                  </a:lnTo>
                  <a:lnTo>
                    <a:pt x="3509503" y="1223401"/>
                  </a:lnTo>
                  <a:lnTo>
                    <a:pt x="3437881" y="1208705"/>
                  </a:lnTo>
                  <a:lnTo>
                    <a:pt x="3366258" y="1193734"/>
                  </a:lnTo>
                  <a:lnTo>
                    <a:pt x="3294636" y="1179176"/>
                  </a:lnTo>
                  <a:lnTo>
                    <a:pt x="3223013" y="1192901"/>
                  </a:lnTo>
                  <a:lnTo>
                    <a:pt x="3151391" y="1206399"/>
                  </a:lnTo>
                  <a:lnTo>
                    <a:pt x="3079768" y="1219673"/>
                  </a:lnTo>
                  <a:lnTo>
                    <a:pt x="3008146" y="1232728"/>
                  </a:lnTo>
                  <a:lnTo>
                    <a:pt x="2936523" y="1245566"/>
                  </a:lnTo>
                  <a:lnTo>
                    <a:pt x="2864901" y="1258192"/>
                  </a:lnTo>
                  <a:lnTo>
                    <a:pt x="2793278" y="1270609"/>
                  </a:lnTo>
                  <a:lnTo>
                    <a:pt x="2721655" y="1282821"/>
                  </a:lnTo>
                  <a:lnTo>
                    <a:pt x="2650033" y="1294830"/>
                  </a:lnTo>
                  <a:lnTo>
                    <a:pt x="2578410" y="1306640"/>
                  </a:lnTo>
                  <a:lnTo>
                    <a:pt x="2506788" y="1318255"/>
                  </a:lnTo>
                  <a:lnTo>
                    <a:pt x="2435165" y="1329678"/>
                  </a:lnTo>
                  <a:lnTo>
                    <a:pt x="2363543" y="1340912"/>
                  </a:lnTo>
                  <a:lnTo>
                    <a:pt x="2291920" y="1351959"/>
                  </a:lnTo>
                  <a:lnTo>
                    <a:pt x="2220298" y="1362824"/>
                  </a:lnTo>
                  <a:lnTo>
                    <a:pt x="2148675" y="1373509"/>
                  </a:lnTo>
                  <a:lnTo>
                    <a:pt x="2077053" y="1384017"/>
                  </a:lnTo>
                  <a:lnTo>
                    <a:pt x="2005430" y="1394351"/>
                  </a:lnTo>
                  <a:lnTo>
                    <a:pt x="1933808" y="1404514"/>
                  </a:lnTo>
                  <a:lnTo>
                    <a:pt x="1862185" y="1414509"/>
                  </a:lnTo>
                  <a:lnTo>
                    <a:pt x="1790563" y="1424339"/>
                  </a:lnTo>
                  <a:lnTo>
                    <a:pt x="1718940" y="1434005"/>
                  </a:lnTo>
                  <a:lnTo>
                    <a:pt x="1647318" y="1443512"/>
                  </a:lnTo>
                  <a:lnTo>
                    <a:pt x="1575695" y="1452861"/>
                  </a:lnTo>
                  <a:lnTo>
                    <a:pt x="1504073" y="1462056"/>
                  </a:lnTo>
                  <a:lnTo>
                    <a:pt x="1432450" y="1471098"/>
                  </a:lnTo>
                  <a:lnTo>
                    <a:pt x="1360827" y="1479991"/>
                  </a:lnTo>
                  <a:lnTo>
                    <a:pt x="1289205" y="1488736"/>
                  </a:lnTo>
                  <a:lnTo>
                    <a:pt x="1217582" y="1497337"/>
                  </a:lnTo>
                  <a:lnTo>
                    <a:pt x="1145960" y="1505795"/>
                  </a:lnTo>
                  <a:lnTo>
                    <a:pt x="1074337" y="1514113"/>
                  </a:lnTo>
                  <a:lnTo>
                    <a:pt x="1002715" y="1522294"/>
                  </a:lnTo>
                  <a:lnTo>
                    <a:pt x="931092" y="1530339"/>
                  </a:lnTo>
                  <a:lnTo>
                    <a:pt x="859470" y="1538251"/>
                  </a:lnTo>
                  <a:lnTo>
                    <a:pt x="787847" y="1546032"/>
                  </a:lnTo>
                  <a:lnTo>
                    <a:pt x="716225" y="1553684"/>
                  </a:lnTo>
                  <a:lnTo>
                    <a:pt x="644602" y="1561210"/>
                  </a:lnTo>
                  <a:lnTo>
                    <a:pt x="572980" y="1568611"/>
                  </a:lnTo>
                  <a:lnTo>
                    <a:pt x="501357" y="1575890"/>
                  </a:lnTo>
                  <a:lnTo>
                    <a:pt x="429735" y="1583048"/>
                  </a:lnTo>
                  <a:lnTo>
                    <a:pt x="358112" y="1590087"/>
                  </a:lnTo>
                  <a:lnTo>
                    <a:pt x="286490" y="1597010"/>
                  </a:lnTo>
                  <a:lnTo>
                    <a:pt x="214867" y="1603818"/>
                  </a:lnTo>
                  <a:lnTo>
                    <a:pt x="143245" y="1610514"/>
                  </a:lnTo>
                  <a:lnTo>
                    <a:pt x="71622" y="1617099"/>
                  </a:lnTo>
                  <a:lnTo>
                    <a:pt x="0" y="162357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48938"/>
              <a:ext cx="7090630" cy="1178482"/>
            </a:xfrm>
            <a:custGeom>
              <a:avLst/>
              <a:pathLst>
                <a:path w="7090630" h="1178482">
                  <a:moveTo>
                    <a:pt x="0" y="60372"/>
                  </a:moveTo>
                  <a:lnTo>
                    <a:pt x="71622" y="96173"/>
                  </a:lnTo>
                  <a:lnTo>
                    <a:pt x="143245" y="131317"/>
                  </a:lnTo>
                  <a:lnTo>
                    <a:pt x="214867" y="165814"/>
                  </a:lnTo>
                  <a:lnTo>
                    <a:pt x="286490" y="199678"/>
                  </a:lnTo>
                  <a:lnTo>
                    <a:pt x="358112" y="232919"/>
                  </a:lnTo>
                  <a:lnTo>
                    <a:pt x="429735" y="265549"/>
                  </a:lnTo>
                  <a:lnTo>
                    <a:pt x="501357" y="297580"/>
                  </a:lnTo>
                  <a:lnTo>
                    <a:pt x="572980" y="329022"/>
                  </a:lnTo>
                  <a:lnTo>
                    <a:pt x="644602" y="359885"/>
                  </a:lnTo>
                  <a:lnTo>
                    <a:pt x="716225" y="390182"/>
                  </a:lnTo>
                  <a:lnTo>
                    <a:pt x="787847" y="419922"/>
                  </a:lnTo>
                  <a:lnTo>
                    <a:pt x="859470" y="449115"/>
                  </a:lnTo>
                  <a:lnTo>
                    <a:pt x="931092" y="477772"/>
                  </a:lnTo>
                  <a:lnTo>
                    <a:pt x="1002715" y="505902"/>
                  </a:lnTo>
                  <a:lnTo>
                    <a:pt x="1074337" y="533515"/>
                  </a:lnTo>
                  <a:lnTo>
                    <a:pt x="1145960" y="560621"/>
                  </a:lnTo>
                  <a:lnTo>
                    <a:pt x="1217582" y="587228"/>
                  </a:lnTo>
                  <a:lnTo>
                    <a:pt x="1289205" y="613346"/>
                  </a:lnTo>
                  <a:lnTo>
                    <a:pt x="1360827" y="638985"/>
                  </a:lnTo>
                  <a:lnTo>
                    <a:pt x="1432450" y="664152"/>
                  </a:lnTo>
                  <a:lnTo>
                    <a:pt x="1504073" y="688856"/>
                  </a:lnTo>
                  <a:lnTo>
                    <a:pt x="1575695" y="713107"/>
                  </a:lnTo>
                  <a:lnTo>
                    <a:pt x="1647318" y="736912"/>
                  </a:lnTo>
                  <a:lnTo>
                    <a:pt x="1718940" y="760279"/>
                  </a:lnTo>
                  <a:lnTo>
                    <a:pt x="1790563" y="783217"/>
                  </a:lnTo>
                  <a:lnTo>
                    <a:pt x="1862185" y="805733"/>
                  </a:lnTo>
                  <a:lnTo>
                    <a:pt x="1933808" y="827835"/>
                  </a:lnTo>
                  <a:lnTo>
                    <a:pt x="2005430" y="849531"/>
                  </a:lnTo>
                  <a:lnTo>
                    <a:pt x="2077053" y="870829"/>
                  </a:lnTo>
                  <a:lnTo>
                    <a:pt x="2148675" y="891735"/>
                  </a:lnTo>
                  <a:lnTo>
                    <a:pt x="2220298" y="912257"/>
                  </a:lnTo>
                  <a:lnTo>
                    <a:pt x="2291920" y="932401"/>
                  </a:lnTo>
                  <a:lnTo>
                    <a:pt x="2363543" y="952176"/>
                  </a:lnTo>
                  <a:lnTo>
                    <a:pt x="2435165" y="971586"/>
                  </a:lnTo>
                  <a:lnTo>
                    <a:pt x="2506788" y="990641"/>
                  </a:lnTo>
                  <a:lnTo>
                    <a:pt x="2578410" y="1009345"/>
                  </a:lnTo>
                  <a:lnTo>
                    <a:pt x="2650033" y="1027705"/>
                  </a:lnTo>
                  <a:lnTo>
                    <a:pt x="2721655" y="1045727"/>
                  </a:lnTo>
                  <a:lnTo>
                    <a:pt x="2793278" y="1063419"/>
                  </a:lnTo>
                  <a:lnTo>
                    <a:pt x="2864901" y="1080785"/>
                  </a:lnTo>
                  <a:lnTo>
                    <a:pt x="2936523" y="1097832"/>
                  </a:lnTo>
                  <a:lnTo>
                    <a:pt x="3008146" y="1114566"/>
                  </a:lnTo>
                  <a:lnTo>
                    <a:pt x="3079768" y="1130993"/>
                  </a:lnTo>
                  <a:lnTo>
                    <a:pt x="3151391" y="1147117"/>
                  </a:lnTo>
                  <a:lnTo>
                    <a:pt x="3223013" y="1162945"/>
                  </a:lnTo>
                  <a:lnTo>
                    <a:pt x="3294636" y="1178482"/>
                  </a:lnTo>
                  <a:lnTo>
                    <a:pt x="3366258" y="1165221"/>
                  </a:lnTo>
                  <a:lnTo>
                    <a:pt x="3437881" y="1151030"/>
                  </a:lnTo>
                  <a:lnTo>
                    <a:pt x="3509503" y="1136600"/>
                  </a:lnTo>
                  <a:lnTo>
                    <a:pt x="3581126" y="1121927"/>
                  </a:lnTo>
                  <a:lnTo>
                    <a:pt x="3652748" y="1107008"/>
                  </a:lnTo>
                  <a:lnTo>
                    <a:pt x="3724371" y="1091837"/>
                  </a:lnTo>
                  <a:lnTo>
                    <a:pt x="3795993" y="1076411"/>
                  </a:lnTo>
                  <a:lnTo>
                    <a:pt x="3867616" y="1060726"/>
                  </a:lnTo>
                  <a:lnTo>
                    <a:pt x="3939238" y="1044776"/>
                  </a:lnTo>
                  <a:lnTo>
                    <a:pt x="4010861" y="1028558"/>
                  </a:lnTo>
                  <a:lnTo>
                    <a:pt x="4082483" y="1012067"/>
                  </a:lnTo>
                  <a:lnTo>
                    <a:pt x="4154106" y="995298"/>
                  </a:lnTo>
                  <a:lnTo>
                    <a:pt x="4225729" y="978247"/>
                  </a:lnTo>
                  <a:lnTo>
                    <a:pt x="4297351" y="960909"/>
                  </a:lnTo>
                  <a:lnTo>
                    <a:pt x="4368974" y="943279"/>
                  </a:lnTo>
                  <a:lnTo>
                    <a:pt x="4440596" y="925353"/>
                  </a:lnTo>
                  <a:lnTo>
                    <a:pt x="4512219" y="907124"/>
                  </a:lnTo>
                  <a:lnTo>
                    <a:pt x="4583841" y="888589"/>
                  </a:lnTo>
                  <a:lnTo>
                    <a:pt x="4655464" y="869742"/>
                  </a:lnTo>
                  <a:lnTo>
                    <a:pt x="4727086" y="850578"/>
                  </a:lnTo>
                  <a:lnTo>
                    <a:pt x="4798709" y="831091"/>
                  </a:lnTo>
                  <a:lnTo>
                    <a:pt x="4870331" y="811276"/>
                  </a:lnTo>
                  <a:lnTo>
                    <a:pt x="4941954" y="791128"/>
                  </a:lnTo>
                  <a:lnTo>
                    <a:pt x="5013576" y="770640"/>
                  </a:lnTo>
                  <a:lnTo>
                    <a:pt x="5085199" y="749808"/>
                  </a:lnTo>
                  <a:lnTo>
                    <a:pt x="5156821" y="728625"/>
                  </a:lnTo>
                  <a:lnTo>
                    <a:pt x="5228444" y="707085"/>
                  </a:lnTo>
                  <a:lnTo>
                    <a:pt x="5300066" y="685183"/>
                  </a:lnTo>
                  <a:lnTo>
                    <a:pt x="5371689" y="662912"/>
                  </a:lnTo>
                  <a:lnTo>
                    <a:pt x="5443311" y="640267"/>
                  </a:lnTo>
                  <a:lnTo>
                    <a:pt x="5514934" y="617240"/>
                  </a:lnTo>
                  <a:lnTo>
                    <a:pt x="5586557" y="593826"/>
                  </a:lnTo>
                  <a:lnTo>
                    <a:pt x="5658179" y="570017"/>
                  </a:lnTo>
                  <a:lnTo>
                    <a:pt x="5729802" y="545808"/>
                  </a:lnTo>
                  <a:lnTo>
                    <a:pt x="5801424" y="521191"/>
                  </a:lnTo>
                  <a:lnTo>
                    <a:pt x="5873047" y="496160"/>
                  </a:lnTo>
                  <a:lnTo>
                    <a:pt x="5944669" y="470708"/>
                  </a:lnTo>
                  <a:lnTo>
                    <a:pt x="6016292" y="444827"/>
                  </a:lnTo>
                  <a:lnTo>
                    <a:pt x="6087914" y="418510"/>
                  </a:lnTo>
                  <a:lnTo>
                    <a:pt x="6159537" y="391751"/>
                  </a:lnTo>
                  <a:lnTo>
                    <a:pt x="6231159" y="364541"/>
                  </a:lnTo>
                  <a:lnTo>
                    <a:pt x="6302782" y="336873"/>
                  </a:lnTo>
                  <a:lnTo>
                    <a:pt x="6374404" y="308740"/>
                  </a:lnTo>
                  <a:lnTo>
                    <a:pt x="6446027" y="280133"/>
                  </a:lnTo>
                  <a:lnTo>
                    <a:pt x="6517649" y="251044"/>
                  </a:lnTo>
                  <a:lnTo>
                    <a:pt x="6589272" y="221466"/>
                  </a:lnTo>
                  <a:lnTo>
                    <a:pt x="6660894" y="191390"/>
                  </a:lnTo>
                  <a:lnTo>
                    <a:pt x="6732517" y="160808"/>
                  </a:lnTo>
                  <a:lnTo>
                    <a:pt x="6804139" y="129711"/>
                  </a:lnTo>
                  <a:lnTo>
                    <a:pt x="6875762" y="98090"/>
                  </a:lnTo>
                  <a:lnTo>
                    <a:pt x="6947385" y="65938"/>
                  </a:lnTo>
                  <a:lnTo>
                    <a:pt x="7019007" y="3324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8115"/>
              <a:ext cx="7090630" cy="518672"/>
            </a:xfrm>
            <a:custGeom>
              <a:avLst/>
              <a:pathLst>
                <a:path w="7090630" h="518672">
                  <a:moveTo>
                    <a:pt x="7090630" y="518672"/>
                  </a:moveTo>
                  <a:lnTo>
                    <a:pt x="7019007" y="512860"/>
                  </a:lnTo>
                  <a:lnTo>
                    <a:pt x="6947385" y="506938"/>
                  </a:lnTo>
                  <a:lnTo>
                    <a:pt x="6875762" y="500905"/>
                  </a:lnTo>
                  <a:lnTo>
                    <a:pt x="6804139" y="494760"/>
                  </a:lnTo>
                  <a:lnTo>
                    <a:pt x="6732517" y="488499"/>
                  </a:lnTo>
                  <a:lnTo>
                    <a:pt x="6660894" y="482121"/>
                  </a:lnTo>
                  <a:lnTo>
                    <a:pt x="6589272" y="475624"/>
                  </a:lnTo>
                  <a:lnTo>
                    <a:pt x="6517649" y="469005"/>
                  </a:lnTo>
                  <a:lnTo>
                    <a:pt x="6446027" y="462262"/>
                  </a:lnTo>
                  <a:lnTo>
                    <a:pt x="6374404" y="455393"/>
                  </a:lnTo>
                  <a:lnTo>
                    <a:pt x="6302782" y="448396"/>
                  </a:lnTo>
                  <a:lnTo>
                    <a:pt x="6231159" y="441267"/>
                  </a:lnTo>
                  <a:lnTo>
                    <a:pt x="6159537" y="434005"/>
                  </a:lnTo>
                  <a:lnTo>
                    <a:pt x="6087914" y="426607"/>
                  </a:lnTo>
                  <a:lnTo>
                    <a:pt x="6016292" y="419070"/>
                  </a:lnTo>
                  <a:lnTo>
                    <a:pt x="5944669" y="411392"/>
                  </a:lnTo>
                  <a:lnTo>
                    <a:pt x="5873047" y="403571"/>
                  </a:lnTo>
                  <a:lnTo>
                    <a:pt x="5801424" y="395603"/>
                  </a:lnTo>
                  <a:lnTo>
                    <a:pt x="5729802" y="387486"/>
                  </a:lnTo>
                  <a:lnTo>
                    <a:pt x="5658179" y="379217"/>
                  </a:lnTo>
                  <a:lnTo>
                    <a:pt x="5586557" y="370793"/>
                  </a:lnTo>
                  <a:lnTo>
                    <a:pt x="5514934" y="362211"/>
                  </a:lnTo>
                  <a:lnTo>
                    <a:pt x="5443311" y="353469"/>
                  </a:lnTo>
                  <a:lnTo>
                    <a:pt x="5371689" y="344563"/>
                  </a:lnTo>
                  <a:lnTo>
                    <a:pt x="5300066" y="335490"/>
                  </a:lnTo>
                  <a:lnTo>
                    <a:pt x="5228444" y="326247"/>
                  </a:lnTo>
                  <a:lnTo>
                    <a:pt x="5156821" y="316832"/>
                  </a:lnTo>
                  <a:lnTo>
                    <a:pt x="5085199" y="307240"/>
                  </a:lnTo>
                  <a:lnTo>
                    <a:pt x="5013576" y="297468"/>
                  </a:lnTo>
                  <a:lnTo>
                    <a:pt x="4941954" y="287514"/>
                  </a:lnTo>
                  <a:lnTo>
                    <a:pt x="4870331" y="277373"/>
                  </a:lnTo>
                  <a:lnTo>
                    <a:pt x="4798709" y="267042"/>
                  </a:lnTo>
                  <a:lnTo>
                    <a:pt x="4727086" y="256518"/>
                  </a:lnTo>
                  <a:lnTo>
                    <a:pt x="4655464" y="245796"/>
                  </a:lnTo>
                  <a:lnTo>
                    <a:pt x="4583841" y="234874"/>
                  </a:lnTo>
                  <a:lnTo>
                    <a:pt x="4512219" y="223748"/>
                  </a:lnTo>
                  <a:lnTo>
                    <a:pt x="4440596" y="212413"/>
                  </a:lnTo>
                  <a:lnTo>
                    <a:pt x="4368974" y="200866"/>
                  </a:lnTo>
                  <a:lnTo>
                    <a:pt x="4297351" y="189103"/>
                  </a:lnTo>
                  <a:lnTo>
                    <a:pt x="4225729" y="177119"/>
                  </a:lnTo>
                  <a:lnTo>
                    <a:pt x="4154106" y="164911"/>
                  </a:lnTo>
                  <a:lnTo>
                    <a:pt x="4082483" y="152475"/>
                  </a:lnTo>
                  <a:lnTo>
                    <a:pt x="4010861" y="139806"/>
                  </a:lnTo>
                  <a:lnTo>
                    <a:pt x="3939238" y="126899"/>
                  </a:lnTo>
                  <a:lnTo>
                    <a:pt x="3867616" y="113751"/>
                  </a:lnTo>
                  <a:lnTo>
                    <a:pt x="3795993" y="100357"/>
                  </a:lnTo>
                  <a:lnTo>
                    <a:pt x="3724371" y="86712"/>
                  </a:lnTo>
                  <a:lnTo>
                    <a:pt x="3652748" y="72811"/>
                  </a:lnTo>
                  <a:lnTo>
                    <a:pt x="3581126" y="58650"/>
                  </a:lnTo>
                  <a:lnTo>
                    <a:pt x="3509503" y="44224"/>
                  </a:lnTo>
                  <a:lnTo>
                    <a:pt x="3437881" y="29528"/>
                  </a:lnTo>
                  <a:lnTo>
                    <a:pt x="3366258" y="14557"/>
                  </a:lnTo>
                  <a:lnTo>
                    <a:pt x="3294636" y="0"/>
                  </a:lnTo>
                  <a:lnTo>
                    <a:pt x="3223013" y="13724"/>
                  </a:lnTo>
                  <a:lnTo>
                    <a:pt x="3151391" y="27222"/>
                  </a:lnTo>
                  <a:lnTo>
                    <a:pt x="3079768" y="40496"/>
                  </a:lnTo>
                  <a:lnTo>
                    <a:pt x="3008146" y="53551"/>
                  </a:lnTo>
                  <a:lnTo>
                    <a:pt x="2936523" y="66389"/>
                  </a:lnTo>
                  <a:lnTo>
                    <a:pt x="2864901" y="79015"/>
                  </a:lnTo>
                  <a:lnTo>
                    <a:pt x="2793278" y="91432"/>
                  </a:lnTo>
                  <a:lnTo>
                    <a:pt x="2721655" y="103644"/>
                  </a:lnTo>
                  <a:lnTo>
                    <a:pt x="2650033" y="115653"/>
                  </a:lnTo>
                  <a:lnTo>
                    <a:pt x="2578410" y="127463"/>
                  </a:lnTo>
                  <a:lnTo>
                    <a:pt x="2506788" y="139078"/>
                  </a:lnTo>
                  <a:lnTo>
                    <a:pt x="2435165" y="150501"/>
                  </a:lnTo>
                  <a:lnTo>
                    <a:pt x="2363543" y="161735"/>
                  </a:lnTo>
                  <a:lnTo>
                    <a:pt x="2291920" y="172782"/>
                  </a:lnTo>
                  <a:lnTo>
                    <a:pt x="2220298" y="183647"/>
                  </a:lnTo>
                  <a:lnTo>
                    <a:pt x="2148675" y="194332"/>
                  </a:lnTo>
                  <a:lnTo>
                    <a:pt x="2077053" y="204840"/>
                  </a:lnTo>
                  <a:lnTo>
                    <a:pt x="2005430" y="215174"/>
                  </a:lnTo>
                  <a:lnTo>
                    <a:pt x="1933808" y="225337"/>
                  </a:lnTo>
                  <a:lnTo>
                    <a:pt x="1862185" y="235332"/>
                  </a:lnTo>
                  <a:lnTo>
                    <a:pt x="1790563" y="245162"/>
                  </a:lnTo>
                  <a:lnTo>
                    <a:pt x="1718940" y="254828"/>
                  </a:lnTo>
                  <a:lnTo>
                    <a:pt x="1647318" y="264335"/>
                  </a:lnTo>
                  <a:lnTo>
                    <a:pt x="1575695" y="273684"/>
                  </a:lnTo>
                  <a:lnTo>
                    <a:pt x="1504073" y="282879"/>
                  </a:lnTo>
                  <a:lnTo>
                    <a:pt x="1432450" y="291921"/>
                  </a:lnTo>
                  <a:lnTo>
                    <a:pt x="1360827" y="300814"/>
                  </a:lnTo>
                  <a:lnTo>
                    <a:pt x="1289205" y="309559"/>
                  </a:lnTo>
                  <a:lnTo>
                    <a:pt x="1217582" y="318160"/>
                  </a:lnTo>
                  <a:lnTo>
                    <a:pt x="1145960" y="326618"/>
                  </a:lnTo>
                  <a:lnTo>
                    <a:pt x="1074337" y="334936"/>
                  </a:lnTo>
                  <a:lnTo>
                    <a:pt x="1002715" y="343117"/>
                  </a:lnTo>
                  <a:lnTo>
                    <a:pt x="931092" y="351162"/>
                  </a:lnTo>
                  <a:lnTo>
                    <a:pt x="859470" y="359074"/>
                  </a:lnTo>
                  <a:lnTo>
                    <a:pt x="787847" y="366855"/>
                  </a:lnTo>
                  <a:lnTo>
                    <a:pt x="716225" y="374507"/>
                  </a:lnTo>
                  <a:lnTo>
                    <a:pt x="644602" y="382033"/>
                  </a:lnTo>
                  <a:lnTo>
                    <a:pt x="572980" y="389434"/>
                  </a:lnTo>
                  <a:lnTo>
                    <a:pt x="501357" y="396713"/>
                  </a:lnTo>
                  <a:lnTo>
                    <a:pt x="429735" y="403871"/>
                  </a:lnTo>
                  <a:lnTo>
                    <a:pt x="358112" y="410910"/>
                  </a:lnTo>
                  <a:lnTo>
                    <a:pt x="286490" y="417833"/>
                  </a:lnTo>
                  <a:lnTo>
                    <a:pt x="214867" y="424641"/>
                  </a:lnTo>
                  <a:lnTo>
                    <a:pt x="143245" y="431337"/>
                  </a:lnTo>
                  <a:lnTo>
                    <a:pt x="71622" y="437922"/>
                  </a:lnTo>
                  <a:lnTo>
                    <a:pt x="0" y="4443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691545"/>
              <a:ext cx="7090630" cy="76081"/>
            </a:xfrm>
            <a:custGeom>
              <a:avLst/>
              <a:pathLst>
                <a:path w="7090630" h="76081">
                  <a:moveTo>
                    <a:pt x="0" y="0"/>
                  </a:moveTo>
                  <a:lnTo>
                    <a:pt x="71622" y="804"/>
                  </a:lnTo>
                  <a:lnTo>
                    <a:pt x="143245" y="1607"/>
                  </a:lnTo>
                  <a:lnTo>
                    <a:pt x="214867" y="2409"/>
                  </a:lnTo>
                  <a:lnTo>
                    <a:pt x="286490" y="3211"/>
                  </a:lnTo>
                  <a:lnTo>
                    <a:pt x="358112" y="4012"/>
                  </a:lnTo>
                  <a:lnTo>
                    <a:pt x="429735" y="4812"/>
                  </a:lnTo>
                  <a:lnTo>
                    <a:pt x="501357" y="5612"/>
                  </a:lnTo>
                  <a:lnTo>
                    <a:pt x="572980" y="6411"/>
                  </a:lnTo>
                  <a:lnTo>
                    <a:pt x="644602" y="7209"/>
                  </a:lnTo>
                  <a:lnTo>
                    <a:pt x="716225" y="8006"/>
                  </a:lnTo>
                  <a:lnTo>
                    <a:pt x="787847" y="8803"/>
                  </a:lnTo>
                  <a:lnTo>
                    <a:pt x="859470" y="9599"/>
                  </a:lnTo>
                  <a:lnTo>
                    <a:pt x="931092" y="10394"/>
                  </a:lnTo>
                  <a:lnTo>
                    <a:pt x="1002715" y="11188"/>
                  </a:lnTo>
                  <a:lnTo>
                    <a:pt x="1074337" y="11982"/>
                  </a:lnTo>
                  <a:lnTo>
                    <a:pt x="1145960" y="12774"/>
                  </a:lnTo>
                  <a:lnTo>
                    <a:pt x="1217582" y="13567"/>
                  </a:lnTo>
                  <a:lnTo>
                    <a:pt x="1289205" y="14358"/>
                  </a:lnTo>
                  <a:lnTo>
                    <a:pt x="1360827" y="15149"/>
                  </a:lnTo>
                  <a:lnTo>
                    <a:pt x="1432450" y="15939"/>
                  </a:lnTo>
                  <a:lnTo>
                    <a:pt x="1504073" y="16728"/>
                  </a:lnTo>
                  <a:lnTo>
                    <a:pt x="1575695" y="17516"/>
                  </a:lnTo>
                  <a:lnTo>
                    <a:pt x="1647318" y="18304"/>
                  </a:lnTo>
                  <a:lnTo>
                    <a:pt x="1718940" y="19091"/>
                  </a:lnTo>
                  <a:lnTo>
                    <a:pt x="1790563" y="19877"/>
                  </a:lnTo>
                  <a:lnTo>
                    <a:pt x="1862185" y="20663"/>
                  </a:lnTo>
                  <a:lnTo>
                    <a:pt x="1933808" y="21448"/>
                  </a:lnTo>
                  <a:lnTo>
                    <a:pt x="2005430" y="22232"/>
                  </a:lnTo>
                  <a:lnTo>
                    <a:pt x="2077053" y="23015"/>
                  </a:lnTo>
                  <a:lnTo>
                    <a:pt x="2148675" y="23798"/>
                  </a:lnTo>
                  <a:lnTo>
                    <a:pt x="2220298" y="24580"/>
                  </a:lnTo>
                  <a:lnTo>
                    <a:pt x="2291920" y="25361"/>
                  </a:lnTo>
                  <a:lnTo>
                    <a:pt x="2363543" y="26141"/>
                  </a:lnTo>
                  <a:lnTo>
                    <a:pt x="2435165" y="26921"/>
                  </a:lnTo>
                  <a:lnTo>
                    <a:pt x="2506788" y="27700"/>
                  </a:lnTo>
                  <a:lnTo>
                    <a:pt x="2578410" y="28478"/>
                  </a:lnTo>
                  <a:lnTo>
                    <a:pt x="2650033" y="29256"/>
                  </a:lnTo>
                  <a:lnTo>
                    <a:pt x="2721655" y="30033"/>
                  </a:lnTo>
                  <a:lnTo>
                    <a:pt x="2793278" y="30809"/>
                  </a:lnTo>
                  <a:lnTo>
                    <a:pt x="2864901" y="31584"/>
                  </a:lnTo>
                  <a:lnTo>
                    <a:pt x="2936523" y="32359"/>
                  </a:lnTo>
                  <a:lnTo>
                    <a:pt x="3008146" y="33133"/>
                  </a:lnTo>
                  <a:lnTo>
                    <a:pt x="3079768" y="33906"/>
                  </a:lnTo>
                  <a:lnTo>
                    <a:pt x="3151391" y="34679"/>
                  </a:lnTo>
                  <a:lnTo>
                    <a:pt x="3223013" y="35451"/>
                  </a:lnTo>
                  <a:lnTo>
                    <a:pt x="3294636" y="36222"/>
                  </a:lnTo>
                  <a:lnTo>
                    <a:pt x="3366258" y="36992"/>
                  </a:lnTo>
                  <a:lnTo>
                    <a:pt x="3437881" y="37762"/>
                  </a:lnTo>
                  <a:lnTo>
                    <a:pt x="3509503" y="38531"/>
                  </a:lnTo>
                  <a:lnTo>
                    <a:pt x="3581126" y="39299"/>
                  </a:lnTo>
                  <a:lnTo>
                    <a:pt x="3652748" y="40066"/>
                  </a:lnTo>
                  <a:lnTo>
                    <a:pt x="3724371" y="40833"/>
                  </a:lnTo>
                  <a:lnTo>
                    <a:pt x="3795993" y="41599"/>
                  </a:lnTo>
                  <a:lnTo>
                    <a:pt x="3867616" y="42365"/>
                  </a:lnTo>
                  <a:lnTo>
                    <a:pt x="3939238" y="43129"/>
                  </a:lnTo>
                  <a:lnTo>
                    <a:pt x="4010861" y="43893"/>
                  </a:lnTo>
                  <a:lnTo>
                    <a:pt x="4082483" y="44656"/>
                  </a:lnTo>
                  <a:lnTo>
                    <a:pt x="4154106" y="45419"/>
                  </a:lnTo>
                  <a:lnTo>
                    <a:pt x="4225729" y="46181"/>
                  </a:lnTo>
                  <a:lnTo>
                    <a:pt x="4297351" y="46942"/>
                  </a:lnTo>
                  <a:lnTo>
                    <a:pt x="4368974" y="47702"/>
                  </a:lnTo>
                  <a:lnTo>
                    <a:pt x="4440596" y="48462"/>
                  </a:lnTo>
                  <a:lnTo>
                    <a:pt x="4512219" y="49221"/>
                  </a:lnTo>
                  <a:lnTo>
                    <a:pt x="4583841" y="49979"/>
                  </a:lnTo>
                  <a:lnTo>
                    <a:pt x="4655464" y="50737"/>
                  </a:lnTo>
                  <a:lnTo>
                    <a:pt x="4727086" y="51494"/>
                  </a:lnTo>
                  <a:lnTo>
                    <a:pt x="4798709" y="52250"/>
                  </a:lnTo>
                  <a:lnTo>
                    <a:pt x="4870331" y="53006"/>
                  </a:lnTo>
                  <a:lnTo>
                    <a:pt x="4941954" y="53760"/>
                  </a:lnTo>
                  <a:lnTo>
                    <a:pt x="5013576" y="54514"/>
                  </a:lnTo>
                  <a:lnTo>
                    <a:pt x="5085199" y="55268"/>
                  </a:lnTo>
                  <a:lnTo>
                    <a:pt x="5156821" y="56020"/>
                  </a:lnTo>
                  <a:lnTo>
                    <a:pt x="5228444" y="56772"/>
                  </a:lnTo>
                  <a:lnTo>
                    <a:pt x="5300066" y="57524"/>
                  </a:lnTo>
                  <a:lnTo>
                    <a:pt x="5371689" y="58274"/>
                  </a:lnTo>
                  <a:lnTo>
                    <a:pt x="5443311" y="59024"/>
                  </a:lnTo>
                  <a:lnTo>
                    <a:pt x="5514934" y="59773"/>
                  </a:lnTo>
                  <a:lnTo>
                    <a:pt x="5586557" y="60522"/>
                  </a:lnTo>
                  <a:lnTo>
                    <a:pt x="5658179" y="61270"/>
                  </a:lnTo>
                  <a:lnTo>
                    <a:pt x="5729802" y="62017"/>
                  </a:lnTo>
                  <a:lnTo>
                    <a:pt x="5801424" y="62763"/>
                  </a:lnTo>
                  <a:lnTo>
                    <a:pt x="5873047" y="63509"/>
                  </a:lnTo>
                  <a:lnTo>
                    <a:pt x="5944669" y="64254"/>
                  </a:lnTo>
                  <a:lnTo>
                    <a:pt x="6016292" y="64998"/>
                  </a:lnTo>
                  <a:lnTo>
                    <a:pt x="6087914" y="65742"/>
                  </a:lnTo>
                  <a:lnTo>
                    <a:pt x="6159537" y="66485"/>
                  </a:lnTo>
                  <a:lnTo>
                    <a:pt x="6231159" y="67227"/>
                  </a:lnTo>
                  <a:lnTo>
                    <a:pt x="6302782" y="67969"/>
                  </a:lnTo>
                  <a:lnTo>
                    <a:pt x="6374404" y="68710"/>
                  </a:lnTo>
                  <a:lnTo>
                    <a:pt x="6446027" y="69450"/>
                  </a:lnTo>
                  <a:lnTo>
                    <a:pt x="6517649" y="70189"/>
                  </a:lnTo>
                  <a:lnTo>
                    <a:pt x="6589272" y="70928"/>
                  </a:lnTo>
                  <a:lnTo>
                    <a:pt x="6660894" y="71666"/>
                  </a:lnTo>
                  <a:lnTo>
                    <a:pt x="6732517" y="72404"/>
                  </a:lnTo>
                  <a:lnTo>
                    <a:pt x="6804139" y="73141"/>
                  </a:lnTo>
                  <a:lnTo>
                    <a:pt x="6875762" y="73877"/>
                  </a:lnTo>
                  <a:lnTo>
                    <a:pt x="6947385" y="74612"/>
                  </a:lnTo>
                  <a:lnTo>
                    <a:pt x="7019007" y="75347"/>
                  </a:lnTo>
                  <a:lnTo>
                    <a:pt x="7090630" y="760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1.01 (0.83-1.24), p = 0.918  |  per IQR decline (Δ = 29.5 %): 1.03 (0.57-1.88)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29504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2026-07-22T14:13:32Z</dcterms:modified>
  <cp:category/>
</cp:coreProperties>
</file>