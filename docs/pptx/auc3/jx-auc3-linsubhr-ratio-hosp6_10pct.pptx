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60613"/>
            </a:xfrm>
            <a:custGeom>
              <a:avLst/>
              <a:pathLst>
                <a:path w="7090630" h="3460613">
                  <a:moveTo>
                    <a:pt x="1775538" y="0"/>
                  </a:moveTo>
                  <a:lnTo>
                    <a:pt x="1790563" y="50347"/>
                  </a:lnTo>
                  <a:lnTo>
                    <a:pt x="1862185" y="274670"/>
                  </a:lnTo>
                  <a:lnTo>
                    <a:pt x="1933808" y="484337"/>
                  </a:lnTo>
                  <a:lnTo>
                    <a:pt x="2005430" y="680305"/>
                  </a:lnTo>
                  <a:lnTo>
                    <a:pt x="2077053" y="863470"/>
                  </a:lnTo>
                  <a:lnTo>
                    <a:pt x="2148675" y="1034667"/>
                  </a:lnTo>
                  <a:lnTo>
                    <a:pt x="2220298" y="1194679"/>
                  </a:lnTo>
                  <a:lnTo>
                    <a:pt x="2291920" y="1344236"/>
                  </a:lnTo>
                  <a:lnTo>
                    <a:pt x="2363543" y="1484023"/>
                  </a:lnTo>
                  <a:lnTo>
                    <a:pt x="2435165" y="1614676"/>
                  </a:lnTo>
                  <a:lnTo>
                    <a:pt x="2506788" y="1736792"/>
                  </a:lnTo>
                  <a:lnTo>
                    <a:pt x="2578410" y="1850931"/>
                  </a:lnTo>
                  <a:lnTo>
                    <a:pt x="2650033" y="1957612"/>
                  </a:lnTo>
                  <a:lnTo>
                    <a:pt x="2721655" y="2057323"/>
                  </a:lnTo>
                  <a:lnTo>
                    <a:pt x="2793278" y="2150519"/>
                  </a:lnTo>
                  <a:lnTo>
                    <a:pt x="2864901" y="2237626"/>
                  </a:lnTo>
                  <a:lnTo>
                    <a:pt x="2936523" y="2319042"/>
                  </a:lnTo>
                  <a:lnTo>
                    <a:pt x="3008146" y="2395139"/>
                  </a:lnTo>
                  <a:lnTo>
                    <a:pt x="3079768" y="2466263"/>
                  </a:lnTo>
                  <a:lnTo>
                    <a:pt x="3151391" y="2532741"/>
                  </a:lnTo>
                  <a:lnTo>
                    <a:pt x="3223013" y="2594876"/>
                  </a:lnTo>
                  <a:lnTo>
                    <a:pt x="3294636" y="2652951"/>
                  </a:lnTo>
                  <a:lnTo>
                    <a:pt x="3366258" y="2642195"/>
                  </a:lnTo>
                  <a:lnTo>
                    <a:pt x="3437881" y="2629631"/>
                  </a:lnTo>
                  <a:lnTo>
                    <a:pt x="3509503" y="2616879"/>
                  </a:lnTo>
                  <a:lnTo>
                    <a:pt x="3581126" y="2603937"/>
                  </a:lnTo>
                  <a:lnTo>
                    <a:pt x="3652748" y="2590802"/>
                  </a:lnTo>
                  <a:lnTo>
                    <a:pt x="3724371" y="2577471"/>
                  </a:lnTo>
                  <a:lnTo>
                    <a:pt x="3795993" y="2563940"/>
                  </a:lnTo>
                  <a:lnTo>
                    <a:pt x="3867616" y="2550208"/>
                  </a:lnTo>
                  <a:lnTo>
                    <a:pt x="3939238" y="2536270"/>
                  </a:lnTo>
                  <a:lnTo>
                    <a:pt x="4010861" y="2522124"/>
                  </a:lnTo>
                  <a:lnTo>
                    <a:pt x="4082483" y="2507768"/>
                  </a:lnTo>
                  <a:lnTo>
                    <a:pt x="4154106" y="2493196"/>
                  </a:lnTo>
                  <a:lnTo>
                    <a:pt x="4225729" y="2478408"/>
                  </a:lnTo>
                  <a:lnTo>
                    <a:pt x="4297351" y="2463398"/>
                  </a:lnTo>
                  <a:lnTo>
                    <a:pt x="4368974" y="2448165"/>
                  </a:lnTo>
                  <a:lnTo>
                    <a:pt x="4440596" y="2432704"/>
                  </a:lnTo>
                  <a:lnTo>
                    <a:pt x="4512219" y="2417012"/>
                  </a:lnTo>
                  <a:lnTo>
                    <a:pt x="4583841" y="2401086"/>
                  </a:lnTo>
                  <a:lnTo>
                    <a:pt x="4655464" y="2384922"/>
                  </a:lnTo>
                  <a:lnTo>
                    <a:pt x="4727086" y="2368517"/>
                  </a:lnTo>
                  <a:lnTo>
                    <a:pt x="4798709" y="2351866"/>
                  </a:lnTo>
                  <a:lnTo>
                    <a:pt x="4870331" y="2334968"/>
                  </a:lnTo>
                  <a:lnTo>
                    <a:pt x="4941954" y="2317817"/>
                  </a:lnTo>
                  <a:lnTo>
                    <a:pt x="5013576" y="2300410"/>
                  </a:lnTo>
                  <a:lnTo>
                    <a:pt x="5085199" y="2282743"/>
                  </a:lnTo>
                  <a:lnTo>
                    <a:pt x="5156821" y="2264812"/>
                  </a:lnTo>
                  <a:lnTo>
                    <a:pt x="5228444" y="2246614"/>
                  </a:lnTo>
                  <a:lnTo>
                    <a:pt x="5300066" y="2228143"/>
                  </a:lnTo>
                  <a:lnTo>
                    <a:pt x="5371689" y="2209398"/>
                  </a:lnTo>
                  <a:lnTo>
                    <a:pt x="5443311" y="2190372"/>
                  </a:lnTo>
                  <a:lnTo>
                    <a:pt x="5514934" y="2171062"/>
                  </a:lnTo>
                  <a:lnTo>
                    <a:pt x="5586557" y="2151464"/>
                  </a:lnTo>
                  <a:lnTo>
                    <a:pt x="5658179" y="2131573"/>
                  </a:lnTo>
                  <a:lnTo>
                    <a:pt x="5729802" y="2111386"/>
                  </a:lnTo>
                  <a:lnTo>
                    <a:pt x="5801424" y="2090897"/>
                  </a:lnTo>
                  <a:lnTo>
                    <a:pt x="5873047" y="2070102"/>
                  </a:lnTo>
                  <a:lnTo>
                    <a:pt x="5944669" y="2048996"/>
                  </a:lnTo>
                  <a:lnTo>
                    <a:pt x="6016292" y="2027576"/>
                  </a:lnTo>
                  <a:lnTo>
                    <a:pt x="6087914" y="2005835"/>
                  </a:lnTo>
                  <a:lnTo>
                    <a:pt x="6159537" y="1983771"/>
                  </a:lnTo>
                  <a:lnTo>
                    <a:pt x="6231159" y="1961376"/>
                  </a:lnTo>
                  <a:lnTo>
                    <a:pt x="6302782" y="1938648"/>
                  </a:lnTo>
                  <a:lnTo>
                    <a:pt x="6374404" y="1915580"/>
                  </a:lnTo>
                  <a:lnTo>
                    <a:pt x="6446027" y="1892167"/>
                  </a:lnTo>
                  <a:lnTo>
                    <a:pt x="6517649" y="1868405"/>
                  </a:lnTo>
                  <a:lnTo>
                    <a:pt x="6589272" y="1844289"/>
                  </a:lnTo>
                  <a:lnTo>
                    <a:pt x="6660894" y="1819812"/>
                  </a:lnTo>
                  <a:lnTo>
                    <a:pt x="6732517" y="1794970"/>
                  </a:lnTo>
                  <a:lnTo>
                    <a:pt x="6804139" y="1769757"/>
                  </a:lnTo>
                  <a:lnTo>
                    <a:pt x="6875762" y="1744167"/>
                  </a:lnTo>
                  <a:lnTo>
                    <a:pt x="6947385" y="1718196"/>
                  </a:lnTo>
                  <a:lnTo>
                    <a:pt x="7019007" y="1691836"/>
                  </a:lnTo>
                  <a:lnTo>
                    <a:pt x="7090630" y="1665083"/>
                  </a:lnTo>
                  <a:lnTo>
                    <a:pt x="7090630" y="3460613"/>
                  </a:lnTo>
                  <a:lnTo>
                    <a:pt x="7019007" y="3458995"/>
                  </a:lnTo>
                  <a:lnTo>
                    <a:pt x="6947385" y="3457265"/>
                  </a:lnTo>
                  <a:lnTo>
                    <a:pt x="6875762" y="3455414"/>
                  </a:lnTo>
                  <a:lnTo>
                    <a:pt x="6804139" y="3453434"/>
                  </a:lnTo>
                  <a:lnTo>
                    <a:pt x="6732517" y="3451315"/>
                  </a:lnTo>
                  <a:lnTo>
                    <a:pt x="6660894" y="3449048"/>
                  </a:lnTo>
                  <a:lnTo>
                    <a:pt x="6589272" y="3446622"/>
                  </a:lnTo>
                  <a:lnTo>
                    <a:pt x="6517649" y="3444027"/>
                  </a:lnTo>
                  <a:lnTo>
                    <a:pt x="6446027" y="3441251"/>
                  </a:lnTo>
                  <a:lnTo>
                    <a:pt x="6374404" y="3438280"/>
                  </a:lnTo>
                  <a:lnTo>
                    <a:pt x="6302782" y="3435102"/>
                  </a:lnTo>
                  <a:lnTo>
                    <a:pt x="6231159" y="3431701"/>
                  </a:lnTo>
                  <a:lnTo>
                    <a:pt x="6159537" y="3428063"/>
                  </a:lnTo>
                  <a:lnTo>
                    <a:pt x="6087914" y="3424171"/>
                  </a:lnTo>
                  <a:lnTo>
                    <a:pt x="6016292" y="3420007"/>
                  </a:lnTo>
                  <a:lnTo>
                    <a:pt x="5944669" y="3415551"/>
                  </a:lnTo>
                  <a:lnTo>
                    <a:pt x="5873047" y="3410784"/>
                  </a:lnTo>
                  <a:lnTo>
                    <a:pt x="5801424" y="3405684"/>
                  </a:lnTo>
                  <a:lnTo>
                    <a:pt x="5729802" y="3400227"/>
                  </a:lnTo>
                  <a:lnTo>
                    <a:pt x="5658179" y="3394389"/>
                  </a:lnTo>
                  <a:lnTo>
                    <a:pt x="5586557" y="3388142"/>
                  </a:lnTo>
                  <a:lnTo>
                    <a:pt x="5514934" y="3381459"/>
                  </a:lnTo>
                  <a:lnTo>
                    <a:pt x="5443311" y="3374309"/>
                  </a:lnTo>
                  <a:lnTo>
                    <a:pt x="5371689" y="3366659"/>
                  </a:lnTo>
                  <a:lnTo>
                    <a:pt x="5300066" y="3358474"/>
                  </a:lnTo>
                  <a:lnTo>
                    <a:pt x="5228444" y="3349717"/>
                  </a:lnTo>
                  <a:lnTo>
                    <a:pt x="5156821" y="3340348"/>
                  </a:lnTo>
                  <a:lnTo>
                    <a:pt x="5085199" y="3330325"/>
                  </a:lnTo>
                  <a:lnTo>
                    <a:pt x="5013576" y="3319600"/>
                  </a:lnTo>
                  <a:lnTo>
                    <a:pt x="4941954" y="3308126"/>
                  </a:lnTo>
                  <a:lnTo>
                    <a:pt x="4870331" y="3295849"/>
                  </a:lnTo>
                  <a:lnTo>
                    <a:pt x="4798709" y="3282715"/>
                  </a:lnTo>
                  <a:lnTo>
                    <a:pt x="4727086" y="3268662"/>
                  </a:lnTo>
                  <a:lnTo>
                    <a:pt x="4655464" y="3253627"/>
                  </a:lnTo>
                  <a:lnTo>
                    <a:pt x="4583841" y="3237541"/>
                  </a:lnTo>
                  <a:lnTo>
                    <a:pt x="4512219" y="3220331"/>
                  </a:lnTo>
                  <a:lnTo>
                    <a:pt x="4440596" y="3201917"/>
                  </a:lnTo>
                  <a:lnTo>
                    <a:pt x="4368974" y="3182217"/>
                  </a:lnTo>
                  <a:lnTo>
                    <a:pt x="4297351" y="3161139"/>
                  </a:lnTo>
                  <a:lnTo>
                    <a:pt x="4225729" y="3138588"/>
                  </a:lnTo>
                  <a:lnTo>
                    <a:pt x="4154106" y="3114460"/>
                  </a:lnTo>
                  <a:lnTo>
                    <a:pt x="4082483" y="3088646"/>
                  </a:lnTo>
                  <a:lnTo>
                    <a:pt x="4010861" y="3061028"/>
                  </a:lnTo>
                  <a:lnTo>
                    <a:pt x="3939238" y="3031479"/>
                  </a:lnTo>
                  <a:lnTo>
                    <a:pt x="3867616" y="2999864"/>
                  </a:lnTo>
                  <a:lnTo>
                    <a:pt x="3795993" y="2966039"/>
                  </a:lnTo>
                  <a:lnTo>
                    <a:pt x="3724371" y="2929850"/>
                  </a:lnTo>
                  <a:lnTo>
                    <a:pt x="3652748" y="2891131"/>
                  </a:lnTo>
                  <a:lnTo>
                    <a:pt x="3581126" y="2849706"/>
                  </a:lnTo>
                  <a:lnTo>
                    <a:pt x="3509503" y="2805385"/>
                  </a:lnTo>
                  <a:lnTo>
                    <a:pt x="3437881" y="2757965"/>
                  </a:lnTo>
                  <a:lnTo>
                    <a:pt x="3366258" y="2707231"/>
                  </a:lnTo>
                  <a:lnTo>
                    <a:pt x="3294636" y="2654575"/>
                  </a:lnTo>
                  <a:lnTo>
                    <a:pt x="3223013" y="2666772"/>
                  </a:lnTo>
                  <a:lnTo>
                    <a:pt x="3151391" y="2678790"/>
                  </a:lnTo>
                  <a:lnTo>
                    <a:pt x="3079768" y="2690631"/>
                  </a:lnTo>
                  <a:lnTo>
                    <a:pt x="3008146" y="2702298"/>
                  </a:lnTo>
                  <a:lnTo>
                    <a:pt x="2936523" y="2713793"/>
                  </a:lnTo>
                  <a:lnTo>
                    <a:pt x="2864901" y="2725119"/>
                  </a:lnTo>
                  <a:lnTo>
                    <a:pt x="2793278" y="2736279"/>
                  </a:lnTo>
                  <a:lnTo>
                    <a:pt x="2721655" y="2747274"/>
                  </a:lnTo>
                  <a:lnTo>
                    <a:pt x="2650033" y="2758108"/>
                  </a:lnTo>
                  <a:lnTo>
                    <a:pt x="2578410" y="2768782"/>
                  </a:lnTo>
                  <a:lnTo>
                    <a:pt x="2506788" y="2779299"/>
                  </a:lnTo>
                  <a:lnTo>
                    <a:pt x="2435165" y="2789662"/>
                  </a:lnTo>
                  <a:lnTo>
                    <a:pt x="2363543" y="2799872"/>
                  </a:lnTo>
                  <a:lnTo>
                    <a:pt x="2291920" y="2809932"/>
                  </a:lnTo>
                  <a:lnTo>
                    <a:pt x="2220298" y="2819844"/>
                  </a:lnTo>
                  <a:lnTo>
                    <a:pt x="2148675" y="2829610"/>
                  </a:lnTo>
                  <a:lnTo>
                    <a:pt x="2077053" y="2839232"/>
                  </a:lnTo>
                  <a:lnTo>
                    <a:pt x="2005430" y="2848713"/>
                  </a:lnTo>
                  <a:lnTo>
                    <a:pt x="1933808" y="2858055"/>
                  </a:lnTo>
                  <a:lnTo>
                    <a:pt x="1862185" y="2867259"/>
                  </a:lnTo>
                  <a:lnTo>
                    <a:pt x="1790563" y="2876327"/>
                  </a:lnTo>
                  <a:lnTo>
                    <a:pt x="1718940" y="2885262"/>
                  </a:lnTo>
                  <a:lnTo>
                    <a:pt x="1647318" y="2894066"/>
                  </a:lnTo>
                  <a:lnTo>
                    <a:pt x="1575695" y="2902741"/>
                  </a:lnTo>
                  <a:lnTo>
                    <a:pt x="1504073" y="2911287"/>
                  </a:lnTo>
                  <a:lnTo>
                    <a:pt x="1432450" y="2919708"/>
                  </a:lnTo>
                  <a:lnTo>
                    <a:pt x="1360827" y="2928005"/>
                  </a:lnTo>
                  <a:lnTo>
                    <a:pt x="1289205" y="2936180"/>
                  </a:lnTo>
                  <a:lnTo>
                    <a:pt x="1217582" y="2944235"/>
                  </a:lnTo>
                  <a:lnTo>
                    <a:pt x="1145960" y="2952171"/>
                  </a:lnTo>
                  <a:lnTo>
                    <a:pt x="1074337" y="2959991"/>
                  </a:lnTo>
                  <a:lnTo>
                    <a:pt x="1002715" y="2967695"/>
                  </a:lnTo>
                  <a:lnTo>
                    <a:pt x="931092" y="2975287"/>
                  </a:lnTo>
                  <a:lnTo>
                    <a:pt x="859470" y="2982766"/>
                  </a:lnTo>
                  <a:lnTo>
                    <a:pt x="787847" y="2990136"/>
                  </a:lnTo>
                  <a:lnTo>
                    <a:pt x="716225" y="2997397"/>
                  </a:lnTo>
                  <a:lnTo>
                    <a:pt x="644602" y="3004551"/>
                  </a:lnTo>
                  <a:lnTo>
                    <a:pt x="572980" y="3011600"/>
                  </a:lnTo>
                  <a:lnTo>
                    <a:pt x="501357" y="3018545"/>
                  </a:lnTo>
                  <a:lnTo>
                    <a:pt x="429735" y="3025389"/>
                  </a:lnTo>
                  <a:lnTo>
                    <a:pt x="358112" y="3032131"/>
                  </a:lnTo>
                  <a:lnTo>
                    <a:pt x="286490" y="3038774"/>
                  </a:lnTo>
                  <a:lnTo>
                    <a:pt x="214867" y="3045320"/>
                  </a:lnTo>
                  <a:lnTo>
                    <a:pt x="143245" y="3051769"/>
                  </a:lnTo>
                  <a:lnTo>
                    <a:pt x="71622" y="3058124"/>
                  </a:lnTo>
                  <a:lnTo>
                    <a:pt x="0" y="306438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47587" y="2073503"/>
              <a:ext cx="5315091" cy="2652951"/>
            </a:xfrm>
            <a:custGeom>
              <a:avLst/>
              <a:pathLst>
                <a:path w="5315091" h="2652951">
                  <a:moveTo>
                    <a:pt x="0" y="0"/>
                  </a:moveTo>
                  <a:lnTo>
                    <a:pt x="15024" y="50347"/>
                  </a:lnTo>
                  <a:lnTo>
                    <a:pt x="86647" y="274670"/>
                  </a:lnTo>
                  <a:lnTo>
                    <a:pt x="158269" y="484337"/>
                  </a:lnTo>
                  <a:lnTo>
                    <a:pt x="229892" y="680305"/>
                  </a:lnTo>
                  <a:lnTo>
                    <a:pt x="301514" y="863470"/>
                  </a:lnTo>
                  <a:lnTo>
                    <a:pt x="373137" y="1034667"/>
                  </a:lnTo>
                  <a:lnTo>
                    <a:pt x="444759" y="1194679"/>
                  </a:lnTo>
                  <a:lnTo>
                    <a:pt x="516382" y="1344236"/>
                  </a:lnTo>
                  <a:lnTo>
                    <a:pt x="588005" y="1484023"/>
                  </a:lnTo>
                  <a:lnTo>
                    <a:pt x="659627" y="1614676"/>
                  </a:lnTo>
                  <a:lnTo>
                    <a:pt x="731250" y="1736792"/>
                  </a:lnTo>
                  <a:lnTo>
                    <a:pt x="802872" y="1850931"/>
                  </a:lnTo>
                  <a:lnTo>
                    <a:pt x="874495" y="1957612"/>
                  </a:lnTo>
                  <a:lnTo>
                    <a:pt x="946117" y="2057323"/>
                  </a:lnTo>
                  <a:lnTo>
                    <a:pt x="1017740" y="2150519"/>
                  </a:lnTo>
                  <a:lnTo>
                    <a:pt x="1089362" y="2237626"/>
                  </a:lnTo>
                  <a:lnTo>
                    <a:pt x="1160985" y="2319042"/>
                  </a:lnTo>
                  <a:lnTo>
                    <a:pt x="1232607" y="2395139"/>
                  </a:lnTo>
                  <a:lnTo>
                    <a:pt x="1304230" y="2466263"/>
                  </a:lnTo>
                  <a:lnTo>
                    <a:pt x="1375852" y="2532741"/>
                  </a:lnTo>
                  <a:lnTo>
                    <a:pt x="1447475" y="2594876"/>
                  </a:lnTo>
                  <a:lnTo>
                    <a:pt x="1519097" y="2652951"/>
                  </a:lnTo>
                  <a:lnTo>
                    <a:pt x="1590720" y="2642195"/>
                  </a:lnTo>
                  <a:lnTo>
                    <a:pt x="1662342" y="2629631"/>
                  </a:lnTo>
                  <a:lnTo>
                    <a:pt x="1733965" y="2616879"/>
                  </a:lnTo>
                  <a:lnTo>
                    <a:pt x="1805587" y="2603937"/>
                  </a:lnTo>
                  <a:lnTo>
                    <a:pt x="1877210" y="2590802"/>
                  </a:lnTo>
                  <a:lnTo>
                    <a:pt x="1948833" y="2577471"/>
                  </a:lnTo>
                  <a:lnTo>
                    <a:pt x="2020455" y="2563940"/>
                  </a:lnTo>
                  <a:lnTo>
                    <a:pt x="2092078" y="2550208"/>
                  </a:lnTo>
                  <a:lnTo>
                    <a:pt x="2163700" y="2536270"/>
                  </a:lnTo>
                  <a:lnTo>
                    <a:pt x="2235323" y="2522124"/>
                  </a:lnTo>
                  <a:lnTo>
                    <a:pt x="2306945" y="2507768"/>
                  </a:lnTo>
                  <a:lnTo>
                    <a:pt x="2378568" y="2493196"/>
                  </a:lnTo>
                  <a:lnTo>
                    <a:pt x="2450190" y="2478408"/>
                  </a:lnTo>
                  <a:lnTo>
                    <a:pt x="2521813" y="2463398"/>
                  </a:lnTo>
                  <a:lnTo>
                    <a:pt x="2593435" y="2448165"/>
                  </a:lnTo>
                  <a:lnTo>
                    <a:pt x="2665058" y="2432704"/>
                  </a:lnTo>
                  <a:lnTo>
                    <a:pt x="2736680" y="2417012"/>
                  </a:lnTo>
                  <a:lnTo>
                    <a:pt x="2808303" y="2401086"/>
                  </a:lnTo>
                  <a:lnTo>
                    <a:pt x="2879925" y="2384922"/>
                  </a:lnTo>
                  <a:lnTo>
                    <a:pt x="2951548" y="2368517"/>
                  </a:lnTo>
                  <a:lnTo>
                    <a:pt x="3023170" y="2351866"/>
                  </a:lnTo>
                  <a:lnTo>
                    <a:pt x="3094793" y="2334968"/>
                  </a:lnTo>
                  <a:lnTo>
                    <a:pt x="3166415" y="2317817"/>
                  </a:lnTo>
                  <a:lnTo>
                    <a:pt x="3238038" y="2300410"/>
                  </a:lnTo>
                  <a:lnTo>
                    <a:pt x="3309661" y="2282743"/>
                  </a:lnTo>
                  <a:lnTo>
                    <a:pt x="3381283" y="2264812"/>
                  </a:lnTo>
                  <a:lnTo>
                    <a:pt x="3452906" y="2246614"/>
                  </a:lnTo>
                  <a:lnTo>
                    <a:pt x="3524528" y="2228143"/>
                  </a:lnTo>
                  <a:lnTo>
                    <a:pt x="3596151" y="2209398"/>
                  </a:lnTo>
                  <a:lnTo>
                    <a:pt x="3667773" y="2190372"/>
                  </a:lnTo>
                  <a:lnTo>
                    <a:pt x="3739396" y="2171062"/>
                  </a:lnTo>
                  <a:lnTo>
                    <a:pt x="3811018" y="2151464"/>
                  </a:lnTo>
                  <a:lnTo>
                    <a:pt x="3882641" y="2131573"/>
                  </a:lnTo>
                  <a:lnTo>
                    <a:pt x="3954263" y="2111386"/>
                  </a:lnTo>
                  <a:lnTo>
                    <a:pt x="4025886" y="2090897"/>
                  </a:lnTo>
                  <a:lnTo>
                    <a:pt x="4097508" y="2070102"/>
                  </a:lnTo>
                  <a:lnTo>
                    <a:pt x="4169131" y="2048996"/>
                  </a:lnTo>
                  <a:lnTo>
                    <a:pt x="4240753" y="2027576"/>
                  </a:lnTo>
                  <a:lnTo>
                    <a:pt x="4312376" y="2005835"/>
                  </a:lnTo>
                  <a:lnTo>
                    <a:pt x="4383998" y="1983771"/>
                  </a:lnTo>
                  <a:lnTo>
                    <a:pt x="4455621" y="1961376"/>
                  </a:lnTo>
                  <a:lnTo>
                    <a:pt x="4527243" y="1938648"/>
                  </a:lnTo>
                  <a:lnTo>
                    <a:pt x="4598866" y="1915580"/>
                  </a:lnTo>
                  <a:lnTo>
                    <a:pt x="4670489" y="1892167"/>
                  </a:lnTo>
                  <a:lnTo>
                    <a:pt x="4742111" y="1868405"/>
                  </a:lnTo>
                  <a:lnTo>
                    <a:pt x="4813734" y="1844289"/>
                  </a:lnTo>
                  <a:lnTo>
                    <a:pt x="4885356" y="1819812"/>
                  </a:lnTo>
                  <a:lnTo>
                    <a:pt x="4956979" y="1794970"/>
                  </a:lnTo>
                  <a:lnTo>
                    <a:pt x="5028601" y="1769757"/>
                  </a:lnTo>
                  <a:lnTo>
                    <a:pt x="5100224" y="1744167"/>
                  </a:lnTo>
                  <a:lnTo>
                    <a:pt x="5171846" y="1718196"/>
                  </a:lnTo>
                  <a:lnTo>
                    <a:pt x="5243469" y="1691836"/>
                  </a:lnTo>
                  <a:lnTo>
                    <a:pt x="5315091" y="16650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8078"/>
              <a:ext cx="7090630" cy="806037"/>
            </a:xfrm>
            <a:custGeom>
              <a:avLst/>
              <a:pathLst>
                <a:path w="7090630" h="806037">
                  <a:moveTo>
                    <a:pt x="7090630" y="806037"/>
                  </a:moveTo>
                  <a:lnTo>
                    <a:pt x="7019007" y="804420"/>
                  </a:lnTo>
                  <a:lnTo>
                    <a:pt x="6947385" y="802690"/>
                  </a:lnTo>
                  <a:lnTo>
                    <a:pt x="6875762" y="800839"/>
                  </a:lnTo>
                  <a:lnTo>
                    <a:pt x="6804139" y="798858"/>
                  </a:lnTo>
                  <a:lnTo>
                    <a:pt x="6732517" y="796740"/>
                  </a:lnTo>
                  <a:lnTo>
                    <a:pt x="6660894" y="794472"/>
                  </a:lnTo>
                  <a:lnTo>
                    <a:pt x="6589272" y="792047"/>
                  </a:lnTo>
                  <a:lnTo>
                    <a:pt x="6517649" y="789452"/>
                  </a:lnTo>
                  <a:lnTo>
                    <a:pt x="6446027" y="786675"/>
                  </a:lnTo>
                  <a:lnTo>
                    <a:pt x="6374404" y="783705"/>
                  </a:lnTo>
                  <a:lnTo>
                    <a:pt x="6302782" y="780527"/>
                  </a:lnTo>
                  <a:lnTo>
                    <a:pt x="6231159" y="777126"/>
                  </a:lnTo>
                  <a:lnTo>
                    <a:pt x="6159537" y="773488"/>
                  </a:lnTo>
                  <a:lnTo>
                    <a:pt x="6087914" y="769596"/>
                  </a:lnTo>
                  <a:lnTo>
                    <a:pt x="6016292" y="765431"/>
                  </a:lnTo>
                  <a:lnTo>
                    <a:pt x="5944669" y="760976"/>
                  </a:lnTo>
                  <a:lnTo>
                    <a:pt x="5873047" y="756209"/>
                  </a:lnTo>
                  <a:lnTo>
                    <a:pt x="5801424" y="751108"/>
                  </a:lnTo>
                  <a:lnTo>
                    <a:pt x="5729802" y="745652"/>
                  </a:lnTo>
                  <a:lnTo>
                    <a:pt x="5658179" y="739813"/>
                  </a:lnTo>
                  <a:lnTo>
                    <a:pt x="5586557" y="733567"/>
                  </a:lnTo>
                  <a:lnTo>
                    <a:pt x="5514934" y="726884"/>
                  </a:lnTo>
                  <a:lnTo>
                    <a:pt x="5443311" y="719734"/>
                  </a:lnTo>
                  <a:lnTo>
                    <a:pt x="5371689" y="712084"/>
                  </a:lnTo>
                  <a:lnTo>
                    <a:pt x="5300066" y="703899"/>
                  </a:lnTo>
                  <a:lnTo>
                    <a:pt x="5228444" y="695142"/>
                  </a:lnTo>
                  <a:lnTo>
                    <a:pt x="5156821" y="685773"/>
                  </a:lnTo>
                  <a:lnTo>
                    <a:pt x="5085199" y="675749"/>
                  </a:lnTo>
                  <a:lnTo>
                    <a:pt x="5013576" y="665025"/>
                  </a:lnTo>
                  <a:lnTo>
                    <a:pt x="4941954" y="653550"/>
                  </a:lnTo>
                  <a:lnTo>
                    <a:pt x="4870331" y="641274"/>
                  </a:lnTo>
                  <a:lnTo>
                    <a:pt x="4798709" y="628140"/>
                  </a:lnTo>
                  <a:lnTo>
                    <a:pt x="4727086" y="614087"/>
                  </a:lnTo>
                  <a:lnTo>
                    <a:pt x="4655464" y="599052"/>
                  </a:lnTo>
                  <a:lnTo>
                    <a:pt x="4583841" y="582966"/>
                  </a:lnTo>
                  <a:lnTo>
                    <a:pt x="4512219" y="565756"/>
                  </a:lnTo>
                  <a:lnTo>
                    <a:pt x="4440596" y="547342"/>
                  </a:lnTo>
                  <a:lnTo>
                    <a:pt x="4368974" y="527642"/>
                  </a:lnTo>
                  <a:lnTo>
                    <a:pt x="4297351" y="506564"/>
                  </a:lnTo>
                  <a:lnTo>
                    <a:pt x="4225729" y="484013"/>
                  </a:lnTo>
                  <a:lnTo>
                    <a:pt x="4154106" y="459885"/>
                  </a:lnTo>
                  <a:lnTo>
                    <a:pt x="4082483" y="434071"/>
                  </a:lnTo>
                  <a:lnTo>
                    <a:pt x="4010861" y="406452"/>
                  </a:lnTo>
                  <a:lnTo>
                    <a:pt x="3939238" y="376903"/>
                  </a:lnTo>
                  <a:lnTo>
                    <a:pt x="3867616" y="345289"/>
                  </a:lnTo>
                  <a:lnTo>
                    <a:pt x="3795993" y="311464"/>
                  </a:lnTo>
                  <a:lnTo>
                    <a:pt x="3724371" y="275275"/>
                  </a:lnTo>
                  <a:lnTo>
                    <a:pt x="3652748" y="236556"/>
                  </a:lnTo>
                  <a:lnTo>
                    <a:pt x="3581126" y="195130"/>
                  </a:lnTo>
                  <a:lnTo>
                    <a:pt x="3509503" y="150809"/>
                  </a:lnTo>
                  <a:lnTo>
                    <a:pt x="3437881" y="103390"/>
                  </a:lnTo>
                  <a:lnTo>
                    <a:pt x="3366258" y="52656"/>
                  </a:lnTo>
                  <a:lnTo>
                    <a:pt x="3294636" y="0"/>
                  </a:lnTo>
                  <a:lnTo>
                    <a:pt x="3223013" y="12197"/>
                  </a:lnTo>
                  <a:lnTo>
                    <a:pt x="3151391" y="24215"/>
                  </a:lnTo>
                  <a:lnTo>
                    <a:pt x="3079768" y="36056"/>
                  </a:lnTo>
                  <a:lnTo>
                    <a:pt x="3008146" y="47722"/>
                  </a:lnTo>
                  <a:lnTo>
                    <a:pt x="2936523" y="59218"/>
                  </a:lnTo>
                  <a:lnTo>
                    <a:pt x="2864901" y="70544"/>
                  </a:lnTo>
                  <a:lnTo>
                    <a:pt x="2793278" y="81703"/>
                  </a:lnTo>
                  <a:lnTo>
                    <a:pt x="2721655" y="92699"/>
                  </a:lnTo>
                  <a:lnTo>
                    <a:pt x="2650033" y="103532"/>
                  </a:lnTo>
                  <a:lnTo>
                    <a:pt x="2578410" y="114207"/>
                  </a:lnTo>
                  <a:lnTo>
                    <a:pt x="2506788" y="124724"/>
                  </a:lnTo>
                  <a:lnTo>
                    <a:pt x="2435165" y="135086"/>
                  </a:lnTo>
                  <a:lnTo>
                    <a:pt x="2363543" y="145297"/>
                  </a:lnTo>
                  <a:lnTo>
                    <a:pt x="2291920" y="155356"/>
                  </a:lnTo>
                  <a:lnTo>
                    <a:pt x="2220298" y="165268"/>
                  </a:lnTo>
                  <a:lnTo>
                    <a:pt x="2148675" y="175034"/>
                  </a:lnTo>
                  <a:lnTo>
                    <a:pt x="2077053" y="184657"/>
                  </a:lnTo>
                  <a:lnTo>
                    <a:pt x="2005430" y="194138"/>
                  </a:lnTo>
                  <a:lnTo>
                    <a:pt x="1933808" y="203479"/>
                  </a:lnTo>
                  <a:lnTo>
                    <a:pt x="1862185" y="212683"/>
                  </a:lnTo>
                  <a:lnTo>
                    <a:pt x="1790563" y="221752"/>
                  </a:lnTo>
                  <a:lnTo>
                    <a:pt x="1718940" y="230687"/>
                  </a:lnTo>
                  <a:lnTo>
                    <a:pt x="1647318" y="239491"/>
                  </a:lnTo>
                  <a:lnTo>
                    <a:pt x="1575695" y="248165"/>
                  </a:lnTo>
                  <a:lnTo>
                    <a:pt x="1504073" y="256712"/>
                  </a:lnTo>
                  <a:lnTo>
                    <a:pt x="1432450" y="265133"/>
                  </a:lnTo>
                  <a:lnTo>
                    <a:pt x="1360827" y="273430"/>
                  </a:lnTo>
                  <a:lnTo>
                    <a:pt x="1289205" y="281605"/>
                  </a:lnTo>
                  <a:lnTo>
                    <a:pt x="1217582" y="289660"/>
                  </a:lnTo>
                  <a:lnTo>
                    <a:pt x="1145960" y="297596"/>
                  </a:lnTo>
                  <a:lnTo>
                    <a:pt x="1074337" y="305416"/>
                  </a:lnTo>
                  <a:lnTo>
                    <a:pt x="1002715" y="313120"/>
                  </a:lnTo>
                  <a:lnTo>
                    <a:pt x="931092" y="320711"/>
                  </a:lnTo>
                  <a:lnTo>
                    <a:pt x="859470" y="328191"/>
                  </a:lnTo>
                  <a:lnTo>
                    <a:pt x="787847" y="335560"/>
                  </a:lnTo>
                  <a:lnTo>
                    <a:pt x="716225" y="342822"/>
                  </a:lnTo>
                  <a:lnTo>
                    <a:pt x="644602" y="349976"/>
                  </a:lnTo>
                  <a:lnTo>
                    <a:pt x="572980" y="357025"/>
                  </a:lnTo>
                  <a:lnTo>
                    <a:pt x="501357" y="363970"/>
                  </a:lnTo>
                  <a:lnTo>
                    <a:pt x="429735" y="370813"/>
                  </a:lnTo>
                  <a:lnTo>
                    <a:pt x="358112" y="377556"/>
                  </a:lnTo>
                  <a:lnTo>
                    <a:pt x="286490" y="384199"/>
                  </a:lnTo>
                  <a:lnTo>
                    <a:pt x="214867" y="390745"/>
                  </a:lnTo>
                  <a:lnTo>
                    <a:pt x="143245" y="397194"/>
                  </a:lnTo>
                  <a:lnTo>
                    <a:pt x="71622" y="403549"/>
                  </a:lnTo>
                  <a:lnTo>
                    <a:pt x="0" y="4098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764962"/>
              <a:ext cx="7090630" cy="2587171"/>
            </a:xfrm>
            <a:custGeom>
              <a:avLst/>
              <a:pathLst>
                <a:path w="7090630" h="2587171">
                  <a:moveTo>
                    <a:pt x="0" y="0"/>
                  </a:moveTo>
                  <a:lnTo>
                    <a:pt x="71622" y="72681"/>
                  </a:lnTo>
                  <a:lnTo>
                    <a:pt x="143245" y="143471"/>
                  </a:lnTo>
                  <a:lnTo>
                    <a:pt x="214867" y="212418"/>
                  </a:lnTo>
                  <a:lnTo>
                    <a:pt x="286490" y="279570"/>
                  </a:lnTo>
                  <a:lnTo>
                    <a:pt x="358112" y="344975"/>
                  </a:lnTo>
                  <a:lnTo>
                    <a:pt x="429735" y="408677"/>
                  </a:lnTo>
                  <a:lnTo>
                    <a:pt x="501357" y="470721"/>
                  </a:lnTo>
                  <a:lnTo>
                    <a:pt x="572980" y="531149"/>
                  </a:lnTo>
                  <a:lnTo>
                    <a:pt x="644602" y="590005"/>
                  </a:lnTo>
                  <a:lnTo>
                    <a:pt x="716225" y="647329"/>
                  </a:lnTo>
                  <a:lnTo>
                    <a:pt x="787847" y="703161"/>
                  </a:lnTo>
                  <a:lnTo>
                    <a:pt x="859470" y="757540"/>
                  </a:lnTo>
                  <a:lnTo>
                    <a:pt x="931092" y="810503"/>
                  </a:lnTo>
                  <a:lnTo>
                    <a:pt x="1002715" y="862088"/>
                  </a:lnTo>
                  <a:lnTo>
                    <a:pt x="1074337" y="912330"/>
                  </a:lnTo>
                  <a:lnTo>
                    <a:pt x="1145960" y="961264"/>
                  </a:lnTo>
                  <a:lnTo>
                    <a:pt x="1217582" y="1008924"/>
                  </a:lnTo>
                  <a:lnTo>
                    <a:pt x="1289205" y="1055344"/>
                  </a:lnTo>
                  <a:lnTo>
                    <a:pt x="1360827" y="1100556"/>
                  </a:lnTo>
                  <a:lnTo>
                    <a:pt x="1432450" y="1144590"/>
                  </a:lnTo>
                  <a:lnTo>
                    <a:pt x="1504073" y="1187479"/>
                  </a:lnTo>
                  <a:lnTo>
                    <a:pt x="1575695" y="1229251"/>
                  </a:lnTo>
                  <a:lnTo>
                    <a:pt x="1647318" y="1269936"/>
                  </a:lnTo>
                  <a:lnTo>
                    <a:pt x="1718940" y="1309562"/>
                  </a:lnTo>
                  <a:lnTo>
                    <a:pt x="1790563" y="1348156"/>
                  </a:lnTo>
                  <a:lnTo>
                    <a:pt x="1862185" y="1385746"/>
                  </a:lnTo>
                  <a:lnTo>
                    <a:pt x="1933808" y="1422357"/>
                  </a:lnTo>
                  <a:lnTo>
                    <a:pt x="2005430" y="1458016"/>
                  </a:lnTo>
                  <a:lnTo>
                    <a:pt x="2077053" y="1492746"/>
                  </a:lnTo>
                  <a:lnTo>
                    <a:pt x="2148675" y="1526572"/>
                  </a:lnTo>
                  <a:lnTo>
                    <a:pt x="2220298" y="1559518"/>
                  </a:lnTo>
                  <a:lnTo>
                    <a:pt x="2291920" y="1591606"/>
                  </a:lnTo>
                  <a:lnTo>
                    <a:pt x="2363543" y="1622859"/>
                  </a:lnTo>
                  <a:lnTo>
                    <a:pt x="2435165" y="1653299"/>
                  </a:lnTo>
                  <a:lnTo>
                    <a:pt x="2506788" y="1682946"/>
                  </a:lnTo>
                  <a:lnTo>
                    <a:pt x="2578410" y="1711821"/>
                  </a:lnTo>
                  <a:lnTo>
                    <a:pt x="2650033" y="1739945"/>
                  </a:lnTo>
                  <a:lnTo>
                    <a:pt x="2721655" y="1767337"/>
                  </a:lnTo>
                  <a:lnTo>
                    <a:pt x="2793278" y="1794016"/>
                  </a:lnTo>
                  <a:lnTo>
                    <a:pt x="2864901" y="1820000"/>
                  </a:lnTo>
                  <a:lnTo>
                    <a:pt x="2936523" y="1845308"/>
                  </a:lnTo>
                  <a:lnTo>
                    <a:pt x="3008146" y="1869957"/>
                  </a:lnTo>
                  <a:lnTo>
                    <a:pt x="3079768" y="1893965"/>
                  </a:lnTo>
                  <a:lnTo>
                    <a:pt x="3151391" y="1917348"/>
                  </a:lnTo>
                  <a:lnTo>
                    <a:pt x="3223013" y="1940122"/>
                  </a:lnTo>
                  <a:lnTo>
                    <a:pt x="3294636" y="1962303"/>
                  </a:lnTo>
                  <a:lnTo>
                    <a:pt x="3366258" y="1983907"/>
                  </a:lnTo>
                  <a:lnTo>
                    <a:pt x="3437881" y="2004949"/>
                  </a:lnTo>
                  <a:lnTo>
                    <a:pt x="3509503" y="2025443"/>
                  </a:lnTo>
                  <a:lnTo>
                    <a:pt x="3581126" y="2045403"/>
                  </a:lnTo>
                  <a:lnTo>
                    <a:pt x="3652748" y="2064844"/>
                  </a:lnTo>
                  <a:lnTo>
                    <a:pt x="3724371" y="2083779"/>
                  </a:lnTo>
                  <a:lnTo>
                    <a:pt x="3795993" y="2102221"/>
                  </a:lnTo>
                  <a:lnTo>
                    <a:pt x="3867616" y="2120183"/>
                  </a:lnTo>
                  <a:lnTo>
                    <a:pt x="3939238" y="2137677"/>
                  </a:lnTo>
                  <a:lnTo>
                    <a:pt x="4010861" y="2154717"/>
                  </a:lnTo>
                  <a:lnTo>
                    <a:pt x="4082483" y="2171312"/>
                  </a:lnTo>
                  <a:lnTo>
                    <a:pt x="4154106" y="2187476"/>
                  </a:lnTo>
                  <a:lnTo>
                    <a:pt x="4225729" y="2203219"/>
                  </a:lnTo>
                  <a:lnTo>
                    <a:pt x="4297351" y="2218552"/>
                  </a:lnTo>
                  <a:lnTo>
                    <a:pt x="4368974" y="2233486"/>
                  </a:lnTo>
                  <a:lnTo>
                    <a:pt x="4440596" y="2248031"/>
                  </a:lnTo>
                  <a:lnTo>
                    <a:pt x="4512219" y="2262198"/>
                  </a:lnTo>
                  <a:lnTo>
                    <a:pt x="4583841" y="2275995"/>
                  </a:lnTo>
                  <a:lnTo>
                    <a:pt x="4655464" y="2289434"/>
                  </a:lnTo>
                  <a:lnTo>
                    <a:pt x="4727086" y="2302523"/>
                  </a:lnTo>
                  <a:lnTo>
                    <a:pt x="4798709" y="2315271"/>
                  </a:lnTo>
                  <a:lnTo>
                    <a:pt x="4870331" y="2327688"/>
                  </a:lnTo>
                  <a:lnTo>
                    <a:pt x="4941954" y="2339781"/>
                  </a:lnTo>
                  <a:lnTo>
                    <a:pt x="5013576" y="2351559"/>
                  </a:lnTo>
                  <a:lnTo>
                    <a:pt x="5085199" y="2363031"/>
                  </a:lnTo>
                  <a:lnTo>
                    <a:pt x="5156821" y="2374205"/>
                  </a:lnTo>
                  <a:lnTo>
                    <a:pt x="5228444" y="2385087"/>
                  </a:lnTo>
                  <a:lnTo>
                    <a:pt x="5300066" y="2395686"/>
                  </a:lnTo>
                  <a:lnTo>
                    <a:pt x="5371689" y="2406009"/>
                  </a:lnTo>
                  <a:lnTo>
                    <a:pt x="5443311" y="2416064"/>
                  </a:lnTo>
                  <a:lnTo>
                    <a:pt x="5514934" y="2425857"/>
                  </a:lnTo>
                  <a:lnTo>
                    <a:pt x="5586557" y="2435395"/>
                  </a:lnTo>
                  <a:lnTo>
                    <a:pt x="5658179" y="2444684"/>
                  </a:lnTo>
                  <a:lnTo>
                    <a:pt x="5729802" y="2453732"/>
                  </a:lnTo>
                  <a:lnTo>
                    <a:pt x="5801424" y="2462545"/>
                  </a:lnTo>
                  <a:lnTo>
                    <a:pt x="5873047" y="2471128"/>
                  </a:lnTo>
                  <a:lnTo>
                    <a:pt x="5944669" y="2479487"/>
                  </a:lnTo>
                  <a:lnTo>
                    <a:pt x="6016292" y="2487629"/>
                  </a:lnTo>
                  <a:lnTo>
                    <a:pt x="6087914" y="2495559"/>
                  </a:lnTo>
                  <a:lnTo>
                    <a:pt x="6159537" y="2503283"/>
                  </a:lnTo>
                  <a:lnTo>
                    <a:pt x="6231159" y="2510805"/>
                  </a:lnTo>
                  <a:lnTo>
                    <a:pt x="6302782" y="2518132"/>
                  </a:lnTo>
                  <a:lnTo>
                    <a:pt x="6374404" y="2525268"/>
                  </a:lnTo>
                  <a:lnTo>
                    <a:pt x="6446027" y="2532219"/>
                  </a:lnTo>
                  <a:lnTo>
                    <a:pt x="6517649" y="2538988"/>
                  </a:lnTo>
                  <a:lnTo>
                    <a:pt x="6589272" y="2545581"/>
                  </a:lnTo>
                  <a:lnTo>
                    <a:pt x="6660894" y="2552003"/>
                  </a:lnTo>
                  <a:lnTo>
                    <a:pt x="6732517" y="2558257"/>
                  </a:lnTo>
                  <a:lnTo>
                    <a:pt x="6804139" y="2564349"/>
                  </a:lnTo>
                  <a:lnTo>
                    <a:pt x="6875762" y="2570282"/>
                  </a:lnTo>
                  <a:lnTo>
                    <a:pt x="6947385" y="2576061"/>
                  </a:lnTo>
                  <a:lnTo>
                    <a:pt x="7019007" y="2581689"/>
                  </a:lnTo>
                  <a:lnTo>
                    <a:pt x="7090630" y="258717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(0.84-2.17), p = 0.210  |  per IQR decline (Δ = 29.5 %): 2.44 (0.61-9.87)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16464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2026-07-22T14:13:31Z</dcterms:modified>
  <cp:category/>
</cp:coreProperties>
</file>