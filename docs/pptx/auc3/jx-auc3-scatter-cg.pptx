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478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6726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74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222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7102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6350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598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847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523832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133568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561088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619228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854283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06774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74987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77161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1648907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174366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05906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177992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46812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018576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1671550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87402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02880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556356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896619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095418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953601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34781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95757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6119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983796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06851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872344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136199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411776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536668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416742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1909241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1809280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344669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597043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82225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177578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653070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577869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920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841115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194577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679326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0466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922596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72665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253356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494749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425026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12161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770116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584056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999124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637987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09300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395766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00188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129038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463318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572544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602131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70182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1824286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6975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13998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81989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16709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963070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605703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72826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55188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0368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640110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175159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500926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806849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768099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893684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061753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379652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190481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294341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182408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3967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48966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56866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64408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490720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578810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214956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302704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179510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660911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206270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07480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72744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56537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6057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151467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1952539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470428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1903799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02044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1990979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04908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096571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279980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519034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80322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72054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005312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623660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937466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17837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23538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636870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15330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9876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701851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659470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7379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943401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332887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1381763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358475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1957073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054499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72479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757859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10021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966610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07843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36836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685738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8456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109291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897302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664476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587653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31655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289597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30179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950764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62529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1947366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253671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322839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301083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15062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177177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435495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523288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84921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19006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3135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975385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029523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2540487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3276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88393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240314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3881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281656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005209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384038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595328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13648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313452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78776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119745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709988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70443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0551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672912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98625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655704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075650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173095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67237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60377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50286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1733798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808866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616271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406390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879088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017209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04994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1402643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11730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863008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347044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664861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002275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459534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95373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867621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502644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1960913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639833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1609600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538685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800363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240645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176433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382358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1301453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016304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6844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083357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08292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161298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198184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989738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632873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1799764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61655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659789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98749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421485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02410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008142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233837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531936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1956608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560084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111104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162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852295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994021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709195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924367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603166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261105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855734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29340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51306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412340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446684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026194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782063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21646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00042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780037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094945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1889175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05220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1537709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1999357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113296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1991593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452742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814287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114255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924458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3011251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038939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366042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566389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0015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521915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636384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75401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167562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843054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1999892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417027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03152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051129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628511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596456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38344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022600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682594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248909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5612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420045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480172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82106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398030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67140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518863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312116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769602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93629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510197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909730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396885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1596448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31778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4586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706722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3284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1976399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1828512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81584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858835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783648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06849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355221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549304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715773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771811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29085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267469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417915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477480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1800009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348505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535032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51055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3430312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335696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318987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742610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1885814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757032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492150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82451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637658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507000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97918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371461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1950881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412921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11763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368535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36329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18497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1886347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243161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125242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472216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750186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599890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151473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694520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691022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168456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8795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1706656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61612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112581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226470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428845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861352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4285422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469238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128147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3339348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626231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383710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129699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940249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752761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1725158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1941831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963531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1685126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151149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53064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320716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641974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7125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210872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685324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069911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3261805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405962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06351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012531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038923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333925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550718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761388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44068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442178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684906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88134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940162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196094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3042303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936648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665050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83554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06503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1929669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001558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240488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1845767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087331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85162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263231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48940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382901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868240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329498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732417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312526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751652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43240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346653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710329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237376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991101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314511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478456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367651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173619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773584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1717559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677782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81730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1889604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1910340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76650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1853198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1935104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0763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195392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414832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465788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413618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089823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45232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19534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1973150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685683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569853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923673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1905123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492028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65268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470603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1900490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530524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527936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811122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1888131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96014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1713921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58564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402120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77143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67149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071118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003059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16120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263973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83070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1681379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7245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346277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806603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94973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472353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383934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563368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302445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8973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36555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874808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1326279" y="2420599"/>
              <a:ext cx="6943744" cy="1596426"/>
            </a:xfrm>
            <a:custGeom>
              <a:avLst/>
              <a:pathLst>
                <a:path w="6943744" h="1596426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  <a:lnTo>
                    <a:pt x="6943744" y="542639"/>
                  </a:lnTo>
                  <a:lnTo>
                    <a:pt x="6855848" y="554539"/>
                  </a:lnTo>
                  <a:lnTo>
                    <a:pt x="6767953" y="566441"/>
                  </a:lnTo>
                  <a:lnTo>
                    <a:pt x="6680057" y="578343"/>
                  </a:lnTo>
                  <a:lnTo>
                    <a:pt x="6592162" y="590247"/>
                  </a:lnTo>
                  <a:lnTo>
                    <a:pt x="6504266" y="602152"/>
                  </a:lnTo>
                  <a:lnTo>
                    <a:pt x="6416371" y="614057"/>
                  </a:lnTo>
                  <a:lnTo>
                    <a:pt x="6328475" y="625964"/>
                  </a:lnTo>
                  <a:lnTo>
                    <a:pt x="6240580" y="637872"/>
                  </a:lnTo>
                  <a:lnTo>
                    <a:pt x="6152684" y="649782"/>
                  </a:lnTo>
                  <a:lnTo>
                    <a:pt x="6064789" y="661693"/>
                  </a:lnTo>
                  <a:lnTo>
                    <a:pt x="5976893" y="673605"/>
                  </a:lnTo>
                  <a:lnTo>
                    <a:pt x="5888998" y="685519"/>
                  </a:lnTo>
                  <a:lnTo>
                    <a:pt x="5801102" y="697435"/>
                  </a:lnTo>
                  <a:lnTo>
                    <a:pt x="5713207" y="709352"/>
                  </a:lnTo>
                  <a:lnTo>
                    <a:pt x="5625311" y="721271"/>
                  </a:lnTo>
                  <a:lnTo>
                    <a:pt x="5537416" y="733192"/>
                  </a:lnTo>
                  <a:lnTo>
                    <a:pt x="5449520" y="745115"/>
                  </a:lnTo>
                  <a:lnTo>
                    <a:pt x="5361625" y="757040"/>
                  </a:lnTo>
                  <a:lnTo>
                    <a:pt x="5273729" y="768967"/>
                  </a:lnTo>
                  <a:lnTo>
                    <a:pt x="5185834" y="780897"/>
                  </a:lnTo>
                  <a:lnTo>
                    <a:pt x="5097938" y="792829"/>
                  </a:lnTo>
                  <a:lnTo>
                    <a:pt x="5010043" y="804765"/>
                  </a:lnTo>
                  <a:lnTo>
                    <a:pt x="4922147" y="816703"/>
                  </a:lnTo>
                  <a:lnTo>
                    <a:pt x="4834252" y="828644"/>
                  </a:lnTo>
                  <a:lnTo>
                    <a:pt x="4746356" y="840589"/>
                  </a:lnTo>
                  <a:lnTo>
                    <a:pt x="4658461" y="852537"/>
                  </a:lnTo>
                  <a:lnTo>
                    <a:pt x="4570565" y="864489"/>
                  </a:lnTo>
                  <a:lnTo>
                    <a:pt x="4482670" y="876446"/>
                  </a:lnTo>
                  <a:lnTo>
                    <a:pt x="4394774" y="888406"/>
                  </a:lnTo>
                  <a:lnTo>
                    <a:pt x="4306879" y="900372"/>
                  </a:lnTo>
                  <a:lnTo>
                    <a:pt x="4218983" y="912343"/>
                  </a:lnTo>
                  <a:lnTo>
                    <a:pt x="4131088" y="924320"/>
                  </a:lnTo>
                  <a:lnTo>
                    <a:pt x="4043192" y="936303"/>
                  </a:lnTo>
                  <a:lnTo>
                    <a:pt x="3955297" y="948293"/>
                  </a:lnTo>
                  <a:lnTo>
                    <a:pt x="3867401" y="960290"/>
                  </a:lnTo>
                  <a:lnTo>
                    <a:pt x="3779506" y="972296"/>
                  </a:lnTo>
                  <a:lnTo>
                    <a:pt x="3691610" y="984310"/>
                  </a:lnTo>
                  <a:lnTo>
                    <a:pt x="3603715" y="996334"/>
                  </a:lnTo>
                  <a:lnTo>
                    <a:pt x="3515819" y="1008369"/>
                  </a:lnTo>
                  <a:lnTo>
                    <a:pt x="3427924" y="1020416"/>
                  </a:lnTo>
                  <a:lnTo>
                    <a:pt x="3340028" y="1032476"/>
                  </a:lnTo>
                  <a:lnTo>
                    <a:pt x="3252133" y="1044551"/>
                  </a:lnTo>
                  <a:lnTo>
                    <a:pt x="3164237" y="1056643"/>
                  </a:lnTo>
                  <a:lnTo>
                    <a:pt x="3076342" y="1068753"/>
                  </a:lnTo>
                  <a:lnTo>
                    <a:pt x="2988446" y="1080884"/>
                  </a:lnTo>
                  <a:lnTo>
                    <a:pt x="2900551" y="1093039"/>
                  </a:lnTo>
                  <a:lnTo>
                    <a:pt x="2812655" y="1105221"/>
                  </a:lnTo>
                  <a:lnTo>
                    <a:pt x="2724760" y="1117434"/>
                  </a:lnTo>
                  <a:lnTo>
                    <a:pt x="2636864" y="1129683"/>
                  </a:lnTo>
                  <a:lnTo>
                    <a:pt x="2548969" y="1141972"/>
                  </a:lnTo>
                  <a:lnTo>
                    <a:pt x="2461073" y="1154309"/>
                  </a:lnTo>
                  <a:lnTo>
                    <a:pt x="2373178" y="1166701"/>
                  </a:lnTo>
                  <a:lnTo>
                    <a:pt x="2285282" y="1179159"/>
                  </a:lnTo>
                  <a:lnTo>
                    <a:pt x="2197387" y="1191694"/>
                  </a:lnTo>
                  <a:lnTo>
                    <a:pt x="2109491" y="1204320"/>
                  </a:lnTo>
                  <a:lnTo>
                    <a:pt x="2021596" y="1217056"/>
                  </a:lnTo>
                  <a:lnTo>
                    <a:pt x="1933700" y="1229923"/>
                  </a:lnTo>
                  <a:lnTo>
                    <a:pt x="1845805" y="1242949"/>
                  </a:lnTo>
                  <a:lnTo>
                    <a:pt x="1757909" y="1256167"/>
                  </a:lnTo>
                  <a:lnTo>
                    <a:pt x="1670014" y="1269615"/>
                  </a:lnTo>
                  <a:lnTo>
                    <a:pt x="1582118" y="1283340"/>
                  </a:lnTo>
                  <a:lnTo>
                    <a:pt x="1494223" y="1297394"/>
                  </a:lnTo>
                  <a:lnTo>
                    <a:pt x="1406327" y="1311831"/>
                  </a:lnTo>
                  <a:lnTo>
                    <a:pt x="1318432" y="1326706"/>
                  </a:lnTo>
                  <a:lnTo>
                    <a:pt x="1230536" y="1342061"/>
                  </a:lnTo>
                  <a:lnTo>
                    <a:pt x="1142641" y="1357925"/>
                  </a:lnTo>
                  <a:lnTo>
                    <a:pt x="1054745" y="1374301"/>
                  </a:lnTo>
                  <a:lnTo>
                    <a:pt x="966850" y="1391172"/>
                  </a:lnTo>
                  <a:lnTo>
                    <a:pt x="878954" y="1408499"/>
                  </a:lnTo>
                  <a:lnTo>
                    <a:pt x="791059" y="1426233"/>
                  </a:lnTo>
                  <a:lnTo>
                    <a:pt x="703163" y="1444318"/>
                  </a:lnTo>
                  <a:lnTo>
                    <a:pt x="615268" y="1462701"/>
                  </a:lnTo>
                  <a:lnTo>
                    <a:pt x="527372" y="1481333"/>
                  </a:lnTo>
                  <a:lnTo>
                    <a:pt x="439477" y="1500172"/>
                  </a:lnTo>
                  <a:lnTo>
                    <a:pt x="351581" y="1519183"/>
                  </a:lnTo>
                  <a:lnTo>
                    <a:pt x="263686" y="1538335"/>
                  </a:lnTo>
                  <a:lnTo>
                    <a:pt x="175790" y="1557605"/>
                  </a:lnTo>
                  <a:lnTo>
                    <a:pt x="87895" y="1576974"/>
                  </a:lnTo>
                  <a:lnTo>
                    <a:pt x="0" y="159642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1326279" y="2420599"/>
              <a:ext cx="6943744" cy="1469457"/>
            </a:xfrm>
            <a:custGeom>
              <a:avLst/>
              <a:pathLst>
                <a:path w="6943744" h="1469457">
                  <a:moveTo>
                    <a:pt x="0" y="1469457"/>
                  </a:moveTo>
                  <a:lnTo>
                    <a:pt x="87895" y="1456969"/>
                  </a:lnTo>
                  <a:lnTo>
                    <a:pt x="175790" y="1444398"/>
                  </a:lnTo>
                  <a:lnTo>
                    <a:pt x="263686" y="1431729"/>
                  </a:lnTo>
                  <a:lnTo>
                    <a:pt x="351581" y="1418941"/>
                  </a:lnTo>
                  <a:lnTo>
                    <a:pt x="439477" y="1406012"/>
                  </a:lnTo>
                  <a:lnTo>
                    <a:pt x="527372" y="1392911"/>
                  </a:lnTo>
                  <a:lnTo>
                    <a:pt x="615268" y="1379603"/>
                  </a:lnTo>
                  <a:lnTo>
                    <a:pt x="703163" y="1366047"/>
                  </a:lnTo>
                  <a:lnTo>
                    <a:pt x="791059" y="1352192"/>
                  </a:lnTo>
                  <a:lnTo>
                    <a:pt x="878954" y="1337986"/>
                  </a:lnTo>
                  <a:lnTo>
                    <a:pt x="966850" y="1323373"/>
                  </a:lnTo>
                  <a:lnTo>
                    <a:pt x="1054745" y="1308304"/>
                  </a:lnTo>
                  <a:lnTo>
                    <a:pt x="1142641" y="1292741"/>
                  </a:lnTo>
                  <a:lnTo>
                    <a:pt x="1230536" y="1276664"/>
                  </a:lnTo>
                  <a:lnTo>
                    <a:pt x="1318432" y="1260080"/>
                  </a:lnTo>
                  <a:lnTo>
                    <a:pt x="1406327" y="1243015"/>
                  </a:lnTo>
                  <a:lnTo>
                    <a:pt x="1494223" y="1225513"/>
                  </a:lnTo>
                  <a:lnTo>
                    <a:pt x="1582118" y="1207627"/>
                  </a:lnTo>
                  <a:lnTo>
                    <a:pt x="1670014" y="1189412"/>
                  </a:lnTo>
                  <a:lnTo>
                    <a:pt x="1757909" y="1170920"/>
                  </a:lnTo>
                  <a:lnTo>
                    <a:pt x="1845805" y="1152198"/>
                  </a:lnTo>
                  <a:lnTo>
                    <a:pt x="1933700" y="1133284"/>
                  </a:lnTo>
                  <a:lnTo>
                    <a:pt x="2021596" y="1114212"/>
                  </a:lnTo>
                  <a:lnTo>
                    <a:pt x="2109491" y="1095008"/>
                  </a:lnTo>
                  <a:lnTo>
                    <a:pt x="2197387" y="1075694"/>
                  </a:lnTo>
                  <a:lnTo>
                    <a:pt x="2285282" y="1056289"/>
                  </a:lnTo>
                  <a:lnTo>
                    <a:pt x="2373178" y="1036807"/>
                  </a:lnTo>
                  <a:lnTo>
                    <a:pt x="2461073" y="1017260"/>
                  </a:lnTo>
                  <a:lnTo>
                    <a:pt x="2548969" y="997657"/>
                  </a:lnTo>
                  <a:lnTo>
                    <a:pt x="2636864" y="978006"/>
                  </a:lnTo>
                  <a:lnTo>
                    <a:pt x="2724760" y="958315"/>
                  </a:lnTo>
                  <a:lnTo>
                    <a:pt x="2812655" y="938588"/>
                  </a:lnTo>
                  <a:lnTo>
                    <a:pt x="2900551" y="918830"/>
                  </a:lnTo>
                  <a:lnTo>
                    <a:pt x="2988446" y="899045"/>
                  </a:lnTo>
                  <a:lnTo>
                    <a:pt x="3076342" y="879237"/>
                  </a:lnTo>
                  <a:lnTo>
                    <a:pt x="3164237" y="859407"/>
                  </a:lnTo>
                  <a:lnTo>
                    <a:pt x="3252133" y="839559"/>
                  </a:lnTo>
                  <a:lnTo>
                    <a:pt x="3340028" y="819694"/>
                  </a:lnTo>
                  <a:lnTo>
                    <a:pt x="3427924" y="799814"/>
                  </a:lnTo>
                  <a:lnTo>
                    <a:pt x="3515819" y="779922"/>
                  </a:lnTo>
                  <a:lnTo>
                    <a:pt x="3603715" y="760017"/>
                  </a:lnTo>
                  <a:lnTo>
                    <a:pt x="3691610" y="740101"/>
                  </a:lnTo>
                  <a:lnTo>
                    <a:pt x="3779506" y="720175"/>
                  </a:lnTo>
                  <a:lnTo>
                    <a:pt x="3867401" y="700241"/>
                  </a:lnTo>
                  <a:lnTo>
                    <a:pt x="3955297" y="680299"/>
                  </a:lnTo>
                  <a:lnTo>
                    <a:pt x="4043192" y="660349"/>
                  </a:lnTo>
                  <a:lnTo>
                    <a:pt x="4131088" y="640392"/>
                  </a:lnTo>
                  <a:lnTo>
                    <a:pt x="4218983" y="620429"/>
                  </a:lnTo>
                  <a:lnTo>
                    <a:pt x="4306879" y="600460"/>
                  </a:lnTo>
                  <a:lnTo>
                    <a:pt x="4394774" y="580486"/>
                  </a:lnTo>
                  <a:lnTo>
                    <a:pt x="4482670" y="560507"/>
                  </a:lnTo>
                  <a:lnTo>
                    <a:pt x="4570565" y="540524"/>
                  </a:lnTo>
                  <a:lnTo>
                    <a:pt x="4658461" y="520536"/>
                  </a:lnTo>
                  <a:lnTo>
                    <a:pt x="4746356" y="500545"/>
                  </a:lnTo>
                  <a:lnTo>
                    <a:pt x="4834252" y="480550"/>
                  </a:lnTo>
                  <a:lnTo>
                    <a:pt x="4922147" y="460551"/>
                  </a:lnTo>
                  <a:lnTo>
                    <a:pt x="5010043" y="440549"/>
                  </a:lnTo>
                  <a:lnTo>
                    <a:pt x="5097938" y="420545"/>
                  </a:lnTo>
                  <a:lnTo>
                    <a:pt x="5185834" y="400537"/>
                  </a:lnTo>
                  <a:lnTo>
                    <a:pt x="5273729" y="380527"/>
                  </a:lnTo>
                  <a:lnTo>
                    <a:pt x="5361625" y="360515"/>
                  </a:lnTo>
                  <a:lnTo>
                    <a:pt x="5449520" y="340500"/>
                  </a:lnTo>
                  <a:lnTo>
                    <a:pt x="5537416" y="320483"/>
                  </a:lnTo>
                  <a:lnTo>
                    <a:pt x="5625311" y="300465"/>
                  </a:lnTo>
                  <a:lnTo>
                    <a:pt x="5713207" y="280444"/>
                  </a:lnTo>
                  <a:lnTo>
                    <a:pt x="5801102" y="260421"/>
                  </a:lnTo>
                  <a:lnTo>
                    <a:pt x="5888998" y="240397"/>
                  </a:lnTo>
                  <a:lnTo>
                    <a:pt x="5976893" y="220371"/>
                  </a:lnTo>
                  <a:lnTo>
                    <a:pt x="6064789" y="200343"/>
                  </a:lnTo>
                  <a:lnTo>
                    <a:pt x="6152684" y="180314"/>
                  </a:lnTo>
                  <a:lnTo>
                    <a:pt x="6240580" y="160284"/>
                  </a:lnTo>
                  <a:lnTo>
                    <a:pt x="6328475" y="140253"/>
                  </a:lnTo>
                  <a:lnTo>
                    <a:pt x="6416371" y="120220"/>
                  </a:lnTo>
                  <a:lnTo>
                    <a:pt x="6504266" y="100186"/>
                  </a:lnTo>
                  <a:lnTo>
                    <a:pt x="6592162" y="80150"/>
                  </a:lnTo>
                  <a:lnTo>
                    <a:pt x="6680057" y="60114"/>
                  </a:lnTo>
                  <a:lnTo>
                    <a:pt x="6767953" y="40077"/>
                  </a:lnTo>
                  <a:lnTo>
                    <a:pt x="6855848" y="20039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1326279" y="2963238"/>
              <a:ext cx="6943744" cy="1053787"/>
            </a:xfrm>
            <a:custGeom>
              <a:avLst/>
              <a:pathLst>
                <a:path w="6943744" h="1053787">
                  <a:moveTo>
                    <a:pt x="6943744" y="0"/>
                  </a:moveTo>
                  <a:lnTo>
                    <a:pt x="6855848" y="11900"/>
                  </a:lnTo>
                  <a:lnTo>
                    <a:pt x="6767953" y="23802"/>
                  </a:lnTo>
                  <a:lnTo>
                    <a:pt x="6680057" y="35704"/>
                  </a:lnTo>
                  <a:lnTo>
                    <a:pt x="6592162" y="47608"/>
                  </a:lnTo>
                  <a:lnTo>
                    <a:pt x="6504266" y="59512"/>
                  </a:lnTo>
                  <a:lnTo>
                    <a:pt x="6416371" y="71418"/>
                  </a:lnTo>
                  <a:lnTo>
                    <a:pt x="6328475" y="83325"/>
                  </a:lnTo>
                  <a:lnTo>
                    <a:pt x="6240580" y="95233"/>
                  </a:lnTo>
                  <a:lnTo>
                    <a:pt x="6152684" y="107143"/>
                  </a:lnTo>
                  <a:lnTo>
                    <a:pt x="6064789" y="119054"/>
                  </a:lnTo>
                  <a:lnTo>
                    <a:pt x="5976893" y="130966"/>
                  </a:lnTo>
                  <a:lnTo>
                    <a:pt x="5888998" y="142880"/>
                  </a:lnTo>
                  <a:lnTo>
                    <a:pt x="5801102" y="154795"/>
                  </a:lnTo>
                  <a:lnTo>
                    <a:pt x="5713207" y="166713"/>
                  </a:lnTo>
                  <a:lnTo>
                    <a:pt x="5625311" y="178632"/>
                  </a:lnTo>
                  <a:lnTo>
                    <a:pt x="5537416" y="190552"/>
                  </a:lnTo>
                  <a:lnTo>
                    <a:pt x="5449520" y="202475"/>
                  </a:lnTo>
                  <a:lnTo>
                    <a:pt x="5361625" y="214401"/>
                  </a:lnTo>
                  <a:lnTo>
                    <a:pt x="5273729" y="226328"/>
                  </a:lnTo>
                  <a:lnTo>
                    <a:pt x="5185834" y="238258"/>
                  </a:lnTo>
                  <a:lnTo>
                    <a:pt x="5097938" y="250190"/>
                  </a:lnTo>
                  <a:lnTo>
                    <a:pt x="5010043" y="262125"/>
                  </a:lnTo>
                  <a:lnTo>
                    <a:pt x="4922147" y="274063"/>
                  </a:lnTo>
                  <a:lnTo>
                    <a:pt x="4834252" y="286005"/>
                  </a:lnTo>
                  <a:lnTo>
                    <a:pt x="4746356" y="297949"/>
                  </a:lnTo>
                  <a:lnTo>
                    <a:pt x="4658461" y="309898"/>
                  </a:lnTo>
                  <a:lnTo>
                    <a:pt x="4570565" y="321850"/>
                  </a:lnTo>
                  <a:lnTo>
                    <a:pt x="4482670" y="333806"/>
                  </a:lnTo>
                  <a:lnTo>
                    <a:pt x="4394774" y="345767"/>
                  </a:lnTo>
                  <a:lnTo>
                    <a:pt x="4306879" y="357733"/>
                  </a:lnTo>
                  <a:lnTo>
                    <a:pt x="4218983" y="369704"/>
                  </a:lnTo>
                  <a:lnTo>
                    <a:pt x="4131088" y="381681"/>
                  </a:lnTo>
                  <a:lnTo>
                    <a:pt x="4043192" y="393664"/>
                  </a:lnTo>
                  <a:lnTo>
                    <a:pt x="3955297" y="405654"/>
                  </a:lnTo>
                  <a:lnTo>
                    <a:pt x="3867401" y="417651"/>
                  </a:lnTo>
                  <a:lnTo>
                    <a:pt x="3779506" y="429657"/>
                  </a:lnTo>
                  <a:lnTo>
                    <a:pt x="3691610" y="441671"/>
                  </a:lnTo>
                  <a:lnTo>
                    <a:pt x="3603715" y="453695"/>
                  </a:lnTo>
                  <a:lnTo>
                    <a:pt x="3515819" y="465730"/>
                  </a:lnTo>
                  <a:lnTo>
                    <a:pt x="3427924" y="477777"/>
                  </a:lnTo>
                  <a:lnTo>
                    <a:pt x="3340028" y="489837"/>
                  </a:lnTo>
                  <a:lnTo>
                    <a:pt x="3252133" y="501912"/>
                  </a:lnTo>
                  <a:lnTo>
                    <a:pt x="3164237" y="514004"/>
                  </a:lnTo>
                  <a:lnTo>
                    <a:pt x="3076342" y="526114"/>
                  </a:lnTo>
                  <a:lnTo>
                    <a:pt x="2988446" y="538245"/>
                  </a:lnTo>
                  <a:lnTo>
                    <a:pt x="2900551" y="550400"/>
                  </a:lnTo>
                  <a:lnTo>
                    <a:pt x="2812655" y="562582"/>
                  </a:lnTo>
                  <a:lnTo>
                    <a:pt x="2724760" y="574795"/>
                  </a:lnTo>
                  <a:lnTo>
                    <a:pt x="2636864" y="587043"/>
                  </a:lnTo>
                  <a:lnTo>
                    <a:pt x="2548969" y="599333"/>
                  </a:lnTo>
                  <a:lnTo>
                    <a:pt x="2461073" y="611670"/>
                  </a:lnTo>
                  <a:lnTo>
                    <a:pt x="2373178" y="624062"/>
                  </a:lnTo>
                  <a:lnTo>
                    <a:pt x="2285282" y="636520"/>
                  </a:lnTo>
                  <a:lnTo>
                    <a:pt x="2197387" y="649054"/>
                  </a:lnTo>
                  <a:lnTo>
                    <a:pt x="2109491" y="661681"/>
                  </a:lnTo>
                  <a:lnTo>
                    <a:pt x="2021596" y="674417"/>
                  </a:lnTo>
                  <a:lnTo>
                    <a:pt x="1933700" y="687284"/>
                  </a:lnTo>
                  <a:lnTo>
                    <a:pt x="1845805" y="700310"/>
                  </a:lnTo>
                  <a:lnTo>
                    <a:pt x="1757909" y="713527"/>
                  </a:lnTo>
                  <a:lnTo>
                    <a:pt x="1670014" y="726976"/>
                  </a:lnTo>
                  <a:lnTo>
                    <a:pt x="1582118" y="740701"/>
                  </a:lnTo>
                  <a:lnTo>
                    <a:pt x="1494223" y="754755"/>
                  </a:lnTo>
                  <a:lnTo>
                    <a:pt x="1406327" y="769192"/>
                  </a:lnTo>
                  <a:lnTo>
                    <a:pt x="1318432" y="784067"/>
                  </a:lnTo>
                  <a:lnTo>
                    <a:pt x="1230536" y="799422"/>
                  </a:lnTo>
                  <a:lnTo>
                    <a:pt x="1142641" y="815286"/>
                  </a:lnTo>
                  <a:lnTo>
                    <a:pt x="1054745" y="831662"/>
                  </a:lnTo>
                  <a:lnTo>
                    <a:pt x="966850" y="848533"/>
                  </a:lnTo>
                  <a:lnTo>
                    <a:pt x="878954" y="865860"/>
                  </a:lnTo>
                  <a:lnTo>
                    <a:pt x="791059" y="883594"/>
                  </a:lnTo>
                  <a:lnTo>
                    <a:pt x="703163" y="901679"/>
                  </a:lnTo>
                  <a:lnTo>
                    <a:pt x="615268" y="920062"/>
                  </a:lnTo>
                  <a:lnTo>
                    <a:pt x="527372" y="938694"/>
                  </a:lnTo>
                  <a:lnTo>
                    <a:pt x="439477" y="957533"/>
                  </a:lnTo>
                  <a:lnTo>
                    <a:pt x="351581" y="976543"/>
                  </a:lnTo>
                  <a:lnTo>
                    <a:pt x="263686" y="995696"/>
                  </a:lnTo>
                  <a:lnTo>
                    <a:pt x="175790" y="1014966"/>
                  </a:lnTo>
                  <a:lnTo>
                    <a:pt x="87895" y="1034335"/>
                  </a:lnTo>
                  <a:lnTo>
                    <a:pt x="0" y="10537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1326279" y="2691919"/>
              <a:ext cx="6943744" cy="1261622"/>
            </a:xfrm>
            <a:custGeom>
              <a:avLst/>
              <a:pathLst>
                <a:path w="6943744" h="1261622">
                  <a:moveTo>
                    <a:pt x="0" y="1261622"/>
                  </a:moveTo>
                  <a:lnTo>
                    <a:pt x="87895" y="1245652"/>
                  </a:lnTo>
                  <a:lnTo>
                    <a:pt x="175790" y="1229682"/>
                  </a:lnTo>
                  <a:lnTo>
                    <a:pt x="263686" y="1213712"/>
                  </a:lnTo>
                  <a:lnTo>
                    <a:pt x="351581" y="1197742"/>
                  </a:lnTo>
                  <a:lnTo>
                    <a:pt x="439477" y="1181772"/>
                  </a:lnTo>
                  <a:lnTo>
                    <a:pt x="527372" y="1165803"/>
                  </a:lnTo>
                  <a:lnTo>
                    <a:pt x="615268" y="1149833"/>
                  </a:lnTo>
                  <a:lnTo>
                    <a:pt x="703163" y="1133863"/>
                  </a:lnTo>
                  <a:lnTo>
                    <a:pt x="791059" y="1117893"/>
                  </a:lnTo>
                  <a:lnTo>
                    <a:pt x="878954" y="1101923"/>
                  </a:lnTo>
                  <a:lnTo>
                    <a:pt x="966850" y="1085953"/>
                  </a:lnTo>
                  <a:lnTo>
                    <a:pt x="1054745" y="1069983"/>
                  </a:lnTo>
                  <a:lnTo>
                    <a:pt x="1142641" y="1054013"/>
                  </a:lnTo>
                  <a:lnTo>
                    <a:pt x="1230536" y="1038043"/>
                  </a:lnTo>
                  <a:lnTo>
                    <a:pt x="1318432" y="1022073"/>
                  </a:lnTo>
                  <a:lnTo>
                    <a:pt x="1406327" y="1006104"/>
                  </a:lnTo>
                  <a:lnTo>
                    <a:pt x="1494223" y="990134"/>
                  </a:lnTo>
                  <a:lnTo>
                    <a:pt x="1582118" y="974164"/>
                  </a:lnTo>
                  <a:lnTo>
                    <a:pt x="1670014" y="958194"/>
                  </a:lnTo>
                  <a:lnTo>
                    <a:pt x="1757909" y="942224"/>
                  </a:lnTo>
                  <a:lnTo>
                    <a:pt x="1845805" y="926254"/>
                  </a:lnTo>
                  <a:lnTo>
                    <a:pt x="1933700" y="910284"/>
                  </a:lnTo>
                  <a:lnTo>
                    <a:pt x="2021596" y="894314"/>
                  </a:lnTo>
                  <a:lnTo>
                    <a:pt x="2109491" y="878344"/>
                  </a:lnTo>
                  <a:lnTo>
                    <a:pt x="2197387" y="862374"/>
                  </a:lnTo>
                  <a:lnTo>
                    <a:pt x="2285282" y="846404"/>
                  </a:lnTo>
                  <a:lnTo>
                    <a:pt x="2373178" y="830435"/>
                  </a:lnTo>
                  <a:lnTo>
                    <a:pt x="2461073" y="814465"/>
                  </a:lnTo>
                  <a:lnTo>
                    <a:pt x="2548969" y="798495"/>
                  </a:lnTo>
                  <a:lnTo>
                    <a:pt x="2636864" y="782525"/>
                  </a:lnTo>
                  <a:lnTo>
                    <a:pt x="2724760" y="766555"/>
                  </a:lnTo>
                  <a:lnTo>
                    <a:pt x="2812655" y="750585"/>
                  </a:lnTo>
                  <a:lnTo>
                    <a:pt x="2900551" y="734615"/>
                  </a:lnTo>
                  <a:lnTo>
                    <a:pt x="2988446" y="718645"/>
                  </a:lnTo>
                  <a:lnTo>
                    <a:pt x="3076342" y="702675"/>
                  </a:lnTo>
                  <a:lnTo>
                    <a:pt x="3164237" y="686705"/>
                  </a:lnTo>
                  <a:lnTo>
                    <a:pt x="3252133" y="670736"/>
                  </a:lnTo>
                  <a:lnTo>
                    <a:pt x="3340028" y="654766"/>
                  </a:lnTo>
                  <a:lnTo>
                    <a:pt x="3427924" y="638796"/>
                  </a:lnTo>
                  <a:lnTo>
                    <a:pt x="3515819" y="622826"/>
                  </a:lnTo>
                  <a:lnTo>
                    <a:pt x="3603715" y="606856"/>
                  </a:lnTo>
                  <a:lnTo>
                    <a:pt x="3691610" y="590886"/>
                  </a:lnTo>
                  <a:lnTo>
                    <a:pt x="3779506" y="574916"/>
                  </a:lnTo>
                  <a:lnTo>
                    <a:pt x="3867401" y="558946"/>
                  </a:lnTo>
                  <a:lnTo>
                    <a:pt x="3955297" y="542976"/>
                  </a:lnTo>
                  <a:lnTo>
                    <a:pt x="4043192" y="527006"/>
                  </a:lnTo>
                  <a:lnTo>
                    <a:pt x="4131088" y="511036"/>
                  </a:lnTo>
                  <a:lnTo>
                    <a:pt x="4218983" y="495067"/>
                  </a:lnTo>
                  <a:lnTo>
                    <a:pt x="4306879" y="479097"/>
                  </a:lnTo>
                  <a:lnTo>
                    <a:pt x="4394774" y="463127"/>
                  </a:lnTo>
                  <a:lnTo>
                    <a:pt x="4482670" y="447157"/>
                  </a:lnTo>
                  <a:lnTo>
                    <a:pt x="4570565" y="431187"/>
                  </a:lnTo>
                  <a:lnTo>
                    <a:pt x="4658461" y="415217"/>
                  </a:lnTo>
                  <a:lnTo>
                    <a:pt x="4746356" y="399247"/>
                  </a:lnTo>
                  <a:lnTo>
                    <a:pt x="4834252" y="383277"/>
                  </a:lnTo>
                  <a:lnTo>
                    <a:pt x="4922147" y="367307"/>
                  </a:lnTo>
                  <a:lnTo>
                    <a:pt x="5010043" y="351337"/>
                  </a:lnTo>
                  <a:lnTo>
                    <a:pt x="5097938" y="335368"/>
                  </a:lnTo>
                  <a:lnTo>
                    <a:pt x="5185834" y="319398"/>
                  </a:lnTo>
                  <a:lnTo>
                    <a:pt x="5273729" y="303428"/>
                  </a:lnTo>
                  <a:lnTo>
                    <a:pt x="5361625" y="287458"/>
                  </a:lnTo>
                  <a:lnTo>
                    <a:pt x="5449520" y="271488"/>
                  </a:lnTo>
                  <a:lnTo>
                    <a:pt x="5537416" y="255518"/>
                  </a:lnTo>
                  <a:lnTo>
                    <a:pt x="5625311" y="239548"/>
                  </a:lnTo>
                  <a:lnTo>
                    <a:pt x="5713207" y="223578"/>
                  </a:lnTo>
                  <a:lnTo>
                    <a:pt x="5801102" y="207608"/>
                  </a:lnTo>
                  <a:lnTo>
                    <a:pt x="5888998" y="191638"/>
                  </a:lnTo>
                  <a:lnTo>
                    <a:pt x="5976893" y="175668"/>
                  </a:lnTo>
                  <a:lnTo>
                    <a:pt x="6064789" y="159699"/>
                  </a:lnTo>
                  <a:lnTo>
                    <a:pt x="6152684" y="143729"/>
                  </a:lnTo>
                  <a:lnTo>
                    <a:pt x="6240580" y="127759"/>
                  </a:lnTo>
                  <a:lnTo>
                    <a:pt x="6328475" y="111789"/>
                  </a:lnTo>
                  <a:lnTo>
                    <a:pt x="6416371" y="95819"/>
                  </a:lnTo>
                  <a:lnTo>
                    <a:pt x="6504266" y="79849"/>
                  </a:lnTo>
                  <a:lnTo>
                    <a:pt x="6592162" y="63879"/>
                  </a:lnTo>
                  <a:lnTo>
                    <a:pt x="6680057" y="47909"/>
                  </a:lnTo>
                  <a:lnTo>
                    <a:pt x="6767953" y="31939"/>
                  </a:lnTo>
                  <a:lnTo>
                    <a:pt x="6855848" y="1596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7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488" name="tx488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489" name="tx489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0" name="tx490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1" name="tx491"/>
            <p:cNvSpPr/>
            <p:nvPr/>
          </p:nvSpPr>
          <p:spPr>
            <a:xfrm>
              <a:off x="261698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2" name="tx492"/>
            <p:cNvSpPr/>
            <p:nvPr/>
          </p:nvSpPr>
          <p:spPr>
            <a:xfrm>
              <a:off x="454180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93" name="tx493"/>
            <p:cNvSpPr/>
            <p:nvPr/>
          </p:nvSpPr>
          <p:spPr>
            <a:xfrm>
              <a:off x="646662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494" name="tx494"/>
            <p:cNvSpPr/>
            <p:nvPr/>
          </p:nvSpPr>
          <p:spPr>
            <a:xfrm>
              <a:off x="83914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495" name="tx495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96" name="tx496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97" name="tx497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2026-07-22T14:13:33Z</dcterms:modified>
  <cp:category/>
</cp:coreProperties>
</file>