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79092" y="5140215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79092" y="4204857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79092" y="3269499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79092" y="2334141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478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67266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59748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52229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79092" y="5607894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79092" y="4672536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79092" y="3737178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79092" y="2801820"/>
              <a:ext cx="7638118" cy="0"/>
            </a:xfrm>
            <a:custGeom>
              <a:avLst/>
              <a:pathLst>
                <a:path w="7638118" h="0">
                  <a:moveTo>
                    <a:pt x="0" y="0"/>
                  </a:moveTo>
                  <a:lnTo>
                    <a:pt x="7638118" y="0"/>
                  </a:lnTo>
                  <a:lnTo>
                    <a:pt x="7638118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71025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4635071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6559888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48470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t20"/>
            <p:cNvSpPr/>
            <p:nvPr/>
          </p:nvSpPr>
          <p:spPr>
            <a:xfrm>
              <a:off x="1523832" y="38127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t21"/>
            <p:cNvSpPr/>
            <p:nvPr/>
          </p:nvSpPr>
          <p:spPr>
            <a:xfrm>
              <a:off x="3133568" y="28898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561088" y="39271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1619228" y="36785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2854283" y="36347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06774" y="34137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174987" y="4236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677161" y="34673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1648907" y="45371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2174366" y="4163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2059065" y="37568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2177992" y="39524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468121" y="38660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2018576" y="36906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1671550" y="40509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2874024" y="36904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028806" y="36234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1556356" y="40938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1896619" y="37646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095418" y="38730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1953601" y="39379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1734781" y="38967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2195757" y="34026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2611969" y="37521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1983796" y="38468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2068515" y="42393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1872344" y="38796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136199" y="37443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2411776" y="34966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1536668" y="35506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3416742" y="4040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1909241" y="37820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1809280" y="42552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1344669" y="34946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597043" y="3526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1822252" y="40502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2177578" y="39407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2653070" y="33491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1577869" y="38743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1689202" y="34001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1841115" y="35292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2194577" y="36901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1679326" y="39962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604666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1922596" y="38657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726655" y="4186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2253356" y="38222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1494749" y="41981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3425026" y="37080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1712161" y="4421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2770116" y="39236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2584056" y="38623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1999124" y="37867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1637987" y="35856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3009300" y="29558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2395766" y="38687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2000188" y="37241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3129038" y="3518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2463318" y="3777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1572544" y="42749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1602131" y="40576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770182" y="35669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1824286" y="36125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669757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2313998" y="39230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2819891" y="3398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167097" y="29259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2963070" y="33627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1605703" y="38803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3372826" y="3270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2555188" y="37337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103686" y="4245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2640110" y="35621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175159" y="40872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2500926" y="44980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1806849" y="36378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1768099" y="36294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2893684" y="41049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2061753" y="39886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2379652" y="35604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1904815" y="39892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2294341" y="37019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2182408" y="43732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3396796" y="32431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3489662" y="3563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2256866" y="38335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1644083" y="38641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490720" y="29759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3578810" y="3596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2214956" y="33709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2302704" y="30507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179510" y="36875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1660911" y="35295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206270" y="32377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2074808" y="40582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1772744" y="43591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2356537" y="35999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2560571" y="38383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2151467" y="37488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1952539" y="36684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4470428" y="34563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1903799" y="39968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2402044" y="350588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1990979" y="38941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2049084" y="36504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2096571" y="33687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2279980" y="4109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519034" y="37152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580322" y="30029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1772054" y="39901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2005312" y="42441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2623660" y="38009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1937466" y="39861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2517837" y="39076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2235384" y="33952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1636870" y="40137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2153305" y="45157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1989876" y="40942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2701851" y="40553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659470" y="39822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2673794" y="35843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1943401" y="38625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2332887" y="36373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1381763" y="4154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2358475" y="35130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1957073" y="37660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3054499" y="26582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1724797" y="38616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2757859" y="38924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2110021" y="36917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2966610" y="37439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2078434" y="40019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1736836" y="42558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2685738" y="30256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2284566" y="405836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2109291" y="3941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1897302" y="39255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2664476" y="36944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2587653" y="33676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2316557" y="40502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2289597" y="39615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2130179" y="36309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2950764" y="35068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3625291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1947366" y="40496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2253671" y="324437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2322839" y="43281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2301083" y="39809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2150623" y="37388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2177177" y="41967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2435495" y="38648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2523288" y="4085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2849218" y="35017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2419006" y="39971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4313597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1975385" y="42720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2029523" y="31072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2540487" y="36935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1932764" y="39410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2883934" y="36456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2403141" y="36922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1993881" y="35610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2281656" y="42244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2005209" y="446130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3384038" y="40835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2595328" y="34080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2413648" y="34434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2313452" y="33898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178776" y="43671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2119745" y="41820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2709988" y="37406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770443" y="38889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2240551" y="42476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1672912" y="351457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986255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1655704" y="36109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2075650" y="42265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2173095" y="36540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3067237" y="36590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860377" y="33681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2502860" y="35609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1733798" y="38872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2808866" y="352168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2616271" y="36760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2406390" y="37470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2879088" y="32815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017209" y="30156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3049944" y="29840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1402643" y="36737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2011730" y="3849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2863008" y="31854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2347044" y="36827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2664861" y="34147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2002275" y="37150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459534" y="41712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2195373" y="39296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2867621" y="31768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2502644" y="42684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1960913" y="39905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2639833" y="37183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1609600" y="36241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2538685" y="35911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2800363" y="43417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2240645" y="39972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2176433" y="40604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2382358" y="38636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1301453" y="37464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2016304" y="377616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2466844" y="41972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2083357" y="43375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2082924" y="38532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1612985" y="43621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2198184" y="37736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1989738" y="40408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2632873" y="33227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1799764" y="33041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1616559" y="34020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4659789" y="32363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1898749" y="34762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2421485" y="40376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2102410" y="35755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2008142" y="43761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2233837" y="37666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2531936" y="39578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1956608" y="42702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2560084" y="36111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2111104" y="40990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816223" y="42396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1852295" y="36270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1994021" y="41827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2709195" y="31699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2924367" y="34276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3603166" y="3618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261105" y="28917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2855734" y="35330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3129340" y="34456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2751306" y="45071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2412340" y="35184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2446684" y="41024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2026194" y="41716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2782063" y="355446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2216462" y="3613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2100042" y="404637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1780037" y="43439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2094945" y="40093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1889175" y="40842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3052202" y="35894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1537709" y="39191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1999357" y="39011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2113296" y="38316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1991593" y="43815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1452742" y="360704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2814287" y="42972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2114255" y="36651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2924458" y="36875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3011251" y="3944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2038939" y="37462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2366042" y="35818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2566389" y="33791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4001572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2521915" y="38957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2636384" y="40208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3075401" y="20456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2167562" y="40146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2843054" y="35367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1999892" y="37498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417027" y="33024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2031525" y="37650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2051129" y="41336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1628511" y="346120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2596456" y="373245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738344" y="30365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4022600" y="36290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682594" y="37544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248909" y="337760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3125612" y="33400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2420045" y="36881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2480172" y="35863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4082106" y="343634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2398030" y="35313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067140" y="29477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2518863" y="41326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2312116" y="42832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2769602" y="35625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2293629" y="38058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2510197" y="3291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2909730" y="32264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2396885" y="33986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1596448" y="373159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3317783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2458668" y="36076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2706722" y="31573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2133284" y="35599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1976399" y="39245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1828512" y="37422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2815843" y="37041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2858835" y="32947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2783648" y="34594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2406849" y="395411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1355221" y="37632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1549304" y="38479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1715773" y="422604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1771811" y="38691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2290851" y="32420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3267469" y="33493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2417915" y="39814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2477480" y="37876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1800009" y="3868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2348505" y="394236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1535032" y="38002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2251055" y="37447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3430312" y="34241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1335696" y="37895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2318987" y="306119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2742610" y="36480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1885814" y="43154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2757032" y="37512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2492150" y="35763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1824516" y="40460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2637658" y="404681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3507000" y="27196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2697918" y="337285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2371461" y="348688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1950881" y="34400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2412921" y="406887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117633" y="32263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3685353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3632930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1849760" y="34984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1886347" y="36250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2243161" y="405046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125242" y="39385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2472216" y="43545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3750186" y="322802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2599890" y="320015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3151473" y="35538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8245197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694520" y="36353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2691022" y="33800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168456" y="352688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1787955" y="42854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1706656" y="38739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3616127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2112581" y="370330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2226470" y="374888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3428845" y="30052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861352" y="360317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4285422" y="313226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2469238" y="38365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2128147" y="3635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3339348" y="30420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1626231" y="40012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2383710" y="419432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3129699" y="38368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2940249" y="27315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2752761" y="289125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1725158" y="371309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1941831" y="39049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2963531" y="372252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1685126" y="354843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151149" y="34396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3453064" y="28824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2320716" y="34482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2641974" y="39152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2471250" y="34368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210872" y="433269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2685324" y="387960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3069911" y="36873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3261805" y="2631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2405962" y="332140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2063511" y="37358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2012531" y="377894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2038923" y="360973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4333925" y="306798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2550718" y="31627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761388" y="336835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2544068" y="375602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2442178" y="381501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2684906" y="33850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2188134" y="37959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1940162" y="34273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2196094" y="390370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3042303" y="32055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2936648" y="35285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1665050" y="399142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3835547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4065038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1929669" y="404961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3001558" y="314889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2240488" y="382325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1845767" y="32854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2087331" y="34832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985162" y="30108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2263231" y="357867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489403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3829016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2868240" y="304886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2329498" y="36156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1732417" y="332109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2312526" y="552438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1751652" y="419411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2243240" y="29702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2346653" y="33325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2710329" y="329184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2237376" y="345121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2991101" y="412370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3145115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2478456" y="307529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2367651" y="345133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3173619" y="299178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2773584" y="38050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1717559" y="38571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1677782" y="421495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1817300" y="373015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1889604" y="426182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1910340" y="42594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4766507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1853198" y="3007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1935104" y="39275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2030763" y="369769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1953923" y="39390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2414832" y="43523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465788" y="33342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4136182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2089823" y="37786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2452325" y="377307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1953493" y="389364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1973150" y="433864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2685683" y="447961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2569853" y="379347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2923673" y="397051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1905123" y="369113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2492028" y="391993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1652684" y="418397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470603" y="287073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1900490" y="399241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2530524" y="350970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3527936" y="337339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2811122" y="404962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1888131" y="363783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1996014" y="395836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1713921" y="3974934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2658564" y="349640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3402120" y="3170021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2377143" y="42325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2671490" y="38625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2071118" y="377614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2003059" y="3399523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2816120" y="330886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2263973" y="382568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2830705" y="33146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1681379" y="3628437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724589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3346277" y="356634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2806603" y="3590198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2394973" y="425565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1472353" y="3524170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3839343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2563368" y="412834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302445" y="3712352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897394" y="3089366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2736555" y="3287585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2874808" y="3278539"/>
              <a:ext cx="49651" cy="49651"/>
            </a:xfrm>
            <a:prstGeom prst="ellipse">
              <a:avLst/>
            </a:prstGeom>
            <a:solidFill>
              <a:srgbClr val="000000">
                <a:alpha val="29803"/>
              </a:srgbClr>
            </a:solidFill>
            <a:ln w="9000" cap="rnd">
              <a:solidFill>
                <a:srgbClr val="000000">
                  <a:alpha val="29803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1326279" y="2420599"/>
              <a:ext cx="6943744" cy="1596426"/>
            </a:xfrm>
            <a:custGeom>
              <a:avLst/>
              <a:pathLst>
                <a:path w="6943744" h="1596426">
                  <a:moveTo>
                    <a:pt x="0" y="1469457"/>
                  </a:moveTo>
                  <a:lnTo>
                    <a:pt x="87895" y="1456969"/>
                  </a:lnTo>
                  <a:lnTo>
                    <a:pt x="175790" y="1444398"/>
                  </a:lnTo>
                  <a:lnTo>
                    <a:pt x="263686" y="1431729"/>
                  </a:lnTo>
                  <a:lnTo>
                    <a:pt x="351581" y="1418941"/>
                  </a:lnTo>
                  <a:lnTo>
                    <a:pt x="439477" y="1406012"/>
                  </a:lnTo>
                  <a:lnTo>
                    <a:pt x="527372" y="1392911"/>
                  </a:lnTo>
                  <a:lnTo>
                    <a:pt x="615268" y="1379603"/>
                  </a:lnTo>
                  <a:lnTo>
                    <a:pt x="703163" y="1366047"/>
                  </a:lnTo>
                  <a:lnTo>
                    <a:pt x="791059" y="1352192"/>
                  </a:lnTo>
                  <a:lnTo>
                    <a:pt x="878954" y="1337986"/>
                  </a:lnTo>
                  <a:lnTo>
                    <a:pt x="966850" y="1323373"/>
                  </a:lnTo>
                  <a:lnTo>
                    <a:pt x="1054745" y="1308304"/>
                  </a:lnTo>
                  <a:lnTo>
                    <a:pt x="1142641" y="1292741"/>
                  </a:lnTo>
                  <a:lnTo>
                    <a:pt x="1230536" y="1276664"/>
                  </a:lnTo>
                  <a:lnTo>
                    <a:pt x="1318432" y="1260080"/>
                  </a:lnTo>
                  <a:lnTo>
                    <a:pt x="1406327" y="1243015"/>
                  </a:lnTo>
                  <a:lnTo>
                    <a:pt x="1494223" y="1225513"/>
                  </a:lnTo>
                  <a:lnTo>
                    <a:pt x="1582118" y="1207627"/>
                  </a:lnTo>
                  <a:lnTo>
                    <a:pt x="1670014" y="1189412"/>
                  </a:lnTo>
                  <a:lnTo>
                    <a:pt x="1757909" y="1170920"/>
                  </a:lnTo>
                  <a:lnTo>
                    <a:pt x="1845805" y="1152198"/>
                  </a:lnTo>
                  <a:lnTo>
                    <a:pt x="1933700" y="1133284"/>
                  </a:lnTo>
                  <a:lnTo>
                    <a:pt x="2021596" y="1114212"/>
                  </a:lnTo>
                  <a:lnTo>
                    <a:pt x="2109491" y="1095008"/>
                  </a:lnTo>
                  <a:lnTo>
                    <a:pt x="2197387" y="1075694"/>
                  </a:lnTo>
                  <a:lnTo>
                    <a:pt x="2285282" y="1056289"/>
                  </a:lnTo>
                  <a:lnTo>
                    <a:pt x="2373178" y="1036807"/>
                  </a:lnTo>
                  <a:lnTo>
                    <a:pt x="2461073" y="1017260"/>
                  </a:lnTo>
                  <a:lnTo>
                    <a:pt x="2548969" y="997657"/>
                  </a:lnTo>
                  <a:lnTo>
                    <a:pt x="2636864" y="978006"/>
                  </a:lnTo>
                  <a:lnTo>
                    <a:pt x="2724760" y="958315"/>
                  </a:lnTo>
                  <a:lnTo>
                    <a:pt x="2812655" y="938588"/>
                  </a:lnTo>
                  <a:lnTo>
                    <a:pt x="2900551" y="918830"/>
                  </a:lnTo>
                  <a:lnTo>
                    <a:pt x="2988446" y="899045"/>
                  </a:lnTo>
                  <a:lnTo>
                    <a:pt x="3076342" y="879237"/>
                  </a:lnTo>
                  <a:lnTo>
                    <a:pt x="3164237" y="859407"/>
                  </a:lnTo>
                  <a:lnTo>
                    <a:pt x="3252133" y="839559"/>
                  </a:lnTo>
                  <a:lnTo>
                    <a:pt x="3340028" y="819694"/>
                  </a:lnTo>
                  <a:lnTo>
                    <a:pt x="3427924" y="799814"/>
                  </a:lnTo>
                  <a:lnTo>
                    <a:pt x="3515819" y="779922"/>
                  </a:lnTo>
                  <a:lnTo>
                    <a:pt x="3603715" y="760017"/>
                  </a:lnTo>
                  <a:lnTo>
                    <a:pt x="3691610" y="740101"/>
                  </a:lnTo>
                  <a:lnTo>
                    <a:pt x="3779506" y="720175"/>
                  </a:lnTo>
                  <a:lnTo>
                    <a:pt x="3867401" y="700241"/>
                  </a:lnTo>
                  <a:lnTo>
                    <a:pt x="3955297" y="680299"/>
                  </a:lnTo>
                  <a:lnTo>
                    <a:pt x="4043192" y="660349"/>
                  </a:lnTo>
                  <a:lnTo>
                    <a:pt x="4131088" y="640392"/>
                  </a:lnTo>
                  <a:lnTo>
                    <a:pt x="4218983" y="620429"/>
                  </a:lnTo>
                  <a:lnTo>
                    <a:pt x="4306879" y="600460"/>
                  </a:lnTo>
                  <a:lnTo>
                    <a:pt x="4394774" y="580486"/>
                  </a:lnTo>
                  <a:lnTo>
                    <a:pt x="4482670" y="560507"/>
                  </a:lnTo>
                  <a:lnTo>
                    <a:pt x="4570565" y="540524"/>
                  </a:lnTo>
                  <a:lnTo>
                    <a:pt x="4658461" y="520536"/>
                  </a:lnTo>
                  <a:lnTo>
                    <a:pt x="4746356" y="500545"/>
                  </a:lnTo>
                  <a:lnTo>
                    <a:pt x="4834252" y="480550"/>
                  </a:lnTo>
                  <a:lnTo>
                    <a:pt x="4922147" y="460551"/>
                  </a:lnTo>
                  <a:lnTo>
                    <a:pt x="5010043" y="440549"/>
                  </a:lnTo>
                  <a:lnTo>
                    <a:pt x="5097938" y="420545"/>
                  </a:lnTo>
                  <a:lnTo>
                    <a:pt x="5185834" y="400537"/>
                  </a:lnTo>
                  <a:lnTo>
                    <a:pt x="5273729" y="380527"/>
                  </a:lnTo>
                  <a:lnTo>
                    <a:pt x="5361625" y="360515"/>
                  </a:lnTo>
                  <a:lnTo>
                    <a:pt x="5449520" y="340500"/>
                  </a:lnTo>
                  <a:lnTo>
                    <a:pt x="5537416" y="320483"/>
                  </a:lnTo>
                  <a:lnTo>
                    <a:pt x="5625311" y="300465"/>
                  </a:lnTo>
                  <a:lnTo>
                    <a:pt x="5713207" y="280444"/>
                  </a:lnTo>
                  <a:lnTo>
                    <a:pt x="5801102" y="260421"/>
                  </a:lnTo>
                  <a:lnTo>
                    <a:pt x="5888998" y="240397"/>
                  </a:lnTo>
                  <a:lnTo>
                    <a:pt x="5976893" y="220371"/>
                  </a:lnTo>
                  <a:lnTo>
                    <a:pt x="6064789" y="200343"/>
                  </a:lnTo>
                  <a:lnTo>
                    <a:pt x="6152684" y="180314"/>
                  </a:lnTo>
                  <a:lnTo>
                    <a:pt x="6240580" y="160284"/>
                  </a:lnTo>
                  <a:lnTo>
                    <a:pt x="6328475" y="140253"/>
                  </a:lnTo>
                  <a:lnTo>
                    <a:pt x="6416371" y="120220"/>
                  </a:lnTo>
                  <a:lnTo>
                    <a:pt x="6504266" y="100186"/>
                  </a:lnTo>
                  <a:lnTo>
                    <a:pt x="6592162" y="80150"/>
                  </a:lnTo>
                  <a:lnTo>
                    <a:pt x="6680057" y="60114"/>
                  </a:lnTo>
                  <a:lnTo>
                    <a:pt x="6767953" y="40077"/>
                  </a:lnTo>
                  <a:lnTo>
                    <a:pt x="6855848" y="20039"/>
                  </a:lnTo>
                  <a:lnTo>
                    <a:pt x="6943744" y="0"/>
                  </a:lnTo>
                  <a:lnTo>
                    <a:pt x="6943744" y="542639"/>
                  </a:lnTo>
                  <a:lnTo>
                    <a:pt x="6855848" y="554539"/>
                  </a:lnTo>
                  <a:lnTo>
                    <a:pt x="6767953" y="566441"/>
                  </a:lnTo>
                  <a:lnTo>
                    <a:pt x="6680057" y="578343"/>
                  </a:lnTo>
                  <a:lnTo>
                    <a:pt x="6592162" y="590247"/>
                  </a:lnTo>
                  <a:lnTo>
                    <a:pt x="6504266" y="602152"/>
                  </a:lnTo>
                  <a:lnTo>
                    <a:pt x="6416371" y="614057"/>
                  </a:lnTo>
                  <a:lnTo>
                    <a:pt x="6328475" y="625964"/>
                  </a:lnTo>
                  <a:lnTo>
                    <a:pt x="6240580" y="637872"/>
                  </a:lnTo>
                  <a:lnTo>
                    <a:pt x="6152684" y="649782"/>
                  </a:lnTo>
                  <a:lnTo>
                    <a:pt x="6064789" y="661693"/>
                  </a:lnTo>
                  <a:lnTo>
                    <a:pt x="5976893" y="673605"/>
                  </a:lnTo>
                  <a:lnTo>
                    <a:pt x="5888998" y="685519"/>
                  </a:lnTo>
                  <a:lnTo>
                    <a:pt x="5801102" y="697435"/>
                  </a:lnTo>
                  <a:lnTo>
                    <a:pt x="5713207" y="709352"/>
                  </a:lnTo>
                  <a:lnTo>
                    <a:pt x="5625311" y="721271"/>
                  </a:lnTo>
                  <a:lnTo>
                    <a:pt x="5537416" y="733192"/>
                  </a:lnTo>
                  <a:lnTo>
                    <a:pt x="5449520" y="745115"/>
                  </a:lnTo>
                  <a:lnTo>
                    <a:pt x="5361625" y="757040"/>
                  </a:lnTo>
                  <a:lnTo>
                    <a:pt x="5273729" y="768967"/>
                  </a:lnTo>
                  <a:lnTo>
                    <a:pt x="5185834" y="780897"/>
                  </a:lnTo>
                  <a:lnTo>
                    <a:pt x="5097938" y="792829"/>
                  </a:lnTo>
                  <a:lnTo>
                    <a:pt x="5010043" y="804765"/>
                  </a:lnTo>
                  <a:lnTo>
                    <a:pt x="4922147" y="816703"/>
                  </a:lnTo>
                  <a:lnTo>
                    <a:pt x="4834252" y="828644"/>
                  </a:lnTo>
                  <a:lnTo>
                    <a:pt x="4746356" y="840589"/>
                  </a:lnTo>
                  <a:lnTo>
                    <a:pt x="4658461" y="852537"/>
                  </a:lnTo>
                  <a:lnTo>
                    <a:pt x="4570565" y="864489"/>
                  </a:lnTo>
                  <a:lnTo>
                    <a:pt x="4482670" y="876446"/>
                  </a:lnTo>
                  <a:lnTo>
                    <a:pt x="4394774" y="888406"/>
                  </a:lnTo>
                  <a:lnTo>
                    <a:pt x="4306879" y="900372"/>
                  </a:lnTo>
                  <a:lnTo>
                    <a:pt x="4218983" y="912343"/>
                  </a:lnTo>
                  <a:lnTo>
                    <a:pt x="4131088" y="924320"/>
                  </a:lnTo>
                  <a:lnTo>
                    <a:pt x="4043192" y="936303"/>
                  </a:lnTo>
                  <a:lnTo>
                    <a:pt x="3955297" y="948293"/>
                  </a:lnTo>
                  <a:lnTo>
                    <a:pt x="3867401" y="960290"/>
                  </a:lnTo>
                  <a:lnTo>
                    <a:pt x="3779506" y="972296"/>
                  </a:lnTo>
                  <a:lnTo>
                    <a:pt x="3691610" y="984310"/>
                  </a:lnTo>
                  <a:lnTo>
                    <a:pt x="3603715" y="996334"/>
                  </a:lnTo>
                  <a:lnTo>
                    <a:pt x="3515819" y="1008369"/>
                  </a:lnTo>
                  <a:lnTo>
                    <a:pt x="3427924" y="1020416"/>
                  </a:lnTo>
                  <a:lnTo>
                    <a:pt x="3340028" y="1032476"/>
                  </a:lnTo>
                  <a:lnTo>
                    <a:pt x="3252133" y="1044551"/>
                  </a:lnTo>
                  <a:lnTo>
                    <a:pt x="3164237" y="1056643"/>
                  </a:lnTo>
                  <a:lnTo>
                    <a:pt x="3076342" y="1068753"/>
                  </a:lnTo>
                  <a:lnTo>
                    <a:pt x="2988446" y="1080884"/>
                  </a:lnTo>
                  <a:lnTo>
                    <a:pt x="2900551" y="1093039"/>
                  </a:lnTo>
                  <a:lnTo>
                    <a:pt x="2812655" y="1105221"/>
                  </a:lnTo>
                  <a:lnTo>
                    <a:pt x="2724760" y="1117434"/>
                  </a:lnTo>
                  <a:lnTo>
                    <a:pt x="2636864" y="1129683"/>
                  </a:lnTo>
                  <a:lnTo>
                    <a:pt x="2548969" y="1141972"/>
                  </a:lnTo>
                  <a:lnTo>
                    <a:pt x="2461073" y="1154309"/>
                  </a:lnTo>
                  <a:lnTo>
                    <a:pt x="2373178" y="1166701"/>
                  </a:lnTo>
                  <a:lnTo>
                    <a:pt x="2285282" y="1179159"/>
                  </a:lnTo>
                  <a:lnTo>
                    <a:pt x="2197387" y="1191694"/>
                  </a:lnTo>
                  <a:lnTo>
                    <a:pt x="2109491" y="1204320"/>
                  </a:lnTo>
                  <a:lnTo>
                    <a:pt x="2021596" y="1217056"/>
                  </a:lnTo>
                  <a:lnTo>
                    <a:pt x="1933700" y="1229923"/>
                  </a:lnTo>
                  <a:lnTo>
                    <a:pt x="1845805" y="1242949"/>
                  </a:lnTo>
                  <a:lnTo>
                    <a:pt x="1757909" y="1256167"/>
                  </a:lnTo>
                  <a:lnTo>
                    <a:pt x="1670014" y="1269615"/>
                  </a:lnTo>
                  <a:lnTo>
                    <a:pt x="1582118" y="1283340"/>
                  </a:lnTo>
                  <a:lnTo>
                    <a:pt x="1494223" y="1297394"/>
                  </a:lnTo>
                  <a:lnTo>
                    <a:pt x="1406327" y="1311831"/>
                  </a:lnTo>
                  <a:lnTo>
                    <a:pt x="1318432" y="1326706"/>
                  </a:lnTo>
                  <a:lnTo>
                    <a:pt x="1230536" y="1342061"/>
                  </a:lnTo>
                  <a:lnTo>
                    <a:pt x="1142641" y="1357925"/>
                  </a:lnTo>
                  <a:lnTo>
                    <a:pt x="1054745" y="1374301"/>
                  </a:lnTo>
                  <a:lnTo>
                    <a:pt x="966850" y="1391172"/>
                  </a:lnTo>
                  <a:lnTo>
                    <a:pt x="878954" y="1408499"/>
                  </a:lnTo>
                  <a:lnTo>
                    <a:pt x="791059" y="1426233"/>
                  </a:lnTo>
                  <a:lnTo>
                    <a:pt x="703163" y="1444318"/>
                  </a:lnTo>
                  <a:lnTo>
                    <a:pt x="615268" y="1462701"/>
                  </a:lnTo>
                  <a:lnTo>
                    <a:pt x="527372" y="1481333"/>
                  </a:lnTo>
                  <a:lnTo>
                    <a:pt x="439477" y="1500172"/>
                  </a:lnTo>
                  <a:lnTo>
                    <a:pt x="351581" y="1519183"/>
                  </a:lnTo>
                  <a:lnTo>
                    <a:pt x="263686" y="1538335"/>
                  </a:lnTo>
                  <a:lnTo>
                    <a:pt x="175790" y="1557605"/>
                  </a:lnTo>
                  <a:lnTo>
                    <a:pt x="87895" y="1576974"/>
                  </a:lnTo>
                  <a:lnTo>
                    <a:pt x="0" y="1596426"/>
                  </a:lnTo>
                  <a:close/>
                </a:path>
              </a:pathLst>
            </a:custGeom>
            <a:solidFill>
              <a:srgbClr val="999999">
                <a:alpha val="40000"/>
              </a:srgbClr>
            </a:solidFill>
          </p:spPr>
          <p:txBody>
            <a:bodyPr/>
            <a:lstStyle/>
            <a:p/>
          </p:txBody>
        </p:sp>
        <p:sp>
          <p:nvSpPr>
            <p:cNvPr id="484" name="pl484"/>
            <p:cNvSpPr/>
            <p:nvPr/>
          </p:nvSpPr>
          <p:spPr>
            <a:xfrm>
              <a:off x="1326279" y="2420599"/>
              <a:ext cx="6943744" cy="1469457"/>
            </a:xfrm>
            <a:custGeom>
              <a:avLst/>
              <a:pathLst>
                <a:path w="6943744" h="1469457">
                  <a:moveTo>
                    <a:pt x="0" y="1469457"/>
                  </a:moveTo>
                  <a:lnTo>
                    <a:pt x="87895" y="1456969"/>
                  </a:lnTo>
                  <a:lnTo>
                    <a:pt x="175790" y="1444398"/>
                  </a:lnTo>
                  <a:lnTo>
                    <a:pt x="263686" y="1431729"/>
                  </a:lnTo>
                  <a:lnTo>
                    <a:pt x="351581" y="1418941"/>
                  </a:lnTo>
                  <a:lnTo>
                    <a:pt x="439477" y="1406012"/>
                  </a:lnTo>
                  <a:lnTo>
                    <a:pt x="527372" y="1392911"/>
                  </a:lnTo>
                  <a:lnTo>
                    <a:pt x="615268" y="1379603"/>
                  </a:lnTo>
                  <a:lnTo>
                    <a:pt x="703163" y="1366047"/>
                  </a:lnTo>
                  <a:lnTo>
                    <a:pt x="791059" y="1352192"/>
                  </a:lnTo>
                  <a:lnTo>
                    <a:pt x="878954" y="1337986"/>
                  </a:lnTo>
                  <a:lnTo>
                    <a:pt x="966850" y="1323373"/>
                  </a:lnTo>
                  <a:lnTo>
                    <a:pt x="1054745" y="1308304"/>
                  </a:lnTo>
                  <a:lnTo>
                    <a:pt x="1142641" y="1292741"/>
                  </a:lnTo>
                  <a:lnTo>
                    <a:pt x="1230536" y="1276664"/>
                  </a:lnTo>
                  <a:lnTo>
                    <a:pt x="1318432" y="1260080"/>
                  </a:lnTo>
                  <a:lnTo>
                    <a:pt x="1406327" y="1243015"/>
                  </a:lnTo>
                  <a:lnTo>
                    <a:pt x="1494223" y="1225513"/>
                  </a:lnTo>
                  <a:lnTo>
                    <a:pt x="1582118" y="1207627"/>
                  </a:lnTo>
                  <a:lnTo>
                    <a:pt x="1670014" y="1189412"/>
                  </a:lnTo>
                  <a:lnTo>
                    <a:pt x="1757909" y="1170920"/>
                  </a:lnTo>
                  <a:lnTo>
                    <a:pt x="1845805" y="1152198"/>
                  </a:lnTo>
                  <a:lnTo>
                    <a:pt x="1933700" y="1133284"/>
                  </a:lnTo>
                  <a:lnTo>
                    <a:pt x="2021596" y="1114212"/>
                  </a:lnTo>
                  <a:lnTo>
                    <a:pt x="2109491" y="1095008"/>
                  </a:lnTo>
                  <a:lnTo>
                    <a:pt x="2197387" y="1075694"/>
                  </a:lnTo>
                  <a:lnTo>
                    <a:pt x="2285282" y="1056289"/>
                  </a:lnTo>
                  <a:lnTo>
                    <a:pt x="2373178" y="1036807"/>
                  </a:lnTo>
                  <a:lnTo>
                    <a:pt x="2461073" y="1017260"/>
                  </a:lnTo>
                  <a:lnTo>
                    <a:pt x="2548969" y="997657"/>
                  </a:lnTo>
                  <a:lnTo>
                    <a:pt x="2636864" y="978006"/>
                  </a:lnTo>
                  <a:lnTo>
                    <a:pt x="2724760" y="958315"/>
                  </a:lnTo>
                  <a:lnTo>
                    <a:pt x="2812655" y="938588"/>
                  </a:lnTo>
                  <a:lnTo>
                    <a:pt x="2900551" y="918830"/>
                  </a:lnTo>
                  <a:lnTo>
                    <a:pt x="2988446" y="899045"/>
                  </a:lnTo>
                  <a:lnTo>
                    <a:pt x="3076342" y="879237"/>
                  </a:lnTo>
                  <a:lnTo>
                    <a:pt x="3164237" y="859407"/>
                  </a:lnTo>
                  <a:lnTo>
                    <a:pt x="3252133" y="839559"/>
                  </a:lnTo>
                  <a:lnTo>
                    <a:pt x="3340028" y="819694"/>
                  </a:lnTo>
                  <a:lnTo>
                    <a:pt x="3427924" y="799814"/>
                  </a:lnTo>
                  <a:lnTo>
                    <a:pt x="3515819" y="779922"/>
                  </a:lnTo>
                  <a:lnTo>
                    <a:pt x="3603715" y="760017"/>
                  </a:lnTo>
                  <a:lnTo>
                    <a:pt x="3691610" y="740101"/>
                  </a:lnTo>
                  <a:lnTo>
                    <a:pt x="3779506" y="720175"/>
                  </a:lnTo>
                  <a:lnTo>
                    <a:pt x="3867401" y="700241"/>
                  </a:lnTo>
                  <a:lnTo>
                    <a:pt x="3955297" y="680299"/>
                  </a:lnTo>
                  <a:lnTo>
                    <a:pt x="4043192" y="660349"/>
                  </a:lnTo>
                  <a:lnTo>
                    <a:pt x="4131088" y="640392"/>
                  </a:lnTo>
                  <a:lnTo>
                    <a:pt x="4218983" y="620429"/>
                  </a:lnTo>
                  <a:lnTo>
                    <a:pt x="4306879" y="600460"/>
                  </a:lnTo>
                  <a:lnTo>
                    <a:pt x="4394774" y="580486"/>
                  </a:lnTo>
                  <a:lnTo>
                    <a:pt x="4482670" y="560507"/>
                  </a:lnTo>
                  <a:lnTo>
                    <a:pt x="4570565" y="540524"/>
                  </a:lnTo>
                  <a:lnTo>
                    <a:pt x="4658461" y="520536"/>
                  </a:lnTo>
                  <a:lnTo>
                    <a:pt x="4746356" y="500545"/>
                  </a:lnTo>
                  <a:lnTo>
                    <a:pt x="4834252" y="480550"/>
                  </a:lnTo>
                  <a:lnTo>
                    <a:pt x="4922147" y="460551"/>
                  </a:lnTo>
                  <a:lnTo>
                    <a:pt x="5010043" y="440549"/>
                  </a:lnTo>
                  <a:lnTo>
                    <a:pt x="5097938" y="420545"/>
                  </a:lnTo>
                  <a:lnTo>
                    <a:pt x="5185834" y="400537"/>
                  </a:lnTo>
                  <a:lnTo>
                    <a:pt x="5273729" y="380527"/>
                  </a:lnTo>
                  <a:lnTo>
                    <a:pt x="5361625" y="360515"/>
                  </a:lnTo>
                  <a:lnTo>
                    <a:pt x="5449520" y="340500"/>
                  </a:lnTo>
                  <a:lnTo>
                    <a:pt x="5537416" y="320483"/>
                  </a:lnTo>
                  <a:lnTo>
                    <a:pt x="5625311" y="300465"/>
                  </a:lnTo>
                  <a:lnTo>
                    <a:pt x="5713207" y="280444"/>
                  </a:lnTo>
                  <a:lnTo>
                    <a:pt x="5801102" y="260421"/>
                  </a:lnTo>
                  <a:lnTo>
                    <a:pt x="5888998" y="240397"/>
                  </a:lnTo>
                  <a:lnTo>
                    <a:pt x="5976893" y="220371"/>
                  </a:lnTo>
                  <a:lnTo>
                    <a:pt x="6064789" y="200343"/>
                  </a:lnTo>
                  <a:lnTo>
                    <a:pt x="6152684" y="180314"/>
                  </a:lnTo>
                  <a:lnTo>
                    <a:pt x="6240580" y="160284"/>
                  </a:lnTo>
                  <a:lnTo>
                    <a:pt x="6328475" y="140253"/>
                  </a:lnTo>
                  <a:lnTo>
                    <a:pt x="6416371" y="120220"/>
                  </a:lnTo>
                  <a:lnTo>
                    <a:pt x="6504266" y="100186"/>
                  </a:lnTo>
                  <a:lnTo>
                    <a:pt x="6592162" y="80150"/>
                  </a:lnTo>
                  <a:lnTo>
                    <a:pt x="6680057" y="60114"/>
                  </a:lnTo>
                  <a:lnTo>
                    <a:pt x="6767953" y="40077"/>
                  </a:lnTo>
                  <a:lnTo>
                    <a:pt x="6855848" y="20039"/>
                  </a:lnTo>
                  <a:lnTo>
                    <a:pt x="694374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5" name="pl485"/>
            <p:cNvSpPr/>
            <p:nvPr/>
          </p:nvSpPr>
          <p:spPr>
            <a:xfrm>
              <a:off x="1326279" y="2963238"/>
              <a:ext cx="6943744" cy="1053787"/>
            </a:xfrm>
            <a:custGeom>
              <a:avLst/>
              <a:pathLst>
                <a:path w="6943744" h="1053787">
                  <a:moveTo>
                    <a:pt x="6943744" y="0"/>
                  </a:moveTo>
                  <a:lnTo>
                    <a:pt x="6855848" y="11900"/>
                  </a:lnTo>
                  <a:lnTo>
                    <a:pt x="6767953" y="23802"/>
                  </a:lnTo>
                  <a:lnTo>
                    <a:pt x="6680057" y="35704"/>
                  </a:lnTo>
                  <a:lnTo>
                    <a:pt x="6592162" y="47608"/>
                  </a:lnTo>
                  <a:lnTo>
                    <a:pt x="6504266" y="59512"/>
                  </a:lnTo>
                  <a:lnTo>
                    <a:pt x="6416371" y="71418"/>
                  </a:lnTo>
                  <a:lnTo>
                    <a:pt x="6328475" y="83325"/>
                  </a:lnTo>
                  <a:lnTo>
                    <a:pt x="6240580" y="95233"/>
                  </a:lnTo>
                  <a:lnTo>
                    <a:pt x="6152684" y="107143"/>
                  </a:lnTo>
                  <a:lnTo>
                    <a:pt x="6064789" y="119054"/>
                  </a:lnTo>
                  <a:lnTo>
                    <a:pt x="5976893" y="130966"/>
                  </a:lnTo>
                  <a:lnTo>
                    <a:pt x="5888998" y="142880"/>
                  </a:lnTo>
                  <a:lnTo>
                    <a:pt x="5801102" y="154795"/>
                  </a:lnTo>
                  <a:lnTo>
                    <a:pt x="5713207" y="166713"/>
                  </a:lnTo>
                  <a:lnTo>
                    <a:pt x="5625311" y="178632"/>
                  </a:lnTo>
                  <a:lnTo>
                    <a:pt x="5537416" y="190552"/>
                  </a:lnTo>
                  <a:lnTo>
                    <a:pt x="5449520" y="202475"/>
                  </a:lnTo>
                  <a:lnTo>
                    <a:pt x="5361625" y="214401"/>
                  </a:lnTo>
                  <a:lnTo>
                    <a:pt x="5273729" y="226328"/>
                  </a:lnTo>
                  <a:lnTo>
                    <a:pt x="5185834" y="238258"/>
                  </a:lnTo>
                  <a:lnTo>
                    <a:pt x="5097938" y="250190"/>
                  </a:lnTo>
                  <a:lnTo>
                    <a:pt x="5010043" y="262125"/>
                  </a:lnTo>
                  <a:lnTo>
                    <a:pt x="4922147" y="274063"/>
                  </a:lnTo>
                  <a:lnTo>
                    <a:pt x="4834252" y="286005"/>
                  </a:lnTo>
                  <a:lnTo>
                    <a:pt x="4746356" y="297949"/>
                  </a:lnTo>
                  <a:lnTo>
                    <a:pt x="4658461" y="309898"/>
                  </a:lnTo>
                  <a:lnTo>
                    <a:pt x="4570565" y="321850"/>
                  </a:lnTo>
                  <a:lnTo>
                    <a:pt x="4482670" y="333806"/>
                  </a:lnTo>
                  <a:lnTo>
                    <a:pt x="4394774" y="345767"/>
                  </a:lnTo>
                  <a:lnTo>
                    <a:pt x="4306879" y="357733"/>
                  </a:lnTo>
                  <a:lnTo>
                    <a:pt x="4218983" y="369704"/>
                  </a:lnTo>
                  <a:lnTo>
                    <a:pt x="4131088" y="381681"/>
                  </a:lnTo>
                  <a:lnTo>
                    <a:pt x="4043192" y="393664"/>
                  </a:lnTo>
                  <a:lnTo>
                    <a:pt x="3955297" y="405654"/>
                  </a:lnTo>
                  <a:lnTo>
                    <a:pt x="3867401" y="417651"/>
                  </a:lnTo>
                  <a:lnTo>
                    <a:pt x="3779506" y="429657"/>
                  </a:lnTo>
                  <a:lnTo>
                    <a:pt x="3691610" y="441671"/>
                  </a:lnTo>
                  <a:lnTo>
                    <a:pt x="3603715" y="453695"/>
                  </a:lnTo>
                  <a:lnTo>
                    <a:pt x="3515819" y="465730"/>
                  </a:lnTo>
                  <a:lnTo>
                    <a:pt x="3427924" y="477777"/>
                  </a:lnTo>
                  <a:lnTo>
                    <a:pt x="3340028" y="489837"/>
                  </a:lnTo>
                  <a:lnTo>
                    <a:pt x="3252133" y="501912"/>
                  </a:lnTo>
                  <a:lnTo>
                    <a:pt x="3164237" y="514004"/>
                  </a:lnTo>
                  <a:lnTo>
                    <a:pt x="3076342" y="526114"/>
                  </a:lnTo>
                  <a:lnTo>
                    <a:pt x="2988446" y="538245"/>
                  </a:lnTo>
                  <a:lnTo>
                    <a:pt x="2900551" y="550400"/>
                  </a:lnTo>
                  <a:lnTo>
                    <a:pt x="2812655" y="562582"/>
                  </a:lnTo>
                  <a:lnTo>
                    <a:pt x="2724760" y="574795"/>
                  </a:lnTo>
                  <a:lnTo>
                    <a:pt x="2636864" y="587043"/>
                  </a:lnTo>
                  <a:lnTo>
                    <a:pt x="2548969" y="599333"/>
                  </a:lnTo>
                  <a:lnTo>
                    <a:pt x="2461073" y="611670"/>
                  </a:lnTo>
                  <a:lnTo>
                    <a:pt x="2373178" y="624062"/>
                  </a:lnTo>
                  <a:lnTo>
                    <a:pt x="2285282" y="636520"/>
                  </a:lnTo>
                  <a:lnTo>
                    <a:pt x="2197387" y="649054"/>
                  </a:lnTo>
                  <a:lnTo>
                    <a:pt x="2109491" y="661681"/>
                  </a:lnTo>
                  <a:lnTo>
                    <a:pt x="2021596" y="674417"/>
                  </a:lnTo>
                  <a:lnTo>
                    <a:pt x="1933700" y="687284"/>
                  </a:lnTo>
                  <a:lnTo>
                    <a:pt x="1845805" y="700310"/>
                  </a:lnTo>
                  <a:lnTo>
                    <a:pt x="1757909" y="713527"/>
                  </a:lnTo>
                  <a:lnTo>
                    <a:pt x="1670014" y="726976"/>
                  </a:lnTo>
                  <a:lnTo>
                    <a:pt x="1582118" y="740701"/>
                  </a:lnTo>
                  <a:lnTo>
                    <a:pt x="1494223" y="754755"/>
                  </a:lnTo>
                  <a:lnTo>
                    <a:pt x="1406327" y="769192"/>
                  </a:lnTo>
                  <a:lnTo>
                    <a:pt x="1318432" y="784067"/>
                  </a:lnTo>
                  <a:lnTo>
                    <a:pt x="1230536" y="799422"/>
                  </a:lnTo>
                  <a:lnTo>
                    <a:pt x="1142641" y="815286"/>
                  </a:lnTo>
                  <a:lnTo>
                    <a:pt x="1054745" y="831662"/>
                  </a:lnTo>
                  <a:lnTo>
                    <a:pt x="966850" y="848533"/>
                  </a:lnTo>
                  <a:lnTo>
                    <a:pt x="878954" y="865860"/>
                  </a:lnTo>
                  <a:lnTo>
                    <a:pt x="791059" y="883594"/>
                  </a:lnTo>
                  <a:lnTo>
                    <a:pt x="703163" y="901679"/>
                  </a:lnTo>
                  <a:lnTo>
                    <a:pt x="615268" y="920062"/>
                  </a:lnTo>
                  <a:lnTo>
                    <a:pt x="527372" y="938694"/>
                  </a:lnTo>
                  <a:lnTo>
                    <a:pt x="439477" y="957533"/>
                  </a:lnTo>
                  <a:lnTo>
                    <a:pt x="351581" y="976543"/>
                  </a:lnTo>
                  <a:lnTo>
                    <a:pt x="263686" y="995696"/>
                  </a:lnTo>
                  <a:lnTo>
                    <a:pt x="175790" y="1014966"/>
                  </a:lnTo>
                  <a:lnTo>
                    <a:pt x="87895" y="1034335"/>
                  </a:lnTo>
                  <a:lnTo>
                    <a:pt x="0" y="10537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86" name="pl486"/>
            <p:cNvSpPr/>
            <p:nvPr/>
          </p:nvSpPr>
          <p:spPr>
            <a:xfrm>
              <a:off x="1326279" y="2691919"/>
              <a:ext cx="6943744" cy="1261622"/>
            </a:xfrm>
            <a:custGeom>
              <a:avLst/>
              <a:pathLst>
                <a:path w="6943744" h="1261622">
                  <a:moveTo>
                    <a:pt x="0" y="1261622"/>
                  </a:moveTo>
                  <a:lnTo>
                    <a:pt x="87895" y="1245652"/>
                  </a:lnTo>
                  <a:lnTo>
                    <a:pt x="175790" y="1229682"/>
                  </a:lnTo>
                  <a:lnTo>
                    <a:pt x="263686" y="1213712"/>
                  </a:lnTo>
                  <a:lnTo>
                    <a:pt x="351581" y="1197742"/>
                  </a:lnTo>
                  <a:lnTo>
                    <a:pt x="439477" y="1181772"/>
                  </a:lnTo>
                  <a:lnTo>
                    <a:pt x="527372" y="1165803"/>
                  </a:lnTo>
                  <a:lnTo>
                    <a:pt x="615268" y="1149833"/>
                  </a:lnTo>
                  <a:lnTo>
                    <a:pt x="703163" y="1133863"/>
                  </a:lnTo>
                  <a:lnTo>
                    <a:pt x="791059" y="1117893"/>
                  </a:lnTo>
                  <a:lnTo>
                    <a:pt x="878954" y="1101923"/>
                  </a:lnTo>
                  <a:lnTo>
                    <a:pt x="966850" y="1085953"/>
                  </a:lnTo>
                  <a:lnTo>
                    <a:pt x="1054745" y="1069983"/>
                  </a:lnTo>
                  <a:lnTo>
                    <a:pt x="1142641" y="1054013"/>
                  </a:lnTo>
                  <a:lnTo>
                    <a:pt x="1230536" y="1038043"/>
                  </a:lnTo>
                  <a:lnTo>
                    <a:pt x="1318432" y="1022073"/>
                  </a:lnTo>
                  <a:lnTo>
                    <a:pt x="1406327" y="1006104"/>
                  </a:lnTo>
                  <a:lnTo>
                    <a:pt x="1494223" y="990134"/>
                  </a:lnTo>
                  <a:lnTo>
                    <a:pt x="1582118" y="974164"/>
                  </a:lnTo>
                  <a:lnTo>
                    <a:pt x="1670014" y="958194"/>
                  </a:lnTo>
                  <a:lnTo>
                    <a:pt x="1757909" y="942224"/>
                  </a:lnTo>
                  <a:lnTo>
                    <a:pt x="1845805" y="926254"/>
                  </a:lnTo>
                  <a:lnTo>
                    <a:pt x="1933700" y="910284"/>
                  </a:lnTo>
                  <a:lnTo>
                    <a:pt x="2021596" y="894314"/>
                  </a:lnTo>
                  <a:lnTo>
                    <a:pt x="2109491" y="878344"/>
                  </a:lnTo>
                  <a:lnTo>
                    <a:pt x="2197387" y="862374"/>
                  </a:lnTo>
                  <a:lnTo>
                    <a:pt x="2285282" y="846404"/>
                  </a:lnTo>
                  <a:lnTo>
                    <a:pt x="2373178" y="830435"/>
                  </a:lnTo>
                  <a:lnTo>
                    <a:pt x="2461073" y="814465"/>
                  </a:lnTo>
                  <a:lnTo>
                    <a:pt x="2548969" y="798495"/>
                  </a:lnTo>
                  <a:lnTo>
                    <a:pt x="2636864" y="782525"/>
                  </a:lnTo>
                  <a:lnTo>
                    <a:pt x="2724760" y="766555"/>
                  </a:lnTo>
                  <a:lnTo>
                    <a:pt x="2812655" y="750585"/>
                  </a:lnTo>
                  <a:lnTo>
                    <a:pt x="2900551" y="734615"/>
                  </a:lnTo>
                  <a:lnTo>
                    <a:pt x="2988446" y="718645"/>
                  </a:lnTo>
                  <a:lnTo>
                    <a:pt x="3076342" y="702675"/>
                  </a:lnTo>
                  <a:lnTo>
                    <a:pt x="3164237" y="686705"/>
                  </a:lnTo>
                  <a:lnTo>
                    <a:pt x="3252133" y="670736"/>
                  </a:lnTo>
                  <a:lnTo>
                    <a:pt x="3340028" y="654766"/>
                  </a:lnTo>
                  <a:lnTo>
                    <a:pt x="3427924" y="638796"/>
                  </a:lnTo>
                  <a:lnTo>
                    <a:pt x="3515819" y="622826"/>
                  </a:lnTo>
                  <a:lnTo>
                    <a:pt x="3603715" y="606856"/>
                  </a:lnTo>
                  <a:lnTo>
                    <a:pt x="3691610" y="590886"/>
                  </a:lnTo>
                  <a:lnTo>
                    <a:pt x="3779506" y="574916"/>
                  </a:lnTo>
                  <a:lnTo>
                    <a:pt x="3867401" y="558946"/>
                  </a:lnTo>
                  <a:lnTo>
                    <a:pt x="3955297" y="542976"/>
                  </a:lnTo>
                  <a:lnTo>
                    <a:pt x="4043192" y="527006"/>
                  </a:lnTo>
                  <a:lnTo>
                    <a:pt x="4131088" y="511036"/>
                  </a:lnTo>
                  <a:lnTo>
                    <a:pt x="4218983" y="495067"/>
                  </a:lnTo>
                  <a:lnTo>
                    <a:pt x="4306879" y="479097"/>
                  </a:lnTo>
                  <a:lnTo>
                    <a:pt x="4394774" y="463127"/>
                  </a:lnTo>
                  <a:lnTo>
                    <a:pt x="4482670" y="447157"/>
                  </a:lnTo>
                  <a:lnTo>
                    <a:pt x="4570565" y="431187"/>
                  </a:lnTo>
                  <a:lnTo>
                    <a:pt x="4658461" y="415217"/>
                  </a:lnTo>
                  <a:lnTo>
                    <a:pt x="4746356" y="399247"/>
                  </a:lnTo>
                  <a:lnTo>
                    <a:pt x="4834252" y="383277"/>
                  </a:lnTo>
                  <a:lnTo>
                    <a:pt x="4922147" y="367307"/>
                  </a:lnTo>
                  <a:lnTo>
                    <a:pt x="5010043" y="351337"/>
                  </a:lnTo>
                  <a:lnTo>
                    <a:pt x="5097938" y="335368"/>
                  </a:lnTo>
                  <a:lnTo>
                    <a:pt x="5185834" y="319398"/>
                  </a:lnTo>
                  <a:lnTo>
                    <a:pt x="5273729" y="303428"/>
                  </a:lnTo>
                  <a:lnTo>
                    <a:pt x="5361625" y="287458"/>
                  </a:lnTo>
                  <a:lnTo>
                    <a:pt x="5449520" y="271488"/>
                  </a:lnTo>
                  <a:lnTo>
                    <a:pt x="5537416" y="255518"/>
                  </a:lnTo>
                  <a:lnTo>
                    <a:pt x="5625311" y="239548"/>
                  </a:lnTo>
                  <a:lnTo>
                    <a:pt x="5713207" y="223578"/>
                  </a:lnTo>
                  <a:lnTo>
                    <a:pt x="5801102" y="207608"/>
                  </a:lnTo>
                  <a:lnTo>
                    <a:pt x="5888998" y="191638"/>
                  </a:lnTo>
                  <a:lnTo>
                    <a:pt x="5976893" y="175668"/>
                  </a:lnTo>
                  <a:lnTo>
                    <a:pt x="6064789" y="159699"/>
                  </a:lnTo>
                  <a:lnTo>
                    <a:pt x="6152684" y="143729"/>
                  </a:lnTo>
                  <a:lnTo>
                    <a:pt x="6240580" y="127759"/>
                  </a:lnTo>
                  <a:lnTo>
                    <a:pt x="6328475" y="111789"/>
                  </a:lnTo>
                  <a:lnTo>
                    <a:pt x="6416371" y="95819"/>
                  </a:lnTo>
                  <a:lnTo>
                    <a:pt x="6504266" y="79849"/>
                  </a:lnTo>
                  <a:lnTo>
                    <a:pt x="6592162" y="63879"/>
                  </a:lnTo>
                  <a:lnTo>
                    <a:pt x="6680057" y="47909"/>
                  </a:lnTo>
                  <a:lnTo>
                    <a:pt x="6767953" y="31939"/>
                  </a:lnTo>
                  <a:lnTo>
                    <a:pt x="6855848" y="15969"/>
                  </a:lnTo>
                  <a:lnTo>
                    <a:pt x="6943744" y="0"/>
                  </a:lnTo>
                </a:path>
              </a:pathLst>
            </a:custGeom>
            <a:ln w="27101" cap="flat">
              <a:solidFill>
                <a:srgbClr val="4682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tx487"/>
            <p:cNvSpPr/>
            <p:nvPr/>
          </p:nvSpPr>
          <p:spPr>
            <a:xfrm>
              <a:off x="692708" y="5567843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-400</a:t>
              </a:r>
            </a:p>
          </p:txBody>
        </p:sp>
        <p:sp>
          <p:nvSpPr>
            <p:cNvPr id="488" name="tx488"/>
            <p:cNvSpPr/>
            <p:nvPr/>
          </p:nvSpPr>
          <p:spPr>
            <a:xfrm>
              <a:off x="692708" y="4632485"/>
              <a:ext cx="223753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-200</a:t>
              </a:r>
            </a:p>
          </p:txBody>
        </p:sp>
        <p:sp>
          <p:nvSpPr>
            <p:cNvPr id="489" name="tx489"/>
            <p:cNvSpPr/>
            <p:nvPr/>
          </p:nvSpPr>
          <p:spPr>
            <a:xfrm>
              <a:off x="854283" y="3697127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90" name="tx490"/>
            <p:cNvSpPr/>
            <p:nvPr/>
          </p:nvSpPr>
          <p:spPr>
            <a:xfrm>
              <a:off x="729924" y="2761769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491" name="tx491"/>
            <p:cNvSpPr/>
            <p:nvPr/>
          </p:nvSpPr>
          <p:spPr>
            <a:xfrm>
              <a:off x="2616986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492" name="tx492"/>
            <p:cNvSpPr/>
            <p:nvPr/>
          </p:nvSpPr>
          <p:spPr>
            <a:xfrm>
              <a:off x="454180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493" name="tx493"/>
            <p:cNvSpPr/>
            <p:nvPr/>
          </p:nvSpPr>
          <p:spPr>
            <a:xfrm>
              <a:off x="6466620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300</a:t>
              </a:r>
            </a:p>
          </p:txBody>
        </p:sp>
        <p:sp>
          <p:nvSpPr>
            <p:cNvPr id="494" name="tx494"/>
            <p:cNvSpPr/>
            <p:nvPr/>
          </p:nvSpPr>
          <p:spPr>
            <a:xfrm>
              <a:off x="8391437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400</a:t>
              </a:r>
            </a:p>
          </p:txBody>
        </p:sp>
        <p:sp>
          <p:nvSpPr>
            <p:cNvPr id="495" name="tx495"/>
            <p:cNvSpPr/>
            <p:nvPr/>
          </p:nvSpPr>
          <p:spPr>
            <a:xfrm>
              <a:off x="3812382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496" name="tx496"/>
            <p:cNvSpPr/>
            <p:nvPr/>
          </p:nvSpPr>
          <p:spPr>
            <a:xfrm rot="-5400000">
              <a:off x="-152930" y="3759743"/>
              <a:ext cx="1459656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(mg)</a:t>
              </a:r>
            </a:p>
          </p:txBody>
        </p:sp>
        <p:sp>
          <p:nvSpPr>
            <p:cNvPr id="497" name="tx497"/>
            <p:cNvSpPr/>
            <p:nvPr/>
          </p:nvSpPr>
          <p:spPr>
            <a:xfrm>
              <a:off x="979092" y="1669789"/>
              <a:ext cx="4970221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Dose Discrepancy vs Cockcroft-Gault eGFR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2026-07-07T08:27:51Z</dcterms:modified>
  <cp:category/>
</cp:coreProperties>
</file>