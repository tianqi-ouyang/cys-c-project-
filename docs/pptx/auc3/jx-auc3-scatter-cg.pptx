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1402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2048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2694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33414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478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67266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974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5222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9092" y="5607894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467253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373717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280182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1025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6350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55988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48470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1523832" y="3812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133568" y="28898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561088" y="392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1619228" y="3678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854283" y="3634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06774" y="3413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174987" y="4236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77161" y="34673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1648907" y="4537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174366" y="4163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059065" y="3756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177992" y="3952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468121" y="386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018576" y="3690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1671550" y="4050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874024" y="3690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028806" y="36234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1556356" y="4093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1896619" y="3764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095418" y="3873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1953601" y="3937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1734781" y="3896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195757" y="3402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611969" y="3752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1983796" y="3846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068515" y="423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1872344" y="387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136199" y="3744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411776" y="3496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1536668" y="3550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416742" y="4040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1909241" y="3782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1809280" y="42552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1344669" y="3494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597043" y="3526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1822252" y="4050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177578" y="39407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2653070" y="3349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1577869" y="3874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1689202" y="3400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1841115" y="3529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194577" y="369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679326" y="39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0466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1922596" y="38657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1726655" y="4186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2253356" y="3822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494749" y="419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425026" y="370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1712161" y="4421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2770116" y="3923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584056" y="3862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1999124" y="3786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1637987" y="3585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09300" y="2955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395766" y="3868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2000188" y="3724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129038" y="3518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463318" y="3777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1572544" y="4274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602131" y="4057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770182" y="356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1824286" y="3612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66975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2313998" y="3923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819891" y="3398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167097" y="2925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963070" y="336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1605703" y="3880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372826" y="32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2555188" y="3733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103686" y="4245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640110" y="3562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175159" y="4087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500926" y="449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1806849" y="3637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1768099" y="36294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893684" y="4104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061753" y="3988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379652" y="356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1904815" y="3989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2294341" y="3701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2182408" y="437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396796" y="3243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489662" y="3563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256866" y="38335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1644083" y="3864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490720" y="2975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578810" y="3596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214956" y="3370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302704" y="3050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179510" y="36875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1660911" y="3529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206270" y="32377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074808" y="4058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1772744" y="4359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2356537" y="3599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560571" y="383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151467" y="3748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1952539" y="36684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470428" y="34563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1903799" y="3996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2402044" y="35058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1990979" y="3894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2049084" y="3650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096571" y="3368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2279980" y="4109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519034" y="3715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580322" y="3002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1772054" y="399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005312" y="42441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623660" y="3800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1937466" y="3986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17837" y="3907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235384" y="3395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1636870" y="4013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153305" y="4515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1989876" y="409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701851" y="40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659470" y="39822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73794" y="3584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1943401" y="386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332887" y="363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1381763" y="415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2358475" y="3513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1957073" y="37660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054499" y="2658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1724797" y="3861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757859" y="389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2110021" y="3691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966610" y="37439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078434" y="4001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1736836" y="42558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685738" y="3025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284566" y="40583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2109291" y="3941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1897302" y="3925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2664476" y="3694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2587653" y="336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2316557" y="4050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289597" y="3961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130179" y="3630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950764" y="3506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62529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1947366" y="4049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253671" y="32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2322839" y="4328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301083" y="3980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150623" y="3738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177177" y="4196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2435495" y="3864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523288" y="408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2849218" y="3501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419006" y="3997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3135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1975385" y="42720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029523" y="310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2540487" y="3693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1932764" y="3941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2883934" y="364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2403141" y="3692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1993881" y="3561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2281656" y="422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005209" y="446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3384038" y="4083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2595328" y="34080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2413648" y="3443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2313452" y="3389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178776" y="4367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119745" y="4182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709988" y="3740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770443" y="3888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240551" y="424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1672912" y="3514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98625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1655704" y="3610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075650" y="4226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2173095" y="36540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067237" y="36590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860377" y="3368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502860" y="3560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1733798" y="3887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2808866" y="3521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2616271" y="3676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2406390" y="37470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2879088" y="3281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017209" y="3015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049944" y="2984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1402643" y="367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2011730" y="384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2863008" y="3185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2347044" y="3682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664861" y="3414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2002275" y="3715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459534" y="41712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195373" y="3929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867621" y="3176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502644" y="4268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1960913" y="3990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2639833" y="3718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1609600" y="3624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538685" y="35911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2800363" y="4341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2240645" y="399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2176433" y="4060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2382358" y="3863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1301453" y="3746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2016304" y="3776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2466844" y="419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2083357" y="433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2082924" y="3853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1612985" y="4362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2198184" y="3773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1989738" y="404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2632873" y="3322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1799764" y="3304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1616559" y="3402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659789" y="3236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1898749" y="3476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421485" y="4037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2102410" y="3575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2008142" y="4376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2233837" y="3766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2531936" y="3957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1956608" y="4270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2560084" y="3611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2111104" y="4099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816223" y="4239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1852295" y="3627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1994021" y="418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709195" y="316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924367" y="342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603166" y="3618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261105" y="2891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855734" y="3533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129340" y="34456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2751306" y="4507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2412340" y="3518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2446684" y="4102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2026194" y="4171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2782063" y="3554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2216462" y="3613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100042" y="4046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1780037" y="434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2094945" y="40093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1889175" y="4084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3052202" y="3589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1537709" y="3919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1999357" y="3901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2113296" y="3831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1991593" y="4381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1452742" y="3607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2814287" y="4297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2114255" y="3665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924458" y="3687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3011251" y="3944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038939" y="3746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2366042" y="358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2566389" y="33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00157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2521915" y="38957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2636384" y="4020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075401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2167562" y="4014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2843054" y="353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1999892" y="3749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417027" y="3302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2031525" y="37650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2051129" y="4133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1628511" y="3461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596456" y="3732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38344" y="3036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022600" y="362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682594" y="3754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248909" y="337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125612" y="3340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2420045" y="368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2480172" y="358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82106" y="3436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398030" y="3531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067140" y="2947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2518863" y="4132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312116" y="428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2769602" y="35625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2293629" y="380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2510197" y="3291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909730" y="322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396885" y="3398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1596448" y="37315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31778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2458668" y="3607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2706722" y="3157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2133284" y="35599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1976399" y="39245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1828512" y="3742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2815843" y="37041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858835" y="3294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2783648" y="3459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2406849" y="3954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1355221" y="3763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1549304" y="384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1715773" y="4226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1771811" y="3869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2290851" y="3242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267469" y="3349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2417915" y="3981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477480" y="3787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1800009" y="3868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2348505" y="3942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1535032" y="38002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2251055" y="3744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3430312" y="3424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1335696" y="37895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318987" y="3061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2742610" y="3648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1885814" y="431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2757032" y="3751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2492150" y="3576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1824516" y="4046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2637658" y="4046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3507000" y="2719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697918" y="3372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371461" y="348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1950881" y="3440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412921" y="4068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117633" y="32263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368535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363293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1849760" y="3498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1886347" y="3625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243161" y="4050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125242" y="3938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2472216" y="4354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750186" y="322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599890" y="3200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151473" y="35538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82451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694520" y="36353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691022" y="3380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168456" y="352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1787955" y="4285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1706656" y="3873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61612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2112581" y="3703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226470" y="37488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3428845" y="30052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861352" y="3603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4285422" y="313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469238" y="3836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128147" y="363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3339348" y="304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1626231" y="4001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383710" y="4194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3129699" y="3836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2940249" y="2731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752761" y="289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1725158" y="3713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1941831" y="3904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2963531" y="3722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1685126" y="3548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151149" y="3439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453064" y="2882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2320716" y="3448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641974" y="3915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471250" y="3436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210872" y="4332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2685324" y="387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069911" y="3687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3261805" y="2631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2405962" y="332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2063511" y="373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2012531" y="37789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2038923" y="3609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4333925" y="3067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2550718" y="316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761388" y="33683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2544068" y="3756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2442178" y="3815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2684906" y="338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188134" y="3795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1940162" y="342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196094" y="3903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3042303" y="3205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936648" y="35285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1665050" y="3991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383554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06503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1929669" y="4049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001558" y="3148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2240488" y="3823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1845767" y="3285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087331" y="348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985162" y="301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2263231" y="35786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48940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382901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868240" y="3048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329498" y="361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1732417" y="3321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2312526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1751652" y="4194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243240" y="2970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2346653" y="3332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710329" y="3291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237376" y="3451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2991101" y="412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314511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2478456" y="307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2367651" y="345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173619" y="2991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2773584" y="38050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1717559" y="3857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1677782" y="421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1817300" y="3730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1889604" y="426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1910340" y="42594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76650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1853198" y="3007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1935104" y="3927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2030763" y="369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1953923" y="39390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2414832" y="43523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465788" y="3334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413618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2089823" y="37786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2452325" y="3773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1953493" y="3893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1973150" y="4338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2685683" y="4479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2569853" y="3793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2923673" y="3970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1905123" y="3691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2492028" y="3919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1652684" y="4183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470603" y="2870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1900490" y="39924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2530524" y="3509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527936" y="3373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2811122" y="4049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1888131" y="3637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1996014" y="395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1713921" y="3974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2658564" y="34964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3402120" y="31700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2377143" y="423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2671490" y="386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2071118" y="377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003059" y="339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816120" y="3308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263973" y="3825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830705" y="331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1681379" y="362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72458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346277" y="3566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2806603" y="3590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2394973" y="425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1472353" y="3524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383934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2563368" y="4128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30244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897394" y="308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2736555" y="3287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2874808" y="3278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3"/>
            <p:cNvSpPr/>
            <p:nvPr/>
          </p:nvSpPr>
          <p:spPr>
            <a:xfrm>
              <a:off x="1326279" y="2420599"/>
              <a:ext cx="6943744" cy="1596426"/>
            </a:xfrm>
            <a:custGeom>
              <a:avLst/>
              <a:pathLst>
                <a:path w="6943744" h="1596426">
                  <a:moveTo>
                    <a:pt x="0" y="1469457"/>
                  </a:moveTo>
                  <a:lnTo>
                    <a:pt x="87895" y="1456969"/>
                  </a:lnTo>
                  <a:lnTo>
                    <a:pt x="175790" y="1444398"/>
                  </a:lnTo>
                  <a:lnTo>
                    <a:pt x="263686" y="1431729"/>
                  </a:lnTo>
                  <a:lnTo>
                    <a:pt x="351581" y="1418941"/>
                  </a:lnTo>
                  <a:lnTo>
                    <a:pt x="439477" y="1406012"/>
                  </a:lnTo>
                  <a:lnTo>
                    <a:pt x="527372" y="1392911"/>
                  </a:lnTo>
                  <a:lnTo>
                    <a:pt x="615268" y="1379603"/>
                  </a:lnTo>
                  <a:lnTo>
                    <a:pt x="703163" y="1366047"/>
                  </a:lnTo>
                  <a:lnTo>
                    <a:pt x="791059" y="1352192"/>
                  </a:lnTo>
                  <a:lnTo>
                    <a:pt x="878954" y="1337986"/>
                  </a:lnTo>
                  <a:lnTo>
                    <a:pt x="966850" y="1323373"/>
                  </a:lnTo>
                  <a:lnTo>
                    <a:pt x="1054745" y="1308304"/>
                  </a:lnTo>
                  <a:lnTo>
                    <a:pt x="1142641" y="1292741"/>
                  </a:lnTo>
                  <a:lnTo>
                    <a:pt x="1230536" y="1276664"/>
                  </a:lnTo>
                  <a:lnTo>
                    <a:pt x="1318432" y="1260080"/>
                  </a:lnTo>
                  <a:lnTo>
                    <a:pt x="1406327" y="1243015"/>
                  </a:lnTo>
                  <a:lnTo>
                    <a:pt x="1494223" y="1225513"/>
                  </a:lnTo>
                  <a:lnTo>
                    <a:pt x="1582118" y="1207627"/>
                  </a:lnTo>
                  <a:lnTo>
                    <a:pt x="1670014" y="1189412"/>
                  </a:lnTo>
                  <a:lnTo>
                    <a:pt x="1757909" y="1170920"/>
                  </a:lnTo>
                  <a:lnTo>
                    <a:pt x="1845805" y="1152198"/>
                  </a:lnTo>
                  <a:lnTo>
                    <a:pt x="1933700" y="1133284"/>
                  </a:lnTo>
                  <a:lnTo>
                    <a:pt x="2021596" y="1114212"/>
                  </a:lnTo>
                  <a:lnTo>
                    <a:pt x="2109491" y="1095008"/>
                  </a:lnTo>
                  <a:lnTo>
                    <a:pt x="2197387" y="1075694"/>
                  </a:lnTo>
                  <a:lnTo>
                    <a:pt x="2285282" y="1056289"/>
                  </a:lnTo>
                  <a:lnTo>
                    <a:pt x="2373178" y="1036807"/>
                  </a:lnTo>
                  <a:lnTo>
                    <a:pt x="2461073" y="1017260"/>
                  </a:lnTo>
                  <a:lnTo>
                    <a:pt x="2548969" y="997657"/>
                  </a:lnTo>
                  <a:lnTo>
                    <a:pt x="2636864" y="978006"/>
                  </a:lnTo>
                  <a:lnTo>
                    <a:pt x="2724760" y="958315"/>
                  </a:lnTo>
                  <a:lnTo>
                    <a:pt x="2812655" y="938588"/>
                  </a:lnTo>
                  <a:lnTo>
                    <a:pt x="2900551" y="918830"/>
                  </a:lnTo>
                  <a:lnTo>
                    <a:pt x="2988446" y="899045"/>
                  </a:lnTo>
                  <a:lnTo>
                    <a:pt x="3076342" y="879237"/>
                  </a:lnTo>
                  <a:lnTo>
                    <a:pt x="3164237" y="859407"/>
                  </a:lnTo>
                  <a:lnTo>
                    <a:pt x="3252133" y="839559"/>
                  </a:lnTo>
                  <a:lnTo>
                    <a:pt x="3340028" y="819694"/>
                  </a:lnTo>
                  <a:lnTo>
                    <a:pt x="3427924" y="799814"/>
                  </a:lnTo>
                  <a:lnTo>
                    <a:pt x="3515819" y="779922"/>
                  </a:lnTo>
                  <a:lnTo>
                    <a:pt x="3603715" y="760017"/>
                  </a:lnTo>
                  <a:lnTo>
                    <a:pt x="3691610" y="740101"/>
                  </a:lnTo>
                  <a:lnTo>
                    <a:pt x="3779506" y="720175"/>
                  </a:lnTo>
                  <a:lnTo>
                    <a:pt x="3867401" y="700241"/>
                  </a:lnTo>
                  <a:lnTo>
                    <a:pt x="3955297" y="680299"/>
                  </a:lnTo>
                  <a:lnTo>
                    <a:pt x="4043192" y="660349"/>
                  </a:lnTo>
                  <a:lnTo>
                    <a:pt x="4131088" y="640392"/>
                  </a:lnTo>
                  <a:lnTo>
                    <a:pt x="4218983" y="620429"/>
                  </a:lnTo>
                  <a:lnTo>
                    <a:pt x="4306879" y="600460"/>
                  </a:lnTo>
                  <a:lnTo>
                    <a:pt x="4394774" y="580486"/>
                  </a:lnTo>
                  <a:lnTo>
                    <a:pt x="4482670" y="560507"/>
                  </a:lnTo>
                  <a:lnTo>
                    <a:pt x="4570565" y="540524"/>
                  </a:lnTo>
                  <a:lnTo>
                    <a:pt x="4658461" y="520536"/>
                  </a:lnTo>
                  <a:lnTo>
                    <a:pt x="4746356" y="500545"/>
                  </a:lnTo>
                  <a:lnTo>
                    <a:pt x="4834252" y="480550"/>
                  </a:lnTo>
                  <a:lnTo>
                    <a:pt x="4922147" y="460551"/>
                  </a:lnTo>
                  <a:lnTo>
                    <a:pt x="5010043" y="440549"/>
                  </a:lnTo>
                  <a:lnTo>
                    <a:pt x="5097938" y="420545"/>
                  </a:lnTo>
                  <a:lnTo>
                    <a:pt x="5185834" y="400537"/>
                  </a:lnTo>
                  <a:lnTo>
                    <a:pt x="5273729" y="380527"/>
                  </a:lnTo>
                  <a:lnTo>
                    <a:pt x="5361625" y="360515"/>
                  </a:lnTo>
                  <a:lnTo>
                    <a:pt x="5449520" y="340500"/>
                  </a:lnTo>
                  <a:lnTo>
                    <a:pt x="5537416" y="320483"/>
                  </a:lnTo>
                  <a:lnTo>
                    <a:pt x="5625311" y="300465"/>
                  </a:lnTo>
                  <a:lnTo>
                    <a:pt x="5713207" y="280444"/>
                  </a:lnTo>
                  <a:lnTo>
                    <a:pt x="5801102" y="260421"/>
                  </a:lnTo>
                  <a:lnTo>
                    <a:pt x="5888998" y="240397"/>
                  </a:lnTo>
                  <a:lnTo>
                    <a:pt x="5976893" y="220371"/>
                  </a:lnTo>
                  <a:lnTo>
                    <a:pt x="6064789" y="200343"/>
                  </a:lnTo>
                  <a:lnTo>
                    <a:pt x="6152684" y="180314"/>
                  </a:lnTo>
                  <a:lnTo>
                    <a:pt x="6240580" y="160284"/>
                  </a:lnTo>
                  <a:lnTo>
                    <a:pt x="6328475" y="140253"/>
                  </a:lnTo>
                  <a:lnTo>
                    <a:pt x="6416371" y="120220"/>
                  </a:lnTo>
                  <a:lnTo>
                    <a:pt x="6504266" y="100186"/>
                  </a:lnTo>
                  <a:lnTo>
                    <a:pt x="6592162" y="80150"/>
                  </a:lnTo>
                  <a:lnTo>
                    <a:pt x="6680057" y="60114"/>
                  </a:lnTo>
                  <a:lnTo>
                    <a:pt x="6767953" y="40077"/>
                  </a:lnTo>
                  <a:lnTo>
                    <a:pt x="6855848" y="20039"/>
                  </a:lnTo>
                  <a:lnTo>
                    <a:pt x="6943744" y="0"/>
                  </a:lnTo>
                  <a:lnTo>
                    <a:pt x="6943744" y="542639"/>
                  </a:lnTo>
                  <a:lnTo>
                    <a:pt x="6855848" y="554539"/>
                  </a:lnTo>
                  <a:lnTo>
                    <a:pt x="6767953" y="566441"/>
                  </a:lnTo>
                  <a:lnTo>
                    <a:pt x="6680057" y="578343"/>
                  </a:lnTo>
                  <a:lnTo>
                    <a:pt x="6592162" y="590247"/>
                  </a:lnTo>
                  <a:lnTo>
                    <a:pt x="6504266" y="602152"/>
                  </a:lnTo>
                  <a:lnTo>
                    <a:pt x="6416371" y="614057"/>
                  </a:lnTo>
                  <a:lnTo>
                    <a:pt x="6328475" y="625964"/>
                  </a:lnTo>
                  <a:lnTo>
                    <a:pt x="6240580" y="637872"/>
                  </a:lnTo>
                  <a:lnTo>
                    <a:pt x="6152684" y="649782"/>
                  </a:lnTo>
                  <a:lnTo>
                    <a:pt x="6064789" y="661693"/>
                  </a:lnTo>
                  <a:lnTo>
                    <a:pt x="5976893" y="673605"/>
                  </a:lnTo>
                  <a:lnTo>
                    <a:pt x="5888998" y="685519"/>
                  </a:lnTo>
                  <a:lnTo>
                    <a:pt x="5801102" y="697435"/>
                  </a:lnTo>
                  <a:lnTo>
                    <a:pt x="5713207" y="709352"/>
                  </a:lnTo>
                  <a:lnTo>
                    <a:pt x="5625311" y="721271"/>
                  </a:lnTo>
                  <a:lnTo>
                    <a:pt x="5537416" y="733192"/>
                  </a:lnTo>
                  <a:lnTo>
                    <a:pt x="5449520" y="745115"/>
                  </a:lnTo>
                  <a:lnTo>
                    <a:pt x="5361625" y="757040"/>
                  </a:lnTo>
                  <a:lnTo>
                    <a:pt x="5273729" y="768967"/>
                  </a:lnTo>
                  <a:lnTo>
                    <a:pt x="5185834" y="780897"/>
                  </a:lnTo>
                  <a:lnTo>
                    <a:pt x="5097938" y="792829"/>
                  </a:lnTo>
                  <a:lnTo>
                    <a:pt x="5010043" y="804765"/>
                  </a:lnTo>
                  <a:lnTo>
                    <a:pt x="4922147" y="816703"/>
                  </a:lnTo>
                  <a:lnTo>
                    <a:pt x="4834252" y="828644"/>
                  </a:lnTo>
                  <a:lnTo>
                    <a:pt x="4746356" y="840589"/>
                  </a:lnTo>
                  <a:lnTo>
                    <a:pt x="4658461" y="852537"/>
                  </a:lnTo>
                  <a:lnTo>
                    <a:pt x="4570565" y="864489"/>
                  </a:lnTo>
                  <a:lnTo>
                    <a:pt x="4482670" y="876446"/>
                  </a:lnTo>
                  <a:lnTo>
                    <a:pt x="4394774" y="888406"/>
                  </a:lnTo>
                  <a:lnTo>
                    <a:pt x="4306879" y="900372"/>
                  </a:lnTo>
                  <a:lnTo>
                    <a:pt x="4218983" y="912343"/>
                  </a:lnTo>
                  <a:lnTo>
                    <a:pt x="4131088" y="924320"/>
                  </a:lnTo>
                  <a:lnTo>
                    <a:pt x="4043192" y="936303"/>
                  </a:lnTo>
                  <a:lnTo>
                    <a:pt x="3955297" y="948293"/>
                  </a:lnTo>
                  <a:lnTo>
                    <a:pt x="3867401" y="960290"/>
                  </a:lnTo>
                  <a:lnTo>
                    <a:pt x="3779506" y="972296"/>
                  </a:lnTo>
                  <a:lnTo>
                    <a:pt x="3691610" y="984310"/>
                  </a:lnTo>
                  <a:lnTo>
                    <a:pt x="3603715" y="996334"/>
                  </a:lnTo>
                  <a:lnTo>
                    <a:pt x="3515819" y="1008369"/>
                  </a:lnTo>
                  <a:lnTo>
                    <a:pt x="3427924" y="1020416"/>
                  </a:lnTo>
                  <a:lnTo>
                    <a:pt x="3340028" y="1032476"/>
                  </a:lnTo>
                  <a:lnTo>
                    <a:pt x="3252133" y="1044551"/>
                  </a:lnTo>
                  <a:lnTo>
                    <a:pt x="3164237" y="1056643"/>
                  </a:lnTo>
                  <a:lnTo>
                    <a:pt x="3076342" y="1068753"/>
                  </a:lnTo>
                  <a:lnTo>
                    <a:pt x="2988446" y="1080884"/>
                  </a:lnTo>
                  <a:lnTo>
                    <a:pt x="2900551" y="1093039"/>
                  </a:lnTo>
                  <a:lnTo>
                    <a:pt x="2812655" y="1105221"/>
                  </a:lnTo>
                  <a:lnTo>
                    <a:pt x="2724760" y="1117434"/>
                  </a:lnTo>
                  <a:lnTo>
                    <a:pt x="2636864" y="1129683"/>
                  </a:lnTo>
                  <a:lnTo>
                    <a:pt x="2548969" y="1141972"/>
                  </a:lnTo>
                  <a:lnTo>
                    <a:pt x="2461073" y="1154309"/>
                  </a:lnTo>
                  <a:lnTo>
                    <a:pt x="2373178" y="1166701"/>
                  </a:lnTo>
                  <a:lnTo>
                    <a:pt x="2285282" y="1179159"/>
                  </a:lnTo>
                  <a:lnTo>
                    <a:pt x="2197387" y="1191694"/>
                  </a:lnTo>
                  <a:lnTo>
                    <a:pt x="2109491" y="1204320"/>
                  </a:lnTo>
                  <a:lnTo>
                    <a:pt x="2021596" y="1217056"/>
                  </a:lnTo>
                  <a:lnTo>
                    <a:pt x="1933700" y="1229923"/>
                  </a:lnTo>
                  <a:lnTo>
                    <a:pt x="1845805" y="1242949"/>
                  </a:lnTo>
                  <a:lnTo>
                    <a:pt x="1757909" y="1256167"/>
                  </a:lnTo>
                  <a:lnTo>
                    <a:pt x="1670014" y="1269615"/>
                  </a:lnTo>
                  <a:lnTo>
                    <a:pt x="1582118" y="1283340"/>
                  </a:lnTo>
                  <a:lnTo>
                    <a:pt x="1494223" y="1297394"/>
                  </a:lnTo>
                  <a:lnTo>
                    <a:pt x="1406327" y="1311831"/>
                  </a:lnTo>
                  <a:lnTo>
                    <a:pt x="1318432" y="1326706"/>
                  </a:lnTo>
                  <a:lnTo>
                    <a:pt x="1230536" y="1342061"/>
                  </a:lnTo>
                  <a:lnTo>
                    <a:pt x="1142641" y="1357925"/>
                  </a:lnTo>
                  <a:lnTo>
                    <a:pt x="1054745" y="1374301"/>
                  </a:lnTo>
                  <a:lnTo>
                    <a:pt x="966850" y="1391172"/>
                  </a:lnTo>
                  <a:lnTo>
                    <a:pt x="878954" y="1408499"/>
                  </a:lnTo>
                  <a:lnTo>
                    <a:pt x="791059" y="1426233"/>
                  </a:lnTo>
                  <a:lnTo>
                    <a:pt x="703163" y="1444318"/>
                  </a:lnTo>
                  <a:lnTo>
                    <a:pt x="615268" y="1462701"/>
                  </a:lnTo>
                  <a:lnTo>
                    <a:pt x="527372" y="1481333"/>
                  </a:lnTo>
                  <a:lnTo>
                    <a:pt x="439477" y="1500172"/>
                  </a:lnTo>
                  <a:lnTo>
                    <a:pt x="351581" y="1519183"/>
                  </a:lnTo>
                  <a:lnTo>
                    <a:pt x="263686" y="1538335"/>
                  </a:lnTo>
                  <a:lnTo>
                    <a:pt x="175790" y="1557605"/>
                  </a:lnTo>
                  <a:lnTo>
                    <a:pt x="87895" y="1576974"/>
                  </a:lnTo>
                  <a:lnTo>
                    <a:pt x="0" y="1596426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4" name="pl484"/>
            <p:cNvSpPr/>
            <p:nvPr/>
          </p:nvSpPr>
          <p:spPr>
            <a:xfrm>
              <a:off x="1326279" y="2420599"/>
              <a:ext cx="6943744" cy="1469457"/>
            </a:xfrm>
            <a:custGeom>
              <a:avLst/>
              <a:pathLst>
                <a:path w="6943744" h="1469457">
                  <a:moveTo>
                    <a:pt x="0" y="1469457"/>
                  </a:moveTo>
                  <a:lnTo>
                    <a:pt x="87895" y="1456969"/>
                  </a:lnTo>
                  <a:lnTo>
                    <a:pt x="175790" y="1444398"/>
                  </a:lnTo>
                  <a:lnTo>
                    <a:pt x="263686" y="1431729"/>
                  </a:lnTo>
                  <a:lnTo>
                    <a:pt x="351581" y="1418941"/>
                  </a:lnTo>
                  <a:lnTo>
                    <a:pt x="439477" y="1406012"/>
                  </a:lnTo>
                  <a:lnTo>
                    <a:pt x="527372" y="1392911"/>
                  </a:lnTo>
                  <a:lnTo>
                    <a:pt x="615268" y="1379603"/>
                  </a:lnTo>
                  <a:lnTo>
                    <a:pt x="703163" y="1366047"/>
                  </a:lnTo>
                  <a:lnTo>
                    <a:pt x="791059" y="1352192"/>
                  </a:lnTo>
                  <a:lnTo>
                    <a:pt x="878954" y="1337986"/>
                  </a:lnTo>
                  <a:lnTo>
                    <a:pt x="966850" y="1323373"/>
                  </a:lnTo>
                  <a:lnTo>
                    <a:pt x="1054745" y="1308304"/>
                  </a:lnTo>
                  <a:lnTo>
                    <a:pt x="1142641" y="1292741"/>
                  </a:lnTo>
                  <a:lnTo>
                    <a:pt x="1230536" y="1276664"/>
                  </a:lnTo>
                  <a:lnTo>
                    <a:pt x="1318432" y="1260080"/>
                  </a:lnTo>
                  <a:lnTo>
                    <a:pt x="1406327" y="1243015"/>
                  </a:lnTo>
                  <a:lnTo>
                    <a:pt x="1494223" y="1225513"/>
                  </a:lnTo>
                  <a:lnTo>
                    <a:pt x="1582118" y="1207627"/>
                  </a:lnTo>
                  <a:lnTo>
                    <a:pt x="1670014" y="1189412"/>
                  </a:lnTo>
                  <a:lnTo>
                    <a:pt x="1757909" y="1170920"/>
                  </a:lnTo>
                  <a:lnTo>
                    <a:pt x="1845805" y="1152198"/>
                  </a:lnTo>
                  <a:lnTo>
                    <a:pt x="1933700" y="1133284"/>
                  </a:lnTo>
                  <a:lnTo>
                    <a:pt x="2021596" y="1114212"/>
                  </a:lnTo>
                  <a:lnTo>
                    <a:pt x="2109491" y="1095008"/>
                  </a:lnTo>
                  <a:lnTo>
                    <a:pt x="2197387" y="1075694"/>
                  </a:lnTo>
                  <a:lnTo>
                    <a:pt x="2285282" y="1056289"/>
                  </a:lnTo>
                  <a:lnTo>
                    <a:pt x="2373178" y="1036807"/>
                  </a:lnTo>
                  <a:lnTo>
                    <a:pt x="2461073" y="1017260"/>
                  </a:lnTo>
                  <a:lnTo>
                    <a:pt x="2548969" y="997657"/>
                  </a:lnTo>
                  <a:lnTo>
                    <a:pt x="2636864" y="978006"/>
                  </a:lnTo>
                  <a:lnTo>
                    <a:pt x="2724760" y="958315"/>
                  </a:lnTo>
                  <a:lnTo>
                    <a:pt x="2812655" y="938588"/>
                  </a:lnTo>
                  <a:lnTo>
                    <a:pt x="2900551" y="918830"/>
                  </a:lnTo>
                  <a:lnTo>
                    <a:pt x="2988446" y="899045"/>
                  </a:lnTo>
                  <a:lnTo>
                    <a:pt x="3076342" y="879237"/>
                  </a:lnTo>
                  <a:lnTo>
                    <a:pt x="3164237" y="859407"/>
                  </a:lnTo>
                  <a:lnTo>
                    <a:pt x="3252133" y="839559"/>
                  </a:lnTo>
                  <a:lnTo>
                    <a:pt x="3340028" y="819694"/>
                  </a:lnTo>
                  <a:lnTo>
                    <a:pt x="3427924" y="799814"/>
                  </a:lnTo>
                  <a:lnTo>
                    <a:pt x="3515819" y="779922"/>
                  </a:lnTo>
                  <a:lnTo>
                    <a:pt x="3603715" y="760017"/>
                  </a:lnTo>
                  <a:lnTo>
                    <a:pt x="3691610" y="740101"/>
                  </a:lnTo>
                  <a:lnTo>
                    <a:pt x="3779506" y="720175"/>
                  </a:lnTo>
                  <a:lnTo>
                    <a:pt x="3867401" y="700241"/>
                  </a:lnTo>
                  <a:lnTo>
                    <a:pt x="3955297" y="680299"/>
                  </a:lnTo>
                  <a:lnTo>
                    <a:pt x="4043192" y="660349"/>
                  </a:lnTo>
                  <a:lnTo>
                    <a:pt x="4131088" y="640392"/>
                  </a:lnTo>
                  <a:lnTo>
                    <a:pt x="4218983" y="620429"/>
                  </a:lnTo>
                  <a:lnTo>
                    <a:pt x="4306879" y="600460"/>
                  </a:lnTo>
                  <a:lnTo>
                    <a:pt x="4394774" y="580486"/>
                  </a:lnTo>
                  <a:lnTo>
                    <a:pt x="4482670" y="560507"/>
                  </a:lnTo>
                  <a:lnTo>
                    <a:pt x="4570565" y="540524"/>
                  </a:lnTo>
                  <a:lnTo>
                    <a:pt x="4658461" y="520536"/>
                  </a:lnTo>
                  <a:lnTo>
                    <a:pt x="4746356" y="500545"/>
                  </a:lnTo>
                  <a:lnTo>
                    <a:pt x="4834252" y="480550"/>
                  </a:lnTo>
                  <a:lnTo>
                    <a:pt x="4922147" y="460551"/>
                  </a:lnTo>
                  <a:lnTo>
                    <a:pt x="5010043" y="440549"/>
                  </a:lnTo>
                  <a:lnTo>
                    <a:pt x="5097938" y="420545"/>
                  </a:lnTo>
                  <a:lnTo>
                    <a:pt x="5185834" y="400537"/>
                  </a:lnTo>
                  <a:lnTo>
                    <a:pt x="5273729" y="380527"/>
                  </a:lnTo>
                  <a:lnTo>
                    <a:pt x="5361625" y="360515"/>
                  </a:lnTo>
                  <a:lnTo>
                    <a:pt x="5449520" y="340500"/>
                  </a:lnTo>
                  <a:lnTo>
                    <a:pt x="5537416" y="320483"/>
                  </a:lnTo>
                  <a:lnTo>
                    <a:pt x="5625311" y="300465"/>
                  </a:lnTo>
                  <a:lnTo>
                    <a:pt x="5713207" y="280444"/>
                  </a:lnTo>
                  <a:lnTo>
                    <a:pt x="5801102" y="260421"/>
                  </a:lnTo>
                  <a:lnTo>
                    <a:pt x="5888998" y="240397"/>
                  </a:lnTo>
                  <a:lnTo>
                    <a:pt x="5976893" y="220371"/>
                  </a:lnTo>
                  <a:lnTo>
                    <a:pt x="6064789" y="200343"/>
                  </a:lnTo>
                  <a:lnTo>
                    <a:pt x="6152684" y="180314"/>
                  </a:lnTo>
                  <a:lnTo>
                    <a:pt x="6240580" y="160284"/>
                  </a:lnTo>
                  <a:lnTo>
                    <a:pt x="6328475" y="140253"/>
                  </a:lnTo>
                  <a:lnTo>
                    <a:pt x="6416371" y="120220"/>
                  </a:lnTo>
                  <a:lnTo>
                    <a:pt x="6504266" y="100186"/>
                  </a:lnTo>
                  <a:lnTo>
                    <a:pt x="6592162" y="80150"/>
                  </a:lnTo>
                  <a:lnTo>
                    <a:pt x="6680057" y="60114"/>
                  </a:lnTo>
                  <a:lnTo>
                    <a:pt x="6767953" y="40077"/>
                  </a:lnTo>
                  <a:lnTo>
                    <a:pt x="6855848" y="20039"/>
                  </a:lnTo>
                  <a:lnTo>
                    <a:pt x="69437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85" name="pl485"/>
            <p:cNvSpPr/>
            <p:nvPr/>
          </p:nvSpPr>
          <p:spPr>
            <a:xfrm>
              <a:off x="1326279" y="2963238"/>
              <a:ext cx="6943744" cy="1053787"/>
            </a:xfrm>
            <a:custGeom>
              <a:avLst/>
              <a:pathLst>
                <a:path w="6943744" h="1053787">
                  <a:moveTo>
                    <a:pt x="6943744" y="0"/>
                  </a:moveTo>
                  <a:lnTo>
                    <a:pt x="6855848" y="11900"/>
                  </a:lnTo>
                  <a:lnTo>
                    <a:pt x="6767953" y="23802"/>
                  </a:lnTo>
                  <a:lnTo>
                    <a:pt x="6680057" y="35704"/>
                  </a:lnTo>
                  <a:lnTo>
                    <a:pt x="6592162" y="47608"/>
                  </a:lnTo>
                  <a:lnTo>
                    <a:pt x="6504266" y="59512"/>
                  </a:lnTo>
                  <a:lnTo>
                    <a:pt x="6416371" y="71418"/>
                  </a:lnTo>
                  <a:lnTo>
                    <a:pt x="6328475" y="83325"/>
                  </a:lnTo>
                  <a:lnTo>
                    <a:pt x="6240580" y="95233"/>
                  </a:lnTo>
                  <a:lnTo>
                    <a:pt x="6152684" y="107143"/>
                  </a:lnTo>
                  <a:lnTo>
                    <a:pt x="6064789" y="119054"/>
                  </a:lnTo>
                  <a:lnTo>
                    <a:pt x="5976893" y="130966"/>
                  </a:lnTo>
                  <a:lnTo>
                    <a:pt x="5888998" y="142880"/>
                  </a:lnTo>
                  <a:lnTo>
                    <a:pt x="5801102" y="154795"/>
                  </a:lnTo>
                  <a:lnTo>
                    <a:pt x="5713207" y="166713"/>
                  </a:lnTo>
                  <a:lnTo>
                    <a:pt x="5625311" y="178632"/>
                  </a:lnTo>
                  <a:lnTo>
                    <a:pt x="5537416" y="190552"/>
                  </a:lnTo>
                  <a:lnTo>
                    <a:pt x="5449520" y="202475"/>
                  </a:lnTo>
                  <a:lnTo>
                    <a:pt x="5361625" y="214401"/>
                  </a:lnTo>
                  <a:lnTo>
                    <a:pt x="5273729" y="226328"/>
                  </a:lnTo>
                  <a:lnTo>
                    <a:pt x="5185834" y="238258"/>
                  </a:lnTo>
                  <a:lnTo>
                    <a:pt x="5097938" y="250190"/>
                  </a:lnTo>
                  <a:lnTo>
                    <a:pt x="5010043" y="262125"/>
                  </a:lnTo>
                  <a:lnTo>
                    <a:pt x="4922147" y="274063"/>
                  </a:lnTo>
                  <a:lnTo>
                    <a:pt x="4834252" y="286005"/>
                  </a:lnTo>
                  <a:lnTo>
                    <a:pt x="4746356" y="297949"/>
                  </a:lnTo>
                  <a:lnTo>
                    <a:pt x="4658461" y="309898"/>
                  </a:lnTo>
                  <a:lnTo>
                    <a:pt x="4570565" y="321850"/>
                  </a:lnTo>
                  <a:lnTo>
                    <a:pt x="4482670" y="333806"/>
                  </a:lnTo>
                  <a:lnTo>
                    <a:pt x="4394774" y="345767"/>
                  </a:lnTo>
                  <a:lnTo>
                    <a:pt x="4306879" y="357733"/>
                  </a:lnTo>
                  <a:lnTo>
                    <a:pt x="4218983" y="369704"/>
                  </a:lnTo>
                  <a:lnTo>
                    <a:pt x="4131088" y="381681"/>
                  </a:lnTo>
                  <a:lnTo>
                    <a:pt x="4043192" y="393664"/>
                  </a:lnTo>
                  <a:lnTo>
                    <a:pt x="3955297" y="405654"/>
                  </a:lnTo>
                  <a:lnTo>
                    <a:pt x="3867401" y="417651"/>
                  </a:lnTo>
                  <a:lnTo>
                    <a:pt x="3779506" y="429657"/>
                  </a:lnTo>
                  <a:lnTo>
                    <a:pt x="3691610" y="441671"/>
                  </a:lnTo>
                  <a:lnTo>
                    <a:pt x="3603715" y="453695"/>
                  </a:lnTo>
                  <a:lnTo>
                    <a:pt x="3515819" y="465730"/>
                  </a:lnTo>
                  <a:lnTo>
                    <a:pt x="3427924" y="477777"/>
                  </a:lnTo>
                  <a:lnTo>
                    <a:pt x="3340028" y="489837"/>
                  </a:lnTo>
                  <a:lnTo>
                    <a:pt x="3252133" y="501912"/>
                  </a:lnTo>
                  <a:lnTo>
                    <a:pt x="3164237" y="514004"/>
                  </a:lnTo>
                  <a:lnTo>
                    <a:pt x="3076342" y="526114"/>
                  </a:lnTo>
                  <a:lnTo>
                    <a:pt x="2988446" y="538245"/>
                  </a:lnTo>
                  <a:lnTo>
                    <a:pt x="2900551" y="550400"/>
                  </a:lnTo>
                  <a:lnTo>
                    <a:pt x="2812655" y="562582"/>
                  </a:lnTo>
                  <a:lnTo>
                    <a:pt x="2724760" y="574795"/>
                  </a:lnTo>
                  <a:lnTo>
                    <a:pt x="2636864" y="587043"/>
                  </a:lnTo>
                  <a:lnTo>
                    <a:pt x="2548969" y="599333"/>
                  </a:lnTo>
                  <a:lnTo>
                    <a:pt x="2461073" y="611670"/>
                  </a:lnTo>
                  <a:lnTo>
                    <a:pt x="2373178" y="624062"/>
                  </a:lnTo>
                  <a:lnTo>
                    <a:pt x="2285282" y="636520"/>
                  </a:lnTo>
                  <a:lnTo>
                    <a:pt x="2197387" y="649054"/>
                  </a:lnTo>
                  <a:lnTo>
                    <a:pt x="2109491" y="661681"/>
                  </a:lnTo>
                  <a:lnTo>
                    <a:pt x="2021596" y="674417"/>
                  </a:lnTo>
                  <a:lnTo>
                    <a:pt x="1933700" y="687284"/>
                  </a:lnTo>
                  <a:lnTo>
                    <a:pt x="1845805" y="700310"/>
                  </a:lnTo>
                  <a:lnTo>
                    <a:pt x="1757909" y="713527"/>
                  </a:lnTo>
                  <a:lnTo>
                    <a:pt x="1670014" y="726976"/>
                  </a:lnTo>
                  <a:lnTo>
                    <a:pt x="1582118" y="740701"/>
                  </a:lnTo>
                  <a:lnTo>
                    <a:pt x="1494223" y="754755"/>
                  </a:lnTo>
                  <a:lnTo>
                    <a:pt x="1406327" y="769192"/>
                  </a:lnTo>
                  <a:lnTo>
                    <a:pt x="1318432" y="784067"/>
                  </a:lnTo>
                  <a:lnTo>
                    <a:pt x="1230536" y="799422"/>
                  </a:lnTo>
                  <a:lnTo>
                    <a:pt x="1142641" y="815286"/>
                  </a:lnTo>
                  <a:lnTo>
                    <a:pt x="1054745" y="831662"/>
                  </a:lnTo>
                  <a:lnTo>
                    <a:pt x="966850" y="848533"/>
                  </a:lnTo>
                  <a:lnTo>
                    <a:pt x="878954" y="865860"/>
                  </a:lnTo>
                  <a:lnTo>
                    <a:pt x="791059" y="883594"/>
                  </a:lnTo>
                  <a:lnTo>
                    <a:pt x="703163" y="901679"/>
                  </a:lnTo>
                  <a:lnTo>
                    <a:pt x="615268" y="920062"/>
                  </a:lnTo>
                  <a:lnTo>
                    <a:pt x="527372" y="938694"/>
                  </a:lnTo>
                  <a:lnTo>
                    <a:pt x="439477" y="957533"/>
                  </a:lnTo>
                  <a:lnTo>
                    <a:pt x="351581" y="976543"/>
                  </a:lnTo>
                  <a:lnTo>
                    <a:pt x="263686" y="995696"/>
                  </a:lnTo>
                  <a:lnTo>
                    <a:pt x="175790" y="1014966"/>
                  </a:lnTo>
                  <a:lnTo>
                    <a:pt x="87895" y="1034335"/>
                  </a:lnTo>
                  <a:lnTo>
                    <a:pt x="0" y="10537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86" name="pl486"/>
            <p:cNvSpPr/>
            <p:nvPr/>
          </p:nvSpPr>
          <p:spPr>
            <a:xfrm>
              <a:off x="1326279" y="2691919"/>
              <a:ext cx="6943744" cy="1261622"/>
            </a:xfrm>
            <a:custGeom>
              <a:avLst/>
              <a:pathLst>
                <a:path w="6943744" h="1261622">
                  <a:moveTo>
                    <a:pt x="0" y="1261622"/>
                  </a:moveTo>
                  <a:lnTo>
                    <a:pt x="87895" y="1245652"/>
                  </a:lnTo>
                  <a:lnTo>
                    <a:pt x="175790" y="1229682"/>
                  </a:lnTo>
                  <a:lnTo>
                    <a:pt x="263686" y="1213712"/>
                  </a:lnTo>
                  <a:lnTo>
                    <a:pt x="351581" y="1197742"/>
                  </a:lnTo>
                  <a:lnTo>
                    <a:pt x="439477" y="1181772"/>
                  </a:lnTo>
                  <a:lnTo>
                    <a:pt x="527372" y="1165803"/>
                  </a:lnTo>
                  <a:lnTo>
                    <a:pt x="615268" y="1149833"/>
                  </a:lnTo>
                  <a:lnTo>
                    <a:pt x="703163" y="1133863"/>
                  </a:lnTo>
                  <a:lnTo>
                    <a:pt x="791059" y="1117893"/>
                  </a:lnTo>
                  <a:lnTo>
                    <a:pt x="878954" y="1101923"/>
                  </a:lnTo>
                  <a:lnTo>
                    <a:pt x="966850" y="1085953"/>
                  </a:lnTo>
                  <a:lnTo>
                    <a:pt x="1054745" y="1069983"/>
                  </a:lnTo>
                  <a:lnTo>
                    <a:pt x="1142641" y="1054013"/>
                  </a:lnTo>
                  <a:lnTo>
                    <a:pt x="1230536" y="1038043"/>
                  </a:lnTo>
                  <a:lnTo>
                    <a:pt x="1318432" y="1022073"/>
                  </a:lnTo>
                  <a:lnTo>
                    <a:pt x="1406327" y="1006104"/>
                  </a:lnTo>
                  <a:lnTo>
                    <a:pt x="1494223" y="990134"/>
                  </a:lnTo>
                  <a:lnTo>
                    <a:pt x="1582118" y="974164"/>
                  </a:lnTo>
                  <a:lnTo>
                    <a:pt x="1670014" y="958194"/>
                  </a:lnTo>
                  <a:lnTo>
                    <a:pt x="1757909" y="942224"/>
                  </a:lnTo>
                  <a:lnTo>
                    <a:pt x="1845805" y="926254"/>
                  </a:lnTo>
                  <a:lnTo>
                    <a:pt x="1933700" y="910284"/>
                  </a:lnTo>
                  <a:lnTo>
                    <a:pt x="2021596" y="894314"/>
                  </a:lnTo>
                  <a:lnTo>
                    <a:pt x="2109491" y="878344"/>
                  </a:lnTo>
                  <a:lnTo>
                    <a:pt x="2197387" y="862374"/>
                  </a:lnTo>
                  <a:lnTo>
                    <a:pt x="2285282" y="846404"/>
                  </a:lnTo>
                  <a:lnTo>
                    <a:pt x="2373178" y="830435"/>
                  </a:lnTo>
                  <a:lnTo>
                    <a:pt x="2461073" y="814465"/>
                  </a:lnTo>
                  <a:lnTo>
                    <a:pt x="2548969" y="798495"/>
                  </a:lnTo>
                  <a:lnTo>
                    <a:pt x="2636864" y="782525"/>
                  </a:lnTo>
                  <a:lnTo>
                    <a:pt x="2724760" y="766555"/>
                  </a:lnTo>
                  <a:lnTo>
                    <a:pt x="2812655" y="750585"/>
                  </a:lnTo>
                  <a:lnTo>
                    <a:pt x="2900551" y="734615"/>
                  </a:lnTo>
                  <a:lnTo>
                    <a:pt x="2988446" y="718645"/>
                  </a:lnTo>
                  <a:lnTo>
                    <a:pt x="3076342" y="702675"/>
                  </a:lnTo>
                  <a:lnTo>
                    <a:pt x="3164237" y="686705"/>
                  </a:lnTo>
                  <a:lnTo>
                    <a:pt x="3252133" y="670736"/>
                  </a:lnTo>
                  <a:lnTo>
                    <a:pt x="3340028" y="654766"/>
                  </a:lnTo>
                  <a:lnTo>
                    <a:pt x="3427924" y="638796"/>
                  </a:lnTo>
                  <a:lnTo>
                    <a:pt x="3515819" y="622826"/>
                  </a:lnTo>
                  <a:lnTo>
                    <a:pt x="3603715" y="606856"/>
                  </a:lnTo>
                  <a:lnTo>
                    <a:pt x="3691610" y="590886"/>
                  </a:lnTo>
                  <a:lnTo>
                    <a:pt x="3779506" y="574916"/>
                  </a:lnTo>
                  <a:lnTo>
                    <a:pt x="3867401" y="558946"/>
                  </a:lnTo>
                  <a:lnTo>
                    <a:pt x="3955297" y="542976"/>
                  </a:lnTo>
                  <a:lnTo>
                    <a:pt x="4043192" y="527006"/>
                  </a:lnTo>
                  <a:lnTo>
                    <a:pt x="4131088" y="511036"/>
                  </a:lnTo>
                  <a:lnTo>
                    <a:pt x="4218983" y="495067"/>
                  </a:lnTo>
                  <a:lnTo>
                    <a:pt x="4306879" y="479097"/>
                  </a:lnTo>
                  <a:lnTo>
                    <a:pt x="4394774" y="463127"/>
                  </a:lnTo>
                  <a:lnTo>
                    <a:pt x="4482670" y="447157"/>
                  </a:lnTo>
                  <a:lnTo>
                    <a:pt x="4570565" y="431187"/>
                  </a:lnTo>
                  <a:lnTo>
                    <a:pt x="4658461" y="415217"/>
                  </a:lnTo>
                  <a:lnTo>
                    <a:pt x="4746356" y="399247"/>
                  </a:lnTo>
                  <a:lnTo>
                    <a:pt x="4834252" y="383277"/>
                  </a:lnTo>
                  <a:lnTo>
                    <a:pt x="4922147" y="367307"/>
                  </a:lnTo>
                  <a:lnTo>
                    <a:pt x="5010043" y="351337"/>
                  </a:lnTo>
                  <a:lnTo>
                    <a:pt x="5097938" y="335368"/>
                  </a:lnTo>
                  <a:lnTo>
                    <a:pt x="5185834" y="319398"/>
                  </a:lnTo>
                  <a:lnTo>
                    <a:pt x="5273729" y="303428"/>
                  </a:lnTo>
                  <a:lnTo>
                    <a:pt x="5361625" y="287458"/>
                  </a:lnTo>
                  <a:lnTo>
                    <a:pt x="5449520" y="271488"/>
                  </a:lnTo>
                  <a:lnTo>
                    <a:pt x="5537416" y="255518"/>
                  </a:lnTo>
                  <a:lnTo>
                    <a:pt x="5625311" y="239548"/>
                  </a:lnTo>
                  <a:lnTo>
                    <a:pt x="5713207" y="223578"/>
                  </a:lnTo>
                  <a:lnTo>
                    <a:pt x="5801102" y="207608"/>
                  </a:lnTo>
                  <a:lnTo>
                    <a:pt x="5888998" y="191638"/>
                  </a:lnTo>
                  <a:lnTo>
                    <a:pt x="5976893" y="175668"/>
                  </a:lnTo>
                  <a:lnTo>
                    <a:pt x="6064789" y="159699"/>
                  </a:lnTo>
                  <a:lnTo>
                    <a:pt x="6152684" y="143729"/>
                  </a:lnTo>
                  <a:lnTo>
                    <a:pt x="6240580" y="127759"/>
                  </a:lnTo>
                  <a:lnTo>
                    <a:pt x="6328475" y="111789"/>
                  </a:lnTo>
                  <a:lnTo>
                    <a:pt x="6416371" y="95819"/>
                  </a:lnTo>
                  <a:lnTo>
                    <a:pt x="6504266" y="79849"/>
                  </a:lnTo>
                  <a:lnTo>
                    <a:pt x="6592162" y="63879"/>
                  </a:lnTo>
                  <a:lnTo>
                    <a:pt x="6680057" y="47909"/>
                  </a:lnTo>
                  <a:lnTo>
                    <a:pt x="6767953" y="31939"/>
                  </a:lnTo>
                  <a:lnTo>
                    <a:pt x="6855848" y="15969"/>
                  </a:lnTo>
                  <a:lnTo>
                    <a:pt x="6943744" y="0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tx487"/>
            <p:cNvSpPr/>
            <p:nvPr/>
          </p:nvSpPr>
          <p:spPr>
            <a:xfrm>
              <a:off x="692708" y="5567843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-400</a:t>
              </a:r>
            </a:p>
          </p:txBody>
        </p:sp>
        <p:sp>
          <p:nvSpPr>
            <p:cNvPr id="488" name="tx488"/>
            <p:cNvSpPr/>
            <p:nvPr/>
          </p:nvSpPr>
          <p:spPr>
            <a:xfrm>
              <a:off x="692708" y="4632485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489" name="tx489"/>
            <p:cNvSpPr/>
            <p:nvPr/>
          </p:nvSpPr>
          <p:spPr>
            <a:xfrm>
              <a:off x="854283" y="369712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0" name="tx490"/>
            <p:cNvSpPr/>
            <p:nvPr/>
          </p:nvSpPr>
          <p:spPr>
            <a:xfrm>
              <a:off x="729924" y="276176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91" name="tx491"/>
            <p:cNvSpPr/>
            <p:nvPr/>
          </p:nvSpPr>
          <p:spPr>
            <a:xfrm>
              <a:off x="261698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2" name="tx492"/>
            <p:cNvSpPr/>
            <p:nvPr/>
          </p:nvSpPr>
          <p:spPr>
            <a:xfrm>
              <a:off x="454180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93" name="tx493"/>
            <p:cNvSpPr/>
            <p:nvPr/>
          </p:nvSpPr>
          <p:spPr>
            <a:xfrm>
              <a:off x="646662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494" name="tx494"/>
            <p:cNvSpPr/>
            <p:nvPr/>
          </p:nvSpPr>
          <p:spPr>
            <a:xfrm>
              <a:off x="839143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495" name="tx495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496" name="tx496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97" name="tx497"/>
            <p:cNvSpPr/>
            <p:nvPr/>
          </p:nvSpPr>
          <p:spPr>
            <a:xfrm>
              <a:off x="979092" y="1669789"/>
              <a:ext cx="49702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Cockcroft-Gault eGFR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2026-06-08T09:57:10Z</dcterms:modified>
  <cp:category/>
</cp:coreProperties>
</file>