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69934"/>
            </a:xfrm>
            <a:custGeom>
              <a:avLst/>
              <a:pathLst>
                <a:path w="7090630" h="3469934">
                  <a:moveTo>
                    <a:pt x="1967383" y="0"/>
                  </a:moveTo>
                  <a:lnTo>
                    <a:pt x="2005430" y="142642"/>
                  </a:lnTo>
                  <a:lnTo>
                    <a:pt x="2077053" y="391186"/>
                  </a:lnTo>
                  <a:lnTo>
                    <a:pt x="2148675" y="621242"/>
                  </a:lnTo>
                  <a:lnTo>
                    <a:pt x="2220298" y="834184"/>
                  </a:lnTo>
                  <a:lnTo>
                    <a:pt x="2291920" y="1031285"/>
                  </a:lnTo>
                  <a:lnTo>
                    <a:pt x="2363543" y="1213723"/>
                  </a:lnTo>
                  <a:lnTo>
                    <a:pt x="2435165" y="1382590"/>
                  </a:lnTo>
                  <a:lnTo>
                    <a:pt x="2506788" y="1538895"/>
                  </a:lnTo>
                  <a:lnTo>
                    <a:pt x="2578410" y="1683573"/>
                  </a:lnTo>
                  <a:lnTo>
                    <a:pt x="2650033" y="1817488"/>
                  </a:lnTo>
                  <a:lnTo>
                    <a:pt x="2721655" y="1941441"/>
                  </a:lnTo>
                  <a:lnTo>
                    <a:pt x="2793278" y="2056173"/>
                  </a:lnTo>
                  <a:lnTo>
                    <a:pt x="2864901" y="2162370"/>
                  </a:lnTo>
                  <a:lnTo>
                    <a:pt x="2936523" y="2260667"/>
                  </a:lnTo>
                  <a:lnTo>
                    <a:pt x="3008146" y="2351652"/>
                  </a:lnTo>
                  <a:lnTo>
                    <a:pt x="3079768" y="2435869"/>
                  </a:lnTo>
                  <a:lnTo>
                    <a:pt x="3151391" y="2513820"/>
                  </a:lnTo>
                  <a:lnTo>
                    <a:pt x="3223013" y="2585973"/>
                  </a:lnTo>
                  <a:lnTo>
                    <a:pt x="3294636" y="2652758"/>
                  </a:lnTo>
                  <a:lnTo>
                    <a:pt x="3366258" y="2663896"/>
                  </a:lnTo>
                  <a:lnTo>
                    <a:pt x="3437881" y="2673628"/>
                  </a:lnTo>
                  <a:lnTo>
                    <a:pt x="3509503" y="2683244"/>
                  </a:lnTo>
                  <a:lnTo>
                    <a:pt x="3581126" y="2692746"/>
                  </a:lnTo>
                  <a:lnTo>
                    <a:pt x="3652748" y="2702135"/>
                  </a:lnTo>
                  <a:lnTo>
                    <a:pt x="3724371" y="2711413"/>
                  </a:lnTo>
                  <a:lnTo>
                    <a:pt x="3795993" y="2720580"/>
                  </a:lnTo>
                  <a:lnTo>
                    <a:pt x="3867616" y="2729639"/>
                  </a:lnTo>
                  <a:lnTo>
                    <a:pt x="3939238" y="2738590"/>
                  </a:lnTo>
                  <a:lnTo>
                    <a:pt x="4010861" y="2747435"/>
                  </a:lnTo>
                  <a:lnTo>
                    <a:pt x="4082483" y="2756175"/>
                  </a:lnTo>
                  <a:lnTo>
                    <a:pt x="4154106" y="2764812"/>
                  </a:lnTo>
                  <a:lnTo>
                    <a:pt x="4225729" y="2773345"/>
                  </a:lnTo>
                  <a:lnTo>
                    <a:pt x="4297351" y="2781778"/>
                  </a:lnTo>
                  <a:lnTo>
                    <a:pt x="4368974" y="2790110"/>
                  </a:lnTo>
                  <a:lnTo>
                    <a:pt x="4440596" y="2798344"/>
                  </a:lnTo>
                  <a:lnTo>
                    <a:pt x="4512219" y="2806479"/>
                  </a:lnTo>
                  <a:lnTo>
                    <a:pt x="4583841" y="2814518"/>
                  </a:lnTo>
                  <a:lnTo>
                    <a:pt x="4655464" y="2822462"/>
                  </a:lnTo>
                  <a:lnTo>
                    <a:pt x="4727086" y="2830312"/>
                  </a:lnTo>
                  <a:lnTo>
                    <a:pt x="4798709" y="2838068"/>
                  </a:lnTo>
                  <a:lnTo>
                    <a:pt x="4870331" y="2845732"/>
                  </a:lnTo>
                  <a:lnTo>
                    <a:pt x="4941954" y="2853305"/>
                  </a:lnTo>
                  <a:lnTo>
                    <a:pt x="5013576" y="2860789"/>
                  </a:lnTo>
                  <a:lnTo>
                    <a:pt x="5085199" y="2868183"/>
                  </a:lnTo>
                  <a:lnTo>
                    <a:pt x="5156821" y="2875490"/>
                  </a:lnTo>
                  <a:lnTo>
                    <a:pt x="5228444" y="2882710"/>
                  </a:lnTo>
                  <a:lnTo>
                    <a:pt x="5300066" y="2889844"/>
                  </a:lnTo>
                  <a:lnTo>
                    <a:pt x="5371689" y="2896894"/>
                  </a:lnTo>
                  <a:lnTo>
                    <a:pt x="5443311" y="2903860"/>
                  </a:lnTo>
                  <a:lnTo>
                    <a:pt x="5514934" y="2910743"/>
                  </a:lnTo>
                  <a:lnTo>
                    <a:pt x="5586557" y="2917544"/>
                  </a:lnTo>
                  <a:lnTo>
                    <a:pt x="5658179" y="2924265"/>
                  </a:lnTo>
                  <a:lnTo>
                    <a:pt x="5729802" y="2930906"/>
                  </a:lnTo>
                  <a:lnTo>
                    <a:pt x="5801424" y="2937469"/>
                  </a:lnTo>
                  <a:lnTo>
                    <a:pt x="5873047" y="2943953"/>
                  </a:lnTo>
                  <a:lnTo>
                    <a:pt x="5944669" y="2950360"/>
                  </a:lnTo>
                  <a:lnTo>
                    <a:pt x="6016292" y="2956691"/>
                  </a:lnTo>
                  <a:lnTo>
                    <a:pt x="6087914" y="2962948"/>
                  </a:lnTo>
                  <a:lnTo>
                    <a:pt x="6159537" y="2969129"/>
                  </a:lnTo>
                  <a:lnTo>
                    <a:pt x="6231159" y="2975238"/>
                  </a:lnTo>
                  <a:lnTo>
                    <a:pt x="6302782" y="2981274"/>
                  </a:lnTo>
                  <a:lnTo>
                    <a:pt x="6374404" y="2987238"/>
                  </a:lnTo>
                  <a:lnTo>
                    <a:pt x="6446027" y="2993132"/>
                  </a:lnTo>
                  <a:lnTo>
                    <a:pt x="6517649" y="2998955"/>
                  </a:lnTo>
                  <a:lnTo>
                    <a:pt x="6589272" y="3004710"/>
                  </a:lnTo>
                  <a:lnTo>
                    <a:pt x="6660894" y="3010396"/>
                  </a:lnTo>
                  <a:lnTo>
                    <a:pt x="6732517" y="3016015"/>
                  </a:lnTo>
                  <a:lnTo>
                    <a:pt x="6804139" y="3021567"/>
                  </a:lnTo>
                  <a:lnTo>
                    <a:pt x="6875762" y="3027053"/>
                  </a:lnTo>
                  <a:lnTo>
                    <a:pt x="6947385" y="3032474"/>
                  </a:lnTo>
                  <a:lnTo>
                    <a:pt x="7019007" y="3037830"/>
                  </a:lnTo>
                  <a:lnTo>
                    <a:pt x="7090630" y="3043123"/>
                  </a:lnTo>
                  <a:lnTo>
                    <a:pt x="7090630" y="3469934"/>
                  </a:lnTo>
                  <a:lnTo>
                    <a:pt x="7019007" y="3468824"/>
                  </a:lnTo>
                  <a:lnTo>
                    <a:pt x="6947385" y="3467624"/>
                  </a:lnTo>
                  <a:lnTo>
                    <a:pt x="6875762" y="3466328"/>
                  </a:lnTo>
                  <a:lnTo>
                    <a:pt x="6804139" y="3464929"/>
                  </a:lnTo>
                  <a:lnTo>
                    <a:pt x="6732517" y="3463416"/>
                  </a:lnTo>
                  <a:lnTo>
                    <a:pt x="6660894" y="3461782"/>
                  </a:lnTo>
                  <a:lnTo>
                    <a:pt x="6589272" y="3460017"/>
                  </a:lnTo>
                  <a:lnTo>
                    <a:pt x="6517649" y="3458110"/>
                  </a:lnTo>
                  <a:lnTo>
                    <a:pt x="6446027" y="3456050"/>
                  </a:lnTo>
                  <a:lnTo>
                    <a:pt x="6374404" y="3453824"/>
                  </a:lnTo>
                  <a:lnTo>
                    <a:pt x="6302782" y="3451419"/>
                  </a:lnTo>
                  <a:lnTo>
                    <a:pt x="6231159" y="3448821"/>
                  </a:lnTo>
                  <a:lnTo>
                    <a:pt x="6159537" y="3446014"/>
                  </a:lnTo>
                  <a:lnTo>
                    <a:pt x="6087914" y="3442981"/>
                  </a:lnTo>
                  <a:lnTo>
                    <a:pt x="6016292" y="3439705"/>
                  </a:lnTo>
                  <a:lnTo>
                    <a:pt x="5944669" y="3436166"/>
                  </a:lnTo>
                  <a:lnTo>
                    <a:pt x="5873047" y="3432342"/>
                  </a:lnTo>
                  <a:lnTo>
                    <a:pt x="5801424" y="3428210"/>
                  </a:lnTo>
                  <a:lnTo>
                    <a:pt x="5729802" y="3423747"/>
                  </a:lnTo>
                  <a:lnTo>
                    <a:pt x="5658179" y="3418925"/>
                  </a:lnTo>
                  <a:lnTo>
                    <a:pt x="5586557" y="3413715"/>
                  </a:lnTo>
                  <a:lnTo>
                    <a:pt x="5514934" y="3408087"/>
                  </a:lnTo>
                  <a:lnTo>
                    <a:pt x="5443311" y="3402006"/>
                  </a:lnTo>
                  <a:lnTo>
                    <a:pt x="5371689" y="3395437"/>
                  </a:lnTo>
                  <a:lnTo>
                    <a:pt x="5300066" y="3388340"/>
                  </a:lnTo>
                  <a:lnTo>
                    <a:pt x="5228444" y="3380672"/>
                  </a:lnTo>
                  <a:lnTo>
                    <a:pt x="5156821" y="3372388"/>
                  </a:lnTo>
                  <a:lnTo>
                    <a:pt x="5085199" y="3363438"/>
                  </a:lnTo>
                  <a:lnTo>
                    <a:pt x="5013576" y="3353769"/>
                  </a:lnTo>
                  <a:lnTo>
                    <a:pt x="4941954" y="3343323"/>
                  </a:lnTo>
                  <a:lnTo>
                    <a:pt x="4870331" y="3332037"/>
                  </a:lnTo>
                  <a:lnTo>
                    <a:pt x="4798709" y="3319845"/>
                  </a:lnTo>
                  <a:lnTo>
                    <a:pt x="4727086" y="3306672"/>
                  </a:lnTo>
                  <a:lnTo>
                    <a:pt x="4655464" y="3292441"/>
                  </a:lnTo>
                  <a:lnTo>
                    <a:pt x="4583841" y="3277066"/>
                  </a:lnTo>
                  <a:lnTo>
                    <a:pt x="4512219" y="3260455"/>
                  </a:lnTo>
                  <a:lnTo>
                    <a:pt x="4440596" y="3242510"/>
                  </a:lnTo>
                  <a:lnTo>
                    <a:pt x="4368974" y="3223122"/>
                  </a:lnTo>
                  <a:lnTo>
                    <a:pt x="4297351" y="3202176"/>
                  </a:lnTo>
                  <a:lnTo>
                    <a:pt x="4225729" y="3179546"/>
                  </a:lnTo>
                  <a:lnTo>
                    <a:pt x="4154106" y="3155098"/>
                  </a:lnTo>
                  <a:lnTo>
                    <a:pt x="4082483" y="3128685"/>
                  </a:lnTo>
                  <a:lnTo>
                    <a:pt x="4010861" y="3100150"/>
                  </a:lnTo>
                  <a:lnTo>
                    <a:pt x="3939238" y="3069320"/>
                  </a:lnTo>
                  <a:lnTo>
                    <a:pt x="3867616" y="3036014"/>
                  </a:lnTo>
                  <a:lnTo>
                    <a:pt x="3795993" y="3000030"/>
                  </a:lnTo>
                  <a:lnTo>
                    <a:pt x="3724371" y="2961154"/>
                  </a:lnTo>
                  <a:lnTo>
                    <a:pt x="3652748" y="2919154"/>
                  </a:lnTo>
                  <a:lnTo>
                    <a:pt x="3581126" y="2873779"/>
                  </a:lnTo>
                  <a:lnTo>
                    <a:pt x="3509503" y="2824756"/>
                  </a:lnTo>
                  <a:lnTo>
                    <a:pt x="3437881" y="2771794"/>
                  </a:lnTo>
                  <a:lnTo>
                    <a:pt x="3366258" y="2714576"/>
                  </a:lnTo>
                  <a:lnTo>
                    <a:pt x="3294636" y="2654048"/>
                  </a:lnTo>
                  <a:lnTo>
                    <a:pt x="3223013" y="2644081"/>
                  </a:lnTo>
                  <a:lnTo>
                    <a:pt x="3151391" y="2633994"/>
                  </a:lnTo>
                  <a:lnTo>
                    <a:pt x="3079768" y="2623786"/>
                  </a:lnTo>
                  <a:lnTo>
                    <a:pt x="3008146" y="2613456"/>
                  </a:lnTo>
                  <a:lnTo>
                    <a:pt x="2936523" y="2603002"/>
                  </a:lnTo>
                  <a:lnTo>
                    <a:pt x="2864901" y="2592422"/>
                  </a:lnTo>
                  <a:lnTo>
                    <a:pt x="2793278" y="2581715"/>
                  </a:lnTo>
                  <a:lnTo>
                    <a:pt x="2721655" y="2570879"/>
                  </a:lnTo>
                  <a:lnTo>
                    <a:pt x="2650033" y="2559913"/>
                  </a:lnTo>
                  <a:lnTo>
                    <a:pt x="2578410" y="2548815"/>
                  </a:lnTo>
                  <a:lnTo>
                    <a:pt x="2506788" y="2537584"/>
                  </a:lnTo>
                  <a:lnTo>
                    <a:pt x="2435165" y="2526219"/>
                  </a:lnTo>
                  <a:lnTo>
                    <a:pt x="2363543" y="2514716"/>
                  </a:lnTo>
                  <a:lnTo>
                    <a:pt x="2291920" y="2503076"/>
                  </a:lnTo>
                  <a:lnTo>
                    <a:pt x="2220298" y="2491295"/>
                  </a:lnTo>
                  <a:lnTo>
                    <a:pt x="2148675" y="2479373"/>
                  </a:lnTo>
                  <a:lnTo>
                    <a:pt x="2077053" y="2467308"/>
                  </a:lnTo>
                  <a:lnTo>
                    <a:pt x="2005430" y="2455098"/>
                  </a:lnTo>
                  <a:lnTo>
                    <a:pt x="1933808" y="2442741"/>
                  </a:lnTo>
                  <a:lnTo>
                    <a:pt x="1862185" y="2430236"/>
                  </a:lnTo>
                  <a:lnTo>
                    <a:pt x="1790563" y="2417581"/>
                  </a:lnTo>
                  <a:lnTo>
                    <a:pt x="1718940" y="2404774"/>
                  </a:lnTo>
                  <a:lnTo>
                    <a:pt x="1647318" y="2391812"/>
                  </a:lnTo>
                  <a:lnTo>
                    <a:pt x="1575695" y="2378695"/>
                  </a:lnTo>
                  <a:lnTo>
                    <a:pt x="1504073" y="2365421"/>
                  </a:lnTo>
                  <a:lnTo>
                    <a:pt x="1432450" y="2351987"/>
                  </a:lnTo>
                  <a:lnTo>
                    <a:pt x="1360827" y="2338392"/>
                  </a:lnTo>
                  <a:lnTo>
                    <a:pt x="1289205" y="2324633"/>
                  </a:lnTo>
                  <a:lnTo>
                    <a:pt x="1217582" y="2310709"/>
                  </a:lnTo>
                  <a:lnTo>
                    <a:pt x="1145960" y="2296618"/>
                  </a:lnTo>
                  <a:lnTo>
                    <a:pt x="1074337" y="2282357"/>
                  </a:lnTo>
                  <a:lnTo>
                    <a:pt x="1002715" y="2267925"/>
                  </a:lnTo>
                  <a:lnTo>
                    <a:pt x="931092" y="2253320"/>
                  </a:lnTo>
                  <a:lnTo>
                    <a:pt x="859470" y="2238540"/>
                  </a:lnTo>
                  <a:lnTo>
                    <a:pt x="787847" y="2223582"/>
                  </a:lnTo>
                  <a:lnTo>
                    <a:pt x="716225" y="2208444"/>
                  </a:lnTo>
                  <a:lnTo>
                    <a:pt x="644602" y="2193124"/>
                  </a:lnTo>
                  <a:lnTo>
                    <a:pt x="572980" y="2177620"/>
                  </a:lnTo>
                  <a:lnTo>
                    <a:pt x="501357" y="2161930"/>
                  </a:lnTo>
                  <a:lnTo>
                    <a:pt x="429735" y="2146052"/>
                  </a:lnTo>
                  <a:lnTo>
                    <a:pt x="358112" y="2129983"/>
                  </a:lnTo>
                  <a:lnTo>
                    <a:pt x="286490" y="2113721"/>
                  </a:lnTo>
                  <a:lnTo>
                    <a:pt x="214867" y="2097263"/>
                  </a:lnTo>
                  <a:lnTo>
                    <a:pt x="143245" y="2080608"/>
                  </a:lnTo>
                  <a:lnTo>
                    <a:pt x="71622" y="2063753"/>
                  </a:lnTo>
                  <a:lnTo>
                    <a:pt x="0" y="204669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139433" y="2073503"/>
              <a:ext cx="5123246" cy="3043123"/>
            </a:xfrm>
            <a:custGeom>
              <a:avLst/>
              <a:pathLst>
                <a:path w="5123246" h="3043123">
                  <a:moveTo>
                    <a:pt x="0" y="0"/>
                  </a:moveTo>
                  <a:lnTo>
                    <a:pt x="38047" y="142642"/>
                  </a:lnTo>
                  <a:lnTo>
                    <a:pt x="109669" y="391186"/>
                  </a:lnTo>
                  <a:lnTo>
                    <a:pt x="181292" y="621242"/>
                  </a:lnTo>
                  <a:lnTo>
                    <a:pt x="252914" y="834184"/>
                  </a:lnTo>
                  <a:lnTo>
                    <a:pt x="324537" y="1031285"/>
                  </a:lnTo>
                  <a:lnTo>
                    <a:pt x="396159" y="1213723"/>
                  </a:lnTo>
                  <a:lnTo>
                    <a:pt x="467782" y="1382590"/>
                  </a:lnTo>
                  <a:lnTo>
                    <a:pt x="539404" y="1538895"/>
                  </a:lnTo>
                  <a:lnTo>
                    <a:pt x="611027" y="1683573"/>
                  </a:lnTo>
                  <a:lnTo>
                    <a:pt x="682649" y="1817488"/>
                  </a:lnTo>
                  <a:lnTo>
                    <a:pt x="754272" y="1941441"/>
                  </a:lnTo>
                  <a:lnTo>
                    <a:pt x="825894" y="2056173"/>
                  </a:lnTo>
                  <a:lnTo>
                    <a:pt x="897517" y="2162370"/>
                  </a:lnTo>
                  <a:lnTo>
                    <a:pt x="969139" y="2260667"/>
                  </a:lnTo>
                  <a:lnTo>
                    <a:pt x="1040762" y="2351652"/>
                  </a:lnTo>
                  <a:lnTo>
                    <a:pt x="1112384" y="2435869"/>
                  </a:lnTo>
                  <a:lnTo>
                    <a:pt x="1184007" y="2513820"/>
                  </a:lnTo>
                  <a:lnTo>
                    <a:pt x="1255629" y="2585973"/>
                  </a:lnTo>
                  <a:lnTo>
                    <a:pt x="1327252" y="2652758"/>
                  </a:lnTo>
                  <a:lnTo>
                    <a:pt x="1398875" y="2663896"/>
                  </a:lnTo>
                  <a:lnTo>
                    <a:pt x="1470497" y="2673628"/>
                  </a:lnTo>
                  <a:lnTo>
                    <a:pt x="1542120" y="2683244"/>
                  </a:lnTo>
                  <a:lnTo>
                    <a:pt x="1613742" y="2692746"/>
                  </a:lnTo>
                  <a:lnTo>
                    <a:pt x="1685365" y="2702135"/>
                  </a:lnTo>
                  <a:lnTo>
                    <a:pt x="1756987" y="2711413"/>
                  </a:lnTo>
                  <a:lnTo>
                    <a:pt x="1828610" y="2720580"/>
                  </a:lnTo>
                  <a:lnTo>
                    <a:pt x="1900232" y="2729639"/>
                  </a:lnTo>
                  <a:lnTo>
                    <a:pt x="1971855" y="2738590"/>
                  </a:lnTo>
                  <a:lnTo>
                    <a:pt x="2043477" y="2747435"/>
                  </a:lnTo>
                  <a:lnTo>
                    <a:pt x="2115100" y="2756175"/>
                  </a:lnTo>
                  <a:lnTo>
                    <a:pt x="2186722" y="2764812"/>
                  </a:lnTo>
                  <a:lnTo>
                    <a:pt x="2258345" y="2773345"/>
                  </a:lnTo>
                  <a:lnTo>
                    <a:pt x="2329967" y="2781778"/>
                  </a:lnTo>
                  <a:lnTo>
                    <a:pt x="2401590" y="2790110"/>
                  </a:lnTo>
                  <a:lnTo>
                    <a:pt x="2473212" y="2798344"/>
                  </a:lnTo>
                  <a:lnTo>
                    <a:pt x="2544835" y="2806479"/>
                  </a:lnTo>
                  <a:lnTo>
                    <a:pt x="2616457" y="2814518"/>
                  </a:lnTo>
                  <a:lnTo>
                    <a:pt x="2688080" y="2822462"/>
                  </a:lnTo>
                  <a:lnTo>
                    <a:pt x="2759703" y="2830312"/>
                  </a:lnTo>
                  <a:lnTo>
                    <a:pt x="2831325" y="2838068"/>
                  </a:lnTo>
                  <a:lnTo>
                    <a:pt x="2902948" y="2845732"/>
                  </a:lnTo>
                  <a:lnTo>
                    <a:pt x="2974570" y="2853305"/>
                  </a:lnTo>
                  <a:lnTo>
                    <a:pt x="3046193" y="2860789"/>
                  </a:lnTo>
                  <a:lnTo>
                    <a:pt x="3117815" y="2868183"/>
                  </a:lnTo>
                  <a:lnTo>
                    <a:pt x="3189438" y="2875490"/>
                  </a:lnTo>
                  <a:lnTo>
                    <a:pt x="3261060" y="2882710"/>
                  </a:lnTo>
                  <a:lnTo>
                    <a:pt x="3332683" y="2889844"/>
                  </a:lnTo>
                  <a:lnTo>
                    <a:pt x="3404305" y="2896894"/>
                  </a:lnTo>
                  <a:lnTo>
                    <a:pt x="3475928" y="2903860"/>
                  </a:lnTo>
                  <a:lnTo>
                    <a:pt x="3547550" y="2910743"/>
                  </a:lnTo>
                  <a:lnTo>
                    <a:pt x="3619173" y="2917544"/>
                  </a:lnTo>
                  <a:lnTo>
                    <a:pt x="3690795" y="2924265"/>
                  </a:lnTo>
                  <a:lnTo>
                    <a:pt x="3762418" y="2930906"/>
                  </a:lnTo>
                  <a:lnTo>
                    <a:pt x="3834040" y="2937469"/>
                  </a:lnTo>
                  <a:lnTo>
                    <a:pt x="3905663" y="2943953"/>
                  </a:lnTo>
                  <a:lnTo>
                    <a:pt x="3977285" y="2950360"/>
                  </a:lnTo>
                  <a:lnTo>
                    <a:pt x="4048908" y="2956691"/>
                  </a:lnTo>
                  <a:lnTo>
                    <a:pt x="4120531" y="2962948"/>
                  </a:lnTo>
                  <a:lnTo>
                    <a:pt x="4192153" y="2969129"/>
                  </a:lnTo>
                  <a:lnTo>
                    <a:pt x="4263776" y="2975238"/>
                  </a:lnTo>
                  <a:lnTo>
                    <a:pt x="4335398" y="2981274"/>
                  </a:lnTo>
                  <a:lnTo>
                    <a:pt x="4407021" y="2987238"/>
                  </a:lnTo>
                  <a:lnTo>
                    <a:pt x="4478643" y="2993132"/>
                  </a:lnTo>
                  <a:lnTo>
                    <a:pt x="4550266" y="2998955"/>
                  </a:lnTo>
                  <a:lnTo>
                    <a:pt x="4621888" y="3004710"/>
                  </a:lnTo>
                  <a:lnTo>
                    <a:pt x="4693511" y="3010396"/>
                  </a:lnTo>
                  <a:lnTo>
                    <a:pt x="4765133" y="3016015"/>
                  </a:lnTo>
                  <a:lnTo>
                    <a:pt x="4836756" y="3021567"/>
                  </a:lnTo>
                  <a:lnTo>
                    <a:pt x="4908378" y="3027053"/>
                  </a:lnTo>
                  <a:lnTo>
                    <a:pt x="4980001" y="3032474"/>
                  </a:lnTo>
                  <a:lnTo>
                    <a:pt x="5051623" y="3037830"/>
                  </a:lnTo>
                  <a:lnTo>
                    <a:pt x="5123246" y="30431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120198"/>
              <a:ext cx="7090630" cy="1423238"/>
            </a:xfrm>
            <a:custGeom>
              <a:avLst/>
              <a:pathLst>
                <a:path w="7090630" h="1423238">
                  <a:moveTo>
                    <a:pt x="7090630" y="1423238"/>
                  </a:moveTo>
                  <a:lnTo>
                    <a:pt x="7019007" y="1422128"/>
                  </a:lnTo>
                  <a:lnTo>
                    <a:pt x="6947385" y="1420929"/>
                  </a:lnTo>
                  <a:lnTo>
                    <a:pt x="6875762" y="1419633"/>
                  </a:lnTo>
                  <a:lnTo>
                    <a:pt x="6804139" y="1418233"/>
                  </a:lnTo>
                  <a:lnTo>
                    <a:pt x="6732517" y="1416721"/>
                  </a:lnTo>
                  <a:lnTo>
                    <a:pt x="6660894" y="1415087"/>
                  </a:lnTo>
                  <a:lnTo>
                    <a:pt x="6589272" y="1413322"/>
                  </a:lnTo>
                  <a:lnTo>
                    <a:pt x="6517649" y="1411415"/>
                  </a:lnTo>
                  <a:lnTo>
                    <a:pt x="6446027" y="1409354"/>
                  </a:lnTo>
                  <a:lnTo>
                    <a:pt x="6374404" y="1407128"/>
                  </a:lnTo>
                  <a:lnTo>
                    <a:pt x="6302782" y="1404724"/>
                  </a:lnTo>
                  <a:lnTo>
                    <a:pt x="6231159" y="1402125"/>
                  </a:lnTo>
                  <a:lnTo>
                    <a:pt x="6159537" y="1399319"/>
                  </a:lnTo>
                  <a:lnTo>
                    <a:pt x="6087914" y="1396286"/>
                  </a:lnTo>
                  <a:lnTo>
                    <a:pt x="6016292" y="1393010"/>
                  </a:lnTo>
                  <a:lnTo>
                    <a:pt x="5944669" y="1389470"/>
                  </a:lnTo>
                  <a:lnTo>
                    <a:pt x="5873047" y="1385646"/>
                  </a:lnTo>
                  <a:lnTo>
                    <a:pt x="5801424" y="1381515"/>
                  </a:lnTo>
                  <a:lnTo>
                    <a:pt x="5729802" y="1377052"/>
                  </a:lnTo>
                  <a:lnTo>
                    <a:pt x="5658179" y="1372229"/>
                  </a:lnTo>
                  <a:lnTo>
                    <a:pt x="5586557" y="1367020"/>
                  </a:lnTo>
                  <a:lnTo>
                    <a:pt x="5514934" y="1361392"/>
                  </a:lnTo>
                  <a:lnTo>
                    <a:pt x="5443311" y="1355311"/>
                  </a:lnTo>
                  <a:lnTo>
                    <a:pt x="5371689" y="1348742"/>
                  </a:lnTo>
                  <a:lnTo>
                    <a:pt x="5300066" y="1341644"/>
                  </a:lnTo>
                  <a:lnTo>
                    <a:pt x="5228444" y="1333976"/>
                  </a:lnTo>
                  <a:lnTo>
                    <a:pt x="5156821" y="1325693"/>
                  </a:lnTo>
                  <a:lnTo>
                    <a:pt x="5085199" y="1316743"/>
                  </a:lnTo>
                  <a:lnTo>
                    <a:pt x="5013576" y="1307074"/>
                  </a:lnTo>
                  <a:lnTo>
                    <a:pt x="4941954" y="1296628"/>
                  </a:lnTo>
                  <a:lnTo>
                    <a:pt x="4870331" y="1285342"/>
                  </a:lnTo>
                  <a:lnTo>
                    <a:pt x="4798709" y="1273149"/>
                  </a:lnTo>
                  <a:lnTo>
                    <a:pt x="4727086" y="1259977"/>
                  </a:lnTo>
                  <a:lnTo>
                    <a:pt x="4655464" y="1245746"/>
                  </a:lnTo>
                  <a:lnTo>
                    <a:pt x="4583841" y="1230371"/>
                  </a:lnTo>
                  <a:lnTo>
                    <a:pt x="4512219" y="1213760"/>
                  </a:lnTo>
                  <a:lnTo>
                    <a:pt x="4440596" y="1195814"/>
                  </a:lnTo>
                  <a:lnTo>
                    <a:pt x="4368974" y="1176427"/>
                  </a:lnTo>
                  <a:lnTo>
                    <a:pt x="4297351" y="1155481"/>
                  </a:lnTo>
                  <a:lnTo>
                    <a:pt x="4225729" y="1132851"/>
                  </a:lnTo>
                  <a:lnTo>
                    <a:pt x="4154106" y="1108403"/>
                  </a:lnTo>
                  <a:lnTo>
                    <a:pt x="4082483" y="1081990"/>
                  </a:lnTo>
                  <a:lnTo>
                    <a:pt x="4010861" y="1053454"/>
                  </a:lnTo>
                  <a:lnTo>
                    <a:pt x="3939238" y="1022625"/>
                  </a:lnTo>
                  <a:lnTo>
                    <a:pt x="3867616" y="989318"/>
                  </a:lnTo>
                  <a:lnTo>
                    <a:pt x="3795993" y="953335"/>
                  </a:lnTo>
                  <a:lnTo>
                    <a:pt x="3724371" y="914459"/>
                  </a:lnTo>
                  <a:lnTo>
                    <a:pt x="3652748" y="872459"/>
                  </a:lnTo>
                  <a:lnTo>
                    <a:pt x="3581126" y="827083"/>
                  </a:lnTo>
                  <a:lnTo>
                    <a:pt x="3509503" y="778061"/>
                  </a:lnTo>
                  <a:lnTo>
                    <a:pt x="3437881" y="725099"/>
                  </a:lnTo>
                  <a:lnTo>
                    <a:pt x="3366258" y="667880"/>
                  </a:lnTo>
                  <a:lnTo>
                    <a:pt x="3294636" y="607352"/>
                  </a:lnTo>
                  <a:lnTo>
                    <a:pt x="3223013" y="597385"/>
                  </a:lnTo>
                  <a:lnTo>
                    <a:pt x="3151391" y="587299"/>
                  </a:lnTo>
                  <a:lnTo>
                    <a:pt x="3079768" y="577091"/>
                  </a:lnTo>
                  <a:lnTo>
                    <a:pt x="3008146" y="566761"/>
                  </a:lnTo>
                  <a:lnTo>
                    <a:pt x="2936523" y="556306"/>
                  </a:lnTo>
                  <a:lnTo>
                    <a:pt x="2864901" y="545726"/>
                  </a:lnTo>
                  <a:lnTo>
                    <a:pt x="2793278" y="535019"/>
                  </a:lnTo>
                  <a:lnTo>
                    <a:pt x="2721655" y="524184"/>
                  </a:lnTo>
                  <a:lnTo>
                    <a:pt x="2650033" y="513218"/>
                  </a:lnTo>
                  <a:lnTo>
                    <a:pt x="2578410" y="502120"/>
                  </a:lnTo>
                  <a:lnTo>
                    <a:pt x="2506788" y="490889"/>
                  </a:lnTo>
                  <a:lnTo>
                    <a:pt x="2435165" y="479523"/>
                  </a:lnTo>
                  <a:lnTo>
                    <a:pt x="2363543" y="468021"/>
                  </a:lnTo>
                  <a:lnTo>
                    <a:pt x="2291920" y="456380"/>
                  </a:lnTo>
                  <a:lnTo>
                    <a:pt x="2220298" y="444600"/>
                  </a:lnTo>
                  <a:lnTo>
                    <a:pt x="2148675" y="432678"/>
                  </a:lnTo>
                  <a:lnTo>
                    <a:pt x="2077053" y="420613"/>
                  </a:lnTo>
                  <a:lnTo>
                    <a:pt x="2005430" y="408403"/>
                  </a:lnTo>
                  <a:lnTo>
                    <a:pt x="1933808" y="396046"/>
                  </a:lnTo>
                  <a:lnTo>
                    <a:pt x="1862185" y="383541"/>
                  </a:lnTo>
                  <a:lnTo>
                    <a:pt x="1790563" y="370886"/>
                  </a:lnTo>
                  <a:lnTo>
                    <a:pt x="1718940" y="358078"/>
                  </a:lnTo>
                  <a:lnTo>
                    <a:pt x="1647318" y="345117"/>
                  </a:lnTo>
                  <a:lnTo>
                    <a:pt x="1575695" y="332000"/>
                  </a:lnTo>
                  <a:lnTo>
                    <a:pt x="1504073" y="318726"/>
                  </a:lnTo>
                  <a:lnTo>
                    <a:pt x="1432450" y="305292"/>
                  </a:lnTo>
                  <a:lnTo>
                    <a:pt x="1360827" y="291696"/>
                  </a:lnTo>
                  <a:lnTo>
                    <a:pt x="1289205" y="277938"/>
                  </a:lnTo>
                  <a:lnTo>
                    <a:pt x="1217582" y="264014"/>
                  </a:lnTo>
                  <a:lnTo>
                    <a:pt x="1145960" y="249922"/>
                  </a:lnTo>
                  <a:lnTo>
                    <a:pt x="1074337" y="235662"/>
                  </a:lnTo>
                  <a:lnTo>
                    <a:pt x="1002715" y="221230"/>
                  </a:lnTo>
                  <a:lnTo>
                    <a:pt x="931092" y="206625"/>
                  </a:lnTo>
                  <a:lnTo>
                    <a:pt x="859470" y="191844"/>
                  </a:lnTo>
                  <a:lnTo>
                    <a:pt x="787847" y="176886"/>
                  </a:lnTo>
                  <a:lnTo>
                    <a:pt x="716225" y="161748"/>
                  </a:lnTo>
                  <a:lnTo>
                    <a:pt x="644602" y="146429"/>
                  </a:lnTo>
                  <a:lnTo>
                    <a:pt x="572980" y="130925"/>
                  </a:lnTo>
                  <a:lnTo>
                    <a:pt x="501357" y="115235"/>
                  </a:lnTo>
                  <a:lnTo>
                    <a:pt x="429735" y="99357"/>
                  </a:lnTo>
                  <a:lnTo>
                    <a:pt x="358112" y="83288"/>
                  </a:lnTo>
                  <a:lnTo>
                    <a:pt x="286490" y="67025"/>
                  </a:lnTo>
                  <a:lnTo>
                    <a:pt x="214867" y="50568"/>
                  </a:lnTo>
                  <a:lnTo>
                    <a:pt x="143245" y="33913"/>
                  </a:lnTo>
                  <a:lnTo>
                    <a:pt x="71622" y="1705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165110" y="2073503"/>
              <a:ext cx="6097568" cy="3405732"/>
            </a:xfrm>
            <a:custGeom>
              <a:avLst/>
              <a:pathLst>
                <a:path w="6097568" h="3405732">
                  <a:moveTo>
                    <a:pt x="0" y="0"/>
                  </a:moveTo>
                  <a:lnTo>
                    <a:pt x="9653" y="21296"/>
                  </a:lnTo>
                  <a:lnTo>
                    <a:pt x="81276" y="172400"/>
                  </a:lnTo>
                  <a:lnTo>
                    <a:pt x="152898" y="316909"/>
                  </a:lnTo>
                  <a:lnTo>
                    <a:pt x="224521" y="455112"/>
                  </a:lnTo>
                  <a:lnTo>
                    <a:pt x="296143" y="587284"/>
                  </a:lnTo>
                  <a:lnTo>
                    <a:pt x="367766" y="713688"/>
                  </a:lnTo>
                  <a:lnTo>
                    <a:pt x="439388" y="834575"/>
                  </a:lnTo>
                  <a:lnTo>
                    <a:pt x="511011" y="950187"/>
                  </a:lnTo>
                  <a:lnTo>
                    <a:pt x="582633" y="1060754"/>
                  </a:lnTo>
                  <a:lnTo>
                    <a:pt x="654256" y="1166495"/>
                  </a:lnTo>
                  <a:lnTo>
                    <a:pt x="725878" y="1267622"/>
                  </a:lnTo>
                  <a:lnTo>
                    <a:pt x="797501" y="1364335"/>
                  </a:lnTo>
                  <a:lnTo>
                    <a:pt x="869124" y="1456828"/>
                  </a:lnTo>
                  <a:lnTo>
                    <a:pt x="940746" y="1545284"/>
                  </a:lnTo>
                  <a:lnTo>
                    <a:pt x="1012369" y="1629880"/>
                  </a:lnTo>
                  <a:lnTo>
                    <a:pt x="1083991" y="1710784"/>
                  </a:lnTo>
                  <a:lnTo>
                    <a:pt x="1155614" y="1788157"/>
                  </a:lnTo>
                  <a:lnTo>
                    <a:pt x="1227236" y="1862154"/>
                  </a:lnTo>
                  <a:lnTo>
                    <a:pt x="1298859" y="1932922"/>
                  </a:lnTo>
                  <a:lnTo>
                    <a:pt x="1370481" y="2000601"/>
                  </a:lnTo>
                  <a:lnTo>
                    <a:pt x="1442104" y="2065326"/>
                  </a:lnTo>
                  <a:lnTo>
                    <a:pt x="1513726" y="2127227"/>
                  </a:lnTo>
                  <a:lnTo>
                    <a:pt x="1585349" y="2186427"/>
                  </a:lnTo>
                  <a:lnTo>
                    <a:pt x="1656971" y="2243043"/>
                  </a:lnTo>
                  <a:lnTo>
                    <a:pt x="1728594" y="2297188"/>
                  </a:lnTo>
                  <a:lnTo>
                    <a:pt x="1800216" y="2348970"/>
                  </a:lnTo>
                  <a:lnTo>
                    <a:pt x="1871839" y="2398493"/>
                  </a:lnTo>
                  <a:lnTo>
                    <a:pt x="1943461" y="2445854"/>
                  </a:lnTo>
                  <a:lnTo>
                    <a:pt x="2015084" y="2491149"/>
                  </a:lnTo>
                  <a:lnTo>
                    <a:pt x="2086706" y="2534466"/>
                  </a:lnTo>
                  <a:lnTo>
                    <a:pt x="2158329" y="2575894"/>
                  </a:lnTo>
                  <a:lnTo>
                    <a:pt x="2229952" y="2615513"/>
                  </a:lnTo>
                  <a:lnTo>
                    <a:pt x="2301574" y="2653403"/>
                  </a:lnTo>
                  <a:lnTo>
                    <a:pt x="2373197" y="2689640"/>
                  </a:lnTo>
                  <a:lnTo>
                    <a:pt x="2444819" y="2724295"/>
                  </a:lnTo>
                  <a:lnTo>
                    <a:pt x="2516442" y="2757438"/>
                  </a:lnTo>
                  <a:lnTo>
                    <a:pt x="2588064" y="2789135"/>
                  </a:lnTo>
                  <a:lnTo>
                    <a:pt x="2659687" y="2819448"/>
                  </a:lnTo>
                  <a:lnTo>
                    <a:pt x="2731309" y="2848439"/>
                  </a:lnTo>
                  <a:lnTo>
                    <a:pt x="2802932" y="2876164"/>
                  </a:lnTo>
                  <a:lnTo>
                    <a:pt x="2874554" y="2902680"/>
                  </a:lnTo>
                  <a:lnTo>
                    <a:pt x="2946177" y="2928038"/>
                  </a:lnTo>
                  <a:lnTo>
                    <a:pt x="3017799" y="2952289"/>
                  </a:lnTo>
                  <a:lnTo>
                    <a:pt x="3089422" y="2975482"/>
                  </a:lnTo>
                  <a:lnTo>
                    <a:pt x="3161044" y="2997664"/>
                  </a:lnTo>
                  <a:lnTo>
                    <a:pt x="3232667" y="3018877"/>
                  </a:lnTo>
                  <a:lnTo>
                    <a:pt x="3304289" y="3039164"/>
                  </a:lnTo>
                  <a:lnTo>
                    <a:pt x="3375912" y="3058566"/>
                  </a:lnTo>
                  <a:lnTo>
                    <a:pt x="3447534" y="3077121"/>
                  </a:lnTo>
                  <a:lnTo>
                    <a:pt x="3519157" y="3094866"/>
                  </a:lnTo>
                  <a:lnTo>
                    <a:pt x="3590780" y="3111837"/>
                  </a:lnTo>
                  <a:lnTo>
                    <a:pt x="3662402" y="3128068"/>
                  </a:lnTo>
                  <a:lnTo>
                    <a:pt x="3734025" y="3143590"/>
                  </a:lnTo>
                  <a:lnTo>
                    <a:pt x="3805647" y="3158435"/>
                  </a:lnTo>
                  <a:lnTo>
                    <a:pt x="3877270" y="3172631"/>
                  </a:lnTo>
                  <a:lnTo>
                    <a:pt x="3948892" y="3186209"/>
                  </a:lnTo>
                  <a:lnTo>
                    <a:pt x="4020515" y="3199193"/>
                  </a:lnTo>
                  <a:lnTo>
                    <a:pt x="4092137" y="3211612"/>
                  </a:lnTo>
                  <a:lnTo>
                    <a:pt x="4163760" y="3223488"/>
                  </a:lnTo>
                  <a:lnTo>
                    <a:pt x="4235382" y="3234846"/>
                  </a:lnTo>
                  <a:lnTo>
                    <a:pt x="4307005" y="3245708"/>
                  </a:lnTo>
                  <a:lnTo>
                    <a:pt x="4378627" y="3256096"/>
                  </a:lnTo>
                  <a:lnTo>
                    <a:pt x="4450250" y="3266031"/>
                  </a:lnTo>
                  <a:lnTo>
                    <a:pt x="4521872" y="3275532"/>
                  </a:lnTo>
                  <a:lnTo>
                    <a:pt x="4593495" y="3284619"/>
                  </a:lnTo>
                  <a:lnTo>
                    <a:pt x="4665117" y="3293309"/>
                  </a:lnTo>
                  <a:lnTo>
                    <a:pt x="4736740" y="3301620"/>
                  </a:lnTo>
                  <a:lnTo>
                    <a:pt x="4808362" y="3309568"/>
                  </a:lnTo>
                  <a:lnTo>
                    <a:pt x="4879985" y="3317169"/>
                  </a:lnTo>
                  <a:lnTo>
                    <a:pt x="4951608" y="3324439"/>
                  </a:lnTo>
                  <a:lnTo>
                    <a:pt x="5023230" y="3331391"/>
                  </a:lnTo>
                  <a:lnTo>
                    <a:pt x="5094853" y="3338040"/>
                  </a:lnTo>
                  <a:lnTo>
                    <a:pt x="5166475" y="3344399"/>
                  </a:lnTo>
                  <a:lnTo>
                    <a:pt x="5238098" y="3350480"/>
                  </a:lnTo>
                  <a:lnTo>
                    <a:pt x="5309720" y="3356296"/>
                  </a:lnTo>
                  <a:lnTo>
                    <a:pt x="5381343" y="3361858"/>
                  </a:lnTo>
                  <a:lnTo>
                    <a:pt x="5452965" y="3367177"/>
                  </a:lnTo>
                  <a:lnTo>
                    <a:pt x="5524588" y="3372264"/>
                  </a:lnTo>
                  <a:lnTo>
                    <a:pt x="5596210" y="3377129"/>
                  </a:lnTo>
                  <a:lnTo>
                    <a:pt x="5667833" y="3381782"/>
                  </a:lnTo>
                  <a:lnTo>
                    <a:pt x="5739455" y="3386232"/>
                  </a:lnTo>
                  <a:lnTo>
                    <a:pt x="5811078" y="3390488"/>
                  </a:lnTo>
                  <a:lnTo>
                    <a:pt x="5882700" y="3394558"/>
                  </a:lnTo>
                  <a:lnTo>
                    <a:pt x="5954323" y="3398450"/>
                  </a:lnTo>
                  <a:lnTo>
                    <a:pt x="6025945" y="3402172"/>
                  </a:lnTo>
                  <a:lnTo>
                    <a:pt x="6097568" y="340573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1.67 (1.15-2.43), p = 0.007  |  per IQR decline (Δ = 29.5 %): 4.54 (1.50-13.73)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19244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Nausea/Vomiting/GI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2026-07-22T14:13:29Z</dcterms:modified>
  <cp:category/>
</cp:coreProperties>
</file>