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665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045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2425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806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97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6355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3735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1115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84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097238"/>
            </a:xfrm>
            <a:custGeom>
              <a:avLst/>
              <a:pathLst>
                <a:path w="7090630" h="3097238">
                  <a:moveTo>
                    <a:pt x="538263" y="0"/>
                  </a:moveTo>
                  <a:lnTo>
                    <a:pt x="572980" y="40596"/>
                  </a:lnTo>
                  <a:lnTo>
                    <a:pt x="644602" y="122358"/>
                  </a:lnTo>
                  <a:lnTo>
                    <a:pt x="716225" y="202178"/>
                  </a:lnTo>
                  <a:lnTo>
                    <a:pt x="787847" y="280104"/>
                  </a:lnTo>
                  <a:lnTo>
                    <a:pt x="859470" y="356179"/>
                  </a:lnTo>
                  <a:lnTo>
                    <a:pt x="931092" y="430447"/>
                  </a:lnTo>
                  <a:lnTo>
                    <a:pt x="1002715" y="502952"/>
                  </a:lnTo>
                  <a:lnTo>
                    <a:pt x="1074337" y="573735"/>
                  </a:lnTo>
                  <a:lnTo>
                    <a:pt x="1145960" y="642837"/>
                  </a:lnTo>
                  <a:lnTo>
                    <a:pt x="1217582" y="710298"/>
                  </a:lnTo>
                  <a:lnTo>
                    <a:pt x="1289205" y="776157"/>
                  </a:lnTo>
                  <a:lnTo>
                    <a:pt x="1360827" y="840453"/>
                  </a:lnTo>
                  <a:lnTo>
                    <a:pt x="1432450" y="903221"/>
                  </a:lnTo>
                  <a:lnTo>
                    <a:pt x="1504073" y="964499"/>
                  </a:lnTo>
                  <a:lnTo>
                    <a:pt x="1575695" y="1024322"/>
                  </a:lnTo>
                  <a:lnTo>
                    <a:pt x="1647318" y="1082724"/>
                  </a:lnTo>
                  <a:lnTo>
                    <a:pt x="1718940" y="1139740"/>
                  </a:lnTo>
                  <a:lnTo>
                    <a:pt x="1790563" y="1195401"/>
                  </a:lnTo>
                  <a:lnTo>
                    <a:pt x="1862185" y="1249741"/>
                  </a:lnTo>
                  <a:lnTo>
                    <a:pt x="1933808" y="1302791"/>
                  </a:lnTo>
                  <a:lnTo>
                    <a:pt x="2005430" y="1354580"/>
                  </a:lnTo>
                  <a:lnTo>
                    <a:pt x="2077053" y="1405140"/>
                  </a:lnTo>
                  <a:lnTo>
                    <a:pt x="2148675" y="1454500"/>
                  </a:lnTo>
                  <a:lnTo>
                    <a:pt x="2220298" y="1502687"/>
                  </a:lnTo>
                  <a:lnTo>
                    <a:pt x="2291920" y="1549730"/>
                  </a:lnTo>
                  <a:lnTo>
                    <a:pt x="2363543" y="1595656"/>
                  </a:lnTo>
                  <a:lnTo>
                    <a:pt x="2435165" y="1640491"/>
                  </a:lnTo>
                  <a:lnTo>
                    <a:pt x="2506788" y="1684261"/>
                  </a:lnTo>
                  <a:lnTo>
                    <a:pt x="2578410" y="1726993"/>
                  </a:lnTo>
                  <a:lnTo>
                    <a:pt x="2650033" y="1768709"/>
                  </a:lnTo>
                  <a:lnTo>
                    <a:pt x="2721655" y="1809435"/>
                  </a:lnTo>
                  <a:lnTo>
                    <a:pt x="2793278" y="1849194"/>
                  </a:lnTo>
                  <a:lnTo>
                    <a:pt x="2864901" y="1888008"/>
                  </a:lnTo>
                  <a:lnTo>
                    <a:pt x="2936523" y="1925901"/>
                  </a:lnTo>
                  <a:lnTo>
                    <a:pt x="3008146" y="1962895"/>
                  </a:lnTo>
                  <a:lnTo>
                    <a:pt x="3079768" y="1999009"/>
                  </a:lnTo>
                  <a:lnTo>
                    <a:pt x="3151391" y="2034266"/>
                  </a:lnTo>
                  <a:lnTo>
                    <a:pt x="3223013" y="2068686"/>
                  </a:lnTo>
                  <a:lnTo>
                    <a:pt x="3294636" y="2102289"/>
                  </a:lnTo>
                  <a:lnTo>
                    <a:pt x="3366258" y="2135093"/>
                  </a:lnTo>
                  <a:lnTo>
                    <a:pt x="3437881" y="2167119"/>
                  </a:lnTo>
                  <a:lnTo>
                    <a:pt x="3509503" y="2198384"/>
                  </a:lnTo>
                  <a:lnTo>
                    <a:pt x="3581126" y="2228907"/>
                  </a:lnTo>
                  <a:lnTo>
                    <a:pt x="3652748" y="2258704"/>
                  </a:lnTo>
                  <a:lnTo>
                    <a:pt x="3724371" y="2287795"/>
                  </a:lnTo>
                  <a:lnTo>
                    <a:pt x="3795993" y="2316194"/>
                  </a:lnTo>
                  <a:lnTo>
                    <a:pt x="3867616" y="2343919"/>
                  </a:lnTo>
                  <a:lnTo>
                    <a:pt x="3939238" y="2370986"/>
                  </a:lnTo>
                  <a:lnTo>
                    <a:pt x="4010861" y="2397410"/>
                  </a:lnTo>
                  <a:lnTo>
                    <a:pt x="4082483" y="2423207"/>
                  </a:lnTo>
                  <a:lnTo>
                    <a:pt x="4154106" y="2448390"/>
                  </a:lnTo>
                  <a:lnTo>
                    <a:pt x="4225729" y="2472976"/>
                  </a:lnTo>
                  <a:lnTo>
                    <a:pt x="4297351" y="2496978"/>
                  </a:lnTo>
                  <a:lnTo>
                    <a:pt x="4368974" y="2520411"/>
                  </a:lnTo>
                  <a:lnTo>
                    <a:pt x="4440596" y="2543286"/>
                  </a:lnTo>
                  <a:lnTo>
                    <a:pt x="4512219" y="2565619"/>
                  </a:lnTo>
                  <a:lnTo>
                    <a:pt x="4583841" y="2587421"/>
                  </a:lnTo>
                  <a:lnTo>
                    <a:pt x="4655464" y="2608705"/>
                  </a:lnTo>
                  <a:lnTo>
                    <a:pt x="4727086" y="2629484"/>
                  </a:lnTo>
                  <a:lnTo>
                    <a:pt x="4798709" y="2649770"/>
                  </a:lnTo>
                  <a:lnTo>
                    <a:pt x="4870331" y="2651732"/>
                  </a:lnTo>
                  <a:lnTo>
                    <a:pt x="4941954" y="2648426"/>
                  </a:lnTo>
                  <a:lnTo>
                    <a:pt x="5013576" y="2645106"/>
                  </a:lnTo>
                  <a:lnTo>
                    <a:pt x="5085199" y="2641773"/>
                  </a:lnTo>
                  <a:lnTo>
                    <a:pt x="5156821" y="2638427"/>
                  </a:lnTo>
                  <a:lnTo>
                    <a:pt x="5228444" y="2635068"/>
                  </a:lnTo>
                  <a:lnTo>
                    <a:pt x="5300066" y="2631695"/>
                  </a:lnTo>
                  <a:lnTo>
                    <a:pt x="5371689" y="2628309"/>
                  </a:lnTo>
                  <a:lnTo>
                    <a:pt x="5443311" y="2624910"/>
                  </a:lnTo>
                  <a:lnTo>
                    <a:pt x="5514934" y="2621497"/>
                  </a:lnTo>
                  <a:lnTo>
                    <a:pt x="5586557" y="2618070"/>
                  </a:lnTo>
                  <a:lnTo>
                    <a:pt x="5658179" y="2614630"/>
                  </a:lnTo>
                  <a:lnTo>
                    <a:pt x="5729802" y="2611176"/>
                  </a:lnTo>
                  <a:lnTo>
                    <a:pt x="5801424" y="2607709"/>
                  </a:lnTo>
                  <a:lnTo>
                    <a:pt x="5873047" y="2604227"/>
                  </a:lnTo>
                  <a:lnTo>
                    <a:pt x="5944669" y="2600732"/>
                  </a:lnTo>
                  <a:lnTo>
                    <a:pt x="6016292" y="2597223"/>
                  </a:lnTo>
                  <a:lnTo>
                    <a:pt x="6087914" y="2593700"/>
                  </a:lnTo>
                  <a:lnTo>
                    <a:pt x="6159537" y="2590163"/>
                  </a:lnTo>
                  <a:lnTo>
                    <a:pt x="6231159" y="2586612"/>
                  </a:lnTo>
                  <a:lnTo>
                    <a:pt x="6302782" y="2583047"/>
                  </a:lnTo>
                  <a:lnTo>
                    <a:pt x="6374404" y="2579467"/>
                  </a:lnTo>
                  <a:lnTo>
                    <a:pt x="6446027" y="2575874"/>
                  </a:lnTo>
                  <a:lnTo>
                    <a:pt x="6517649" y="2572266"/>
                  </a:lnTo>
                  <a:lnTo>
                    <a:pt x="6589272" y="2568643"/>
                  </a:lnTo>
                  <a:lnTo>
                    <a:pt x="6660894" y="2565007"/>
                  </a:lnTo>
                  <a:lnTo>
                    <a:pt x="6732517" y="2561356"/>
                  </a:lnTo>
                  <a:lnTo>
                    <a:pt x="6804139" y="2557690"/>
                  </a:lnTo>
                  <a:lnTo>
                    <a:pt x="6875762" y="2554010"/>
                  </a:lnTo>
                  <a:lnTo>
                    <a:pt x="6947385" y="2550315"/>
                  </a:lnTo>
                  <a:lnTo>
                    <a:pt x="7019007" y="2546606"/>
                  </a:lnTo>
                  <a:lnTo>
                    <a:pt x="7090630" y="2542882"/>
                  </a:lnTo>
                  <a:lnTo>
                    <a:pt x="7090630" y="3097238"/>
                  </a:lnTo>
                  <a:lnTo>
                    <a:pt x="7019007" y="3087836"/>
                  </a:lnTo>
                  <a:lnTo>
                    <a:pt x="6947385" y="3078206"/>
                  </a:lnTo>
                  <a:lnTo>
                    <a:pt x="6875762" y="3068342"/>
                  </a:lnTo>
                  <a:lnTo>
                    <a:pt x="6804139" y="3058238"/>
                  </a:lnTo>
                  <a:lnTo>
                    <a:pt x="6732517" y="3047888"/>
                  </a:lnTo>
                  <a:lnTo>
                    <a:pt x="6660894" y="3037286"/>
                  </a:lnTo>
                  <a:lnTo>
                    <a:pt x="6589272" y="3026426"/>
                  </a:lnTo>
                  <a:lnTo>
                    <a:pt x="6517649" y="3015302"/>
                  </a:lnTo>
                  <a:lnTo>
                    <a:pt x="6446027" y="3003908"/>
                  </a:lnTo>
                  <a:lnTo>
                    <a:pt x="6374404" y="2992236"/>
                  </a:lnTo>
                  <a:lnTo>
                    <a:pt x="6302782" y="2980281"/>
                  </a:lnTo>
                  <a:lnTo>
                    <a:pt x="6231159" y="2968034"/>
                  </a:lnTo>
                  <a:lnTo>
                    <a:pt x="6159537" y="2955490"/>
                  </a:lnTo>
                  <a:lnTo>
                    <a:pt x="6087914" y="2942641"/>
                  </a:lnTo>
                  <a:lnTo>
                    <a:pt x="6016292" y="2929479"/>
                  </a:lnTo>
                  <a:lnTo>
                    <a:pt x="5944669" y="2915997"/>
                  </a:lnTo>
                  <a:lnTo>
                    <a:pt x="5873047" y="2902187"/>
                  </a:lnTo>
                  <a:lnTo>
                    <a:pt x="5801424" y="2888042"/>
                  </a:lnTo>
                  <a:lnTo>
                    <a:pt x="5729802" y="2873552"/>
                  </a:lnTo>
                  <a:lnTo>
                    <a:pt x="5658179" y="2858709"/>
                  </a:lnTo>
                  <a:lnTo>
                    <a:pt x="5586557" y="2843506"/>
                  </a:lnTo>
                  <a:lnTo>
                    <a:pt x="5514934" y="2827933"/>
                  </a:lnTo>
                  <a:lnTo>
                    <a:pt x="5443311" y="2811981"/>
                  </a:lnTo>
                  <a:lnTo>
                    <a:pt x="5371689" y="2795641"/>
                  </a:lnTo>
                  <a:lnTo>
                    <a:pt x="5300066" y="2778903"/>
                  </a:lnTo>
                  <a:lnTo>
                    <a:pt x="5228444" y="2761759"/>
                  </a:lnTo>
                  <a:lnTo>
                    <a:pt x="5156821" y="2744197"/>
                  </a:lnTo>
                  <a:lnTo>
                    <a:pt x="5085199" y="2726208"/>
                  </a:lnTo>
                  <a:lnTo>
                    <a:pt x="5013576" y="2707782"/>
                  </a:lnTo>
                  <a:lnTo>
                    <a:pt x="4941954" y="2688908"/>
                  </a:lnTo>
                  <a:lnTo>
                    <a:pt x="4870331" y="2669574"/>
                  </a:lnTo>
                  <a:lnTo>
                    <a:pt x="4798709" y="2655025"/>
                  </a:lnTo>
                  <a:lnTo>
                    <a:pt x="4727086" y="2658306"/>
                  </a:lnTo>
                  <a:lnTo>
                    <a:pt x="4655464" y="2661573"/>
                  </a:lnTo>
                  <a:lnTo>
                    <a:pt x="4583841" y="2664827"/>
                  </a:lnTo>
                  <a:lnTo>
                    <a:pt x="4512219" y="2668069"/>
                  </a:lnTo>
                  <a:lnTo>
                    <a:pt x="4440596" y="2671297"/>
                  </a:lnTo>
                  <a:lnTo>
                    <a:pt x="4368974" y="2674513"/>
                  </a:lnTo>
                  <a:lnTo>
                    <a:pt x="4297351" y="2677716"/>
                  </a:lnTo>
                  <a:lnTo>
                    <a:pt x="4225729" y="2680907"/>
                  </a:lnTo>
                  <a:lnTo>
                    <a:pt x="4154106" y="2684085"/>
                  </a:lnTo>
                  <a:lnTo>
                    <a:pt x="4082483" y="2687250"/>
                  </a:lnTo>
                  <a:lnTo>
                    <a:pt x="4010861" y="2690403"/>
                  </a:lnTo>
                  <a:lnTo>
                    <a:pt x="3939238" y="2693543"/>
                  </a:lnTo>
                  <a:lnTo>
                    <a:pt x="3867616" y="2696671"/>
                  </a:lnTo>
                  <a:lnTo>
                    <a:pt x="3795993" y="2699786"/>
                  </a:lnTo>
                  <a:lnTo>
                    <a:pt x="3724371" y="2702889"/>
                  </a:lnTo>
                  <a:lnTo>
                    <a:pt x="3652748" y="2705980"/>
                  </a:lnTo>
                  <a:lnTo>
                    <a:pt x="3581126" y="2709059"/>
                  </a:lnTo>
                  <a:lnTo>
                    <a:pt x="3509503" y="2712125"/>
                  </a:lnTo>
                  <a:lnTo>
                    <a:pt x="3437881" y="2715180"/>
                  </a:lnTo>
                  <a:lnTo>
                    <a:pt x="3366258" y="2718222"/>
                  </a:lnTo>
                  <a:lnTo>
                    <a:pt x="3294636" y="2721252"/>
                  </a:lnTo>
                  <a:lnTo>
                    <a:pt x="3223013" y="2724270"/>
                  </a:lnTo>
                  <a:lnTo>
                    <a:pt x="3151391" y="2727276"/>
                  </a:lnTo>
                  <a:lnTo>
                    <a:pt x="3079768" y="2730271"/>
                  </a:lnTo>
                  <a:lnTo>
                    <a:pt x="3008146" y="2733253"/>
                  </a:lnTo>
                  <a:lnTo>
                    <a:pt x="2936523" y="2736224"/>
                  </a:lnTo>
                  <a:lnTo>
                    <a:pt x="2864901" y="2739182"/>
                  </a:lnTo>
                  <a:lnTo>
                    <a:pt x="2793278" y="2742130"/>
                  </a:lnTo>
                  <a:lnTo>
                    <a:pt x="2721655" y="2745065"/>
                  </a:lnTo>
                  <a:lnTo>
                    <a:pt x="2650033" y="2747989"/>
                  </a:lnTo>
                  <a:lnTo>
                    <a:pt x="2578410" y="2750901"/>
                  </a:lnTo>
                  <a:lnTo>
                    <a:pt x="2506788" y="2753802"/>
                  </a:lnTo>
                  <a:lnTo>
                    <a:pt x="2435165" y="2756691"/>
                  </a:lnTo>
                  <a:lnTo>
                    <a:pt x="2363543" y="2759569"/>
                  </a:lnTo>
                  <a:lnTo>
                    <a:pt x="2291920" y="2762436"/>
                  </a:lnTo>
                  <a:lnTo>
                    <a:pt x="2220298" y="2765291"/>
                  </a:lnTo>
                  <a:lnTo>
                    <a:pt x="2148675" y="2768135"/>
                  </a:lnTo>
                  <a:lnTo>
                    <a:pt x="2077053" y="2770967"/>
                  </a:lnTo>
                  <a:lnTo>
                    <a:pt x="2005430" y="2773789"/>
                  </a:lnTo>
                  <a:lnTo>
                    <a:pt x="1933808" y="2776599"/>
                  </a:lnTo>
                  <a:lnTo>
                    <a:pt x="1862185" y="2779398"/>
                  </a:lnTo>
                  <a:lnTo>
                    <a:pt x="1790563" y="2782186"/>
                  </a:lnTo>
                  <a:lnTo>
                    <a:pt x="1718940" y="2784963"/>
                  </a:lnTo>
                  <a:lnTo>
                    <a:pt x="1647318" y="2787729"/>
                  </a:lnTo>
                  <a:lnTo>
                    <a:pt x="1575695" y="2790484"/>
                  </a:lnTo>
                  <a:lnTo>
                    <a:pt x="1504073" y="2793228"/>
                  </a:lnTo>
                  <a:lnTo>
                    <a:pt x="1432450" y="2795961"/>
                  </a:lnTo>
                  <a:lnTo>
                    <a:pt x="1360827" y="2798684"/>
                  </a:lnTo>
                  <a:lnTo>
                    <a:pt x="1289205" y="2801395"/>
                  </a:lnTo>
                  <a:lnTo>
                    <a:pt x="1217582" y="2804096"/>
                  </a:lnTo>
                  <a:lnTo>
                    <a:pt x="1145960" y="2806787"/>
                  </a:lnTo>
                  <a:lnTo>
                    <a:pt x="1074337" y="2809466"/>
                  </a:lnTo>
                  <a:lnTo>
                    <a:pt x="1002715" y="2812135"/>
                  </a:lnTo>
                  <a:lnTo>
                    <a:pt x="931092" y="2814794"/>
                  </a:lnTo>
                  <a:lnTo>
                    <a:pt x="859470" y="2817441"/>
                  </a:lnTo>
                  <a:lnTo>
                    <a:pt x="787847" y="2820079"/>
                  </a:lnTo>
                  <a:lnTo>
                    <a:pt x="716225" y="2822706"/>
                  </a:lnTo>
                  <a:lnTo>
                    <a:pt x="644602" y="2825322"/>
                  </a:lnTo>
                  <a:lnTo>
                    <a:pt x="572980" y="2827929"/>
                  </a:lnTo>
                  <a:lnTo>
                    <a:pt x="501357" y="2830524"/>
                  </a:lnTo>
                  <a:lnTo>
                    <a:pt x="429735" y="2833110"/>
                  </a:lnTo>
                  <a:lnTo>
                    <a:pt x="358112" y="2835685"/>
                  </a:lnTo>
                  <a:lnTo>
                    <a:pt x="286490" y="2838251"/>
                  </a:lnTo>
                  <a:lnTo>
                    <a:pt x="214867" y="2840806"/>
                  </a:lnTo>
                  <a:lnTo>
                    <a:pt x="143245" y="2843351"/>
                  </a:lnTo>
                  <a:lnTo>
                    <a:pt x="71622" y="2845885"/>
                  </a:lnTo>
                  <a:lnTo>
                    <a:pt x="0" y="284841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710312" y="2073503"/>
              <a:ext cx="6552366" cy="2651732"/>
            </a:xfrm>
            <a:custGeom>
              <a:avLst/>
              <a:pathLst>
                <a:path w="6552366" h="2651732">
                  <a:moveTo>
                    <a:pt x="0" y="0"/>
                  </a:moveTo>
                  <a:lnTo>
                    <a:pt x="34717" y="40596"/>
                  </a:lnTo>
                  <a:lnTo>
                    <a:pt x="106339" y="122358"/>
                  </a:lnTo>
                  <a:lnTo>
                    <a:pt x="177962" y="202178"/>
                  </a:lnTo>
                  <a:lnTo>
                    <a:pt x="249584" y="280104"/>
                  </a:lnTo>
                  <a:lnTo>
                    <a:pt x="321207" y="356179"/>
                  </a:lnTo>
                  <a:lnTo>
                    <a:pt x="392829" y="430447"/>
                  </a:lnTo>
                  <a:lnTo>
                    <a:pt x="464452" y="502952"/>
                  </a:lnTo>
                  <a:lnTo>
                    <a:pt x="536074" y="573735"/>
                  </a:lnTo>
                  <a:lnTo>
                    <a:pt x="607697" y="642837"/>
                  </a:lnTo>
                  <a:lnTo>
                    <a:pt x="679319" y="710298"/>
                  </a:lnTo>
                  <a:lnTo>
                    <a:pt x="750942" y="776157"/>
                  </a:lnTo>
                  <a:lnTo>
                    <a:pt x="822564" y="840453"/>
                  </a:lnTo>
                  <a:lnTo>
                    <a:pt x="894187" y="903221"/>
                  </a:lnTo>
                  <a:lnTo>
                    <a:pt x="965809" y="964499"/>
                  </a:lnTo>
                  <a:lnTo>
                    <a:pt x="1037432" y="1024322"/>
                  </a:lnTo>
                  <a:lnTo>
                    <a:pt x="1109054" y="1082724"/>
                  </a:lnTo>
                  <a:lnTo>
                    <a:pt x="1180677" y="1139740"/>
                  </a:lnTo>
                  <a:lnTo>
                    <a:pt x="1252299" y="1195401"/>
                  </a:lnTo>
                  <a:lnTo>
                    <a:pt x="1323922" y="1249741"/>
                  </a:lnTo>
                  <a:lnTo>
                    <a:pt x="1395545" y="1302791"/>
                  </a:lnTo>
                  <a:lnTo>
                    <a:pt x="1467167" y="1354580"/>
                  </a:lnTo>
                  <a:lnTo>
                    <a:pt x="1538790" y="1405140"/>
                  </a:lnTo>
                  <a:lnTo>
                    <a:pt x="1610412" y="1454500"/>
                  </a:lnTo>
                  <a:lnTo>
                    <a:pt x="1682035" y="1502687"/>
                  </a:lnTo>
                  <a:lnTo>
                    <a:pt x="1753657" y="1549730"/>
                  </a:lnTo>
                  <a:lnTo>
                    <a:pt x="1825280" y="1595656"/>
                  </a:lnTo>
                  <a:lnTo>
                    <a:pt x="1896902" y="1640491"/>
                  </a:lnTo>
                  <a:lnTo>
                    <a:pt x="1968525" y="1684261"/>
                  </a:lnTo>
                  <a:lnTo>
                    <a:pt x="2040147" y="1726993"/>
                  </a:lnTo>
                  <a:lnTo>
                    <a:pt x="2111770" y="1768709"/>
                  </a:lnTo>
                  <a:lnTo>
                    <a:pt x="2183392" y="1809435"/>
                  </a:lnTo>
                  <a:lnTo>
                    <a:pt x="2255015" y="1849194"/>
                  </a:lnTo>
                  <a:lnTo>
                    <a:pt x="2326637" y="1888008"/>
                  </a:lnTo>
                  <a:lnTo>
                    <a:pt x="2398260" y="1925901"/>
                  </a:lnTo>
                  <a:lnTo>
                    <a:pt x="2469882" y="1962895"/>
                  </a:lnTo>
                  <a:lnTo>
                    <a:pt x="2541505" y="1999009"/>
                  </a:lnTo>
                  <a:lnTo>
                    <a:pt x="2613127" y="2034266"/>
                  </a:lnTo>
                  <a:lnTo>
                    <a:pt x="2684750" y="2068686"/>
                  </a:lnTo>
                  <a:lnTo>
                    <a:pt x="2756373" y="2102289"/>
                  </a:lnTo>
                  <a:lnTo>
                    <a:pt x="2827995" y="2135093"/>
                  </a:lnTo>
                  <a:lnTo>
                    <a:pt x="2899618" y="2167119"/>
                  </a:lnTo>
                  <a:lnTo>
                    <a:pt x="2971240" y="2198384"/>
                  </a:lnTo>
                  <a:lnTo>
                    <a:pt x="3042863" y="2228907"/>
                  </a:lnTo>
                  <a:lnTo>
                    <a:pt x="3114485" y="2258704"/>
                  </a:lnTo>
                  <a:lnTo>
                    <a:pt x="3186108" y="2287795"/>
                  </a:lnTo>
                  <a:lnTo>
                    <a:pt x="3257730" y="2316194"/>
                  </a:lnTo>
                  <a:lnTo>
                    <a:pt x="3329353" y="2343919"/>
                  </a:lnTo>
                  <a:lnTo>
                    <a:pt x="3400975" y="2370986"/>
                  </a:lnTo>
                  <a:lnTo>
                    <a:pt x="3472598" y="2397410"/>
                  </a:lnTo>
                  <a:lnTo>
                    <a:pt x="3544220" y="2423207"/>
                  </a:lnTo>
                  <a:lnTo>
                    <a:pt x="3615843" y="2448390"/>
                  </a:lnTo>
                  <a:lnTo>
                    <a:pt x="3687465" y="2472976"/>
                  </a:lnTo>
                  <a:lnTo>
                    <a:pt x="3759088" y="2496978"/>
                  </a:lnTo>
                  <a:lnTo>
                    <a:pt x="3830710" y="2520411"/>
                  </a:lnTo>
                  <a:lnTo>
                    <a:pt x="3902333" y="2543286"/>
                  </a:lnTo>
                  <a:lnTo>
                    <a:pt x="3973955" y="2565619"/>
                  </a:lnTo>
                  <a:lnTo>
                    <a:pt x="4045578" y="2587421"/>
                  </a:lnTo>
                  <a:lnTo>
                    <a:pt x="4117201" y="2608705"/>
                  </a:lnTo>
                  <a:lnTo>
                    <a:pt x="4188823" y="2629484"/>
                  </a:lnTo>
                  <a:lnTo>
                    <a:pt x="4260446" y="2649770"/>
                  </a:lnTo>
                  <a:lnTo>
                    <a:pt x="4332068" y="2651732"/>
                  </a:lnTo>
                  <a:lnTo>
                    <a:pt x="4403691" y="2648426"/>
                  </a:lnTo>
                  <a:lnTo>
                    <a:pt x="4475313" y="2645106"/>
                  </a:lnTo>
                  <a:lnTo>
                    <a:pt x="4546936" y="2641773"/>
                  </a:lnTo>
                  <a:lnTo>
                    <a:pt x="4618558" y="2638427"/>
                  </a:lnTo>
                  <a:lnTo>
                    <a:pt x="4690181" y="2635068"/>
                  </a:lnTo>
                  <a:lnTo>
                    <a:pt x="4761803" y="2631695"/>
                  </a:lnTo>
                  <a:lnTo>
                    <a:pt x="4833426" y="2628309"/>
                  </a:lnTo>
                  <a:lnTo>
                    <a:pt x="4905048" y="2624910"/>
                  </a:lnTo>
                  <a:lnTo>
                    <a:pt x="4976671" y="2621497"/>
                  </a:lnTo>
                  <a:lnTo>
                    <a:pt x="5048293" y="2618070"/>
                  </a:lnTo>
                  <a:lnTo>
                    <a:pt x="5119916" y="2614630"/>
                  </a:lnTo>
                  <a:lnTo>
                    <a:pt x="5191538" y="2611176"/>
                  </a:lnTo>
                  <a:lnTo>
                    <a:pt x="5263161" y="2607709"/>
                  </a:lnTo>
                  <a:lnTo>
                    <a:pt x="5334783" y="2604227"/>
                  </a:lnTo>
                  <a:lnTo>
                    <a:pt x="5406406" y="2600732"/>
                  </a:lnTo>
                  <a:lnTo>
                    <a:pt x="5478029" y="2597223"/>
                  </a:lnTo>
                  <a:lnTo>
                    <a:pt x="5549651" y="2593700"/>
                  </a:lnTo>
                  <a:lnTo>
                    <a:pt x="5621274" y="2590163"/>
                  </a:lnTo>
                  <a:lnTo>
                    <a:pt x="5692896" y="2586612"/>
                  </a:lnTo>
                  <a:lnTo>
                    <a:pt x="5764519" y="2583047"/>
                  </a:lnTo>
                  <a:lnTo>
                    <a:pt x="5836141" y="2579467"/>
                  </a:lnTo>
                  <a:lnTo>
                    <a:pt x="5907764" y="2575874"/>
                  </a:lnTo>
                  <a:lnTo>
                    <a:pt x="5979386" y="2572266"/>
                  </a:lnTo>
                  <a:lnTo>
                    <a:pt x="6051009" y="2568643"/>
                  </a:lnTo>
                  <a:lnTo>
                    <a:pt x="6122631" y="2565007"/>
                  </a:lnTo>
                  <a:lnTo>
                    <a:pt x="6194254" y="2561356"/>
                  </a:lnTo>
                  <a:lnTo>
                    <a:pt x="6265876" y="2557690"/>
                  </a:lnTo>
                  <a:lnTo>
                    <a:pt x="6337499" y="2554010"/>
                  </a:lnTo>
                  <a:lnTo>
                    <a:pt x="6409121" y="2550315"/>
                  </a:lnTo>
                  <a:lnTo>
                    <a:pt x="6480744" y="2546606"/>
                  </a:lnTo>
                  <a:lnTo>
                    <a:pt x="6552366" y="254288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28528"/>
              <a:ext cx="7090630" cy="442212"/>
            </a:xfrm>
            <a:custGeom>
              <a:avLst/>
              <a:pathLst>
                <a:path w="7090630" h="442212">
                  <a:moveTo>
                    <a:pt x="7090630" y="442212"/>
                  </a:moveTo>
                  <a:lnTo>
                    <a:pt x="7019007" y="432811"/>
                  </a:lnTo>
                  <a:lnTo>
                    <a:pt x="6947385" y="423180"/>
                  </a:lnTo>
                  <a:lnTo>
                    <a:pt x="6875762" y="413316"/>
                  </a:lnTo>
                  <a:lnTo>
                    <a:pt x="6804139" y="403212"/>
                  </a:lnTo>
                  <a:lnTo>
                    <a:pt x="6732517" y="392862"/>
                  </a:lnTo>
                  <a:lnTo>
                    <a:pt x="6660894" y="382260"/>
                  </a:lnTo>
                  <a:lnTo>
                    <a:pt x="6589272" y="371400"/>
                  </a:lnTo>
                  <a:lnTo>
                    <a:pt x="6517649" y="360276"/>
                  </a:lnTo>
                  <a:lnTo>
                    <a:pt x="6446027" y="348882"/>
                  </a:lnTo>
                  <a:lnTo>
                    <a:pt x="6374404" y="337210"/>
                  </a:lnTo>
                  <a:lnTo>
                    <a:pt x="6302782" y="325255"/>
                  </a:lnTo>
                  <a:lnTo>
                    <a:pt x="6231159" y="313009"/>
                  </a:lnTo>
                  <a:lnTo>
                    <a:pt x="6159537" y="300465"/>
                  </a:lnTo>
                  <a:lnTo>
                    <a:pt x="6087914" y="287615"/>
                  </a:lnTo>
                  <a:lnTo>
                    <a:pt x="6016292" y="274453"/>
                  </a:lnTo>
                  <a:lnTo>
                    <a:pt x="5944669" y="260972"/>
                  </a:lnTo>
                  <a:lnTo>
                    <a:pt x="5873047" y="247162"/>
                  </a:lnTo>
                  <a:lnTo>
                    <a:pt x="5801424" y="233016"/>
                  </a:lnTo>
                  <a:lnTo>
                    <a:pt x="5729802" y="218526"/>
                  </a:lnTo>
                  <a:lnTo>
                    <a:pt x="5658179" y="203684"/>
                  </a:lnTo>
                  <a:lnTo>
                    <a:pt x="5586557" y="188480"/>
                  </a:lnTo>
                  <a:lnTo>
                    <a:pt x="5514934" y="172907"/>
                  </a:lnTo>
                  <a:lnTo>
                    <a:pt x="5443311" y="156955"/>
                  </a:lnTo>
                  <a:lnTo>
                    <a:pt x="5371689" y="140615"/>
                  </a:lnTo>
                  <a:lnTo>
                    <a:pt x="5300066" y="123878"/>
                  </a:lnTo>
                  <a:lnTo>
                    <a:pt x="5228444" y="106733"/>
                  </a:lnTo>
                  <a:lnTo>
                    <a:pt x="5156821" y="89171"/>
                  </a:lnTo>
                  <a:lnTo>
                    <a:pt x="5085199" y="71183"/>
                  </a:lnTo>
                  <a:lnTo>
                    <a:pt x="5013576" y="52756"/>
                  </a:lnTo>
                  <a:lnTo>
                    <a:pt x="4941954" y="33882"/>
                  </a:lnTo>
                  <a:lnTo>
                    <a:pt x="4870331" y="14548"/>
                  </a:lnTo>
                  <a:lnTo>
                    <a:pt x="4798709" y="0"/>
                  </a:lnTo>
                  <a:lnTo>
                    <a:pt x="4727086" y="3280"/>
                  </a:lnTo>
                  <a:lnTo>
                    <a:pt x="4655464" y="6547"/>
                  </a:lnTo>
                  <a:lnTo>
                    <a:pt x="4583841" y="9801"/>
                  </a:lnTo>
                  <a:lnTo>
                    <a:pt x="4512219" y="13043"/>
                  </a:lnTo>
                  <a:lnTo>
                    <a:pt x="4440596" y="16272"/>
                  </a:lnTo>
                  <a:lnTo>
                    <a:pt x="4368974" y="19488"/>
                  </a:lnTo>
                  <a:lnTo>
                    <a:pt x="4297351" y="22691"/>
                  </a:lnTo>
                  <a:lnTo>
                    <a:pt x="4225729" y="25881"/>
                  </a:lnTo>
                  <a:lnTo>
                    <a:pt x="4154106" y="29059"/>
                  </a:lnTo>
                  <a:lnTo>
                    <a:pt x="4082483" y="32224"/>
                  </a:lnTo>
                  <a:lnTo>
                    <a:pt x="4010861" y="35377"/>
                  </a:lnTo>
                  <a:lnTo>
                    <a:pt x="3939238" y="38517"/>
                  </a:lnTo>
                  <a:lnTo>
                    <a:pt x="3867616" y="41645"/>
                  </a:lnTo>
                  <a:lnTo>
                    <a:pt x="3795993" y="44761"/>
                  </a:lnTo>
                  <a:lnTo>
                    <a:pt x="3724371" y="47864"/>
                  </a:lnTo>
                  <a:lnTo>
                    <a:pt x="3652748" y="50954"/>
                  </a:lnTo>
                  <a:lnTo>
                    <a:pt x="3581126" y="54033"/>
                  </a:lnTo>
                  <a:lnTo>
                    <a:pt x="3509503" y="57099"/>
                  </a:lnTo>
                  <a:lnTo>
                    <a:pt x="3437881" y="60154"/>
                  </a:lnTo>
                  <a:lnTo>
                    <a:pt x="3366258" y="63196"/>
                  </a:lnTo>
                  <a:lnTo>
                    <a:pt x="3294636" y="66226"/>
                  </a:lnTo>
                  <a:lnTo>
                    <a:pt x="3223013" y="69244"/>
                  </a:lnTo>
                  <a:lnTo>
                    <a:pt x="3151391" y="72250"/>
                  </a:lnTo>
                  <a:lnTo>
                    <a:pt x="3079768" y="75245"/>
                  </a:lnTo>
                  <a:lnTo>
                    <a:pt x="3008146" y="78227"/>
                  </a:lnTo>
                  <a:lnTo>
                    <a:pt x="2936523" y="81198"/>
                  </a:lnTo>
                  <a:lnTo>
                    <a:pt x="2864901" y="84157"/>
                  </a:lnTo>
                  <a:lnTo>
                    <a:pt x="2793278" y="87104"/>
                  </a:lnTo>
                  <a:lnTo>
                    <a:pt x="2721655" y="90039"/>
                  </a:lnTo>
                  <a:lnTo>
                    <a:pt x="2650033" y="92963"/>
                  </a:lnTo>
                  <a:lnTo>
                    <a:pt x="2578410" y="95876"/>
                  </a:lnTo>
                  <a:lnTo>
                    <a:pt x="2506788" y="98776"/>
                  </a:lnTo>
                  <a:lnTo>
                    <a:pt x="2435165" y="101666"/>
                  </a:lnTo>
                  <a:lnTo>
                    <a:pt x="2363543" y="104544"/>
                  </a:lnTo>
                  <a:lnTo>
                    <a:pt x="2291920" y="107410"/>
                  </a:lnTo>
                  <a:lnTo>
                    <a:pt x="2220298" y="110265"/>
                  </a:lnTo>
                  <a:lnTo>
                    <a:pt x="2148675" y="113109"/>
                  </a:lnTo>
                  <a:lnTo>
                    <a:pt x="2077053" y="115942"/>
                  </a:lnTo>
                  <a:lnTo>
                    <a:pt x="2005430" y="118763"/>
                  </a:lnTo>
                  <a:lnTo>
                    <a:pt x="1933808" y="121573"/>
                  </a:lnTo>
                  <a:lnTo>
                    <a:pt x="1862185" y="124372"/>
                  </a:lnTo>
                  <a:lnTo>
                    <a:pt x="1790563" y="127160"/>
                  </a:lnTo>
                  <a:lnTo>
                    <a:pt x="1718940" y="129937"/>
                  </a:lnTo>
                  <a:lnTo>
                    <a:pt x="1647318" y="132703"/>
                  </a:lnTo>
                  <a:lnTo>
                    <a:pt x="1575695" y="135458"/>
                  </a:lnTo>
                  <a:lnTo>
                    <a:pt x="1504073" y="138202"/>
                  </a:lnTo>
                  <a:lnTo>
                    <a:pt x="1432450" y="140936"/>
                  </a:lnTo>
                  <a:lnTo>
                    <a:pt x="1360827" y="143658"/>
                  </a:lnTo>
                  <a:lnTo>
                    <a:pt x="1289205" y="146370"/>
                  </a:lnTo>
                  <a:lnTo>
                    <a:pt x="1217582" y="149071"/>
                  </a:lnTo>
                  <a:lnTo>
                    <a:pt x="1145960" y="151761"/>
                  </a:lnTo>
                  <a:lnTo>
                    <a:pt x="1074337" y="154440"/>
                  </a:lnTo>
                  <a:lnTo>
                    <a:pt x="1002715" y="157109"/>
                  </a:lnTo>
                  <a:lnTo>
                    <a:pt x="931092" y="159768"/>
                  </a:lnTo>
                  <a:lnTo>
                    <a:pt x="859470" y="162416"/>
                  </a:lnTo>
                  <a:lnTo>
                    <a:pt x="787847" y="165053"/>
                  </a:lnTo>
                  <a:lnTo>
                    <a:pt x="716225" y="167680"/>
                  </a:lnTo>
                  <a:lnTo>
                    <a:pt x="644602" y="170297"/>
                  </a:lnTo>
                  <a:lnTo>
                    <a:pt x="572980" y="172903"/>
                  </a:lnTo>
                  <a:lnTo>
                    <a:pt x="501357" y="175499"/>
                  </a:lnTo>
                  <a:lnTo>
                    <a:pt x="429735" y="178084"/>
                  </a:lnTo>
                  <a:lnTo>
                    <a:pt x="358112" y="180660"/>
                  </a:lnTo>
                  <a:lnTo>
                    <a:pt x="286490" y="183225"/>
                  </a:lnTo>
                  <a:lnTo>
                    <a:pt x="214867" y="185780"/>
                  </a:lnTo>
                  <a:lnTo>
                    <a:pt x="143245" y="188325"/>
                  </a:lnTo>
                  <a:lnTo>
                    <a:pt x="71622" y="190860"/>
                  </a:lnTo>
                  <a:lnTo>
                    <a:pt x="0" y="1933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928969"/>
              <a:ext cx="7090630" cy="1025244"/>
            </a:xfrm>
            <a:custGeom>
              <a:avLst/>
              <a:pathLst>
                <a:path w="7090630" h="1025244">
                  <a:moveTo>
                    <a:pt x="0" y="0"/>
                  </a:moveTo>
                  <a:lnTo>
                    <a:pt x="71622" y="16255"/>
                  </a:lnTo>
                  <a:lnTo>
                    <a:pt x="143245" y="32348"/>
                  </a:lnTo>
                  <a:lnTo>
                    <a:pt x="214867" y="48281"/>
                  </a:lnTo>
                  <a:lnTo>
                    <a:pt x="286490" y="64054"/>
                  </a:lnTo>
                  <a:lnTo>
                    <a:pt x="358112" y="79670"/>
                  </a:lnTo>
                  <a:lnTo>
                    <a:pt x="429735" y="95130"/>
                  </a:lnTo>
                  <a:lnTo>
                    <a:pt x="501357" y="110436"/>
                  </a:lnTo>
                  <a:lnTo>
                    <a:pt x="572980" y="125589"/>
                  </a:lnTo>
                  <a:lnTo>
                    <a:pt x="644602" y="140590"/>
                  </a:lnTo>
                  <a:lnTo>
                    <a:pt x="716225" y="155442"/>
                  </a:lnTo>
                  <a:lnTo>
                    <a:pt x="787847" y="170146"/>
                  </a:lnTo>
                  <a:lnTo>
                    <a:pt x="859470" y="184703"/>
                  </a:lnTo>
                  <a:lnTo>
                    <a:pt x="931092" y="199114"/>
                  </a:lnTo>
                  <a:lnTo>
                    <a:pt x="1002715" y="213382"/>
                  </a:lnTo>
                  <a:lnTo>
                    <a:pt x="1074337" y="227507"/>
                  </a:lnTo>
                  <a:lnTo>
                    <a:pt x="1145960" y="241491"/>
                  </a:lnTo>
                  <a:lnTo>
                    <a:pt x="1217582" y="255336"/>
                  </a:lnTo>
                  <a:lnTo>
                    <a:pt x="1289205" y="269042"/>
                  </a:lnTo>
                  <a:lnTo>
                    <a:pt x="1360827" y="282612"/>
                  </a:lnTo>
                  <a:lnTo>
                    <a:pt x="1432450" y="296046"/>
                  </a:lnTo>
                  <a:lnTo>
                    <a:pt x="1504073" y="309346"/>
                  </a:lnTo>
                  <a:lnTo>
                    <a:pt x="1575695" y="322513"/>
                  </a:lnTo>
                  <a:lnTo>
                    <a:pt x="1647318" y="335549"/>
                  </a:lnTo>
                  <a:lnTo>
                    <a:pt x="1718940" y="348454"/>
                  </a:lnTo>
                  <a:lnTo>
                    <a:pt x="1790563" y="361231"/>
                  </a:lnTo>
                  <a:lnTo>
                    <a:pt x="1862185" y="373880"/>
                  </a:lnTo>
                  <a:lnTo>
                    <a:pt x="1933808" y="386403"/>
                  </a:lnTo>
                  <a:lnTo>
                    <a:pt x="2005430" y="398801"/>
                  </a:lnTo>
                  <a:lnTo>
                    <a:pt x="2077053" y="411075"/>
                  </a:lnTo>
                  <a:lnTo>
                    <a:pt x="2148675" y="423227"/>
                  </a:lnTo>
                  <a:lnTo>
                    <a:pt x="2220298" y="435257"/>
                  </a:lnTo>
                  <a:lnTo>
                    <a:pt x="2291920" y="447167"/>
                  </a:lnTo>
                  <a:lnTo>
                    <a:pt x="2363543" y="458958"/>
                  </a:lnTo>
                  <a:lnTo>
                    <a:pt x="2435165" y="470632"/>
                  </a:lnTo>
                  <a:lnTo>
                    <a:pt x="2506788" y="482189"/>
                  </a:lnTo>
                  <a:lnTo>
                    <a:pt x="2578410" y="493631"/>
                  </a:lnTo>
                  <a:lnTo>
                    <a:pt x="2650033" y="504958"/>
                  </a:lnTo>
                  <a:lnTo>
                    <a:pt x="2721655" y="516172"/>
                  </a:lnTo>
                  <a:lnTo>
                    <a:pt x="2793278" y="527275"/>
                  </a:lnTo>
                  <a:lnTo>
                    <a:pt x="2864901" y="538266"/>
                  </a:lnTo>
                  <a:lnTo>
                    <a:pt x="2936523" y="549148"/>
                  </a:lnTo>
                  <a:lnTo>
                    <a:pt x="3008146" y="559921"/>
                  </a:lnTo>
                  <a:lnTo>
                    <a:pt x="3079768" y="570587"/>
                  </a:lnTo>
                  <a:lnTo>
                    <a:pt x="3151391" y="581146"/>
                  </a:lnTo>
                  <a:lnTo>
                    <a:pt x="3223013" y="591600"/>
                  </a:lnTo>
                  <a:lnTo>
                    <a:pt x="3294636" y="601949"/>
                  </a:lnTo>
                  <a:lnTo>
                    <a:pt x="3366258" y="612195"/>
                  </a:lnTo>
                  <a:lnTo>
                    <a:pt x="3437881" y="622339"/>
                  </a:lnTo>
                  <a:lnTo>
                    <a:pt x="3509503" y="632382"/>
                  </a:lnTo>
                  <a:lnTo>
                    <a:pt x="3581126" y="642324"/>
                  </a:lnTo>
                  <a:lnTo>
                    <a:pt x="3652748" y="652167"/>
                  </a:lnTo>
                  <a:lnTo>
                    <a:pt x="3724371" y="661911"/>
                  </a:lnTo>
                  <a:lnTo>
                    <a:pt x="3795993" y="671559"/>
                  </a:lnTo>
                  <a:lnTo>
                    <a:pt x="3867616" y="681110"/>
                  </a:lnTo>
                  <a:lnTo>
                    <a:pt x="3939238" y="690566"/>
                  </a:lnTo>
                  <a:lnTo>
                    <a:pt x="4010861" y="699927"/>
                  </a:lnTo>
                  <a:lnTo>
                    <a:pt x="4082483" y="709195"/>
                  </a:lnTo>
                  <a:lnTo>
                    <a:pt x="4154106" y="718371"/>
                  </a:lnTo>
                  <a:lnTo>
                    <a:pt x="4225729" y="727454"/>
                  </a:lnTo>
                  <a:lnTo>
                    <a:pt x="4297351" y="736447"/>
                  </a:lnTo>
                  <a:lnTo>
                    <a:pt x="4368974" y="745351"/>
                  </a:lnTo>
                  <a:lnTo>
                    <a:pt x="4440596" y="754165"/>
                  </a:lnTo>
                  <a:lnTo>
                    <a:pt x="4512219" y="762892"/>
                  </a:lnTo>
                  <a:lnTo>
                    <a:pt x="4583841" y="771531"/>
                  </a:lnTo>
                  <a:lnTo>
                    <a:pt x="4655464" y="780084"/>
                  </a:lnTo>
                  <a:lnTo>
                    <a:pt x="4727086" y="788552"/>
                  </a:lnTo>
                  <a:lnTo>
                    <a:pt x="4798709" y="796935"/>
                  </a:lnTo>
                  <a:lnTo>
                    <a:pt x="4870331" y="805234"/>
                  </a:lnTo>
                  <a:lnTo>
                    <a:pt x="4941954" y="813451"/>
                  </a:lnTo>
                  <a:lnTo>
                    <a:pt x="5013576" y="821586"/>
                  </a:lnTo>
                  <a:lnTo>
                    <a:pt x="5085199" y="829639"/>
                  </a:lnTo>
                  <a:lnTo>
                    <a:pt x="5156821" y="837612"/>
                  </a:lnTo>
                  <a:lnTo>
                    <a:pt x="5228444" y="845505"/>
                  </a:lnTo>
                  <a:lnTo>
                    <a:pt x="5300066" y="853320"/>
                  </a:lnTo>
                  <a:lnTo>
                    <a:pt x="5371689" y="861057"/>
                  </a:lnTo>
                  <a:lnTo>
                    <a:pt x="5443311" y="868716"/>
                  </a:lnTo>
                  <a:lnTo>
                    <a:pt x="5514934" y="876299"/>
                  </a:lnTo>
                  <a:lnTo>
                    <a:pt x="5586557" y="883806"/>
                  </a:lnTo>
                  <a:lnTo>
                    <a:pt x="5658179" y="891238"/>
                  </a:lnTo>
                  <a:lnTo>
                    <a:pt x="5729802" y="898596"/>
                  </a:lnTo>
                  <a:lnTo>
                    <a:pt x="5801424" y="905881"/>
                  </a:lnTo>
                  <a:lnTo>
                    <a:pt x="5873047" y="913093"/>
                  </a:lnTo>
                  <a:lnTo>
                    <a:pt x="5944669" y="920232"/>
                  </a:lnTo>
                  <a:lnTo>
                    <a:pt x="6016292" y="927301"/>
                  </a:lnTo>
                  <a:lnTo>
                    <a:pt x="6087914" y="934299"/>
                  </a:lnTo>
                  <a:lnTo>
                    <a:pt x="6159537" y="941227"/>
                  </a:lnTo>
                  <a:lnTo>
                    <a:pt x="6231159" y="948086"/>
                  </a:lnTo>
                  <a:lnTo>
                    <a:pt x="6302782" y="954877"/>
                  </a:lnTo>
                  <a:lnTo>
                    <a:pt x="6374404" y="961599"/>
                  </a:lnTo>
                  <a:lnTo>
                    <a:pt x="6446027" y="968255"/>
                  </a:lnTo>
                  <a:lnTo>
                    <a:pt x="6517649" y="974844"/>
                  </a:lnTo>
                  <a:lnTo>
                    <a:pt x="6589272" y="981368"/>
                  </a:lnTo>
                  <a:lnTo>
                    <a:pt x="6660894" y="987826"/>
                  </a:lnTo>
                  <a:lnTo>
                    <a:pt x="6732517" y="994220"/>
                  </a:lnTo>
                  <a:lnTo>
                    <a:pt x="6804139" y="1000549"/>
                  </a:lnTo>
                  <a:lnTo>
                    <a:pt x="6875762" y="1006816"/>
                  </a:lnTo>
                  <a:lnTo>
                    <a:pt x="6947385" y="1013020"/>
                  </a:lnTo>
                  <a:lnTo>
                    <a:pt x="7019007" y="1019163"/>
                  </a:lnTo>
                  <a:lnTo>
                    <a:pt x="7090630" y="102524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869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9553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380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81674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55476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927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0805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78744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896563"/>
              <a:ext cx="69282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1.13 (0.95-1.34), p_Bonf = 0.961 (n = 6)  |  per IQR decline (Δ = 22.8): 1.32 (0.90-1.95)  |  IQR: [-13.3, 9.5]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17517" y="1669789"/>
              <a:ext cx="26151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2026-07-22T08:00:12Z</dcterms:modified>
  <cp:category/>
</cp:coreProperties>
</file>