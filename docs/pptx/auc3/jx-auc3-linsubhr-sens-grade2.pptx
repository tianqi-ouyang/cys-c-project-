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0501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1506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2512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3517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4522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6004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700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6801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901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771662"/>
              <a:ext cx="6964104" cy="512134"/>
            </a:xfrm>
            <a:custGeom>
              <a:avLst/>
              <a:pathLst>
                <a:path w="6964104" h="512134">
                  <a:moveTo>
                    <a:pt x="0" y="0"/>
                  </a:moveTo>
                  <a:lnTo>
                    <a:pt x="70344" y="10613"/>
                  </a:lnTo>
                  <a:lnTo>
                    <a:pt x="140688" y="21047"/>
                  </a:lnTo>
                  <a:lnTo>
                    <a:pt x="211033" y="31304"/>
                  </a:lnTo>
                  <a:lnTo>
                    <a:pt x="281377" y="41389"/>
                  </a:lnTo>
                  <a:lnTo>
                    <a:pt x="351722" y="51303"/>
                  </a:lnTo>
                  <a:lnTo>
                    <a:pt x="422066" y="61050"/>
                  </a:lnTo>
                  <a:lnTo>
                    <a:pt x="492411" y="70633"/>
                  </a:lnTo>
                  <a:lnTo>
                    <a:pt x="562755" y="80053"/>
                  </a:lnTo>
                  <a:lnTo>
                    <a:pt x="633100" y="89315"/>
                  </a:lnTo>
                  <a:lnTo>
                    <a:pt x="703444" y="98420"/>
                  </a:lnTo>
                  <a:lnTo>
                    <a:pt x="773789" y="107372"/>
                  </a:lnTo>
                  <a:lnTo>
                    <a:pt x="844133" y="116172"/>
                  </a:lnTo>
                  <a:lnTo>
                    <a:pt x="914478" y="124824"/>
                  </a:lnTo>
                  <a:lnTo>
                    <a:pt x="984822" y="133330"/>
                  </a:lnTo>
                  <a:lnTo>
                    <a:pt x="1055167" y="141692"/>
                  </a:lnTo>
                  <a:lnTo>
                    <a:pt x="1125511" y="149913"/>
                  </a:lnTo>
                  <a:lnTo>
                    <a:pt x="1195856" y="157995"/>
                  </a:lnTo>
                  <a:lnTo>
                    <a:pt x="1266200" y="165941"/>
                  </a:lnTo>
                  <a:lnTo>
                    <a:pt x="1336545" y="173752"/>
                  </a:lnTo>
                  <a:lnTo>
                    <a:pt x="1406889" y="181432"/>
                  </a:lnTo>
                  <a:lnTo>
                    <a:pt x="1477234" y="188982"/>
                  </a:lnTo>
                  <a:lnTo>
                    <a:pt x="1547578" y="196404"/>
                  </a:lnTo>
                  <a:lnTo>
                    <a:pt x="1617923" y="203702"/>
                  </a:lnTo>
                  <a:lnTo>
                    <a:pt x="1688267" y="210876"/>
                  </a:lnTo>
                  <a:lnTo>
                    <a:pt x="1758612" y="217929"/>
                  </a:lnTo>
                  <a:lnTo>
                    <a:pt x="1828956" y="224863"/>
                  </a:lnTo>
                  <a:lnTo>
                    <a:pt x="1899301" y="231679"/>
                  </a:lnTo>
                  <a:lnTo>
                    <a:pt x="1969645" y="238381"/>
                  </a:lnTo>
                  <a:lnTo>
                    <a:pt x="2039990" y="244970"/>
                  </a:lnTo>
                  <a:lnTo>
                    <a:pt x="2110334" y="251447"/>
                  </a:lnTo>
                  <a:lnTo>
                    <a:pt x="2180679" y="257815"/>
                  </a:lnTo>
                  <a:lnTo>
                    <a:pt x="2251023" y="264075"/>
                  </a:lnTo>
                  <a:lnTo>
                    <a:pt x="2321368" y="270230"/>
                  </a:lnTo>
                  <a:lnTo>
                    <a:pt x="2391712" y="276281"/>
                  </a:lnTo>
                  <a:lnTo>
                    <a:pt x="2462057" y="282230"/>
                  </a:lnTo>
                  <a:lnTo>
                    <a:pt x="2532401" y="288078"/>
                  </a:lnTo>
                  <a:lnTo>
                    <a:pt x="2602746" y="293828"/>
                  </a:lnTo>
                  <a:lnTo>
                    <a:pt x="2673090" y="299480"/>
                  </a:lnTo>
                  <a:lnTo>
                    <a:pt x="2743435" y="305037"/>
                  </a:lnTo>
                  <a:lnTo>
                    <a:pt x="2813779" y="310500"/>
                  </a:lnTo>
                  <a:lnTo>
                    <a:pt x="2884124" y="315871"/>
                  </a:lnTo>
                  <a:lnTo>
                    <a:pt x="2954468" y="321152"/>
                  </a:lnTo>
                  <a:lnTo>
                    <a:pt x="3024813" y="326343"/>
                  </a:lnTo>
                  <a:lnTo>
                    <a:pt x="3095157" y="329778"/>
                  </a:lnTo>
                  <a:lnTo>
                    <a:pt x="3165502" y="330911"/>
                  </a:lnTo>
                  <a:lnTo>
                    <a:pt x="3235846" y="332039"/>
                  </a:lnTo>
                  <a:lnTo>
                    <a:pt x="3306191" y="333163"/>
                  </a:lnTo>
                  <a:lnTo>
                    <a:pt x="3376535" y="334283"/>
                  </a:lnTo>
                  <a:lnTo>
                    <a:pt x="3446880" y="335399"/>
                  </a:lnTo>
                  <a:lnTo>
                    <a:pt x="3517224" y="336510"/>
                  </a:lnTo>
                  <a:lnTo>
                    <a:pt x="3587569" y="337617"/>
                  </a:lnTo>
                  <a:lnTo>
                    <a:pt x="3657913" y="338720"/>
                  </a:lnTo>
                  <a:lnTo>
                    <a:pt x="3728257" y="339819"/>
                  </a:lnTo>
                  <a:lnTo>
                    <a:pt x="3798602" y="340914"/>
                  </a:lnTo>
                  <a:lnTo>
                    <a:pt x="3868946" y="342004"/>
                  </a:lnTo>
                  <a:lnTo>
                    <a:pt x="3939291" y="343090"/>
                  </a:lnTo>
                  <a:lnTo>
                    <a:pt x="4009635" y="344172"/>
                  </a:lnTo>
                  <a:lnTo>
                    <a:pt x="4079980" y="345251"/>
                  </a:lnTo>
                  <a:lnTo>
                    <a:pt x="4150324" y="346325"/>
                  </a:lnTo>
                  <a:lnTo>
                    <a:pt x="4220669" y="347394"/>
                  </a:lnTo>
                  <a:lnTo>
                    <a:pt x="4291013" y="348460"/>
                  </a:lnTo>
                  <a:lnTo>
                    <a:pt x="4361358" y="349522"/>
                  </a:lnTo>
                  <a:lnTo>
                    <a:pt x="4431702" y="350580"/>
                  </a:lnTo>
                  <a:lnTo>
                    <a:pt x="4502047" y="351634"/>
                  </a:lnTo>
                  <a:lnTo>
                    <a:pt x="4572391" y="352684"/>
                  </a:lnTo>
                  <a:lnTo>
                    <a:pt x="4642736" y="353729"/>
                  </a:lnTo>
                  <a:lnTo>
                    <a:pt x="4713080" y="354771"/>
                  </a:lnTo>
                  <a:lnTo>
                    <a:pt x="4783425" y="355809"/>
                  </a:lnTo>
                  <a:lnTo>
                    <a:pt x="4853769" y="356843"/>
                  </a:lnTo>
                  <a:lnTo>
                    <a:pt x="4924114" y="357873"/>
                  </a:lnTo>
                  <a:lnTo>
                    <a:pt x="4994458" y="358899"/>
                  </a:lnTo>
                  <a:lnTo>
                    <a:pt x="5064803" y="359922"/>
                  </a:lnTo>
                  <a:lnTo>
                    <a:pt x="5135147" y="360940"/>
                  </a:lnTo>
                  <a:lnTo>
                    <a:pt x="5205492" y="361955"/>
                  </a:lnTo>
                  <a:lnTo>
                    <a:pt x="5275836" y="362965"/>
                  </a:lnTo>
                  <a:lnTo>
                    <a:pt x="5346181" y="363972"/>
                  </a:lnTo>
                  <a:lnTo>
                    <a:pt x="5416525" y="364975"/>
                  </a:lnTo>
                  <a:lnTo>
                    <a:pt x="5486870" y="365974"/>
                  </a:lnTo>
                  <a:lnTo>
                    <a:pt x="5557214" y="366970"/>
                  </a:lnTo>
                  <a:lnTo>
                    <a:pt x="5627559" y="367962"/>
                  </a:lnTo>
                  <a:lnTo>
                    <a:pt x="5697903" y="368949"/>
                  </a:lnTo>
                  <a:lnTo>
                    <a:pt x="5768248" y="369934"/>
                  </a:lnTo>
                  <a:lnTo>
                    <a:pt x="5838592" y="370914"/>
                  </a:lnTo>
                  <a:lnTo>
                    <a:pt x="5908937" y="371891"/>
                  </a:lnTo>
                  <a:lnTo>
                    <a:pt x="5979281" y="372864"/>
                  </a:lnTo>
                  <a:lnTo>
                    <a:pt x="6049626" y="373833"/>
                  </a:lnTo>
                  <a:lnTo>
                    <a:pt x="6119970" y="374799"/>
                  </a:lnTo>
                  <a:lnTo>
                    <a:pt x="6190315" y="375761"/>
                  </a:lnTo>
                  <a:lnTo>
                    <a:pt x="6260659" y="376719"/>
                  </a:lnTo>
                  <a:lnTo>
                    <a:pt x="6331004" y="377674"/>
                  </a:lnTo>
                  <a:lnTo>
                    <a:pt x="6401348" y="378625"/>
                  </a:lnTo>
                  <a:lnTo>
                    <a:pt x="6471693" y="379573"/>
                  </a:lnTo>
                  <a:lnTo>
                    <a:pt x="6542037" y="380517"/>
                  </a:lnTo>
                  <a:lnTo>
                    <a:pt x="6612382" y="381457"/>
                  </a:lnTo>
                  <a:lnTo>
                    <a:pt x="6682726" y="382394"/>
                  </a:lnTo>
                  <a:lnTo>
                    <a:pt x="6753071" y="383327"/>
                  </a:lnTo>
                  <a:lnTo>
                    <a:pt x="6823415" y="384257"/>
                  </a:lnTo>
                  <a:lnTo>
                    <a:pt x="6893760" y="385183"/>
                  </a:lnTo>
                  <a:lnTo>
                    <a:pt x="6964104" y="386105"/>
                  </a:lnTo>
                  <a:lnTo>
                    <a:pt x="6964104" y="512134"/>
                  </a:lnTo>
                  <a:lnTo>
                    <a:pt x="6893760" y="510134"/>
                  </a:lnTo>
                  <a:lnTo>
                    <a:pt x="6823415" y="508099"/>
                  </a:lnTo>
                  <a:lnTo>
                    <a:pt x="6753071" y="506029"/>
                  </a:lnTo>
                  <a:lnTo>
                    <a:pt x="6682726" y="503923"/>
                  </a:lnTo>
                  <a:lnTo>
                    <a:pt x="6612382" y="501782"/>
                  </a:lnTo>
                  <a:lnTo>
                    <a:pt x="6542037" y="499603"/>
                  </a:lnTo>
                  <a:lnTo>
                    <a:pt x="6471693" y="497388"/>
                  </a:lnTo>
                  <a:lnTo>
                    <a:pt x="6401348" y="495134"/>
                  </a:lnTo>
                  <a:lnTo>
                    <a:pt x="6331004" y="492841"/>
                  </a:lnTo>
                  <a:lnTo>
                    <a:pt x="6260659" y="490509"/>
                  </a:lnTo>
                  <a:lnTo>
                    <a:pt x="6190315" y="488137"/>
                  </a:lnTo>
                  <a:lnTo>
                    <a:pt x="6119970" y="485725"/>
                  </a:lnTo>
                  <a:lnTo>
                    <a:pt x="6049626" y="483271"/>
                  </a:lnTo>
                  <a:lnTo>
                    <a:pt x="5979281" y="480774"/>
                  </a:lnTo>
                  <a:lnTo>
                    <a:pt x="5908937" y="478235"/>
                  </a:lnTo>
                  <a:lnTo>
                    <a:pt x="5838592" y="475653"/>
                  </a:lnTo>
                  <a:lnTo>
                    <a:pt x="5768248" y="473025"/>
                  </a:lnTo>
                  <a:lnTo>
                    <a:pt x="5697903" y="470353"/>
                  </a:lnTo>
                  <a:lnTo>
                    <a:pt x="5627559" y="467635"/>
                  </a:lnTo>
                  <a:lnTo>
                    <a:pt x="5557214" y="464870"/>
                  </a:lnTo>
                  <a:lnTo>
                    <a:pt x="5486870" y="462058"/>
                  </a:lnTo>
                  <a:lnTo>
                    <a:pt x="5416525" y="459198"/>
                  </a:lnTo>
                  <a:lnTo>
                    <a:pt x="5346181" y="456288"/>
                  </a:lnTo>
                  <a:lnTo>
                    <a:pt x="5275836" y="453328"/>
                  </a:lnTo>
                  <a:lnTo>
                    <a:pt x="5205492" y="450318"/>
                  </a:lnTo>
                  <a:lnTo>
                    <a:pt x="5135147" y="447256"/>
                  </a:lnTo>
                  <a:lnTo>
                    <a:pt x="5064803" y="444141"/>
                  </a:lnTo>
                  <a:lnTo>
                    <a:pt x="4994458" y="440973"/>
                  </a:lnTo>
                  <a:lnTo>
                    <a:pt x="4924114" y="437750"/>
                  </a:lnTo>
                  <a:lnTo>
                    <a:pt x="4853769" y="434472"/>
                  </a:lnTo>
                  <a:lnTo>
                    <a:pt x="4783425" y="431138"/>
                  </a:lnTo>
                  <a:lnTo>
                    <a:pt x="4713080" y="427746"/>
                  </a:lnTo>
                  <a:lnTo>
                    <a:pt x="4642736" y="424297"/>
                  </a:lnTo>
                  <a:lnTo>
                    <a:pt x="4572391" y="420788"/>
                  </a:lnTo>
                  <a:lnTo>
                    <a:pt x="4502047" y="417218"/>
                  </a:lnTo>
                  <a:lnTo>
                    <a:pt x="4431702" y="413588"/>
                  </a:lnTo>
                  <a:lnTo>
                    <a:pt x="4361358" y="409895"/>
                  </a:lnTo>
                  <a:lnTo>
                    <a:pt x="4291013" y="406138"/>
                  </a:lnTo>
                  <a:lnTo>
                    <a:pt x="4220669" y="402318"/>
                  </a:lnTo>
                  <a:lnTo>
                    <a:pt x="4150324" y="398431"/>
                  </a:lnTo>
                  <a:lnTo>
                    <a:pt x="4079980" y="394478"/>
                  </a:lnTo>
                  <a:lnTo>
                    <a:pt x="4009635" y="390457"/>
                  </a:lnTo>
                  <a:lnTo>
                    <a:pt x="3939291" y="386367"/>
                  </a:lnTo>
                  <a:lnTo>
                    <a:pt x="3868946" y="382206"/>
                  </a:lnTo>
                  <a:lnTo>
                    <a:pt x="3798602" y="377975"/>
                  </a:lnTo>
                  <a:lnTo>
                    <a:pt x="3728257" y="373670"/>
                  </a:lnTo>
                  <a:lnTo>
                    <a:pt x="3657913" y="369292"/>
                  </a:lnTo>
                  <a:lnTo>
                    <a:pt x="3587569" y="364838"/>
                  </a:lnTo>
                  <a:lnTo>
                    <a:pt x="3517224" y="360308"/>
                  </a:lnTo>
                  <a:lnTo>
                    <a:pt x="3446880" y="355700"/>
                  </a:lnTo>
                  <a:lnTo>
                    <a:pt x="3376535" y="351013"/>
                  </a:lnTo>
                  <a:lnTo>
                    <a:pt x="3306191" y="346246"/>
                  </a:lnTo>
                  <a:lnTo>
                    <a:pt x="3235846" y="341396"/>
                  </a:lnTo>
                  <a:lnTo>
                    <a:pt x="3165502" y="336464"/>
                  </a:lnTo>
                  <a:lnTo>
                    <a:pt x="3095157" y="331446"/>
                  </a:lnTo>
                  <a:lnTo>
                    <a:pt x="3024813" y="328641"/>
                  </a:lnTo>
                  <a:lnTo>
                    <a:pt x="2954468" y="327500"/>
                  </a:lnTo>
                  <a:lnTo>
                    <a:pt x="2884124" y="326355"/>
                  </a:lnTo>
                  <a:lnTo>
                    <a:pt x="2813779" y="325205"/>
                  </a:lnTo>
                  <a:lnTo>
                    <a:pt x="2743435" y="324050"/>
                  </a:lnTo>
                  <a:lnTo>
                    <a:pt x="2673090" y="322892"/>
                  </a:lnTo>
                  <a:lnTo>
                    <a:pt x="2602746" y="321728"/>
                  </a:lnTo>
                  <a:lnTo>
                    <a:pt x="2532401" y="320561"/>
                  </a:lnTo>
                  <a:lnTo>
                    <a:pt x="2462057" y="319389"/>
                  </a:lnTo>
                  <a:lnTo>
                    <a:pt x="2391712" y="318212"/>
                  </a:lnTo>
                  <a:lnTo>
                    <a:pt x="2321368" y="317031"/>
                  </a:lnTo>
                  <a:lnTo>
                    <a:pt x="2251023" y="315846"/>
                  </a:lnTo>
                  <a:lnTo>
                    <a:pt x="2180679" y="314656"/>
                  </a:lnTo>
                  <a:lnTo>
                    <a:pt x="2110334" y="313461"/>
                  </a:lnTo>
                  <a:lnTo>
                    <a:pt x="2039990" y="312262"/>
                  </a:lnTo>
                  <a:lnTo>
                    <a:pt x="1969645" y="311059"/>
                  </a:lnTo>
                  <a:lnTo>
                    <a:pt x="1899301" y="309851"/>
                  </a:lnTo>
                  <a:lnTo>
                    <a:pt x="1828956" y="308638"/>
                  </a:lnTo>
                  <a:lnTo>
                    <a:pt x="1758612" y="307421"/>
                  </a:lnTo>
                  <a:lnTo>
                    <a:pt x="1688267" y="306199"/>
                  </a:lnTo>
                  <a:lnTo>
                    <a:pt x="1617923" y="304972"/>
                  </a:lnTo>
                  <a:lnTo>
                    <a:pt x="1547578" y="303741"/>
                  </a:lnTo>
                  <a:lnTo>
                    <a:pt x="1477234" y="302505"/>
                  </a:lnTo>
                  <a:lnTo>
                    <a:pt x="1406889" y="301264"/>
                  </a:lnTo>
                  <a:lnTo>
                    <a:pt x="1336545" y="300019"/>
                  </a:lnTo>
                  <a:lnTo>
                    <a:pt x="1266200" y="298768"/>
                  </a:lnTo>
                  <a:lnTo>
                    <a:pt x="1195856" y="297513"/>
                  </a:lnTo>
                  <a:lnTo>
                    <a:pt x="1125511" y="296254"/>
                  </a:lnTo>
                  <a:lnTo>
                    <a:pt x="1055167" y="294989"/>
                  </a:lnTo>
                  <a:lnTo>
                    <a:pt x="984822" y="293720"/>
                  </a:lnTo>
                  <a:lnTo>
                    <a:pt x="914478" y="292446"/>
                  </a:lnTo>
                  <a:lnTo>
                    <a:pt x="844133" y="291167"/>
                  </a:lnTo>
                  <a:lnTo>
                    <a:pt x="773789" y="289883"/>
                  </a:lnTo>
                  <a:lnTo>
                    <a:pt x="703444" y="288594"/>
                  </a:lnTo>
                  <a:lnTo>
                    <a:pt x="633100" y="287301"/>
                  </a:lnTo>
                  <a:lnTo>
                    <a:pt x="562755" y="286002"/>
                  </a:lnTo>
                  <a:lnTo>
                    <a:pt x="492411" y="284699"/>
                  </a:lnTo>
                  <a:lnTo>
                    <a:pt x="422066" y="283390"/>
                  </a:lnTo>
                  <a:lnTo>
                    <a:pt x="351722" y="282077"/>
                  </a:lnTo>
                  <a:lnTo>
                    <a:pt x="281377" y="280758"/>
                  </a:lnTo>
                  <a:lnTo>
                    <a:pt x="211033" y="279435"/>
                  </a:lnTo>
                  <a:lnTo>
                    <a:pt x="140688" y="278106"/>
                  </a:lnTo>
                  <a:lnTo>
                    <a:pt x="70344" y="276773"/>
                  </a:lnTo>
                  <a:lnTo>
                    <a:pt x="0" y="2754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771662"/>
              <a:ext cx="6964104" cy="386105"/>
            </a:xfrm>
            <a:custGeom>
              <a:avLst/>
              <a:pathLst>
                <a:path w="6964104" h="386105">
                  <a:moveTo>
                    <a:pt x="0" y="0"/>
                  </a:moveTo>
                  <a:lnTo>
                    <a:pt x="70344" y="10613"/>
                  </a:lnTo>
                  <a:lnTo>
                    <a:pt x="140688" y="21047"/>
                  </a:lnTo>
                  <a:lnTo>
                    <a:pt x="211033" y="31304"/>
                  </a:lnTo>
                  <a:lnTo>
                    <a:pt x="281377" y="41389"/>
                  </a:lnTo>
                  <a:lnTo>
                    <a:pt x="351722" y="51303"/>
                  </a:lnTo>
                  <a:lnTo>
                    <a:pt x="422066" y="61050"/>
                  </a:lnTo>
                  <a:lnTo>
                    <a:pt x="492411" y="70633"/>
                  </a:lnTo>
                  <a:lnTo>
                    <a:pt x="562755" y="80053"/>
                  </a:lnTo>
                  <a:lnTo>
                    <a:pt x="633100" y="89315"/>
                  </a:lnTo>
                  <a:lnTo>
                    <a:pt x="703444" y="98420"/>
                  </a:lnTo>
                  <a:lnTo>
                    <a:pt x="773789" y="107372"/>
                  </a:lnTo>
                  <a:lnTo>
                    <a:pt x="844133" y="116172"/>
                  </a:lnTo>
                  <a:lnTo>
                    <a:pt x="914478" y="124824"/>
                  </a:lnTo>
                  <a:lnTo>
                    <a:pt x="984822" y="133330"/>
                  </a:lnTo>
                  <a:lnTo>
                    <a:pt x="1055167" y="141692"/>
                  </a:lnTo>
                  <a:lnTo>
                    <a:pt x="1125511" y="149913"/>
                  </a:lnTo>
                  <a:lnTo>
                    <a:pt x="1195856" y="157995"/>
                  </a:lnTo>
                  <a:lnTo>
                    <a:pt x="1266200" y="165941"/>
                  </a:lnTo>
                  <a:lnTo>
                    <a:pt x="1336545" y="173752"/>
                  </a:lnTo>
                  <a:lnTo>
                    <a:pt x="1406889" y="181432"/>
                  </a:lnTo>
                  <a:lnTo>
                    <a:pt x="1477234" y="188982"/>
                  </a:lnTo>
                  <a:lnTo>
                    <a:pt x="1547578" y="196404"/>
                  </a:lnTo>
                  <a:lnTo>
                    <a:pt x="1617923" y="203702"/>
                  </a:lnTo>
                  <a:lnTo>
                    <a:pt x="1688267" y="210876"/>
                  </a:lnTo>
                  <a:lnTo>
                    <a:pt x="1758612" y="217929"/>
                  </a:lnTo>
                  <a:lnTo>
                    <a:pt x="1828956" y="224863"/>
                  </a:lnTo>
                  <a:lnTo>
                    <a:pt x="1899301" y="231679"/>
                  </a:lnTo>
                  <a:lnTo>
                    <a:pt x="1969645" y="238381"/>
                  </a:lnTo>
                  <a:lnTo>
                    <a:pt x="2039990" y="244970"/>
                  </a:lnTo>
                  <a:lnTo>
                    <a:pt x="2110334" y="251447"/>
                  </a:lnTo>
                  <a:lnTo>
                    <a:pt x="2180679" y="257815"/>
                  </a:lnTo>
                  <a:lnTo>
                    <a:pt x="2251023" y="264075"/>
                  </a:lnTo>
                  <a:lnTo>
                    <a:pt x="2321368" y="270230"/>
                  </a:lnTo>
                  <a:lnTo>
                    <a:pt x="2391712" y="276281"/>
                  </a:lnTo>
                  <a:lnTo>
                    <a:pt x="2462057" y="282230"/>
                  </a:lnTo>
                  <a:lnTo>
                    <a:pt x="2532401" y="288078"/>
                  </a:lnTo>
                  <a:lnTo>
                    <a:pt x="2602746" y="293828"/>
                  </a:lnTo>
                  <a:lnTo>
                    <a:pt x="2673090" y="299480"/>
                  </a:lnTo>
                  <a:lnTo>
                    <a:pt x="2743435" y="305037"/>
                  </a:lnTo>
                  <a:lnTo>
                    <a:pt x="2813779" y="310500"/>
                  </a:lnTo>
                  <a:lnTo>
                    <a:pt x="2884124" y="315871"/>
                  </a:lnTo>
                  <a:lnTo>
                    <a:pt x="2954468" y="321152"/>
                  </a:lnTo>
                  <a:lnTo>
                    <a:pt x="3024813" y="326343"/>
                  </a:lnTo>
                  <a:lnTo>
                    <a:pt x="3095157" y="329778"/>
                  </a:lnTo>
                  <a:lnTo>
                    <a:pt x="3165502" y="330911"/>
                  </a:lnTo>
                  <a:lnTo>
                    <a:pt x="3235846" y="332039"/>
                  </a:lnTo>
                  <a:lnTo>
                    <a:pt x="3306191" y="333163"/>
                  </a:lnTo>
                  <a:lnTo>
                    <a:pt x="3376535" y="334283"/>
                  </a:lnTo>
                  <a:lnTo>
                    <a:pt x="3446880" y="335399"/>
                  </a:lnTo>
                  <a:lnTo>
                    <a:pt x="3517224" y="336510"/>
                  </a:lnTo>
                  <a:lnTo>
                    <a:pt x="3587569" y="337617"/>
                  </a:lnTo>
                  <a:lnTo>
                    <a:pt x="3657913" y="338720"/>
                  </a:lnTo>
                  <a:lnTo>
                    <a:pt x="3728257" y="339819"/>
                  </a:lnTo>
                  <a:lnTo>
                    <a:pt x="3798602" y="340914"/>
                  </a:lnTo>
                  <a:lnTo>
                    <a:pt x="3868946" y="342004"/>
                  </a:lnTo>
                  <a:lnTo>
                    <a:pt x="3939291" y="343090"/>
                  </a:lnTo>
                  <a:lnTo>
                    <a:pt x="4009635" y="344172"/>
                  </a:lnTo>
                  <a:lnTo>
                    <a:pt x="4079980" y="345251"/>
                  </a:lnTo>
                  <a:lnTo>
                    <a:pt x="4150324" y="346325"/>
                  </a:lnTo>
                  <a:lnTo>
                    <a:pt x="4220669" y="347394"/>
                  </a:lnTo>
                  <a:lnTo>
                    <a:pt x="4291013" y="348460"/>
                  </a:lnTo>
                  <a:lnTo>
                    <a:pt x="4361358" y="349522"/>
                  </a:lnTo>
                  <a:lnTo>
                    <a:pt x="4431702" y="350580"/>
                  </a:lnTo>
                  <a:lnTo>
                    <a:pt x="4502047" y="351634"/>
                  </a:lnTo>
                  <a:lnTo>
                    <a:pt x="4572391" y="352684"/>
                  </a:lnTo>
                  <a:lnTo>
                    <a:pt x="4642736" y="353729"/>
                  </a:lnTo>
                  <a:lnTo>
                    <a:pt x="4713080" y="354771"/>
                  </a:lnTo>
                  <a:lnTo>
                    <a:pt x="4783425" y="355809"/>
                  </a:lnTo>
                  <a:lnTo>
                    <a:pt x="4853769" y="356843"/>
                  </a:lnTo>
                  <a:lnTo>
                    <a:pt x="4924114" y="357873"/>
                  </a:lnTo>
                  <a:lnTo>
                    <a:pt x="4994458" y="358899"/>
                  </a:lnTo>
                  <a:lnTo>
                    <a:pt x="5064803" y="359922"/>
                  </a:lnTo>
                  <a:lnTo>
                    <a:pt x="5135147" y="360940"/>
                  </a:lnTo>
                  <a:lnTo>
                    <a:pt x="5205492" y="361955"/>
                  </a:lnTo>
                  <a:lnTo>
                    <a:pt x="5275836" y="362965"/>
                  </a:lnTo>
                  <a:lnTo>
                    <a:pt x="5346181" y="363972"/>
                  </a:lnTo>
                  <a:lnTo>
                    <a:pt x="5416525" y="364975"/>
                  </a:lnTo>
                  <a:lnTo>
                    <a:pt x="5486870" y="365974"/>
                  </a:lnTo>
                  <a:lnTo>
                    <a:pt x="5557214" y="366970"/>
                  </a:lnTo>
                  <a:lnTo>
                    <a:pt x="5627559" y="367962"/>
                  </a:lnTo>
                  <a:lnTo>
                    <a:pt x="5697903" y="368949"/>
                  </a:lnTo>
                  <a:lnTo>
                    <a:pt x="5768248" y="369934"/>
                  </a:lnTo>
                  <a:lnTo>
                    <a:pt x="5838592" y="370914"/>
                  </a:lnTo>
                  <a:lnTo>
                    <a:pt x="5908937" y="371891"/>
                  </a:lnTo>
                  <a:lnTo>
                    <a:pt x="5979281" y="372864"/>
                  </a:lnTo>
                  <a:lnTo>
                    <a:pt x="6049626" y="373833"/>
                  </a:lnTo>
                  <a:lnTo>
                    <a:pt x="6119970" y="374799"/>
                  </a:lnTo>
                  <a:lnTo>
                    <a:pt x="6190315" y="375761"/>
                  </a:lnTo>
                  <a:lnTo>
                    <a:pt x="6260659" y="376719"/>
                  </a:lnTo>
                  <a:lnTo>
                    <a:pt x="6331004" y="377674"/>
                  </a:lnTo>
                  <a:lnTo>
                    <a:pt x="6401348" y="378625"/>
                  </a:lnTo>
                  <a:lnTo>
                    <a:pt x="6471693" y="379573"/>
                  </a:lnTo>
                  <a:lnTo>
                    <a:pt x="6542037" y="380517"/>
                  </a:lnTo>
                  <a:lnTo>
                    <a:pt x="6612382" y="381457"/>
                  </a:lnTo>
                  <a:lnTo>
                    <a:pt x="6682726" y="382394"/>
                  </a:lnTo>
                  <a:lnTo>
                    <a:pt x="6753071" y="383327"/>
                  </a:lnTo>
                  <a:lnTo>
                    <a:pt x="6823415" y="384257"/>
                  </a:lnTo>
                  <a:lnTo>
                    <a:pt x="6893760" y="385183"/>
                  </a:lnTo>
                  <a:lnTo>
                    <a:pt x="6964104" y="3861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3047096"/>
              <a:ext cx="6964104" cy="236699"/>
            </a:xfrm>
            <a:custGeom>
              <a:avLst/>
              <a:pathLst>
                <a:path w="6964104" h="236699">
                  <a:moveTo>
                    <a:pt x="6964104" y="236699"/>
                  </a:moveTo>
                  <a:lnTo>
                    <a:pt x="6893760" y="234699"/>
                  </a:lnTo>
                  <a:lnTo>
                    <a:pt x="6823415" y="232664"/>
                  </a:lnTo>
                  <a:lnTo>
                    <a:pt x="6753071" y="230594"/>
                  </a:lnTo>
                  <a:lnTo>
                    <a:pt x="6682726" y="228489"/>
                  </a:lnTo>
                  <a:lnTo>
                    <a:pt x="6612382" y="226347"/>
                  </a:lnTo>
                  <a:lnTo>
                    <a:pt x="6542037" y="224169"/>
                  </a:lnTo>
                  <a:lnTo>
                    <a:pt x="6471693" y="221953"/>
                  </a:lnTo>
                  <a:lnTo>
                    <a:pt x="6401348" y="219699"/>
                  </a:lnTo>
                  <a:lnTo>
                    <a:pt x="6331004" y="217406"/>
                  </a:lnTo>
                  <a:lnTo>
                    <a:pt x="6260659" y="215075"/>
                  </a:lnTo>
                  <a:lnTo>
                    <a:pt x="6190315" y="212703"/>
                  </a:lnTo>
                  <a:lnTo>
                    <a:pt x="6119970" y="210290"/>
                  </a:lnTo>
                  <a:lnTo>
                    <a:pt x="6049626" y="207836"/>
                  </a:lnTo>
                  <a:lnTo>
                    <a:pt x="5979281" y="205340"/>
                  </a:lnTo>
                  <a:lnTo>
                    <a:pt x="5908937" y="202800"/>
                  </a:lnTo>
                  <a:lnTo>
                    <a:pt x="5838592" y="200218"/>
                  </a:lnTo>
                  <a:lnTo>
                    <a:pt x="5768248" y="197591"/>
                  </a:lnTo>
                  <a:lnTo>
                    <a:pt x="5697903" y="194918"/>
                  </a:lnTo>
                  <a:lnTo>
                    <a:pt x="5627559" y="192200"/>
                  </a:lnTo>
                  <a:lnTo>
                    <a:pt x="5557214" y="189436"/>
                  </a:lnTo>
                  <a:lnTo>
                    <a:pt x="5486870" y="186623"/>
                  </a:lnTo>
                  <a:lnTo>
                    <a:pt x="5416525" y="183763"/>
                  </a:lnTo>
                  <a:lnTo>
                    <a:pt x="5346181" y="180853"/>
                  </a:lnTo>
                  <a:lnTo>
                    <a:pt x="5275836" y="177893"/>
                  </a:lnTo>
                  <a:lnTo>
                    <a:pt x="5205492" y="174883"/>
                  </a:lnTo>
                  <a:lnTo>
                    <a:pt x="5135147" y="171821"/>
                  </a:lnTo>
                  <a:lnTo>
                    <a:pt x="5064803" y="168706"/>
                  </a:lnTo>
                  <a:lnTo>
                    <a:pt x="4994458" y="165538"/>
                  </a:lnTo>
                  <a:lnTo>
                    <a:pt x="4924114" y="162315"/>
                  </a:lnTo>
                  <a:lnTo>
                    <a:pt x="4853769" y="159037"/>
                  </a:lnTo>
                  <a:lnTo>
                    <a:pt x="4783425" y="155703"/>
                  </a:lnTo>
                  <a:lnTo>
                    <a:pt x="4713080" y="152311"/>
                  </a:lnTo>
                  <a:lnTo>
                    <a:pt x="4642736" y="148862"/>
                  </a:lnTo>
                  <a:lnTo>
                    <a:pt x="4572391" y="145353"/>
                  </a:lnTo>
                  <a:lnTo>
                    <a:pt x="4502047" y="141783"/>
                  </a:lnTo>
                  <a:lnTo>
                    <a:pt x="4431702" y="138153"/>
                  </a:lnTo>
                  <a:lnTo>
                    <a:pt x="4361358" y="134460"/>
                  </a:lnTo>
                  <a:lnTo>
                    <a:pt x="4291013" y="130704"/>
                  </a:lnTo>
                  <a:lnTo>
                    <a:pt x="4220669" y="126883"/>
                  </a:lnTo>
                  <a:lnTo>
                    <a:pt x="4150324" y="122996"/>
                  </a:lnTo>
                  <a:lnTo>
                    <a:pt x="4079980" y="119043"/>
                  </a:lnTo>
                  <a:lnTo>
                    <a:pt x="4009635" y="115022"/>
                  </a:lnTo>
                  <a:lnTo>
                    <a:pt x="3939291" y="110932"/>
                  </a:lnTo>
                  <a:lnTo>
                    <a:pt x="3868946" y="106772"/>
                  </a:lnTo>
                  <a:lnTo>
                    <a:pt x="3798602" y="102540"/>
                  </a:lnTo>
                  <a:lnTo>
                    <a:pt x="3728257" y="98235"/>
                  </a:lnTo>
                  <a:lnTo>
                    <a:pt x="3657913" y="93857"/>
                  </a:lnTo>
                  <a:lnTo>
                    <a:pt x="3587569" y="89403"/>
                  </a:lnTo>
                  <a:lnTo>
                    <a:pt x="3517224" y="84873"/>
                  </a:lnTo>
                  <a:lnTo>
                    <a:pt x="3446880" y="80265"/>
                  </a:lnTo>
                  <a:lnTo>
                    <a:pt x="3376535" y="75578"/>
                  </a:lnTo>
                  <a:lnTo>
                    <a:pt x="3306191" y="70811"/>
                  </a:lnTo>
                  <a:lnTo>
                    <a:pt x="3235846" y="65961"/>
                  </a:lnTo>
                  <a:lnTo>
                    <a:pt x="3165502" y="61029"/>
                  </a:lnTo>
                  <a:lnTo>
                    <a:pt x="3095157" y="56011"/>
                  </a:lnTo>
                  <a:lnTo>
                    <a:pt x="3024813" y="53207"/>
                  </a:lnTo>
                  <a:lnTo>
                    <a:pt x="2954468" y="52065"/>
                  </a:lnTo>
                  <a:lnTo>
                    <a:pt x="2884124" y="50920"/>
                  </a:lnTo>
                  <a:lnTo>
                    <a:pt x="2813779" y="49770"/>
                  </a:lnTo>
                  <a:lnTo>
                    <a:pt x="2743435" y="48615"/>
                  </a:lnTo>
                  <a:lnTo>
                    <a:pt x="2673090" y="47457"/>
                  </a:lnTo>
                  <a:lnTo>
                    <a:pt x="2602746" y="46294"/>
                  </a:lnTo>
                  <a:lnTo>
                    <a:pt x="2532401" y="45126"/>
                  </a:lnTo>
                  <a:lnTo>
                    <a:pt x="2462057" y="43954"/>
                  </a:lnTo>
                  <a:lnTo>
                    <a:pt x="2391712" y="42777"/>
                  </a:lnTo>
                  <a:lnTo>
                    <a:pt x="2321368" y="41597"/>
                  </a:lnTo>
                  <a:lnTo>
                    <a:pt x="2251023" y="40411"/>
                  </a:lnTo>
                  <a:lnTo>
                    <a:pt x="2180679" y="39221"/>
                  </a:lnTo>
                  <a:lnTo>
                    <a:pt x="2110334" y="38027"/>
                  </a:lnTo>
                  <a:lnTo>
                    <a:pt x="2039990" y="36828"/>
                  </a:lnTo>
                  <a:lnTo>
                    <a:pt x="1969645" y="35624"/>
                  </a:lnTo>
                  <a:lnTo>
                    <a:pt x="1899301" y="34416"/>
                  </a:lnTo>
                  <a:lnTo>
                    <a:pt x="1828956" y="33203"/>
                  </a:lnTo>
                  <a:lnTo>
                    <a:pt x="1758612" y="31986"/>
                  </a:lnTo>
                  <a:lnTo>
                    <a:pt x="1688267" y="30764"/>
                  </a:lnTo>
                  <a:lnTo>
                    <a:pt x="1617923" y="29537"/>
                  </a:lnTo>
                  <a:lnTo>
                    <a:pt x="1547578" y="28306"/>
                  </a:lnTo>
                  <a:lnTo>
                    <a:pt x="1477234" y="27070"/>
                  </a:lnTo>
                  <a:lnTo>
                    <a:pt x="1406889" y="25829"/>
                  </a:lnTo>
                  <a:lnTo>
                    <a:pt x="1336545" y="24584"/>
                  </a:lnTo>
                  <a:lnTo>
                    <a:pt x="1266200" y="23334"/>
                  </a:lnTo>
                  <a:lnTo>
                    <a:pt x="1195856" y="22079"/>
                  </a:lnTo>
                  <a:lnTo>
                    <a:pt x="1125511" y="20819"/>
                  </a:lnTo>
                  <a:lnTo>
                    <a:pt x="1055167" y="19554"/>
                  </a:lnTo>
                  <a:lnTo>
                    <a:pt x="984822" y="18285"/>
                  </a:lnTo>
                  <a:lnTo>
                    <a:pt x="914478" y="17011"/>
                  </a:lnTo>
                  <a:lnTo>
                    <a:pt x="844133" y="15732"/>
                  </a:lnTo>
                  <a:lnTo>
                    <a:pt x="773789" y="14448"/>
                  </a:lnTo>
                  <a:lnTo>
                    <a:pt x="703444" y="13159"/>
                  </a:lnTo>
                  <a:lnTo>
                    <a:pt x="633100" y="11866"/>
                  </a:lnTo>
                  <a:lnTo>
                    <a:pt x="562755" y="10567"/>
                  </a:lnTo>
                  <a:lnTo>
                    <a:pt x="492411" y="9264"/>
                  </a:lnTo>
                  <a:lnTo>
                    <a:pt x="422066" y="7955"/>
                  </a:lnTo>
                  <a:lnTo>
                    <a:pt x="351722" y="6642"/>
                  </a:lnTo>
                  <a:lnTo>
                    <a:pt x="281377" y="5324"/>
                  </a:lnTo>
                  <a:lnTo>
                    <a:pt x="211033" y="4000"/>
                  </a:lnTo>
                  <a:lnTo>
                    <a:pt x="140688" y="2672"/>
                  </a:lnTo>
                  <a:lnTo>
                    <a:pt x="70344" y="13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929092"/>
              <a:ext cx="6964104" cy="303113"/>
            </a:xfrm>
            <a:custGeom>
              <a:avLst/>
              <a:pathLst>
                <a:path w="6964104" h="303113">
                  <a:moveTo>
                    <a:pt x="0" y="0"/>
                  </a:moveTo>
                  <a:lnTo>
                    <a:pt x="70344" y="4880"/>
                  </a:lnTo>
                  <a:lnTo>
                    <a:pt x="140688" y="9710"/>
                  </a:lnTo>
                  <a:lnTo>
                    <a:pt x="211033" y="14491"/>
                  </a:lnTo>
                  <a:lnTo>
                    <a:pt x="281377" y="19221"/>
                  </a:lnTo>
                  <a:lnTo>
                    <a:pt x="351722" y="23903"/>
                  </a:lnTo>
                  <a:lnTo>
                    <a:pt x="422066" y="28536"/>
                  </a:lnTo>
                  <a:lnTo>
                    <a:pt x="492411" y="33121"/>
                  </a:lnTo>
                  <a:lnTo>
                    <a:pt x="562755" y="37659"/>
                  </a:lnTo>
                  <a:lnTo>
                    <a:pt x="633100" y="42150"/>
                  </a:lnTo>
                  <a:lnTo>
                    <a:pt x="703444" y="46594"/>
                  </a:lnTo>
                  <a:lnTo>
                    <a:pt x="773789" y="50992"/>
                  </a:lnTo>
                  <a:lnTo>
                    <a:pt x="844133" y="55344"/>
                  </a:lnTo>
                  <a:lnTo>
                    <a:pt x="914478" y="59652"/>
                  </a:lnTo>
                  <a:lnTo>
                    <a:pt x="984822" y="63915"/>
                  </a:lnTo>
                  <a:lnTo>
                    <a:pt x="1055167" y="68133"/>
                  </a:lnTo>
                  <a:lnTo>
                    <a:pt x="1125511" y="72308"/>
                  </a:lnTo>
                  <a:lnTo>
                    <a:pt x="1195856" y="76440"/>
                  </a:lnTo>
                  <a:lnTo>
                    <a:pt x="1266200" y="80529"/>
                  </a:lnTo>
                  <a:lnTo>
                    <a:pt x="1336545" y="84576"/>
                  </a:lnTo>
                  <a:lnTo>
                    <a:pt x="1406889" y="88580"/>
                  </a:lnTo>
                  <a:lnTo>
                    <a:pt x="1477234" y="92544"/>
                  </a:lnTo>
                  <a:lnTo>
                    <a:pt x="1547578" y="96466"/>
                  </a:lnTo>
                  <a:lnTo>
                    <a:pt x="1617923" y="100347"/>
                  </a:lnTo>
                  <a:lnTo>
                    <a:pt x="1688267" y="104189"/>
                  </a:lnTo>
                  <a:lnTo>
                    <a:pt x="1758612" y="107990"/>
                  </a:lnTo>
                  <a:lnTo>
                    <a:pt x="1828956" y="111752"/>
                  </a:lnTo>
                  <a:lnTo>
                    <a:pt x="1899301" y="115476"/>
                  </a:lnTo>
                  <a:lnTo>
                    <a:pt x="1969645" y="119160"/>
                  </a:lnTo>
                  <a:lnTo>
                    <a:pt x="2039990" y="122807"/>
                  </a:lnTo>
                  <a:lnTo>
                    <a:pt x="2110334" y="126415"/>
                  </a:lnTo>
                  <a:lnTo>
                    <a:pt x="2180679" y="129987"/>
                  </a:lnTo>
                  <a:lnTo>
                    <a:pt x="2251023" y="133521"/>
                  </a:lnTo>
                  <a:lnTo>
                    <a:pt x="2321368" y="137019"/>
                  </a:lnTo>
                  <a:lnTo>
                    <a:pt x="2391712" y="140480"/>
                  </a:lnTo>
                  <a:lnTo>
                    <a:pt x="2462057" y="143906"/>
                  </a:lnTo>
                  <a:lnTo>
                    <a:pt x="2532401" y="147296"/>
                  </a:lnTo>
                  <a:lnTo>
                    <a:pt x="2602746" y="150651"/>
                  </a:lnTo>
                  <a:lnTo>
                    <a:pt x="2673090" y="153971"/>
                  </a:lnTo>
                  <a:lnTo>
                    <a:pt x="2743435" y="157257"/>
                  </a:lnTo>
                  <a:lnTo>
                    <a:pt x="2813779" y="160509"/>
                  </a:lnTo>
                  <a:lnTo>
                    <a:pt x="2884124" y="163727"/>
                  </a:lnTo>
                  <a:lnTo>
                    <a:pt x="2954468" y="166912"/>
                  </a:lnTo>
                  <a:lnTo>
                    <a:pt x="3024813" y="170064"/>
                  </a:lnTo>
                  <a:lnTo>
                    <a:pt x="3095157" y="173183"/>
                  </a:lnTo>
                  <a:lnTo>
                    <a:pt x="3165502" y="176270"/>
                  </a:lnTo>
                  <a:lnTo>
                    <a:pt x="3235846" y="179325"/>
                  </a:lnTo>
                  <a:lnTo>
                    <a:pt x="3306191" y="182348"/>
                  </a:lnTo>
                  <a:lnTo>
                    <a:pt x="3376535" y="185340"/>
                  </a:lnTo>
                  <a:lnTo>
                    <a:pt x="3446880" y="188301"/>
                  </a:lnTo>
                  <a:lnTo>
                    <a:pt x="3517224" y="191232"/>
                  </a:lnTo>
                  <a:lnTo>
                    <a:pt x="3587569" y="194131"/>
                  </a:lnTo>
                  <a:lnTo>
                    <a:pt x="3657913" y="197001"/>
                  </a:lnTo>
                  <a:lnTo>
                    <a:pt x="3728257" y="199842"/>
                  </a:lnTo>
                  <a:lnTo>
                    <a:pt x="3798602" y="202652"/>
                  </a:lnTo>
                  <a:lnTo>
                    <a:pt x="3868946" y="205434"/>
                  </a:lnTo>
                  <a:lnTo>
                    <a:pt x="3939291" y="208187"/>
                  </a:lnTo>
                  <a:lnTo>
                    <a:pt x="4009635" y="210911"/>
                  </a:lnTo>
                  <a:lnTo>
                    <a:pt x="4079980" y="213607"/>
                  </a:lnTo>
                  <a:lnTo>
                    <a:pt x="4150324" y="216275"/>
                  </a:lnTo>
                  <a:lnTo>
                    <a:pt x="4220669" y="218916"/>
                  </a:lnTo>
                  <a:lnTo>
                    <a:pt x="4291013" y="221529"/>
                  </a:lnTo>
                  <a:lnTo>
                    <a:pt x="4361358" y="224115"/>
                  </a:lnTo>
                  <a:lnTo>
                    <a:pt x="4431702" y="226675"/>
                  </a:lnTo>
                  <a:lnTo>
                    <a:pt x="4502047" y="229207"/>
                  </a:lnTo>
                  <a:lnTo>
                    <a:pt x="4572391" y="231714"/>
                  </a:lnTo>
                  <a:lnTo>
                    <a:pt x="4642736" y="234195"/>
                  </a:lnTo>
                  <a:lnTo>
                    <a:pt x="4713080" y="236650"/>
                  </a:lnTo>
                  <a:lnTo>
                    <a:pt x="4783425" y="239079"/>
                  </a:lnTo>
                  <a:lnTo>
                    <a:pt x="4853769" y="241483"/>
                  </a:lnTo>
                  <a:lnTo>
                    <a:pt x="4924114" y="243863"/>
                  </a:lnTo>
                  <a:lnTo>
                    <a:pt x="4994458" y="246218"/>
                  </a:lnTo>
                  <a:lnTo>
                    <a:pt x="5064803" y="248548"/>
                  </a:lnTo>
                  <a:lnTo>
                    <a:pt x="5135147" y="250854"/>
                  </a:lnTo>
                  <a:lnTo>
                    <a:pt x="5205492" y="253137"/>
                  </a:lnTo>
                  <a:lnTo>
                    <a:pt x="5275836" y="255395"/>
                  </a:lnTo>
                  <a:lnTo>
                    <a:pt x="5346181" y="257631"/>
                  </a:lnTo>
                  <a:lnTo>
                    <a:pt x="5416525" y="259843"/>
                  </a:lnTo>
                  <a:lnTo>
                    <a:pt x="5486870" y="262032"/>
                  </a:lnTo>
                  <a:lnTo>
                    <a:pt x="5557214" y="264199"/>
                  </a:lnTo>
                  <a:lnTo>
                    <a:pt x="5627559" y="266343"/>
                  </a:lnTo>
                  <a:lnTo>
                    <a:pt x="5697903" y="268465"/>
                  </a:lnTo>
                  <a:lnTo>
                    <a:pt x="5768248" y="270565"/>
                  </a:lnTo>
                  <a:lnTo>
                    <a:pt x="5838592" y="272643"/>
                  </a:lnTo>
                  <a:lnTo>
                    <a:pt x="5908937" y="274700"/>
                  </a:lnTo>
                  <a:lnTo>
                    <a:pt x="5979281" y="276735"/>
                  </a:lnTo>
                  <a:lnTo>
                    <a:pt x="6049626" y="278749"/>
                  </a:lnTo>
                  <a:lnTo>
                    <a:pt x="6119970" y="280743"/>
                  </a:lnTo>
                  <a:lnTo>
                    <a:pt x="6190315" y="282716"/>
                  </a:lnTo>
                  <a:lnTo>
                    <a:pt x="6260659" y="284668"/>
                  </a:lnTo>
                  <a:lnTo>
                    <a:pt x="6331004" y="286600"/>
                  </a:lnTo>
                  <a:lnTo>
                    <a:pt x="6401348" y="288512"/>
                  </a:lnTo>
                  <a:lnTo>
                    <a:pt x="6471693" y="290405"/>
                  </a:lnTo>
                  <a:lnTo>
                    <a:pt x="6542037" y="292277"/>
                  </a:lnTo>
                  <a:lnTo>
                    <a:pt x="6612382" y="294131"/>
                  </a:lnTo>
                  <a:lnTo>
                    <a:pt x="6682726" y="295965"/>
                  </a:lnTo>
                  <a:lnTo>
                    <a:pt x="6753071" y="297780"/>
                  </a:lnTo>
                  <a:lnTo>
                    <a:pt x="6823415" y="299576"/>
                  </a:lnTo>
                  <a:lnTo>
                    <a:pt x="6893760" y="301354"/>
                  </a:lnTo>
                  <a:lnTo>
                    <a:pt x="6964104" y="3031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30071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10371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50428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17925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889308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649057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328020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1.13 (1.05-1.23), p_Bonf = 0.012 (n = 6)  |  per IQR decline (Δ = 28.1 %): 1.43 (1.14-1.79)  |  IQR: [-30.1, -2.1]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97750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8325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8755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5425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39760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52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10766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696268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81771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40501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26004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11506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9700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82512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56801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65351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3901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452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235312" y="4965054"/>
              <a:ext cx="6964104" cy="512134"/>
            </a:xfrm>
            <a:custGeom>
              <a:avLst/>
              <a:pathLst>
                <a:path w="6964104" h="512134">
                  <a:moveTo>
                    <a:pt x="0" y="0"/>
                  </a:moveTo>
                  <a:lnTo>
                    <a:pt x="70344" y="10613"/>
                  </a:lnTo>
                  <a:lnTo>
                    <a:pt x="140688" y="21047"/>
                  </a:lnTo>
                  <a:lnTo>
                    <a:pt x="211033" y="31304"/>
                  </a:lnTo>
                  <a:lnTo>
                    <a:pt x="281377" y="41389"/>
                  </a:lnTo>
                  <a:lnTo>
                    <a:pt x="351722" y="51303"/>
                  </a:lnTo>
                  <a:lnTo>
                    <a:pt x="422066" y="61050"/>
                  </a:lnTo>
                  <a:lnTo>
                    <a:pt x="492411" y="70633"/>
                  </a:lnTo>
                  <a:lnTo>
                    <a:pt x="562755" y="80053"/>
                  </a:lnTo>
                  <a:lnTo>
                    <a:pt x="633100" y="89315"/>
                  </a:lnTo>
                  <a:lnTo>
                    <a:pt x="703444" y="98420"/>
                  </a:lnTo>
                  <a:lnTo>
                    <a:pt x="773789" y="107372"/>
                  </a:lnTo>
                  <a:lnTo>
                    <a:pt x="844133" y="116172"/>
                  </a:lnTo>
                  <a:lnTo>
                    <a:pt x="914478" y="124824"/>
                  </a:lnTo>
                  <a:lnTo>
                    <a:pt x="984822" y="133330"/>
                  </a:lnTo>
                  <a:lnTo>
                    <a:pt x="1055167" y="141692"/>
                  </a:lnTo>
                  <a:lnTo>
                    <a:pt x="1125511" y="149913"/>
                  </a:lnTo>
                  <a:lnTo>
                    <a:pt x="1195856" y="157995"/>
                  </a:lnTo>
                  <a:lnTo>
                    <a:pt x="1266200" y="165941"/>
                  </a:lnTo>
                  <a:lnTo>
                    <a:pt x="1336545" y="173752"/>
                  </a:lnTo>
                  <a:lnTo>
                    <a:pt x="1406889" y="181432"/>
                  </a:lnTo>
                  <a:lnTo>
                    <a:pt x="1477234" y="188982"/>
                  </a:lnTo>
                  <a:lnTo>
                    <a:pt x="1547578" y="196404"/>
                  </a:lnTo>
                  <a:lnTo>
                    <a:pt x="1617923" y="203702"/>
                  </a:lnTo>
                  <a:lnTo>
                    <a:pt x="1688267" y="210876"/>
                  </a:lnTo>
                  <a:lnTo>
                    <a:pt x="1758612" y="217929"/>
                  </a:lnTo>
                  <a:lnTo>
                    <a:pt x="1828956" y="224863"/>
                  </a:lnTo>
                  <a:lnTo>
                    <a:pt x="1899301" y="231679"/>
                  </a:lnTo>
                  <a:lnTo>
                    <a:pt x="1969645" y="238381"/>
                  </a:lnTo>
                  <a:lnTo>
                    <a:pt x="2039990" y="244970"/>
                  </a:lnTo>
                  <a:lnTo>
                    <a:pt x="2110334" y="251447"/>
                  </a:lnTo>
                  <a:lnTo>
                    <a:pt x="2180679" y="257815"/>
                  </a:lnTo>
                  <a:lnTo>
                    <a:pt x="2251023" y="264075"/>
                  </a:lnTo>
                  <a:lnTo>
                    <a:pt x="2321368" y="270230"/>
                  </a:lnTo>
                  <a:lnTo>
                    <a:pt x="2391712" y="276281"/>
                  </a:lnTo>
                  <a:lnTo>
                    <a:pt x="2462057" y="282230"/>
                  </a:lnTo>
                  <a:lnTo>
                    <a:pt x="2532401" y="288078"/>
                  </a:lnTo>
                  <a:lnTo>
                    <a:pt x="2602746" y="293828"/>
                  </a:lnTo>
                  <a:lnTo>
                    <a:pt x="2673090" y="299480"/>
                  </a:lnTo>
                  <a:lnTo>
                    <a:pt x="2743435" y="305037"/>
                  </a:lnTo>
                  <a:lnTo>
                    <a:pt x="2813779" y="310500"/>
                  </a:lnTo>
                  <a:lnTo>
                    <a:pt x="2884124" y="315871"/>
                  </a:lnTo>
                  <a:lnTo>
                    <a:pt x="2954468" y="321152"/>
                  </a:lnTo>
                  <a:lnTo>
                    <a:pt x="3024813" y="326343"/>
                  </a:lnTo>
                  <a:lnTo>
                    <a:pt x="3095157" y="329778"/>
                  </a:lnTo>
                  <a:lnTo>
                    <a:pt x="3165502" y="330911"/>
                  </a:lnTo>
                  <a:lnTo>
                    <a:pt x="3235846" y="332039"/>
                  </a:lnTo>
                  <a:lnTo>
                    <a:pt x="3306191" y="333163"/>
                  </a:lnTo>
                  <a:lnTo>
                    <a:pt x="3376535" y="334283"/>
                  </a:lnTo>
                  <a:lnTo>
                    <a:pt x="3446880" y="335399"/>
                  </a:lnTo>
                  <a:lnTo>
                    <a:pt x="3517224" y="336510"/>
                  </a:lnTo>
                  <a:lnTo>
                    <a:pt x="3587569" y="337617"/>
                  </a:lnTo>
                  <a:lnTo>
                    <a:pt x="3657913" y="338720"/>
                  </a:lnTo>
                  <a:lnTo>
                    <a:pt x="3728257" y="339819"/>
                  </a:lnTo>
                  <a:lnTo>
                    <a:pt x="3798602" y="340914"/>
                  </a:lnTo>
                  <a:lnTo>
                    <a:pt x="3868946" y="342004"/>
                  </a:lnTo>
                  <a:lnTo>
                    <a:pt x="3939291" y="343090"/>
                  </a:lnTo>
                  <a:lnTo>
                    <a:pt x="4009635" y="344172"/>
                  </a:lnTo>
                  <a:lnTo>
                    <a:pt x="4079980" y="345251"/>
                  </a:lnTo>
                  <a:lnTo>
                    <a:pt x="4150324" y="346325"/>
                  </a:lnTo>
                  <a:lnTo>
                    <a:pt x="4220669" y="347394"/>
                  </a:lnTo>
                  <a:lnTo>
                    <a:pt x="4291013" y="348460"/>
                  </a:lnTo>
                  <a:lnTo>
                    <a:pt x="4361358" y="349522"/>
                  </a:lnTo>
                  <a:lnTo>
                    <a:pt x="4431702" y="350580"/>
                  </a:lnTo>
                  <a:lnTo>
                    <a:pt x="4502047" y="351634"/>
                  </a:lnTo>
                  <a:lnTo>
                    <a:pt x="4572391" y="352684"/>
                  </a:lnTo>
                  <a:lnTo>
                    <a:pt x="4642736" y="353729"/>
                  </a:lnTo>
                  <a:lnTo>
                    <a:pt x="4713080" y="354771"/>
                  </a:lnTo>
                  <a:lnTo>
                    <a:pt x="4783425" y="355809"/>
                  </a:lnTo>
                  <a:lnTo>
                    <a:pt x="4853769" y="356843"/>
                  </a:lnTo>
                  <a:lnTo>
                    <a:pt x="4924114" y="357873"/>
                  </a:lnTo>
                  <a:lnTo>
                    <a:pt x="4994458" y="358899"/>
                  </a:lnTo>
                  <a:lnTo>
                    <a:pt x="5064803" y="359922"/>
                  </a:lnTo>
                  <a:lnTo>
                    <a:pt x="5135147" y="360940"/>
                  </a:lnTo>
                  <a:lnTo>
                    <a:pt x="5205492" y="361955"/>
                  </a:lnTo>
                  <a:lnTo>
                    <a:pt x="5275836" y="362965"/>
                  </a:lnTo>
                  <a:lnTo>
                    <a:pt x="5346181" y="363972"/>
                  </a:lnTo>
                  <a:lnTo>
                    <a:pt x="5416525" y="364975"/>
                  </a:lnTo>
                  <a:lnTo>
                    <a:pt x="5486870" y="365974"/>
                  </a:lnTo>
                  <a:lnTo>
                    <a:pt x="5557214" y="366970"/>
                  </a:lnTo>
                  <a:lnTo>
                    <a:pt x="5627559" y="367962"/>
                  </a:lnTo>
                  <a:lnTo>
                    <a:pt x="5697903" y="368949"/>
                  </a:lnTo>
                  <a:lnTo>
                    <a:pt x="5768248" y="369934"/>
                  </a:lnTo>
                  <a:lnTo>
                    <a:pt x="5838592" y="370914"/>
                  </a:lnTo>
                  <a:lnTo>
                    <a:pt x="5908937" y="371891"/>
                  </a:lnTo>
                  <a:lnTo>
                    <a:pt x="5979281" y="372864"/>
                  </a:lnTo>
                  <a:lnTo>
                    <a:pt x="6049626" y="373833"/>
                  </a:lnTo>
                  <a:lnTo>
                    <a:pt x="6119970" y="374799"/>
                  </a:lnTo>
                  <a:lnTo>
                    <a:pt x="6190315" y="375761"/>
                  </a:lnTo>
                  <a:lnTo>
                    <a:pt x="6260659" y="376719"/>
                  </a:lnTo>
                  <a:lnTo>
                    <a:pt x="6331004" y="377674"/>
                  </a:lnTo>
                  <a:lnTo>
                    <a:pt x="6401348" y="378625"/>
                  </a:lnTo>
                  <a:lnTo>
                    <a:pt x="6471693" y="379573"/>
                  </a:lnTo>
                  <a:lnTo>
                    <a:pt x="6542037" y="380517"/>
                  </a:lnTo>
                  <a:lnTo>
                    <a:pt x="6612382" y="381457"/>
                  </a:lnTo>
                  <a:lnTo>
                    <a:pt x="6682726" y="382394"/>
                  </a:lnTo>
                  <a:lnTo>
                    <a:pt x="6753071" y="383327"/>
                  </a:lnTo>
                  <a:lnTo>
                    <a:pt x="6823415" y="384257"/>
                  </a:lnTo>
                  <a:lnTo>
                    <a:pt x="6893760" y="385183"/>
                  </a:lnTo>
                  <a:lnTo>
                    <a:pt x="6964104" y="386105"/>
                  </a:lnTo>
                  <a:lnTo>
                    <a:pt x="6964104" y="512134"/>
                  </a:lnTo>
                  <a:lnTo>
                    <a:pt x="6893760" y="510134"/>
                  </a:lnTo>
                  <a:lnTo>
                    <a:pt x="6823415" y="508099"/>
                  </a:lnTo>
                  <a:lnTo>
                    <a:pt x="6753071" y="506029"/>
                  </a:lnTo>
                  <a:lnTo>
                    <a:pt x="6682726" y="503923"/>
                  </a:lnTo>
                  <a:lnTo>
                    <a:pt x="6612382" y="501782"/>
                  </a:lnTo>
                  <a:lnTo>
                    <a:pt x="6542037" y="499603"/>
                  </a:lnTo>
                  <a:lnTo>
                    <a:pt x="6471693" y="497388"/>
                  </a:lnTo>
                  <a:lnTo>
                    <a:pt x="6401348" y="495134"/>
                  </a:lnTo>
                  <a:lnTo>
                    <a:pt x="6331004" y="492841"/>
                  </a:lnTo>
                  <a:lnTo>
                    <a:pt x="6260659" y="490509"/>
                  </a:lnTo>
                  <a:lnTo>
                    <a:pt x="6190315" y="488137"/>
                  </a:lnTo>
                  <a:lnTo>
                    <a:pt x="6119970" y="485725"/>
                  </a:lnTo>
                  <a:lnTo>
                    <a:pt x="6049626" y="483271"/>
                  </a:lnTo>
                  <a:lnTo>
                    <a:pt x="5979281" y="480774"/>
                  </a:lnTo>
                  <a:lnTo>
                    <a:pt x="5908937" y="478235"/>
                  </a:lnTo>
                  <a:lnTo>
                    <a:pt x="5838592" y="475653"/>
                  </a:lnTo>
                  <a:lnTo>
                    <a:pt x="5768248" y="473025"/>
                  </a:lnTo>
                  <a:lnTo>
                    <a:pt x="5697903" y="470353"/>
                  </a:lnTo>
                  <a:lnTo>
                    <a:pt x="5627559" y="467635"/>
                  </a:lnTo>
                  <a:lnTo>
                    <a:pt x="5557214" y="464870"/>
                  </a:lnTo>
                  <a:lnTo>
                    <a:pt x="5486870" y="462058"/>
                  </a:lnTo>
                  <a:lnTo>
                    <a:pt x="5416525" y="459198"/>
                  </a:lnTo>
                  <a:lnTo>
                    <a:pt x="5346181" y="456288"/>
                  </a:lnTo>
                  <a:lnTo>
                    <a:pt x="5275836" y="453328"/>
                  </a:lnTo>
                  <a:lnTo>
                    <a:pt x="5205492" y="450318"/>
                  </a:lnTo>
                  <a:lnTo>
                    <a:pt x="5135147" y="447256"/>
                  </a:lnTo>
                  <a:lnTo>
                    <a:pt x="5064803" y="444141"/>
                  </a:lnTo>
                  <a:lnTo>
                    <a:pt x="4994458" y="440973"/>
                  </a:lnTo>
                  <a:lnTo>
                    <a:pt x="4924114" y="437750"/>
                  </a:lnTo>
                  <a:lnTo>
                    <a:pt x="4853769" y="434472"/>
                  </a:lnTo>
                  <a:lnTo>
                    <a:pt x="4783425" y="431138"/>
                  </a:lnTo>
                  <a:lnTo>
                    <a:pt x="4713080" y="427746"/>
                  </a:lnTo>
                  <a:lnTo>
                    <a:pt x="4642736" y="424297"/>
                  </a:lnTo>
                  <a:lnTo>
                    <a:pt x="4572391" y="420788"/>
                  </a:lnTo>
                  <a:lnTo>
                    <a:pt x="4502047" y="417218"/>
                  </a:lnTo>
                  <a:lnTo>
                    <a:pt x="4431702" y="413588"/>
                  </a:lnTo>
                  <a:lnTo>
                    <a:pt x="4361358" y="409895"/>
                  </a:lnTo>
                  <a:lnTo>
                    <a:pt x="4291013" y="406138"/>
                  </a:lnTo>
                  <a:lnTo>
                    <a:pt x="4220669" y="402318"/>
                  </a:lnTo>
                  <a:lnTo>
                    <a:pt x="4150324" y="398431"/>
                  </a:lnTo>
                  <a:lnTo>
                    <a:pt x="4079980" y="394478"/>
                  </a:lnTo>
                  <a:lnTo>
                    <a:pt x="4009635" y="390457"/>
                  </a:lnTo>
                  <a:lnTo>
                    <a:pt x="3939291" y="386367"/>
                  </a:lnTo>
                  <a:lnTo>
                    <a:pt x="3868946" y="382206"/>
                  </a:lnTo>
                  <a:lnTo>
                    <a:pt x="3798602" y="377975"/>
                  </a:lnTo>
                  <a:lnTo>
                    <a:pt x="3728257" y="373670"/>
                  </a:lnTo>
                  <a:lnTo>
                    <a:pt x="3657913" y="369292"/>
                  </a:lnTo>
                  <a:lnTo>
                    <a:pt x="3587569" y="364838"/>
                  </a:lnTo>
                  <a:lnTo>
                    <a:pt x="3517224" y="360308"/>
                  </a:lnTo>
                  <a:lnTo>
                    <a:pt x="3446880" y="355700"/>
                  </a:lnTo>
                  <a:lnTo>
                    <a:pt x="3376535" y="351013"/>
                  </a:lnTo>
                  <a:lnTo>
                    <a:pt x="3306191" y="346246"/>
                  </a:lnTo>
                  <a:lnTo>
                    <a:pt x="3235846" y="341396"/>
                  </a:lnTo>
                  <a:lnTo>
                    <a:pt x="3165502" y="336464"/>
                  </a:lnTo>
                  <a:lnTo>
                    <a:pt x="3095157" y="331446"/>
                  </a:lnTo>
                  <a:lnTo>
                    <a:pt x="3024813" y="328641"/>
                  </a:lnTo>
                  <a:lnTo>
                    <a:pt x="2954468" y="327500"/>
                  </a:lnTo>
                  <a:lnTo>
                    <a:pt x="2884124" y="326355"/>
                  </a:lnTo>
                  <a:lnTo>
                    <a:pt x="2813779" y="325205"/>
                  </a:lnTo>
                  <a:lnTo>
                    <a:pt x="2743435" y="324050"/>
                  </a:lnTo>
                  <a:lnTo>
                    <a:pt x="2673090" y="322892"/>
                  </a:lnTo>
                  <a:lnTo>
                    <a:pt x="2602746" y="321728"/>
                  </a:lnTo>
                  <a:lnTo>
                    <a:pt x="2532401" y="320561"/>
                  </a:lnTo>
                  <a:lnTo>
                    <a:pt x="2462057" y="319389"/>
                  </a:lnTo>
                  <a:lnTo>
                    <a:pt x="2391712" y="318212"/>
                  </a:lnTo>
                  <a:lnTo>
                    <a:pt x="2321368" y="317031"/>
                  </a:lnTo>
                  <a:lnTo>
                    <a:pt x="2251023" y="315846"/>
                  </a:lnTo>
                  <a:lnTo>
                    <a:pt x="2180679" y="314656"/>
                  </a:lnTo>
                  <a:lnTo>
                    <a:pt x="2110334" y="313461"/>
                  </a:lnTo>
                  <a:lnTo>
                    <a:pt x="2039990" y="312262"/>
                  </a:lnTo>
                  <a:lnTo>
                    <a:pt x="1969645" y="311059"/>
                  </a:lnTo>
                  <a:lnTo>
                    <a:pt x="1899301" y="309851"/>
                  </a:lnTo>
                  <a:lnTo>
                    <a:pt x="1828956" y="308638"/>
                  </a:lnTo>
                  <a:lnTo>
                    <a:pt x="1758612" y="307421"/>
                  </a:lnTo>
                  <a:lnTo>
                    <a:pt x="1688267" y="306199"/>
                  </a:lnTo>
                  <a:lnTo>
                    <a:pt x="1617923" y="304972"/>
                  </a:lnTo>
                  <a:lnTo>
                    <a:pt x="1547578" y="303741"/>
                  </a:lnTo>
                  <a:lnTo>
                    <a:pt x="1477234" y="302505"/>
                  </a:lnTo>
                  <a:lnTo>
                    <a:pt x="1406889" y="301264"/>
                  </a:lnTo>
                  <a:lnTo>
                    <a:pt x="1336545" y="300019"/>
                  </a:lnTo>
                  <a:lnTo>
                    <a:pt x="1266200" y="298768"/>
                  </a:lnTo>
                  <a:lnTo>
                    <a:pt x="1195856" y="297513"/>
                  </a:lnTo>
                  <a:lnTo>
                    <a:pt x="1125511" y="296254"/>
                  </a:lnTo>
                  <a:lnTo>
                    <a:pt x="1055167" y="294989"/>
                  </a:lnTo>
                  <a:lnTo>
                    <a:pt x="984822" y="293720"/>
                  </a:lnTo>
                  <a:lnTo>
                    <a:pt x="914478" y="292446"/>
                  </a:lnTo>
                  <a:lnTo>
                    <a:pt x="844133" y="291167"/>
                  </a:lnTo>
                  <a:lnTo>
                    <a:pt x="773789" y="289883"/>
                  </a:lnTo>
                  <a:lnTo>
                    <a:pt x="703444" y="288594"/>
                  </a:lnTo>
                  <a:lnTo>
                    <a:pt x="633100" y="287301"/>
                  </a:lnTo>
                  <a:lnTo>
                    <a:pt x="562755" y="286002"/>
                  </a:lnTo>
                  <a:lnTo>
                    <a:pt x="492411" y="284699"/>
                  </a:lnTo>
                  <a:lnTo>
                    <a:pt x="422066" y="283390"/>
                  </a:lnTo>
                  <a:lnTo>
                    <a:pt x="351722" y="282077"/>
                  </a:lnTo>
                  <a:lnTo>
                    <a:pt x="281377" y="280758"/>
                  </a:lnTo>
                  <a:lnTo>
                    <a:pt x="211033" y="279435"/>
                  </a:lnTo>
                  <a:lnTo>
                    <a:pt x="140688" y="278106"/>
                  </a:lnTo>
                  <a:lnTo>
                    <a:pt x="70344" y="276773"/>
                  </a:lnTo>
                  <a:lnTo>
                    <a:pt x="0" y="2754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4965054"/>
              <a:ext cx="6964104" cy="386105"/>
            </a:xfrm>
            <a:custGeom>
              <a:avLst/>
              <a:pathLst>
                <a:path w="6964104" h="386105">
                  <a:moveTo>
                    <a:pt x="0" y="0"/>
                  </a:moveTo>
                  <a:lnTo>
                    <a:pt x="70344" y="10613"/>
                  </a:lnTo>
                  <a:lnTo>
                    <a:pt x="140688" y="21047"/>
                  </a:lnTo>
                  <a:lnTo>
                    <a:pt x="211033" y="31304"/>
                  </a:lnTo>
                  <a:lnTo>
                    <a:pt x="281377" y="41389"/>
                  </a:lnTo>
                  <a:lnTo>
                    <a:pt x="351722" y="51303"/>
                  </a:lnTo>
                  <a:lnTo>
                    <a:pt x="422066" y="61050"/>
                  </a:lnTo>
                  <a:lnTo>
                    <a:pt x="492411" y="70633"/>
                  </a:lnTo>
                  <a:lnTo>
                    <a:pt x="562755" y="80053"/>
                  </a:lnTo>
                  <a:lnTo>
                    <a:pt x="633100" y="89315"/>
                  </a:lnTo>
                  <a:lnTo>
                    <a:pt x="703444" y="98420"/>
                  </a:lnTo>
                  <a:lnTo>
                    <a:pt x="773789" y="107372"/>
                  </a:lnTo>
                  <a:lnTo>
                    <a:pt x="844133" y="116172"/>
                  </a:lnTo>
                  <a:lnTo>
                    <a:pt x="914478" y="124824"/>
                  </a:lnTo>
                  <a:lnTo>
                    <a:pt x="984822" y="133330"/>
                  </a:lnTo>
                  <a:lnTo>
                    <a:pt x="1055167" y="141692"/>
                  </a:lnTo>
                  <a:lnTo>
                    <a:pt x="1125511" y="149913"/>
                  </a:lnTo>
                  <a:lnTo>
                    <a:pt x="1195856" y="157995"/>
                  </a:lnTo>
                  <a:lnTo>
                    <a:pt x="1266200" y="165941"/>
                  </a:lnTo>
                  <a:lnTo>
                    <a:pt x="1336545" y="173752"/>
                  </a:lnTo>
                  <a:lnTo>
                    <a:pt x="1406889" y="181432"/>
                  </a:lnTo>
                  <a:lnTo>
                    <a:pt x="1477234" y="188982"/>
                  </a:lnTo>
                  <a:lnTo>
                    <a:pt x="1547578" y="196404"/>
                  </a:lnTo>
                  <a:lnTo>
                    <a:pt x="1617923" y="203702"/>
                  </a:lnTo>
                  <a:lnTo>
                    <a:pt x="1688267" y="210876"/>
                  </a:lnTo>
                  <a:lnTo>
                    <a:pt x="1758612" y="217929"/>
                  </a:lnTo>
                  <a:lnTo>
                    <a:pt x="1828956" y="224863"/>
                  </a:lnTo>
                  <a:lnTo>
                    <a:pt x="1899301" y="231679"/>
                  </a:lnTo>
                  <a:lnTo>
                    <a:pt x="1969645" y="238381"/>
                  </a:lnTo>
                  <a:lnTo>
                    <a:pt x="2039990" y="244970"/>
                  </a:lnTo>
                  <a:lnTo>
                    <a:pt x="2110334" y="251447"/>
                  </a:lnTo>
                  <a:lnTo>
                    <a:pt x="2180679" y="257815"/>
                  </a:lnTo>
                  <a:lnTo>
                    <a:pt x="2251023" y="264075"/>
                  </a:lnTo>
                  <a:lnTo>
                    <a:pt x="2321368" y="270230"/>
                  </a:lnTo>
                  <a:lnTo>
                    <a:pt x="2391712" y="276281"/>
                  </a:lnTo>
                  <a:lnTo>
                    <a:pt x="2462057" y="282230"/>
                  </a:lnTo>
                  <a:lnTo>
                    <a:pt x="2532401" y="288078"/>
                  </a:lnTo>
                  <a:lnTo>
                    <a:pt x="2602746" y="293828"/>
                  </a:lnTo>
                  <a:lnTo>
                    <a:pt x="2673090" y="299480"/>
                  </a:lnTo>
                  <a:lnTo>
                    <a:pt x="2743435" y="305037"/>
                  </a:lnTo>
                  <a:lnTo>
                    <a:pt x="2813779" y="310500"/>
                  </a:lnTo>
                  <a:lnTo>
                    <a:pt x="2884124" y="315871"/>
                  </a:lnTo>
                  <a:lnTo>
                    <a:pt x="2954468" y="321152"/>
                  </a:lnTo>
                  <a:lnTo>
                    <a:pt x="3024813" y="326343"/>
                  </a:lnTo>
                  <a:lnTo>
                    <a:pt x="3095157" y="329778"/>
                  </a:lnTo>
                  <a:lnTo>
                    <a:pt x="3165502" y="330911"/>
                  </a:lnTo>
                  <a:lnTo>
                    <a:pt x="3235846" y="332039"/>
                  </a:lnTo>
                  <a:lnTo>
                    <a:pt x="3306191" y="333163"/>
                  </a:lnTo>
                  <a:lnTo>
                    <a:pt x="3376535" y="334283"/>
                  </a:lnTo>
                  <a:lnTo>
                    <a:pt x="3446880" y="335399"/>
                  </a:lnTo>
                  <a:lnTo>
                    <a:pt x="3517224" y="336510"/>
                  </a:lnTo>
                  <a:lnTo>
                    <a:pt x="3587569" y="337617"/>
                  </a:lnTo>
                  <a:lnTo>
                    <a:pt x="3657913" y="338720"/>
                  </a:lnTo>
                  <a:lnTo>
                    <a:pt x="3728257" y="339819"/>
                  </a:lnTo>
                  <a:lnTo>
                    <a:pt x="3798602" y="340914"/>
                  </a:lnTo>
                  <a:lnTo>
                    <a:pt x="3868946" y="342004"/>
                  </a:lnTo>
                  <a:lnTo>
                    <a:pt x="3939291" y="343090"/>
                  </a:lnTo>
                  <a:lnTo>
                    <a:pt x="4009635" y="344172"/>
                  </a:lnTo>
                  <a:lnTo>
                    <a:pt x="4079980" y="345251"/>
                  </a:lnTo>
                  <a:lnTo>
                    <a:pt x="4150324" y="346325"/>
                  </a:lnTo>
                  <a:lnTo>
                    <a:pt x="4220669" y="347394"/>
                  </a:lnTo>
                  <a:lnTo>
                    <a:pt x="4291013" y="348460"/>
                  </a:lnTo>
                  <a:lnTo>
                    <a:pt x="4361358" y="349522"/>
                  </a:lnTo>
                  <a:lnTo>
                    <a:pt x="4431702" y="350580"/>
                  </a:lnTo>
                  <a:lnTo>
                    <a:pt x="4502047" y="351634"/>
                  </a:lnTo>
                  <a:lnTo>
                    <a:pt x="4572391" y="352684"/>
                  </a:lnTo>
                  <a:lnTo>
                    <a:pt x="4642736" y="353729"/>
                  </a:lnTo>
                  <a:lnTo>
                    <a:pt x="4713080" y="354771"/>
                  </a:lnTo>
                  <a:lnTo>
                    <a:pt x="4783425" y="355809"/>
                  </a:lnTo>
                  <a:lnTo>
                    <a:pt x="4853769" y="356843"/>
                  </a:lnTo>
                  <a:lnTo>
                    <a:pt x="4924114" y="357873"/>
                  </a:lnTo>
                  <a:lnTo>
                    <a:pt x="4994458" y="358899"/>
                  </a:lnTo>
                  <a:lnTo>
                    <a:pt x="5064803" y="359922"/>
                  </a:lnTo>
                  <a:lnTo>
                    <a:pt x="5135147" y="360940"/>
                  </a:lnTo>
                  <a:lnTo>
                    <a:pt x="5205492" y="361955"/>
                  </a:lnTo>
                  <a:lnTo>
                    <a:pt x="5275836" y="362965"/>
                  </a:lnTo>
                  <a:lnTo>
                    <a:pt x="5346181" y="363972"/>
                  </a:lnTo>
                  <a:lnTo>
                    <a:pt x="5416525" y="364975"/>
                  </a:lnTo>
                  <a:lnTo>
                    <a:pt x="5486870" y="365974"/>
                  </a:lnTo>
                  <a:lnTo>
                    <a:pt x="5557214" y="366970"/>
                  </a:lnTo>
                  <a:lnTo>
                    <a:pt x="5627559" y="367962"/>
                  </a:lnTo>
                  <a:lnTo>
                    <a:pt x="5697903" y="368949"/>
                  </a:lnTo>
                  <a:lnTo>
                    <a:pt x="5768248" y="369934"/>
                  </a:lnTo>
                  <a:lnTo>
                    <a:pt x="5838592" y="370914"/>
                  </a:lnTo>
                  <a:lnTo>
                    <a:pt x="5908937" y="371891"/>
                  </a:lnTo>
                  <a:lnTo>
                    <a:pt x="5979281" y="372864"/>
                  </a:lnTo>
                  <a:lnTo>
                    <a:pt x="6049626" y="373833"/>
                  </a:lnTo>
                  <a:lnTo>
                    <a:pt x="6119970" y="374799"/>
                  </a:lnTo>
                  <a:lnTo>
                    <a:pt x="6190315" y="375761"/>
                  </a:lnTo>
                  <a:lnTo>
                    <a:pt x="6260659" y="376719"/>
                  </a:lnTo>
                  <a:lnTo>
                    <a:pt x="6331004" y="377674"/>
                  </a:lnTo>
                  <a:lnTo>
                    <a:pt x="6401348" y="378625"/>
                  </a:lnTo>
                  <a:lnTo>
                    <a:pt x="6471693" y="379573"/>
                  </a:lnTo>
                  <a:lnTo>
                    <a:pt x="6542037" y="380517"/>
                  </a:lnTo>
                  <a:lnTo>
                    <a:pt x="6612382" y="381457"/>
                  </a:lnTo>
                  <a:lnTo>
                    <a:pt x="6682726" y="382394"/>
                  </a:lnTo>
                  <a:lnTo>
                    <a:pt x="6753071" y="383327"/>
                  </a:lnTo>
                  <a:lnTo>
                    <a:pt x="6823415" y="384257"/>
                  </a:lnTo>
                  <a:lnTo>
                    <a:pt x="6893760" y="385183"/>
                  </a:lnTo>
                  <a:lnTo>
                    <a:pt x="6964104" y="3861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5240489"/>
              <a:ext cx="6964104" cy="236699"/>
            </a:xfrm>
            <a:custGeom>
              <a:avLst/>
              <a:pathLst>
                <a:path w="6964104" h="236699">
                  <a:moveTo>
                    <a:pt x="6964104" y="236699"/>
                  </a:moveTo>
                  <a:lnTo>
                    <a:pt x="6893760" y="234699"/>
                  </a:lnTo>
                  <a:lnTo>
                    <a:pt x="6823415" y="232664"/>
                  </a:lnTo>
                  <a:lnTo>
                    <a:pt x="6753071" y="230594"/>
                  </a:lnTo>
                  <a:lnTo>
                    <a:pt x="6682726" y="228489"/>
                  </a:lnTo>
                  <a:lnTo>
                    <a:pt x="6612382" y="226347"/>
                  </a:lnTo>
                  <a:lnTo>
                    <a:pt x="6542037" y="224169"/>
                  </a:lnTo>
                  <a:lnTo>
                    <a:pt x="6471693" y="221953"/>
                  </a:lnTo>
                  <a:lnTo>
                    <a:pt x="6401348" y="219699"/>
                  </a:lnTo>
                  <a:lnTo>
                    <a:pt x="6331004" y="217406"/>
                  </a:lnTo>
                  <a:lnTo>
                    <a:pt x="6260659" y="215075"/>
                  </a:lnTo>
                  <a:lnTo>
                    <a:pt x="6190315" y="212703"/>
                  </a:lnTo>
                  <a:lnTo>
                    <a:pt x="6119970" y="210290"/>
                  </a:lnTo>
                  <a:lnTo>
                    <a:pt x="6049626" y="207836"/>
                  </a:lnTo>
                  <a:lnTo>
                    <a:pt x="5979281" y="205340"/>
                  </a:lnTo>
                  <a:lnTo>
                    <a:pt x="5908937" y="202800"/>
                  </a:lnTo>
                  <a:lnTo>
                    <a:pt x="5838592" y="200218"/>
                  </a:lnTo>
                  <a:lnTo>
                    <a:pt x="5768248" y="197591"/>
                  </a:lnTo>
                  <a:lnTo>
                    <a:pt x="5697903" y="194918"/>
                  </a:lnTo>
                  <a:lnTo>
                    <a:pt x="5627559" y="192200"/>
                  </a:lnTo>
                  <a:lnTo>
                    <a:pt x="5557214" y="189436"/>
                  </a:lnTo>
                  <a:lnTo>
                    <a:pt x="5486870" y="186623"/>
                  </a:lnTo>
                  <a:lnTo>
                    <a:pt x="5416525" y="183763"/>
                  </a:lnTo>
                  <a:lnTo>
                    <a:pt x="5346181" y="180853"/>
                  </a:lnTo>
                  <a:lnTo>
                    <a:pt x="5275836" y="177893"/>
                  </a:lnTo>
                  <a:lnTo>
                    <a:pt x="5205492" y="174883"/>
                  </a:lnTo>
                  <a:lnTo>
                    <a:pt x="5135147" y="171821"/>
                  </a:lnTo>
                  <a:lnTo>
                    <a:pt x="5064803" y="168706"/>
                  </a:lnTo>
                  <a:lnTo>
                    <a:pt x="4994458" y="165538"/>
                  </a:lnTo>
                  <a:lnTo>
                    <a:pt x="4924114" y="162315"/>
                  </a:lnTo>
                  <a:lnTo>
                    <a:pt x="4853769" y="159037"/>
                  </a:lnTo>
                  <a:lnTo>
                    <a:pt x="4783425" y="155703"/>
                  </a:lnTo>
                  <a:lnTo>
                    <a:pt x="4713080" y="152311"/>
                  </a:lnTo>
                  <a:lnTo>
                    <a:pt x="4642736" y="148862"/>
                  </a:lnTo>
                  <a:lnTo>
                    <a:pt x="4572391" y="145353"/>
                  </a:lnTo>
                  <a:lnTo>
                    <a:pt x="4502047" y="141783"/>
                  </a:lnTo>
                  <a:lnTo>
                    <a:pt x="4431702" y="138153"/>
                  </a:lnTo>
                  <a:lnTo>
                    <a:pt x="4361358" y="134460"/>
                  </a:lnTo>
                  <a:lnTo>
                    <a:pt x="4291013" y="130704"/>
                  </a:lnTo>
                  <a:lnTo>
                    <a:pt x="4220669" y="126883"/>
                  </a:lnTo>
                  <a:lnTo>
                    <a:pt x="4150324" y="122996"/>
                  </a:lnTo>
                  <a:lnTo>
                    <a:pt x="4079980" y="119043"/>
                  </a:lnTo>
                  <a:lnTo>
                    <a:pt x="4009635" y="115022"/>
                  </a:lnTo>
                  <a:lnTo>
                    <a:pt x="3939291" y="110932"/>
                  </a:lnTo>
                  <a:lnTo>
                    <a:pt x="3868946" y="106772"/>
                  </a:lnTo>
                  <a:lnTo>
                    <a:pt x="3798602" y="102540"/>
                  </a:lnTo>
                  <a:lnTo>
                    <a:pt x="3728257" y="98235"/>
                  </a:lnTo>
                  <a:lnTo>
                    <a:pt x="3657913" y="93857"/>
                  </a:lnTo>
                  <a:lnTo>
                    <a:pt x="3587569" y="89403"/>
                  </a:lnTo>
                  <a:lnTo>
                    <a:pt x="3517224" y="84873"/>
                  </a:lnTo>
                  <a:lnTo>
                    <a:pt x="3446880" y="80265"/>
                  </a:lnTo>
                  <a:lnTo>
                    <a:pt x="3376535" y="75578"/>
                  </a:lnTo>
                  <a:lnTo>
                    <a:pt x="3306191" y="70811"/>
                  </a:lnTo>
                  <a:lnTo>
                    <a:pt x="3235846" y="65961"/>
                  </a:lnTo>
                  <a:lnTo>
                    <a:pt x="3165502" y="61029"/>
                  </a:lnTo>
                  <a:lnTo>
                    <a:pt x="3095157" y="56011"/>
                  </a:lnTo>
                  <a:lnTo>
                    <a:pt x="3024813" y="53207"/>
                  </a:lnTo>
                  <a:lnTo>
                    <a:pt x="2954468" y="52065"/>
                  </a:lnTo>
                  <a:lnTo>
                    <a:pt x="2884124" y="50920"/>
                  </a:lnTo>
                  <a:lnTo>
                    <a:pt x="2813779" y="49770"/>
                  </a:lnTo>
                  <a:lnTo>
                    <a:pt x="2743435" y="48615"/>
                  </a:lnTo>
                  <a:lnTo>
                    <a:pt x="2673090" y="47457"/>
                  </a:lnTo>
                  <a:lnTo>
                    <a:pt x="2602746" y="46294"/>
                  </a:lnTo>
                  <a:lnTo>
                    <a:pt x="2532401" y="45126"/>
                  </a:lnTo>
                  <a:lnTo>
                    <a:pt x="2462057" y="43954"/>
                  </a:lnTo>
                  <a:lnTo>
                    <a:pt x="2391712" y="42777"/>
                  </a:lnTo>
                  <a:lnTo>
                    <a:pt x="2321368" y="41597"/>
                  </a:lnTo>
                  <a:lnTo>
                    <a:pt x="2251023" y="40411"/>
                  </a:lnTo>
                  <a:lnTo>
                    <a:pt x="2180679" y="39221"/>
                  </a:lnTo>
                  <a:lnTo>
                    <a:pt x="2110334" y="38027"/>
                  </a:lnTo>
                  <a:lnTo>
                    <a:pt x="2039990" y="36828"/>
                  </a:lnTo>
                  <a:lnTo>
                    <a:pt x="1969645" y="35624"/>
                  </a:lnTo>
                  <a:lnTo>
                    <a:pt x="1899301" y="34416"/>
                  </a:lnTo>
                  <a:lnTo>
                    <a:pt x="1828956" y="33203"/>
                  </a:lnTo>
                  <a:lnTo>
                    <a:pt x="1758612" y="31986"/>
                  </a:lnTo>
                  <a:lnTo>
                    <a:pt x="1688267" y="30764"/>
                  </a:lnTo>
                  <a:lnTo>
                    <a:pt x="1617923" y="29537"/>
                  </a:lnTo>
                  <a:lnTo>
                    <a:pt x="1547578" y="28306"/>
                  </a:lnTo>
                  <a:lnTo>
                    <a:pt x="1477234" y="27070"/>
                  </a:lnTo>
                  <a:lnTo>
                    <a:pt x="1406889" y="25829"/>
                  </a:lnTo>
                  <a:lnTo>
                    <a:pt x="1336545" y="24584"/>
                  </a:lnTo>
                  <a:lnTo>
                    <a:pt x="1266200" y="23334"/>
                  </a:lnTo>
                  <a:lnTo>
                    <a:pt x="1195856" y="22079"/>
                  </a:lnTo>
                  <a:lnTo>
                    <a:pt x="1125511" y="20819"/>
                  </a:lnTo>
                  <a:lnTo>
                    <a:pt x="1055167" y="19554"/>
                  </a:lnTo>
                  <a:lnTo>
                    <a:pt x="984822" y="18285"/>
                  </a:lnTo>
                  <a:lnTo>
                    <a:pt x="914478" y="17011"/>
                  </a:lnTo>
                  <a:lnTo>
                    <a:pt x="844133" y="15732"/>
                  </a:lnTo>
                  <a:lnTo>
                    <a:pt x="773789" y="14448"/>
                  </a:lnTo>
                  <a:lnTo>
                    <a:pt x="703444" y="13159"/>
                  </a:lnTo>
                  <a:lnTo>
                    <a:pt x="633100" y="11866"/>
                  </a:lnTo>
                  <a:lnTo>
                    <a:pt x="562755" y="10567"/>
                  </a:lnTo>
                  <a:lnTo>
                    <a:pt x="492411" y="9264"/>
                  </a:lnTo>
                  <a:lnTo>
                    <a:pt x="422066" y="7955"/>
                  </a:lnTo>
                  <a:lnTo>
                    <a:pt x="351722" y="6642"/>
                  </a:lnTo>
                  <a:lnTo>
                    <a:pt x="281377" y="5324"/>
                  </a:lnTo>
                  <a:lnTo>
                    <a:pt x="211033" y="4000"/>
                  </a:lnTo>
                  <a:lnTo>
                    <a:pt x="140688" y="2672"/>
                  </a:lnTo>
                  <a:lnTo>
                    <a:pt x="70344" y="13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235312" y="5122484"/>
              <a:ext cx="6964104" cy="303113"/>
            </a:xfrm>
            <a:custGeom>
              <a:avLst/>
              <a:pathLst>
                <a:path w="6964104" h="303113">
                  <a:moveTo>
                    <a:pt x="0" y="0"/>
                  </a:moveTo>
                  <a:lnTo>
                    <a:pt x="70344" y="4880"/>
                  </a:lnTo>
                  <a:lnTo>
                    <a:pt x="140688" y="9710"/>
                  </a:lnTo>
                  <a:lnTo>
                    <a:pt x="211033" y="14491"/>
                  </a:lnTo>
                  <a:lnTo>
                    <a:pt x="281377" y="19221"/>
                  </a:lnTo>
                  <a:lnTo>
                    <a:pt x="351722" y="23903"/>
                  </a:lnTo>
                  <a:lnTo>
                    <a:pt x="422066" y="28536"/>
                  </a:lnTo>
                  <a:lnTo>
                    <a:pt x="492411" y="33121"/>
                  </a:lnTo>
                  <a:lnTo>
                    <a:pt x="562755" y="37659"/>
                  </a:lnTo>
                  <a:lnTo>
                    <a:pt x="633100" y="42150"/>
                  </a:lnTo>
                  <a:lnTo>
                    <a:pt x="703444" y="46594"/>
                  </a:lnTo>
                  <a:lnTo>
                    <a:pt x="773789" y="50992"/>
                  </a:lnTo>
                  <a:lnTo>
                    <a:pt x="844133" y="55344"/>
                  </a:lnTo>
                  <a:lnTo>
                    <a:pt x="914478" y="59652"/>
                  </a:lnTo>
                  <a:lnTo>
                    <a:pt x="984822" y="63915"/>
                  </a:lnTo>
                  <a:lnTo>
                    <a:pt x="1055167" y="68133"/>
                  </a:lnTo>
                  <a:lnTo>
                    <a:pt x="1125511" y="72308"/>
                  </a:lnTo>
                  <a:lnTo>
                    <a:pt x="1195856" y="76440"/>
                  </a:lnTo>
                  <a:lnTo>
                    <a:pt x="1266200" y="80529"/>
                  </a:lnTo>
                  <a:lnTo>
                    <a:pt x="1336545" y="84576"/>
                  </a:lnTo>
                  <a:lnTo>
                    <a:pt x="1406889" y="88580"/>
                  </a:lnTo>
                  <a:lnTo>
                    <a:pt x="1477234" y="92544"/>
                  </a:lnTo>
                  <a:lnTo>
                    <a:pt x="1547578" y="96466"/>
                  </a:lnTo>
                  <a:lnTo>
                    <a:pt x="1617923" y="100347"/>
                  </a:lnTo>
                  <a:lnTo>
                    <a:pt x="1688267" y="104189"/>
                  </a:lnTo>
                  <a:lnTo>
                    <a:pt x="1758612" y="107990"/>
                  </a:lnTo>
                  <a:lnTo>
                    <a:pt x="1828956" y="111752"/>
                  </a:lnTo>
                  <a:lnTo>
                    <a:pt x="1899301" y="115476"/>
                  </a:lnTo>
                  <a:lnTo>
                    <a:pt x="1969645" y="119160"/>
                  </a:lnTo>
                  <a:lnTo>
                    <a:pt x="2039990" y="122807"/>
                  </a:lnTo>
                  <a:lnTo>
                    <a:pt x="2110334" y="126415"/>
                  </a:lnTo>
                  <a:lnTo>
                    <a:pt x="2180679" y="129987"/>
                  </a:lnTo>
                  <a:lnTo>
                    <a:pt x="2251023" y="133521"/>
                  </a:lnTo>
                  <a:lnTo>
                    <a:pt x="2321368" y="137019"/>
                  </a:lnTo>
                  <a:lnTo>
                    <a:pt x="2391712" y="140480"/>
                  </a:lnTo>
                  <a:lnTo>
                    <a:pt x="2462057" y="143906"/>
                  </a:lnTo>
                  <a:lnTo>
                    <a:pt x="2532401" y="147296"/>
                  </a:lnTo>
                  <a:lnTo>
                    <a:pt x="2602746" y="150651"/>
                  </a:lnTo>
                  <a:lnTo>
                    <a:pt x="2673090" y="153971"/>
                  </a:lnTo>
                  <a:lnTo>
                    <a:pt x="2743435" y="157257"/>
                  </a:lnTo>
                  <a:lnTo>
                    <a:pt x="2813779" y="160509"/>
                  </a:lnTo>
                  <a:lnTo>
                    <a:pt x="2884124" y="163727"/>
                  </a:lnTo>
                  <a:lnTo>
                    <a:pt x="2954468" y="166912"/>
                  </a:lnTo>
                  <a:lnTo>
                    <a:pt x="3024813" y="170064"/>
                  </a:lnTo>
                  <a:lnTo>
                    <a:pt x="3095157" y="173183"/>
                  </a:lnTo>
                  <a:lnTo>
                    <a:pt x="3165502" y="176270"/>
                  </a:lnTo>
                  <a:lnTo>
                    <a:pt x="3235846" y="179325"/>
                  </a:lnTo>
                  <a:lnTo>
                    <a:pt x="3306191" y="182348"/>
                  </a:lnTo>
                  <a:lnTo>
                    <a:pt x="3376535" y="185340"/>
                  </a:lnTo>
                  <a:lnTo>
                    <a:pt x="3446880" y="188301"/>
                  </a:lnTo>
                  <a:lnTo>
                    <a:pt x="3517224" y="191232"/>
                  </a:lnTo>
                  <a:lnTo>
                    <a:pt x="3587569" y="194131"/>
                  </a:lnTo>
                  <a:lnTo>
                    <a:pt x="3657913" y="197001"/>
                  </a:lnTo>
                  <a:lnTo>
                    <a:pt x="3728257" y="199842"/>
                  </a:lnTo>
                  <a:lnTo>
                    <a:pt x="3798602" y="202652"/>
                  </a:lnTo>
                  <a:lnTo>
                    <a:pt x="3868946" y="205434"/>
                  </a:lnTo>
                  <a:lnTo>
                    <a:pt x="3939291" y="208187"/>
                  </a:lnTo>
                  <a:lnTo>
                    <a:pt x="4009635" y="210911"/>
                  </a:lnTo>
                  <a:lnTo>
                    <a:pt x="4079980" y="213607"/>
                  </a:lnTo>
                  <a:lnTo>
                    <a:pt x="4150324" y="216275"/>
                  </a:lnTo>
                  <a:lnTo>
                    <a:pt x="4220669" y="218916"/>
                  </a:lnTo>
                  <a:lnTo>
                    <a:pt x="4291013" y="221529"/>
                  </a:lnTo>
                  <a:lnTo>
                    <a:pt x="4361358" y="224115"/>
                  </a:lnTo>
                  <a:lnTo>
                    <a:pt x="4431702" y="226675"/>
                  </a:lnTo>
                  <a:lnTo>
                    <a:pt x="4502047" y="229207"/>
                  </a:lnTo>
                  <a:lnTo>
                    <a:pt x="4572391" y="231714"/>
                  </a:lnTo>
                  <a:lnTo>
                    <a:pt x="4642736" y="234195"/>
                  </a:lnTo>
                  <a:lnTo>
                    <a:pt x="4713080" y="236650"/>
                  </a:lnTo>
                  <a:lnTo>
                    <a:pt x="4783425" y="239079"/>
                  </a:lnTo>
                  <a:lnTo>
                    <a:pt x="4853769" y="241483"/>
                  </a:lnTo>
                  <a:lnTo>
                    <a:pt x="4924114" y="243863"/>
                  </a:lnTo>
                  <a:lnTo>
                    <a:pt x="4994458" y="246218"/>
                  </a:lnTo>
                  <a:lnTo>
                    <a:pt x="5064803" y="248548"/>
                  </a:lnTo>
                  <a:lnTo>
                    <a:pt x="5135147" y="250854"/>
                  </a:lnTo>
                  <a:lnTo>
                    <a:pt x="5205492" y="253137"/>
                  </a:lnTo>
                  <a:lnTo>
                    <a:pt x="5275836" y="255395"/>
                  </a:lnTo>
                  <a:lnTo>
                    <a:pt x="5346181" y="257631"/>
                  </a:lnTo>
                  <a:lnTo>
                    <a:pt x="5416525" y="259843"/>
                  </a:lnTo>
                  <a:lnTo>
                    <a:pt x="5486870" y="262032"/>
                  </a:lnTo>
                  <a:lnTo>
                    <a:pt x="5557214" y="264199"/>
                  </a:lnTo>
                  <a:lnTo>
                    <a:pt x="5627559" y="266343"/>
                  </a:lnTo>
                  <a:lnTo>
                    <a:pt x="5697903" y="268465"/>
                  </a:lnTo>
                  <a:lnTo>
                    <a:pt x="5768248" y="270565"/>
                  </a:lnTo>
                  <a:lnTo>
                    <a:pt x="5838592" y="272643"/>
                  </a:lnTo>
                  <a:lnTo>
                    <a:pt x="5908937" y="274700"/>
                  </a:lnTo>
                  <a:lnTo>
                    <a:pt x="5979281" y="276735"/>
                  </a:lnTo>
                  <a:lnTo>
                    <a:pt x="6049626" y="278749"/>
                  </a:lnTo>
                  <a:lnTo>
                    <a:pt x="6119970" y="280743"/>
                  </a:lnTo>
                  <a:lnTo>
                    <a:pt x="6190315" y="282716"/>
                  </a:lnTo>
                  <a:lnTo>
                    <a:pt x="6260659" y="284668"/>
                  </a:lnTo>
                  <a:lnTo>
                    <a:pt x="6331004" y="286600"/>
                  </a:lnTo>
                  <a:lnTo>
                    <a:pt x="6401348" y="288512"/>
                  </a:lnTo>
                  <a:lnTo>
                    <a:pt x="6471693" y="290405"/>
                  </a:lnTo>
                  <a:lnTo>
                    <a:pt x="6542037" y="292277"/>
                  </a:lnTo>
                  <a:lnTo>
                    <a:pt x="6612382" y="294131"/>
                  </a:lnTo>
                  <a:lnTo>
                    <a:pt x="6682726" y="295965"/>
                  </a:lnTo>
                  <a:lnTo>
                    <a:pt x="6753071" y="297780"/>
                  </a:lnTo>
                  <a:lnTo>
                    <a:pt x="6823415" y="299576"/>
                  </a:lnTo>
                  <a:lnTo>
                    <a:pt x="6893760" y="301354"/>
                  </a:lnTo>
                  <a:lnTo>
                    <a:pt x="6964104" y="3031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300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0371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50428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324230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17925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03428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88930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74433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5649057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647299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32802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81830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4" name="tx94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4159544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1.13 (1.05-1.23), p_Bonf = 0.012 (n = 6)  |  per IQR decline (Δ = 28.1 %): 1.43 (1.14-1.79)  |  IQR: [-30.1, -2.1] %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87106" y="3932770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2026-07-22T08:00:24Z</dcterms:modified>
  <cp:category/>
</cp:coreProperties>
</file>