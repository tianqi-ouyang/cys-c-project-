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815289"/>
              <a:ext cx="7090630" cy="1419141"/>
            </a:xfrm>
            <a:custGeom>
              <a:avLst/>
              <a:pathLst>
                <a:path w="7090630" h="1419141">
                  <a:moveTo>
                    <a:pt x="0" y="0"/>
                  </a:moveTo>
                  <a:lnTo>
                    <a:pt x="71622" y="29409"/>
                  </a:lnTo>
                  <a:lnTo>
                    <a:pt x="143245" y="58322"/>
                  </a:lnTo>
                  <a:lnTo>
                    <a:pt x="214867" y="86746"/>
                  </a:lnTo>
                  <a:lnTo>
                    <a:pt x="286490" y="114691"/>
                  </a:lnTo>
                  <a:lnTo>
                    <a:pt x="358112" y="142164"/>
                  </a:lnTo>
                  <a:lnTo>
                    <a:pt x="429735" y="169173"/>
                  </a:lnTo>
                  <a:lnTo>
                    <a:pt x="501357" y="195726"/>
                  </a:lnTo>
                  <a:lnTo>
                    <a:pt x="572980" y="221831"/>
                  </a:lnTo>
                  <a:lnTo>
                    <a:pt x="644602" y="247495"/>
                  </a:lnTo>
                  <a:lnTo>
                    <a:pt x="716225" y="272726"/>
                  </a:lnTo>
                  <a:lnTo>
                    <a:pt x="787847" y="297531"/>
                  </a:lnTo>
                  <a:lnTo>
                    <a:pt x="859470" y="321917"/>
                  </a:lnTo>
                  <a:lnTo>
                    <a:pt x="931092" y="345892"/>
                  </a:lnTo>
                  <a:lnTo>
                    <a:pt x="1002715" y="369461"/>
                  </a:lnTo>
                  <a:lnTo>
                    <a:pt x="1074337" y="392633"/>
                  </a:lnTo>
                  <a:lnTo>
                    <a:pt x="1145960" y="415414"/>
                  </a:lnTo>
                  <a:lnTo>
                    <a:pt x="1217582" y="437810"/>
                  </a:lnTo>
                  <a:lnTo>
                    <a:pt x="1289205" y="459827"/>
                  </a:lnTo>
                  <a:lnTo>
                    <a:pt x="1360827" y="481474"/>
                  </a:lnTo>
                  <a:lnTo>
                    <a:pt x="1432450" y="502754"/>
                  </a:lnTo>
                  <a:lnTo>
                    <a:pt x="1504073" y="523676"/>
                  </a:lnTo>
                  <a:lnTo>
                    <a:pt x="1575695" y="544244"/>
                  </a:lnTo>
                  <a:lnTo>
                    <a:pt x="1647318" y="564465"/>
                  </a:lnTo>
                  <a:lnTo>
                    <a:pt x="1718940" y="584344"/>
                  </a:lnTo>
                  <a:lnTo>
                    <a:pt x="1790563" y="603888"/>
                  </a:lnTo>
                  <a:lnTo>
                    <a:pt x="1862185" y="623102"/>
                  </a:lnTo>
                  <a:lnTo>
                    <a:pt x="1933808" y="641992"/>
                  </a:lnTo>
                  <a:lnTo>
                    <a:pt x="2005430" y="660562"/>
                  </a:lnTo>
                  <a:lnTo>
                    <a:pt x="2077053" y="678819"/>
                  </a:lnTo>
                  <a:lnTo>
                    <a:pt x="2148675" y="696768"/>
                  </a:lnTo>
                  <a:lnTo>
                    <a:pt x="2220298" y="714414"/>
                  </a:lnTo>
                  <a:lnTo>
                    <a:pt x="2291920" y="731762"/>
                  </a:lnTo>
                  <a:lnTo>
                    <a:pt x="2363543" y="748817"/>
                  </a:lnTo>
                  <a:lnTo>
                    <a:pt x="2435165" y="765584"/>
                  </a:lnTo>
                  <a:lnTo>
                    <a:pt x="2506788" y="782068"/>
                  </a:lnTo>
                  <a:lnTo>
                    <a:pt x="2578410" y="798274"/>
                  </a:lnTo>
                  <a:lnTo>
                    <a:pt x="2650033" y="814206"/>
                  </a:lnTo>
                  <a:lnTo>
                    <a:pt x="2721655" y="829869"/>
                  </a:lnTo>
                  <a:lnTo>
                    <a:pt x="2793278" y="845268"/>
                  </a:lnTo>
                  <a:lnTo>
                    <a:pt x="2864901" y="860407"/>
                  </a:lnTo>
                  <a:lnTo>
                    <a:pt x="2936523" y="875290"/>
                  </a:lnTo>
                  <a:lnTo>
                    <a:pt x="3008146" y="889922"/>
                  </a:lnTo>
                  <a:lnTo>
                    <a:pt x="3079768" y="904307"/>
                  </a:lnTo>
                  <a:lnTo>
                    <a:pt x="3151391" y="913827"/>
                  </a:lnTo>
                  <a:lnTo>
                    <a:pt x="3223013" y="916966"/>
                  </a:lnTo>
                  <a:lnTo>
                    <a:pt x="3294636" y="920092"/>
                  </a:lnTo>
                  <a:lnTo>
                    <a:pt x="3366258" y="923207"/>
                  </a:lnTo>
                  <a:lnTo>
                    <a:pt x="3437881" y="926310"/>
                  </a:lnTo>
                  <a:lnTo>
                    <a:pt x="3509503" y="929401"/>
                  </a:lnTo>
                  <a:lnTo>
                    <a:pt x="3581126" y="932481"/>
                  </a:lnTo>
                  <a:lnTo>
                    <a:pt x="3652748" y="935549"/>
                  </a:lnTo>
                  <a:lnTo>
                    <a:pt x="3724371" y="938605"/>
                  </a:lnTo>
                  <a:lnTo>
                    <a:pt x="3795993" y="941650"/>
                  </a:lnTo>
                  <a:lnTo>
                    <a:pt x="3867616" y="944683"/>
                  </a:lnTo>
                  <a:lnTo>
                    <a:pt x="3939238" y="947705"/>
                  </a:lnTo>
                  <a:lnTo>
                    <a:pt x="4010861" y="950715"/>
                  </a:lnTo>
                  <a:lnTo>
                    <a:pt x="4082483" y="953714"/>
                  </a:lnTo>
                  <a:lnTo>
                    <a:pt x="4154106" y="956701"/>
                  </a:lnTo>
                  <a:lnTo>
                    <a:pt x="4225729" y="959677"/>
                  </a:lnTo>
                  <a:lnTo>
                    <a:pt x="4297351" y="962642"/>
                  </a:lnTo>
                  <a:lnTo>
                    <a:pt x="4368974" y="965595"/>
                  </a:lnTo>
                  <a:lnTo>
                    <a:pt x="4440596" y="968538"/>
                  </a:lnTo>
                  <a:lnTo>
                    <a:pt x="4512219" y="971469"/>
                  </a:lnTo>
                  <a:lnTo>
                    <a:pt x="4583841" y="974389"/>
                  </a:lnTo>
                  <a:lnTo>
                    <a:pt x="4655464" y="977298"/>
                  </a:lnTo>
                  <a:lnTo>
                    <a:pt x="4727086" y="980196"/>
                  </a:lnTo>
                  <a:lnTo>
                    <a:pt x="4798709" y="983083"/>
                  </a:lnTo>
                  <a:lnTo>
                    <a:pt x="4870331" y="985959"/>
                  </a:lnTo>
                  <a:lnTo>
                    <a:pt x="4941954" y="988824"/>
                  </a:lnTo>
                  <a:lnTo>
                    <a:pt x="5013576" y="991679"/>
                  </a:lnTo>
                  <a:lnTo>
                    <a:pt x="5085199" y="994522"/>
                  </a:lnTo>
                  <a:lnTo>
                    <a:pt x="5156821" y="997355"/>
                  </a:lnTo>
                  <a:lnTo>
                    <a:pt x="5228444" y="1000177"/>
                  </a:lnTo>
                  <a:lnTo>
                    <a:pt x="5300066" y="1002988"/>
                  </a:lnTo>
                  <a:lnTo>
                    <a:pt x="5371689" y="1005789"/>
                  </a:lnTo>
                  <a:lnTo>
                    <a:pt x="5443311" y="1008579"/>
                  </a:lnTo>
                  <a:lnTo>
                    <a:pt x="5514934" y="1011359"/>
                  </a:lnTo>
                  <a:lnTo>
                    <a:pt x="5586557" y="1014127"/>
                  </a:lnTo>
                  <a:lnTo>
                    <a:pt x="5658179" y="1016886"/>
                  </a:lnTo>
                  <a:lnTo>
                    <a:pt x="5729802" y="1019634"/>
                  </a:lnTo>
                  <a:lnTo>
                    <a:pt x="5801424" y="1022371"/>
                  </a:lnTo>
                  <a:lnTo>
                    <a:pt x="5873047" y="1025099"/>
                  </a:lnTo>
                  <a:lnTo>
                    <a:pt x="5944669" y="1027816"/>
                  </a:lnTo>
                  <a:lnTo>
                    <a:pt x="6016292" y="1030522"/>
                  </a:lnTo>
                  <a:lnTo>
                    <a:pt x="6087914" y="1033218"/>
                  </a:lnTo>
                  <a:lnTo>
                    <a:pt x="6159537" y="1035904"/>
                  </a:lnTo>
                  <a:lnTo>
                    <a:pt x="6231159" y="1038580"/>
                  </a:lnTo>
                  <a:lnTo>
                    <a:pt x="6302782" y="1041246"/>
                  </a:lnTo>
                  <a:lnTo>
                    <a:pt x="6374404" y="1043902"/>
                  </a:lnTo>
                  <a:lnTo>
                    <a:pt x="6446027" y="1046547"/>
                  </a:lnTo>
                  <a:lnTo>
                    <a:pt x="6517649" y="1049183"/>
                  </a:lnTo>
                  <a:lnTo>
                    <a:pt x="6589272" y="1051809"/>
                  </a:lnTo>
                  <a:lnTo>
                    <a:pt x="6660894" y="1054424"/>
                  </a:lnTo>
                  <a:lnTo>
                    <a:pt x="6732517" y="1057030"/>
                  </a:lnTo>
                  <a:lnTo>
                    <a:pt x="6804139" y="1059626"/>
                  </a:lnTo>
                  <a:lnTo>
                    <a:pt x="6875762" y="1062212"/>
                  </a:lnTo>
                  <a:lnTo>
                    <a:pt x="6947385" y="1064788"/>
                  </a:lnTo>
                  <a:lnTo>
                    <a:pt x="7019007" y="1067354"/>
                  </a:lnTo>
                  <a:lnTo>
                    <a:pt x="7090630" y="1069911"/>
                  </a:lnTo>
                  <a:lnTo>
                    <a:pt x="7090630" y="1419141"/>
                  </a:lnTo>
                  <a:lnTo>
                    <a:pt x="7019007" y="1413597"/>
                  </a:lnTo>
                  <a:lnTo>
                    <a:pt x="6947385" y="1407958"/>
                  </a:lnTo>
                  <a:lnTo>
                    <a:pt x="6875762" y="1402223"/>
                  </a:lnTo>
                  <a:lnTo>
                    <a:pt x="6804139" y="1396389"/>
                  </a:lnTo>
                  <a:lnTo>
                    <a:pt x="6732517" y="1390454"/>
                  </a:lnTo>
                  <a:lnTo>
                    <a:pt x="6660894" y="1384418"/>
                  </a:lnTo>
                  <a:lnTo>
                    <a:pt x="6589272" y="1378278"/>
                  </a:lnTo>
                  <a:lnTo>
                    <a:pt x="6517649" y="1372032"/>
                  </a:lnTo>
                  <a:lnTo>
                    <a:pt x="6446027" y="1365680"/>
                  </a:lnTo>
                  <a:lnTo>
                    <a:pt x="6374404" y="1359218"/>
                  </a:lnTo>
                  <a:lnTo>
                    <a:pt x="6302782" y="1352645"/>
                  </a:lnTo>
                  <a:lnTo>
                    <a:pt x="6231159" y="1345959"/>
                  </a:lnTo>
                  <a:lnTo>
                    <a:pt x="6159537" y="1339159"/>
                  </a:lnTo>
                  <a:lnTo>
                    <a:pt x="6087914" y="1332242"/>
                  </a:lnTo>
                  <a:lnTo>
                    <a:pt x="6016292" y="1325206"/>
                  </a:lnTo>
                  <a:lnTo>
                    <a:pt x="5944669" y="1318049"/>
                  </a:lnTo>
                  <a:lnTo>
                    <a:pt x="5873047" y="1310769"/>
                  </a:lnTo>
                  <a:lnTo>
                    <a:pt x="5801424" y="1303364"/>
                  </a:lnTo>
                  <a:lnTo>
                    <a:pt x="5729802" y="1295833"/>
                  </a:lnTo>
                  <a:lnTo>
                    <a:pt x="5658179" y="1288171"/>
                  </a:lnTo>
                  <a:lnTo>
                    <a:pt x="5586557" y="1280378"/>
                  </a:lnTo>
                  <a:lnTo>
                    <a:pt x="5514934" y="1272452"/>
                  </a:lnTo>
                  <a:lnTo>
                    <a:pt x="5443311" y="1264389"/>
                  </a:lnTo>
                  <a:lnTo>
                    <a:pt x="5371689" y="1256188"/>
                  </a:lnTo>
                  <a:lnTo>
                    <a:pt x="5300066" y="1247846"/>
                  </a:lnTo>
                  <a:lnTo>
                    <a:pt x="5228444" y="1239360"/>
                  </a:lnTo>
                  <a:lnTo>
                    <a:pt x="5156821" y="1230729"/>
                  </a:lnTo>
                  <a:lnTo>
                    <a:pt x="5085199" y="1221950"/>
                  </a:lnTo>
                  <a:lnTo>
                    <a:pt x="5013576" y="1213020"/>
                  </a:lnTo>
                  <a:lnTo>
                    <a:pt x="4941954" y="1203937"/>
                  </a:lnTo>
                  <a:lnTo>
                    <a:pt x="4870331" y="1194697"/>
                  </a:lnTo>
                  <a:lnTo>
                    <a:pt x="4798709" y="1185299"/>
                  </a:lnTo>
                  <a:lnTo>
                    <a:pt x="4727086" y="1175740"/>
                  </a:lnTo>
                  <a:lnTo>
                    <a:pt x="4655464" y="1166016"/>
                  </a:lnTo>
                  <a:lnTo>
                    <a:pt x="4583841" y="1156126"/>
                  </a:lnTo>
                  <a:lnTo>
                    <a:pt x="4512219" y="1146065"/>
                  </a:lnTo>
                  <a:lnTo>
                    <a:pt x="4440596" y="1135832"/>
                  </a:lnTo>
                  <a:lnTo>
                    <a:pt x="4368974" y="1125423"/>
                  </a:lnTo>
                  <a:lnTo>
                    <a:pt x="4297351" y="1114836"/>
                  </a:lnTo>
                  <a:lnTo>
                    <a:pt x="4225729" y="1104066"/>
                  </a:lnTo>
                  <a:lnTo>
                    <a:pt x="4154106" y="1093112"/>
                  </a:lnTo>
                  <a:lnTo>
                    <a:pt x="4082483" y="1081969"/>
                  </a:lnTo>
                  <a:lnTo>
                    <a:pt x="4010861" y="1070635"/>
                  </a:lnTo>
                  <a:lnTo>
                    <a:pt x="3939238" y="1059107"/>
                  </a:lnTo>
                  <a:lnTo>
                    <a:pt x="3867616" y="1047380"/>
                  </a:lnTo>
                  <a:lnTo>
                    <a:pt x="3795993" y="1035452"/>
                  </a:lnTo>
                  <a:lnTo>
                    <a:pt x="3724371" y="1023320"/>
                  </a:lnTo>
                  <a:lnTo>
                    <a:pt x="3652748" y="1010978"/>
                  </a:lnTo>
                  <a:lnTo>
                    <a:pt x="3581126" y="998425"/>
                  </a:lnTo>
                  <a:lnTo>
                    <a:pt x="3509503" y="985657"/>
                  </a:lnTo>
                  <a:lnTo>
                    <a:pt x="3437881" y="972669"/>
                  </a:lnTo>
                  <a:lnTo>
                    <a:pt x="3366258" y="959458"/>
                  </a:lnTo>
                  <a:lnTo>
                    <a:pt x="3294636" y="946020"/>
                  </a:lnTo>
                  <a:lnTo>
                    <a:pt x="3223013" y="932352"/>
                  </a:lnTo>
                  <a:lnTo>
                    <a:pt x="3151391" y="918449"/>
                  </a:lnTo>
                  <a:lnTo>
                    <a:pt x="3079768" y="910677"/>
                  </a:lnTo>
                  <a:lnTo>
                    <a:pt x="3008146" y="907514"/>
                  </a:lnTo>
                  <a:lnTo>
                    <a:pt x="2936523" y="904340"/>
                  </a:lnTo>
                  <a:lnTo>
                    <a:pt x="2864901" y="901153"/>
                  </a:lnTo>
                  <a:lnTo>
                    <a:pt x="2793278" y="897954"/>
                  </a:lnTo>
                  <a:lnTo>
                    <a:pt x="2721655" y="894743"/>
                  </a:lnTo>
                  <a:lnTo>
                    <a:pt x="2650033" y="891520"/>
                  </a:lnTo>
                  <a:lnTo>
                    <a:pt x="2578410" y="888285"/>
                  </a:lnTo>
                  <a:lnTo>
                    <a:pt x="2506788" y="885037"/>
                  </a:lnTo>
                  <a:lnTo>
                    <a:pt x="2435165" y="881777"/>
                  </a:lnTo>
                  <a:lnTo>
                    <a:pt x="2363543" y="878505"/>
                  </a:lnTo>
                  <a:lnTo>
                    <a:pt x="2291920" y="875220"/>
                  </a:lnTo>
                  <a:lnTo>
                    <a:pt x="2220298" y="871922"/>
                  </a:lnTo>
                  <a:lnTo>
                    <a:pt x="2148675" y="868613"/>
                  </a:lnTo>
                  <a:lnTo>
                    <a:pt x="2077053" y="865290"/>
                  </a:lnTo>
                  <a:lnTo>
                    <a:pt x="2005430" y="861955"/>
                  </a:lnTo>
                  <a:lnTo>
                    <a:pt x="1933808" y="858607"/>
                  </a:lnTo>
                  <a:lnTo>
                    <a:pt x="1862185" y="855246"/>
                  </a:lnTo>
                  <a:lnTo>
                    <a:pt x="1790563" y="851873"/>
                  </a:lnTo>
                  <a:lnTo>
                    <a:pt x="1718940" y="848487"/>
                  </a:lnTo>
                  <a:lnTo>
                    <a:pt x="1647318" y="845088"/>
                  </a:lnTo>
                  <a:lnTo>
                    <a:pt x="1575695" y="841676"/>
                  </a:lnTo>
                  <a:lnTo>
                    <a:pt x="1504073" y="838251"/>
                  </a:lnTo>
                  <a:lnTo>
                    <a:pt x="1432450" y="834813"/>
                  </a:lnTo>
                  <a:lnTo>
                    <a:pt x="1360827" y="831362"/>
                  </a:lnTo>
                  <a:lnTo>
                    <a:pt x="1289205" y="827897"/>
                  </a:lnTo>
                  <a:lnTo>
                    <a:pt x="1217582" y="824420"/>
                  </a:lnTo>
                  <a:lnTo>
                    <a:pt x="1145960" y="820929"/>
                  </a:lnTo>
                  <a:lnTo>
                    <a:pt x="1074337" y="817425"/>
                  </a:lnTo>
                  <a:lnTo>
                    <a:pt x="1002715" y="813908"/>
                  </a:lnTo>
                  <a:lnTo>
                    <a:pt x="931092" y="810377"/>
                  </a:lnTo>
                  <a:lnTo>
                    <a:pt x="859470" y="806833"/>
                  </a:lnTo>
                  <a:lnTo>
                    <a:pt x="787847" y="803276"/>
                  </a:lnTo>
                  <a:lnTo>
                    <a:pt x="716225" y="799705"/>
                  </a:lnTo>
                  <a:lnTo>
                    <a:pt x="644602" y="796120"/>
                  </a:lnTo>
                  <a:lnTo>
                    <a:pt x="572980" y="792522"/>
                  </a:lnTo>
                  <a:lnTo>
                    <a:pt x="501357" y="788910"/>
                  </a:lnTo>
                  <a:lnTo>
                    <a:pt x="429735" y="785284"/>
                  </a:lnTo>
                  <a:lnTo>
                    <a:pt x="358112" y="781644"/>
                  </a:lnTo>
                  <a:lnTo>
                    <a:pt x="286490" y="777991"/>
                  </a:lnTo>
                  <a:lnTo>
                    <a:pt x="214867" y="774324"/>
                  </a:lnTo>
                  <a:lnTo>
                    <a:pt x="143245" y="770643"/>
                  </a:lnTo>
                  <a:lnTo>
                    <a:pt x="71622" y="766947"/>
                  </a:lnTo>
                  <a:lnTo>
                    <a:pt x="0" y="76323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815289"/>
              <a:ext cx="7090630" cy="1069911"/>
            </a:xfrm>
            <a:custGeom>
              <a:avLst/>
              <a:pathLst>
                <a:path w="7090630" h="1069911">
                  <a:moveTo>
                    <a:pt x="0" y="0"/>
                  </a:moveTo>
                  <a:lnTo>
                    <a:pt x="71622" y="29409"/>
                  </a:lnTo>
                  <a:lnTo>
                    <a:pt x="143245" y="58322"/>
                  </a:lnTo>
                  <a:lnTo>
                    <a:pt x="214867" y="86746"/>
                  </a:lnTo>
                  <a:lnTo>
                    <a:pt x="286490" y="114691"/>
                  </a:lnTo>
                  <a:lnTo>
                    <a:pt x="358112" y="142164"/>
                  </a:lnTo>
                  <a:lnTo>
                    <a:pt x="429735" y="169173"/>
                  </a:lnTo>
                  <a:lnTo>
                    <a:pt x="501357" y="195726"/>
                  </a:lnTo>
                  <a:lnTo>
                    <a:pt x="572980" y="221831"/>
                  </a:lnTo>
                  <a:lnTo>
                    <a:pt x="644602" y="247495"/>
                  </a:lnTo>
                  <a:lnTo>
                    <a:pt x="716225" y="272726"/>
                  </a:lnTo>
                  <a:lnTo>
                    <a:pt x="787847" y="297531"/>
                  </a:lnTo>
                  <a:lnTo>
                    <a:pt x="859470" y="321917"/>
                  </a:lnTo>
                  <a:lnTo>
                    <a:pt x="931092" y="345892"/>
                  </a:lnTo>
                  <a:lnTo>
                    <a:pt x="1002715" y="369461"/>
                  </a:lnTo>
                  <a:lnTo>
                    <a:pt x="1074337" y="392633"/>
                  </a:lnTo>
                  <a:lnTo>
                    <a:pt x="1145960" y="415414"/>
                  </a:lnTo>
                  <a:lnTo>
                    <a:pt x="1217582" y="437810"/>
                  </a:lnTo>
                  <a:lnTo>
                    <a:pt x="1289205" y="459827"/>
                  </a:lnTo>
                  <a:lnTo>
                    <a:pt x="1360827" y="481474"/>
                  </a:lnTo>
                  <a:lnTo>
                    <a:pt x="1432450" y="502754"/>
                  </a:lnTo>
                  <a:lnTo>
                    <a:pt x="1504073" y="523676"/>
                  </a:lnTo>
                  <a:lnTo>
                    <a:pt x="1575695" y="544244"/>
                  </a:lnTo>
                  <a:lnTo>
                    <a:pt x="1647318" y="564465"/>
                  </a:lnTo>
                  <a:lnTo>
                    <a:pt x="1718940" y="584344"/>
                  </a:lnTo>
                  <a:lnTo>
                    <a:pt x="1790563" y="603888"/>
                  </a:lnTo>
                  <a:lnTo>
                    <a:pt x="1862185" y="623102"/>
                  </a:lnTo>
                  <a:lnTo>
                    <a:pt x="1933808" y="641992"/>
                  </a:lnTo>
                  <a:lnTo>
                    <a:pt x="2005430" y="660562"/>
                  </a:lnTo>
                  <a:lnTo>
                    <a:pt x="2077053" y="678819"/>
                  </a:lnTo>
                  <a:lnTo>
                    <a:pt x="2148675" y="696768"/>
                  </a:lnTo>
                  <a:lnTo>
                    <a:pt x="2220298" y="714414"/>
                  </a:lnTo>
                  <a:lnTo>
                    <a:pt x="2291920" y="731762"/>
                  </a:lnTo>
                  <a:lnTo>
                    <a:pt x="2363543" y="748817"/>
                  </a:lnTo>
                  <a:lnTo>
                    <a:pt x="2435165" y="765584"/>
                  </a:lnTo>
                  <a:lnTo>
                    <a:pt x="2506788" y="782068"/>
                  </a:lnTo>
                  <a:lnTo>
                    <a:pt x="2578410" y="798274"/>
                  </a:lnTo>
                  <a:lnTo>
                    <a:pt x="2650033" y="814206"/>
                  </a:lnTo>
                  <a:lnTo>
                    <a:pt x="2721655" y="829869"/>
                  </a:lnTo>
                  <a:lnTo>
                    <a:pt x="2793278" y="845268"/>
                  </a:lnTo>
                  <a:lnTo>
                    <a:pt x="2864901" y="860407"/>
                  </a:lnTo>
                  <a:lnTo>
                    <a:pt x="2936523" y="875290"/>
                  </a:lnTo>
                  <a:lnTo>
                    <a:pt x="3008146" y="889922"/>
                  </a:lnTo>
                  <a:lnTo>
                    <a:pt x="3079768" y="904307"/>
                  </a:lnTo>
                  <a:lnTo>
                    <a:pt x="3151391" y="913827"/>
                  </a:lnTo>
                  <a:lnTo>
                    <a:pt x="3223013" y="916966"/>
                  </a:lnTo>
                  <a:lnTo>
                    <a:pt x="3294636" y="920092"/>
                  </a:lnTo>
                  <a:lnTo>
                    <a:pt x="3366258" y="923207"/>
                  </a:lnTo>
                  <a:lnTo>
                    <a:pt x="3437881" y="926310"/>
                  </a:lnTo>
                  <a:lnTo>
                    <a:pt x="3509503" y="929401"/>
                  </a:lnTo>
                  <a:lnTo>
                    <a:pt x="3581126" y="932481"/>
                  </a:lnTo>
                  <a:lnTo>
                    <a:pt x="3652748" y="935549"/>
                  </a:lnTo>
                  <a:lnTo>
                    <a:pt x="3724371" y="938605"/>
                  </a:lnTo>
                  <a:lnTo>
                    <a:pt x="3795993" y="941650"/>
                  </a:lnTo>
                  <a:lnTo>
                    <a:pt x="3867616" y="944683"/>
                  </a:lnTo>
                  <a:lnTo>
                    <a:pt x="3939238" y="947705"/>
                  </a:lnTo>
                  <a:lnTo>
                    <a:pt x="4010861" y="950715"/>
                  </a:lnTo>
                  <a:lnTo>
                    <a:pt x="4082483" y="953714"/>
                  </a:lnTo>
                  <a:lnTo>
                    <a:pt x="4154106" y="956701"/>
                  </a:lnTo>
                  <a:lnTo>
                    <a:pt x="4225729" y="959677"/>
                  </a:lnTo>
                  <a:lnTo>
                    <a:pt x="4297351" y="962642"/>
                  </a:lnTo>
                  <a:lnTo>
                    <a:pt x="4368974" y="965595"/>
                  </a:lnTo>
                  <a:lnTo>
                    <a:pt x="4440596" y="968538"/>
                  </a:lnTo>
                  <a:lnTo>
                    <a:pt x="4512219" y="971469"/>
                  </a:lnTo>
                  <a:lnTo>
                    <a:pt x="4583841" y="974389"/>
                  </a:lnTo>
                  <a:lnTo>
                    <a:pt x="4655464" y="977298"/>
                  </a:lnTo>
                  <a:lnTo>
                    <a:pt x="4727086" y="980196"/>
                  </a:lnTo>
                  <a:lnTo>
                    <a:pt x="4798709" y="983083"/>
                  </a:lnTo>
                  <a:lnTo>
                    <a:pt x="4870331" y="985959"/>
                  </a:lnTo>
                  <a:lnTo>
                    <a:pt x="4941954" y="988824"/>
                  </a:lnTo>
                  <a:lnTo>
                    <a:pt x="5013576" y="991679"/>
                  </a:lnTo>
                  <a:lnTo>
                    <a:pt x="5085199" y="994522"/>
                  </a:lnTo>
                  <a:lnTo>
                    <a:pt x="5156821" y="997355"/>
                  </a:lnTo>
                  <a:lnTo>
                    <a:pt x="5228444" y="1000177"/>
                  </a:lnTo>
                  <a:lnTo>
                    <a:pt x="5300066" y="1002988"/>
                  </a:lnTo>
                  <a:lnTo>
                    <a:pt x="5371689" y="1005789"/>
                  </a:lnTo>
                  <a:lnTo>
                    <a:pt x="5443311" y="1008579"/>
                  </a:lnTo>
                  <a:lnTo>
                    <a:pt x="5514934" y="1011359"/>
                  </a:lnTo>
                  <a:lnTo>
                    <a:pt x="5586557" y="1014127"/>
                  </a:lnTo>
                  <a:lnTo>
                    <a:pt x="5658179" y="1016886"/>
                  </a:lnTo>
                  <a:lnTo>
                    <a:pt x="5729802" y="1019634"/>
                  </a:lnTo>
                  <a:lnTo>
                    <a:pt x="5801424" y="1022371"/>
                  </a:lnTo>
                  <a:lnTo>
                    <a:pt x="5873047" y="1025099"/>
                  </a:lnTo>
                  <a:lnTo>
                    <a:pt x="5944669" y="1027816"/>
                  </a:lnTo>
                  <a:lnTo>
                    <a:pt x="6016292" y="1030522"/>
                  </a:lnTo>
                  <a:lnTo>
                    <a:pt x="6087914" y="1033218"/>
                  </a:lnTo>
                  <a:lnTo>
                    <a:pt x="6159537" y="1035904"/>
                  </a:lnTo>
                  <a:lnTo>
                    <a:pt x="6231159" y="1038580"/>
                  </a:lnTo>
                  <a:lnTo>
                    <a:pt x="6302782" y="1041246"/>
                  </a:lnTo>
                  <a:lnTo>
                    <a:pt x="6374404" y="1043902"/>
                  </a:lnTo>
                  <a:lnTo>
                    <a:pt x="6446027" y="1046547"/>
                  </a:lnTo>
                  <a:lnTo>
                    <a:pt x="6517649" y="1049183"/>
                  </a:lnTo>
                  <a:lnTo>
                    <a:pt x="6589272" y="1051809"/>
                  </a:lnTo>
                  <a:lnTo>
                    <a:pt x="6660894" y="1054424"/>
                  </a:lnTo>
                  <a:lnTo>
                    <a:pt x="6732517" y="1057030"/>
                  </a:lnTo>
                  <a:lnTo>
                    <a:pt x="6804139" y="1059626"/>
                  </a:lnTo>
                  <a:lnTo>
                    <a:pt x="6875762" y="1062212"/>
                  </a:lnTo>
                  <a:lnTo>
                    <a:pt x="6947385" y="1064788"/>
                  </a:lnTo>
                  <a:lnTo>
                    <a:pt x="7019007" y="1067354"/>
                  </a:lnTo>
                  <a:lnTo>
                    <a:pt x="7090630" y="10699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78528"/>
              <a:ext cx="7090630" cy="655903"/>
            </a:xfrm>
            <a:custGeom>
              <a:avLst/>
              <a:pathLst>
                <a:path w="7090630" h="655903">
                  <a:moveTo>
                    <a:pt x="7090630" y="655903"/>
                  </a:moveTo>
                  <a:lnTo>
                    <a:pt x="7019007" y="650359"/>
                  </a:lnTo>
                  <a:lnTo>
                    <a:pt x="6947385" y="644720"/>
                  </a:lnTo>
                  <a:lnTo>
                    <a:pt x="6875762" y="638984"/>
                  </a:lnTo>
                  <a:lnTo>
                    <a:pt x="6804139" y="633150"/>
                  </a:lnTo>
                  <a:lnTo>
                    <a:pt x="6732517" y="627216"/>
                  </a:lnTo>
                  <a:lnTo>
                    <a:pt x="6660894" y="621179"/>
                  </a:lnTo>
                  <a:lnTo>
                    <a:pt x="6589272" y="615039"/>
                  </a:lnTo>
                  <a:lnTo>
                    <a:pt x="6517649" y="608794"/>
                  </a:lnTo>
                  <a:lnTo>
                    <a:pt x="6446027" y="602441"/>
                  </a:lnTo>
                  <a:lnTo>
                    <a:pt x="6374404" y="595979"/>
                  </a:lnTo>
                  <a:lnTo>
                    <a:pt x="6302782" y="589407"/>
                  </a:lnTo>
                  <a:lnTo>
                    <a:pt x="6231159" y="582721"/>
                  </a:lnTo>
                  <a:lnTo>
                    <a:pt x="6159537" y="575920"/>
                  </a:lnTo>
                  <a:lnTo>
                    <a:pt x="6087914" y="569003"/>
                  </a:lnTo>
                  <a:lnTo>
                    <a:pt x="6016292" y="561967"/>
                  </a:lnTo>
                  <a:lnTo>
                    <a:pt x="5944669" y="554810"/>
                  </a:lnTo>
                  <a:lnTo>
                    <a:pt x="5873047" y="547531"/>
                  </a:lnTo>
                  <a:lnTo>
                    <a:pt x="5801424" y="540126"/>
                  </a:lnTo>
                  <a:lnTo>
                    <a:pt x="5729802" y="532594"/>
                  </a:lnTo>
                  <a:lnTo>
                    <a:pt x="5658179" y="524933"/>
                  </a:lnTo>
                  <a:lnTo>
                    <a:pt x="5586557" y="517140"/>
                  </a:lnTo>
                  <a:lnTo>
                    <a:pt x="5514934" y="509213"/>
                  </a:lnTo>
                  <a:lnTo>
                    <a:pt x="5443311" y="501151"/>
                  </a:lnTo>
                  <a:lnTo>
                    <a:pt x="5371689" y="492949"/>
                  </a:lnTo>
                  <a:lnTo>
                    <a:pt x="5300066" y="484607"/>
                  </a:lnTo>
                  <a:lnTo>
                    <a:pt x="5228444" y="476122"/>
                  </a:lnTo>
                  <a:lnTo>
                    <a:pt x="5156821" y="467491"/>
                  </a:lnTo>
                  <a:lnTo>
                    <a:pt x="5085199" y="458712"/>
                  </a:lnTo>
                  <a:lnTo>
                    <a:pt x="5013576" y="449782"/>
                  </a:lnTo>
                  <a:lnTo>
                    <a:pt x="4941954" y="440698"/>
                  </a:lnTo>
                  <a:lnTo>
                    <a:pt x="4870331" y="431459"/>
                  </a:lnTo>
                  <a:lnTo>
                    <a:pt x="4798709" y="422061"/>
                  </a:lnTo>
                  <a:lnTo>
                    <a:pt x="4727086" y="412501"/>
                  </a:lnTo>
                  <a:lnTo>
                    <a:pt x="4655464" y="402778"/>
                  </a:lnTo>
                  <a:lnTo>
                    <a:pt x="4583841" y="392887"/>
                  </a:lnTo>
                  <a:lnTo>
                    <a:pt x="4512219" y="382827"/>
                  </a:lnTo>
                  <a:lnTo>
                    <a:pt x="4440596" y="372594"/>
                  </a:lnTo>
                  <a:lnTo>
                    <a:pt x="4368974" y="362185"/>
                  </a:lnTo>
                  <a:lnTo>
                    <a:pt x="4297351" y="351597"/>
                  </a:lnTo>
                  <a:lnTo>
                    <a:pt x="4225729" y="340828"/>
                  </a:lnTo>
                  <a:lnTo>
                    <a:pt x="4154106" y="329873"/>
                  </a:lnTo>
                  <a:lnTo>
                    <a:pt x="4082483" y="318731"/>
                  </a:lnTo>
                  <a:lnTo>
                    <a:pt x="4010861" y="307397"/>
                  </a:lnTo>
                  <a:lnTo>
                    <a:pt x="3939238" y="295868"/>
                  </a:lnTo>
                  <a:lnTo>
                    <a:pt x="3867616" y="284142"/>
                  </a:lnTo>
                  <a:lnTo>
                    <a:pt x="3795993" y="272214"/>
                  </a:lnTo>
                  <a:lnTo>
                    <a:pt x="3724371" y="260081"/>
                  </a:lnTo>
                  <a:lnTo>
                    <a:pt x="3652748" y="247740"/>
                  </a:lnTo>
                  <a:lnTo>
                    <a:pt x="3581126" y="235187"/>
                  </a:lnTo>
                  <a:lnTo>
                    <a:pt x="3509503" y="222418"/>
                  </a:lnTo>
                  <a:lnTo>
                    <a:pt x="3437881" y="209431"/>
                  </a:lnTo>
                  <a:lnTo>
                    <a:pt x="3366258" y="196220"/>
                  </a:lnTo>
                  <a:lnTo>
                    <a:pt x="3294636" y="182782"/>
                  </a:lnTo>
                  <a:lnTo>
                    <a:pt x="3223013" y="169113"/>
                  </a:lnTo>
                  <a:lnTo>
                    <a:pt x="3151391" y="155210"/>
                  </a:lnTo>
                  <a:lnTo>
                    <a:pt x="3079768" y="147438"/>
                  </a:lnTo>
                  <a:lnTo>
                    <a:pt x="3008146" y="144276"/>
                  </a:lnTo>
                  <a:lnTo>
                    <a:pt x="2936523" y="141101"/>
                  </a:lnTo>
                  <a:lnTo>
                    <a:pt x="2864901" y="137914"/>
                  </a:lnTo>
                  <a:lnTo>
                    <a:pt x="2793278" y="134716"/>
                  </a:lnTo>
                  <a:lnTo>
                    <a:pt x="2721655" y="131505"/>
                  </a:lnTo>
                  <a:lnTo>
                    <a:pt x="2650033" y="128282"/>
                  </a:lnTo>
                  <a:lnTo>
                    <a:pt x="2578410" y="125046"/>
                  </a:lnTo>
                  <a:lnTo>
                    <a:pt x="2506788" y="121799"/>
                  </a:lnTo>
                  <a:lnTo>
                    <a:pt x="2435165" y="118539"/>
                  </a:lnTo>
                  <a:lnTo>
                    <a:pt x="2363543" y="115266"/>
                  </a:lnTo>
                  <a:lnTo>
                    <a:pt x="2291920" y="111981"/>
                  </a:lnTo>
                  <a:lnTo>
                    <a:pt x="2220298" y="108684"/>
                  </a:lnTo>
                  <a:lnTo>
                    <a:pt x="2148675" y="105374"/>
                  </a:lnTo>
                  <a:lnTo>
                    <a:pt x="2077053" y="102051"/>
                  </a:lnTo>
                  <a:lnTo>
                    <a:pt x="2005430" y="98716"/>
                  </a:lnTo>
                  <a:lnTo>
                    <a:pt x="1933808" y="95368"/>
                  </a:lnTo>
                  <a:lnTo>
                    <a:pt x="1862185" y="92008"/>
                  </a:lnTo>
                  <a:lnTo>
                    <a:pt x="1790563" y="88634"/>
                  </a:lnTo>
                  <a:lnTo>
                    <a:pt x="1718940" y="85248"/>
                  </a:lnTo>
                  <a:lnTo>
                    <a:pt x="1647318" y="81849"/>
                  </a:lnTo>
                  <a:lnTo>
                    <a:pt x="1575695" y="78437"/>
                  </a:lnTo>
                  <a:lnTo>
                    <a:pt x="1504073" y="75012"/>
                  </a:lnTo>
                  <a:lnTo>
                    <a:pt x="1432450" y="71574"/>
                  </a:lnTo>
                  <a:lnTo>
                    <a:pt x="1360827" y="68123"/>
                  </a:lnTo>
                  <a:lnTo>
                    <a:pt x="1289205" y="64659"/>
                  </a:lnTo>
                  <a:lnTo>
                    <a:pt x="1217582" y="61181"/>
                  </a:lnTo>
                  <a:lnTo>
                    <a:pt x="1145960" y="57691"/>
                  </a:lnTo>
                  <a:lnTo>
                    <a:pt x="1074337" y="54187"/>
                  </a:lnTo>
                  <a:lnTo>
                    <a:pt x="1002715" y="50670"/>
                  </a:lnTo>
                  <a:lnTo>
                    <a:pt x="931092" y="47139"/>
                  </a:lnTo>
                  <a:lnTo>
                    <a:pt x="859470" y="43595"/>
                  </a:lnTo>
                  <a:lnTo>
                    <a:pt x="787847" y="40037"/>
                  </a:lnTo>
                  <a:lnTo>
                    <a:pt x="716225" y="36466"/>
                  </a:lnTo>
                  <a:lnTo>
                    <a:pt x="644602" y="32882"/>
                  </a:lnTo>
                  <a:lnTo>
                    <a:pt x="572980" y="29283"/>
                  </a:lnTo>
                  <a:lnTo>
                    <a:pt x="501357" y="25671"/>
                  </a:lnTo>
                  <a:lnTo>
                    <a:pt x="429735" y="22045"/>
                  </a:lnTo>
                  <a:lnTo>
                    <a:pt x="358112" y="18406"/>
                  </a:lnTo>
                  <a:lnTo>
                    <a:pt x="286490" y="14753"/>
                  </a:lnTo>
                  <a:lnTo>
                    <a:pt x="214867" y="11085"/>
                  </a:lnTo>
                  <a:lnTo>
                    <a:pt x="143245" y="7404"/>
                  </a:lnTo>
                  <a:lnTo>
                    <a:pt x="71622" y="370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251534"/>
              <a:ext cx="7090630" cy="839937"/>
            </a:xfrm>
            <a:custGeom>
              <a:avLst/>
              <a:pathLst>
                <a:path w="7090630" h="839937">
                  <a:moveTo>
                    <a:pt x="0" y="0"/>
                  </a:moveTo>
                  <a:lnTo>
                    <a:pt x="71622" y="13524"/>
                  </a:lnTo>
                  <a:lnTo>
                    <a:pt x="143245" y="26909"/>
                  </a:lnTo>
                  <a:lnTo>
                    <a:pt x="214867" y="40155"/>
                  </a:lnTo>
                  <a:lnTo>
                    <a:pt x="286490" y="53264"/>
                  </a:lnTo>
                  <a:lnTo>
                    <a:pt x="358112" y="66237"/>
                  </a:lnTo>
                  <a:lnTo>
                    <a:pt x="429735" y="79075"/>
                  </a:lnTo>
                  <a:lnTo>
                    <a:pt x="501357" y="91781"/>
                  </a:lnTo>
                  <a:lnTo>
                    <a:pt x="572980" y="104355"/>
                  </a:lnTo>
                  <a:lnTo>
                    <a:pt x="644602" y="116799"/>
                  </a:lnTo>
                  <a:lnTo>
                    <a:pt x="716225" y="129113"/>
                  </a:lnTo>
                  <a:lnTo>
                    <a:pt x="787847" y="141301"/>
                  </a:lnTo>
                  <a:lnTo>
                    <a:pt x="859470" y="153362"/>
                  </a:lnTo>
                  <a:lnTo>
                    <a:pt x="931092" y="165298"/>
                  </a:lnTo>
                  <a:lnTo>
                    <a:pt x="1002715" y="177110"/>
                  </a:lnTo>
                  <a:lnTo>
                    <a:pt x="1074337" y="188801"/>
                  </a:lnTo>
                  <a:lnTo>
                    <a:pt x="1145960" y="200370"/>
                  </a:lnTo>
                  <a:lnTo>
                    <a:pt x="1217582" y="211819"/>
                  </a:lnTo>
                  <a:lnTo>
                    <a:pt x="1289205" y="223150"/>
                  </a:lnTo>
                  <a:lnTo>
                    <a:pt x="1360827" y="234363"/>
                  </a:lnTo>
                  <a:lnTo>
                    <a:pt x="1432450" y="245460"/>
                  </a:lnTo>
                  <a:lnTo>
                    <a:pt x="1504073" y="256442"/>
                  </a:lnTo>
                  <a:lnTo>
                    <a:pt x="1575695" y="267311"/>
                  </a:lnTo>
                  <a:lnTo>
                    <a:pt x="1647318" y="278067"/>
                  </a:lnTo>
                  <a:lnTo>
                    <a:pt x="1718940" y="288711"/>
                  </a:lnTo>
                  <a:lnTo>
                    <a:pt x="1790563" y="299245"/>
                  </a:lnTo>
                  <a:lnTo>
                    <a:pt x="1862185" y="309670"/>
                  </a:lnTo>
                  <a:lnTo>
                    <a:pt x="1933808" y="319987"/>
                  </a:lnTo>
                  <a:lnTo>
                    <a:pt x="2005430" y="330198"/>
                  </a:lnTo>
                  <a:lnTo>
                    <a:pt x="2077053" y="340302"/>
                  </a:lnTo>
                  <a:lnTo>
                    <a:pt x="2148675" y="350302"/>
                  </a:lnTo>
                  <a:lnTo>
                    <a:pt x="2220298" y="360198"/>
                  </a:lnTo>
                  <a:lnTo>
                    <a:pt x="2291920" y="369992"/>
                  </a:lnTo>
                  <a:lnTo>
                    <a:pt x="2363543" y="379684"/>
                  </a:lnTo>
                  <a:lnTo>
                    <a:pt x="2435165" y="389276"/>
                  </a:lnTo>
                  <a:lnTo>
                    <a:pt x="2506788" y="398769"/>
                  </a:lnTo>
                  <a:lnTo>
                    <a:pt x="2578410" y="408163"/>
                  </a:lnTo>
                  <a:lnTo>
                    <a:pt x="2650033" y="417460"/>
                  </a:lnTo>
                  <a:lnTo>
                    <a:pt x="2721655" y="426660"/>
                  </a:lnTo>
                  <a:lnTo>
                    <a:pt x="2793278" y="435766"/>
                  </a:lnTo>
                  <a:lnTo>
                    <a:pt x="2864901" y="444777"/>
                  </a:lnTo>
                  <a:lnTo>
                    <a:pt x="2936523" y="453694"/>
                  </a:lnTo>
                  <a:lnTo>
                    <a:pt x="3008146" y="462520"/>
                  </a:lnTo>
                  <a:lnTo>
                    <a:pt x="3079768" y="471253"/>
                  </a:lnTo>
                  <a:lnTo>
                    <a:pt x="3151391" y="479897"/>
                  </a:lnTo>
                  <a:lnTo>
                    <a:pt x="3223013" y="488451"/>
                  </a:lnTo>
                  <a:lnTo>
                    <a:pt x="3294636" y="496916"/>
                  </a:lnTo>
                  <a:lnTo>
                    <a:pt x="3366258" y="505294"/>
                  </a:lnTo>
                  <a:lnTo>
                    <a:pt x="3437881" y="513584"/>
                  </a:lnTo>
                  <a:lnTo>
                    <a:pt x="3509503" y="521789"/>
                  </a:lnTo>
                  <a:lnTo>
                    <a:pt x="3581126" y="529909"/>
                  </a:lnTo>
                  <a:lnTo>
                    <a:pt x="3652748" y="537945"/>
                  </a:lnTo>
                  <a:lnTo>
                    <a:pt x="3724371" y="545898"/>
                  </a:lnTo>
                  <a:lnTo>
                    <a:pt x="3795993" y="553768"/>
                  </a:lnTo>
                  <a:lnTo>
                    <a:pt x="3867616" y="561557"/>
                  </a:lnTo>
                  <a:lnTo>
                    <a:pt x="3939238" y="569265"/>
                  </a:lnTo>
                  <a:lnTo>
                    <a:pt x="4010861" y="576893"/>
                  </a:lnTo>
                  <a:lnTo>
                    <a:pt x="4082483" y="584442"/>
                  </a:lnTo>
                  <a:lnTo>
                    <a:pt x="4154106" y="591913"/>
                  </a:lnTo>
                  <a:lnTo>
                    <a:pt x="4225729" y="599307"/>
                  </a:lnTo>
                  <a:lnTo>
                    <a:pt x="4297351" y="606624"/>
                  </a:lnTo>
                  <a:lnTo>
                    <a:pt x="4368974" y="613865"/>
                  </a:lnTo>
                  <a:lnTo>
                    <a:pt x="4440596" y="621031"/>
                  </a:lnTo>
                  <a:lnTo>
                    <a:pt x="4512219" y="628123"/>
                  </a:lnTo>
                  <a:lnTo>
                    <a:pt x="4583841" y="635142"/>
                  </a:lnTo>
                  <a:lnTo>
                    <a:pt x="4655464" y="642088"/>
                  </a:lnTo>
                  <a:lnTo>
                    <a:pt x="4727086" y="648962"/>
                  </a:lnTo>
                  <a:lnTo>
                    <a:pt x="4798709" y="655764"/>
                  </a:lnTo>
                  <a:lnTo>
                    <a:pt x="4870331" y="662497"/>
                  </a:lnTo>
                  <a:lnTo>
                    <a:pt x="4941954" y="669159"/>
                  </a:lnTo>
                  <a:lnTo>
                    <a:pt x="5013576" y="675753"/>
                  </a:lnTo>
                  <a:lnTo>
                    <a:pt x="5085199" y="682278"/>
                  </a:lnTo>
                  <a:lnTo>
                    <a:pt x="5156821" y="688735"/>
                  </a:lnTo>
                  <a:lnTo>
                    <a:pt x="5228444" y="695126"/>
                  </a:lnTo>
                  <a:lnTo>
                    <a:pt x="5300066" y="701451"/>
                  </a:lnTo>
                  <a:lnTo>
                    <a:pt x="5371689" y="707710"/>
                  </a:lnTo>
                  <a:lnTo>
                    <a:pt x="5443311" y="713904"/>
                  </a:lnTo>
                  <a:lnTo>
                    <a:pt x="5514934" y="720034"/>
                  </a:lnTo>
                  <a:lnTo>
                    <a:pt x="5586557" y="726100"/>
                  </a:lnTo>
                  <a:lnTo>
                    <a:pt x="5658179" y="732104"/>
                  </a:lnTo>
                  <a:lnTo>
                    <a:pt x="5729802" y="738046"/>
                  </a:lnTo>
                  <a:lnTo>
                    <a:pt x="5801424" y="743925"/>
                  </a:lnTo>
                  <a:lnTo>
                    <a:pt x="5873047" y="749745"/>
                  </a:lnTo>
                  <a:lnTo>
                    <a:pt x="5944669" y="755503"/>
                  </a:lnTo>
                  <a:lnTo>
                    <a:pt x="6016292" y="761202"/>
                  </a:lnTo>
                  <a:lnTo>
                    <a:pt x="6087914" y="766843"/>
                  </a:lnTo>
                  <a:lnTo>
                    <a:pt x="6159537" y="772424"/>
                  </a:lnTo>
                  <a:lnTo>
                    <a:pt x="6231159" y="777948"/>
                  </a:lnTo>
                  <a:lnTo>
                    <a:pt x="6302782" y="783415"/>
                  </a:lnTo>
                  <a:lnTo>
                    <a:pt x="6374404" y="788825"/>
                  </a:lnTo>
                  <a:lnTo>
                    <a:pt x="6446027" y="794179"/>
                  </a:lnTo>
                  <a:lnTo>
                    <a:pt x="6517649" y="799477"/>
                  </a:lnTo>
                  <a:lnTo>
                    <a:pt x="6589272" y="804721"/>
                  </a:lnTo>
                  <a:lnTo>
                    <a:pt x="6660894" y="809910"/>
                  </a:lnTo>
                  <a:lnTo>
                    <a:pt x="6732517" y="815046"/>
                  </a:lnTo>
                  <a:lnTo>
                    <a:pt x="6804139" y="820128"/>
                  </a:lnTo>
                  <a:lnTo>
                    <a:pt x="6875762" y="825158"/>
                  </a:lnTo>
                  <a:lnTo>
                    <a:pt x="6947385" y="830136"/>
                  </a:lnTo>
                  <a:lnTo>
                    <a:pt x="7019007" y="835062"/>
                  </a:lnTo>
                  <a:lnTo>
                    <a:pt x="7090630" y="83993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3771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8840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1996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108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691419" y="5925448"/>
              <a:ext cx="405188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Ratio (CKD-EPI 2012 CysC / CKD-EPI 2021 Cr)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83312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1.13 (1.05-1.23), p_Bonf = 0.012 (n = 6)  |  per IQR decline (Δ = 0.28): 1.43 (1.14-1.79)  |  IQR: [0.70, 0.98]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434687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2026-07-06T08:59:46Z</dcterms:modified>
  <cp:category/>
</cp:coreProperties>
</file>