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6047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32058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48069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0695" y="264080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3490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150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0811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1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474053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390064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0695" y="306074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1659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05320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8980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2641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60991" y="3567488"/>
              <a:ext cx="7005923" cy="1981198"/>
            </a:xfrm>
            <a:custGeom>
              <a:avLst/>
              <a:pathLst>
                <a:path w="7005923" h="1981198">
                  <a:moveTo>
                    <a:pt x="0" y="1981198"/>
                  </a:moveTo>
                  <a:lnTo>
                    <a:pt x="81464" y="1981198"/>
                  </a:lnTo>
                  <a:lnTo>
                    <a:pt x="81464" y="1965290"/>
                  </a:lnTo>
                  <a:lnTo>
                    <a:pt x="162928" y="1965290"/>
                  </a:lnTo>
                  <a:lnTo>
                    <a:pt x="162928" y="1949380"/>
                  </a:lnTo>
                  <a:lnTo>
                    <a:pt x="244392" y="1949380"/>
                  </a:lnTo>
                  <a:lnTo>
                    <a:pt x="244392" y="1870081"/>
                  </a:lnTo>
                  <a:lnTo>
                    <a:pt x="325856" y="1870081"/>
                  </a:lnTo>
                  <a:lnTo>
                    <a:pt x="325856" y="1790823"/>
                  </a:lnTo>
                  <a:lnTo>
                    <a:pt x="407321" y="1790823"/>
                  </a:lnTo>
                  <a:lnTo>
                    <a:pt x="407321" y="1774805"/>
                  </a:lnTo>
                  <a:lnTo>
                    <a:pt x="488785" y="1774805"/>
                  </a:lnTo>
                  <a:lnTo>
                    <a:pt x="488785" y="1711035"/>
                  </a:lnTo>
                  <a:lnTo>
                    <a:pt x="570249" y="1711035"/>
                  </a:lnTo>
                  <a:lnTo>
                    <a:pt x="570249" y="1678985"/>
                  </a:lnTo>
                  <a:lnTo>
                    <a:pt x="651713" y="1678985"/>
                  </a:lnTo>
                  <a:lnTo>
                    <a:pt x="651713" y="1647018"/>
                  </a:lnTo>
                  <a:lnTo>
                    <a:pt x="733178" y="1647018"/>
                  </a:lnTo>
                  <a:lnTo>
                    <a:pt x="733178" y="1630982"/>
                  </a:lnTo>
                  <a:lnTo>
                    <a:pt x="814642" y="1630982"/>
                  </a:lnTo>
                  <a:lnTo>
                    <a:pt x="814642" y="1598819"/>
                  </a:lnTo>
                  <a:lnTo>
                    <a:pt x="896106" y="1598819"/>
                  </a:lnTo>
                  <a:lnTo>
                    <a:pt x="896106" y="1582730"/>
                  </a:lnTo>
                  <a:lnTo>
                    <a:pt x="977570" y="1582730"/>
                  </a:lnTo>
                  <a:lnTo>
                    <a:pt x="977570" y="1518726"/>
                  </a:lnTo>
                  <a:lnTo>
                    <a:pt x="1059034" y="1518726"/>
                  </a:lnTo>
                  <a:lnTo>
                    <a:pt x="1059034" y="1502615"/>
                  </a:lnTo>
                  <a:lnTo>
                    <a:pt x="1140499" y="1502615"/>
                  </a:lnTo>
                  <a:lnTo>
                    <a:pt x="1140499" y="1486526"/>
                  </a:lnTo>
                  <a:lnTo>
                    <a:pt x="1221963" y="1486526"/>
                  </a:lnTo>
                  <a:lnTo>
                    <a:pt x="1221963" y="1454368"/>
                  </a:lnTo>
                  <a:lnTo>
                    <a:pt x="1303427" y="1454368"/>
                  </a:lnTo>
                  <a:lnTo>
                    <a:pt x="1303427" y="1422150"/>
                  </a:lnTo>
                  <a:lnTo>
                    <a:pt x="1384891" y="1422150"/>
                  </a:lnTo>
                  <a:lnTo>
                    <a:pt x="1384891" y="1406002"/>
                  </a:lnTo>
                  <a:lnTo>
                    <a:pt x="1466356" y="1406002"/>
                  </a:lnTo>
                  <a:lnTo>
                    <a:pt x="1466356" y="1373751"/>
                  </a:lnTo>
                  <a:lnTo>
                    <a:pt x="1629284" y="1373751"/>
                  </a:lnTo>
                  <a:lnTo>
                    <a:pt x="1629284" y="1325332"/>
                  </a:lnTo>
                  <a:lnTo>
                    <a:pt x="1710748" y="1325332"/>
                  </a:lnTo>
                  <a:lnTo>
                    <a:pt x="1710748" y="1292992"/>
                  </a:lnTo>
                  <a:lnTo>
                    <a:pt x="1792212" y="1292992"/>
                  </a:lnTo>
                  <a:lnTo>
                    <a:pt x="1792212" y="1276794"/>
                  </a:lnTo>
                  <a:lnTo>
                    <a:pt x="1873677" y="1276794"/>
                  </a:lnTo>
                  <a:lnTo>
                    <a:pt x="1873677" y="1244498"/>
                  </a:lnTo>
                  <a:lnTo>
                    <a:pt x="1955141" y="1244498"/>
                  </a:lnTo>
                  <a:lnTo>
                    <a:pt x="1955141" y="1212189"/>
                  </a:lnTo>
                  <a:lnTo>
                    <a:pt x="2036605" y="1212189"/>
                  </a:lnTo>
                  <a:lnTo>
                    <a:pt x="2036605" y="1163578"/>
                  </a:lnTo>
                  <a:lnTo>
                    <a:pt x="2118069" y="1163578"/>
                  </a:lnTo>
                  <a:lnTo>
                    <a:pt x="2118069" y="1131166"/>
                  </a:lnTo>
                  <a:lnTo>
                    <a:pt x="2280998" y="1131166"/>
                  </a:lnTo>
                  <a:lnTo>
                    <a:pt x="2280998" y="1098758"/>
                  </a:lnTo>
                  <a:lnTo>
                    <a:pt x="2525390" y="1098758"/>
                  </a:lnTo>
                  <a:lnTo>
                    <a:pt x="2525390" y="1082530"/>
                  </a:lnTo>
                  <a:lnTo>
                    <a:pt x="2769783" y="1082530"/>
                  </a:lnTo>
                  <a:lnTo>
                    <a:pt x="2769783" y="1066333"/>
                  </a:lnTo>
                  <a:lnTo>
                    <a:pt x="2851247" y="1066333"/>
                  </a:lnTo>
                  <a:lnTo>
                    <a:pt x="2851247" y="1050100"/>
                  </a:lnTo>
                  <a:lnTo>
                    <a:pt x="3014176" y="1050100"/>
                  </a:lnTo>
                  <a:lnTo>
                    <a:pt x="3014176" y="1033886"/>
                  </a:lnTo>
                  <a:lnTo>
                    <a:pt x="3095640" y="1033886"/>
                  </a:lnTo>
                  <a:lnTo>
                    <a:pt x="3095640" y="1017683"/>
                  </a:lnTo>
                  <a:lnTo>
                    <a:pt x="3177104" y="1017683"/>
                  </a:lnTo>
                  <a:lnTo>
                    <a:pt x="3177104" y="1001502"/>
                  </a:lnTo>
                  <a:lnTo>
                    <a:pt x="3258569" y="1001502"/>
                  </a:lnTo>
                  <a:lnTo>
                    <a:pt x="3258569" y="985307"/>
                  </a:lnTo>
                  <a:lnTo>
                    <a:pt x="3421497" y="985307"/>
                  </a:lnTo>
                  <a:lnTo>
                    <a:pt x="3421497" y="969144"/>
                  </a:lnTo>
                  <a:lnTo>
                    <a:pt x="3502961" y="969144"/>
                  </a:lnTo>
                  <a:lnTo>
                    <a:pt x="3502961" y="920809"/>
                  </a:lnTo>
                  <a:lnTo>
                    <a:pt x="3747354" y="920809"/>
                  </a:lnTo>
                  <a:lnTo>
                    <a:pt x="3747354" y="904640"/>
                  </a:lnTo>
                  <a:lnTo>
                    <a:pt x="3910282" y="904640"/>
                  </a:lnTo>
                  <a:lnTo>
                    <a:pt x="3910282" y="888468"/>
                  </a:lnTo>
                  <a:lnTo>
                    <a:pt x="3991747" y="888468"/>
                  </a:lnTo>
                  <a:lnTo>
                    <a:pt x="3991747" y="840054"/>
                  </a:lnTo>
                  <a:lnTo>
                    <a:pt x="4236139" y="840054"/>
                  </a:lnTo>
                  <a:lnTo>
                    <a:pt x="4236139" y="807681"/>
                  </a:lnTo>
                  <a:lnTo>
                    <a:pt x="4561996" y="807681"/>
                  </a:lnTo>
                  <a:lnTo>
                    <a:pt x="4561996" y="791521"/>
                  </a:lnTo>
                  <a:lnTo>
                    <a:pt x="4969317" y="791521"/>
                  </a:lnTo>
                  <a:lnTo>
                    <a:pt x="4969317" y="743185"/>
                  </a:lnTo>
                  <a:lnTo>
                    <a:pt x="5213710" y="743185"/>
                  </a:lnTo>
                  <a:lnTo>
                    <a:pt x="5213710" y="726971"/>
                  </a:lnTo>
                  <a:lnTo>
                    <a:pt x="5295174" y="726971"/>
                  </a:lnTo>
                  <a:lnTo>
                    <a:pt x="5295174" y="678511"/>
                  </a:lnTo>
                  <a:lnTo>
                    <a:pt x="5376638" y="678511"/>
                  </a:lnTo>
                  <a:lnTo>
                    <a:pt x="5376638" y="662317"/>
                  </a:lnTo>
                  <a:lnTo>
                    <a:pt x="5458103" y="662317"/>
                  </a:lnTo>
                  <a:lnTo>
                    <a:pt x="5458103" y="613776"/>
                  </a:lnTo>
                  <a:lnTo>
                    <a:pt x="5539567" y="613776"/>
                  </a:lnTo>
                  <a:lnTo>
                    <a:pt x="5539567" y="565202"/>
                  </a:lnTo>
                  <a:lnTo>
                    <a:pt x="5621031" y="565202"/>
                  </a:lnTo>
                  <a:lnTo>
                    <a:pt x="5621031" y="548881"/>
                  </a:lnTo>
                  <a:lnTo>
                    <a:pt x="5702495" y="548881"/>
                  </a:lnTo>
                  <a:lnTo>
                    <a:pt x="5702495" y="500156"/>
                  </a:lnTo>
                  <a:lnTo>
                    <a:pt x="5783960" y="500156"/>
                  </a:lnTo>
                  <a:lnTo>
                    <a:pt x="5783960" y="483805"/>
                  </a:lnTo>
                  <a:lnTo>
                    <a:pt x="5865424" y="483805"/>
                  </a:lnTo>
                  <a:lnTo>
                    <a:pt x="5865424" y="467452"/>
                  </a:lnTo>
                  <a:lnTo>
                    <a:pt x="5946888" y="467452"/>
                  </a:lnTo>
                  <a:lnTo>
                    <a:pt x="5946888" y="385943"/>
                  </a:lnTo>
                  <a:lnTo>
                    <a:pt x="6028352" y="385943"/>
                  </a:lnTo>
                  <a:lnTo>
                    <a:pt x="6028352" y="336365"/>
                  </a:lnTo>
                  <a:lnTo>
                    <a:pt x="6109816" y="336365"/>
                  </a:lnTo>
                  <a:lnTo>
                    <a:pt x="6109816" y="286270"/>
                  </a:lnTo>
                  <a:lnTo>
                    <a:pt x="6191281" y="286270"/>
                  </a:lnTo>
                  <a:lnTo>
                    <a:pt x="6191281" y="269387"/>
                  </a:lnTo>
                  <a:lnTo>
                    <a:pt x="6272745" y="269387"/>
                  </a:lnTo>
                  <a:lnTo>
                    <a:pt x="6272745" y="235689"/>
                  </a:lnTo>
                  <a:lnTo>
                    <a:pt x="6354209" y="235689"/>
                  </a:lnTo>
                  <a:lnTo>
                    <a:pt x="6354209" y="168610"/>
                  </a:lnTo>
                  <a:lnTo>
                    <a:pt x="6435673" y="168610"/>
                  </a:lnTo>
                  <a:lnTo>
                    <a:pt x="6435673" y="151767"/>
                  </a:lnTo>
                  <a:lnTo>
                    <a:pt x="6517138" y="151767"/>
                  </a:lnTo>
                  <a:lnTo>
                    <a:pt x="6517138" y="118161"/>
                  </a:lnTo>
                  <a:lnTo>
                    <a:pt x="6598602" y="118161"/>
                  </a:lnTo>
                  <a:lnTo>
                    <a:pt x="6598602" y="84527"/>
                  </a:lnTo>
                  <a:lnTo>
                    <a:pt x="6680066" y="84527"/>
                  </a:lnTo>
                  <a:lnTo>
                    <a:pt x="6680066" y="67623"/>
                  </a:lnTo>
                  <a:lnTo>
                    <a:pt x="6761530" y="67623"/>
                  </a:lnTo>
                  <a:lnTo>
                    <a:pt x="6761530" y="50690"/>
                  </a:lnTo>
                  <a:lnTo>
                    <a:pt x="6842994" y="50690"/>
                  </a:lnTo>
                  <a:lnTo>
                    <a:pt x="6842994" y="33793"/>
                  </a:lnTo>
                  <a:lnTo>
                    <a:pt x="6924459" y="33793"/>
                  </a:lnTo>
                  <a:lnTo>
                    <a:pt x="6924459" y="16911"/>
                  </a:lnTo>
                  <a:lnTo>
                    <a:pt x="7005923" y="16911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60991" y="2861938"/>
              <a:ext cx="7005923" cy="2672367"/>
            </a:xfrm>
            <a:custGeom>
              <a:avLst/>
              <a:pathLst>
                <a:path w="7005923" h="2672367">
                  <a:moveTo>
                    <a:pt x="0" y="2672367"/>
                  </a:moveTo>
                  <a:lnTo>
                    <a:pt x="81464" y="2672367"/>
                  </a:lnTo>
                  <a:lnTo>
                    <a:pt x="81464" y="2649291"/>
                  </a:lnTo>
                  <a:lnTo>
                    <a:pt x="162928" y="2649291"/>
                  </a:lnTo>
                  <a:lnTo>
                    <a:pt x="162928" y="2626239"/>
                  </a:lnTo>
                  <a:lnTo>
                    <a:pt x="244392" y="2626239"/>
                  </a:lnTo>
                  <a:lnTo>
                    <a:pt x="244392" y="2511742"/>
                  </a:lnTo>
                  <a:lnTo>
                    <a:pt x="325856" y="2511742"/>
                  </a:lnTo>
                  <a:lnTo>
                    <a:pt x="325856" y="2397967"/>
                  </a:lnTo>
                  <a:lnTo>
                    <a:pt x="407321" y="2397967"/>
                  </a:lnTo>
                  <a:lnTo>
                    <a:pt x="407321" y="2375054"/>
                  </a:lnTo>
                  <a:lnTo>
                    <a:pt x="488785" y="2375054"/>
                  </a:lnTo>
                  <a:lnTo>
                    <a:pt x="488785" y="2284100"/>
                  </a:lnTo>
                  <a:lnTo>
                    <a:pt x="570249" y="2284100"/>
                  </a:lnTo>
                  <a:lnTo>
                    <a:pt x="570249" y="2238549"/>
                  </a:lnTo>
                  <a:lnTo>
                    <a:pt x="651713" y="2238549"/>
                  </a:lnTo>
                  <a:lnTo>
                    <a:pt x="651713" y="2193223"/>
                  </a:lnTo>
                  <a:lnTo>
                    <a:pt x="733178" y="2193223"/>
                  </a:lnTo>
                  <a:lnTo>
                    <a:pt x="733178" y="2170525"/>
                  </a:lnTo>
                  <a:lnTo>
                    <a:pt x="814642" y="2170525"/>
                  </a:lnTo>
                  <a:lnTo>
                    <a:pt x="814642" y="2125084"/>
                  </a:lnTo>
                  <a:lnTo>
                    <a:pt x="896106" y="2125084"/>
                  </a:lnTo>
                  <a:lnTo>
                    <a:pt x="896106" y="2102392"/>
                  </a:lnTo>
                  <a:lnTo>
                    <a:pt x="977570" y="2102392"/>
                  </a:lnTo>
                  <a:lnTo>
                    <a:pt x="977570" y="2012391"/>
                  </a:lnTo>
                  <a:lnTo>
                    <a:pt x="1059034" y="2012391"/>
                  </a:lnTo>
                  <a:lnTo>
                    <a:pt x="1059034" y="1989804"/>
                  </a:lnTo>
                  <a:lnTo>
                    <a:pt x="1140499" y="1989804"/>
                  </a:lnTo>
                  <a:lnTo>
                    <a:pt x="1140499" y="1967274"/>
                  </a:lnTo>
                  <a:lnTo>
                    <a:pt x="1221963" y="1967274"/>
                  </a:lnTo>
                  <a:lnTo>
                    <a:pt x="1221963" y="1922322"/>
                  </a:lnTo>
                  <a:lnTo>
                    <a:pt x="1303427" y="1922322"/>
                  </a:lnTo>
                  <a:lnTo>
                    <a:pt x="1303427" y="1877395"/>
                  </a:lnTo>
                  <a:lnTo>
                    <a:pt x="1384891" y="1877395"/>
                  </a:lnTo>
                  <a:lnTo>
                    <a:pt x="1384891" y="1854918"/>
                  </a:lnTo>
                  <a:lnTo>
                    <a:pt x="1466356" y="1854918"/>
                  </a:lnTo>
                  <a:lnTo>
                    <a:pt x="1466356" y="1810106"/>
                  </a:lnTo>
                  <a:lnTo>
                    <a:pt x="1629284" y="1810106"/>
                  </a:lnTo>
                  <a:lnTo>
                    <a:pt x="1629284" y="1743031"/>
                  </a:lnTo>
                  <a:lnTo>
                    <a:pt x="1710748" y="1743031"/>
                  </a:lnTo>
                  <a:lnTo>
                    <a:pt x="1710748" y="1698366"/>
                  </a:lnTo>
                  <a:lnTo>
                    <a:pt x="1792212" y="1698366"/>
                  </a:lnTo>
                  <a:lnTo>
                    <a:pt x="1792212" y="1676034"/>
                  </a:lnTo>
                  <a:lnTo>
                    <a:pt x="1873677" y="1676034"/>
                  </a:lnTo>
                  <a:lnTo>
                    <a:pt x="1873677" y="1631591"/>
                  </a:lnTo>
                  <a:lnTo>
                    <a:pt x="1955141" y="1631591"/>
                  </a:lnTo>
                  <a:lnTo>
                    <a:pt x="1955141" y="1587237"/>
                  </a:lnTo>
                  <a:lnTo>
                    <a:pt x="2036605" y="1587237"/>
                  </a:lnTo>
                  <a:lnTo>
                    <a:pt x="2036605" y="1520707"/>
                  </a:lnTo>
                  <a:lnTo>
                    <a:pt x="2118069" y="1520707"/>
                  </a:lnTo>
                  <a:lnTo>
                    <a:pt x="2118069" y="1476482"/>
                  </a:lnTo>
                  <a:lnTo>
                    <a:pt x="2280998" y="1476482"/>
                  </a:lnTo>
                  <a:lnTo>
                    <a:pt x="2280998" y="1432369"/>
                  </a:lnTo>
                  <a:lnTo>
                    <a:pt x="2525390" y="1432369"/>
                  </a:lnTo>
                  <a:lnTo>
                    <a:pt x="2525390" y="1410321"/>
                  </a:lnTo>
                  <a:lnTo>
                    <a:pt x="2769783" y="1410321"/>
                  </a:lnTo>
                  <a:lnTo>
                    <a:pt x="2769783" y="1388342"/>
                  </a:lnTo>
                  <a:lnTo>
                    <a:pt x="2851247" y="1388342"/>
                  </a:lnTo>
                  <a:lnTo>
                    <a:pt x="2851247" y="1366340"/>
                  </a:lnTo>
                  <a:lnTo>
                    <a:pt x="3014176" y="1366340"/>
                  </a:lnTo>
                  <a:lnTo>
                    <a:pt x="3014176" y="1344393"/>
                  </a:lnTo>
                  <a:lnTo>
                    <a:pt x="3095640" y="1344393"/>
                  </a:lnTo>
                  <a:lnTo>
                    <a:pt x="3095640" y="1322486"/>
                  </a:lnTo>
                  <a:lnTo>
                    <a:pt x="3177104" y="1322486"/>
                  </a:lnTo>
                  <a:lnTo>
                    <a:pt x="3177104" y="1300635"/>
                  </a:lnTo>
                  <a:lnTo>
                    <a:pt x="3258569" y="1300635"/>
                  </a:lnTo>
                  <a:lnTo>
                    <a:pt x="3258569" y="1278793"/>
                  </a:lnTo>
                  <a:lnTo>
                    <a:pt x="3421497" y="1278793"/>
                  </a:lnTo>
                  <a:lnTo>
                    <a:pt x="3421497" y="1257020"/>
                  </a:lnTo>
                  <a:lnTo>
                    <a:pt x="3502961" y="1257020"/>
                  </a:lnTo>
                  <a:lnTo>
                    <a:pt x="3502961" y="1192071"/>
                  </a:lnTo>
                  <a:lnTo>
                    <a:pt x="3747354" y="1192071"/>
                  </a:lnTo>
                  <a:lnTo>
                    <a:pt x="3747354" y="1170396"/>
                  </a:lnTo>
                  <a:lnTo>
                    <a:pt x="3910282" y="1170396"/>
                  </a:lnTo>
                  <a:lnTo>
                    <a:pt x="3910282" y="1148745"/>
                  </a:lnTo>
                  <a:lnTo>
                    <a:pt x="3991747" y="1148745"/>
                  </a:lnTo>
                  <a:lnTo>
                    <a:pt x="3991747" y="1084088"/>
                  </a:lnTo>
                  <a:lnTo>
                    <a:pt x="4236139" y="1084088"/>
                  </a:lnTo>
                  <a:lnTo>
                    <a:pt x="4236139" y="1040986"/>
                  </a:lnTo>
                  <a:lnTo>
                    <a:pt x="4561996" y="1040986"/>
                  </a:lnTo>
                  <a:lnTo>
                    <a:pt x="4561996" y="1019510"/>
                  </a:lnTo>
                  <a:lnTo>
                    <a:pt x="4969317" y="1019510"/>
                  </a:lnTo>
                  <a:lnTo>
                    <a:pt x="4969317" y="955433"/>
                  </a:lnTo>
                  <a:lnTo>
                    <a:pt x="5213710" y="955433"/>
                  </a:lnTo>
                  <a:lnTo>
                    <a:pt x="5213710" y="933991"/>
                  </a:lnTo>
                  <a:lnTo>
                    <a:pt x="5295174" y="933991"/>
                  </a:lnTo>
                  <a:lnTo>
                    <a:pt x="5295174" y="870069"/>
                  </a:lnTo>
                  <a:lnTo>
                    <a:pt x="5376638" y="870069"/>
                  </a:lnTo>
                  <a:lnTo>
                    <a:pt x="5376638" y="848761"/>
                  </a:lnTo>
                  <a:lnTo>
                    <a:pt x="5458103" y="848761"/>
                  </a:lnTo>
                  <a:lnTo>
                    <a:pt x="5458103" y="785049"/>
                  </a:lnTo>
                  <a:lnTo>
                    <a:pt x="5539567" y="785049"/>
                  </a:lnTo>
                  <a:lnTo>
                    <a:pt x="5539567" y="721533"/>
                  </a:lnTo>
                  <a:lnTo>
                    <a:pt x="5621031" y="721533"/>
                  </a:lnTo>
                  <a:lnTo>
                    <a:pt x="5621031" y="700245"/>
                  </a:lnTo>
                  <a:lnTo>
                    <a:pt x="5702495" y="700245"/>
                  </a:lnTo>
                  <a:lnTo>
                    <a:pt x="5702495" y="636851"/>
                  </a:lnTo>
                  <a:lnTo>
                    <a:pt x="5783960" y="636851"/>
                  </a:lnTo>
                  <a:lnTo>
                    <a:pt x="5783960" y="615632"/>
                  </a:lnTo>
                  <a:lnTo>
                    <a:pt x="5865424" y="615632"/>
                  </a:lnTo>
                  <a:lnTo>
                    <a:pt x="5865424" y="594438"/>
                  </a:lnTo>
                  <a:lnTo>
                    <a:pt x="5946888" y="594438"/>
                  </a:lnTo>
                  <a:lnTo>
                    <a:pt x="5946888" y="489198"/>
                  </a:lnTo>
                  <a:lnTo>
                    <a:pt x="6028352" y="489198"/>
                  </a:lnTo>
                  <a:lnTo>
                    <a:pt x="6028352" y="425515"/>
                  </a:lnTo>
                  <a:lnTo>
                    <a:pt x="6109816" y="425515"/>
                  </a:lnTo>
                  <a:lnTo>
                    <a:pt x="6109816" y="361418"/>
                  </a:lnTo>
                  <a:lnTo>
                    <a:pt x="6191281" y="361418"/>
                  </a:lnTo>
                  <a:lnTo>
                    <a:pt x="6191281" y="339874"/>
                  </a:lnTo>
                  <a:lnTo>
                    <a:pt x="6272745" y="339874"/>
                  </a:lnTo>
                  <a:lnTo>
                    <a:pt x="6272745" y="296958"/>
                  </a:lnTo>
                  <a:lnTo>
                    <a:pt x="6354209" y="296958"/>
                  </a:lnTo>
                  <a:lnTo>
                    <a:pt x="6354209" y="211872"/>
                  </a:lnTo>
                  <a:lnTo>
                    <a:pt x="6435673" y="211872"/>
                  </a:lnTo>
                  <a:lnTo>
                    <a:pt x="6435673" y="190579"/>
                  </a:lnTo>
                  <a:lnTo>
                    <a:pt x="6517138" y="190579"/>
                  </a:lnTo>
                  <a:lnTo>
                    <a:pt x="6517138" y="148177"/>
                  </a:lnTo>
                  <a:lnTo>
                    <a:pt x="6598602" y="148177"/>
                  </a:lnTo>
                  <a:lnTo>
                    <a:pt x="6598602" y="105857"/>
                  </a:lnTo>
                  <a:lnTo>
                    <a:pt x="6680066" y="105857"/>
                  </a:lnTo>
                  <a:lnTo>
                    <a:pt x="6680066" y="84629"/>
                  </a:lnTo>
                  <a:lnTo>
                    <a:pt x="6761530" y="84629"/>
                  </a:lnTo>
                  <a:lnTo>
                    <a:pt x="6761530" y="63394"/>
                  </a:lnTo>
                  <a:lnTo>
                    <a:pt x="6842994" y="63394"/>
                  </a:lnTo>
                  <a:lnTo>
                    <a:pt x="6842994" y="42234"/>
                  </a:lnTo>
                  <a:lnTo>
                    <a:pt x="6924459" y="42234"/>
                  </a:lnTo>
                  <a:lnTo>
                    <a:pt x="6924459" y="21121"/>
                  </a:lnTo>
                  <a:lnTo>
                    <a:pt x="7005923" y="21121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70048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860589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02069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9855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910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02763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06423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1.45 (95% CI 0.93-2.28), p = 0.103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10695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2026-07-06T08:59:43Z</dcterms:modified>
  <cp:category/>
</cp:coreProperties>
</file>