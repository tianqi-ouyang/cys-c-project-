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87106" y="3250627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87106" y="2951293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87106" y="265195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87106" y="235262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0501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1506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25121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3517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45225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87106" y="3400294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87106" y="280162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87106" y="250229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87106" y="220295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6004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70095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8014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39019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235312" y="2143092"/>
              <a:ext cx="6964104" cy="1255963"/>
            </a:xfrm>
            <a:custGeom>
              <a:avLst/>
              <a:pathLst>
                <a:path w="6964104" h="1255963">
                  <a:moveTo>
                    <a:pt x="2046076" y="0"/>
                  </a:moveTo>
                  <a:lnTo>
                    <a:pt x="2110334" y="109149"/>
                  </a:lnTo>
                  <a:lnTo>
                    <a:pt x="2180679" y="217372"/>
                  </a:lnTo>
                  <a:lnTo>
                    <a:pt x="2251023" y="315393"/>
                  </a:lnTo>
                  <a:lnTo>
                    <a:pt x="2321368" y="404174"/>
                  </a:lnTo>
                  <a:lnTo>
                    <a:pt x="2391712" y="484586"/>
                  </a:lnTo>
                  <a:lnTo>
                    <a:pt x="2462057" y="557418"/>
                  </a:lnTo>
                  <a:lnTo>
                    <a:pt x="2532401" y="623384"/>
                  </a:lnTo>
                  <a:lnTo>
                    <a:pt x="2602746" y="683132"/>
                  </a:lnTo>
                  <a:lnTo>
                    <a:pt x="2673090" y="737248"/>
                  </a:lnTo>
                  <a:lnTo>
                    <a:pt x="2743435" y="786262"/>
                  </a:lnTo>
                  <a:lnTo>
                    <a:pt x="2813779" y="830656"/>
                  </a:lnTo>
                  <a:lnTo>
                    <a:pt x="2884124" y="870865"/>
                  </a:lnTo>
                  <a:lnTo>
                    <a:pt x="2954468" y="907284"/>
                  </a:lnTo>
                  <a:lnTo>
                    <a:pt x="3024813" y="940269"/>
                  </a:lnTo>
                  <a:lnTo>
                    <a:pt x="3095157" y="961288"/>
                  </a:lnTo>
                  <a:lnTo>
                    <a:pt x="3165502" y="969220"/>
                  </a:lnTo>
                  <a:lnTo>
                    <a:pt x="3235846" y="976939"/>
                  </a:lnTo>
                  <a:lnTo>
                    <a:pt x="3306191" y="984451"/>
                  </a:lnTo>
                  <a:lnTo>
                    <a:pt x="3376535" y="991762"/>
                  </a:lnTo>
                  <a:lnTo>
                    <a:pt x="3446880" y="998877"/>
                  </a:lnTo>
                  <a:lnTo>
                    <a:pt x="3517224" y="1005801"/>
                  </a:lnTo>
                  <a:lnTo>
                    <a:pt x="3587569" y="1012539"/>
                  </a:lnTo>
                  <a:lnTo>
                    <a:pt x="3657913" y="1019097"/>
                  </a:lnTo>
                  <a:lnTo>
                    <a:pt x="3728257" y="1025479"/>
                  </a:lnTo>
                  <a:lnTo>
                    <a:pt x="3798602" y="1031690"/>
                  </a:lnTo>
                  <a:lnTo>
                    <a:pt x="3868946" y="1037735"/>
                  </a:lnTo>
                  <a:lnTo>
                    <a:pt x="3939291" y="1043617"/>
                  </a:lnTo>
                  <a:lnTo>
                    <a:pt x="4009635" y="1049342"/>
                  </a:lnTo>
                  <a:lnTo>
                    <a:pt x="4079980" y="1054914"/>
                  </a:lnTo>
                  <a:lnTo>
                    <a:pt x="4150324" y="1060336"/>
                  </a:lnTo>
                  <a:lnTo>
                    <a:pt x="4220669" y="1065613"/>
                  </a:lnTo>
                  <a:lnTo>
                    <a:pt x="4291013" y="1070748"/>
                  </a:lnTo>
                  <a:lnTo>
                    <a:pt x="4361358" y="1075746"/>
                  </a:lnTo>
                  <a:lnTo>
                    <a:pt x="4431702" y="1080609"/>
                  </a:lnTo>
                  <a:lnTo>
                    <a:pt x="4502047" y="1085343"/>
                  </a:lnTo>
                  <a:lnTo>
                    <a:pt x="4572391" y="1089949"/>
                  </a:lnTo>
                  <a:lnTo>
                    <a:pt x="4642736" y="1094432"/>
                  </a:lnTo>
                  <a:lnTo>
                    <a:pt x="4713080" y="1098795"/>
                  </a:lnTo>
                  <a:lnTo>
                    <a:pt x="4783425" y="1103041"/>
                  </a:lnTo>
                  <a:lnTo>
                    <a:pt x="4853769" y="1107173"/>
                  </a:lnTo>
                  <a:lnTo>
                    <a:pt x="4924114" y="1111194"/>
                  </a:lnTo>
                  <a:lnTo>
                    <a:pt x="4994458" y="1115108"/>
                  </a:lnTo>
                  <a:lnTo>
                    <a:pt x="5064803" y="1118916"/>
                  </a:lnTo>
                  <a:lnTo>
                    <a:pt x="5135147" y="1122623"/>
                  </a:lnTo>
                  <a:lnTo>
                    <a:pt x="5205492" y="1126230"/>
                  </a:lnTo>
                  <a:lnTo>
                    <a:pt x="5275836" y="1129741"/>
                  </a:lnTo>
                  <a:lnTo>
                    <a:pt x="5346181" y="1133157"/>
                  </a:lnTo>
                  <a:lnTo>
                    <a:pt x="5416525" y="1136482"/>
                  </a:lnTo>
                  <a:lnTo>
                    <a:pt x="5486870" y="1139718"/>
                  </a:lnTo>
                  <a:lnTo>
                    <a:pt x="5557214" y="1142867"/>
                  </a:lnTo>
                  <a:lnTo>
                    <a:pt x="5627559" y="1145931"/>
                  </a:lnTo>
                  <a:lnTo>
                    <a:pt x="5697903" y="1148914"/>
                  </a:lnTo>
                  <a:lnTo>
                    <a:pt x="5768248" y="1151816"/>
                  </a:lnTo>
                  <a:lnTo>
                    <a:pt x="5838592" y="1154641"/>
                  </a:lnTo>
                  <a:lnTo>
                    <a:pt x="5908937" y="1157390"/>
                  </a:lnTo>
                  <a:lnTo>
                    <a:pt x="5979281" y="1160066"/>
                  </a:lnTo>
                  <a:lnTo>
                    <a:pt x="6049626" y="1162669"/>
                  </a:lnTo>
                  <a:lnTo>
                    <a:pt x="6119970" y="1165203"/>
                  </a:lnTo>
                  <a:lnTo>
                    <a:pt x="6190315" y="1167669"/>
                  </a:lnTo>
                  <a:lnTo>
                    <a:pt x="6260659" y="1170069"/>
                  </a:lnTo>
                  <a:lnTo>
                    <a:pt x="6331004" y="1172404"/>
                  </a:lnTo>
                  <a:lnTo>
                    <a:pt x="6401348" y="1174677"/>
                  </a:lnTo>
                  <a:lnTo>
                    <a:pt x="6471693" y="1176889"/>
                  </a:lnTo>
                  <a:lnTo>
                    <a:pt x="6542037" y="1179042"/>
                  </a:lnTo>
                  <a:lnTo>
                    <a:pt x="6612382" y="1181137"/>
                  </a:lnTo>
                  <a:lnTo>
                    <a:pt x="6682726" y="1183176"/>
                  </a:lnTo>
                  <a:lnTo>
                    <a:pt x="6753071" y="1185160"/>
                  </a:lnTo>
                  <a:lnTo>
                    <a:pt x="6823415" y="1187091"/>
                  </a:lnTo>
                  <a:lnTo>
                    <a:pt x="6893760" y="1188970"/>
                  </a:lnTo>
                  <a:lnTo>
                    <a:pt x="6964104" y="1190799"/>
                  </a:lnTo>
                  <a:lnTo>
                    <a:pt x="6964104" y="1255963"/>
                  </a:lnTo>
                  <a:lnTo>
                    <a:pt x="6893760" y="1255834"/>
                  </a:lnTo>
                  <a:lnTo>
                    <a:pt x="6823415" y="1255692"/>
                  </a:lnTo>
                  <a:lnTo>
                    <a:pt x="6753071" y="1255535"/>
                  </a:lnTo>
                  <a:lnTo>
                    <a:pt x="6682726" y="1255361"/>
                  </a:lnTo>
                  <a:lnTo>
                    <a:pt x="6612382" y="1255170"/>
                  </a:lnTo>
                  <a:lnTo>
                    <a:pt x="6542037" y="1254958"/>
                  </a:lnTo>
                  <a:lnTo>
                    <a:pt x="6471693" y="1254724"/>
                  </a:lnTo>
                  <a:lnTo>
                    <a:pt x="6401348" y="1254467"/>
                  </a:lnTo>
                  <a:lnTo>
                    <a:pt x="6331004" y="1254182"/>
                  </a:lnTo>
                  <a:lnTo>
                    <a:pt x="6260659" y="1253868"/>
                  </a:lnTo>
                  <a:lnTo>
                    <a:pt x="6190315" y="1253521"/>
                  </a:lnTo>
                  <a:lnTo>
                    <a:pt x="6119970" y="1253138"/>
                  </a:lnTo>
                  <a:lnTo>
                    <a:pt x="6049626" y="1252715"/>
                  </a:lnTo>
                  <a:lnTo>
                    <a:pt x="5979281" y="1252248"/>
                  </a:lnTo>
                  <a:lnTo>
                    <a:pt x="5908937" y="1251732"/>
                  </a:lnTo>
                  <a:lnTo>
                    <a:pt x="5838592" y="1251163"/>
                  </a:lnTo>
                  <a:lnTo>
                    <a:pt x="5768248" y="1250534"/>
                  </a:lnTo>
                  <a:lnTo>
                    <a:pt x="5697903" y="1249840"/>
                  </a:lnTo>
                  <a:lnTo>
                    <a:pt x="5627559" y="1249074"/>
                  </a:lnTo>
                  <a:lnTo>
                    <a:pt x="5557214" y="1248228"/>
                  </a:lnTo>
                  <a:lnTo>
                    <a:pt x="5486870" y="1247294"/>
                  </a:lnTo>
                  <a:lnTo>
                    <a:pt x="5416525" y="1246263"/>
                  </a:lnTo>
                  <a:lnTo>
                    <a:pt x="5346181" y="1245124"/>
                  </a:lnTo>
                  <a:lnTo>
                    <a:pt x="5275836" y="1243867"/>
                  </a:lnTo>
                  <a:lnTo>
                    <a:pt x="5205492" y="1242479"/>
                  </a:lnTo>
                  <a:lnTo>
                    <a:pt x="5135147" y="1240947"/>
                  </a:lnTo>
                  <a:lnTo>
                    <a:pt x="5064803" y="1239255"/>
                  </a:lnTo>
                  <a:lnTo>
                    <a:pt x="4994458" y="1237388"/>
                  </a:lnTo>
                  <a:lnTo>
                    <a:pt x="4924114" y="1235325"/>
                  </a:lnTo>
                  <a:lnTo>
                    <a:pt x="4853769" y="1233049"/>
                  </a:lnTo>
                  <a:lnTo>
                    <a:pt x="4783425" y="1230535"/>
                  </a:lnTo>
                  <a:lnTo>
                    <a:pt x="4713080" y="1227759"/>
                  </a:lnTo>
                  <a:lnTo>
                    <a:pt x="4642736" y="1224695"/>
                  </a:lnTo>
                  <a:lnTo>
                    <a:pt x="4572391" y="1221312"/>
                  </a:lnTo>
                  <a:lnTo>
                    <a:pt x="4502047" y="1217576"/>
                  </a:lnTo>
                  <a:lnTo>
                    <a:pt x="4431702" y="1213452"/>
                  </a:lnTo>
                  <a:lnTo>
                    <a:pt x="4361358" y="1208899"/>
                  </a:lnTo>
                  <a:lnTo>
                    <a:pt x="4291013" y="1203872"/>
                  </a:lnTo>
                  <a:lnTo>
                    <a:pt x="4220669" y="1198321"/>
                  </a:lnTo>
                  <a:lnTo>
                    <a:pt x="4150324" y="1192193"/>
                  </a:lnTo>
                  <a:lnTo>
                    <a:pt x="4079980" y="1185427"/>
                  </a:lnTo>
                  <a:lnTo>
                    <a:pt x="4009635" y="1177957"/>
                  </a:lnTo>
                  <a:lnTo>
                    <a:pt x="3939291" y="1169709"/>
                  </a:lnTo>
                  <a:lnTo>
                    <a:pt x="3868946" y="1160603"/>
                  </a:lnTo>
                  <a:lnTo>
                    <a:pt x="3798602" y="1150549"/>
                  </a:lnTo>
                  <a:lnTo>
                    <a:pt x="3728257" y="1139449"/>
                  </a:lnTo>
                  <a:lnTo>
                    <a:pt x="3657913" y="1127194"/>
                  </a:lnTo>
                  <a:lnTo>
                    <a:pt x="3587569" y="1113663"/>
                  </a:lnTo>
                  <a:lnTo>
                    <a:pt x="3517224" y="1098724"/>
                  </a:lnTo>
                  <a:lnTo>
                    <a:pt x="3446880" y="1082230"/>
                  </a:lnTo>
                  <a:lnTo>
                    <a:pt x="3376535" y="1064019"/>
                  </a:lnTo>
                  <a:lnTo>
                    <a:pt x="3306191" y="1043913"/>
                  </a:lnTo>
                  <a:lnTo>
                    <a:pt x="3235846" y="1021714"/>
                  </a:lnTo>
                  <a:lnTo>
                    <a:pt x="3165502" y="997205"/>
                  </a:lnTo>
                  <a:lnTo>
                    <a:pt x="3095157" y="970146"/>
                  </a:lnTo>
                  <a:lnTo>
                    <a:pt x="3024813" y="953138"/>
                  </a:lnTo>
                  <a:lnTo>
                    <a:pt x="2954468" y="944764"/>
                  </a:lnTo>
                  <a:lnTo>
                    <a:pt x="2884124" y="936159"/>
                  </a:lnTo>
                  <a:lnTo>
                    <a:pt x="2813779" y="927316"/>
                  </a:lnTo>
                  <a:lnTo>
                    <a:pt x="2743435" y="918231"/>
                  </a:lnTo>
                  <a:lnTo>
                    <a:pt x="2673090" y="908895"/>
                  </a:lnTo>
                  <a:lnTo>
                    <a:pt x="2602746" y="899302"/>
                  </a:lnTo>
                  <a:lnTo>
                    <a:pt x="2532401" y="889444"/>
                  </a:lnTo>
                  <a:lnTo>
                    <a:pt x="2462057" y="879316"/>
                  </a:lnTo>
                  <a:lnTo>
                    <a:pt x="2391712" y="868908"/>
                  </a:lnTo>
                  <a:lnTo>
                    <a:pt x="2321368" y="858214"/>
                  </a:lnTo>
                  <a:lnTo>
                    <a:pt x="2251023" y="847225"/>
                  </a:lnTo>
                  <a:lnTo>
                    <a:pt x="2180679" y="835933"/>
                  </a:lnTo>
                  <a:lnTo>
                    <a:pt x="2110334" y="824330"/>
                  </a:lnTo>
                  <a:lnTo>
                    <a:pt x="2039990" y="812408"/>
                  </a:lnTo>
                  <a:lnTo>
                    <a:pt x="1969645" y="800158"/>
                  </a:lnTo>
                  <a:lnTo>
                    <a:pt x="1899301" y="787570"/>
                  </a:lnTo>
                  <a:lnTo>
                    <a:pt x="1828956" y="774635"/>
                  </a:lnTo>
                  <a:lnTo>
                    <a:pt x="1758612" y="761344"/>
                  </a:lnTo>
                  <a:lnTo>
                    <a:pt x="1688267" y="747687"/>
                  </a:lnTo>
                  <a:lnTo>
                    <a:pt x="1617923" y="733654"/>
                  </a:lnTo>
                  <a:lnTo>
                    <a:pt x="1547578" y="719235"/>
                  </a:lnTo>
                  <a:lnTo>
                    <a:pt x="1477234" y="704418"/>
                  </a:lnTo>
                  <a:lnTo>
                    <a:pt x="1406889" y="689193"/>
                  </a:lnTo>
                  <a:lnTo>
                    <a:pt x="1336545" y="673549"/>
                  </a:lnTo>
                  <a:lnTo>
                    <a:pt x="1266200" y="657474"/>
                  </a:lnTo>
                  <a:lnTo>
                    <a:pt x="1195856" y="640957"/>
                  </a:lnTo>
                  <a:lnTo>
                    <a:pt x="1125511" y="623984"/>
                  </a:lnTo>
                  <a:lnTo>
                    <a:pt x="1055167" y="606544"/>
                  </a:lnTo>
                  <a:lnTo>
                    <a:pt x="984822" y="588623"/>
                  </a:lnTo>
                  <a:lnTo>
                    <a:pt x="914478" y="570209"/>
                  </a:lnTo>
                  <a:lnTo>
                    <a:pt x="844133" y="551288"/>
                  </a:lnTo>
                  <a:lnTo>
                    <a:pt x="773789" y="531846"/>
                  </a:lnTo>
                  <a:lnTo>
                    <a:pt x="703444" y="511868"/>
                  </a:lnTo>
                  <a:lnTo>
                    <a:pt x="633100" y="491340"/>
                  </a:lnTo>
                  <a:lnTo>
                    <a:pt x="562755" y="470247"/>
                  </a:lnTo>
                  <a:lnTo>
                    <a:pt x="492411" y="448573"/>
                  </a:lnTo>
                  <a:lnTo>
                    <a:pt x="422066" y="426301"/>
                  </a:lnTo>
                  <a:lnTo>
                    <a:pt x="351722" y="403417"/>
                  </a:lnTo>
                  <a:lnTo>
                    <a:pt x="281377" y="379902"/>
                  </a:lnTo>
                  <a:lnTo>
                    <a:pt x="211033" y="355739"/>
                  </a:lnTo>
                  <a:lnTo>
                    <a:pt x="140688" y="330911"/>
                  </a:lnTo>
                  <a:lnTo>
                    <a:pt x="70344" y="305399"/>
                  </a:lnTo>
                  <a:lnTo>
                    <a:pt x="0" y="2791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81388" y="2143092"/>
              <a:ext cx="4918028" cy="1190799"/>
            </a:xfrm>
            <a:custGeom>
              <a:avLst/>
              <a:pathLst>
                <a:path w="4918028" h="1190799">
                  <a:moveTo>
                    <a:pt x="0" y="0"/>
                  </a:moveTo>
                  <a:lnTo>
                    <a:pt x="64258" y="109149"/>
                  </a:lnTo>
                  <a:lnTo>
                    <a:pt x="134603" y="217372"/>
                  </a:lnTo>
                  <a:lnTo>
                    <a:pt x="204947" y="315393"/>
                  </a:lnTo>
                  <a:lnTo>
                    <a:pt x="275291" y="404174"/>
                  </a:lnTo>
                  <a:lnTo>
                    <a:pt x="345636" y="484586"/>
                  </a:lnTo>
                  <a:lnTo>
                    <a:pt x="415980" y="557418"/>
                  </a:lnTo>
                  <a:lnTo>
                    <a:pt x="486325" y="623384"/>
                  </a:lnTo>
                  <a:lnTo>
                    <a:pt x="556669" y="683132"/>
                  </a:lnTo>
                  <a:lnTo>
                    <a:pt x="627014" y="737248"/>
                  </a:lnTo>
                  <a:lnTo>
                    <a:pt x="697358" y="786262"/>
                  </a:lnTo>
                  <a:lnTo>
                    <a:pt x="767703" y="830656"/>
                  </a:lnTo>
                  <a:lnTo>
                    <a:pt x="838047" y="870865"/>
                  </a:lnTo>
                  <a:lnTo>
                    <a:pt x="908392" y="907284"/>
                  </a:lnTo>
                  <a:lnTo>
                    <a:pt x="978736" y="940269"/>
                  </a:lnTo>
                  <a:lnTo>
                    <a:pt x="1049081" y="961288"/>
                  </a:lnTo>
                  <a:lnTo>
                    <a:pt x="1119425" y="969220"/>
                  </a:lnTo>
                  <a:lnTo>
                    <a:pt x="1189770" y="976939"/>
                  </a:lnTo>
                  <a:lnTo>
                    <a:pt x="1260114" y="984451"/>
                  </a:lnTo>
                  <a:lnTo>
                    <a:pt x="1330459" y="991762"/>
                  </a:lnTo>
                  <a:lnTo>
                    <a:pt x="1400803" y="998877"/>
                  </a:lnTo>
                  <a:lnTo>
                    <a:pt x="1471148" y="1005801"/>
                  </a:lnTo>
                  <a:lnTo>
                    <a:pt x="1541492" y="1012539"/>
                  </a:lnTo>
                  <a:lnTo>
                    <a:pt x="1611837" y="1019097"/>
                  </a:lnTo>
                  <a:lnTo>
                    <a:pt x="1682181" y="1025479"/>
                  </a:lnTo>
                  <a:lnTo>
                    <a:pt x="1752526" y="1031690"/>
                  </a:lnTo>
                  <a:lnTo>
                    <a:pt x="1822870" y="1037735"/>
                  </a:lnTo>
                  <a:lnTo>
                    <a:pt x="1893215" y="1043617"/>
                  </a:lnTo>
                  <a:lnTo>
                    <a:pt x="1963559" y="1049342"/>
                  </a:lnTo>
                  <a:lnTo>
                    <a:pt x="2033904" y="1054914"/>
                  </a:lnTo>
                  <a:lnTo>
                    <a:pt x="2104248" y="1060336"/>
                  </a:lnTo>
                  <a:lnTo>
                    <a:pt x="2174593" y="1065613"/>
                  </a:lnTo>
                  <a:lnTo>
                    <a:pt x="2244937" y="1070748"/>
                  </a:lnTo>
                  <a:lnTo>
                    <a:pt x="2315282" y="1075746"/>
                  </a:lnTo>
                  <a:lnTo>
                    <a:pt x="2385626" y="1080609"/>
                  </a:lnTo>
                  <a:lnTo>
                    <a:pt x="2455971" y="1085343"/>
                  </a:lnTo>
                  <a:lnTo>
                    <a:pt x="2526315" y="1089949"/>
                  </a:lnTo>
                  <a:lnTo>
                    <a:pt x="2596660" y="1094432"/>
                  </a:lnTo>
                  <a:lnTo>
                    <a:pt x="2667004" y="1098795"/>
                  </a:lnTo>
                  <a:lnTo>
                    <a:pt x="2737349" y="1103041"/>
                  </a:lnTo>
                  <a:lnTo>
                    <a:pt x="2807693" y="1107173"/>
                  </a:lnTo>
                  <a:lnTo>
                    <a:pt x="2878038" y="1111194"/>
                  </a:lnTo>
                  <a:lnTo>
                    <a:pt x="2948382" y="1115108"/>
                  </a:lnTo>
                  <a:lnTo>
                    <a:pt x="3018727" y="1118916"/>
                  </a:lnTo>
                  <a:lnTo>
                    <a:pt x="3089071" y="1122623"/>
                  </a:lnTo>
                  <a:lnTo>
                    <a:pt x="3159416" y="1126230"/>
                  </a:lnTo>
                  <a:lnTo>
                    <a:pt x="3229760" y="1129741"/>
                  </a:lnTo>
                  <a:lnTo>
                    <a:pt x="3300105" y="1133157"/>
                  </a:lnTo>
                  <a:lnTo>
                    <a:pt x="3370449" y="1136482"/>
                  </a:lnTo>
                  <a:lnTo>
                    <a:pt x="3440794" y="1139718"/>
                  </a:lnTo>
                  <a:lnTo>
                    <a:pt x="3511138" y="1142867"/>
                  </a:lnTo>
                  <a:lnTo>
                    <a:pt x="3581483" y="1145931"/>
                  </a:lnTo>
                  <a:lnTo>
                    <a:pt x="3651827" y="1148914"/>
                  </a:lnTo>
                  <a:lnTo>
                    <a:pt x="3722172" y="1151816"/>
                  </a:lnTo>
                  <a:lnTo>
                    <a:pt x="3792516" y="1154641"/>
                  </a:lnTo>
                  <a:lnTo>
                    <a:pt x="3862861" y="1157390"/>
                  </a:lnTo>
                  <a:lnTo>
                    <a:pt x="3933205" y="1160066"/>
                  </a:lnTo>
                  <a:lnTo>
                    <a:pt x="4003549" y="1162669"/>
                  </a:lnTo>
                  <a:lnTo>
                    <a:pt x="4073894" y="1165203"/>
                  </a:lnTo>
                  <a:lnTo>
                    <a:pt x="4144238" y="1167669"/>
                  </a:lnTo>
                  <a:lnTo>
                    <a:pt x="4214583" y="1170069"/>
                  </a:lnTo>
                  <a:lnTo>
                    <a:pt x="4284927" y="1172404"/>
                  </a:lnTo>
                  <a:lnTo>
                    <a:pt x="4355272" y="1174677"/>
                  </a:lnTo>
                  <a:lnTo>
                    <a:pt x="4425616" y="1176889"/>
                  </a:lnTo>
                  <a:lnTo>
                    <a:pt x="4495961" y="1179042"/>
                  </a:lnTo>
                  <a:lnTo>
                    <a:pt x="4566305" y="1181137"/>
                  </a:lnTo>
                  <a:lnTo>
                    <a:pt x="4636650" y="1183176"/>
                  </a:lnTo>
                  <a:lnTo>
                    <a:pt x="4706994" y="1185160"/>
                  </a:lnTo>
                  <a:lnTo>
                    <a:pt x="4777339" y="1187091"/>
                  </a:lnTo>
                  <a:lnTo>
                    <a:pt x="4847683" y="1188970"/>
                  </a:lnTo>
                  <a:lnTo>
                    <a:pt x="4918028" y="11907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5312" y="2422277"/>
              <a:ext cx="6964104" cy="976778"/>
            </a:xfrm>
            <a:custGeom>
              <a:avLst/>
              <a:pathLst>
                <a:path w="6964104" h="976778">
                  <a:moveTo>
                    <a:pt x="6964104" y="976778"/>
                  </a:moveTo>
                  <a:lnTo>
                    <a:pt x="6893760" y="976649"/>
                  </a:lnTo>
                  <a:lnTo>
                    <a:pt x="6823415" y="976507"/>
                  </a:lnTo>
                  <a:lnTo>
                    <a:pt x="6753071" y="976350"/>
                  </a:lnTo>
                  <a:lnTo>
                    <a:pt x="6682726" y="976176"/>
                  </a:lnTo>
                  <a:lnTo>
                    <a:pt x="6612382" y="975984"/>
                  </a:lnTo>
                  <a:lnTo>
                    <a:pt x="6542037" y="975773"/>
                  </a:lnTo>
                  <a:lnTo>
                    <a:pt x="6471693" y="975539"/>
                  </a:lnTo>
                  <a:lnTo>
                    <a:pt x="6401348" y="975282"/>
                  </a:lnTo>
                  <a:lnTo>
                    <a:pt x="6331004" y="974997"/>
                  </a:lnTo>
                  <a:lnTo>
                    <a:pt x="6260659" y="974683"/>
                  </a:lnTo>
                  <a:lnTo>
                    <a:pt x="6190315" y="974336"/>
                  </a:lnTo>
                  <a:lnTo>
                    <a:pt x="6119970" y="973953"/>
                  </a:lnTo>
                  <a:lnTo>
                    <a:pt x="6049626" y="973530"/>
                  </a:lnTo>
                  <a:lnTo>
                    <a:pt x="5979281" y="973062"/>
                  </a:lnTo>
                  <a:lnTo>
                    <a:pt x="5908937" y="972547"/>
                  </a:lnTo>
                  <a:lnTo>
                    <a:pt x="5838592" y="971978"/>
                  </a:lnTo>
                  <a:lnTo>
                    <a:pt x="5768248" y="971349"/>
                  </a:lnTo>
                  <a:lnTo>
                    <a:pt x="5697903" y="970655"/>
                  </a:lnTo>
                  <a:lnTo>
                    <a:pt x="5627559" y="969889"/>
                  </a:lnTo>
                  <a:lnTo>
                    <a:pt x="5557214" y="969043"/>
                  </a:lnTo>
                  <a:lnTo>
                    <a:pt x="5486870" y="968109"/>
                  </a:lnTo>
                  <a:lnTo>
                    <a:pt x="5416525" y="967078"/>
                  </a:lnTo>
                  <a:lnTo>
                    <a:pt x="5346181" y="965939"/>
                  </a:lnTo>
                  <a:lnTo>
                    <a:pt x="5275836" y="964682"/>
                  </a:lnTo>
                  <a:lnTo>
                    <a:pt x="5205492" y="963294"/>
                  </a:lnTo>
                  <a:lnTo>
                    <a:pt x="5135147" y="961762"/>
                  </a:lnTo>
                  <a:lnTo>
                    <a:pt x="5064803" y="960070"/>
                  </a:lnTo>
                  <a:lnTo>
                    <a:pt x="4994458" y="958203"/>
                  </a:lnTo>
                  <a:lnTo>
                    <a:pt x="4924114" y="956140"/>
                  </a:lnTo>
                  <a:lnTo>
                    <a:pt x="4853769" y="953864"/>
                  </a:lnTo>
                  <a:lnTo>
                    <a:pt x="4783425" y="951350"/>
                  </a:lnTo>
                  <a:lnTo>
                    <a:pt x="4713080" y="948574"/>
                  </a:lnTo>
                  <a:lnTo>
                    <a:pt x="4642736" y="945510"/>
                  </a:lnTo>
                  <a:lnTo>
                    <a:pt x="4572391" y="942127"/>
                  </a:lnTo>
                  <a:lnTo>
                    <a:pt x="4502047" y="938391"/>
                  </a:lnTo>
                  <a:lnTo>
                    <a:pt x="4431702" y="934267"/>
                  </a:lnTo>
                  <a:lnTo>
                    <a:pt x="4361358" y="929714"/>
                  </a:lnTo>
                  <a:lnTo>
                    <a:pt x="4291013" y="924687"/>
                  </a:lnTo>
                  <a:lnTo>
                    <a:pt x="4220669" y="919136"/>
                  </a:lnTo>
                  <a:lnTo>
                    <a:pt x="4150324" y="913008"/>
                  </a:lnTo>
                  <a:lnTo>
                    <a:pt x="4079980" y="906242"/>
                  </a:lnTo>
                  <a:lnTo>
                    <a:pt x="4009635" y="898772"/>
                  </a:lnTo>
                  <a:lnTo>
                    <a:pt x="3939291" y="890524"/>
                  </a:lnTo>
                  <a:lnTo>
                    <a:pt x="3868946" y="881418"/>
                  </a:lnTo>
                  <a:lnTo>
                    <a:pt x="3798602" y="871364"/>
                  </a:lnTo>
                  <a:lnTo>
                    <a:pt x="3728257" y="860264"/>
                  </a:lnTo>
                  <a:lnTo>
                    <a:pt x="3657913" y="848009"/>
                  </a:lnTo>
                  <a:lnTo>
                    <a:pt x="3587569" y="834478"/>
                  </a:lnTo>
                  <a:lnTo>
                    <a:pt x="3517224" y="819539"/>
                  </a:lnTo>
                  <a:lnTo>
                    <a:pt x="3446880" y="803045"/>
                  </a:lnTo>
                  <a:lnTo>
                    <a:pt x="3376535" y="784834"/>
                  </a:lnTo>
                  <a:lnTo>
                    <a:pt x="3306191" y="764728"/>
                  </a:lnTo>
                  <a:lnTo>
                    <a:pt x="3235846" y="742529"/>
                  </a:lnTo>
                  <a:lnTo>
                    <a:pt x="3165502" y="718020"/>
                  </a:lnTo>
                  <a:lnTo>
                    <a:pt x="3095157" y="690961"/>
                  </a:lnTo>
                  <a:lnTo>
                    <a:pt x="3024813" y="673953"/>
                  </a:lnTo>
                  <a:lnTo>
                    <a:pt x="2954468" y="665579"/>
                  </a:lnTo>
                  <a:lnTo>
                    <a:pt x="2884124" y="656974"/>
                  </a:lnTo>
                  <a:lnTo>
                    <a:pt x="2813779" y="648131"/>
                  </a:lnTo>
                  <a:lnTo>
                    <a:pt x="2743435" y="639046"/>
                  </a:lnTo>
                  <a:lnTo>
                    <a:pt x="2673090" y="629710"/>
                  </a:lnTo>
                  <a:lnTo>
                    <a:pt x="2602746" y="620117"/>
                  </a:lnTo>
                  <a:lnTo>
                    <a:pt x="2532401" y="610259"/>
                  </a:lnTo>
                  <a:lnTo>
                    <a:pt x="2462057" y="600131"/>
                  </a:lnTo>
                  <a:lnTo>
                    <a:pt x="2391712" y="589723"/>
                  </a:lnTo>
                  <a:lnTo>
                    <a:pt x="2321368" y="579029"/>
                  </a:lnTo>
                  <a:lnTo>
                    <a:pt x="2251023" y="568040"/>
                  </a:lnTo>
                  <a:lnTo>
                    <a:pt x="2180679" y="556748"/>
                  </a:lnTo>
                  <a:lnTo>
                    <a:pt x="2110334" y="545145"/>
                  </a:lnTo>
                  <a:lnTo>
                    <a:pt x="2039990" y="533223"/>
                  </a:lnTo>
                  <a:lnTo>
                    <a:pt x="1969645" y="520973"/>
                  </a:lnTo>
                  <a:lnTo>
                    <a:pt x="1899301" y="508385"/>
                  </a:lnTo>
                  <a:lnTo>
                    <a:pt x="1828956" y="495450"/>
                  </a:lnTo>
                  <a:lnTo>
                    <a:pt x="1758612" y="482159"/>
                  </a:lnTo>
                  <a:lnTo>
                    <a:pt x="1688267" y="468502"/>
                  </a:lnTo>
                  <a:lnTo>
                    <a:pt x="1617923" y="454469"/>
                  </a:lnTo>
                  <a:lnTo>
                    <a:pt x="1547578" y="440050"/>
                  </a:lnTo>
                  <a:lnTo>
                    <a:pt x="1477234" y="425233"/>
                  </a:lnTo>
                  <a:lnTo>
                    <a:pt x="1406889" y="410008"/>
                  </a:lnTo>
                  <a:lnTo>
                    <a:pt x="1336545" y="394364"/>
                  </a:lnTo>
                  <a:lnTo>
                    <a:pt x="1266200" y="378289"/>
                  </a:lnTo>
                  <a:lnTo>
                    <a:pt x="1195856" y="361772"/>
                  </a:lnTo>
                  <a:lnTo>
                    <a:pt x="1125511" y="344799"/>
                  </a:lnTo>
                  <a:lnTo>
                    <a:pt x="1055167" y="327359"/>
                  </a:lnTo>
                  <a:lnTo>
                    <a:pt x="984822" y="309438"/>
                  </a:lnTo>
                  <a:lnTo>
                    <a:pt x="914478" y="291024"/>
                  </a:lnTo>
                  <a:lnTo>
                    <a:pt x="844133" y="272103"/>
                  </a:lnTo>
                  <a:lnTo>
                    <a:pt x="773789" y="252661"/>
                  </a:lnTo>
                  <a:lnTo>
                    <a:pt x="703444" y="232683"/>
                  </a:lnTo>
                  <a:lnTo>
                    <a:pt x="633100" y="212155"/>
                  </a:lnTo>
                  <a:lnTo>
                    <a:pt x="562755" y="191062"/>
                  </a:lnTo>
                  <a:lnTo>
                    <a:pt x="492411" y="169388"/>
                  </a:lnTo>
                  <a:lnTo>
                    <a:pt x="422066" y="147116"/>
                  </a:lnTo>
                  <a:lnTo>
                    <a:pt x="351722" y="124232"/>
                  </a:lnTo>
                  <a:lnTo>
                    <a:pt x="281377" y="100717"/>
                  </a:lnTo>
                  <a:lnTo>
                    <a:pt x="211033" y="76554"/>
                  </a:lnTo>
                  <a:lnTo>
                    <a:pt x="140688" y="51726"/>
                  </a:lnTo>
                  <a:lnTo>
                    <a:pt x="70344" y="262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0923" y="2143092"/>
              <a:ext cx="5498493" cy="1248132"/>
            </a:xfrm>
            <a:custGeom>
              <a:avLst/>
              <a:pathLst>
                <a:path w="5498493" h="1248132">
                  <a:moveTo>
                    <a:pt x="0" y="0"/>
                  </a:moveTo>
                  <a:lnTo>
                    <a:pt x="11623" y="13383"/>
                  </a:lnTo>
                  <a:lnTo>
                    <a:pt x="81967" y="89432"/>
                  </a:lnTo>
                  <a:lnTo>
                    <a:pt x="152312" y="160830"/>
                  </a:lnTo>
                  <a:lnTo>
                    <a:pt x="222656" y="227864"/>
                  </a:lnTo>
                  <a:lnTo>
                    <a:pt x="293001" y="290798"/>
                  </a:lnTo>
                  <a:lnTo>
                    <a:pt x="363345" y="349885"/>
                  </a:lnTo>
                  <a:lnTo>
                    <a:pt x="433690" y="405359"/>
                  </a:lnTo>
                  <a:lnTo>
                    <a:pt x="504034" y="457442"/>
                  </a:lnTo>
                  <a:lnTo>
                    <a:pt x="574379" y="506340"/>
                  </a:lnTo>
                  <a:lnTo>
                    <a:pt x="644723" y="552248"/>
                  </a:lnTo>
                  <a:lnTo>
                    <a:pt x="715068" y="595350"/>
                  </a:lnTo>
                  <a:lnTo>
                    <a:pt x="785412" y="635816"/>
                  </a:lnTo>
                  <a:lnTo>
                    <a:pt x="855757" y="673808"/>
                  </a:lnTo>
                  <a:lnTo>
                    <a:pt x="926101" y="709478"/>
                  </a:lnTo>
                  <a:lnTo>
                    <a:pt x="996446" y="742966"/>
                  </a:lnTo>
                  <a:lnTo>
                    <a:pt x="1066790" y="774407"/>
                  </a:lnTo>
                  <a:lnTo>
                    <a:pt x="1137134" y="803925"/>
                  </a:lnTo>
                  <a:lnTo>
                    <a:pt x="1207479" y="831639"/>
                  </a:lnTo>
                  <a:lnTo>
                    <a:pt x="1277823" y="857658"/>
                  </a:lnTo>
                  <a:lnTo>
                    <a:pt x="1348168" y="882087"/>
                  </a:lnTo>
                  <a:lnTo>
                    <a:pt x="1418512" y="905022"/>
                  </a:lnTo>
                  <a:lnTo>
                    <a:pt x="1488857" y="926554"/>
                  </a:lnTo>
                  <a:lnTo>
                    <a:pt x="1559201" y="946771"/>
                  </a:lnTo>
                  <a:lnTo>
                    <a:pt x="1629546" y="965751"/>
                  </a:lnTo>
                  <a:lnTo>
                    <a:pt x="1699890" y="983570"/>
                  </a:lnTo>
                  <a:lnTo>
                    <a:pt x="1770235" y="1000300"/>
                  </a:lnTo>
                  <a:lnTo>
                    <a:pt x="1840579" y="1016008"/>
                  </a:lnTo>
                  <a:lnTo>
                    <a:pt x="1910924" y="1030754"/>
                  </a:lnTo>
                  <a:lnTo>
                    <a:pt x="1981268" y="1044600"/>
                  </a:lnTo>
                  <a:lnTo>
                    <a:pt x="2051613" y="1057598"/>
                  </a:lnTo>
                  <a:lnTo>
                    <a:pt x="2121957" y="1069802"/>
                  </a:lnTo>
                  <a:lnTo>
                    <a:pt x="2192302" y="1081260"/>
                  </a:lnTo>
                  <a:lnTo>
                    <a:pt x="2262646" y="1092017"/>
                  </a:lnTo>
                  <a:lnTo>
                    <a:pt x="2332991" y="1102117"/>
                  </a:lnTo>
                  <a:lnTo>
                    <a:pt x="2403335" y="1111599"/>
                  </a:lnTo>
                  <a:lnTo>
                    <a:pt x="2473680" y="1120501"/>
                  </a:lnTo>
                  <a:lnTo>
                    <a:pt x="2544024" y="1128859"/>
                  </a:lnTo>
                  <a:lnTo>
                    <a:pt x="2614369" y="1136706"/>
                  </a:lnTo>
                  <a:lnTo>
                    <a:pt x="2684713" y="1144073"/>
                  </a:lnTo>
                  <a:lnTo>
                    <a:pt x="2755058" y="1150990"/>
                  </a:lnTo>
                  <a:lnTo>
                    <a:pt x="2825402" y="1157484"/>
                  </a:lnTo>
                  <a:lnTo>
                    <a:pt x="2895747" y="1163581"/>
                  </a:lnTo>
                  <a:lnTo>
                    <a:pt x="2966091" y="1169305"/>
                  </a:lnTo>
                  <a:lnTo>
                    <a:pt x="3036436" y="1174679"/>
                  </a:lnTo>
                  <a:lnTo>
                    <a:pt x="3106780" y="1179725"/>
                  </a:lnTo>
                  <a:lnTo>
                    <a:pt x="3177125" y="1184462"/>
                  </a:lnTo>
                  <a:lnTo>
                    <a:pt x="3247469" y="1188909"/>
                  </a:lnTo>
                  <a:lnTo>
                    <a:pt x="3317814" y="1193085"/>
                  </a:lnTo>
                  <a:lnTo>
                    <a:pt x="3388158" y="1197005"/>
                  </a:lnTo>
                  <a:lnTo>
                    <a:pt x="3458503" y="1200685"/>
                  </a:lnTo>
                  <a:lnTo>
                    <a:pt x="3528847" y="1204141"/>
                  </a:lnTo>
                  <a:lnTo>
                    <a:pt x="3599192" y="1207385"/>
                  </a:lnTo>
                  <a:lnTo>
                    <a:pt x="3669536" y="1210431"/>
                  </a:lnTo>
                  <a:lnTo>
                    <a:pt x="3739881" y="1213290"/>
                  </a:lnTo>
                  <a:lnTo>
                    <a:pt x="3810225" y="1215975"/>
                  </a:lnTo>
                  <a:lnTo>
                    <a:pt x="3880570" y="1218496"/>
                  </a:lnTo>
                  <a:lnTo>
                    <a:pt x="3950914" y="1220862"/>
                  </a:lnTo>
                  <a:lnTo>
                    <a:pt x="4021259" y="1223084"/>
                  </a:lnTo>
                  <a:lnTo>
                    <a:pt x="4091603" y="1225170"/>
                  </a:lnTo>
                  <a:lnTo>
                    <a:pt x="4161948" y="1227129"/>
                  </a:lnTo>
                  <a:lnTo>
                    <a:pt x="4232292" y="1228967"/>
                  </a:lnTo>
                  <a:lnTo>
                    <a:pt x="4302637" y="1230694"/>
                  </a:lnTo>
                  <a:lnTo>
                    <a:pt x="4372981" y="1232314"/>
                  </a:lnTo>
                  <a:lnTo>
                    <a:pt x="4443326" y="1233836"/>
                  </a:lnTo>
                  <a:lnTo>
                    <a:pt x="4513670" y="1235265"/>
                  </a:lnTo>
                  <a:lnTo>
                    <a:pt x="4584015" y="1236606"/>
                  </a:lnTo>
                  <a:lnTo>
                    <a:pt x="4654359" y="1237865"/>
                  </a:lnTo>
                  <a:lnTo>
                    <a:pt x="4724704" y="1239047"/>
                  </a:lnTo>
                  <a:lnTo>
                    <a:pt x="4795048" y="1240157"/>
                  </a:lnTo>
                  <a:lnTo>
                    <a:pt x="4865392" y="1241199"/>
                  </a:lnTo>
                  <a:lnTo>
                    <a:pt x="4935737" y="1242178"/>
                  </a:lnTo>
                  <a:lnTo>
                    <a:pt x="5006081" y="1243096"/>
                  </a:lnTo>
                  <a:lnTo>
                    <a:pt x="5076426" y="1243959"/>
                  </a:lnTo>
                  <a:lnTo>
                    <a:pt x="5146770" y="1244769"/>
                  </a:lnTo>
                  <a:lnTo>
                    <a:pt x="5217115" y="1245529"/>
                  </a:lnTo>
                  <a:lnTo>
                    <a:pt x="5287459" y="1246242"/>
                  </a:lnTo>
                  <a:lnTo>
                    <a:pt x="5357804" y="1246912"/>
                  </a:lnTo>
                  <a:lnTo>
                    <a:pt x="5428148" y="1247542"/>
                  </a:lnTo>
                  <a:lnTo>
                    <a:pt x="5498493" y="12481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0071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03710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0428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62297" y="336024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62297" y="30609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62297" y="27615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62297" y="246224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62297" y="21629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179256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889308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649057" y="352279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328020" y="352279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61815" y="3662467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38035" y="2751517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87106" y="1966152"/>
              <a:ext cx="70234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2.15 (1.39-3.33), p_Bonf = 0.003 (n = 6)  |  per IQR decline (Δ = 28.1 %): 8.61 (2.53-29.34)  |  IQR: [-30.1, -2.1] 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87106" y="1739378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(Sensitivity, Carboplatin AUC ≥ 3)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887106" y="5444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87106" y="5144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87106" y="4845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87106" y="454601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7750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83253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8755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54258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397608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5263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10766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96268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81771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87106" y="5593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87106" y="4995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87106" y="469568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87106" y="4396351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0501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26004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1506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7009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825121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8014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3517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39019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4522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1235312" y="4336484"/>
              <a:ext cx="6964104" cy="1255963"/>
            </a:xfrm>
            <a:custGeom>
              <a:avLst/>
              <a:pathLst>
                <a:path w="6964104" h="1255963">
                  <a:moveTo>
                    <a:pt x="2046076" y="0"/>
                  </a:moveTo>
                  <a:lnTo>
                    <a:pt x="2110334" y="109149"/>
                  </a:lnTo>
                  <a:lnTo>
                    <a:pt x="2180679" y="217372"/>
                  </a:lnTo>
                  <a:lnTo>
                    <a:pt x="2251023" y="315393"/>
                  </a:lnTo>
                  <a:lnTo>
                    <a:pt x="2321368" y="404174"/>
                  </a:lnTo>
                  <a:lnTo>
                    <a:pt x="2391712" y="484586"/>
                  </a:lnTo>
                  <a:lnTo>
                    <a:pt x="2462057" y="557418"/>
                  </a:lnTo>
                  <a:lnTo>
                    <a:pt x="2532401" y="623384"/>
                  </a:lnTo>
                  <a:lnTo>
                    <a:pt x="2602746" y="683132"/>
                  </a:lnTo>
                  <a:lnTo>
                    <a:pt x="2673090" y="737248"/>
                  </a:lnTo>
                  <a:lnTo>
                    <a:pt x="2743435" y="786262"/>
                  </a:lnTo>
                  <a:lnTo>
                    <a:pt x="2813779" y="830656"/>
                  </a:lnTo>
                  <a:lnTo>
                    <a:pt x="2884124" y="870865"/>
                  </a:lnTo>
                  <a:lnTo>
                    <a:pt x="2954468" y="907284"/>
                  </a:lnTo>
                  <a:lnTo>
                    <a:pt x="3024813" y="940269"/>
                  </a:lnTo>
                  <a:lnTo>
                    <a:pt x="3095157" y="961288"/>
                  </a:lnTo>
                  <a:lnTo>
                    <a:pt x="3165502" y="969220"/>
                  </a:lnTo>
                  <a:lnTo>
                    <a:pt x="3235846" y="976939"/>
                  </a:lnTo>
                  <a:lnTo>
                    <a:pt x="3306191" y="984451"/>
                  </a:lnTo>
                  <a:lnTo>
                    <a:pt x="3376535" y="991762"/>
                  </a:lnTo>
                  <a:lnTo>
                    <a:pt x="3446880" y="998877"/>
                  </a:lnTo>
                  <a:lnTo>
                    <a:pt x="3517224" y="1005801"/>
                  </a:lnTo>
                  <a:lnTo>
                    <a:pt x="3587569" y="1012539"/>
                  </a:lnTo>
                  <a:lnTo>
                    <a:pt x="3657913" y="1019097"/>
                  </a:lnTo>
                  <a:lnTo>
                    <a:pt x="3728257" y="1025479"/>
                  </a:lnTo>
                  <a:lnTo>
                    <a:pt x="3798602" y="1031690"/>
                  </a:lnTo>
                  <a:lnTo>
                    <a:pt x="3868946" y="1037735"/>
                  </a:lnTo>
                  <a:lnTo>
                    <a:pt x="3939291" y="1043617"/>
                  </a:lnTo>
                  <a:lnTo>
                    <a:pt x="4009635" y="1049342"/>
                  </a:lnTo>
                  <a:lnTo>
                    <a:pt x="4079980" y="1054914"/>
                  </a:lnTo>
                  <a:lnTo>
                    <a:pt x="4150324" y="1060336"/>
                  </a:lnTo>
                  <a:lnTo>
                    <a:pt x="4220669" y="1065613"/>
                  </a:lnTo>
                  <a:lnTo>
                    <a:pt x="4291013" y="1070748"/>
                  </a:lnTo>
                  <a:lnTo>
                    <a:pt x="4361358" y="1075746"/>
                  </a:lnTo>
                  <a:lnTo>
                    <a:pt x="4431702" y="1080609"/>
                  </a:lnTo>
                  <a:lnTo>
                    <a:pt x="4502047" y="1085343"/>
                  </a:lnTo>
                  <a:lnTo>
                    <a:pt x="4572391" y="1089949"/>
                  </a:lnTo>
                  <a:lnTo>
                    <a:pt x="4642736" y="1094432"/>
                  </a:lnTo>
                  <a:lnTo>
                    <a:pt x="4713080" y="1098795"/>
                  </a:lnTo>
                  <a:lnTo>
                    <a:pt x="4783425" y="1103041"/>
                  </a:lnTo>
                  <a:lnTo>
                    <a:pt x="4853769" y="1107173"/>
                  </a:lnTo>
                  <a:lnTo>
                    <a:pt x="4924114" y="1111194"/>
                  </a:lnTo>
                  <a:lnTo>
                    <a:pt x="4994458" y="1115108"/>
                  </a:lnTo>
                  <a:lnTo>
                    <a:pt x="5064803" y="1118916"/>
                  </a:lnTo>
                  <a:lnTo>
                    <a:pt x="5135147" y="1122623"/>
                  </a:lnTo>
                  <a:lnTo>
                    <a:pt x="5205492" y="1126230"/>
                  </a:lnTo>
                  <a:lnTo>
                    <a:pt x="5275836" y="1129741"/>
                  </a:lnTo>
                  <a:lnTo>
                    <a:pt x="5346181" y="1133157"/>
                  </a:lnTo>
                  <a:lnTo>
                    <a:pt x="5416525" y="1136482"/>
                  </a:lnTo>
                  <a:lnTo>
                    <a:pt x="5486870" y="1139718"/>
                  </a:lnTo>
                  <a:lnTo>
                    <a:pt x="5557214" y="1142867"/>
                  </a:lnTo>
                  <a:lnTo>
                    <a:pt x="5627559" y="1145931"/>
                  </a:lnTo>
                  <a:lnTo>
                    <a:pt x="5697903" y="1148914"/>
                  </a:lnTo>
                  <a:lnTo>
                    <a:pt x="5768248" y="1151816"/>
                  </a:lnTo>
                  <a:lnTo>
                    <a:pt x="5838592" y="1154641"/>
                  </a:lnTo>
                  <a:lnTo>
                    <a:pt x="5908937" y="1157390"/>
                  </a:lnTo>
                  <a:lnTo>
                    <a:pt x="5979281" y="1160066"/>
                  </a:lnTo>
                  <a:lnTo>
                    <a:pt x="6049626" y="1162669"/>
                  </a:lnTo>
                  <a:lnTo>
                    <a:pt x="6119970" y="1165203"/>
                  </a:lnTo>
                  <a:lnTo>
                    <a:pt x="6190315" y="1167669"/>
                  </a:lnTo>
                  <a:lnTo>
                    <a:pt x="6260659" y="1170069"/>
                  </a:lnTo>
                  <a:lnTo>
                    <a:pt x="6331004" y="1172404"/>
                  </a:lnTo>
                  <a:lnTo>
                    <a:pt x="6401348" y="1174677"/>
                  </a:lnTo>
                  <a:lnTo>
                    <a:pt x="6471693" y="1176889"/>
                  </a:lnTo>
                  <a:lnTo>
                    <a:pt x="6542037" y="1179042"/>
                  </a:lnTo>
                  <a:lnTo>
                    <a:pt x="6612382" y="1181137"/>
                  </a:lnTo>
                  <a:lnTo>
                    <a:pt x="6682726" y="1183176"/>
                  </a:lnTo>
                  <a:lnTo>
                    <a:pt x="6753071" y="1185160"/>
                  </a:lnTo>
                  <a:lnTo>
                    <a:pt x="6823415" y="1187091"/>
                  </a:lnTo>
                  <a:lnTo>
                    <a:pt x="6893760" y="1188970"/>
                  </a:lnTo>
                  <a:lnTo>
                    <a:pt x="6964104" y="1190799"/>
                  </a:lnTo>
                  <a:lnTo>
                    <a:pt x="6964104" y="1255963"/>
                  </a:lnTo>
                  <a:lnTo>
                    <a:pt x="6893760" y="1255834"/>
                  </a:lnTo>
                  <a:lnTo>
                    <a:pt x="6823415" y="1255692"/>
                  </a:lnTo>
                  <a:lnTo>
                    <a:pt x="6753071" y="1255535"/>
                  </a:lnTo>
                  <a:lnTo>
                    <a:pt x="6682726" y="1255361"/>
                  </a:lnTo>
                  <a:lnTo>
                    <a:pt x="6612382" y="1255170"/>
                  </a:lnTo>
                  <a:lnTo>
                    <a:pt x="6542037" y="1254958"/>
                  </a:lnTo>
                  <a:lnTo>
                    <a:pt x="6471693" y="1254724"/>
                  </a:lnTo>
                  <a:lnTo>
                    <a:pt x="6401348" y="1254467"/>
                  </a:lnTo>
                  <a:lnTo>
                    <a:pt x="6331004" y="1254182"/>
                  </a:lnTo>
                  <a:lnTo>
                    <a:pt x="6260659" y="1253868"/>
                  </a:lnTo>
                  <a:lnTo>
                    <a:pt x="6190315" y="1253521"/>
                  </a:lnTo>
                  <a:lnTo>
                    <a:pt x="6119970" y="1253138"/>
                  </a:lnTo>
                  <a:lnTo>
                    <a:pt x="6049626" y="1252715"/>
                  </a:lnTo>
                  <a:lnTo>
                    <a:pt x="5979281" y="1252248"/>
                  </a:lnTo>
                  <a:lnTo>
                    <a:pt x="5908937" y="1251732"/>
                  </a:lnTo>
                  <a:lnTo>
                    <a:pt x="5838592" y="1251163"/>
                  </a:lnTo>
                  <a:lnTo>
                    <a:pt x="5768248" y="1250534"/>
                  </a:lnTo>
                  <a:lnTo>
                    <a:pt x="5697903" y="1249840"/>
                  </a:lnTo>
                  <a:lnTo>
                    <a:pt x="5627559" y="1249074"/>
                  </a:lnTo>
                  <a:lnTo>
                    <a:pt x="5557214" y="1248228"/>
                  </a:lnTo>
                  <a:lnTo>
                    <a:pt x="5486870" y="1247294"/>
                  </a:lnTo>
                  <a:lnTo>
                    <a:pt x="5416525" y="1246263"/>
                  </a:lnTo>
                  <a:lnTo>
                    <a:pt x="5346181" y="1245124"/>
                  </a:lnTo>
                  <a:lnTo>
                    <a:pt x="5275836" y="1243867"/>
                  </a:lnTo>
                  <a:lnTo>
                    <a:pt x="5205492" y="1242479"/>
                  </a:lnTo>
                  <a:lnTo>
                    <a:pt x="5135147" y="1240947"/>
                  </a:lnTo>
                  <a:lnTo>
                    <a:pt x="5064803" y="1239255"/>
                  </a:lnTo>
                  <a:lnTo>
                    <a:pt x="4994458" y="1237388"/>
                  </a:lnTo>
                  <a:lnTo>
                    <a:pt x="4924114" y="1235325"/>
                  </a:lnTo>
                  <a:lnTo>
                    <a:pt x="4853769" y="1233049"/>
                  </a:lnTo>
                  <a:lnTo>
                    <a:pt x="4783425" y="1230535"/>
                  </a:lnTo>
                  <a:lnTo>
                    <a:pt x="4713080" y="1227759"/>
                  </a:lnTo>
                  <a:lnTo>
                    <a:pt x="4642736" y="1224695"/>
                  </a:lnTo>
                  <a:lnTo>
                    <a:pt x="4572391" y="1221312"/>
                  </a:lnTo>
                  <a:lnTo>
                    <a:pt x="4502047" y="1217576"/>
                  </a:lnTo>
                  <a:lnTo>
                    <a:pt x="4431702" y="1213452"/>
                  </a:lnTo>
                  <a:lnTo>
                    <a:pt x="4361358" y="1208899"/>
                  </a:lnTo>
                  <a:lnTo>
                    <a:pt x="4291013" y="1203872"/>
                  </a:lnTo>
                  <a:lnTo>
                    <a:pt x="4220669" y="1198321"/>
                  </a:lnTo>
                  <a:lnTo>
                    <a:pt x="4150324" y="1192193"/>
                  </a:lnTo>
                  <a:lnTo>
                    <a:pt x="4079980" y="1185427"/>
                  </a:lnTo>
                  <a:lnTo>
                    <a:pt x="4009635" y="1177957"/>
                  </a:lnTo>
                  <a:lnTo>
                    <a:pt x="3939291" y="1169709"/>
                  </a:lnTo>
                  <a:lnTo>
                    <a:pt x="3868946" y="1160603"/>
                  </a:lnTo>
                  <a:lnTo>
                    <a:pt x="3798602" y="1150549"/>
                  </a:lnTo>
                  <a:lnTo>
                    <a:pt x="3728257" y="1139449"/>
                  </a:lnTo>
                  <a:lnTo>
                    <a:pt x="3657913" y="1127194"/>
                  </a:lnTo>
                  <a:lnTo>
                    <a:pt x="3587569" y="1113663"/>
                  </a:lnTo>
                  <a:lnTo>
                    <a:pt x="3517224" y="1098724"/>
                  </a:lnTo>
                  <a:lnTo>
                    <a:pt x="3446880" y="1082230"/>
                  </a:lnTo>
                  <a:lnTo>
                    <a:pt x="3376535" y="1064019"/>
                  </a:lnTo>
                  <a:lnTo>
                    <a:pt x="3306191" y="1043913"/>
                  </a:lnTo>
                  <a:lnTo>
                    <a:pt x="3235846" y="1021714"/>
                  </a:lnTo>
                  <a:lnTo>
                    <a:pt x="3165502" y="997205"/>
                  </a:lnTo>
                  <a:lnTo>
                    <a:pt x="3095157" y="970146"/>
                  </a:lnTo>
                  <a:lnTo>
                    <a:pt x="3024813" y="953138"/>
                  </a:lnTo>
                  <a:lnTo>
                    <a:pt x="2954468" y="944764"/>
                  </a:lnTo>
                  <a:lnTo>
                    <a:pt x="2884124" y="936159"/>
                  </a:lnTo>
                  <a:lnTo>
                    <a:pt x="2813779" y="927316"/>
                  </a:lnTo>
                  <a:lnTo>
                    <a:pt x="2743435" y="918231"/>
                  </a:lnTo>
                  <a:lnTo>
                    <a:pt x="2673090" y="908895"/>
                  </a:lnTo>
                  <a:lnTo>
                    <a:pt x="2602746" y="899302"/>
                  </a:lnTo>
                  <a:lnTo>
                    <a:pt x="2532401" y="889444"/>
                  </a:lnTo>
                  <a:lnTo>
                    <a:pt x="2462057" y="879316"/>
                  </a:lnTo>
                  <a:lnTo>
                    <a:pt x="2391712" y="868908"/>
                  </a:lnTo>
                  <a:lnTo>
                    <a:pt x="2321368" y="858214"/>
                  </a:lnTo>
                  <a:lnTo>
                    <a:pt x="2251023" y="847225"/>
                  </a:lnTo>
                  <a:lnTo>
                    <a:pt x="2180679" y="835933"/>
                  </a:lnTo>
                  <a:lnTo>
                    <a:pt x="2110334" y="824330"/>
                  </a:lnTo>
                  <a:lnTo>
                    <a:pt x="2039990" y="812408"/>
                  </a:lnTo>
                  <a:lnTo>
                    <a:pt x="1969645" y="800158"/>
                  </a:lnTo>
                  <a:lnTo>
                    <a:pt x="1899301" y="787570"/>
                  </a:lnTo>
                  <a:lnTo>
                    <a:pt x="1828956" y="774635"/>
                  </a:lnTo>
                  <a:lnTo>
                    <a:pt x="1758612" y="761344"/>
                  </a:lnTo>
                  <a:lnTo>
                    <a:pt x="1688267" y="747687"/>
                  </a:lnTo>
                  <a:lnTo>
                    <a:pt x="1617923" y="733654"/>
                  </a:lnTo>
                  <a:lnTo>
                    <a:pt x="1547578" y="719235"/>
                  </a:lnTo>
                  <a:lnTo>
                    <a:pt x="1477234" y="704418"/>
                  </a:lnTo>
                  <a:lnTo>
                    <a:pt x="1406889" y="689193"/>
                  </a:lnTo>
                  <a:lnTo>
                    <a:pt x="1336545" y="673549"/>
                  </a:lnTo>
                  <a:lnTo>
                    <a:pt x="1266200" y="657474"/>
                  </a:lnTo>
                  <a:lnTo>
                    <a:pt x="1195856" y="640957"/>
                  </a:lnTo>
                  <a:lnTo>
                    <a:pt x="1125511" y="623984"/>
                  </a:lnTo>
                  <a:lnTo>
                    <a:pt x="1055167" y="606544"/>
                  </a:lnTo>
                  <a:lnTo>
                    <a:pt x="984822" y="588623"/>
                  </a:lnTo>
                  <a:lnTo>
                    <a:pt x="914478" y="570209"/>
                  </a:lnTo>
                  <a:lnTo>
                    <a:pt x="844133" y="551288"/>
                  </a:lnTo>
                  <a:lnTo>
                    <a:pt x="773789" y="531846"/>
                  </a:lnTo>
                  <a:lnTo>
                    <a:pt x="703444" y="511868"/>
                  </a:lnTo>
                  <a:lnTo>
                    <a:pt x="633100" y="491340"/>
                  </a:lnTo>
                  <a:lnTo>
                    <a:pt x="562755" y="470247"/>
                  </a:lnTo>
                  <a:lnTo>
                    <a:pt x="492411" y="448573"/>
                  </a:lnTo>
                  <a:lnTo>
                    <a:pt x="422066" y="426301"/>
                  </a:lnTo>
                  <a:lnTo>
                    <a:pt x="351722" y="403417"/>
                  </a:lnTo>
                  <a:lnTo>
                    <a:pt x="281377" y="379902"/>
                  </a:lnTo>
                  <a:lnTo>
                    <a:pt x="211033" y="355739"/>
                  </a:lnTo>
                  <a:lnTo>
                    <a:pt x="140688" y="330911"/>
                  </a:lnTo>
                  <a:lnTo>
                    <a:pt x="70344" y="305399"/>
                  </a:lnTo>
                  <a:lnTo>
                    <a:pt x="0" y="2791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81388" y="4336484"/>
              <a:ext cx="4918028" cy="1190799"/>
            </a:xfrm>
            <a:custGeom>
              <a:avLst/>
              <a:pathLst>
                <a:path w="4918028" h="1190799">
                  <a:moveTo>
                    <a:pt x="0" y="0"/>
                  </a:moveTo>
                  <a:lnTo>
                    <a:pt x="64258" y="109149"/>
                  </a:lnTo>
                  <a:lnTo>
                    <a:pt x="134603" y="217372"/>
                  </a:lnTo>
                  <a:lnTo>
                    <a:pt x="204947" y="315393"/>
                  </a:lnTo>
                  <a:lnTo>
                    <a:pt x="275291" y="404174"/>
                  </a:lnTo>
                  <a:lnTo>
                    <a:pt x="345636" y="484586"/>
                  </a:lnTo>
                  <a:lnTo>
                    <a:pt x="415980" y="557418"/>
                  </a:lnTo>
                  <a:lnTo>
                    <a:pt x="486325" y="623384"/>
                  </a:lnTo>
                  <a:lnTo>
                    <a:pt x="556669" y="683132"/>
                  </a:lnTo>
                  <a:lnTo>
                    <a:pt x="627014" y="737248"/>
                  </a:lnTo>
                  <a:lnTo>
                    <a:pt x="697358" y="786262"/>
                  </a:lnTo>
                  <a:lnTo>
                    <a:pt x="767703" y="830656"/>
                  </a:lnTo>
                  <a:lnTo>
                    <a:pt x="838047" y="870865"/>
                  </a:lnTo>
                  <a:lnTo>
                    <a:pt x="908392" y="907284"/>
                  </a:lnTo>
                  <a:lnTo>
                    <a:pt x="978736" y="940269"/>
                  </a:lnTo>
                  <a:lnTo>
                    <a:pt x="1049081" y="961288"/>
                  </a:lnTo>
                  <a:lnTo>
                    <a:pt x="1119425" y="969220"/>
                  </a:lnTo>
                  <a:lnTo>
                    <a:pt x="1189770" y="976939"/>
                  </a:lnTo>
                  <a:lnTo>
                    <a:pt x="1260114" y="984451"/>
                  </a:lnTo>
                  <a:lnTo>
                    <a:pt x="1330459" y="991762"/>
                  </a:lnTo>
                  <a:lnTo>
                    <a:pt x="1400803" y="998877"/>
                  </a:lnTo>
                  <a:lnTo>
                    <a:pt x="1471148" y="1005801"/>
                  </a:lnTo>
                  <a:lnTo>
                    <a:pt x="1541492" y="1012539"/>
                  </a:lnTo>
                  <a:lnTo>
                    <a:pt x="1611837" y="1019097"/>
                  </a:lnTo>
                  <a:lnTo>
                    <a:pt x="1682181" y="1025479"/>
                  </a:lnTo>
                  <a:lnTo>
                    <a:pt x="1752526" y="1031690"/>
                  </a:lnTo>
                  <a:lnTo>
                    <a:pt x="1822870" y="1037735"/>
                  </a:lnTo>
                  <a:lnTo>
                    <a:pt x="1893215" y="1043617"/>
                  </a:lnTo>
                  <a:lnTo>
                    <a:pt x="1963559" y="1049342"/>
                  </a:lnTo>
                  <a:lnTo>
                    <a:pt x="2033904" y="1054914"/>
                  </a:lnTo>
                  <a:lnTo>
                    <a:pt x="2104248" y="1060336"/>
                  </a:lnTo>
                  <a:lnTo>
                    <a:pt x="2174593" y="1065613"/>
                  </a:lnTo>
                  <a:lnTo>
                    <a:pt x="2244937" y="1070748"/>
                  </a:lnTo>
                  <a:lnTo>
                    <a:pt x="2315282" y="1075746"/>
                  </a:lnTo>
                  <a:lnTo>
                    <a:pt x="2385626" y="1080609"/>
                  </a:lnTo>
                  <a:lnTo>
                    <a:pt x="2455971" y="1085343"/>
                  </a:lnTo>
                  <a:lnTo>
                    <a:pt x="2526315" y="1089949"/>
                  </a:lnTo>
                  <a:lnTo>
                    <a:pt x="2596660" y="1094432"/>
                  </a:lnTo>
                  <a:lnTo>
                    <a:pt x="2667004" y="1098795"/>
                  </a:lnTo>
                  <a:lnTo>
                    <a:pt x="2737349" y="1103041"/>
                  </a:lnTo>
                  <a:lnTo>
                    <a:pt x="2807693" y="1107173"/>
                  </a:lnTo>
                  <a:lnTo>
                    <a:pt x="2878038" y="1111194"/>
                  </a:lnTo>
                  <a:lnTo>
                    <a:pt x="2948382" y="1115108"/>
                  </a:lnTo>
                  <a:lnTo>
                    <a:pt x="3018727" y="1118916"/>
                  </a:lnTo>
                  <a:lnTo>
                    <a:pt x="3089071" y="1122623"/>
                  </a:lnTo>
                  <a:lnTo>
                    <a:pt x="3159416" y="1126230"/>
                  </a:lnTo>
                  <a:lnTo>
                    <a:pt x="3229760" y="1129741"/>
                  </a:lnTo>
                  <a:lnTo>
                    <a:pt x="3300105" y="1133157"/>
                  </a:lnTo>
                  <a:lnTo>
                    <a:pt x="3370449" y="1136482"/>
                  </a:lnTo>
                  <a:lnTo>
                    <a:pt x="3440794" y="1139718"/>
                  </a:lnTo>
                  <a:lnTo>
                    <a:pt x="3511138" y="1142867"/>
                  </a:lnTo>
                  <a:lnTo>
                    <a:pt x="3581483" y="1145931"/>
                  </a:lnTo>
                  <a:lnTo>
                    <a:pt x="3651827" y="1148914"/>
                  </a:lnTo>
                  <a:lnTo>
                    <a:pt x="3722172" y="1151816"/>
                  </a:lnTo>
                  <a:lnTo>
                    <a:pt x="3792516" y="1154641"/>
                  </a:lnTo>
                  <a:lnTo>
                    <a:pt x="3862861" y="1157390"/>
                  </a:lnTo>
                  <a:lnTo>
                    <a:pt x="3933205" y="1160066"/>
                  </a:lnTo>
                  <a:lnTo>
                    <a:pt x="4003549" y="1162669"/>
                  </a:lnTo>
                  <a:lnTo>
                    <a:pt x="4073894" y="1165203"/>
                  </a:lnTo>
                  <a:lnTo>
                    <a:pt x="4144238" y="1167669"/>
                  </a:lnTo>
                  <a:lnTo>
                    <a:pt x="4214583" y="1170069"/>
                  </a:lnTo>
                  <a:lnTo>
                    <a:pt x="4284927" y="1172404"/>
                  </a:lnTo>
                  <a:lnTo>
                    <a:pt x="4355272" y="1174677"/>
                  </a:lnTo>
                  <a:lnTo>
                    <a:pt x="4425616" y="1176889"/>
                  </a:lnTo>
                  <a:lnTo>
                    <a:pt x="4495961" y="1179042"/>
                  </a:lnTo>
                  <a:lnTo>
                    <a:pt x="4566305" y="1181137"/>
                  </a:lnTo>
                  <a:lnTo>
                    <a:pt x="4636650" y="1183176"/>
                  </a:lnTo>
                  <a:lnTo>
                    <a:pt x="4706994" y="1185160"/>
                  </a:lnTo>
                  <a:lnTo>
                    <a:pt x="4777339" y="1187091"/>
                  </a:lnTo>
                  <a:lnTo>
                    <a:pt x="4847683" y="1188970"/>
                  </a:lnTo>
                  <a:lnTo>
                    <a:pt x="4918028" y="11907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235312" y="4615669"/>
              <a:ext cx="6964104" cy="976778"/>
            </a:xfrm>
            <a:custGeom>
              <a:avLst/>
              <a:pathLst>
                <a:path w="6964104" h="976778">
                  <a:moveTo>
                    <a:pt x="6964104" y="976778"/>
                  </a:moveTo>
                  <a:lnTo>
                    <a:pt x="6893760" y="976649"/>
                  </a:lnTo>
                  <a:lnTo>
                    <a:pt x="6823415" y="976507"/>
                  </a:lnTo>
                  <a:lnTo>
                    <a:pt x="6753071" y="976350"/>
                  </a:lnTo>
                  <a:lnTo>
                    <a:pt x="6682726" y="976176"/>
                  </a:lnTo>
                  <a:lnTo>
                    <a:pt x="6612382" y="975984"/>
                  </a:lnTo>
                  <a:lnTo>
                    <a:pt x="6542037" y="975773"/>
                  </a:lnTo>
                  <a:lnTo>
                    <a:pt x="6471693" y="975539"/>
                  </a:lnTo>
                  <a:lnTo>
                    <a:pt x="6401348" y="975282"/>
                  </a:lnTo>
                  <a:lnTo>
                    <a:pt x="6331004" y="974997"/>
                  </a:lnTo>
                  <a:lnTo>
                    <a:pt x="6260659" y="974683"/>
                  </a:lnTo>
                  <a:lnTo>
                    <a:pt x="6190315" y="974336"/>
                  </a:lnTo>
                  <a:lnTo>
                    <a:pt x="6119970" y="973953"/>
                  </a:lnTo>
                  <a:lnTo>
                    <a:pt x="6049626" y="973530"/>
                  </a:lnTo>
                  <a:lnTo>
                    <a:pt x="5979281" y="973062"/>
                  </a:lnTo>
                  <a:lnTo>
                    <a:pt x="5908937" y="972547"/>
                  </a:lnTo>
                  <a:lnTo>
                    <a:pt x="5838592" y="971978"/>
                  </a:lnTo>
                  <a:lnTo>
                    <a:pt x="5768248" y="971349"/>
                  </a:lnTo>
                  <a:lnTo>
                    <a:pt x="5697903" y="970655"/>
                  </a:lnTo>
                  <a:lnTo>
                    <a:pt x="5627559" y="969889"/>
                  </a:lnTo>
                  <a:lnTo>
                    <a:pt x="5557214" y="969043"/>
                  </a:lnTo>
                  <a:lnTo>
                    <a:pt x="5486870" y="968109"/>
                  </a:lnTo>
                  <a:lnTo>
                    <a:pt x="5416525" y="967078"/>
                  </a:lnTo>
                  <a:lnTo>
                    <a:pt x="5346181" y="965939"/>
                  </a:lnTo>
                  <a:lnTo>
                    <a:pt x="5275836" y="964682"/>
                  </a:lnTo>
                  <a:lnTo>
                    <a:pt x="5205492" y="963294"/>
                  </a:lnTo>
                  <a:lnTo>
                    <a:pt x="5135147" y="961762"/>
                  </a:lnTo>
                  <a:lnTo>
                    <a:pt x="5064803" y="960070"/>
                  </a:lnTo>
                  <a:lnTo>
                    <a:pt x="4994458" y="958203"/>
                  </a:lnTo>
                  <a:lnTo>
                    <a:pt x="4924114" y="956140"/>
                  </a:lnTo>
                  <a:lnTo>
                    <a:pt x="4853769" y="953864"/>
                  </a:lnTo>
                  <a:lnTo>
                    <a:pt x="4783425" y="951350"/>
                  </a:lnTo>
                  <a:lnTo>
                    <a:pt x="4713080" y="948574"/>
                  </a:lnTo>
                  <a:lnTo>
                    <a:pt x="4642736" y="945510"/>
                  </a:lnTo>
                  <a:lnTo>
                    <a:pt x="4572391" y="942127"/>
                  </a:lnTo>
                  <a:lnTo>
                    <a:pt x="4502047" y="938391"/>
                  </a:lnTo>
                  <a:lnTo>
                    <a:pt x="4431702" y="934267"/>
                  </a:lnTo>
                  <a:lnTo>
                    <a:pt x="4361358" y="929714"/>
                  </a:lnTo>
                  <a:lnTo>
                    <a:pt x="4291013" y="924687"/>
                  </a:lnTo>
                  <a:lnTo>
                    <a:pt x="4220669" y="919136"/>
                  </a:lnTo>
                  <a:lnTo>
                    <a:pt x="4150324" y="913008"/>
                  </a:lnTo>
                  <a:lnTo>
                    <a:pt x="4079980" y="906242"/>
                  </a:lnTo>
                  <a:lnTo>
                    <a:pt x="4009635" y="898772"/>
                  </a:lnTo>
                  <a:lnTo>
                    <a:pt x="3939291" y="890524"/>
                  </a:lnTo>
                  <a:lnTo>
                    <a:pt x="3868946" y="881418"/>
                  </a:lnTo>
                  <a:lnTo>
                    <a:pt x="3798602" y="871364"/>
                  </a:lnTo>
                  <a:lnTo>
                    <a:pt x="3728257" y="860264"/>
                  </a:lnTo>
                  <a:lnTo>
                    <a:pt x="3657913" y="848009"/>
                  </a:lnTo>
                  <a:lnTo>
                    <a:pt x="3587569" y="834478"/>
                  </a:lnTo>
                  <a:lnTo>
                    <a:pt x="3517224" y="819539"/>
                  </a:lnTo>
                  <a:lnTo>
                    <a:pt x="3446880" y="803045"/>
                  </a:lnTo>
                  <a:lnTo>
                    <a:pt x="3376535" y="784834"/>
                  </a:lnTo>
                  <a:lnTo>
                    <a:pt x="3306191" y="764728"/>
                  </a:lnTo>
                  <a:lnTo>
                    <a:pt x="3235846" y="742529"/>
                  </a:lnTo>
                  <a:lnTo>
                    <a:pt x="3165502" y="718020"/>
                  </a:lnTo>
                  <a:lnTo>
                    <a:pt x="3095157" y="690961"/>
                  </a:lnTo>
                  <a:lnTo>
                    <a:pt x="3024813" y="673953"/>
                  </a:lnTo>
                  <a:lnTo>
                    <a:pt x="2954468" y="665579"/>
                  </a:lnTo>
                  <a:lnTo>
                    <a:pt x="2884124" y="656974"/>
                  </a:lnTo>
                  <a:lnTo>
                    <a:pt x="2813779" y="648131"/>
                  </a:lnTo>
                  <a:lnTo>
                    <a:pt x="2743435" y="639046"/>
                  </a:lnTo>
                  <a:lnTo>
                    <a:pt x="2673090" y="629710"/>
                  </a:lnTo>
                  <a:lnTo>
                    <a:pt x="2602746" y="620117"/>
                  </a:lnTo>
                  <a:lnTo>
                    <a:pt x="2532401" y="610259"/>
                  </a:lnTo>
                  <a:lnTo>
                    <a:pt x="2462057" y="600131"/>
                  </a:lnTo>
                  <a:lnTo>
                    <a:pt x="2391712" y="589723"/>
                  </a:lnTo>
                  <a:lnTo>
                    <a:pt x="2321368" y="579029"/>
                  </a:lnTo>
                  <a:lnTo>
                    <a:pt x="2251023" y="568040"/>
                  </a:lnTo>
                  <a:lnTo>
                    <a:pt x="2180679" y="556748"/>
                  </a:lnTo>
                  <a:lnTo>
                    <a:pt x="2110334" y="545145"/>
                  </a:lnTo>
                  <a:lnTo>
                    <a:pt x="2039990" y="533223"/>
                  </a:lnTo>
                  <a:lnTo>
                    <a:pt x="1969645" y="520973"/>
                  </a:lnTo>
                  <a:lnTo>
                    <a:pt x="1899301" y="508385"/>
                  </a:lnTo>
                  <a:lnTo>
                    <a:pt x="1828956" y="495450"/>
                  </a:lnTo>
                  <a:lnTo>
                    <a:pt x="1758612" y="482159"/>
                  </a:lnTo>
                  <a:lnTo>
                    <a:pt x="1688267" y="468502"/>
                  </a:lnTo>
                  <a:lnTo>
                    <a:pt x="1617923" y="454469"/>
                  </a:lnTo>
                  <a:lnTo>
                    <a:pt x="1547578" y="440050"/>
                  </a:lnTo>
                  <a:lnTo>
                    <a:pt x="1477234" y="425233"/>
                  </a:lnTo>
                  <a:lnTo>
                    <a:pt x="1406889" y="410008"/>
                  </a:lnTo>
                  <a:lnTo>
                    <a:pt x="1336545" y="394364"/>
                  </a:lnTo>
                  <a:lnTo>
                    <a:pt x="1266200" y="378289"/>
                  </a:lnTo>
                  <a:lnTo>
                    <a:pt x="1195856" y="361772"/>
                  </a:lnTo>
                  <a:lnTo>
                    <a:pt x="1125511" y="344799"/>
                  </a:lnTo>
                  <a:lnTo>
                    <a:pt x="1055167" y="327359"/>
                  </a:lnTo>
                  <a:lnTo>
                    <a:pt x="984822" y="309438"/>
                  </a:lnTo>
                  <a:lnTo>
                    <a:pt x="914478" y="291024"/>
                  </a:lnTo>
                  <a:lnTo>
                    <a:pt x="844133" y="272103"/>
                  </a:lnTo>
                  <a:lnTo>
                    <a:pt x="773789" y="252661"/>
                  </a:lnTo>
                  <a:lnTo>
                    <a:pt x="703444" y="232683"/>
                  </a:lnTo>
                  <a:lnTo>
                    <a:pt x="633100" y="212155"/>
                  </a:lnTo>
                  <a:lnTo>
                    <a:pt x="562755" y="191062"/>
                  </a:lnTo>
                  <a:lnTo>
                    <a:pt x="492411" y="169388"/>
                  </a:lnTo>
                  <a:lnTo>
                    <a:pt x="422066" y="147116"/>
                  </a:lnTo>
                  <a:lnTo>
                    <a:pt x="351722" y="124232"/>
                  </a:lnTo>
                  <a:lnTo>
                    <a:pt x="281377" y="100717"/>
                  </a:lnTo>
                  <a:lnTo>
                    <a:pt x="211033" y="76554"/>
                  </a:lnTo>
                  <a:lnTo>
                    <a:pt x="140688" y="51726"/>
                  </a:lnTo>
                  <a:lnTo>
                    <a:pt x="70344" y="262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00923" y="4336484"/>
              <a:ext cx="5498493" cy="1248132"/>
            </a:xfrm>
            <a:custGeom>
              <a:avLst/>
              <a:pathLst>
                <a:path w="5498493" h="1248132">
                  <a:moveTo>
                    <a:pt x="0" y="0"/>
                  </a:moveTo>
                  <a:lnTo>
                    <a:pt x="11623" y="13383"/>
                  </a:lnTo>
                  <a:lnTo>
                    <a:pt x="81967" y="89432"/>
                  </a:lnTo>
                  <a:lnTo>
                    <a:pt x="152312" y="160830"/>
                  </a:lnTo>
                  <a:lnTo>
                    <a:pt x="222656" y="227864"/>
                  </a:lnTo>
                  <a:lnTo>
                    <a:pt x="293001" y="290798"/>
                  </a:lnTo>
                  <a:lnTo>
                    <a:pt x="363345" y="349885"/>
                  </a:lnTo>
                  <a:lnTo>
                    <a:pt x="433690" y="405359"/>
                  </a:lnTo>
                  <a:lnTo>
                    <a:pt x="504034" y="457442"/>
                  </a:lnTo>
                  <a:lnTo>
                    <a:pt x="574379" y="506340"/>
                  </a:lnTo>
                  <a:lnTo>
                    <a:pt x="644723" y="552248"/>
                  </a:lnTo>
                  <a:lnTo>
                    <a:pt x="715068" y="595350"/>
                  </a:lnTo>
                  <a:lnTo>
                    <a:pt x="785412" y="635816"/>
                  </a:lnTo>
                  <a:lnTo>
                    <a:pt x="855757" y="673808"/>
                  </a:lnTo>
                  <a:lnTo>
                    <a:pt x="926101" y="709478"/>
                  </a:lnTo>
                  <a:lnTo>
                    <a:pt x="996446" y="742966"/>
                  </a:lnTo>
                  <a:lnTo>
                    <a:pt x="1066790" y="774407"/>
                  </a:lnTo>
                  <a:lnTo>
                    <a:pt x="1137134" y="803925"/>
                  </a:lnTo>
                  <a:lnTo>
                    <a:pt x="1207479" y="831639"/>
                  </a:lnTo>
                  <a:lnTo>
                    <a:pt x="1277823" y="857658"/>
                  </a:lnTo>
                  <a:lnTo>
                    <a:pt x="1348168" y="882087"/>
                  </a:lnTo>
                  <a:lnTo>
                    <a:pt x="1418512" y="905022"/>
                  </a:lnTo>
                  <a:lnTo>
                    <a:pt x="1488857" y="926554"/>
                  </a:lnTo>
                  <a:lnTo>
                    <a:pt x="1559201" y="946771"/>
                  </a:lnTo>
                  <a:lnTo>
                    <a:pt x="1629546" y="965751"/>
                  </a:lnTo>
                  <a:lnTo>
                    <a:pt x="1699890" y="983570"/>
                  </a:lnTo>
                  <a:lnTo>
                    <a:pt x="1770235" y="1000300"/>
                  </a:lnTo>
                  <a:lnTo>
                    <a:pt x="1840579" y="1016008"/>
                  </a:lnTo>
                  <a:lnTo>
                    <a:pt x="1910924" y="1030754"/>
                  </a:lnTo>
                  <a:lnTo>
                    <a:pt x="1981268" y="1044600"/>
                  </a:lnTo>
                  <a:lnTo>
                    <a:pt x="2051613" y="1057598"/>
                  </a:lnTo>
                  <a:lnTo>
                    <a:pt x="2121957" y="1069802"/>
                  </a:lnTo>
                  <a:lnTo>
                    <a:pt x="2192302" y="1081260"/>
                  </a:lnTo>
                  <a:lnTo>
                    <a:pt x="2262646" y="1092017"/>
                  </a:lnTo>
                  <a:lnTo>
                    <a:pt x="2332991" y="1102117"/>
                  </a:lnTo>
                  <a:lnTo>
                    <a:pt x="2403335" y="1111599"/>
                  </a:lnTo>
                  <a:lnTo>
                    <a:pt x="2473680" y="1120501"/>
                  </a:lnTo>
                  <a:lnTo>
                    <a:pt x="2544024" y="1128859"/>
                  </a:lnTo>
                  <a:lnTo>
                    <a:pt x="2614369" y="1136706"/>
                  </a:lnTo>
                  <a:lnTo>
                    <a:pt x="2684713" y="1144073"/>
                  </a:lnTo>
                  <a:lnTo>
                    <a:pt x="2755058" y="1150990"/>
                  </a:lnTo>
                  <a:lnTo>
                    <a:pt x="2825402" y="1157484"/>
                  </a:lnTo>
                  <a:lnTo>
                    <a:pt x="2895747" y="1163581"/>
                  </a:lnTo>
                  <a:lnTo>
                    <a:pt x="2966091" y="1169305"/>
                  </a:lnTo>
                  <a:lnTo>
                    <a:pt x="3036436" y="1174679"/>
                  </a:lnTo>
                  <a:lnTo>
                    <a:pt x="3106780" y="1179725"/>
                  </a:lnTo>
                  <a:lnTo>
                    <a:pt x="3177125" y="1184462"/>
                  </a:lnTo>
                  <a:lnTo>
                    <a:pt x="3247469" y="1188909"/>
                  </a:lnTo>
                  <a:lnTo>
                    <a:pt x="3317814" y="1193085"/>
                  </a:lnTo>
                  <a:lnTo>
                    <a:pt x="3388158" y="1197005"/>
                  </a:lnTo>
                  <a:lnTo>
                    <a:pt x="3458503" y="1200685"/>
                  </a:lnTo>
                  <a:lnTo>
                    <a:pt x="3528847" y="1204141"/>
                  </a:lnTo>
                  <a:lnTo>
                    <a:pt x="3599192" y="1207385"/>
                  </a:lnTo>
                  <a:lnTo>
                    <a:pt x="3669536" y="1210431"/>
                  </a:lnTo>
                  <a:lnTo>
                    <a:pt x="3739881" y="1213290"/>
                  </a:lnTo>
                  <a:lnTo>
                    <a:pt x="3810225" y="1215975"/>
                  </a:lnTo>
                  <a:lnTo>
                    <a:pt x="3880570" y="1218496"/>
                  </a:lnTo>
                  <a:lnTo>
                    <a:pt x="3950914" y="1220862"/>
                  </a:lnTo>
                  <a:lnTo>
                    <a:pt x="4021259" y="1223084"/>
                  </a:lnTo>
                  <a:lnTo>
                    <a:pt x="4091603" y="1225170"/>
                  </a:lnTo>
                  <a:lnTo>
                    <a:pt x="4161948" y="1227129"/>
                  </a:lnTo>
                  <a:lnTo>
                    <a:pt x="4232292" y="1228967"/>
                  </a:lnTo>
                  <a:lnTo>
                    <a:pt x="4302637" y="1230694"/>
                  </a:lnTo>
                  <a:lnTo>
                    <a:pt x="4372981" y="1232314"/>
                  </a:lnTo>
                  <a:lnTo>
                    <a:pt x="4443326" y="1233836"/>
                  </a:lnTo>
                  <a:lnTo>
                    <a:pt x="4513670" y="1235265"/>
                  </a:lnTo>
                  <a:lnTo>
                    <a:pt x="4584015" y="1236606"/>
                  </a:lnTo>
                  <a:lnTo>
                    <a:pt x="4654359" y="1237865"/>
                  </a:lnTo>
                  <a:lnTo>
                    <a:pt x="4724704" y="1239047"/>
                  </a:lnTo>
                  <a:lnTo>
                    <a:pt x="4795048" y="1240157"/>
                  </a:lnTo>
                  <a:lnTo>
                    <a:pt x="4865392" y="1241199"/>
                  </a:lnTo>
                  <a:lnTo>
                    <a:pt x="4935737" y="1242178"/>
                  </a:lnTo>
                  <a:lnTo>
                    <a:pt x="5006081" y="1243096"/>
                  </a:lnTo>
                  <a:lnTo>
                    <a:pt x="5076426" y="1243959"/>
                  </a:lnTo>
                  <a:lnTo>
                    <a:pt x="5146770" y="1244769"/>
                  </a:lnTo>
                  <a:lnTo>
                    <a:pt x="5217115" y="1245529"/>
                  </a:lnTo>
                  <a:lnTo>
                    <a:pt x="5287459" y="1246242"/>
                  </a:lnTo>
                  <a:lnTo>
                    <a:pt x="5357804" y="1246912"/>
                  </a:lnTo>
                  <a:lnTo>
                    <a:pt x="5428148" y="1247542"/>
                  </a:lnTo>
                  <a:lnTo>
                    <a:pt x="5498493" y="12481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0071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0371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0428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62297" y="55536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62297" y="52543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62297" y="495496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62297" y="465563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62297" y="435630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324230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79256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34282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889308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744334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649057" y="57161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472994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328020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83046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561815" y="5855859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38035" y="494490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87106" y="4159544"/>
              <a:ext cx="70234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2.15 (1.39-3.33), p_Bonf = 0.003 (n = 6)  |  per IQR decline (Δ = 28.1 %): 8.61 (2.53-29.34)  |  IQR: [-30.1, -2.1] 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87106" y="3932770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2026-07-22T08:00:23Z</dcterms:modified>
  <cp:category/>
</cp:coreProperties>
</file>