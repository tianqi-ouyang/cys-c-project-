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(1.39-3.33), p_Bonf = 0.003 (n = 6)  |  per IQR decline (Δ = 0.28): 8.61 (2.53-29.34)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2026-07-03T08:05:29Z</dcterms:modified>
  <cp:category/>
</cp:coreProperties>
</file>