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4997960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409777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3197597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4649" y="2297416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3400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2148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0896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964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78391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77139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75887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94649" y="54480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94649" y="4547869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94649" y="364768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94649" y="2747506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4026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32774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1522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027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017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27765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6513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25261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340266" y="5370281"/>
              <a:ext cx="493739" cy="7776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834005" y="4981434"/>
              <a:ext cx="493739" cy="46661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327744" y="4670356"/>
              <a:ext cx="493739" cy="77769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821484" y="3776007"/>
              <a:ext cx="493739" cy="167204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315223" y="2259503"/>
              <a:ext cx="493739" cy="318854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808962" y="2142849"/>
              <a:ext cx="493739" cy="330520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4302701" y="2415042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796440" y="2687235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290179" y="4320394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783918" y="4553702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77658" y="5020319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771397" y="5331396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265136" y="5331396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758875" y="5409166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340266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834005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327744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821484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3315223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808962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302701" y="2415042"/>
              <a:ext cx="493739" cy="303300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796440" y="2687235"/>
              <a:ext cx="493739" cy="276081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290179" y="4320394"/>
              <a:ext cx="493739" cy="112765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5783918" y="4553702"/>
              <a:ext cx="493739" cy="89434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277658" y="5020319"/>
              <a:ext cx="493739" cy="42773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771397" y="5331396"/>
              <a:ext cx="493739" cy="11665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65136" y="5331396"/>
              <a:ext cx="493739" cy="11665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758875" y="5409166"/>
              <a:ext cx="493739" cy="388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3027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5933" y="4496891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6929" y="3596710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6929" y="2696529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241511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228989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216468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203946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191424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178902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166381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153859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1.8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327216" y="5870717"/>
              <a:ext cx="93844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</a:t>
              </a:r>
            </a:p>
          </p:txBody>
        </p:sp>
        <p:sp>
          <p:nvSpPr>
            <p:cNvPr id="69" name="tx69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994649" y="1688767"/>
              <a:ext cx="4645060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Ratio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2026-07-22T07:57:46Z</dcterms:modified>
  <cp:category/>
</cp:coreProperties>
</file>