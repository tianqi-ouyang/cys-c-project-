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79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977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9759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9741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78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4768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4750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70281"/>
              <a:ext cx="493739" cy="7776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4981434"/>
              <a:ext cx="493739" cy="46661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70356"/>
              <a:ext cx="493739" cy="77769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776007"/>
              <a:ext cx="493739" cy="167204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59503"/>
              <a:ext cx="493739" cy="318854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415042"/>
              <a:ext cx="493739" cy="303300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87235"/>
              <a:ext cx="493739" cy="276081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320394"/>
              <a:ext cx="493739" cy="112765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553702"/>
              <a:ext cx="493739" cy="89434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20319"/>
              <a:ext cx="493739" cy="42773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31396"/>
              <a:ext cx="493739" cy="11665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31396"/>
              <a:ext cx="493739" cy="11665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09166"/>
              <a:ext cx="493739" cy="3888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35933" y="44968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6929" y="359671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6929" y="26965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5" name="tx55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2026-06-08T09:54:40Z</dcterms:modified>
  <cp:category/>
</cp:coreProperties>
</file>