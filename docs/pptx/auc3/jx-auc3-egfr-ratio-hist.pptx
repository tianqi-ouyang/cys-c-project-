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79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977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9759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9741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78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4768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4750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70281"/>
              <a:ext cx="493739" cy="777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4981434"/>
              <a:ext cx="493739" cy="46661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70356"/>
              <a:ext cx="493739" cy="77769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776007"/>
              <a:ext cx="493739" cy="16720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59503"/>
              <a:ext cx="493739" cy="31885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41504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8723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32039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55370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2031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3139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3139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091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415042"/>
              <a:ext cx="493739" cy="30330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87235"/>
              <a:ext cx="493739" cy="27608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4320394"/>
              <a:ext cx="493739" cy="11276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553702"/>
              <a:ext cx="493739" cy="8943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20319"/>
              <a:ext cx="493739" cy="4277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31396"/>
              <a:ext cx="493739" cy="1166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31396"/>
              <a:ext cx="493739" cy="1166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09166"/>
              <a:ext cx="493739" cy="388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68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967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965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2026-07-07T08:49:37Z</dcterms:modified>
  <cp:category/>
</cp:coreProperties>
</file>