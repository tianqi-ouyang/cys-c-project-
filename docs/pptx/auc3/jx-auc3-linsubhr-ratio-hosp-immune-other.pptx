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87106" y="3250627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87106" y="2951293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87106" y="2651959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87106" y="2352625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588677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606590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624504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642418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87106" y="3400294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87106" y="3100960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87106" y="2801626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87106" y="2502292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87106" y="2202958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97634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615547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633461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235312" y="2143092"/>
              <a:ext cx="6964104" cy="1201418"/>
            </a:xfrm>
            <a:custGeom>
              <a:avLst/>
              <a:pathLst>
                <a:path w="6964104" h="1201418">
                  <a:moveTo>
                    <a:pt x="54527" y="0"/>
                  </a:moveTo>
                  <a:lnTo>
                    <a:pt x="70344" y="9043"/>
                  </a:lnTo>
                  <a:lnTo>
                    <a:pt x="140688" y="48005"/>
                  </a:lnTo>
                  <a:lnTo>
                    <a:pt x="211033" y="85751"/>
                  </a:lnTo>
                  <a:lnTo>
                    <a:pt x="281377" y="122319"/>
                  </a:lnTo>
                  <a:lnTo>
                    <a:pt x="351722" y="157746"/>
                  </a:lnTo>
                  <a:lnTo>
                    <a:pt x="422066" y="192067"/>
                  </a:lnTo>
                  <a:lnTo>
                    <a:pt x="492411" y="225316"/>
                  </a:lnTo>
                  <a:lnTo>
                    <a:pt x="562755" y="257527"/>
                  </a:lnTo>
                  <a:lnTo>
                    <a:pt x="633100" y="288733"/>
                  </a:lnTo>
                  <a:lnTo>
                    <a:pt x="703444" y="318965"/>
                  </a:lnTo>
                  <a:lnTo>
                    <a:pt x="773789" y="348253"/>
                  </a:lnTo>
                  <a:lnTo>
                    <a:pt x="844133" y="376627"/>
                  </a:lnTo>
                  <a:lnTo>
                    <a:pt x="914478" y="404115"/>
                  </a:lnTo>
                  <a:lnTo>
                    <a:pt x="984822" y="430745"/>
                  </a:lnTo>
                  <a:lnTo>
                    <a:pt x="1055167" y="456543"/>
                  </a:lnTo>
                  <a:lnTo>
                    <a:pt x="1125511" y="481537"/>
                  </a:lnTo>
                  <a:lnTo>
                    <a:pt x="1195856" y="505750"/>
                  </a:lnTo>
                  <a:lnTo>
                    <a:pt x="1266200" y="529207"/>
                  </a:lnTo>
                  <a:lnTo>
                    <a:pt x="1336545" y="551932"/>
                  </a:lnTo>
                  <a:lnTo>
                    <a:pt x="1406889" y="573948"/>
                  </a:lnTo>
                  <a:lnTo>
                    <a:pt x="1477234" y="595276"/>
                  </a:lnTo>
                  <a:lnTo>
                    <a:pt x="1547578" y="615939"/>
                  </a:lnTo>
                  <a:lnTo>
                    <a:pt x="1617923" y="635957"/>
                  </a:lnTo>
                  <a:lnTo>
                    <a:pt x="1688267" y="655349"/>
                  </a:lnTo>
                  <a:lnTo>
                    <a:pt x="1758612" y="674137"/>
                  </a:lnTo>
                  <a:lnTo>
                    <a:pt x="1828956" y="692338"/>
                  </a:lnTo>
                  <a:lnTo>
                    <a:pt x="1899301" y="709971"/>
                  </a:lnTo>
                  <a:lnTo>
                    <a:pt x="1969645" y="727053"/>
                  </a:lnTo>
                  <a:lnTo>
                    <a:pt x="2039990" y="743602"/>
                  </a:lnTo>
                  <a:lnTo>
                    <a:pt x="2110334" y="759635"/>
                  </a:lnTo>
                  <a:lnTo>
                    <a:pt x="2180679" y="775167"/>
                  </a:lnTo>
                  <a:lnTo>
                    <a:pt x="2251023" y="790214"/>
                  </a:lnTo>
                  <a:lnTo>
                    <a:pt x="2321368" y="804791"/>
                  </a:lnTo>
                  <a:lnTo>
                    <a:pt x="2391712" y="818914"/>
                  </a:lnTo>
                  <a:lnTo>
                    <a:pt x="2462057" y="832595"/>
                  </a:lnTo>
                  <a:lnTo>
                    <a:pt x="2532401" y="845850"/>
                  </a:lnTo>
                  <a:lnTo>
                    <a:pt x="2602746" y="858691"/>
                  </a:lnTo>
                  <a:lnTo>
                    <a:pt x="2673090" y="871131"/>
                  </a:lnTo>
                  <a:lnTo>
                    <a:pt x="2743435" y="883182"/>
                  </a:lnTo>
                  <a:lnTo>
                    <a:pt x="2813779" y="894858"/>
                  </a:lnTo>
                  <a:lnTo>
                    <a:pt x="2884124" y="906169"/>
                  </a:lnTo>
                  <a:lnTo>
                    <a:pt x="2954468" y="917126"/>
                  </a:lnTo>
                  <a:lnTo>
                    <a:pt x="3024813" y="927742"/>
                  </a:lnTo>
                  <a:lnTo>
                    <a:pt x="3095157" y="938027"/>
                  </a:lnTo>
                  <a:lnTo>
                    <a:pt x="3165502" y="947990"/>
                  </a:lnTo>
                  <a:lnTo>
                    <a:pt x="3235846" y="957642"/>
                  </a:lnTo>
                  <a:lnTo>
                    <a:pt x="3306191" y="954967"/>
                  </a:lnTo>
                  <a:lnTo>
                    <a:pt x="3376535" y="951966"/>
                  </a:lnTo>
                  <a:lnTo>
                    <a:pt x="3446880" y="948936"/>
                  </a:lnTo>
                  <a:lnTo>
                    <a:pt x="3517224" y="945875"/>
                  </a:lnTo>
                  <a:lnTo>
                    <a:pt x="3587569" y="942784"/>
                  </a:lnTo>
                  <a:lnTo>
                    <a:pt x="3657913" y="939662"/>
                  </a:lnTo>
                  <a:lnTo>
                    <a:pt x="3728257" y="936510"/>
                  </a:lnTo>
                  <a:lnTo>
                    <a:pt x="3798602" y="933326"/>
                  </a:lnTo>
                  <a:lnTo>
                    <a:pt x="3868946" y="930110"/>
                  </a:lnTo>
                  <a:lnTo>
                    <a:pt x="3939291" y="926863"/>
                  </a:lnTo>
                  <a:lnTo>
                    <a:pt x="4009635" y="923583"/>
                  </a:lnTo>
                  <a:lnTo>
                    <a:pt x="4079980" y="920271"/>
                  </a:lnTo>
                  <a:lnTo>
                    <a:pt x="4150324" y="916926"/>
                  </a:lnTo>
                  <a:lnTo>
                    <a:pt x="4220669" y="913547"/>
                  </a:lnTo>
                  <a:lnTo>
                    <a:pt x="4291013" y="910135"/>
                  </a:lnTo>
                  <a:lnTo>
                    <a:pt x="4361358" y="906689"/>
                  </a:lnTo>
                  <a:lnTo>
                    <a:pt x="4431702" y="903209"/>
                  </a:lnTo>
                  <a:lnTo>
                    <a:pt x="4502047" y="899695"/>
                  </a:lnTo>
                  <a:lnTo>
                    <a:pt x="4572391" y="896145"/>
                  </a:lnTo>
                  <a:lnTo>
                    <a:pt x="4642736" y="892561"/>
                  </a:lnTo>
                  <a:lnTo>
                    <a:pt x="4713080" y="888940"/>
                  </a:lnTo>
                  <a:lnTo>
                    <a:pt x="4783425" y="885284"/>
                  </a:lnTo>
                  <a:lnTo>
                    <a:pt x="4853769" y="881592"/>
                  </a:lnTo>
                  <a:lnTo>
                    <a:pt x="4924114" y="877862"/>
                  </a:lnTo>
                  <a:lnTo>
                    <a:pt x="4994458" y="874096"/>
                  </a:lnTo>
                  <a:lnTo>
                    <a:pt x="5064803" y="870292"/>
                  </a:lnTo>
                  <a:lnTo>
                    <a:pt x="5135147" y="866451"/>
                  </a:lnTo>
                  <a:lnTo>
                    <a:pt x="5205492" y="862571"/>
                  </a:lnTo>
                  <a:lnTo>
                    <a:pt x="5275836" y="858653"/>
                  </a:lnTo>
                  <a:lnTo>
                    <a:pt x="5346181" y="854696"/>
                  </a:lnTo>
                  <a:lnTo>
                    <a:pt x="5416525" y="850700"/>
                  </a:lnTo>
                  <a:lnTo>
                    <a:pt x="5486870" y="846664"/>
                  </a:lnTo>
                  <a:lnTo>
                    <a:pt x="5557214" y="842588"/>
                  </a:lnTo>
                  <a:lnTo>
                    <a:pt x="5627559" y="838472"/>
                  </a:lnTo>
                  <a:lnTo>
                    <a:pt x="5697903" y="834315"/>
                  </a:lnTo>
                  <a:lnTo>
                    <a:pt x="5768248" y="830116"/>
                  </a:lnTo>
                  <a:lnTo>
                    <a:pt x="5838592" y="825876"/>
                  </a:lnTo>
                  <a:lnTo>
                    <a:pt x="5908937" y="821593"/>
                  </a:lnTo>
                  <a:lnTo>
                    <a:pt x="5979281" y="817268"/>
                  </a:lnTo>
                  <a:lnTo>
                    <a:pt x="6049626" y="812901"/>
                  </a:lnTo>
                  <a:lnTo>
                    <a:pt x="6119970" y="808489"/>
                  </a:lnTo>
                  <a:lnTo>
                    <a:pt x="6190315" y="804034"/>
                  </a:lnTo>
                  <a:lnTo>
                    <a:pt x="6260659" y="799535"/>
                  </a:lnTo>
                  <a:lnTo>
                    <a:pt x="6331004" y="794991"/>
                  </a:lnTo>
                  <a:lnTo>
                    <a:pt x="6401348" y="790402"/>
                  </a:lnTo>
                  <a:lnTo>
                    <a:pt x="6471693" y="785768"/>
                  </a:lnTo>
                  <a:lnTo>
                    <a:pt x="6542037" y="781087"/>
                  </a:lnTo>
                  <a:lnTo>
                    <a:pt x="6612382" y="776360"/>
                  </a:lnTo>
                  <a:lnTo>
                    <a:pt x="6682726" y="771586"/>
                  </a:lnTo>
                  <a:lnTo>
                    <a:pt x="6753071" y="766765"/>
                  </a:lnTo>
                  <a:lnTo>
                    <a:pt x="6823415" y="761895"/>
                  </a:lnTo>
                  <a:lnTo>
                    <a:pt x="6893760" y="756978"/>
                  </a:lnTo>
                  <a:lnTo>
                    <a:pt x="6964104" y="752011"/>
                  </a:lnTo>
                  <a:lnTo>
                    <a:pt x="6964104" y="1201418"/>
                  </a:lnTo>
                  <a:lnTo>
                    <a:pt x="6893760" y="1199620"/>
                  </a:lnTo>
                  <a:lnTo>
                    <a:pt x="6823415" y="1197765"/>
                  </a:lnTo>
                  <a:lnTo>
                    <a:pt x="6753071" y="1195850"/>
                  </a:lnTo>
                  <a:lnTo>
                    <a:pt x="6682726" y="1193873"/>
                  </a:lnTo>
                  <a:lnTo>
                    <a:pt x="6612382" y="1191832"/>
                  </a:lnTo>
                  <a:lnTo>
                    <a:pt x="6542037" y="1189726"/>
                  </a:lnTo>
                  <a:lnTo>
                    <a:pt x="6471693" y="1187551"/>
                  </a:lnTo>
                  <a:lnTo>
                    <a:pt x="6401348" y="1185307"/>
                  </a:lnTo>
                  <a:lnTo>
                    <a:pt x="6331004" y="1182991"/>
                  </a:lnTo>
                  <a:lnTo>
                    <a:pt x="6260659" y="1180599"/>
                  </a:lnTo>
                  <a:lnTo>
                    <a:pt x="6190315" y="1178131"/>
                  </a:lnTo>
                  <a:lnTo>
                    <a:pt x="6119970" y="1175583"/>
                  </a:lnTo>
                  <a:lnTo>
                    <a:pt x="6049626" y="1172953"/>
                  </a:lnTo>
                  <a:lnTo>
                    <a:pt x="5979281" y="1170239"/>
                  </a:lnTo>
                  <a:lnTo>
                    <a:pt x="5908937" y="1167437"/>
                  </a:lnTo>
                  <a:lnTo>
                    <a:pt x="5838592" y="1164544"/>
                  </a:lnTo>
                  <a:lnTo>
                    <a:pt x="5768248" y="1161559"/>
                  </a:lnTo>
                  <a:lnTo>
                    <a:pt x="5697903" y="1158477"/>
                  </a:lnTo>
                  <a:lnTo>
                    <a:pt x="5627559" y="1155296"/>
                  </a:lnTo>
                  <a:lnTo>
                    <a:pt x="5557214" y="1152012"/>
                  </a:lnTo>
                  <a:lnTo>
                    <a:pt x="5486870" y="1148623"/>
                  </a:lnTo>
                  <a:lnTo>
                    <a:pt x="5416525" y="1145124"/>
                  </a:lnTo>
                  <a:lnTo>
                    <a:pt x="5346181" y="1141513"/>
                  </a:lnTo>
                  <a:lnTo>
                    <a:pt x="5275836" y="1137785"/>
                  </a:lnTo>
                  <a:lnTo>
                    <a:pt x="5205492" y="1133937"/>
                  </a:lnTo>
                  <a:lnTo>
                    <a:pt x="5135147" y="1129966"/>
                  </a:lnTo>
                  <a:lnTo>
                    <a:pt x="5064803" y="1125866"/>
                  </a:lnTo>
                  <a:lnTo>
                    <a:pt x="4994458" y="1121634"/>
                  </a:lnTo>
                  <a:lnTo>
                    <a:pt x="4924114" y="1117266"/>
                  </a:lnTo>
                  <a:lnTo>
                    <a:pt x="4853769" y="1112757"/>
                  </a:lnTo>
                  <a:lnTo>
                    <a:pt x="4783425" y="1108102"/>
                  </a:lnTo>
                  <a:lnTo>
                    <a:pt x="4713080" y="1103298"/>
                  </a:lnTo>
                  <a:lnTo>
                    <a:pt x="4642736" y="1098339"/>
                  </a:lnTo>
                  <a:lnTo>
                    <a:pt x="4572391" y="1093220"/>
                  </a:lnTo>
                  <a:lnTo>
                    <a:pt x="4502047" y="1087936"/>
                  </a:lnTo>
                  <a:lnTo>
                    <a:pt x="4431702" y="1082482"/>
                  </a:lnTo>
                  <a:lnTo>
                    <a:pt x="4361358" y="1076853"/>
                  </a:lnTo>
                  <a:lnTo>
                    <a:pt x="4291013" y="1071041"/>
                  </a:lnTo>
                  <a:lnTo>
                    <a:pt x="4220669" y="1065043"/>
                  </a:lnTo>
                  <a:lnTo>
                    <a:pt x="4150324" y="1058851"/>
                  </a:lnTo>
                  <a:lnTo>
                    <a:pt x="4079980" y="1052460"/>
                  </a:lnTo>
                  <a:lnTo>
                    <a:pt x="4009635" y="1045863"/>
                  </a:lnTo>
                  <a:lnTo>
                    <a:pt x="3939291" y="1039053"/>
                  </a:lnTo>
                  <a:lnTo>
                    <a:pt x="3868946" y="1032024"/>
                  </a:lnTo>
                  <a:lnTo>
                    <a:pt x="3798602" y="1024768"/>
                  </a:lnTo>
                  <a:lnTo>
                    <a:pt x="3728257" y="1017279"/>
                  </a:lnTo>
                  <a:lnTo>
                    <a:pt x="3657913" y="1009548"/>
                  </a:lnTo>
                  <a:lnTo>
                    <a:pt x="3587569" y="1001568"/>
                  </a:lnTo>
                  <a:lnTo>
                    <a:pt x="3517224" y="993331"/>
                  </a:lnTo>
                  <a:lnTo>
                    <a:pt x="3446880" y="984829"/>
                  </a:lnTo>
                  <a:lnTo>
                    <a:pt x="3376535" y="976053"/>
                  </a:lnTo>
                  <a:lnTo>
                    <a:pt x="3306191" y="966993"/>
                  </a:lnTo>
                  <a:lnTo>
                    <a:pt x="3235846" y="957938"/>
                  </a:lnTo>
                  <a:lnTo>
                    <a:pt x="3165502" y="960880"/>
                  </a:lnTo>
                  <a:lnTo>
                    <a:pt x="3095157" y="963793"/>
                  </a:lnTo>
                  <a:lnTo>
                    <a:pt x="3024813" y="966678"/>
                  </a:lnTo>
                  <a:lnTo>
                    <a:pt x="2954468" y="969534"/>
                  </a:lnTo>
                  <a:lnTo>
                    <a:pt x="2884124" y="972362"/>
                  </a:lnTo>
                  <a:lnTo>
                    <a:pt x="2813779" y="975162"/>
                  </a:lnTo>
                  <a:lnTo>
                    <a:pt x="2743435" y="977935"/>
                  </a:lnTo>
                  <a:lnTo>
                    <a:pt x="2673090" y="980680"/>
                  </a:lnTo>
                  <a:lnTo>
                    <a:pt x="2602746" y="983399"/>
                  </a:lnTo>
                  <a:lnTo>
                    <a:pt x="2532401" y="986090"/>
                  </a:lnTo>
                  <a:lnTo>
                    <a:pt x="2462057" y="988755"/>
                  </a:lnTo>
                  <a:lnTo>
                    <a:pt x="2391712" y="991394"/>
                  </a:lnTo>
                  <a:lnTo>
                    <a:pt x="2321368" y="994008"/>
                  </a:lnTo>
                  <a:lnTo>
                    <a:pt x="2251023" y="996595"/>
                  </a:lnTo>
                  <a:lnTo>
                    <a:pt x="2180679" y="999157"/>
                  </a:lnTo>
                  <a:lnTo>
                    <a:pt x="2110334" y="1001694"/>
                  </a:lnTo>
                  <a:lnTo>
                    <a:pt x="2039990" y="1004206"/>
                  </a:lnTo>
                  <a:lnTo>
                    <a:pt x="1969645" y="1006693"/>
                  </a:lnTo>
                  <a:lnTo>
                    <a:pt x="1899301" y="1009155"/>
                  </a:lnTo>
                  <a:lnTo>
                    <a:pt x="1828956" y="1011594"/>
                  </a:lnTo>
                  <a:lnTo>
                    <a:pt x="1758612" y="1014008"/>
                  </a:lnTo>
                  <a:lnTo>
                    <a:pt x="1688267" y="1016399"/>
                  </a:lnTo>
                  <a:lnTo>
                    <a:pt x="1617923" y="1018767"/>
                  </a:lnTo>
                  <a:lnTo>
                    <a:pt x="1547578" y="1021111"/>
                  </a:lnTo>
                  <a:lnTo>
                    <a:pt x="1477234" y="1023432"/>
                  </a:lnTo>
                  <a:lnTo>
                    <a:pt x="1406889" y="1025730"/>
                  </a:lnTo>
                  <a:lnTo>
                    <a:pt x="1336545" y="1028005"/>
                  </a:lnTo>
                  <a:lnTo>
                    <a:pt x="1266200" y="1030258"/>
                  </a:lnTo>
                  <a:lnTo>
                    <a:pt x="1195856" y="1032489"/>
                  </a:lnTo>
                  <a:lnTo>
                    <a:pt x="1125511" y="1034699"/>
                  </a:lnTo>
                  <a:lnTo>
                    <a:pt x="1055167" y="1036886"/>
                  </a:lnTo>
                  <a:lnTo>
                    <a:pt x="984822" y="1039052"/>
                  </a:lnTo>
                  <a:lnTo>
                    <a:pt x="914478" y="1041196"/>
                  </a:lnTo>
                  <a:lnTo>
                    <a:pt x="844133" y="1043320"/>
                  </a:lnTo>
                  <a:lnTo>
                    <a:pt x="773789" y="1045423"/>
                  </a:lnTo>
                  <a:lnTo>
                    <a:pt x="703444" y="1047505"/>
                  </a:lnTo>
                  <a:lnTo>
                    <a:pt x="633100" y="1049566"/>
                  </a:lnTo>
                  <a:lnTo>
                    <a:pt x="562755" y="1051607"/>
                  </a:lnTo>
                  <a:lnTo>
                    <a:pt x="492411" y="1053628"/>
                  </a:lnTo>
                  <a:lnTo>
                    <a:pt x="422066" y="1055630"/>
                  </a:lnTo>
                  <a:lnTo>
                    <a:pt x="351722" y="1057611"/>
                  </a:lnTo>
                  <a:lnTo>
                    <a:pt x="281377" y="1059573"/>
                  </a:lnTo>
                  <a:lnTo>
                    <a:pt x="211033" y="1061516"/>
                  </a:lnTo>
                  <a:lnTo>
                    <a:pt x="140688" y="1063440"/>
                  </a:lnTo>
                  <a:lnTo>
                    <a:pt x="70344" y="1065345"/>
                  </a:lnTo>
                  <a:lnTo>
                    <a:pt x="0" y="106723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89839" y="2143092"/>
              <a:ext cx="6909577" cy="957642"/>
            </a:xfrm>
            <a:custGeom>
              <a:avLst/>
              <a:pathLst>
                <a:path w="6909577" h="957642">
                  <a:moveTo>
                    <a:pt x="0" y="0"/>
                  </a:moveTo>
                  <a:lnTo>
                    <a:pt x="15817" y="9043"/>
                  </a:lnTo>
                  <a:lnTo>
                    <a:pt x="86161" y="48005"/>
                  </a:lnTo>
                  <a:lnTo>
                    <a:pt x="156506" y="85751"/>
                  </a:lnTo>
                  <a:lnTo>
                    <a:pt x="226850" y="122319"/>
                  </a:lnTo>
                  <a:lnTo>
                    <a:pt x="297195" y="157746"/>
                  </a:lnTo>
                  <a:lnTo>
                    <a:pt x="367539" y="192067"/>
                  </a:lnTo>
                  <a:lnTo>
                    <a:pt x="437884" y="225316"/>
                  </a:lnTo>
                  <a:lnTo>
                    <a:pt x="508228" y="257527"/>
                  </a:lnTo>
                  <a:lnTo>
                    <a:pt x="578573" y="288733"/>
                  </a:lnTo>
                  <a:lnTo>
                    <a:pt x="648917" y="318965"/>
                  </a:lnTo>
                  <a:lnTo>
                    <a:pt x="719262" y="348253"/>
                  </a:lnTo>
                  <a:lnTo>
                    <a:pt x="789606" y="376627"/>
                  </a:lnTo>
                  <a:lnTo>
                    <a:pt x="859951" y="404115"/>
                  </a:lnTo>
                  <a:lnTo>
                    <a:pt x="930295" y="430745"/>
                  </a:lnTo>
                  <a:lnTo>
                    <a:pt x="1000640" y="456543"/>
                  </a:lnTo>
                  <a:lnTo>
                    <a:pt x="1070984" y="481537"/>
                  </a:lnTo>
                  <a:lnTo>
                    <a:pt x="1141329" y="505750"/>
                  </a:lnTo>
                  <a:lnTo>
                    <a:pt x="1211673" y="529207"/>
                  </a:lnTo>
                  <a:lnTo>
                    <a:pt x="1282018" y="551932"/>
                  </a:lnTo>
                  <a:lnTo>
                    <a:pt x="1352362" y="573948"/>
                  </a:lnTo>
                  <a:lnTo>
                    <a:pt x="1422707" y="595276"/>
                  </a:lnTo>
                  <a:lnTo>
                    <a:pt x="1493051" y="615939"/>
                  </a:lnTo>
                  <a:lnTo>
                    <a:pt x="1563395" y="635957"/>
                  </a:lnTo>
                  <a:lnTo>
                    <a:pt x="1633740" y="655349"/>
                  </a:lnTo>
                  <a:lnTo>
                    <a:pt x="1704084" y="674137"/>
                  </a:lnTo>
                  <a:lnTo>
                    <a:pt x="1774429" y="692338"/>
                  </a:lnTo>
                  <a:lnTo>
                    <a:pt x="1844773" y="709971"/>
                  </a:lnTo>
                  <a:lnTo>
                    <a:pt x="1915118" y="727053"/>
                  </a:lnTo>
                  <a:lnTo>
                    <a:pt x="1985462" y="743602"/>
                  </a:lnTo>
                  <a:lnTo>
                    <a:pt x="2055807" y="759635"/>
                  </a:lnTo>
                  <a:lnTo>
                    <a:pt x="2126151" y="775167"/>
                  </a:lnTo>
                  <a:lnTo>
                    <a:pt x="2196496" y="790214"/>
                  </a:lnTo>
                  <a:lnTo>
                    <a:pt x="2266840" y="804791"/>
                  </a:lnTo>
                  <a:lnTo>
                    <a:pt x="2337185" y="818914"/>
                  </a:lnTo>
                  <a:lnTo>
                    <a:pt x="2407529" y="832595"/>
                  </a:lnTo>
                  <a:lnTo>
                    <a:pt x="2477874" y="845850"/>
                  </a:lnTo>
                  <a:lnTo>
                    <a:pt x="2548218" y="858691"/>
                  </a:lnTo>
                  <a:lnTo>
                    <a:pt x="2618563" y="871131"/>
                  </a:lnTo>
                  <a:lnTo>
                    <a:pt x="2688907" y="883182"/>
                  </a:lnTo>
                  <a:lnTo>
                    <a:pt x="2759252" y="894858"/>
                  </a:lnTo>
                  <a:lnTo>
                    <a:pt x="2829596" y="906169"/>
                  </a:lnTo>
                  <a:lnTo>
                    <a:pt x="2899941" y="917126"/>
                  </a:lnTo>
                  <a:lnTo>
                    <a:pt x="2970285" y="927742"/>
                  </a:lnTo>
                  <a:lnTo>
                    <a:pt x="3040630" y="938027"/>
                  </a:lnTo>
                  <a:lnTo>
                    <a:pt x="3110974" y="947990"/>
                  </a:lnTo>
                  <a:lnTo>
                    <a:pt x="3181319" y="957642"/>
                  </a:lnTo>
                  <a:lnTo>
                    <a:pt x="3251663" y="954967"/>
                  </a:lnTo>
                  <a:lnTo>
                    <a:pt x="3322008" y="951966"/>
                  </a:lnTo>
                  <a:lnTo>
                    <a:pt x="3392352" y="948936"/>
                  </a:lnTo>
                  <a:lnTo>
                    <a:pt x="3462697" y="945875"/>
                  </a:lnTo>
                  <a:lnTo>
                    <a:pt x="3533041" y="942784"/>
                  </a:lnTo>
                  <a:lnTo>
                    <a:pt x="3603386" y="939662"/>
                  </a:lnTo>
                  <a:lnTo>
                    <a:pt x="3673730" y="936510"/>
                  </a:lnTo>
                  <a:lnTo>
                    <a:pt x="3744075" y="933326"/>
                  </a:lnTo>
                  <a:lnTo>
                    <a:pt x="3814419" y="930110"/>
                  </a:lnTo>
                  <a:lnTo>
                    <a:pt x="3884764" y="926863"/>
                  </a:lnTo>
                  <a:lnTo>
                    <a:pt x="3955108" y="923583"/>
                  </a:lnTo>
                  <a:lnTo>
                    <a:pt x="4025453" y="920271"/>
                  </a:lnTo>
                  <a:lnTo>
                    <a:pt x="4095797" y="916926"/>
                  </a:lnTo>
                  <a:lnTo>
                    <a:pt x="4166142" y="913547"/>
                  </a:lnTo>
                  <a:lnTo>
                    <a:pt x="4236486" y="910135"/>
                  </a:lnTo>
                  <a:lnTo>
                    <a:pt x="4306831" y="906689"/>
                  </a:lnTo>
                  <a:lnTo>
                    <a:pt x="4377175" y="903209"/>
                  </a:lnTo>
                  <a:lnTo>
                    <a:pt x="4447520" y="899695"/>
                  </a:lnTo>
                  <a:lnTo>
                    <a:pt x="4517864" y="896145"/>
                  </a:lnTo>
                  <a:lnTo>
                    <a:pt x="4588209" y="892561"/>
                  </a:lnTo>
                  <a:lnTo>
                    <a:pt x="4658553" y="888940"/>
                  </a:lnTo>
                  <a:lnTo>
                    <a:pt x="4728898" y="885284"/>
                  </a:lnTo>
                  <a:lnTo>
                    <a:pt x="4799242" y="881592"/>
                  </a:lnTo>
                  <a:lnTo>
                    <a:pt x="4869587" y="877862"/>
                  </a:lnTo>
                  <a:lnTo>
                    <a:pt x="4939931" y="874096"/>
                  </a:lnTo>
                  <a:lnTo>
                    <a:pt x="5010276" y="870292"/>
                  </a:lnTo>
                  <a:lnTo>
                    <a:pt x="5080620" y="866451"/>
                  </a:lnTo>
                  <a:lnTo>
                    <a:pt x="5150965" y="862571"/>
                  </a:lnTo>
                  <a:lnTo>
                    <a:pt x="5221309" y="858653"/>
                  </a:lnTo>
                  <a:lnTo>
                    <a:pt x="5291653" y="854696"/>
                  </a:lnTo>
                  <a:lnTo>
                    <a:pt x="5361998" y="850700"/>
                  </a:lnTo>
                  <a:lnTo>
                    <a:pt x="5432342" y="846664"/>
                  </a:lnTo>
                  <a:lnTo>
                    <a:pt x="5502687" y="842588"/>
                  </a:lnTo>
                  <a:lnTo>
                    <a:pt x="5573031" y="838472"/>
                  </a:lnTo>
                  <a:lnTo>
                    <a:pt x="5643376" y="834315"/>
                  </a:lnTo>
                  <a:lnTo>
                    <a:pt x="5713720" y="830116"/>
                  </a:lnTo>
                  <a:lnTo>
                    <a:pt x="5784065" y="825876"/>
                  </a:lnTo>
                  <a:lnTo>
                    <a:pt x="5854409" y="821593"/>
                  </a:lnTo>
                  <a:lnTo>
                    <a:pt x="5924754" y="817268"/>
                  </a:lnTo>
                  <a:lnTo>
                    <a:pt x="5995098" y="812901"/>
                  </a:lnTo>
                  <a:lnTo>
                    <a:pt x="6065443" y="808489"/>
                  </a:lnTo>
                  <a:lnTo>
                    <a:pt x="6135787" y="804034"/>
                  </a:lnTo>
                  <a:lnTo>
                    <a:pt x="6206132" y="799535"/>
                  </a:lnTo>
                  <a:lnTo>
                    <a:pt x="6276476" y="794991"/>
                  </a:lnTo>
                  <a:lnTo>
                    <a:pt x="6346821" y="790402"/>
                  </a:lnTo>
                  <a:lnTo>
                    <a:pt x="6417165" y="785768"/>
                  </a:lnTo>
                  <a:lnTo>
                    <a:pt x="6487510" y="781087"/>
                  </a:lnTo>
                  <a:lnTo>
                    <a:pt x="6557854" y="776360"/>
                  </a:lnTo>
                  <a:lnTo>
                    <a:pt x="6628199" y="771586"/>
                  </a:lnTo>
                  <a:lnTo>
                    <a:pt x="6698543" y="766765"/>
                  </a:lnTo>
                  <a:lnTo>
                    <a:pt x="6768888" y="761895"/>
                  </a:lnTo>
                  <a:lnTo>
                    <a:pt x="6839232" y="756978"/>
                  </a:lnTo>
                  <a:lnTo>
                    <a:pt x="6909577" y="75201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35312" y="3101030"/>
              <a:ext cx="6964104" cy="243479"/>
            </a:xfrm>
            <a:custGeom>
              <a:avLst/>
              <a:pathLst>
                <a:path w="6964104" h="243479">
                  <a:moveTo>
                    <a:pt x="6964104" y="243479"/>
                  </a:moveTo>
                  <a:lnTo>
                    <a:pt x="6893760" y="241681"/>
                  </a:lnTo>
                  <a:lnTo>
                    <a:pt x="6823415" y="239826"/>
                  </a:lnTo>
                  <a:lnTo>
                    <a:pt x="6753071" y="237911"/>
                  </a:lnTo>
                  <a:lnTo>
                    <a:pt x="6682726" y="235934"/>
                  </a:lnTo>
                  <a:lnTo>
                    <a:pt x="6612382" y="233893"/>
                  </a:lnTo>
                  <a:lnTo>
                    <a:pt x="6542037" y="231787"/>
                  </a:lnTo>
                  <a:lnTo>
                    <a:pt x="6471693" y="229613"/>
                  </a:lnTo>
                  <a:lnTo>
                    <a:pt x="6401348" y="227369"/>
                  </a:lnTo>
                  <a:lnTo>
                    <a:pt x="6331004" y="225052"/>
                  </a:lnTo>
                  <a:lnTo>
                    <a:pt x="6260659" y="222661"/>
                  </a:lnTo>
                  <a:lnTo>
                    <a:pt x="6190315" y="220193"/>
                  </a:lnTo>
                  <a:lnTo>
                    <a:pt x="6119970" y="217645"/>
                  </a:lnTo>
                  <a:lnTo>
                    <a:pt x="6049626" y="215015"/>
                  </a:lnTo>
                  <a:lnTo>
                    <a:pt x="5979281" y="212300"/>
                  </a:lnTo>
                  <a:lnTo>
                    <a:pt x="5908937" y="209498"/>
                  </a:lnTo>
                  <a:lnTo>
                    <a:pt x="5838592" y="206606"/>
                  </a:lnTo>
                  <a:lnTo>
                    <a:pt x="5768248" y="203620"/>
                  </a:lnTo>
                  <a:lnTo>
                    <a:pt x="5697903" y="200538"/>
                  </a:lnTo>
                  <a:lnTo>
                    <a:pt x="5627559" y="197357"/>
                  </a:lnTo>
                  <a:lnTo>
                    <a:pt x="5557214" y="194074"/>
                  </a:lnTo>
                  <a:lnTo>
                    <a:pt x="5486870" y="190684"/>
                  </a:lnTo>
                  <a:lnTo>
                    <a:pt x="5416525" y="187186"/>
                  </a:lnTo>
                  <a:lnTo>
                    <a:pt x="5346181" y="183574"/>
                  </a:lnTo>
                  <a:lnTo>
                    <a:pt x="5275836" y="179847"/>
                  </a:lnTo>
                  <a:lnTo>
                    <a:pt x="5205492" y="175999"/>
                  </a:lnTo>
                  <a:lnTo>
                    <a:pt x="5135147" y="172027"/>
                  </a:lnTo>
                  <a:lnTo>
                    <a:pt x="5064803" y="167927"/>
                  </a:lnTo>
                  <a:lnTo>
                    <a:pt x="4994458" y="163695"/>
                  </a:lnTo>
                  <a:lnTo>
                    <a:pt x="4924114" y="159327"/>
                  </a:lnTo>
                  <a:lnTo>
                    <a:pt x="4853769" y="154818"/>
                  </a:lnTo>
                  <a:lnTo>
                    <a:pt x="4783425" y="150164"/>
                  </a:lnTo>
                  <a:lnTo>
                    <a:pt x="4713080" y="145359"/>
                  </a:lnTo>
                  <a:lnTo>
                    <a:pt x="4642736" y="140400"/>
                  </a:lnTo>
                  <a:lnTo>
                    <a:pt x="4572391" y="135282"/>
                  </a:lnTo>
                  <a:lnTo>
                    <a:pt x="4502047" y="129998"/>
                  </a:lnTo>
                  <a:lnTo>
                    <a:pt x="4431702" y="124544"/>
                  </a:lnTo>
                  <a:lnTo>
                    <a:pt x="4361358" y="118914"/>
                  </a:lnTo>
                  <a:lnTo>
                    <a:pt x="4291013" y="113103"/>
                  </a:lnTo>
                  <a:lnTo>
                    <a:pt x="4220669" y="107104"/>
                  </a:lnTo>
                  <a:lnTo>
                    <a:pt x="4150324" y="100913"/>
                  </a:lnTo>
                  <a:lnTo>
                    <a:pt x="4079980" y="94521"/>
                  </a:lnTo>
                  <a:lnTo>
                    <a:pt x="4009635" y="87924"/>
                  </a:lnTo>
                  <a:lnTo>
                    <a:pt x="3939291" y="81114"/>
                  </a:lnTo>
                  <a:lnTo>
                    <a:pt x="3868946" y="74085"/>
                  </a:lnTo>
                  <a:lnTo>
                    <a:pt x="3798602" y="66830"/>
                  </a:lnTo>
                  <a:lnTo>
                    <a:pt x="3728257" y="59340"/>
                  </a:lnTo>
                  <a:lnTo>
                    <a:pt x="3657913" y="51609"/>
                  </a:lnTo>
                  <a:lnTo>
                    <a:pt x="3587569" y="43630"/>
                  </a:lnTo>
                  <a:lnTo>
                    <a:pt x="3517224" y="35393"/>
                  </a:lnTo>
                  <a:lnTo>
                    <a:pt x="3446880" y="26890"/>
                  </a:lnTo>
                  <a:lnTo>
                    <a:pt x="3376535" y="18114"/>
                  </a:lnTo>
                  <a:lnTo>
                    <a:pt x="3306191" y="9055"/>
                  </a:lnTo>
                  <a:lnTo>
                    <a:pt x="3235846" y="0"/>
                  </a:lnTo>
                  <a:lnTo>
                    <a:pt x="3165502" y="2942"/>
                  </a:lnTo>
                  <a:lnTo>
                    <a:pt x="3095157" y="5855"/>
                  </a:lnTo>
                  <a:lnTo>
                    <a:pt x="3024813" y="8739"/>
                  </a:lnTo>
                  <a:lnTo>
                    <a:pt x="2954468" y="11595"/>
                  </a:lnTo>
                  <a:lnTo>
                    <a:pt x="2884124" y="14423"/>
                  </a:lnTo>
                  <a:lnTo>
                    <a:pt x="2813779" y="17223"/>
                  </a:lnTo>
                  <a:lnTo>
                    <a:pt x="2743435" y="19996"/>
                  </a:lnTo>
                  <a:lnTo>
                    <a:pt x="2673090" y="22741"/>
                  </a:lnTo>
                  <a:lnTo>
                    <a:pt x="2602746" y="25460"/>
                  </a:lnTo>
                  <a:lnTo>
                    <a:pt x="2532401" y="28152"/>
                  </a:lnTo>
                  <a:lnTo>
                    <a:pt x="2462057" y="30817"/>
                  </a:lnTo>
                  <a:lnTo>
                    <a:pt x="2391712" y="33456"/>
                  </a:lnTo>
                  <a:lnTo>
                    <a:pt x="2321368" y="36069"/>
                  </a:lnTo>
                  <a:lnTo>
                    <a:pt x="2251023" y="38656"/>
                  </a:lnTo>
                  <a:lnTo>
                    <a:pt x="2180679" y="41218"/>
                  </a:lnTo>
                  <a:lnTo>
                    <a:pt x="2110334" y="43755"/>
                  </a:lnTo>
                  <a:lnTo>
                    <a:pt x="2039990" y="46267"/>
                  </a:lnTo>
                  <a:lnTo>
                    <a:pt x="1969645" y="48754"/>
                  </a:lnTo>
                  <a:lnTo>
                    <a:pt x="1899301" y="51217"/>
                  </a:lnTo>
                  <a:lnTo>
                    <a:pt x="1828956" y="53655"/>
                  </a:lnTo>
                  <a:lnTo>
                    <a:pt x="1758612" y="56070"/>
                  </a:lnTo>
                  <a:lnTo>
                    <a:pt x="1688267" y="58461"/>
                  </a:lnTo>
                  <a:lnTo>
                    <a:pt x="1617923" y="60828"/>
                  </a:lnTo>
                  <a:lnTo>
                    <a:pt x="1547578" y="63172"/>
                  </a:lnTo>
                  <a:lnTo>
                    <a:pt x="1477234" y="65493"/>
                  </a:lnTo>
                  <a:lnTo>
                    <a:pt x="1406889" y="67791"/>
                  </a:lnTo>
                  <a:lnTo>
                    <a:pt x="1336545" y="70067"/>
                  </a:lnTo>
                  <a:lnTo>
                    <a:pt x="1266200" y="72320"/>
                  </a:lnTo>
                  <a:lnTo>
                    <a:pt x="1195856" y="74551"/>
                  </a:lnTo>
                  <a:lnTo>
                    <a:pt x="1125511" y="76760"/>
                  </a:lnTo>
                  <a:lnTo>
                    <a:pt x="1055167" y="78947"/>
                  </a:lnTo>
                  <a:lnTo>
                    <a:pt x="984822" y="81113"/>
                  </a:lnTo>
                  <a:lnTo>
                    <a:pt x="914478" y="83258"/>
                  </a:lnTo>
                  <a:lnTo>
                    <a:pt x="844133" y="85381"/>
                  </a:lnTo>
                  <a:lnTo>
                    <a:pt x="773789" y="87484"/>
                  </a:lnTo>
                  <a:lnTo>
                    <a:pt x="703444" y="89566"/>
                  </a:lnTo>
                  <a:lnTo>
                    <a:pt x="633100" y="91627"/>
                  </a:lnTo>
                  <a:lnTo>
                    <a:pt x="562755" y="93669"/>
                  </a:lnTo>
                  <a:lnTo>
                    <a:pt x="492411" y="95690"/>
                  </a:lnTo>
                  <a:lnTo>
                    <a:pt x="422066" y="97691"/>
                  </a:lnTo>
                  <a:lnTo>
                    <a:pt x="351722" y="99673"/>
                  </a:lnTo>
                  <a:lnTo>
                    <a:pt x="281377" y="101635"/>
                  </a:lnTo>
                  <a:lnTo>
                    <a:pt x="211033" y="103578"/>
                  </a:lnTo>
                  <a:lnTo>
                    <a:pt x="140688" y="105501"/>
                  </a:lnTo>
                  <a:lnTo>
                    <a:pt x="70344" y="107406"/>
                  </a:lnTo>
                  <a:lnTo>
                    <a:pt x="0" y="10929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235312" y="2905568"/>
              <a:ext cx="6964104" cy="326852"/>
            </a:xfrm>
            <a:custGeom>
              <a:avLst/>
              <a:pathLst>
                <a:path w="6964104" h="326852">
                  <a:moveTo>
                    <a:pt x="0" y="0"/>
                  </a:moveTo>
                  <a:lnTo>
                    <a:pt x="70344" y="5371"/>
                  </a:lnTo>
                  <a:lnTo>
                    <a:pt x="140688" y="10684"/>
                  </a:lnTo>
                  <a:lnTo>
                    <a:pt x="211033" y="15940"/>
                  </a:lnTo>
                  <a:lnTo>
                    <a:pt x="281377" y="21138"/>
                  </a:lnTo>
                  <a:lnTo>
                    <a:pt x="351722" y="26281"/>
                  </a:lnTo>
                  <a:lnTo>
                    <a:pt x="422066" y="31367"/>
                  </a:lnTo>
                  <a:lnTo>
                    <a:pt x="492411" y="36398"/>
                  </a:lnTo>
                  <a:lnTo>
                    <a:pt x="562755" y="41374"/>
                  </a:lnTo>
                  <a:lnTo>
                    <a:pt x="633100" y="46297"/>
                  </a:lnTo>
                  <a:lnTo>
                    <a:pt x="703444" y="51165"/>
                  </a:lnTo>
                  <a:lnTo>
                    <a:pt x="773789" y="55981"/>
                  </a:lnTo>
                  <a:lnTo>
                    <a:pt x="844133" y="60745"/>
                  </a:lnTo>
                  <a:lnTo>
                    <a:pt x="914478" y="65457"/>
                  </a:lnTo>
                  <a:lnTo>
                    <a:pt x="984822" y="70118"/>
                  </a:lnTo>
                  <a:lnTo>
                    <a:pt x="1055167" y="74728"/>
                  </a:lnTo>
                  <a:lnTo>
                    <a:pt x="1125511" y="79289"/>
                  </a:lnTo>
                  <a:lnTo>
                    <a:pt x="1195856" y="83799"/>
                  </a:lnTo>
                  <a:lnTo>
                    <a:pt x="1266200" y="88261"/>
                  </a:lnTo>
                  <a:lnTo>
                    <a:pt x="1336545" y="92674"/>
                  </a:lnTo>
                  <a:lnTo>
                    <a:pt x="1406889" y="97040"/>
                  </a:lnTo>
                  <a:lnTo>
                    <a:pt x="1477234" y="101358"/>
                  </a:lnTo>
                  <a:lnTo>
                    <a:pt x="1547578" y="105629"/>
                  </a:lnTo>
                  <a:lnTo>
                    <a:pt x="1617923" y="109853"/>
                  </a:lnTo>
                  <a:lnTo>
                    <a:pt x="1688267" y="114032"/>
                  </a:lnTo>
                  <a:lnTo>
                    <a:pt x="1758612" y="118166"/>
                  </a:lnTo>
                  <a:lnTo>
                    <a:pt x="1828956" y="122254"/>
                  </a:lnTo>
                  <a:lnTo>
                    <a:pt x="1899301" y="126298"/>
                  </a:lnTo>
                  <a:lnTo>
                    <a:pt x="1969645" y="130299"/>
                  </a:lnTo>
                  <a:lnTo>
                    <a:pt x="2039990" y="134256"/>
                  </a:lnTo>
                  <a:lnTo>
                    <a:pt x="2110334" y="138169"/>
                  </a:lnTo>
                  <a:lnTo>
                    <a:pt x="2180679" y="142041"/>
                  </a:lnTo>
                  <a:lnTo>
                    <a:pt x="2251023" y="145870"/>
                  </a:lnTo>
                  <a:lnTo>
                    <a:pt x="2321368" y="149658"/>
                  </a:lnTo>
                  <a:lnTo>
                    <a:pt x="2391712" y="153405"/>
                  </a:lnTo>
                  <a:lnTo>
                    <a:pt x="2462057" y="157111"/>
                  </a:lnTo>
                  <a:lnTo>
                    <a:pt x="2532401" y="160776"/>
                  </a:lnTo>
                  <a:lnTo>
                    <a:pt x="2602746" y="164402"/>
                  </a:lnTo>
                  <a:lnTo>
                    <a:pt x="2673090" y="167989"/>
                  </a:lnTo>
                  <a:lnTo>
                    <a:pt x="2743435" y="171536"/>
                  </a:lnTo>
                  <a:lnTo>
                    <a:pt x="2813779" y="175045"/>
                  </a:lnTo>
                  <a:lnTo>
                    <a:pt x="2884124" y="178516"/>
                  </a:lnTo>
                  <a:lnTo>
                    <a:pt x="2954468" y="181950"/>
                  </a:lnTo>
                  <a:lnTo>
                    <a:pt x="3024813" y="185346"/>
                  </a:lnTo>
                  <a:lnTo>
                    <a:pt x="3095157" y="188705"/>
                  </a:lnTo>
                  <a:lnTo>
                    <a:pt x="3165502" y="192028"/>
                  </a:lnTo>
                  <a:lnTo>
                    <a:pt x="3235846" y="195314"/>
                  </a:lnTo>
                  <a:lnTo>
                    <a:pt x="3306191" y="198565"/>
                  </a:lnTo>
                  <a:lnTo>
                    <a:pt x="3376535" y="201781"/>
                  </a:lnTo>
                  <a:lnTo>
                    <a:pt x="3446880" y="204962"/>
                  </a:lnTo>
                  <a:lnTo>
                    <a:pt x="3517224" y="208108"/>
                  </a:lnTo>
                  <a:lnTo>
                    <a:pt x="3587569" y="211220"/>
                  </a:lnTo>
                  <a:lnTo>
                    <a:pt x="3657913" y="214298"/>
                  </a:lnTo>
                  <a:lnTo>
                    <a:pt x="3728257" y="217343"/>
                  </a:lnTo>
                  <a:lnTo>
                    <a:pt x="3798602" y="220354"/>
                  </a:lnTo>
                  <a:lnTo>
                    <a:pt x="3868946" y="223334"/>
                  </a:lnTo>
                  <a:lnTo>
                    <a:pt x="3939291" y="226280"/>
                  </a:lnTo>
                  <a:lnTo>
                    <a:pt x="4009635" y="229195"/>
                  </a:lnTo>
                  <a:lnTo>
                    <a:pt x="4079980" y="232078"/>
                  </a:lnTo>
                  <a:lnTo>
                    <a:pt x="4150324" y="234930"/>
                  </a:lnTo>
                  <a:lnTo>
                    <a:pt x="4220669" y="237751"/>
                  </a:lnTo>
                  <a:lnTo>
                    <a:pt x="4291013" y="240541"/>
                  </a:lnTo>
                  <a:lnTo>
                    <a:pt x="4361358" y="243301"/>
                  </a:lnTo>
                  <a:lnTo>
                    <a:pt x="4431702" y="246030"/>
                  </a:lnTo>
                  <a:lnTo>
                    <a:pt x="4502047" y="248731"/>
                  </a:lnTo>
                  <a:lnTo>
                    <a:pt x="4572391" y="251402"/>
                  </a:lnTo>
                  <a:lnTo>
                    <a:pt x="4642736" y="254044"/>
                  </a:lnTo>
                  <a:lnTo>
                    <a:pt x="4713080" y="256657"/>
                  </a:lnTo>
                  <a:lnTo>
                    <a:pt x="4783425" y="259242"/>
                  </a:lnTo>
                  <a:lnTo>
                    <a:pt x="4853769" y="261799"/>
                  </a:lnTo>
                  <a:lnTo>
                    <a:pt x="4924114" y="264328"/>
                  </a:lnTo>
                  <a:lnTo>
                    <a:pt x="4994458" y="266829"/>
                  </a:lnTo>
                  <a:lnTo>
                    <a:pt x="5064803" y="269304"/>
                  </a:lnTo>
                  <a:lnTo>
                    <a:pt x="5135147" y="271751"/>
                  </a:lnTo>
                  <a:lnTo>
                    <a:pt x="5205492" y="274172"/>
                  </a:lnTo>
                  <a:lnTo>
                    <a:pt x="5275836" y="276567"/>
                  </a:lnTo>
                  <a:lnTo>
                    <a:pt x="5346181" y="278936"/>
                  </a:lnTo>
                  <a:lnTo>
                    <a:pt x="5416525" y="281279"/>
                  </a:lnTo>
                  <a:lnTo>
                    <a:pt x="5486870" y="283596"/>
                  </a:lnTo>
                  <a:lnTo>
                    <a:pt x="5557214" y="285888"/>
                  </a:lnTo>
                  <a:lnTo>
                    <a:pt x="5627559" y="288156"/>
                  </a:lnTo>
                  <a:lnTo>
                    <a:pt x="5697903" y="290399"/>
                  </a:lnTo>
                  <a:lnTo>
                    <a:pt x="5768248" y="292617"/>
                  </a:lnTo>
                  <a:lnTo>
                    <a:pt x="5838592" y="294812"/>
                  </a:lnTo>
                  <a:lnTo>
                    <a:pt x="5908937" y="296982"/>
                  </a:lnTo>
                  <a:lnTo>
                    <a:pt x="5979281" y="299129"/>
                  </a:lnTo>
                  <a:lnTo>
                    <a:pt x="6049626" y="301253"/>
                  </a:lnTo>
                  <a:lnTo>
                    <a:pt x="6119970" y="303354"/>
                  </a:lnTo>
                  <a:lnTo>
                    <a:pt x="6190315" y="305432"/>
                  </a:lnTo>
                  <a:lnTo>
                    <a:pt x="6260659" y="307487"/>
                  </a:lnTo>
                  <a:lnTo>
                    <a:pt x="6331004" y="309520"/>
                  </a:lnTo>
                  <a:lnTo>
                    <a:pt x="6401348" y="311531"/>
                  </a:lnTo>
                  <a:lnTo>
                    <a:pt x="6471693" y="313520"/>
                  </a:lnTo>
                  <a:lnTo>
                    <a:pt x="6542037" y="315487"/>
                  </a:lnTo>
                  <a:lnTo>
                    <a:pt x="6612382" y="317434"/>
                  </a:lnTo>
                  <a:lnTo>
                    <a:pt x="6682726" y="319359"/>
                  </a:lnTo>
                  <a:lnTo>
                    <a:pt x="6753071" y="321263"/>
                  </a:lnTo>
                  <a:lnTo>
                    <a:pt x="6823415" y="323146"/>
                  </a:lnTo>
                  <a:lnTo>
                    <a:pt x="6893760" y="325009"/>
                  </a:lnTo>
                  <a:lnTo>
                    <a:pt x="6964104" y="32685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87106" y="3100960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472829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762297" y="336024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62297" y="306090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62297" y="276157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62297" y="246224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62297" y="21629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516846" y="3522791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584458" y="3522791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571282" y="352279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928340" y="3662467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138035" y="2751517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87106" y="1966152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1.13 (0.89-1.44), p = 0.304  |  per IQR decline (Δ = 29.5 %): 1.45 (0.72-2.93)  |  IQR: [-15.6, 13.9] 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87106" y="1739378"/>
              <a:ext cx="376028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Immune-related AE &amp; Other (Carboplatin AUC ≥ 3)</a:t>
              </a:r>
            </a:p>
          </p:txBody>
        </p:sp>
        <p:sp>
          <p:nvSpPr>
            <p:cNvPr id="39" name="pl39"/>
            <p:cNvSpPr/>
            <p:nvPr/>
          </p:nvSpPr>
          <p:spPr>
            <a:xfrm>
              <a:off x="887106" y="5444019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887106" y="5144686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887106" y="4845352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887106" y="4546018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83303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790468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597634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404799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4211965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019130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5826296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6633461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440627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8247792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887106" y="5593686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887106" y="5294352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87106" y="4995019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887106" y="4695685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887106" y="4396351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386885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194051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001216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808382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615547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422713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229878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7037044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7844209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1235312" y="4336484"/>
              <a:ext cx="6964104" cy="1201418"/>
            </a:xfrm>
            <a:custGeom>
              <a:avLst/>
              <a:pathLst>
                <a:path w="6964104" h="1201418">
                  <a:moveTo>
                    <a:pt x="54527" y="0"/>
                  </a:moveTo>
                  <a:lnTo>
                    <a:pt x="70344" y="9043"/>
                  </a:lnTo>
                  <a:lnTo>
                    <a:pt x="140688" y="48005"/>
                  </a:lnTo>
                  <a:lnTo>
                    <a:pt x="211033" y="85751"/>
                  </a:lnTo>
                  <a:lnTo>
                    <a:pt x="281377" y="122319"/>
                  </a:lnTo>
                  <a:lnTo>
                    <a:pt x="351722" y="157746"/>
                  </a:lnTo>
                  <a:lnTo>
                    <a:pt x="422066" y="192067"/>
                  </a:lnTo>
                  <a:lnTo>
                    <a:pt x="492411" y="225316"/>
                  </a:lnTo>
                  <a:lnTo>
                    <a:pt x="562755" y="257527"/>
                  </a:lnTo>
                  <a:lnTo>
                    <a:pt x="633100" y="288733"/>
                  </a:lnTo>
                  <a:lnTo>
                    <a:pt x="703444" y="318965"/>
                  </a:lnTo>
                  <a:lnTo>
                    <a:pt x="773789" y="348253"/>
                  </a:lnTo>
                  <a:lnTo>
                    <a:pt x="844133" y="376627"/>
                  </a:lnTo>
                  <a:lnTo>
                    <a:pt x="914478" y="404115"/>
                  </a:lnTo>
                  <a:lnTo>
                    <a:pt x="984822" y="430745"/>
                  </a:lnTo>
                  <a:lnTo>
                    <a:pt x="1055167" y="456543"/>
                  </a:lnTo>
                  <a:lnTo>
                    <a:pt x="1125511" y="481537"/>
                  </a:lnTo>
                  <a:lnTo>
                    <a:pt x="1195856" y="505750"/>
                  </a:lnTo>
                  <a:lnTo>
                    <a:pt x="1266200" y="529207"/>
                  </a:lnTo>
                  <a:lnTo>
                    <a:pt x="1336545" y="551932"/>
                  </a:lnTo>
                  <a:lnTo>
                    <a:pt x="1406889" y="573948"/>
                  </a:lnTo>
                  <a:lnTo>
                    <a:pt x="1477234" y="595276"/>
                  </a:lnTo>
                  <a:lnTo>
                    <a:pt x="1547578" y="615939"/>
                  </a:lnTo>
                  <a:lnTo>
                    <a:pt x="1617923" y="635957"/>
                  </a:lnTo>
                  <a:lnTo>
                    <a:pt x="1688267" y="655349"/>
                  </a:lnTo>
                  <a:lnTo>
                    <a:pt x="1758612" y="674137"/>
                  </a:lnTo>
                  <a:lnTo>
                    <a:pt x="1828956" y="692338"/>
                  </a:lnTo>
                  <a:lnTo>
                    <a:pt x="1899301" y="709971"/>
                  </a:lnTo>
                  <a:lnTo>
                    <a:pt x="1969645" y="727053"/>
                  </a:lnTo>
                  <a:lnTo>
                    <a:pt x="2039990" y="743602"/>
                  </a:lnTo>
                  <a:lnTo>
                    <a:pt x="2110334" y="759635"/>
                  </a:lnTo>
                  <a:lnTo>
                    <a:pt x="2180679" y="775167"/>
                  </a:lnTo>
                  <a:lnTo>
                    <a:pt x="2251023" y="790214"/>
                  </a:lnTo>
                  <a:lnTo>
                    <a:pt x="2321368" y="804791"/>
                  </a:lnTo>
                  <a:lnTo>
                    <a:pt x="2391712" y="818914"/>
                  </a:lnTo>
                  <a:lnTo>
                    <a:pt x="2462057" y="832595"/>
                  </a:lnTo>
                  <a:lnTo>
                    <a:pt x="2532401" y="845850"/>
                  </a:lnTo>
                  <a:lnTo>
                    <a:pt x="2602746" y="858691"/>
                  </a:lnTo>
                  <a:lnTo>
                    <a:pt x="2673090" y="871131"/>
                  </a:lnTo>
                  <a:lnTo>
                    <a:pt x="2743435" y="883182"/>
                  </a:lnTo>
                  <a:lnTo>
                    <a:pt x="2813779" y="894858"/>
                  </a:lnTo>
                  <a:lnTo>
                    <a:pt x="2884124" y="906169"/>
                  </a:lnTo>
                  <a:lnTo>
                    <a:pt x="2954468" y="917126"/>
                  </a:lnTo>
                  <a:lnTo>
                    <a:pt x="3024813" y="927742"/>
                  </a:lnTo>
                  <a:lnTo>
                    <a:pt x="3095157" y="938027"/>
                  </a:lnTo>
                  <a:lnTo>
                    <a:pt x="3165502" y="947990"/>
                  </a:lnTo>
                  <a:lnTo>
                    <a:pt x="3235846" y="957642"/>
                  </a:lnTo>
                  <a:lnTo>
                    <a:pt x="3306191" y="954967"/>
                  </a:lnTo>
                  <a:lnTo>
                    <a:pt x="3376535" y="951966"/>
                  </a:lnTo>
                  <a:lnTo>
                    <a:pt x="3446880" y="948936"/>
                  </a:lnTo>
                  <a:lnTo>
                    <a:pt x="3517224" y="945875"/>
                  </a:lnTo>
                  <a:lnTo>
                    <a:pt x="3587569" y="942784"/>
                  </a:lnTo>
                  <a:lnTo>
                    <a:pt x="3657913" y="939662"/>
                  </a:lnTo>
                  <a:lnTo>
                    <a:pt x="3728257" y="936510"/>
                  </a:lnTo>
                  <a:lnTo>
                    <a:pt x="3798602" y="933326"/>
                  </a:lnTo>
                  <a:lnTo>
                    <a:pt x="3868946" y="930110"/>
                  </a:lnTo>
                  <a:lnTo>
                    <a:pt x="3939291" y="926863"/>
                  </a:lnTo>
                  <a:lnTo>
                    <a:pt x="4009635" y="923583"/>
                  </a:lnTo>
                  <a:lnTo>
                    <a:pt x="4079980" y="920271"/>
                  </a:lnTo>
                  <a:lnTo>
                    <a:pt x="4150324" y="916926"/>
                  </a:lnTo>
                  <a:lnTo>
                    <a:pt x="4220669" y="913547"/>
                  </a:lnTo>
                  <a:lnTo>
                    <a:pt x="4291013" y="910135"/>
                  </a:lnTo>
                  <a:lnTo>
                    <a:pt x="4361358" y="906689"/>
                  </a:lnTo>
                  <a:lnTo>
                    <a:pt x="4431702" y="903209"/>
                  </a:lnTo>
                  <a:lnTo>
                    <a:pt x="4502047" y="899695"/>
                  </a:lnTo>
                  <a:lnTo>
                    <a:pt x="4572391" y="896145"/>
                  </a:lnTo>
                  <a:lnTo>
                    <a:pt x="4642736" y="892561"/>
                  </a:lnTo>
                  <a:lnTo>
                    <a:pt x="4713080" y="888940"/>
                  </a:lnTo>
                  <a:lnTo>
                    <a:pt x="4783425" y="885284"/>
                  </a:lnTo>
                  <a:lnTo>
                    <a:pt x="4853769" y="881592"/>
                  </a:lnTo>
                  <a:lnTo>
                    <a:pt x="4924114" y="877862"/>
                  </a:lnTo>
                  <a:lnTo>
                    <a:pt x="4994458" y="874096"/>
                  </a:lnTo>
                  <a:lnTo>
                    <a:pt x="5064803" y="870292"/>
                  </a:lnTo>
                  <a:lnTo>
                    <a:pt x="5135147" y="866451"/>
                  </a:lnTo>
                  <a:lnTo>
                    <a:pt x="5205492" y="862571"/>
                  </a:lnTo>
                  <a:lnTo>
                    <a:pt x="5275836" y="858653"/>
                  </a:lnTo>
                  <a:lnTo>
                    <a:pt x="5346181" y="854696"/>
                  </a:lnTo>
                  <a:lnTo>
                    <a:pt x="5416525" y="850700"/>
                  </a:lnTo>
                  <a:lnTo>
                    <a:pt x="5486870" y="846664"/>
                  </a:lnTo>
                  <a:lnTo>
                    <a:pt x="5557214" y="842588"/>
                  </a:lnTo>
                  <a:lnTo>
                    <a:pt x="5627559" y="838472"/>
                  </a:lnTo>
                  <a:lnTo>
                    <a:pt x="5697903" y="834315"/>
                  </a:lnTo>
                  <a:lnTo>
                    <a:pt x="5768248" y="830116"/>
                  </a:lnTo>
                  <a:lnTo>
                    <a:pt x="5838592" y="825876"/>
                  </a:lnTo>
                  <a:lnTo>
                    <a:pt x="5908937" y="821593"/>
                  </a:lnTo>
                  <a:lnTo>
                    <a:pt x="5979281" y="817268"/>
                  </a:lnTo>
                  <a:lnTo>
                    <a:pt x="6049626" y="812901"/>
                  </a:lnTo>
                  <a:lnTo>
                    <a:pt x="6119970" y="808489"/>
                  </a:lnTo>
                  <a:lnTo>
                    <a:pt x="6190315" y="804034"/>
                  </a:lnTo>
                  <a:lnTo>
                    <a:pt x="6260659" y="799535"/>
                  </a:lnTo>
                  <a:lnTo>
                    <a:pt x="6331004" y="794991"/>
                  </a:lnTo>
                  <a:lnTo>
                    <a:pt x="6401348" y="790402"/>
                  </a:lnTo>
                  <a:lnTo>
                    <a:pt x="6471693" y="785768"/>
                  </a:lnTo>
                  <a:lnTo>
                    <a:pt x="6542037" y="781087"/>
                  </a:lnTo>
                  <a:lnTo>
                    <a:pt x="6612382" y="776360"/>
                  </a:lnTo>
                  <a:lnTo>
                    <a:pt x="6682726" y="771586"/>
                  </a:lnTo>
                  <a:lnTo>
                    <a:pt x="6753071" y="766765"/>
                  </a:lnTo>
                  <a:lnTo>
                    <a:pt x="6823415" y="761895"/>
                  </a:lnTo>
                  <a:lnTo>
                    <a:pt x="6893760" y="756978"/>
                  </a:lnTo>
                  <a:lnTo>
                    <a:pt x="6964104" y="752011"/>
                  </a:lnTo>
                  <a:lnTo>
                    <a:pt x="6964104" y="1201418"/>
                  </a:lnTo>
                  <a:lnTo>
                    <a:pt x="6893760" y="1199620"/>
                  </a:lnTo>
                  <a:lnTo>
                    <a:pt x="6823415" y="1197765"/>
                  </a:lnTo>
                  <a:lnTo>
                    <a:pt x="6753071" y="1195850"/>
                  </a:lnTo>
                  <a:lnTo>
                    <a:pt x="6682726" y="1193873"/>
                  </a:lnTo>
                  <a:lnTo>
                    <a:pt x="6612382" y="1191832"/>
                  </a:lnTo>
                  <a:lnTo>
                    <a:pt x="6542037" y="1189726"/>
                  </a:lnTo>
                  <a:lnTo>
                    <a:pt x="6471693" y="1187551"/>
                  </a:lnTo>
                  <a:lnTo>
                    <a:pt x="6401348" y="1185307"/>
                  </a:lnTo>
                  <a:lnTo>
                    <a:pt x="6331004" y="1182991"/>
                  </a:lnTo>
                  <a:lnTo>
                    <a:pt x="6260659" y="1180599"/>
                  </a:lnTo>
                  <a:lnTo>
                    <a:pt x="6190315" y="1178131"/>
                  </a:lnTo>
                  <a:lnTo>
                    <a:pt x="6119970" y="1175583"/>
                  </a:lnTo>
                  <a:lnTo>
                    <a:pt x="6049626" y="1172953"/>
                  </a:lnTo>
                  <a:lnTo>
                    <a:pt x="5979281" y="1170239"/>
                  </a:lnTo>
                  <a:lnTo>
                    <a:pt x="5908937" y="1167437"/>
                  </a:lnTo>
                  <a:lnTo>
                    <a:pt x="5838592" y="1164544"/>
                  </a:lnTo>
                  <a:lnTo>
                    <a:pt x="5768248" y="1161559"/>
                  </a:lnTo>
                  <a:lnTo>
                    <a:pt x="5697903" y="1158477"/>
                  </a:lnTo>
                  <a:lnTo>
                    <a:pt x="5627559" y="1155296"/>
                  </a:lnTo>
                  <a:lnTo>
                    <a:pt x="5557214" y="1152012"/>
                  </a:lnTo>
                  <a:lnTo>
                    <a:pt x="5486870" y="1148623"/>
                  </a:lnTo>
                  <a:lnTo>
                    <a:pt x="5416525" y="1145124"/>
                  </a:lnTo>
                  <a:lnTo>
                    <a:pt x="5346181" y="1141513"/>
                  </a:lnTo>
                  <a:lnTo>
                    <a:pt x="5275836" y="1137785"/>
                  </a:lnTo>
                  <a:lnTo>
                    <a:pt x="5205492" y="1133937"/>
                  </a:lnTo>
                  <a:lnTo>
                    <a:pt x="5135147" y="1129966"/>
                  </a:lnTo>
                  <a:lnTo>
                    <a:pt x="5064803" y="1125866"/>
                  </a:lnTo>
                  <a:lnTo>
                    <a:pt x="4994458" y="1121634"/>
                  </a:lnTo>
                  <a:lnTo>
                    <a:pt x="4924114" y="1117266"/>
                  </a:lnTo>
                  <a:lnTo>
                    <a:pt x="4853769" y="1112757"/>
                  </a:lnTo>
                  <a:lnTo>
                    <a:pt x="4783425" y="1108102"/>
                  </a:lnTo>
                  <a:lnTo>
                    <a:pt x="4713080" y="1103298"/>
                  </a:lnTo>
                  <a:lnTo>
                    <a:pt x="4642736" y="1098339"/>
                  </a:lnTo>
                  <a:lnTo>
                    <a:pt x="4572391" y="1093220"/>
                  </a:lnTo>
                  <a:lnTo>
                    <a:pt x="4502047" y="1087936"/>
                  </a:lnTo>
                  <a:lnTo>
                    <a:pt x="4431702" y="1082482"/>
                  </a:lnTo>
                  <a:lnTo>
                    <a:pt x="4361358" y="1076853"/>
                  </a:lnTo>
                  <a:lnTo>
                    <a:pt x="4291013" y="1071041"/>
                  </a:lnTo>
                  <a:lnTo>
                    <a:pt x="4220669" y="1065043"/>
                  </a:lnTo>
                  <a:lnTo>
                    <a:pt x="4150324" y="1058851"/>
                  </a:lnTo>
                  <a:lnTo>
                    <a:pt x="4079980" y="1052460"/>
                  </a:lnTo>
                  <a:lnTo>
                    <a:pt x="4009635" y="1045863"/>
                  </a:lnTo>
                  <a:lnTo>
                    <a:pt x="3939291" y="1039053"/>
                  </a:lnTo>
                  <a:lnTo>
                    <a:pt x="3868946" y="1032024"/>
                  </a:lnTo>
                  <a:lnTo>
                    <a:pt x="3798602" y="1024768"/>
                  </a:lnTo>
                  <a:lnTo>
                    <a:pt x="3728257" y="1017279"/>
                  </a:lnTo>
                  <a:lnTo>
                    <a:pt x="3657913" y="1009548"/>
                  </a:lnTo>
                  <a:lnTo>
                    <a:pt x="3587569" y="1001568"/>
                  </a:lnTo>
                  <a:lnTo>
                    <a:pt x="3517224" y="993331"/>
                  </a:lnTo>
                  <a:lnTo>
                    <a:pt x="3446880" y="984829"/>
                  </a:lnTo>
                  <a:lnTo>
                    <a:pt x="3376535" y="976053"/>
                  </a:lnTo>
                  <a:lnTo>
                    <a:pt x="3306191" y="966993"/>
                  </a:lnTo>
                  <a:lnTo>
                    <a:pt x="3235846" y="957938"/>
                  </a:lnTo>
                  <a:lnTo>
                    <a:pt x="3165502" y="960880"/>
                  </a:lnTo>
                  <a:lnTo>
                    <a:pt x="3095157" y="963793"/>
                  </a:lnTo>
                  <a:lnTo>
                    <a:pt x="3024813" y="966678"/>
                  </a:lnTo>
                  <a:lnTo>
                    <a:pt x="2954468" y="969534"/>
                  </a:lnTo>
                  <a:lnTo>
                    <a:pt x="2884124" y="972362"/>
                  </a:lnTo>
                  <a:lnTo>
                    <a:pt x="2813779" y="975162"/>
                  </a:lnTo>
                  <a:lnTo>
                    <a:pt x="2743435" y="977935"/>
                  </a:lnTo>
                  <a:lnTo>
                    <a:pt x="2673090" y="980680"/>
                  </a:lnTo>
                  <a:lnTo>
                    <a:pt x="2602746" y="983399"/>
                  </a:lnTo>
                  <a:lnTo>
                    <a:pt x="2532401" y="986090"/>
                  </a:lnTo>
                  <a:lnTo>
                    <a:pt x="2462057" y="988755"/>
                  </a:lnTo>
                  <a:lnTo>
                    <a:pt x="2391712" y="991394"/>
                  </a:lnTo>
                  <a:lnTo>
                    <a:pt x="2321368" y="994008"/>
                  </a:lnTo>
                  <a:lnTo>
                    <a:pt x="2251023" y="996595"/>
                  </a:lnTo>
                  <a:lnTo>
                    <a:pt x="2180679" y="999157"/>
                  </a:lnTo>
                  <a:lnTo>
                    <a:pt x="2110334" y="1001694"/>
                  </a:lnTo>
                  <a:lnTo>
                    <a:pt x="2039990" y="1004206"/>
                  </a:lnTo>
                  <a:lnTo>
                    <a:pt x="1969645" y="1006693"/>
                  </a:lnTo>
                  <a:lnTo>
                    <a:pt x="1899301" y="1009155"/>
                  </a:lnTo>
                  <a:lnTo>
                    <a:pt x="1828956" y="1011594"/>
                  </a:lnTo>
                  <a:lnTo>
                    <a:pt x="1758612" y="1014008"/>
                  </a:lnTo>
                  <a:lnTo>
                    <a:pt x="1688267" y="1016399"/>
                  </a:lnTo>
                  <a:lnTo>
                    <a:pt x="1617923" y="1018767"/>
                  </a:lnTo>
                  <a:lnTo>
                    <a:pt x="1547578" y="1021111"/>
                  </a:lnTo>
                  <a:lnTo>
                    <a:pt x="1477234" y="1023432"/>
                  </a:lnTo>
                  <a:lnTo>
                    <a:pt x="1406889" y="1025730"/>
                  </a:lnTo>
                  <a:lnTo>
                    <a:pt x="1336545" y="1028005"/>
                  </a:lnTo>
                  <a:lnTo>
                    <a:pt x="1266200" y="1030258"/>
                  </a:lnTo>
                  <a:lnTo>
                    <a:pt x="1195856" y="1032489"/>
                  </a:lnTo>
                  <a:lnTo>
                    <a:pt x="1125511" y="1034699"/>
                  </a:lnTo>
                  <a:lnTo>
                    <a:pt x="1055167" y="1036886"/>
                  </a:lnTo>
                  <a:lnTo>
                    <a:pt x="984822" y="1039052"/>
                  </a:lnTo>
                  <a:lnTo>
                    <a:pt x="914478" y="1041196"/>
                  </a:lnTo>
                  <a:lnTo>
                    <a:pt x="844133" y="1043320"/>
                  </a:lnTo>
                  <a:lnTo>
                    <a:pt x="773789" y="1045423"/>
                  </a:lnTo>
                  <a:lnTo>
                    <a:pt x="703444" y="1047505"/>
                  </a:lnTo>
                  <a:lnTo>
                    <a:pt x="633100" y="1049566"/>
                  </a:lnTo>
                  <a:lnTo>
                    <a:pt x="562755" y="1051607"/>
                  </a:lnTo>
                  <a:lnTo>
                    <a:pt x="492411" y="1053628"/>
                  </a:lnTo>
                  <a:lnTo>
                    <a:pt x="422066" y="1055630"/>
                  </a:lnTo>
                  <a:lnTo>
                    <a:pt x="351722" y="1057611"/>
                  </a:lnTo>
                  <a:lnTo>
                    <a:pt x="281377" y="1059573"/>
                  </a:lnTo>
                  <a:lnTo>
                    <a:pt x="211033" y="1061516"/>
                  </a:lnTo>
                  <a:lnTo>
                    <a:pt x="140688" y="1063440"/>
                  </a:lnTo>
                  <a:lnTo>
                    <a:pt x="70344" y="1065345"/>
                  </a:lnTo>
                  <a:lnTo>
                    <a:pt x="0" y="106723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1289839" y="4336484"/>
              <a:ext cx="6909577" cy="957642"/>
            </a:xfrm>
            <a:custGeom>
              <a:avLst/>
              <a:pathLst>
                <a:path w="6909577" h="957642">
                  <a:moveTo>
                    <a:pt x="0" y="0"/>
                  </a:moveTo>
                  <a:lnTo>
                    <a:pt x="15817" y="9043"/>
                  </a:lnTo>
                  <a:lnTo>
                    <a:pt x="86161" y="48005"/>
                  </a:lnTo>
                  <a:lnTo>
                    <a:pt x="156506" y="85751"/>
                  </a:lnTo>
                  <a:lnTo>
                    <a:pt x="226850" y="122319"/>
                  </a:lnTo>
                  <a:lnTo>
                    <a:pt x="297195" y="157746"/>
                  </a:lnTo>
                  <a:lnTo>
                    <a:pt x="367539" y="192067"/>
                  </a:lnTo>
                  <a:lnTo>
                    <a:pt x="437884" y="225316"/>
                  </a:lnTo>
                  <a:lnTo>
                    <a:pt x="508228" y="257527"/>
                  </a:lnTo>
                  <a:lnTo>
                    <a:pt x="578573" y="288733"/>
                  </a:lnTo>
                  <a:lnTo>
                    <a:pt x="648917" y="318965"/>
                  </a:lnTo>
                  <a:lnTo>
                    <a:pt x="719262" y="348253"/>
                  </a:lnTo>
                  <a:lnTo>
                    <a:pt x="789606" y="376627"/>
                  </a:lnTo>
                  <a:lnTo>
                    <a:pt x="859951" y="404115"/>
                  </a:lnTo>
                  <a:lnTo>
                    <a:pt x="930295" y="430745"/>
                  </a:lnTo>
                  <a:lnTo>
                    <a:pt x="1000640" y="456543"/>
                  </a:lnTo>
                  <a:lnTo>
                    <a:pt x="1070984" y="481537"/>
                  </a:lnTo>
                  <a:lnTo>
                    <a:pt x="1141329" y="505750"/>
                  </a:lnTo>
                  <a:lnTo>
                    <a:pt x="1211673" y="529207"/>
                  </a:lnTo>
                  <a:lnTo>
                    <a:pt x="1282018" y="551932"/>
                  </a:lnTo>
                  <a:lnTo>
                    <a:pt x="1352362" y="573948"/>
                  </a:lnTo>
                  <a:lnTo>
                    <a:pt x="1422707" y="595276"/>
                  </a:lnTo>
                  <a:lnTo>
                    <a:pt x="1493051" y="615939"/>
                  </a:lnTo>
                  <a:lnTo>
                    <a:pt x="1563395" y="635957"/>
                  </a:lnTo>
                  <a:lnTo>
                    <a:pt x="1633740" y="655349"/>
                  </a:lnTo>
                  <a:lnTo>
                    <a:pt x="1704084" y="674137"/>
                  </a:lnTo>
                  <a:lnTo>
                    <a:pt x="1774429" y="692338"/>
                  </a:lnTo>
                  <a:lnTo>
                    <a:pt x="1844773" y="709971"/>
                  </a:lnTo>
                  <a:lnTo>
                    <a:pt x="1915118" y="727053"/>
                  </a:lnTo>
                  <a:lnTo>
                    <a:pt x="1985462" y="743602"/>
                  </a:lnTo>
                  <a:lnTo>
                    <a:pt x="2055807" y="759635"/>
                  </a:lnTo>
                  <a:lnTo>
                    <a:pt x="2126151" y="775167"/>
                  </a:lnTo>
                  <a:lnTo>
                    <a:pt x="2196496" y="790214"/>
                  </a:lnTo>
                  <a:lnTo>
                    <a:pt x="2266840" y="804791"/>
                  </a:lnTo>
                  <a:lnTo>
                    <a:pt x="2337185" y="818914"/>
                  </a:lnTo>
                  <a:lnTo>
                    <a:pt x="2407529" y="832595"/>
                  </a:lnTo>
                  <a:lnTo>
                    <a:pt x="2477874" y="845850"/>
                  </a:lnTo>
                  <a:lnTo>
                    <a:pt x="2548218" y="858691"/>
                  </a:lnTo>
                  <a:lnTo>
                    <a:pt x="2618563" y="871131"/>
                  </a:lnTo>
                  <a:lnTo>
                    <a:pt x="2688907" y="883182"/>
                  </a:lnTo>
                  <a:lnTo>
                    <a:pt x="2759252" y="894858"/>
                  </a:lnTo>
                  <a:lnTo>
                    <a:pt x="2829596" y="906169"/>
                  </a:lnTo>
                  <a:lnTo>
                    <a:pt x="2899941" y="917126"/>
                  </a:lnTo>
                  <a:lnTo>
                    <a:pt x="2970285" y="927742"/>
                  </a:lnTo>
                  <a:lnTo>
                    <a:pt x="3040630" y="938027"/>
                  </a:lnTo>
                  <a:lnTo>
                    <a:pt x="3110974" y="947990"/>
                  </a:lnTo>
                  <a:lnTo>
                    <a:pt x="3181319" y="957642"/>
                  </a:lnTo>
                  <a:lnTo>
                    <a:pt x="3251663" y="954967"/>
                  </a:lnTo>
                  <a:lnTo>
                    <a:pt x="3322008" y="951966"/>
                  </a:lnTo>
                  <a:lnTo>
                    <a:pt x="3392352" y="948936"/>
                  </a:lnTo>
                  <a:lnTo>
                    <a:pt x="3462697" y="945875"/>
                  </a:lnTo>
                  <a:lnTo>
                    <a:pt x="3533041" y="942784"/>
                  </a:lnTo>
                  <a:lnTo>
                    <a:pt x="3603386" y="939662"/>
                  </a:lnTo>
                  <a:lnTo>
                    <a:pt x="3673730" y="936510"/>
                  </a:lnTo>
                  <a:lnTo>
                    <a:pt x="3744075" y="933326"/>
                  </a:lnTo>
                  <a:lnTo>
                    <a:pt x="3814419" y="930110"/>
                  </a:lnTo>
                  <a:lnTo>
                    <a:pt x="3884764" y="926863"/>
                  </a:lnTo>
                  <a:lnTo>
                    <a:pt x="3955108" y="923583"/>
                  </a:lnTo>
                  <a:lnTo>
                    <a:pt x="4025453" y="920271"/>
                  </a:lnTo>
                  <a:lnTo>
                    <a:pt x="4095797" y="916926"/>
                  </a:lnTo>
                  <a:lnTo>
                    <a:pt x="4166142" y="913547"/>
                  </a:lnTo>
                  <a:lnTo>
                    <a:pt x="4236486" y="910135"/>
                  </a:lnTo>
                  <a:lnTo>
                    <a:pt x="4306831" y="906689"/>
                  </a:lnTo>
                  <a:lnTo>
                    <a:pt x="4377175" y="903209"/>
                  </a:lnTo>
                  <a:lnTo>
                    <a:pt x="4447520" y="899695"/>
                  </a:lnTo>
                  <a:lnTo>
                    <a:pt x="4517864" y="896145"/>
                  </a:lnTo>
                  <a:lnTo>
                    <a:pt x="4588209" y="892561"/>
                  </a:lnTo>
                  <a:lnTo>
                    <a:pt x="4658553" y="888940"/>
                  </a:lnTo>
                  <a:lnTo>
                    <a:pt x="4728898" y="885284"/>
                  </a:lnTo>
                  <a:lnTo>
                    <a:pt x="4799242" y="881592"/>
                  </a:lnTo>
                  <a:lnTo>
                    <a:pt x="4869587" y="877862"/>
                  </a:lnTo>
                  <a:lnTo>
                    <a:pt x="4939931" y="874096"/>
                  </a:lnTo>
                  <a:lnTo>
                    <a:pt x="5010276" y="870292"/>
                  </a:lnTo>
                  <a:lnTo>
                    <a:pt x="5080620" y="866451"/>
                  </a:lnTo>
                  <a:lnTo>
                    <a:pt x="5150965" y="862571"/>
                  </a:lnTo>
                  <a:lnTo>
                    <a:pt x="5221309" y="858653"/>
                  </a:lnTo>
                  <a:lnTo>
                    <a:pt x="5291653" y="854696"/>
                  </a:lnTo>
                  <a:lnTo>
                    <a:pt x="5361998" y="850700"/>
                  </a:lnTo>
                  <a:lnTo>
                    <a:pt x="5432342" y="846664"/>
                  </a:lnTo>
                  <a:lnTo>
                    <a:pt x="5502687" y="842588"/>
                  </a:lnTo>
                  <a:lnTo>
                    <a:pt x="5573031" y="838472"/>
                  </a:lnTo>
                  <a:lnTo>
                    <a:pt x="5643376" y="834315"/>
                  </a:lnTo>
                  <a:lnTo>
                    <a:pt x="5713720" y="830116"/>
                  </a:lnTo>
                  <a:lnTo>
                    <a:pt x="5784065" y="825876"/>
                  </a:lnTo>
                  <a:lnTo>
                    <a:pt x="5854409" y="821593"/>
                  </a:lnTo>
                  <a:lnTo>
                    <a:pt x="5924754" y="817268"/>
                  </a:lnTo>
                  <a:lnTo>
                    <a:pt x="5995098" y="812901"/>
                  </a:lnTo>
                  <a:lnTo>
                    <a:pt x="6065443" y="808489"/>
                  </a:lnTo>
                  <a:lnTo>
                    <a:pt x="6135787" y="804034"/>
                  </a:lnTo>
                  <a:lnTo>
                    <a:pt x="6206132" y="799535"/>
                  </a:lnTo>
                  <a:lnTo>
                    <a:pt x="6276476" y="794991"/>
                  </a:lnTo>
                  <a:lnTo>
                    <a:pt x="6346821" y="790402"/>
                  </a:lnTo>
                  <a:lnTo>
                    <a:pt x="6417165" y="785768"/>
                  </a:lnTo>
                  <a:lnTo>
                    <a:pt x="6487510" y="781087"/>
                  </a:lnTo>
                  <a:lnTo>
                    <a:pt x="6557854" y="776360"/>
                  </a:lnTo>
                  <a:lnTo>
                    <a:pt x="6628199" y="771586"/>
                  </a:lnTo>
                  <a:lnTo>
                    <a:pt x="6698543" y="766765"/>
                  </a:lnTo>
                  <a:lnTo>
                    <a:pt x="6768888" y="761895"/>
                  </a:lnTo>
                  <a:lnTo>
                    <a:pt x="6839232" y="756978"/>
                  </a:lnTo>
                  <a:lnTo>
                    <a:pt x="6909577" y="75201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1235312" y="5294423"/>
              <a:ext cx="6964104" cy="243479"/>
            </a:xfrm>
            <a:custGeom>
              <a:avLst/>
              <a:pathLst>
                <a:path w="6964104" h="243479">
                  <a:moveTo>
                    <a:pt x="6964104" y="243479"/>
                  </a:moveTo>
                  <a:lnTo>
                    <a:pt x="6893760" y="241681"/>
                  </a:lnTo>
                  <a:lnTo>
                    <a:pt x="6823415" y="239826"/>
                  </a:lnTo>
                  <a:lnTo>
                    <a:pt x="6753071" y="237911"/>
                  </a:lnTo>
                  <a:lnTo>
                    <a:pt x="6682726" y="235934"/>
                  </a:lnTo>
                  <a:lnTo>
                    <a:pt x="6612382" y="233893"/>
                  </a:lnTo>
                  <a:lnTo>
                    <a:pt x="6542037" y="231787"/>
                  </a:lnTo>
                  <a:lnTo>
                    <a:pt x="6471693" y="229613"/>
                  </a:lnTo>
                  <a:lnTo>
                    <a:pt x="6401348" y="227369"/>
                  </a:lnTo>
                  <a:lnTo>
                    <a:pt x="6331004" y="225052"/>
                  </a:lnTo>
                  <a:lnTo>
                    <a:pt x="6260659" y="222661"/>
                  </a:lnTo>
                  <a:lnTo>
                    <a:pt x="6190315" y="220193"/>
                  </a:lnTo>
                  <a:lnTo>
                    <a:pt x="6119970" y="217645"/>
                  </a:lnTo>
                  <a:lnTo>
                    <a:pt x="6049626" y="215015"/>
                  </a:lnTo>
                  <a:lnTo>
                    <a:pt x="5979281" y="212300"/>
                  </a:lnTo>
                  <a:lnTo>
                    <a:pt x="5908937" y="209498"/>
                  </a:lnTo>
                  <a:lnTo>
                    <a:pt x="5838592" y="206606"/>
                  </a:lnTo>
                  <a:lnTo>
                    <a:pt x="5768248" y="203620"/>
                  </a:lnTo>
                  <a:lnTo>
                    <a:pt x="5697903" y="200538"/>
                  </a:lnTo>
                  <a:lnTo>
                    <a:pt x="5627559" y="197357"/>
                  </a:lnTo>
                  <a:lnTo>
                    <a:pt x="5557214" y="194074"/>
                  </a:lnTo>
                  <a:lnTo>
                    <a:pt x="5486870" y="190684"/>
                  </a:lnTo>
                  <a:lnTo>
                    <a:pt x="5416525" y="187186"/>
                  </a:lnTo>
                  <a:lnTo>
                    <a:pt x="5346181" y="183574"/>
                  </a:lnTo>
                  <a:lnTo>
                    <a:pt x="5275836" y="179847"/>
                  </a:lnTo>
                  <a:lnTo>
                    <a:pt x="5205492" y="175999"/>
                  </a:lnTo>
                  <a:lnTo>
                    <a:pt x="5135147" y="172027"/>
                  </a:lnTo>
                  <a:lnTo>
                    <a:pt x="5064803" y="167927"/>
                  </a:lnTo>
                  <a:lnTo>
                    <a:pt x="4994458" y="163695"/>
                  </a:lnTo>
                  <a:lnTo>
                    <a:pt x="4924114" y="159327"/>
                  </a:lnTo>
                  <a:lnTo>
                    <a:pt x="4853769" y="154818"/>
                  </a:lnTo>
                  <a:lnTo>
                    <a:pt x="4783425" y="150164"/>
                  </a:lnTo>
                  <a:lnTo>
                    <a:pt x="4713080" y="145359"/>
                  </a:lnTo>
                  <a:lnTo>
                    <a:pt x="4642736" y="140400"/>
                  </a:lnTo>
                  <a:lnTo>
                    <a:pt x="4572391" y="135282"/>
                  </a:lnTo>
                  <a:lnTo>
                    <a:pt x="4502047" y="129998"/>
                  </a:lnTo>
                  <a:lnTo>
                    <a:pt x="4431702" y="124544"/>
                  </a:lnTo>
                  <a:lnTo>
                    <a:pt x="4361358" y="118914"/>
                  </a:lnTo>
                  <a:lnTo>
                    <a:pt x="4291013" y="113103"/>
                  </a:lnTo>
                  <a:lnTo>
                    <a:pt x="4220669" y="107104"/>
                  </a:lnTo>
                  <a:lnTo>
                    <a:pt x="4150324" y="100913"/>
                  </a:lnTo>
                  <a:lnTo>
                    <a:pt x="4079980" y="94521"/>
                  </a:lnTo>
                  <a:lnTo>
                    <a:pt x="4009635" y="87924"/>
                  </a:lnTo>
                  <a:lnTo>
                    <a:pt x="3939291" y="81114"/>
                  </a:lnTo>
                  <a:lnTo>
                    <a:pt x="3868946" y="74085"/>
                  </a:lnTo>
                  <a:lnTo>
                    <a:pt x="3798602" y="66830"/>
                  </a:lnTo>
                  <a:lnTo>
                    <a:pt x="3728257" y="59340"/>
                  </a:lnTo>
                  <a:lnTo>
                    <a:pt x="3657913" y="51609"/>
                  </a:lnTo>
                  <a:lnTo>
                    <a:pt x="3587569" y="43630"/>
                  </a:lnTo>
                  <a:lnTo>
                    <a:pt x="3517224" y="35393"/>
                  </a:lnTo>
                  <a:lnTo>
                    <a:pt x="3446880" y="26890"/>
                  </a:lnTo>
                  <a:lnTo>
                    <a:pt x="3376535" y="18114"/>
                  </a:lnTo>
                  <a:lnTo>
                    <a:pt x="3306191" y="9055"/>
                  </a:lnTo>
                  <a:lnTo>
                    <a:pt x="3235846" y="0"/>
                  </a:lnTo>
                  <a:lnTo>
                    <a:pt x="3165502" y="2942"/>
                  </a:lnTo>
                  <a:lnTo>
                    <a:pt x="3095157" y="5855"/>
                  </a:lnTo>
                  <a:lnTo>
                    <a:pt x="3024813" y="8739"/>
                  </a:lnTo>
                  <a:lnTo>
                    <a:pt x="2954468" y="11595"/>
                  </a:lnTo>
                  <a:lnTo>
                    <a:pt x="2884124" y="14423"/>
                  </a:lnTo>
                  <a:lnTo>
                    <a:pt x="2813779" y="17223"/>
                  </a:lnTo>
                  <a:lnTo>
                    <a:pt x="2743435" y="19996"/>
                  </a:lnTo>
                  <a:lnTo>
                    <a:pt x="2673090" y="22741"/>
                  </a:lnTo>
                  <a:lnTo>
                    <a:pt x="2602746" y="25460"/>
                  </a:lnTo>
                  <a:lnTo>
                    <a:pt x="2532401" y="28152"/>
                  </a:lnTo>
                  <a:lnTo>
                    <a:pt x="2462057" y="30817"/>
                  </a:lnTo>
                  <a:lnTo>
                    <a:pt x="2391712" y="33456"/>
                  </a:lnTo>
                  <a:lnTo>
                    <a:pt x="2321368" y="36069"/>
                  </a:lnTo>
                  <a:lnTo>
                    <a:pt x="2251023" y="38656"/>
                  </a:lnTo>
                  <a:lnTo>
                    <a:pt x="2180679" y="41218"/>
                  </a:lnTo>
                  <a:lnTo>
                    <a:pt x="2110334" y="43755"/>
                  </a:lnTo>
                  <a:lnTo>
                    <a:pt x="2039990" y="46267"/>
                  </a:lnTo>
                  <a:lnTo>
                    <a:pt x="1969645" y="48754"/>
                  </a:lnTo>
                  <a:lnTo>
                    <a:pt x="1899301" y="51217"/>
                  </a:lnTo>
                  <a:lnTo>
                    <a:pt x="1828956" y="53655"/>
                  </a:lnTo>
                  <a:lnTo>
                    <a:pt x="1758612" y="56070"/>
                  </a:lnTo>
                  <a:lnTo>
                    <a:pt x="1688267" y="58461"/>
                  </a:lnTo>
                  <a:lnTo>
                    <a:pt x="1617923" y="60828"/>
                  </a:lnTo>
                  <a:lnTo>
                    <a:pt x="1547578" y="63172"/>
                  </a:lnTo>
                  <a:lnTo>
                    <a:pt x="1477234" y="65493"/>
                  </a:lnTo>
                  <a:lnTo>
                    <a:pt x="1406889" y="67791"/>
                  </a:lnTo>
                  <a:lnTo>
                    <a:pt x="1336545" y="70067"/>
                  </a:lnTo>
                  <a:lnTo>
                    <a:pt x="1266200" y="72320"/>
                  </a:lnTo>
                  <a:lnTo>
                    <a:pt x="1195856" y="74551"/>
                  </a:lnTo>
                  <a:lnTo>
                    <a:pt x="1125511" y="76760"/>
                  </a:lnTo>
                  <a:lnTo>
                    <a:pt x="1055167" y="78947"/>
                  </a:lnTo>
                  <a:lnTo>
                    <a:pt x="984822" y="81113"/>
                  </a:lnTo>
                  <a:lnTo>
                    <a:pt x="914478" y="83258"/>
                  </a:lnTo>
                  <a:lnTo>
                    <a:pt x="844133" y="85381"/>
                  </a:lnTo>
                  <a:lnTo>
                    <a:pt x="773789" y="87484"/>
                  </a:lnTo>
                  <a:lnTo>
                    <a:pt x="703444" y="89566"/>
                  </a:lnTo>
                  <a:lnTo>
                    <a:pt x="633100" y="91627"/>
                  </a:lnTo>
                  <a:lnTo>
                    <a:pt x="562755" y="93669"/>
                  </a:lnTo>
                  <a:lnTo>
                    <a:pt x="492411" y="95690"/>
                  </a:lnTo>
                  <a:lnTo>
                    <a:pt x="422066" y="97691"/>
                  </a:lnTo>
                  <a:lnTo>
                    <a:pt x="351722" y="99673"/>
                  </a:lnTo>
                  <a:lnTo>
                    <a:pt x="281377" y="101635"/>
                  </a:lnTo>
                  <a:lnTo>
                    <a:pt x="211033" y="103578"/>
                  </a:lnTo>
                  <a:lnTo>
                    <a:pt x="140688" y="105501"/>
                  </a:lnTo>
                  <a:lnTo>
                    <a:pt x="70344" y="107406"/>
                  </a:lnTo>
                  <a:lnTo>
                    <a:pt x="0" y="10929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1235312" y="5098960"/>
              <a:ext cx="6964104" cy="326852"/>
            </a:xfrm>
            <a:custGeom>
              <a:avLst/>
              <a:pathLst>
                <a:path w="6964104" h="326852">
                  <a:moveTo>
                    <a:pt x="0" y="0"/>
                  </a:moveTo>
                  <a:lnTo>
                    <a:pt x="70344" y="5371"/>
                  </a:lnTo>
                  <a:lnTo>
                    <a:pt x="140688" y="10684"/>
                  </a:lnTo>
                  <a:lnTo>
                    <a:pt x="211033" y="15940"/>
                  </a:lnTo>
                  <a:lnTo>
                    <a:pt x="281377" y="21138"/>
                  </a:lnTo>
                  <a:lnTo>
                    <a:pt x="351722" y="26281"/>
                  </a:lnTo>
                  <a:lnTo>
                    <a:pt x="422066" y="31367"/>
                  </a:lnTo>
                  <a:lnTo>
                    <a:pt x="492411" y="36398"/>
                  </a:lnTo>
                  <a:lnTo>
                    <a:pt x="562755" y="41374"/>
                  </a:lnTo>
                  <a:lnTo>
                    <a:pt x="633100" y="46297"/>
                  </a:lnTo>
                  <a:lnTo>
                    <a:pt x="703444" y="51165"/>
                  </a:lnTo>
                  <a:lnTo>
                    <a:pt x="773789" y="55981"/>
                  </a:lnTo>
                  <a:lnTo>
                    <a:pt x="844133" y="60745"/>
                  </a:lnTo>
                  <a:lnTo>
                    <a:pt x="914478" y="65457"/>
                  </a:lnTo>
                  <a:lnTo>
                    <a:pt x="984822" y="70118"/>
                  </a:lnTo>
                  <a:lnTo>
                    <a:pt x="1055167" y="74728"/>
                  </a:lnTo>
                  <a:lnTo>
                    <a:pt x="1125511" y="79289"/>
                  </a:lnTo>
                  <a:lnTo>
                    <a:pt x="1195856" y="83799"/>
                  </a:lnTo>
                  <a:lnTo>
                    <a:pt x="1266200" y="88261"/>
                  </a:lnTo>
                  <a:lnTo>
                    <a:pt x="1336545" y="92674"/>
                  </a:lnTo>
                  <a:lnTo>
                    <a:pt x="1406889" y="97040"/>
                  </a:lnTo>
                  <a:lnTo>
                    <a:pt x="1477234" y="101358"/>
                  </a:lnTo>
                  <a:lnTo>
                    <a:pt x="1547578" y="105629"/>
                  </a:lnTo>
                  <a:lnTo>
                    <a:pt x="1617923" y="109853"/>
                  </a:lnTo>
                  <a:lnTo>
                    <a:pt x="1688267" y="114032"/>
                  </a:lnTo>
                  <a:lnTo>
                    <a:pt x="1758612" y="118166"/>
                  </a:lnTo>
                  <a:lnTo>
                    <a:pt x="1828956" y="122254"/>
                  </a:lnTo>
                  <a:lnTo>
                    <a:pt x="1899301" y="126298"/>
                  </a:lnTo>
                  <a:lnTo>
                    <a:pt x="1969645" y="130299"/>
                  </a:lnTo>
                  <a:lnTo>
                    <a:pt x="2039990" y="134256"/>
                  </a:lnTo>
                  <a:lnTo>
                    <a:pt x="2110334" y="138169"/>
                  </a:lnTo>
                  <a:lnTo>
                    <a:pt x="2180679" y="142041"/>
                  </a:lnTo>
                  <a:lnTo>
                    <a:pt x="2251023" y="145870"/>
                  </a:lnTo>
                  <a:lnTo>
                    <a:pt x="2321368" y="149658"/>
                  </a:lnTo>
                  <a:lnTo>
                    <a:pt x="2391712" y="153405"/>
                  </a:lnTo>
                  <a:lnTo>
                    <a:pt x="2462057" y="157111"/>
                  </a:lnTo>
                  <a:lnTo>
                    <a:pt x="2532401" y="160776"/>
                  </a:lnTo>
                  <a:lnTo>
                    <a:pt x="2602746" y="164402"/>
                  </a:lnTo>
                  <a:lnTo>
                    <a:pt x="2673090" y="167989"/>
                  </a:lnTo>
                  <a:lnTo>
                    <a:pt x="2743435" y="171536"/>
                  </a:lnTo>
                  <a:lnTo>
                    <a:pt x="2813779" y="175045"/>
                  </a:lnTo>
                  <a:lnTo>
                    <a:pt x="2884124" y="178516"/>
                  </a:lnTo>
                  <a:lnTo>
                    <a:pt x="2954468" y="181950"/>
                  </a:lnTo>
                  <a:lnTo>
                    <a:pt x="3024813" y="185346"/>
                  </a:lnTo>
                  <a:lnTo>
                    <a:pt x="3095157" y="188705"/>
                  </a:lnTo>
                  <a:lnTo>
                    <a:pt x="3165502" y="192028"/>
                  </a:lnTo>
                  <a:lnTo>
                    <a:pt x="3235846" y="195314"/>
                  </a:lnTo>
                  <a:lnTo>
                    <a:pt x="3306191" y="198565"/>
                  </a:lnTo>
                  <a:lnTo>
                    <a:pt x="3376535" y="201781"/>
                  </a:lnTo>
                  <a:lnTo>
                    <a:pt x="3446880" y="204962"/>
                  </a:lnTo>
                  <a:lnTo>
                    <a:pt x="3517224" y="208108"/>
                  </a:lnTo>
                  <a:lnTo>
                    <a:pt x="3587569" y="211220"/>
                  </a:lnTo>
                  <a:lnTo>
                    <a:pt x="3657913" y="214298"/>
                  </a:lnTo>
                  <a:lnTo>
                    <a:pt x="3728257" y="217343"/>
                  </a:lnTo>
                  <a:lnTo>
                    <a:pt x="3798602" y="220354"/>
                  </a:lnTo>
                  <a:lnTo>
                    <a:pt x="3868946" y="223334"/>
                  </a:lnTo>
                  <a:lnTo>
                    <a:pt x="3939291" y="226280"/>
                  </a:lnTo>
                  <a:lnTo>
                    <a:pt x="4009635" y="229195"/>
                  </a:lnTo>
                  <a:lnTo>
                    <a:pt x="4079980" y="232078"/>
                  </a:lnTo>
                  <a:lnTo>
                    <a:pt x="4150324" y="234930"/>
                  </a:lnTo>
                  <a:lnTo>
                    <a:pt x="4220669" y="237751"/>
                  </a:lnTo>
                  <a:lnTo>
                    <a:pt x="4291013" y="240541"/>
                  </a:lnTo>
                  <a:lnTo>
                    <a:pt x="4361358" y="243301"/>
                  </a:lnTo>
                  <a:lnTo>
                    <a:pt x="4431702" y="246030"/>
                  </a:lnTo>
                  <a:lnTo>
                    <a:pt x="4502047" y="248731"/>
                  </a:lnTo>
                  <a:lnTo>
                    <a:pt x="4572391" y="251402"/>
                  </a:lnTo>
                  <a:lnTo>
                    <a:pt x="4642736" y="254044"/>
                  </a:lnTo>
                  <a:lnTo>
                    <a:pt x="4713080" y="256657"/>
                  </a:lnTo>
                  <a:lnTo>
                    <a:pt x="4783425" y="259242"/>
                  </a:lnTo>
                  <a:lnTo>
                    <a:pt x="4853769" y="261799"/>
                  </a:lnTo>
                  <a:lnTo>
                    <a:pt x="4924114" y="264328"/>
                  </a:lnTo>
                  <a:lnTo>
                    <a:pt x="4994458" y="266829"/>
                  </a:lnTo>
                  <a:lnTo>
                    <a:pt x="5064803" y="269304"/>
                  </a:lnTo>
                  <a:lnTo>
                    <a:pt x="5135147" y="271751"/>
                  </a:lnTo>
                  <a:lnTo>
                    <a:pt x="5205492" y="274172"/>
                  </a:lnTo>
                  <a:lnTo>
                    <a:pt x="5275836" y="276567"/>
                  </a:lnTo>
                  <a:lnTo>
                    <a:pt x="5346181" y="278936"/>
                  </a:lnTo>
                  <a:lnTo>
                    <a:pt x="5416525" y="281279"/>
                  </a:lnTo>
                  <a:lnTo>
                    <a:pt x="5486870" y="283596"/>
                  </a:lnTo>
                  <a:lnTo>
                    <a:pt x="5557214" y="285888"/>
                  </a:lnTo>
                  <a:lnTo>
                    <a:pt x="5627559" y="288156"/>
                  </a:lnTo>
                  <a:lnTo>
                    <a:pt x="5697903" y="290399"/>
                  </a:lnTo>
                  <a:lnTo>
                    <a:pt x="5768248" y="292617"/>
                  </a:lnTo>
                  <a:lnTo>
                    <a:pt x="5838592" y="294812"/>
                  </a:lnTo>
                  <a:lnTo>
                    <a:pt x="5908937" y="296982"/>
                  </a:lnTo>
                  <a:lnTo>
                    <a:pt x="5979281" y="299129"/>
                  </a:lnTo>
                  <a:lnTo>
                    <a:pt x="6049626" y="301253"/>
                  </a:lnTo>
                  <a:lnTo>
                    <a:pt x="6119970" y="303354"/>
                  </a:lnTo>
                  <a:lnTo>
                    <a:pt x="6190315" y="305432"/>
                  </a:lnTo>
                  <a:lnTo>
                    <a:pt x="6260659" y="307487"/>
                  </a:lnTo>
                  <a:lnTo>
                    <a:pt x="6331004" y="309520"/>
                  </a:lnTo>
                  <a:lnTo>
                    <a:pt x="6401348" y="311531"/>
                  </a:lnTo>
                  <a:lnTo>
                    <a:pt x="6471693" y="313520"/>
                  </a:lnTo>
                  <a:lnTo>
                    <a:pt x="6542037" y="315487"/>
                  </a:lnTo>
                  <a:lnTo>
                    <a:pt x="6612382" y="317434"/>
                  </a:lnTo>
                  <a:lnTo>
                    <a:pt x="6682726" y="319359"/>
                  </a:lnTo>
                  <a:lnTo>
                    <a:pt x="6753071" y="321263"/>
                  </a:lnTo>
                  <a:lnTo>
                    <a:pt x="6823415" y="323146"/>
                  </a:lnTo>
                  <a:lnTo>
                    <a:pt x="6893760" y="325009"/>
                  </a:lnTo>
                  <a:lnTo>
                    <a:pt x="6964104" y="32685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87106" y="5294352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472829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73" name="tx73"/>
            <p:cNvSpPr/>
            <p:nvPr/>
          </p:nvSpPr>
          <p:spPr>
            <a:xfrm>
              <a:off x="762297" y="555363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762297" y="52543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62297" y="495496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762297" y="465563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762297" y="435630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1306098" y="5716183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113264" y="5716183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920429" y="5716183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727595" y="5716183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584458" y="571618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5360534" y="571618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6167699" y="571618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974865" y="571618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7782030" y="571618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928340" y="5855859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38035" y="4944909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887106" y="4159544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1.13 (0.89-1.44), p = 0.304  |  per IQR decline (Δ = 29.5 %): 1.45 (0.72-2.93)  |  IQR: [-15.6, 13.9] %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887106" y="3932770"/>
              <a:ext cx="376028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Immune-related AE &amp; Other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2026-07-22T08:00:18Z</dcterms:modified>
  <cp:category/>
</cp:coreProperties>
</file>