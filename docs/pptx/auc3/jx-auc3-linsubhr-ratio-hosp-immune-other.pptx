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341744"/>
              <a:ext cx="7392041" cy="3060925"/>
            </a:xfrm>
            <a:custGeom>
              <a:avLst/>
              <a:pathLst>
                <a:path w="7392041" h="3060925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  <a:lnTo>
                    <a:pt x="7392041" y="3060925"/>
                  </a:lnTo>
                  <a:lnTo>
                    <a:pt x="7314797" y="3055944"/>
                  </a:lnTo>
                  <a:lnTo>
                    <a:pt x="7237554" y="3050802"/>
                  </a:lnTo>
                  <a:lnTo>
                    <a:pt x="7160310" y="3045495"/>
                  </a:lnTo>
                  <a:lnTo>
                    <a:pt x="7083066" y="3040017"/>
                  </a:lnTo>
                  <a:lnTo>
                    <a:pt x="7005823" y="3034363"/>
                  </a:lnTo>
                  <a:lnTo>
                    <a:pt x="6928579" y="3028526"/>
                  </a:lnTo>
                  <a:lnTo>
                    <a:pt x="6851336" y="3022501"/>
                  </a:lnTo>
                  <a:lnTo>
                    <a:pt x="6774092" y="3016282"/>
                  </a:lnTo>
                  <a:lnTo>
                    <a:pt x="6696849" y="3009863"/>
                  </a:lnTo>
                  <a:lnTo>
                    <a:pt x="6619605" y="3003237"/>
                  </a:lnTo>
                  <a:lnTo>
                    <a:pt x="6542361" y="2996397"/>
                  </a:lnTo>
                  <a:lnTo>
                    <a:pt x="6465118" y="2989337"/>
                  </a:lnTo>
                  <a:lnTo>
                    <a:pt x="6387874" y="2982050"/>
                  </a:lnTo>
                  <a:lnTo>
                    <a:pt x="6310631" y="2974527"/>
                  </a:lnTo>
                  <a:lnTo>
                    <a:pt x="6233387" y="2966763"/>
                  </a:lnTo>
                  <a:lnTo>
                    <a:pt x="6156144" y="2958748"/>
                  </a:lnTo>
                  <a:lnTo>
                    <a:pt x="6078900" y="2950475"/>
                  </a:lnTo>
                  <a:lnTo>
                    <a:pt x="6001656" y="2941935"/>
                  </a:lnTo>
                  <a:lnTo>
                    <a:pt x="5924413" y="2933120"/>
                  </a:lnTo>
                  <a:lnTo>
                    <a:pt x="5847169" y="2924021"/>
                  </a:lnTo>
                  <a:lnTo>
                    <a:pt x="5769926" y="2914629"/>
                  </a:lnTo>
                  <a:lnTo>
                    <a:pt x="5692682" y="2904934"/>
                  </a:lnTo>
                  <a:lnTo>
                    <a:pt x="5615439" y="2894927"/>
                  </a:lnTo>
                  <a:lnTo>
                    <a:pt x="5538195" y="2884597"/>
                  </a:lnTo>
                  <a:lnTo>
                    <a:pt x="5460951" y="2873935"/>
                  </a:lnTo>
                  <a:lnTo>
                    <a:pt x="5383708" y="2862929"/>
                  </a:lnTo>
                  <a:lnTo>
                    <a:pt x="5306464" y="2851568"/>
                  </a:lnTo>
                  <a:lnTo>
                    <a:pt x="5229221" y="2839842"/>
                  </a:lnTo>
                  <a:lnTo>
                    <a:pt x="5151977" y="2827737"/>
                  </a:lnTo>
                  <a:lnTo>
                    <a:pt x="5074734" y="2815242"/>
                  </a:lnTo>
                  <a:lnTo>
                    <a:pt x="4997490" y="2802345"/>
                  </a:lnTo>
                  <a:lnTo>
                    <a:pt x="4920246" y="2789033"/>
                  </a:lnTo>
                  <a:lnTo>
                    <a:pt x="4843003" y="2775291"/>
                  </a:lnTo>
                  <a:lnTo>
                    <a:pt x="4765759" y="2761106"/>
                  </a:lnTo>
                  <a:lnTo>
                    <a:pt x="4688516" y="2746465"/>
                  </a:lnTo>
                  <a:lnTo>
                    <a:pt x="4611272" y="2731351"/>
                  </a:lnTo>
                  <a:lnTo>
                    <a:pt x="4534029" y="2715751"/>
                  </a:lnTo>
                  <a:lnTo>
                    <a:pt x="4456785" y="2699648"/>
                  </a:lnTo>
                  <a:lnTo>
                    <a:pt x="4379541" y="2683026"/>
                  </a:lnTo>
                  <a:lnTo>
                    <a:pt x="4302298" y="2665869"/>
                  </a:lnTo>
                  <a:lnTo>
                    <a:pt x="4225054" y="2648159"/>
                  </a:lnTo>
                  <a:lnTo>
                    <a:pt x="4147811" y="2629878"/>
                  </a:lnTo>
                  <a:lnTo>
                    <a:pt x="4070567" y="2611008"/>
                  </a:lnTo>
                  <a:lnTo>
                    <a:pt x="3993324" y="2591530"/>
                  </a:lnTo>
                  <a:lnTo>
                    <a:pt x="3916080" y="2571424"/>
                  </a:lnTo>
                  <a:lnTo>
                    <a:pt x="3838836" y="2550671"/>
                  </a:lnTo>
                  <a:lnTo>
                    <a:pt x="3761593" y="2529249"/>
                  </a:lnTo>
                  <a:lnTo>
                    <a:pt x="3684349" y="2507136"/>
                  </a:lnTo>
                  <a:lnTo>
                    <a:pt x="3607106" y="2484311"/>
                  </a:lnTo>
                  <a:lnTo>
                    <a:pt x="3529862" y="2460751"/>
                  </a:lnTo>
                  <a:lnTo>
                    <a:pt x="3452619" y="2436431"/>
                  </a:lnTo>
                  <a:lnTo>
                    <a:pt x="3375375" y="2411328"/>
                  </a:lnTo>
                  <a:lnTo>
                    <a:pt x="3298131" y="2386236"/>
                  </a:lnTo>
                  <a:lnTo>
                    <a:pt x="3220888" y="2394388"/>
                  </a:lnTo>
                  <a:lnTo>
                    <a:pt x="3143644" y="2402460"/>
                  </a:lnTo>
                  <a:lnTo>
                    <a:pt x="3066401" y="2410453"/>
                  </a:lnTo>
                  <a:lnTo>
                    <a:pt x="2989157" y="2418367"/>
                  </a:lnTo>
                  <a:lnTo>
                    <a:pt x="2911914" y="2426204"/>
                  </a:lnTo>
                  <a:lnTo>
                    <a:pt x="2834670" y="2433963"/>
                  </a:lnTo>
                  <a:lnTo>
                    <a:pt x="2757426" y="2441647"/>
                  </a:lnTo>
                  <a:lnTo>
                    <a:pt x="2680183" y="2449254"/>
                  </a:lnTo>
                  <a:lnTo>
                    <a:pt x="2602939" y="2456787"/>
                  </a:lnTo>
                  <a:lnTo>
                    <a:pt x="2525696" y="2464246"/>
                  </a:lnTo>
                  <a:lnTo>
                    <a:pt x="2448452" y="2471631"/>
                  </a:lnTo>
                  <a:lnTo>
                    <a:pt x="2371209" y="2478944"/>
                  </a:lnTo>
                  <a:lnTo>
                    <a:pt x="2293965" y="2486185"/>
                  </a:lnTo>
                  <a:lnTo>
                    <a:pt x="2216721" y="2493355"/>
                  </a:lnTo>
                  <a:lnTo>
                    <a:pt x="2139478" y="2500454"/>
                  </a:lnTo>
                  <a:lnTo>
                    <a:pt x="2062234" y="2507484"/>
                  </a:lnTo>
                  <a:lnTo>
                    <a:pt x="1984991" y="2514444"/>
                  </a:lnTo>
                  <a:lnTo>
                    <a:pt x="1907747" y="2521336"/>
                  </a:lnTo>
                  <a:lnTo>
                    <a:pt x="1830504" y="2528160"/>
                  </a:lnTo>
                  <a:lnTo>
                    <a:pt x="1753260" y="2534918"/>
                  </a:lnTo>
                  <a:lnTo>
                    <a:pt x="1676016" y="2541608"/>
                  </a:lnTo>
                  <a:lnTo>
                    <a:pt x="1598773" y="2548233"/>
                  </a:lnTo>
                  <a:lnTo>
                    <a:pt x="1521529" y="2554793"/>
                  </a:lnTo>
                  <a:lnTo>
                    <a:pt x="1444286" y="2561288"/>
                  </a:lnTo>
                  <a:lnTo>
                    <a:pt x="1367042" y="2567720"/>
                  </a:lnTo>
                  <a:lnTo>
                    <a:pt x="1289799" y="2574088"/>
                  </a:lnTo>
                  <a:lnTo>
                    <a:pt x="1212555" y="2580394"/>
                  </a:lnTo>
                  <a:lnTo>
                    <a:pt x="1135311" y="2586637"/>
                  </a:lnTo>
                  <a:lnTo>
                    <a:pt x="1058068" y="2592820"/>
                  </a:lnTo>
                  <a:lnTo>
                    <a:pt x="980824" y="2598941"/>
                  </a:lnTo>
                  <a:lnTo>
                    <a:pt x="903581" y="2605002"/>
                  </a:lnTo>
                  <a:lnTo>
                    <a:pt x="826337" y="2611004"/>
                  </a:lnTo>
                  <a:lnTo>
                    <a:pt x="749094" y="2616947"/>
                  </a:lnTo>
                  <a:lnTo>
                    <a:pt x="671850" y="2622831"/>
                  </a:lnTo>
                  <a:lnTo>
                    <a:pt x="594606" y="2628658"/>
                  </a:lnTo>
                  <a:lnTo>
                    <a:pt x="517363" y="2634427"/>
                  </a:lnTo>
                  <a:lnTo>
                    <a:pt x="440119" y="2640139"/>
                  </a:lnTo>
                  <a:lnTo>
                    <a:pt x="362876" y="2645796"/>
                  </a:lnTo>
                  <a:lnTo>
                    <a:pt x="285632" y="2651396"/>
                  </a:lnTo>
                  <a:lnTo>
                    <a:pt x="208389" y="2656942"/>
                  </a:lnTo>
                  <a:lnTo>
                    <a:pt x="131145" y="2662433"/>
                  </a:lnTo>
                  <a:lnTo>
                    <a:pt x="53901" y="2667870"/>
                  </a:lnTo>
                  <a:lnTo>
                    <a:pt x="0" y="2671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341744"/>
              <a:ext cx="7392041" cy="2385416"/>
            </a:xfrm>
            <a:custGeom>
              <a:avLst/>
              <a:pathLst>
                <a:path w="7392041" h="2385416">
                  <a:moveTo>
                    <a:pt x="0" y="0"/>
                  </a:moveTo>
                  <a:lnTo>
                    <a:pt x="53901" y="70710"/>
                  </a:lnTo>
                  <a:lnTo>
                    <a:pt x="131145" y="168878"/>
                  </a:lnTo>
                  <a:lnTo>
                    <a:pt x="208389" y="263982"/>
                  </a:lnTo>
                  <a:lnTo>
                    <a:pt x="285632" y="356116"/>
                  </a:lnTo>
                  <a:lnTo>
                    <a:pt x="362876" y="445375"/>
                  </a:lnTo>
                  <a:lnTo>
                    <a:pt x="440119" y="531847"/>
                  </a:lnTo>
                  <a:lnTo>
                    <a:pt x="517363" y="615620"/>
                  </a:lnTo>
                  <a:lnTo>
                    <a:pt x="594606" y="696778"/>
                  </a:lnTo>
                  <a:lnTo>
                    <a:pt x="671850" y="775403"/>
                  </a:lnTo>
                  <a:lnTo>
                    <a:pt x="749094" y="851573"/>
                  </a:lnTo>
                  <a:lnTo>
                    <a:pt x="826337" y="925366"/>
                  </a:lnTo>
                  <a:lnTo>
                    <a:pt x="903581" y="996855"/>
                  </a:lnTo>
                  <a:lnTo>
                    <a:pt x="980824" y="1066112"/>
                  </a:lnTo>
                  <a:lnTo>
                    <a:pt x="1058068" y="1133207"/>
                  </a:lnTo>
                  <a:lnTo>
                    <a:pt x="1135311" y="1198208"/>
                  </a:lnTo>
                  <a:lnTo>
                    <a:pt x="1212555" y="1261180"/>
                  </a:lnTo>
                  <a:lnTo>
                    <a:pt x="1289799" y="1322187"/>
                  </a:lnTo>
                  <a:lnTo>
                    <a:pt x="1367042" y="1381288"/>
                  </a:lnTo>
                  <a:lnTo>
                    <a:pt x="1444286" y="1438545"/>
                  </a:lnTo>
                  <a:lnTo>
                    <a:pt x="1521529" y="1494015"/>
                  </a:lnTo>
                  <a:lnTo>
                    <a:pt x="1598773" y="1547753"/>
                  </a:lnTo>
                  <a:lnTo>
                    <a:pt x="1676016" y="1599813"/>
                  </a:lnTo>
                  <a:lnTo>
                    <a:pt x="1753260" y="1650249"/>
                  </a:lnTo>
                  <a:lnTo>
                    <a:pt x="1830504" y="1699110"/>
                  </a:lnTo>
                  <a:lnTo>
                    <a:pt x="1907747" y="1746446"/>
                  </a:lnTo>
                  <a:lnTo>
                    <a:pt x="1984991" y="1792304"/>
                  </a:lnTo>
                  <a:lnTo>
                    <a:pt x="2062234" y="1836730"/>
                  </a:lnTo>
                  <a:lnTo>
                    <a:pt x="2139478" y="1879770"/>
                  </a:lnTo>
                  <a:lnTo>
                    <a:pt x="2216721" y="1921466"/>
                  </a:lnTo>
                  <a:lnTo>
                    <a:pt x="2293965" y="1961861"/>
                  </a:lnTo>
                  <a:lnTo>
                    <a:pt x="2371209" y="2000995"/>
                  </a:lnTo>
                  <a:lnTo>
                    <a:pt x="2448452" y="2038907"/>
                  </a:lnTo>
                  <a:lnTo>
                    <a:pt x="2525696" y="2075636"/>
                  </a:lnTo>
                  <a:lnTo>
                    <a:pt x="2602939" y="2111218"/>
                  </a:lnTo>
                  <a:lnTo>
                    <a:pt x="2680183" y="2145689"/>
                  </a:lnTo>
                  <a:lnTo>
                    <a:pt x="2757426" y="2179085"/>
                  </a:lnTo>
                  <a:lnTo>
                    <a:pt x="2834670" y="2211438"/>
                  </a:lnTo>
                  <a:lnTo>
                    <a:pt x="2911914" y="2242780"/>
                  </a:lnTo>
                  <a:lnTo>
                    <a:pt x="2989157" y="2273145"/>
                  </a:lnTo>
                  <a:lnTo>
                    <a:pt x="3066401" y="2302562"/>
                  </a:lnTo>
                  <a:lnTo>
                    <a:pt x="3143644" y="2331060"/>
                  </a:lnTo>
                  <a:lnTo>
                    <a:pt x="3220888" y="2358669"/>
                  </a:lnTo>
                  <a:lnTo>
                    <a:pt x="3298131" y="2385416"/>
                  </a:lnTo>
                  <a:lnTo>
                    <a:pt x="3375375" y="2378002"/>
                  </a:lnTo>
                  <a:lnTo>
                    <a:pt x="3452619" y="2369687"/>
                  </a:lnTo>
                  <a:lnTo>
                    <a:pt x="3529862" y="2361290"/>
                  </a:lnTo>
                  <a:lnTo>
                    <a:pt x="3607106" y="2352809"/>
                  </a:lnTo>
                  <a:lnTo>
                    <a:pt x="3684349" y="2344243"/>
                  </a:lnTo>
                  <a:lnTo>
                    <a:pt x="3761593" y="2335593"/>
                  </a:lnTo>
                  <a:lnTo>
                    <a:pt x="3838836" y="2326857"/>
                  </a:lnTo>
                  <a:lnTo>
                    <a:pt x="3916080" y="2318034"/>
                  </a:lnTo>
                  <a:lnTo>
                    <a:pt x="3993324" y="2309124"/>
                  </a:lnTo>
                  <a:lnTo>
                    <a:pt x="4070567" y="2300125"/>
                  </a:lnTo>
                  <a:lnTo>
                    <a:pt x="4147811" y="2291037"/>
                  </a:lnTo>
                  <a:lnTo>
                    <a:pt x="4225054" y="2281858"/>
                  </a:lnTo>
                  <a:lnTo>
                    <a:pt x="4302298" y="2272588"/>
                  </a:lnTo>
                  <a:lnTo>
                    <a:pt x="4379541" y="2263227"/>
                  </a:lnTo>
                  <a:lnTo>
                    <a:pt x="4456785" y="2253772"/>
                  </a:lnTo>
                  <a:lnTo>
                    <a:pt x="4534029" y="2244224"/>
                  </a:lnTo>
                  <a:lnTo>
                    <a:pt x="4611272" y="2234580"/>
                  </a:lnTo>
                  <a:lnTo>
                    <a:pt x="4688516" y="2224841"/>
                  </a:lnTo>
                  <a:lnTo>
                    <a:pt x="4765759" y="2215006"/>
                  </a:lnTo>
                  <a:lnTo>
                    <a:pt x="4843003" y="2205072"/>
                  </a:lnTo>
                  <a:lnTo>
                    <a:pt x="4920246" y="2195040"/>
                  </a:lnTo>
                  <a:lnTo>
                    <a:pt x="4997490" y="2184909"/>
                  </a:lnTo>
                  <a:lnTo>
                    <a:pt x="5074734" y="2174677"/>
                  </a:lnTo>
                  <a:lnTo>
                    <a:pt x="5151977" y="2164343"/>
                  </a:lnTo>
                  <a:lnTo>
                    <a:pt x="5229221" y="2153907"/>
                  </a:lnTo>
                  <a:lnTo>
                    <a:pt x="5306464" y="2143367"/>
                  </a:lnTo>
                  <a:lnTo>
                    <a:pt x="5383708" y="2132722"/>
                  </a:lnTo>
                  <a:lnTo>
                    <a:pt x="5460951" y="2121972"/>
                  </a:lnTo>
                  <a:lnTo>
                    <a:pt x="5538195" y="2111115"/>
                  </a:lnTo>
                  <a:lnTo>
                    <a:pt x="5615439" y="2100150"/>
                  </a:lnTo>
                  <a:lnTo>
                    <a:pt x="5692682" y="2089076"/>
                  </a:lnTo>
                  <a:lnTo>
                    <a:pt x="5769926" y="2077892"/>
                  </a:lnTo>
                  <a:lnTo>
                    <a:pt x="5847169" y="2066598"/>
                  </a:lnTo>
                  <a:lnTo>
                    <a:pt x="5924413" y="2055191"/>
                  </a:lnTo>
                  <a:lnTo>
                    <a:pt x="6001656" y="2043671"/>
                  </a:lnTo>
                  <a:lnTo>
                    <a:pt x="6078900" y="2032036"/>
                  </a:lnTo>
                  <a:lnTo>
                    <a:pt x="6156144" y="2020286"/>
                  </a:lnTo>
                  <a:lnTo>
                    <a:pt x="6233387" y="2008420"/>
                  </a:lnTo>
                  <a:lnTo>
                    <a:pt x="6310631" y="1996435"/>
                  </a:lnTo>
                  <a:lnTo>
                    <a:pt x="6387874" y="1984332"/>
                  </a:lnTo>
                  <a:lnTo>
                    <a:pt x="6465118" y="1972108"/>
                  </a:lnTo>
                  <a:lnTo>
                    <a:pt x="6542361" y="1959763"/>
                  </a:lnTo>
                  <a:lnTo>
                    <a:pt x="6619605" y="1947296"/>
                  </a:lnTo>
                  <a:lnTo>
                    <a:pt x="6696849" y="1934705"/>
                  </a:lnTo>
                  <a:lnTo>
                    <a:pt x="6774092" y="1921988"/>
                  </a:lnTo>
                  <a:lnTo>
                    <a:pt x="6851336" y="1909146"/>
                  </a:lnTo>
                  <a:lnTo>
                    <a:pt x="6928579" y="1896176"/>
                  </a:lnTo>
                  <a:lnTo>
                    <a:pt x="7005823" y="1883077"/>
                  </a:lnTo>
                  <a:lnTo>
                    <a:pt x="7083066" y="1869848"/>
                  </a:lnTo>
                  <a:lnTo>
                    <a:pt x="7160310" y="1856488"/>
                  </a:lnTo>
                  <a:lnTo>
                    <a:pt x="7237554" y="1842995"/>
                  </a:lnTo>
                  <a:lnTo>
                    <a:pt x="7314797" y="1829368"/>
                  </a:lnTo>
                  <a:lnTo>
                    <a:pt x="7392041" y="18156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981"/>
              <a:ext cx="7392041" cy="674688"/>
            </a:xfrm>
            <a:custGeom>
              <a:avLst/>
              <a:pathLst>
                <a:path w="7392041" h="674688">
                  <a:moveTo>
                    <a:pt x="7392041" y="674688"/>
                  </a:moveTo>
                  <a:lnTo>
                    <a:pt x="7314797" y="669708"/>
                  </a:lnTo>
                  <a:lnTo>
                    <a:pt x="7237554" y="664566"/>
                  </a:lnTo>
                  <a:lnTo>
                    <a:pt x="7160310" y="659259"/>
                  </a:lnTo>
                  <a:lnTo>
                    <a:pt x="7083066" y="653781"/>
                  </a:lnTo>
                  <a:lnTo>
                    <a:pt x="7005823" y="648127"/>
                  </a:lnTo>
                  <a:lnTo>
                    <a:pt x="6928579" y="642290"/>
                  </a:lnTo>
                  <a:lnTo>
                    <a:pt x="6851336" y="636265"/>
                  </a:lnTo>
                  <a:lnTo>
                    <a:pt x="6774092" y="630046"/>
                  </a:lnTo>
                  <a:lnTo>
                    <a:pt x="6696849" y="623627"/>
                  </a:lnTo>
                  <a:lnTo>
                    <a:pt x="6619605" y="617001"/>
                  </a:lnTo>
                  <a:lnTo>
                    <a:pt x="6542361" y="610161"/>
                  </a:lnTo>
                  <a:lnTo>
                    <a:pt x="6465118" y="603101"/>
                  </a:lnTo>
                  <a:lnTo>
                    <a:pt x="6387874" y="595814"/>
                  </a:lnTo>
                  <a:lnTo>
                    <a:pt x="6310631" y="588291"/>
                  </a:lnTo>
                  <a:lnTo>
                    <a:pt x="6233387" y="580527"/>
                  </a:lnTo>
                  <a:lnTo>
                    <a:pt x="6156144" y="572512"/>
                  </a:lnTo>
                  <a:lnTo>
                    <a:pt x="6078900" y="564239"/>
                  </a:lnTo>
                  <a:lnTo>
                    <a:pt x="6001656" y="555699"/>
                  </a:lnTo>
                  <a:lnTo>
                    <a:pt x="5924413" y="546884"/>
                  </a:lnTo>
                  <a:lnTo>
                    <a:pt x="5847169" y="537785"/>
                  </a:lnTo>
                  <a:lnTo>
                    <a:pt x="5769926" y="528393"/>
                  </a:lnTo>
                  <a:lnTo>
                    <a:pt x="5692682" y="518698"/>
                  </a:lnTo>
                  <a:lnTo>
                    <a:pt x="5615439" y="508691"/>
                  </a:lnTo>
                  <a:lnTo>
                    <a:pt x="5538195" y="498361"/>
                  </a:lnTo>
                  <a:lnTo>
                    <a:pt x="5460951" y="487699"/>
                  </a:lnTo>
                  <a:lnTo>
                    <a:pt x="5383708" y="476693"/>
                  </a:lnTo>
                  <a:lnTo>
                    <a:pt x="5306464" y="465332"/>
                  </a:lnTo>
                  <a:lnTo>
                    <a:pt x="5229221" y="453605"/>
                  </a:lnTo>
                  <a:lnTo>
                    <a:pt x="5151977" y="441501"/>
                  </a:lnTo>
                  <a:lnTo>
                    <a:pt x="5074734" y="429006"/>
                  </a:lnTo>
                  <a:lnTo>
                    <a:pt x="4997490" y="416109"/>
                  </a:lnTo>
                  <a:lnTo>
                    <a:pt x="4920246" y="402796"/>
                  </a:lnTo>
                  <a:lnTo>
                    <a:pt x="4843003" y="389055"/>
                  </a:lnTo>
                  <a:lnTo>
                    <a:pt x="4765759" y="374870"/>
                  </a:lnTo>
                  <a:lnTo>
                    <a:pt x="4688516" y="360229"/>
                  </a:lnTo>
                  <a:lnTo>
                    <a:pt x="4611272" y="345115"/>
                  </a:lnTo>
                  <a:lnTo>
                    <a:pt x="4534029" y="329515"/>
                  </a:lnTo>
                  <a:lnTo>
                    <a:pt x="4456785" y="313412"/>
                  </a:lnTo>
                  <a:lnTo>
                    <a:pt x="4379541" y="296790"/>
                  </a:lnTo>
                  <a:lnTo>
                    <a:pt x="4302298" y="279633"/>
                  </a:lnTo>
                  <a:lnTo>
                    <a:pt x="4225054" y="261923"/>
                  </a:lnTo>
                  <a:lnTo>
                    <a:pt x="4147811" y="243642"/>
                  </a:lnTo>
                  <a:lnTo>
                    <a:pt x="4070567" y="224772"/>
                  </a:lnTo>
                  <a:lnTo>
                    <a:pt x="3993324" y="205294"/>
                  </a:lnTo>
                  <a:lnTo>
                    <a:pt x="3916080" y="185188"/>
                  </a:lnTo>
                  <a:lnTo>
                    <a:pt x="3838836" y="164435"/>
                  </a:lnTo>
                  <a:lnTo>
                    <a:pt x="3761593" y="143012"/>
                  </a:lnTo>
                  <a:lnTo>
                    <a:pt x="3684349" y="120900"/>
                  </a:lnTo>
                  <a:lnTo>
                    <a:pt x="3607106" y="98075"/>
                  </a:lnTo>
                  <a:lnTo>
                    <a:pt x="3529862" y="74515"/>
                  </a:lnTo>
                  <a:lnTo>
                    <a:pt x="3452619" y="50195"/>
                  </a:lnTo>
                  <a:lnTo>
                    <a:pt x="3375375" y="25092"/>
                  </a:lnTo>
                  <a:lnTo>
                    <a:pt x="3298131" y="0"/>
                  </a:lnTo>
                  <a:lnTo>
                    <a:pt x="3220888" y="8152"/>
                  </a:lnTo>
                  <a:lnTo>
                    <a:pt x="3143644" y="16224"/>
                  </a:lnTo>
                  <a:lnTo>
                    <a:pt x="3066401" y="24217"/>
                  </a:lnTo>
                  <a:lnTo>
                    <a:pt x="2989157" y="32131"/>
                  </a:lnTo>
                  <a:lnTo>
                    <a:pt x="2911914" y="39968"/>
                  </a:lnTo>
                  <a:lnTo>
                    <a:pt x="2834670" y="47727"/>
                  </a:lnTo>
                  <a:lnTo>
                    <a:pt x="2757426" y="55410"/>
                  </a:lnTo>
                  <a:lnTo>
                    <a:pt x="2680183" y="63018"/>
                  </a:lnTo>
                  <a:lnTo>
                    <a:pt x="2602939" y="70551"/>
                  </a:lnTo>
                  <a:lnTo>
                    <a:pt x="2525696" y="78010"/>
                  </a:lnTo>
                  <a:lnTo>
                    <a:pt x="2448452" y="85395"/>
                  </a:lnTo>
                  <a:lnTo>
                    <a:pt x="2371209" y="92708"/>
                  </a:lnTo>
                  <a:lnTo>
                    <a:pt x="2293965" y="99949"/>
                  </a:lnTo>
                  <a:lnTo>
                    <a:pt x="2216721" y="107119"/>
                  </a:lnTo>
                  <a:lnTo>
                    <a:pt x="2139478" y="114218"/>
                  </a:lnTo>
                  <a:lnTo>
                    <a:pt x="2062234" y="121248"/>
                  </a:lnTo>
                  <a:lnTo>
                    <a:pt x="1984991" y="128208"/>
                  </a:lnTo>
                  <a:lnTo>
                    <a:pt x="1907747" y="135100"/>
                  </a:lnTo>
                  <a:lnTo>
                    <a:pt x="1830504" y="141924"/>
                  </a:lnTo>
                  <a:lnTo>
                    <a:pt x="1753260" y="148681"/>
                  </a:lnTo>
                  <a:lnTo>
                    <a:pt x="1676016" y="155372"/>
                  </a:lnTo>
                  <a:lnTo>
                    <a:pt x="1598773" y="161997"/>
                  </a:lnTo>
                  <a:lnTo>
                    <a:pt x="1521529" y="168557"/>
                  </a:lnTo>
                  <a:lnTo>
                    <a:pt x="1444286" y="175052"/>
                  </a:lnTo>
                  <a:lnTo>
                    <a:pt x="1367042" y="181484"/>
                  </a:lnTo>
                  <a:lnTo>
                    <a:pt x="1289799" y="187852"/>
                  </a:lnTo>
                  <a:lnTo>
                    <a:pt x="1212555" y="194158"/>
                  </a:lnTo>
                  <a:lnTo>
                    <a:pt x="1135311" y="200401"/>
                  </a:lnTo>
                  <a:lnTo>
                    <a:pt x="1058068" y="206584"/>
                  </a:lnTo>
                  <a:lnTo>
                    <a:pt x="980824" y="212705"/>
                  </a:lnTo>
                  <a:lnTo>
                    <a:pt x="903581" y="218766"/>
                  </a:lnTo>
                  <a:lnTo>
                    <a:pt x="826337" y="224768"/>
                  </a:lnTo>
                  <a:lnTo>
                    <a:pt x="749094" y="230711"/>
                  </a:lnTo>
                  <a:lnTo>
                    <a:pt x="671850" y="236595"/>
                  </a:lnTo>
                  <a:lnTo>
                    <a:pt x="594606" y="242422"/>
                  </a:lnTo>
                  <a:lnTo>
                    <a:pt x="517363" y="248191"/>
                  </a:lnTo>
                  <a:lnTo>
                    <a:pt x="440119" y="253903"/>
                  </a:lnTo>
                  <a:lnTo>
                    <a:pt x="362876" y="259559"/>
                  </a:lnTo>
                  <a:lnTo>
                    <a:pt x="285632" y="265160"/>
                  </a:lnTo>
                  <a:lnTo>
                    <a:pt x="208389" y="270706"/>
                  </a:lnTo>
                  <a:lnTo>
                    <a:pt x="131145" y="276197"/>
                  </a:lnTo>
                  <a:lnTo>
                    <a:pt x="53901" y="281634"/>
                  </a:lnTo>
                  <a:lnTo>
                    <a:pt x="0" y="28539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234872"/>
              <a:ext cx="7392041" cy="857193"/>
            </a:xfrm>
            <a:custGeom>
              <a:avLst/>
              <a:pathLst>
                <a:path w="7392041" h="857193">
                  <a:moveTo>
                    <a:pt x="0" y="0"/>
                  </a:moveTo>
                  <a:lnTo>
                    <a:pt x="53901" y="10052"/>
                  </a:lnTo>
                  <a:lnTo>
                    <a:pt x="131145" y="24301"/>
                  </a:lnTo>
                  <a:lnTo>
                    <a:pt x="208389" y="38395"/>
                  </a:lnTo>
                  <a:lnTo>
                    <a:pt x="285632" y="52336"/>
                  </a:lnTo>
                  <a:lnTo>
                    <a:pt x="362876" y="66126"/>
                  </a:lnTo>
                  <a:lnTo>
                    <a:pt x="440119" y="79766"/>
                  </a:lnTo>
                  <a:lnTo>
                    <a:pt x="517363" y="93257"/>
                  </a:lnTo>
                  <a:lnTo>
                    <a:pt x="594606" y="106603"/>
                  </a:lnTo>
                  <a:lnTo>
                    <a:pt x="671850" y="119803"/>
                  </a:lnTo>
                  <a:lnTo>
                    <a:pt x="749094" y="132861"/>
                  </a:lnTo>
                  <a:lnTo>
                    <a:pt x="826337" y="145776"/>
                  </a:lnTo>
                  <a:lnTo>
                    <a:pt x="903581" y="158551"/>
                  </a:lnTo>
                  <a:lnTo>
                    <a:pt x="980824" y="171188"/>
                  </a:lnTo>
                  <a:lnTo>
                    <a:pt x="1058068" y="183687"/>
                  </a:lnTo>
                  <a:lnTo>
                    <a:pt x="1135311" y="196050"/>
                  </a:lnTo>
                  <a:lnTo>
                    <a:pt x="1212555" y="208280"/>
                  </a:lnTo>
                  <a:lnTo>
                    <a:pt x="1289799" y="220376"/>
                  </a:lnTo>
                  <a:lnTo>
                    <a:pt x="1367042" y="232342"/>
                  </a:lnTo>
                  <a:lnTo>
                    <a:pt x="1444286" y="244177"/>
                  </a:lnTo>
                  <a:lnTo>
                    <a:pt x="1521529" y="255884"/>
                  </a:lnTo>
                  <a:lnTo>
                    <a:pt x="1598773" y="267463"/>
                  </a:lnTo>
                  <a:lnTo>
                    <a:pt x="1676016" y="278917"/>
                  </a:lnTo>
                  <a:lnTo>
                    <a:pt x="1753260" y="290247"/>
                  </a:lnTo>
                  <a:lnTo>
                    <a:pt x="1830504" y="301453"/>
                  </a:lnTo>
                  <a:lnTo>
                    <a:pt x="1907747" y="312538"/>
                  </a:lnTo>
                  <a:lnTo>
                    <a:pt x="1984991" y="323503"/>
                  </a:lnTo>
                  <a:lnTo>
                    <a:pt x="2062234" y="334348"/>
                  </a:lnTo>
                  <a:lnTo>
                    <a:pt x="2139478" y="345076"/>
                  </a:lnTo>
                  <a:lnTo>
                    <a:pt x="2216721" y="355687"/>
                  </a:lnTo>
                  <a:lnTo>
                    <a:pt x="2293965" y="366183"/>
                  </a:lnTo>
                  <a:lnTo>
                    <a:pt x="2371209" y="376565"/>
                  </a:lnTo>
                  <a:lnTo>
                    <a:pt x="2448452" y="386835"/>
                  </a:lnTo>
                  <a:lnTo>
                    <a:pt x="2525696" y="396993"/>
                  </a:lnTo>
                  <a:lnTo>
                    <a:pt x="2602939" y="407040"/>
                  </a:lnTo>
                  <a:lnTo>
                    <a:pt x="2680183" y="416979"/>
                  </a:lnTo>
                  <a:lnTo>
                    <a:pt x="2757426" y="426809"/>
                  </a:lnTo>
                  <a:lnTo>
                    <a:pt x="2834670" y="436533"/>
                  </a:lnTo>
                  <a:lnTo>
                    <a:pt x="2911914" y="446151"/>
                  </a:lnTo>
                  <a:lnTo>
                    <a:pt x="2989157" y="455665"/>
                  </a:lnTo>
                  <a:lnTo>
                    <a:pt x="3066401" y="465075"/>
                  </a:lnTo>
                  <a:lnTo>
                    <a:pt x="3143644" y="474384"/>
                  </a:lnTo>
                  <a:lnTo>
                    <a:pt x="3220888" y="483591"/>
                  </a:lnTo>
                  <a:lnTo>
                    <a:pt x="3298131" y="492698"/>
                  </a:lnTo>
                  <a:lnTo>
                    <a:pt x="3375375" y="501707"/>
                  </a:lnTo>
                  <a:lnTo>
                    <a:pt x="3452619" y="510617"/>
                  </a:lnTo>
                  <a:lnTo>
                    <a:pt x="3529862" y="519431"/>
                  </a:lnTo>
                  <a:lnTo>
                    <a:pt x="3607106" y="528149"/>
                  </a:lnTo>
                  <a:lnTo>
                    <a:pt x="3684349" y="536773"/>
                  </a:lnTo>
                  <a:lnTo>
                    <a:pt x="3761593" y="545303"/>
                  </a:lnTo>
                  <a:lnTo>
                    <a:pt x="3838836" y="553740"/>
                  </a:lnTo>
                  <a:lnTo>
                    <a:pt x="3916080" y="562086"/>
                  </a:lnTo>
                  <a:lnTo>
                    <a:pt x="3993324" y="570341"/>
                  </a:lnTo>
                  <a:lnTo>
                    <a:pt x="4070567" y="578506"/>
                  </a:lnTo>
                  <a:lnTo>
                    <a:pt x="4147811" y="586583"/>
                  </a:lnTo>
                  <a:lnTo>
                    <a:pt x="4225054" y="594572"/>
                  </a:lnTo>
                  <a:lnTo>
                    <a:pt x="4302298" y="602474"/>
                  </a:lnTo>
                  <a:lnTo>
                    <a:pt x="4379541" y="610290"/>
                  </a:lnTo>
                  <a:lnTo>
                    <a:pt x="4456785" y="618022"/>
                  </a:lnTo>
                  <a:lnTo>
                    <a:pt x="4534029" y="625670"/>
                  </a:lnTo>
                  <a:lnTo>
                    <a:pt x="4611272" y="633234"/>
                  </a:lnTo>
                  <a:lnTo>
                    <a:pt x="4688516" y="640717"/>
                  </a:lnTo>
                  <a:lnTo>
                    <a:pt x="4765759" y="648118"/>
                  </a:lnTo>
                  <a:lnTo>
                    <a:pt x="4843003" y="655439"/>
                  </a:lnTo>
                  <a:lnTo>
                    <a:pt x="4920246" y="662681"/>
                  </a:lnTo>
                  <a:lnTo>
                    <a:pt x="4997490" y="669843"/>
                  </a:lnTo>
                  <a:lnTo>
                    <a:pt x="5074734" y="676928"/>
                  </a:lnTo>
                  <a:lnTo>
                    <a:pt x="5151977" y="683936"/>
                  </a:lnTo>
                  <a:lnTo>
                    <a:pt x="5229221" y="690868"/>
                  </a:lnTo>
                  <a:lnTo>
                    <a:pt x="5306464" y="697725"/>
                  </a:lnTo>
                  <a:lnTo>
                    <a:pt x="5383708" y="704507"/>
                  </a:lnTo>
                  <a:lnTo>
                    <a:pt x="5460951" y="711216"/>
                  </a:lnTo>
                  <a:lnTo>
                    <a:pt x="5538195" y="717852"/>
                  </a:lnTo>
                  <a:lnTo>
                    <a:pt x="5615439" y="724416"/>
                  </a:lnTo>
                  <a:lnTo>
                    <a:pt x="5692682" y="730908"/>
                  </a:lnTo>
                  <a:lnTo>
                    <a:pt x="5769926" y="737330"/>
                  </a:lnTo>
                  <a:lnTo>
                    <a:pt x="5847169" y="743682"/>
                  </a:lnTo>
                  <a:lnTo>
                    <a:pt x="5924413" y="749966"/>
                  </a:lnTo>
                  <a:lnTo>
                    <a:pt x="6001656" y="756181"/>
                  </a:lnTo>
                  <a:lnTo>
                    <a:pt x="6078900" y="762328"/>
                  </a:lnTo>
                  <a:lnTo>
                    <a:pt x="6156144" y="768409"/>
                  </a:lnTo>
                  <a:lnTo>
                    <a:pt x="6233387" y="774424"/>
                  </a:lnTo>
                  <a:lnTo>
                    <a:pt x="6310631" y="780374"/>
                  </a:lnTo>
                  <a:lnTo>
                    <a:pt x="6387874" y="786258"/>
                  </a:lnTo>
                  <a:lnTo>
                    <a:pt x="6465118" y="792079"/>
                  </a:lnTo>
                  <a:lnTo>
                    <a:pt x="6542361" y="797837"/>
                  </a:lnTo>
                  <a:lnTo>
                    <a:pt x="6619605" y="803533"/>
                  </a:lnTo>
                  <a:lnTo>
                    <a:pt x="6696849" y="809166"/>
                  </a:lnTo>
                  <a:lnTo>
                    <a:pt x="6774092" y="814738"/>
                  </a:lnTo>
                  <a:lnTo>
                    <a:pt x="6851336" y="820250"/>
                  </a:lnTo>
                  <a:lnTo>
                    <a:pt x="6928579" y="825702"/>
                  </a:lnTo>
                  <a:lnTo>
                    <a:pt x="7005823" y="831095"/>
                  </a:lnTo>
                  <a:lnTo>
                    <a:pt x="7083066" y="836429"/>
                  </a:lnTo>
                  <a:lnTo>
                    <a:pt x="7160310" y="841705"/>
                  </a:lnTo>
                  <a:lnTo>
                    <a:pt x="7237554" y="846924"/>
                  </a:lnTo>
                  <a:lnTo>
                    <a:pt x="7314797" y="852087"/>
                  </a:lnTo>
                  <a:lnTo>
                    <a:pt x="7392041" y="8571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1.13 (0.89-1.44), p = 0.304  |  per IQR decline (Δ = 0.30): 1.45 (0.72-2.93)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76028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2026-05-28T22:32:48Z</dcterms:modified>
  <cp:category/>
</cp:coreProperties>
</file>