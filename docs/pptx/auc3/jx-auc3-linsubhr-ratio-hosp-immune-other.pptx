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77810"/>
              <a:ext cx="7392041" cy="3209323"/>
            </a:xfrm>
            <a:custGeom>
              <a:avLst/>
              <a:pathLst>
                <a:path w="7392041" h="3209323">
                  <a:moveTo>
                    <a:pt x="0" y="0"/>
                  </a:moveTo>
                  <a:lnTo>
                    <a:pt x="53901" y="74138"/>
                  </a:lnTo>
                  <a:lnTo>
                    <a:pt x="131145" y="177065"/>
                  </a:lnTo>
                  <a:lnTo>
                    <a:pt x="208389" y="276780"/>
                  </a:lnTo>
                  <a:lnTo>
                    <a:pt x="285632" y="373381"/>
                  </a:lnTo>
                  <a:lnTo>
                    <a:pt x="362876" y="466967"/>
                  </a:lnTo>
                  <a:lnTo>
                    <a:pt x="440119" y="557632"/>
                  </a:lnTo>
                  <a:lnTo>
                    <a:pt x="517363" y="645467"/>
                  </a:lnTo>
                  <a:lnTo>
                    <a:pt x="594606" y="730559"/>
                  </a:lnTo>
                  <a:lnTo>
                    <a:pt x="671850" y="812996"/>
                  </a:lnTo>
                  <a:lnTo>
                    <a:pt x="749094" y="892859"/>
                  </a:lnTo>
                  <a:lnTo>
                    <a:pt x="826337" y="970229"/>
                  </a:lnTo>
                  <a:lnTo>
                    <a:pt x="903581" y="1045184"/>
                  </a:lnTo>
                  <a:lnTo>
                    <a:pt x="980824" y="1117799"/>
                  </a:lnTo>
                  <a:lnTo>
                    <a:pt x="1058068" y="1188147"/>
                  </a:lnTo>
                  <a:lnTo>
                    <a:pt x="1135311" y="1256299"/>
                  </a:lnTo>
                  <a:lnTo>
                    <a:pt x="1212555" y="1322324"/>
                  </a:lnTo>
                  <a:lnTo>
                    <a:pt x="1289799" y="1386288"/>
                  </a:lnTo>
                  <a:lnTo>
                    <a:pt x="1367042" y="1448255"/>
                  </a:lnTo>
                  <a:lnTo>
                    <a:pt x="1444286" y="1508288"/>
                  </a:lnTo>
                  <a:lnTo>
                    <a:pt x="1521529" y="1566447"/>
                  </a:lnTo>
                  <a:lnTo>
                    <a:pt x="1598773" y="1622790"/>
                  </a:lnTo>
                  <a:lnTo>
                    <a:pt x="1676016" y="1677375"/>
                  </a:lnTo>
                  <a:lnTo>
                    <a:pt x="1753260" y="1730255"/>
                  </a:lnTo>
                  <a:lnTo>
                    <a:pt x="1830504" y="1781485"/>
                  </a:lnTo>
                  <a:lnTo>
                    <a:pt x="1907747" y="1831116"/>
                  </a:lnTo>
                  <a:lnTo>
                    <a:pt x="1984991" y="1879197"/>
                  </a:lnTo>
                  <a:lnTo>
                    <a:pt x="2062234" y="1925778"/>
                  </a:lnTo>
                  <a:lnTo>
                    <a:pt x="2139478" y="1970904"/>
                  </a:lnTo>
                  <a:lnTo>
                    <a:pt x="2216721" y="2014622"/>
                  </a:lnTo>
                  <a:lnTo>
                    <a:pt x="2293965" y="2056975"/>
                  </a:lnTo>
                  <a:lnTo>
                    <a:pt x="2371209" y="2098006"/>
                  </a:lnTo>
                  <a:lnTo>
                    <a:pt x="2448452" y="2137756"/>
                  </a:lnTo>
                  <a:lnTo>
                    <a:pt x="2525696" y="2176265"/>
                  </a:lnTo>
                  <a:lnTo>
                    <a:pt x="2602939" y="2213573"/>
                  </a:lnTo>
                  <a:lnTo>
                    <a:pt x="2680183" y="2249715"/>
                  </a:lnTo>
                  <a:lnTo>
                    <a:pt x="2757426" y="2284730"/>
                  </a:lnTo>
                  <a:lnTo>
                    <a:pt x="2834670" y="2318651"/>
                  </a:lnTo>
                  <a:lnTo>
                    <a:pt x="2911914" y="2351514"/>
                  </a:lnTo>
                  <a:lnTo>
                    <a:pt x="2989157" y="2383350"/>
                  </a:lnTo>
                  <a:lnTo>
                    <a:pt x="3066401" y="2414193"/>
                  </a:lnTo>
                  <a:lnTo>
                    <a:pt x="3143644" y="2444073"/>
                  </a:lnTo>
                  <a:lnTo>
                    <a:pt x="3220888" y="2473021"/>
                  </a:lnTo>
                  <a:lnTo>
                    <a:pt x="3298131" y="2501064"/>
                  </a:lnTo>
                  <a:lnTo>
                    <a:pt x="3375375" y="2493291"/>
                  </a:lnTo>
                  <a:lnTo>
                    <a:pt x="3452619" y="2484573"/>
                  </a:lnTo>
                  <a:lnTo>
                    <a:pt x="3529862" y="2475768"/>
                  </a:lnTo>
                  <a:lnTo>
                    <a:pt x="3607106" y="2466876"/>
                  </a:lnTo>
                  <a:lnTo>
                    <a:pt x="3684349" y="2457896"/>
                  </a:lnTo>
                  <a:lnTo>
                    <a:pt x="3761593" y="2448826"/>
                  </a:lnTo>
                  <a:lnTo>
                    <a:pt x="3838836" y="2439666"/>
                  </a:lnTo>
                  <a:lnTo>
                    <a:pt x="3916080" y="2430416"/>
                  </a:lnTo>
                  <a:lnTo>
                    <a:pt x="3993324" y="2421073"/>
                  </a:lnTo>
                  <a:lnTo>
                    <a:pt x="4070567" y="2411638"/>
                  </a:lnTo>
                  <a:lnTo>
                    <a:pt x="4147811" y="2402109"/>
                  </a:lnTo>
                  <a:lnTo>
                    <a:pt x="4225054" y="2392486"/>
                  </a:lnTo>
                  <a:lnTo>
                    <a:pt x="4302298" y="2382767"/>
                  </a:lnTo>
                  <a:lnTo>
                    <a:pt x="4379541" y="2372951"/>
                  </a:lnTo>
                  <a:lnTo>
                    <a:pt x="4456785" y="2363038"/>
                  </a:lnTo>
                  <a:lnTo>
                    <a:pt x="4534029" y="2353027"/>
                  </a:lnTo>
                  <a:lnTo>
                    <a:pt x="4611272" y="2342916"/>
                  </a:lnTo>
                  <a:lnTo>
                    <a:pt x="4688516" y="2332705"/>
                  </a:lnTo>
                  <a:lnTo>
                    <a:pt x="4765759" y="2322392"/>
                  </a:lnTo>
                  <a:lnTo>
                    <a:pt x="4843003" y="2311977"/>
                  </a:lnTo>
                  <a:lnTo>
                    <a:pt x="4920246" y="2301459"/>
                  </a:lnTo>
                  <a:lnTo>
                    <a:pt x="4997490" y="2290836"/>
                  </a:lnTo>
                  <a:lnTo>
                    <a:pt x="5074734" y="2280108"/>
                  </a:lnTo>
                  <a:lnTo>
                    <a:pt x="5151977" y="2269273"/>
                  </a:lnTo>
                  <a:lnTo>
                    <a:pt x="5229221" y="2258331"/>
                  </a:lnTo>
                  <a:lnTo>
                    <a:pt x="5306464" y="2247280"/>
                  </a:lnTo>
                  <a:lnTo>
                    <a:pt x="5383708" y="2236119"/>
                  </a:lnTo>
                  <a:lnTo>
                    <a:pt x="5460951" y="2224848"/>
                  </a:lnTo>
                  <a:lnTo>
                    <a:pt x="5538195" y="2213464"/>
                  </a:lnTo>
                  <a:lnTo>
                    <a:pt x="5615439" y="2201968"/>
                  </a:lnTo>
                  <a:lnTo>
                    <a:pt x="5692682" y="2190357"/>
                  </a:lnTo>
                  <a:lnTo>
                    <a:pt x="5769926" y="2178632"/>
                  </a:lnTo>
                  <a:lnTo>
                    <a:pt x="5847169" y="2166789"/>
                  </a:lnTo>
                  <a:lnTo>
                    <a:pt x="5924413" y="2154829"/>
                  </a:lnTo>
                  <a:lnTo>
                    <a:pt x="6001656" y="2142751"/>
                  </a:lnTo>
                  <a:lnTo>
                    <a:pt x="6078900" y="2130552"/>
                  </a:lnTo>
                  <a:lnTo>
                    <a:pt x="6156144" y="2118233"/>
                  </a:lnTo>
                  <a:lnTo>
                    <a:pt x="6233387" y="2105791"/>
                  </a:lnTo>
                  <a:lnTo>
                    <a:pt x="6310631" y="2093225"/>
                  </a:lnTo>
                  <a:lnTo>
                    <a:pt x="6387874" y="2080535"/>
                  </a:lnTo>
                  <a:lnTo>
                    <a:pt x="6465118" y="2067719"/>
                  </a:lnTo>
                  <a:lnTo>
                    <a:pt x="6542361" y="2054776"/>
                  </a:lnTo>
                  <a:lnTo>
                    <a:pt x="6619605" y="2041704"/>
                  </a:lnTo>
                  <a:lnTo>
                    <a:pt x="6696849" y="2028502"/>
                  </a:lnTo>
                  <a:lnTo>
                    <a:pt x="6774092" y="2015169"/>
                  </a:lnTo>
                  <a:lnTo>
                    <a:pt x="6851336" y="2001704"/>
                  </a:lnTo>
                  <a:lnTo>
                    <a:pt x="6928579" y="1988105"/>
                  </a:lnTo>
                  <a:lnTo>
                    <a:pt x="7005823" y="1974371"/>
                  </a:lnTo>
                  <a:lnTo>
                    <a:pt x="7083066" y="1960501"/>
                  </a:lnTo>
                  <a:lnTo>
                    <a:pt x="7160310" y="1946493"/>
                  </a:lnTo>
                  <a:lnTo>
                    <a:pt x="7237554" y="1932346"/>
                  </a:lnTo>
                  <a:lnTo>
                    <a:pt x="7314797" y="1918058"/>
                  </a:lnTo>
                  <a:lnTo>
                    <a:pt x="7392041" y="1903629"/>
                  </a:lnTo>
                  <a:lnTo>
                    <a:pt x="7392041" y="3209323"/>
                  </a:lnTo>
                  <a:lnTo>
                    <a:pt x="7314797" y="3204100"/>
                  </a:lnTo>
                  <a:lnTo>
                    <a:pt x="7237554" y="3198710"/>
                  </a:lnTo>
                  <a:lnTo>
                    <a:pt x="7160310" y="3193145"/>
                  </a:lnTo>
                  <a:lnTo>
                    <a:pt x="7083066" y="3187402"/>
                  </a:lnTo>
                  <a:lnTo>
                    <a:pt x="7005823" y="3181473"/>
                  </a:lnTo>
                  <a:lnTo>
                    <a:pt x="6928579" y="3175353"/>
                  </a:lnTo>
                  <a:lnTo>
                    <a:pt x="6851336" y="3169036"/>
                  </a:lnTo>
                  <a:lnTo>
                    <a:pt x="6774092" y="3162516"/>
                  </a:lnTo>
                  <a:lnTo>
                    <a:pt x="6696849" y="3155786"/>
                  </a:lnTo>
                  <a:lnTo>
                    <a:pt x="6619605" y="3148838"/>
                  </a:lnTo>
                  <a:lnTo>
                    <a:pt x="6542361" y="3141667"/>
                  </a:lnTo>
                  <a:lnTo>
                    <a:pt x="6465118" y="3134265"/>
                  </a:lnTo>
                  <a:lnTo>
                    <a:pt x="6387874" y="3126624"/>
                  </a:lnTo>
                  <a:lnTo>
                    <a:pt x="6310631" y="3118737"/>
                  </a:lnTo>
                  <a:lnTo>
                    <a:pt x="6233387" y="3110596"/>
                  </a:lnTo>
                  <a:lnTo>
                    <a:pt x="6156144" y="3102192"/>
                  </a:lnTo>
                  <a:lnTo>
                    <a:pt x="6078900" y="3093518"/>
                  </a:lnTo>
                  <a:lnTo>
                    <a:pt x="6001656" y="3084564"/>
                  </a:lnTo>
                  <a:lnTo>
                    <a:pt x="5924413" y="3075322"/>
                  </a:lnTo>
                  <a:lnTo>
                    <a:pt x="5847169" y="3065782"/>
                  </a:lnTo>
                  <a:lnTo>
                    <a:pt x="5769926" y="3055934"/>
                  </a:lnTo>
                  <a:lnTo>
                    <a:pt x="5692682" y="3045769"/>
                  </a:lnTo>
                  <a:lnTo>
                    <a:pt x="5615439" y="3035277"/>
                  </a:lnTo>
                  <a:lnTo>
                    <a:pt x="5538195" y="3024447"/>
                  </a:lnTo>
                  <a:lnTo>
                    <a:pt x="5460951" y="3013267"/>
                  </a:lnTo>
                  <a:lnTo>
                    <a:pt x="5383708" y="3001728"/>
                  </a:lnTo>
                  <a:lnTo>
                    <a:pt x="5306464" y="2989816"/>
                  </a:lnTo>
                  <a:lnTo>
                    <a:pt x="5229221" y="2977521"/>
                  </a:lnTo>
                  <a:lnTo>
                    <a:pt x="5151977" y="2964830"/>
                  </a:lnTo>
                  <a:lnTo>
                    <a:pt x="5074734" y="2951729"/>
                  </a:lnTo>
                  <a:lnTo>
                    <a:pt x="4997490" y="2938207"/>
                  </a:lnTo>
                  <a:lnTo>
                    <a:pt x="4920246" y="2924249"/>
                  </a:lnTo>
                  <a:lnTo>
                    <a:pt x="4843003" y="2909841"/>
                  </a:lnTo>
                  <a:lnTo>
                    <a:pt x="4765759" y="2894969"/>
                  </a:lnTo>
                  <a:lnTo>
                    <a:pt x="4688516" y="2879617"/>
                  </a:lnTo>
                  <a:lnTo>
                    <a:pt x="4611272" y="2863771"/>
                  </a:lnTo>
                  <a:lnTo>
                    <a:pt x="4534029" y="2847415"/>
                  </a:lnTo>
                  <a:lnTo>
                    <a:pt x="4456785" y="2830531"/>
                  </a:lnTo>
                  <a:lnTo>
                    <a:pt x="4379541" y="2813103"/>
                  </a:lnTo>
                  <a:lnTo>
                    <a:pt x="4302298" y="2795114"/>
                  </a:lnTo>
                  <a:lnTo>
                    <a:pt x="4225054" y="2776545"/>
                  </a:lnTo>
                  <a:lnTo>
                    <a:pt x="4147811" y="2757378"/>
                  </a:lnTo>
                  <a:lnTo>
                    <a:pt x="4070567" y="2737593"/>
                  </a:lnTo>
                  <a:lnTo>
                    <a:pt x="3993324" y="2717171"/>
                  </a:lnTo>
                  <a:lnTo>
                    <a:pt x="3916080" y="2696090"/>
                  </a:lnTo>
                  <a:lnTo>
                    <a:pt x="3838836" y="2674331"/>
                  </a:lnTo>
                  <a:lnTo>
                    <a:pt x="3761593" y="2651870"/>
                  </a:lnTo>
                  <a:lnTo>
                    <a:pt x="3684349" y="2628686"/>
                  </a:lnTo>
                  <a:lnTo>
                    <a:pt x="3607106" y="2604754"/>
                  </a:lnTo>
                  <a:lnTo>
                    <a:pt x="3529862" y="2580051"/>
                  </a:lnTo>
                  <a:lnTo>
                    <a:pt x="3452619" y="2554553"/>
                  </a:lnTo>
                  <a:lnTo>
                    <a:pt x="3375375" y="2528233"/>
                  </a:lnTo>
                  <a:lnTo>
                    <a:pt x="3298131" y="2501924"/>
                  </a:lnTo>
                  <a:lnTo>
                    <a:pt x="3220888" y="2510471"/>
                  </a:lnTo>
                  <a:lnTo>
                    <a:pt x="3143644" y="2518935"/>
                  </a:lnTo>
                  <a:lnTo>
                    <a:pt x="3066401" y="2527315"/>
                  </a:lnTo>
                  <a:lnTo>
                    <a:pt x="2989157" y="2535613"/>
                  </a:lnTo>
                  <a:lnTo>
                    <a:pt x="2911914" y="2543830"/>
                  </a:lnTo>
                  <a:lnTo>
                    <a:pt x="2834670" y="2551965"/>
                  </a:lnTo>
                  <a:lnTo>
                    <a:pt x="2757426" y="2560021"/>
                  </a:lnTo>
                  <a:lnTo>
                    <a:pt x="2680183" y="2567997"/>
                  </a:lnTo>
                  <a:lnTo>
                    <a:pt x="2602939" y="2575896"/>
                  </a:lnTo>
                  <a:lnTo>
                    <a:pt x="2525696" y="2583716"/>
                  </a:lnTo>
                  <a:lnTo>
                    <a:pt x="2448452" y="2591459"/>
                  </a:lnTo>
                  <a:lnTo>
                    <a:pt x="2371209" y="2599127"/>
                  </a:lnTo>
                  <a:lnTo>
                    <a:pt x="2293965" y="2606719"/>
                  </a:lnTo>
                  <a:lnTo>
                    <a:pt x="2216721" y="2614236"/>
                  </a:lnTo>
                  <a:lnTo>
                    <a:pt x="2139478" y="2621680"/>
                  </a:lnTo>
                  <a:lnTo>
                    <a:pt x="2062234" y="2629050"/>
                  </a:lnTo>
                  <a:lnTo>
                    <a:pt x="1984991" y="2636348"/>
                  </a:lnTo>
                  <a:lnTo>
                    <a:pt x="1907747" y="2643574"/>
                  </a:lnTo>
                  <a:lnTo>
                    <a:pt x="1830504" y="2650729"/>
                  </a:lnTo>
                  <a:lnTo>
                    <a:pt x="1753260" y="2657814"/>
                  </a:lnTo>
                  <a:lnTo>
                    <a:pt x="1676016" y="2664829"/>
                  </a:lnTo>
                  <a:lnTo>
                    <a:pt x="1598773" y="2671775"/>
                  </a:lnTo>
                  <a:lnTo>
                    <a:pt x="1521529" y="2678653"/>
                  </a:lnTo>
                  <a:lnTo>
                    <a:pt x="1444286" y="2685463"/>
                  </a:lnTo>
                  <a:lnTo>
                    <a:pt x="1367042" y="2692206"/>
                  </a:lnTo>
                  <a:lnTo>
                    <a:pt x="1289799" y="2698883"/>
                  </a:lnTo>
                  <a:lnTo>
                    <a:pt x="1212555" y="2705495"/>
                  </a:lnTo>
                  <a:lnTo>
                    <a:pt x="1135311" y="2712041"/>
                  </a:lnTo>
                  <a:lnTo>
                    <a:pt x="1058068" y="2718523"/>
                  </a:lnTo>
                  <a:lnTo>
                    <a:pt x="980824" y="2724941"/>
                  </a:lnTo>
                  <a:lnTo>
                    <a:pt x="903581" y="2731297"/>
                  </a:lnTo>
                  <a:lnTo>
                    <a:pt x="826337" y="2737589"/>
                  </a:lnTo>
                  <a:lnTo>
                    <a:pt x="749094" y="2743820"/>
                  </a:lnTo>
                  <a:lnTo>
                    <a:pt x="671850" y="2749990"/>
                  </a:lnTo>
                  <a:lnTo>
                    <a:pt x="594606" y="2756099"/>
                  </a:lnTo>
                  <a:lnTo>
                    <a:pt x="517363" y="2762148"/>
                  </a:lnTo>
                  <a:lnTo>
                    <a:pt x="440119" y="2768137"/>
                  </a:lnTo>
                  <a:lnTo>
                    <a:pt x="362876" y="2774067"/>
                  </a:lnTo>
                  <a:lnTo>
                    <a:pt x="285632" y="2779940"/>
                  </a:lnTo>
                  <a:lnTo>
                    <a:pt x="208389" y="2785754"/>
                  </a:lnTo>
                  <a:lnTo>
                    <a:pt x="131145" y="2791512"/>
                  </a:lnTo>
                  <a:lnTo>
                    <a:pt x="53901" y="2797212"/>
                  </a:lnTo>
                  <a:lnTo>
                    <a:pt x="0" y="28011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77810"/>
              <a:ext cx="7392041" cy="2501064"/>
            </a:xfrm>
            <a:custGeom>
              <a:avLst/>
              <a:pathLst>
                <a:path w="7392041" h="2501064">
                  <a:moveTo>
                    <a:pt x="0" y="0"/>
                  </a:moveTo>
                  <a:lnTo>
                    <a:pt x="53901" y="74138"/>
                  </a:lnTo>
                  <a:lnTo>
                    <a:pt x="131145" y="177065"/>
                  </a:lnTo>
                  <a:lnTo>
                    <a:pt x="208389" y="276780"/>
                  </a:lnTo>
                  <a:lnTo>
                    <a:pt x="285632" y="373381"/>
                  </a:lnTo>
                  <a:lnTo>
                    <a:pt x="362876" y="466967"/>
                  </a:lnTo>
                  <a:lnTo>
                    <a:pt x="440119" y="557632"/>
                  </a:lnTo>
                  <a:lnTo>
                    <a:pt x="517363" y="645467"/>
                  </a:lnTo>
                  <a:lnTo>
                    <a:pt x="594606" y="730559"/>
                  </a:lnTo>
                  <a:lnTo>
                    <a:pt x="671850" y="812996"/>
                  </a:lnTo>
                  <a:lnTo>
                    <a:pt x="749094" y="892859"/>
                  </a:lnTo>
                  <a:lnTo>
                    <a:pt x="826337" y="970229"/>
                  </a:lnTo>
                  <a:lnTo>
                    <a:pt x="903581" y="1045184"/>
                  </a:lnTo>
                  <a:lnTo>
                    <a:pt x="980824" y="1117799"/>
                  </a:lnTo>
                  <a:lnTo>
                    <a:pt x="1058068" y="1188147"/>
                  </a:lnTo>
                  <a:lnTo>
                    <a:pt x="1135311" y="1256299"/>
                  </a:lnTo>
                  <a:lnTo>
                    <a:pt x="1212555" y="1322324"/>
                  </a:lnTo>
                  <a:lnTo>
                    <a:pt x="1289799" y="1386288"/>
                  </a:lnTo>
                  <a:lnTo>
                    <a:pt x="1367042" y="1448255"/>
                  </a:lnTo>
                  <a:lnTo>
                    <a:pt x="1444286" y="1508288"/>
                  </a:lnTo>
                  <a:lnTo>
                    <a:pt x="1521529" y="1566447"/>
                  </a:lnTo>
                  <a:lnTo>
                    <a:pt x="1598773" y="1622790"/>
                  </a:lnTo>
                  <a:lnTo>
                    <a:pt x="1676016" y="1677375"/>
                  </a:lnTo>
                  <a:lnTo>
                    <a:pt x="1753260" y="1730255"/>
                  </a:lnTo>
                  <a:lnTo>
                    <a:pt x="1830504" y="1781485"/>
                  </a:lnTo>
                  <a:lnTo>
                    <a:pt x="1907747" y="1831116"/>
                  </a:lnTo>
                  <a:lnTo>
                    <a:pt x="1984991" y="1879197"/>
                  </a:lnTo>
                  <a:lnTo>
                    <a:pt x="2062234" y="1925778"/>
                  </a:lnTo>
                  <a:lnTo>
                    <a:pt x="2139478" y="1970904"/>
                  </a:lnTo>
                  <a:lnTo>
                    <a:pt x="2216721" y="2014622"/>
                  </a:lnTo>
                  <a:lnTo>
                    <a:pt x="2293965" y="2056975"/>
                  </a:lnTo>
                  <a:lnTo>
                    <a:pt x="2371209" y="2098006"/>
                  </a:lnTo>
                  <a:lnTo>
                    <a:pt x="2448452" y="2137756"/>
                  </a:lnTo>
                  <a:lnTo>
                    <a:pt x="2525696" y="2176265"/>
                  </a:lnTo>
                  <a:lnTo>
                    <a:pt x="2602939" y="2213573"/>
                  </a:lnTo>
                  <a:lnTo>
                    <a:pt x="2680183" y="2249715"/>
                  </a:lnTo>
                  <a:lnTo>
                    <a:pt x="2757426" y="2284730"/>
                  </a:lnTo>
                  <a:lnTo>
                    <a:pt x="2834670" y="2318651"/>
                  </a:lnTo>
                  <a:lnTo>
                    <a:pt x="2911914" y="2351514"/>
                  </a:lnTo>
                  <a:lnTo>
                    <a:pt x="2989157" y="2383350"/>
                  </a:lnTo>
                  <a:lnTo>
                    <a:pt x="3066401" y="2414193"/>
                  </a:lnTo>
                  <a:lnTo>
                    <a:pt x="3143644" y="2444073"/>
                  </a:lnTo>
                  <a:lnTo>
                    <a:pt x="3220888" y="2473021"/>
                  </a:lnTo>
                  <a:lnTo>
                    <a:pt x="3298131" y="2501064"/>
                  </a:lnTo>
                  <a:lnTo>
                    <a:pt x="3375375" y="2493291"/>
                  </a:lnTo>
                  <a:lnTo>
                    <a:pt x="3452619" y="2484573"/>
                  </a:lnTo>
                  <a:lnTo>
                    <a:pt x="3529862" y="2475768"/>
                  </a:lnTo>
                  <a:lnTo>
                    <a:pt x="3607106" y="2466876"/>
                  </a:lnTo>
                  <a:lnTo>
                    <a:pt x="3684349" y="2457896"/>
                  </a:lnTo>
                  <a:lnTo>
                    <a:pt x="3761593" y="2448826"/>
                  </a:lnTo>
                  <a:lnTo>
                    <a:pt x="3838836" y="2439666"/>
                  </a:lnTo>
                  <a:lnTo>
                    <a:pt x="3916080" y="2430416"/>
                  </a:lnTo>
                  <a:lnTo>
                    <a:pt x="3993324" y="2421073"/>
                  </a:lnTo>
                  <a:lnTo>
                    <a:pt x="4070567" y="2411638"/>
                  </a:lnTo>
                  <a:lnTo>
                    <a:pt x="4147811" y="2402109"/>
                  </a:lnTo>
                  <a:lnTo>
                    <a:pt x="4225054" y="2392486"/>
                  </a:lnTo>
                  <a:lnTo>
                    <a:pt x="4302298" y="2382767"/>
                  </a:lnTo>
                  <a:lnTo>
                    <a:pt x="4379541" y="2372951"/>
                  </a:lnTo>
                  <a:lnTo>
                    <a:pt x="4456785" y="2363038"/>
                  </a:lnTo>
                  <a:lnTo>
                    <a:pt x="4534029" y="2353027"/>
                  </a:lnTo>
                  <a:lnTo>
                    <a:pt x="4611272" y="2342916"/>
                  </a:lnTo>
                  <a:lnTo>
                    <a:pt x="4688516" y="2332705"/>
                  </a:lnTo>
                  <a:lnTo>
                    <a:pt x="4765759" y="2322392"/>
                  </a:lnTo>
                  <a:lnTo>
                    <a:pt x="4843003" y="2311977"/>
                  </a:lnTo>
                  <a:lnTo>
                    <a:pt x="4920246" y="2301459"/>
                  </a:lnTo>
                  <a:lnTo>
                    <a:pt x="4997490" y="2290836"/>
                  </a:lnTo>
                  <a:lnTo>
                    <a:pt x="5074734" y="2280108"/>
                  </a:lnTo>
                  <a:lnTo>
                    <a:pt x="5151977" y="2269273"/>
                  </a:lnTo>
                  <a:lnTo>
                    <a:pt x="5229221" y="2258331"/>
                  </a:lnTo>
                  <a:lnTo>
                    <a:pt x="5306464" y="2247280"/>
                  </a:lnTo>
                  <a:lnTo>
                    <a:pt x="5383708" y="2236119"/>
                  </a:lnTo>
                  <a:lnTo>
                    <a:pt x="5460951" y="2224848"/>
                  </a:lnTo>
                  <a:lnTo>
                    <a:pt x="5538195" y="2213464"/>
                  </a:lnTo>
                  <a:lnTo>
                    <a:pt x="5615439" y="2201968"/>
                  </a:lnTo>
                  <a:lnTo>
                    <a:pt x="5692682" y="2190357"/>
                  </a:lnTo>
                  <a:lnTo>
                    <a:pt x="5769926" y="2178632"/>
                  </a:lnTo>
                  <a:lnTo>
                    <a:pt x="5847169" y="2166789"/>
                  </a:lnTo>
                  <a:lnTo>
                    <a:pt x="5924413" y="2154829"/>
                  </a:lnTo>
                  <a:lnTo>
                    <a:pt x="6001656" y="2142751"/>
                  </a:lnTo>
                  <a:lnTo>
                    <a:pt x="6078900" y="2130552"/>
                  </a:lnTo>
                  <a:lnTo>
                    <a:pt x="6156144" y="2118233"/>
                  </a:lnTo>
                  <a:lnTo>
                    <a:pt x="6233387" y="2105791"/>
                  </a:lnTo>
                  <a:lnTo>
                    <a:pt x="6310631" y="2093225"/>
                  </a:lnTo>
                  <a:lnTo>
                    <a:pt x="6387874" y="2080535"/>
                  </a:lnTo>
                  <a:lnTo>
                    <a:pt x="6465118" y="2067719"/>
                  </a:lnTo>
                  <a:lnTo>
                    <a:pt x="6542361" y="2054776"/>
                  </a:lnTo>
                  <a:lnTo>
                    <a:pt x="6619605" y="2041704"/>
                  </a:lnTo>
                  <a:lnTo>
                    <a:pt x="6696849" y="2028502"/>
                  </a:lnTo>
                  <a:lnTo>
                    <a:pt x="6774092" y="2015169"/>
                  </a:lnTo>
                  <a:lnTo>
                    <a:pt x="6851336" y="2001704"/>
                  </a:lnTo>
                  <a:lnTo>
                    <a:pt x="6928579" y="1988105"/>
                  </a:lnTo>
                  <a:lnTo>
                    <a:pt x="7005823" y="1974371"/>
                  </a:lnTo>
                  <a:lnTo>
                    <a:pt x="7083066" y="1960501"/>
                  </a:lnTo>
                  <a:lnTo>
                    <a:pt x="7160310" y="1946493"/>
                  </a:lnTo>
                  <a:lnTo>
                    <a:pt x="7237554" y="1932346"/>
                  </a:lnTo>
                  <a:lnTo>
                    <a:pt x="7314797" y="1918058"/>
                  </a:lnTo>
                  <a:lnTo>
                    <a:pt x="7392041" y="1903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734"/>
              <a:ext cx="7392041" cy="707398"/>
            </a:xfrm>
            <a:custGeom>
              <a:avLst/>
              <a:pathLst>
                <a:path w="7392041" h="707398">
                  <a:moveTo>
                    <a:pt x="7392041" y="707398"/>
                  </a:moveTo>
                  <a:lnTo>
                    <a:pt x="7314797" y="702176"/>
                  </a:lnTo>
                  <a:lnTo>
                    <a:pt x="7237554" y="696785"/>
                  </a:lnTo>
                  <a:lnTo>
                    <a:pt x="7160310" y="691221"/>
                  </a:lnTo>
                  <a:lnTo>
                    <a:pt x="7083066" y="685478"/>
                  </a:lnTo>
                  <a:lnTo>
                    <a:pt x="7005823" y="679549"/>
                  </a:lnTo>
                  <a:lnTo>
                    <a:pt x="6928579" y="673429"/>
                  </a:lnTo>
                  <a:lnTo>
                    <a:pt x="6851336" y="667112"/>
                  </a:lnTo>
                  <a:lnTo>
                    <a:pt x="6774092" y="660592"/>
                  </a:lnTo>
                  <a:lnTo>
                    <a:pt x="6696849" y="653861"/>
                  </a:lnTo>
                  <a:lnTo>
                    <a:pt x="6619605" y="646914"/>
                  </a:lnTo>
                  <a:lnTo>
                    <a:pt x="6542361" y="639743"/>
                  </a:lnTo>
                  <a:lnTo>
                    <a:pt x="6465118" y="632340"/>
                  </a:lnTo>
                  <a:lnTo>
                    <a:pt x="6387874" y="624700"/>
                  </a:lnTo>
                  <a:lnTo>
                    <a:pt x="6310631" y="616813"/>
                  </a:lnTo>
                  <a:lnTo>
                    <a:pt x="6233387" y="608671"/>
                  </a:lnTo>
                  <a:lnTo>
                    <a:pt x="6156144" y="600268"/>
                  </a:lnTo>
                  <a:lnTo>
                    <a:pt x="6078900" y="591594"/>
                  </a:lnTo>
                  <a:lnTo>
                    <a:pt x="6001656" y="582640"/>
                  </a:lnTo>
                  <a:lnTo>
                    <a:pt x="5924413" y="573398"/>
                  </a:lnTo>
                  <a:lnTo>
                    <a:pt x="5847169" y="563857"/>
                  </a:lnTo>
                  <a:lnTo>
                    <a:pt x="5769926" y="554010"/>
                  </a:lnTo>
                  <a:lnTo>
                    <a:pt x="5692682" y="543845"/>
                  </a:lnTo>
                  <a:lnTo>
                    <a:pt x="5615439" y="533353"/>
                  </a:lnTo>
                  <a:lnTo>
                    <a:pt x="5538195" y="522523"/>
                  </a:lnTo>
                  <a:lnTo>
                    <a:pt x="5460951" y="511343"/>
                  </a:lnTo>
                  <a:lnTo>
                    <a:pt x="5383708" y="499804"/>
                  </a:lnTo>
                  <a:lnTo>
                    <a:pt x="5306464" y="487892"/>
                  </a:lnTo>
                  <a:lnTo>
                    <a:pt x="5229221" y="475597"/>
                  </a:lnTo>
                  <a:lnTo>
                    <a:pt x="5151977" y="462906"/>
                  </a:lnTo>
                  <a:lnTo>
                    <a:pt x="5074734" y="449805"/>
                  </a:lnTo>
                  <a:lnTo>
                    <a:pt x="4997490" y="436283"/>
                  </a:lnTo>
                  <a:lnTo>
                    <a:pt x="4920246" y="422325"/>
                  </a:lnTo>
                  <a:lnTo>
                    <a:pt x="4843003" y="407917"/>
                  </a:lnTo>
                  <a:lnTo>
                    <a:pt x="4765759" y="393044"/>
                  </a:lnTo>
                  <a:lnTo>
                    <a:pt x="4688516" y="377693"/>
                  </a:lnTo>
                  <a:lnTo>
                    <a:pt x="4611272" y="361847"/>
                  </a:lnTo>
                  <a:lnTo>
                    <a:pt x="4534029" y="345490"/>
                  </a:lnTo>
                  <a:lnTo>
                    <a:pt x="4456785" y="328607"/>
                  </a:lnTo>
                  <a:lnTo>
                    <a:pt x="4379541" y="311179"/>
                  </a:lnTo>
                  <a:lnTo>
                    <a:pt x="4302298" y="293190"/>
                  </a:lnTo>
                  <a:lnTo>
                    <a:pt x="4225054" y="274621"/>
                  </a:lnTo>
                  <a:lnTo>
                    <a:pt x="4147811" y="255454"/>
                  </a:lnTo>
                  <a:lnTo>
                    <a:pt x="4070567" y="235669"/>
                  </a:lnTo>
                  <a:lnTo>
                    <a:pt x="3993324" y="215247"/>
                  </a:lnTo>
                  <a:lnTo>
                    <a:pt x="3916080" y="194166"/>
                  </a:lnTo>
                  <a:lnTo>
                    <a:pt x="3838836" y="172407"/>
                  </a:lnTo>
                  <a:lnTo>
                    <a:pt x="3761593" y="149946"/>
                  </a:lnTo>
                  <a:lnTo>
                    <a:pt x="3684349" y="126761"/>
                  </a:lnTo>
                  <a:lnTo>
                    <a:pt x="3607106" y="102830"/>
                  </a:lnTo>
                  <a:lnTo>
                    <a:pt x="3529862" y="78127"/>
                  </a:lnTo>
                  <a:lnTo>
                    <a:pt x="3452619" y="52629"/>
                  </a:lnTo>
                  <a:lnTo>
                    <a:pt x="3375375" y="26308"/>
                  </a:lnTo>
                  <a:lnTo>
                    <a:pt x="3298131" y="0"/>
                  </a:lnTo>
                  <a:lnTo>
                    <a:pt x="3220888" y="8547"/>
                  </a:lnTo>
                  <a:lnTo>
                    <a:pt x="3143644" y="17011"/>
                  </a:lnTo>
                  <a:lnTo>
                    <a:pt x="3066401" y="25391"/>
                  </a:lnTo>
                  <a:lnTo>
                    <a:pt x="2989157" y="33689"/>
                  </a:lnTo>
                  <a:lnTo>
                    <a:pt x="2911914" y="41906"/>
                  </a:lnTo>
                  <a:lnTo>
                    <a:pt x="2834670" y="50041"/>
                  </a:lnTo>
                  <a:lnTo>
                    <a:pt x="2757426" y="58097"/>
                  </a:lnTo>
                  <a:lnTo>
                    <a:pt x="2680183" y="66073"/>
                  </a:lnTo>
                  <a:lnTo>
                    <a:pt x="2602939" y="73971"/>
                  </a:lnTo>
                  <a:lnTo>
                    <a:pt x="2525696" y="81792"/>
                  </a:lnTo>
                  <a:lnTo>
                    <a:pt x="2448452" y="89535"/>
                  </a:lnTo>
                  <a:lnTo>
                    <a:pt x="2371209" y="97203"/>
                  </a:lnTo>
                  <a:lnTo>
                    <a:pt x="2293965" y="104795"/>
                  </a:lnTo>
                  <a:lnTo>
                    <a:pt x="2216721" y="112312"/>
                  </a:lnTo>
                  <a:lnTo>
                    <a:pt x="2139478" y="119756"/>
                  </a:lnTo>
                  <a:lnTo>
                    <a:pt x="2062234" y="127126"/>
                  </a:lnTo>
                  <a:lnTo>
                    <a:pt x="1984991" y="134424"/>
                  </a:lnTo>
                  <a:lnTo>
                    <a:pt x="1907747" y="141650"/>
                  </a:lnTo>
                  <a:lnTo>
                    <a:pt x="1830504" y="148805"/>
                  </a:lnTo>
                  <a:lnTo>
                    <a:pt x="1753260" y="155890"/>
                  </a:lnTo>
                  <a:lnTo>
                    <a:pt x="1676016" y="162905"/>
                  </a:lnTo>
                  <a:lnTo>
                    <a:pt x="1598773" y="169851"/>
                  </a:lnTo>
                  <a:lnTo>
                    <a:pt x="1521529" y="176729"/>
                  </a:lnTo>
                  <a:lnTo>
                    <a:pt x="1444286" y="183539"/>
                  </a:lnTo>
                  <a:lnTo>
                    <a:pt x="1367042" y="190282"/>
                  </a:lnTo>
                  <a:lnTo>
                    <a:pt x="1289799" y="196959"/>
                  </a:lnTo>
                  <a:lnTo>
                    <a:pt x="1212555" y="203571"/>
                  </a:lnTo>
                  <a:lnTo>
                    <a:pt x="1135311" y="210117"/>
                  </a:lnTo>
                  <a:lnTo>
                    <a:pt x="1058068" y="216599"/>
                  </a:lnTo>
                  <a:lnTo>
                    <a:pt x="980824" y="223017"/>
                  </a:lnTo>
                  <a:lnTo>
                    <a:pt x="903581" y="229372"/>
                  </a:lnTo>
                  <a:lnTo>
                    <a:pt x="826337" y="235665"/>
                  </a:lnTo>
                  <a:lnTo>
                    <a:pt x="749094" y="241896"/>
                  </a:lnTo>
                  <a:lnTo>
                    <a:pt x="671850" y="248066"/>
                  </a:lnTo>
                  <a:lnTo>
                    <a:pt x="594606" y="254174"/>
                  </a:lnTo>
                  <a:lnTo>
                    <a:pt x="517363" y="260223"/>
                  </a:lnTo>
                  <a:lnTo>
                    <a:pt x="440119" y="266213"/>
                  </a:lnTo>
                  <a:lnTo>
                    <a:pt x="362876" y="272143"/>
                  </a:lnTo>
                  <a:lnTo>
                    <a:pt x="285632" y="278016"/>
                  </a:lnTo>
                  <a:lnTo>
                    <a:pt x="208389" y="283830"/>
                  </a:lnTo>
                  <a:lnTo>
                    <a:pt x="131145" y="289587"/>
                  </a:lnTo>
                  <a:lnTo>
                    <a:pt x="53901" y="295288"/>
                  </a:lnTo>
                  <a:lnTo>
                    <a:pt x="0" y="299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62719"/>
              <a:ext cx="7392041" cy="898751"/>
            </a:xfrm>
            <a:custGeom>
              <a:avLst/>
              <a:pathLst>
                <a:path w="7392041" h="898751">
                  <a:moveTo>
                    <a:pt x="0" y="0"/>
                  </a:moveTo>
                  <a:lnTo>
                    <a:pt x="53901" y="10539"/>
                  </a:lnTo>
                  <a:lnTo>
                    <a:pt x="131145" y="25479"/>
                  </a:lnTo>
                  <a:lnTo>
                    <a:pt x="208389" y="40256"/>
                  </a:lnTo>
                  <a:lnTo>
                    <a:pt x="285632" y="54873"/>
                  </a:lnTo>
                  <a:lnTo>
                    <a:pt x="362876" y="69331"/>
                  </a:lnTo>
                  <a:lnTo>
                    <a:pt x="440119" y="83633"/>
                  </a:lnTo>
                  <a:lnTo>
                    <a:pt x="517363" y="97779"/>
                  </a:lnTo>
                  <a:lnTo>
                    <a:pt x="594606" y="111771"/>
                  </a:lnTo>
                  <a:lnTo>
                    <a:pt x="671850" y="125612"/>
                  </a:lnTo>
                  <a:lnTo>
                    <a:pt x="749094" y="139302"/>
                  </a:lnTo>
                  <a:lnTo>
                    <a:pt x="826337" y="152843"/>
                  </a:lnTo>
                  <a:lnTo>
                    <a:pt x="903581" y="166238"/>
                  </a:lnTo>
                  <a:lnTo>
                    <a:pt x="980824" y="179487"/>
                  </a:lnTo>
                  <a:lnTo>
                    <a:pt x="1058068" y="192592"/>
                  </a:lnTo>
                  <a:lnTo>
                    <a:pt x="1135311" y="205555"/>
                  </a:lnTo>
                  <a:lnTo>
                    <a:pt x="1212555" y="218378"/>
                  </a:lnTo>
                  <a:lnTo>
                    <a:pt x="1289799" y="231061"/>
                  </a:lnTo>
                  <a:lnTo>
                    <a:pt x="1367042" y="243606"/>
                  </a:lnTo>
                  <a:lnTo>
                    <a:pt x="1444286" y="256015"/>
                  </a:lnTo>
                  <a:lnTo>
                    <a:pt x="1521529" y="268289"/>
                  </a:lnTo>
                  <a:lnTo>
                    <a:pt x="1598773" y="280430"/>
                  </a:lnTo>
                  <a:lnTo>
                    <a:pt x="1676016" y="292440"/>
                  </a:lnTo>
                  <a:lnTo>
                    <a:pt x="1753260" y="304318"/>
                  </a:lnTo>
                  <a:lnTo>
                    <a:pt x="1830504" y="316068"/>
                  </a:lnTo>
                  <a:lnTo>
                    <a:pt x="1907747" y="327691"/>
                  </a:lnTo>
                  <a:lnTo>
                    <a:pt x="1984991" y="339187"/>
                  </a:lnTo>
                  <a:lnTo>
                    <a:pt x="2062234" y="350558"/>
                  </a:lnTo>
                  <a:lnTo>
                    <a:pt x="2139478" y="361806"/>
                  </a:lnTo>
                  <a:lnTo>
                    <a:pt x="2216721" y="372931"/>
                  </a:lnTo>
                  <a:lnTo>
                    <a:pt x="2293965" y="383936"/>
                  </a:lnTo>
                  <a:lnTo>
                    <a:pt x="2371209" y="394822"/>
                  </a:lnTo>
                  <a:lnTo>
                    <a:pt x="2448452" y="405589"/>
                  </a:lnTo>
                  <a:lnTo>
                    <a:pt x="2525696" y="416239"/>
                  </a:lnTo>
                  <a:lnTo>
                    <a:pt x="2602939" y="426774"/>
                  </a:lnTo>
                  <a:lnTo>
                    <a:pt x="2680183" y="437194"/>
                  </a:lnTo>
                  <a:lnTo>
                    <a:pt x="2757426" y="447501"/>
                  </a:lnTo>
                  <a:lnTo>
                    <a:pt x="2834670" y="457697"/>
                  </a:lnTo>
                  <a:lnTo>
                    <a:pt x="2911914" y="467781"/>
                  </a:lnTo>
                  <a:lnTo>
                    <a:pt x="2989157" y="477756"/>
                  </a:lnTo>
                  <a:lnTo>
                    <a:pt x="3066401" y="487623"/>
                  </a:lnTo>
                  <a:lnTo>
                    <a:pt x="3143644" y="497383"/>
                  </a:lnTo>
                  <a:lnTo>
                    <a:pt x="3220888" y="507036"/>
                  </a:lnTo>
                  <a:lnTo>
                    <a:pt x="3298131" y="516585"/>
                  </a:lnTo>
                  <a:lnTo>
                    <a:pt x="3375375" y="526030"/>
                  </a:lnTo>
                  <a:lnTo>
                    <a:pt x="3452619" y="535373"/>
                  </a:lnTo>
                  <a:lnTo>
                    <a:pt x="3529862" y="544614"/>
                  </a:lnTo>
                  <a:lnTo>
                    <a:pt x="3607106" y="553755"/>
                  </a:lnTo>
                  <a:lnTo>
                    <a:pt x="3684349" y="562796"/>
                  </a:lnTo>
                  <a:lnTo>
                    <a:pt x="3761593" y="571740"/>
                  </a:lnTo>
                  <a:lnTo>
                    <a:pt x="3838836" y="580586"/>
                  </a:lnTo>
                  <a:lnTo>
                    <a:pt x="3916080" y="589336"/>
                  </a:lnTo>
                  <a:lnTo>
                    <a:pt x="3993324" y="597991"/>
                  </a:lnTo>
                  <a:lnTo>
                    <a:pt x="4070567" y="606553"/>
                  </a:lnTo>
                  <a:lnTo>
                    <a:pt x="4147811" y="615021"/>
                  </a:lnTo>
                  <a:lnTo>
                    <a:pt x="4225054" y="623397"/>
                  </a:lnTo>
                  <a:lnTo>
                    <a:pt x="4302298" y="631683"/>
                  </a:lnTo>
                  <a:lnTo>
                    <a:pt x="4379541" y="639878"/>
                  </a:lnTo>
                  <a:lnTo>
                    <a:pt x="4456785" y="647985"/>
                  </a:lnTo>
                  <a:lnTo>
                    <a:pt x="4534029" y="656003"/>
                  </a:lnTo>
                  <a:lnTo>
                    <a:pt x="4611272" y="663935"/>
                  </a:lnTo>
                  <a:lnTo>
                    <a:pt x="4688516" y="671780"/>
                  </a:lnTo>
                  <a:lnTo>
                    <a:pt x="4765759" y="679540"/>
                  </a:lnTo>
                  <a:lnTo>
                    <a:pt x="4843003" y="687216"/>
                  </a:lnTo>
                  <a:lnTo>
                    <a:pt x="4920246" y="694808"/>
                  </a:lnTo>
                  <a:lnTo>
                    <a:pt x="4997490" y="702318"/>
                  </a:lnTo>
                  <a:lnTo>
                    <a:pt x="5074734" y="709747"/>
                  </a:lnTo>
                  <a:lnTo>
                    <a:pt x="5151977" y="717095"/>
                  </a:lnTo>
                  <a:lnTo>
                    <a:pt x="5229221" y="724363"/>
                  </a:lnTo>
                  <a:lnTo>
                    <a:pt x="5306464" y="731552"/>
                  </a:lnTo>
                  <a:lnTo>
                    <a:pt x="5383708" y="738663"/>
                  </a:lnTo>
                  <a:lnTo>
                    <a:pt x="5460951" y="745697"/>
                  </a:lnTo>
                  <a:lnTo>
                    <a:pt x="5538195" y="752654"/>
                  </a:lnTo>
                  <a:lnTo>
                    <a:pt x="5615439" y="759536"/>
                  </a:lnTo>
                  <a:lnTo>
                    <a:pt x="5692682" y="766344"/>
                  </a:lnTo>
                  <a:lnTo>
                    <a:pt x="5769926" y="773077"/>
                  </a:lnTo>
                  <a:lnTo>
                    <a:pt x="5847169" y="779737"/>
                  </a:lnTo>
                  <a:lnTo>
                    <a:pt x="5924413" y="786325"/>
                  </a:lnTo>
                  <a:lnTo>
                    <a:pt x="6001656" y="792841"/>
                  </a:lnTo>
                  <a:lnTo>
                    <a:pt x="6078900" y="799287"/>
                  </a:lnTo>
                  <a:lnTo>
                    <a:pt x="6156144" y="805663"/>
                  </a:lnTo>
                  <a:lnTo>
                    <a:pt x="6233387" y="811969"/>
                  </a:lnTo>
                  <a:lnTo>
                    <a:pt x="6310631" y="818207"/>
                  </a:lnTo>
                  <a:lnTo>
                    <a:pt x="6387874" y="824377"/>
                  </a:lnTo>
                  <a:lnTo>
                    <a:pt x="6465118" y="830481"/>
                  </a:lnTo>
                  <a:lnTo>
                    <a:pt x="6542361" y="836518"/>
                  </a:lnTo>
                  <a:lnTo>
                    <a:pt x="6619605" y="842489"/>
                  </a:lnTo>
                  <a:lnTo>
                    <a:pt x="6696849" y="848396"/>
                  </a:lnTo>
                  <a:lnTo>
                    <a:pt x="6774092" y="854238"/>
                  </a:lnTo>
                  <a:lnTo>
                    <a:pt x="6851336" y="860017"/>
                  </a:lnTo>
                  <a:lnTo>
                    <a:pt x="6928579" y="865733"/>
                  </a:lnTo>
                  <a:lnTo>
                    <a:pt x="7005823" y="871387"/>
                  </a:lnTo>
                  <a:lnTo>
                    <a:pt x="7083066" y="876980"/>
                  </a:lnTo>
                  <a:lnTo>
                    <a:pt x="7160310" y="882512"/>
                  </a:lnTo>
                  <a:lnTo>
                    <a:pt x="7237554" y="887984"/>
                  </a:lnTo>
                  <a:lnTo>
                    <a:pt x="7314797" y="893397"/>
                  </a:lnTo>
                  <a:lnTo>
                    <a:pt x="7392041" y="898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2026-05-21T09:06:54Z</dcterms:modified>
  <cp:category/>
</cp:coreProperties>
</file>