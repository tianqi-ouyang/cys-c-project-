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13559"/>
            </a:xfrm>
            <a:custGeom>
              <a:avLst/>
              <a:pathLst>
                <a:path w="7090630" h="3413559">
                  <a:moveTo>
                    <a:pt x="1091790" y="0"/>
                  </a:moveTo>
                  <a:lnTo>
                    <a:pt x="1145960" y="121358"/>
                  </a:lnTo>
                  <a:lnTo>
                    <a:pt x="1217582" y="274506"/>
                  </a:lnTo>
                  <a:lnTo>
                    <a:pt x="1289205" y="420679"/>
                  </a:lnTo>
                  <a:lnTo>
                    <a:pt x="1360827" y="560194"/>
                  </a:lnTo>
                  <a:lnTo>
                    <a:pt x="1432450" y="693354"/>
                  </a:lnTo>
                  <a:lnTo>
                    <a:pt x="1504073" y="820449"/>
                  </a:lnTo>
                  <a:lnTo>
                    <a:pt x="1575695" y="941756"/>
                  </a:lnTo>
                  <a:lnTo>
                    <a:pt x="1647318" y="1057537"/>
                  </a:lnTo>
                  <a:lnTo>
                    <a:pt x="1718940" y="1168045"/>
                  </a:lnTo>
                  <a:lnTo>
                    <a:pt x="1790563" y="1273519"/>
                  </a:lnTo>
                  <a:lnTo>
                    <a:pt x="1862185" y="1374189"/>
                  </a:lnTo>
                  <a:lnTo>
                    <a:pt x="1933808" y="1470274"/>
                  </a:lnTo>
                  <a:lnTo>
                    <a:pt x="2005430" y="1561983"/>
                  </a:lnTo>
                  <a:lnTo>
                    <a:pt x="2077053" y="1649514"/>
                  </a:lnTo>
                  <a:lnTo>
                    <a:pt x="2148675" y="1733059"/>
                  </a:lnTo>
                  <a:lnTo>
                    <a:pt x="2220298" y="1812798"/>
                  </a:lnTo>
                  <a:lnTo>
                    <a:pt x="2291920" y="1888905"/>
                  </a:lnTo>
                  <a:lnTo>
                    <a:pt x="2363543" y="1961546"/>
                  </a:lnTo>
                  <a:lnTo>
                    <a:pt x="2435165" y="2030879"/>
                  </a:lnTo>
                  <a:lnTo>
                    <a:pt x="2506788" y="2097053"/>
                  </a:lnTo>
                  <a:lnTo>
                    <a:pt x="2578410" y="2160213"/>
                  </a:lnTo>
                  <a:lnTo>
                    <a:pt x="2650033" y="2220497"/>
                  </a:lnTo>
                  <a:lnTo>
                    <a:pt x="2721655" y="2278035"/>
                  </a:lnTo>
                  <a:lnTo>
                    <a:pt x="2793278" y="2332952"/>
                  </a:lnTo>
                  <a:lnTo>
                    <a:pt x="2864901" y="2385368"/>
                  </a:lnTo>
                  <a:lnTo>
                    <a:pt x="2936523" y="2435396"/>
                  </a:lnTo>
                  <a:lnTo>
                    <a:pt x="3008146" y="2483146"/>
                  </a:lnTo>
                  <a:lnTo>
                    <a:pt x="3079768" y="2528720"/>
                  </a:lnTo>
                  <a:lnTo>
                    <a:pt x="3151391" y="2572219"/>
                  </a:lnTo>
                  <a:lnTo>
                    <a:pt x="3223013" y="2613737"/>
                  </a:lnTo>
                  <a:lnTo>
                    <a:pt x="3294636" y="2653364"/>
                  </a:lnTo>
                  <a:lnTo>
                    <a:pt x="3366258" y="2658895"/>
                  </a:lnTo>
                  <a:lnTo>
                    <a:pt x="3437881" y="2663592"/>
                  </a:lnTo>
                  <a:lnTo>
                    <a:pt x="3509503" y="2668263"/>
                  </a:lnTo>
                  <a:lnTo>
                    <a:pt x="3581126" y="2672907"/>
                  </a:lnTo>
                  <a:lnTo>
                    <a:pt x="3652748" y="2677525"/>
                  </a:lnTo>
                  <a:lnTo>
                    <a:pt x="3724371" y="2682116"/>
                  </a:lnTo>
                  <a:lnTo>
                    <a:pt x="3795993" y="2686681"/>
                  </a:lnTo>
                  <a:lnTo>
                    <a:pt x="3867616" y="2691221"/>
                  </a:lnTo>
                  <a:lnTo>
                    <a:pt x="3939238" y="2695734"/>
                  </a:lnTo>
                  <a:lnTo>
                    <a:pt x="4010861" y="2700222"/>
                  </a:lnTo>
                  <a:lnTo>
                    <a:pt x="4082483" y="2704684"/>
                  </a:lnTo>
                  <a:lnTo>
                    <a:pt x="4154106" y="2709121"/>
                  </a:lnTo>
                  <a:lnTo>
                    <a:pt x="4225729" y="2713532"/>
                  </a:lnTo>
                  <a:lnTo>
                    <a:pt x="4297351" y="2717918"/>
                  </a:lnTo>
                  <a:lnTo>
                    <a:pt x="4368974" y="2722280"/>
                  </a:lnTo>
                  <a:lnTo>
                    <a:pt x="4440596" y="2726616"/>
                  </a:lnTo>
                  <a:lnTo>
                    <a:pt x="4512219" y="2730928"/>
                  </a:lnTo>
                  <a:lnTo>
                    <a:pt x="4583841" y="2735215"/>
                  </a:lnTo>
                  <a:lnTo>
                    <a:pt x="4655464" y="2739478"/>
                  </a:lnTo>
                  <a:lnTo>
                    <a:pt x="4727086" y="2743717"/>
                  </a:lnTo>
                  <a:lnTo>
                    <a:pt x="4798709" y="2747931"/>
                  </a:lnTo>
                  <a:lnTo>
                    <a:pt x="4870331" y="2752122"/>
                  </a:lnTo>
                  <a:lnTo>
                    <a:pt x="4941954" y="2756288"/>
                  </a:lnTo>
                  <a:lnTo>
                    <a:pt x="5013576" y="2760431"/>
                  </a:lnTo>
                  <a:lnTo>
                    <a:pt x="5085199" y="2764550"/>
                  </a:lnTo>
                  <a:lnTo>
                    <a:pt x="5156821" y="2768646"/>
                  </a:lnTo>
                  <a:lnTo>
                    <a:pt x="5228444" y="2772719"/>
                  </a:lnTo>
                  <a:lnTo>
                    <a:pt x="5300066" y="2776768"/>
                  </a:lnTo>
                  <a:lnTo>
                    <a:pt x="5371689" y="2780794"/>
                  </a:lnTo>
                  <a:lnTo>
                    <a:pt x="5443311" y="2784797"/>
                  </a:lnTo>
                  <a:lnTo>
                    <a:pt x="5514934" y="2788778"/>
                  </a:lnTo>
                  <a:lnTo>
                    <a:pt x="5586557" y="2792736"/>
                  </a:lnTo>
                  <a:lnTo>
                    <a:pt x="5658179" y="2796671"/>
                  </a:lnTo>
                  <a:lnTo>
                    <a:pt x="5729802" y="2800584"/>
                  </a:lnTo>
                  <a:lnTo>
                    <a:pt x="5801424" y="2804474"/>
                  </a:lnTo>
                  <a:lnTo>
                    <a:pt x="5873047" y="2808343"/>
                  </a:lnTo>
                  <a:lnTo>
                    <a:pt x="5944669" y="2812189"/>
                  </a:lnTo>
                  <a:lnTo>
                    <a:pt x="6016292" y="2816014"/>
                  </a:lnTo>
                  <a:lnTo>
                    <a:pt x="6087914" y="2819817"/>
                  </a:lnTo>
                  <a:lnTo>
                    <a:pt x="6159537" y="2823598"/>
                  </a:lnTo>
                  <a:lnTo>
                    <a:pt x="6231159" y="2827357"/>
                  </a:lnTo>
                  <a:lnTo>
                    <a:pt x="6302782" y="2831095"/>
                  </a:lnTo>
                  <a:lnTo>
                    <a:pt x="6374404" y="2834812"/>
                  </a:lnTo>
                  <a:lnTo>
                    <a:pt x="6446027" y="2838508"/>
                  </a:lnTo>
                  <a:lnTo>
                    <a:pt x="6517649" y="2842182"/>
                  </a:lnTo>
                  <a:lnTo>
                    <a:pt x="6589272" y="2845836"/>
                  </a:lnTo>
                  <a:lnTo>
                    <a:pt x="6660894" y="2849469"/>
                  </a:lnTo>
                  <a:lnTo>
                    <a:pt x="6732517" y="2853081"/>
                  </a:lnTo>
                  <a:lnTo>
                    <a:pt x="6804139" y="2856673"/>
                  </a:lnTo>
                  <a:lnTo>
                    <a:pt x="6875762" y="2860244"/>
                  </a:lnTo>
                  <a:lnTo>
                    <a:pt x="6947385" y="2863795"/>
                  </a:lnTo>
                  <a:lnTo>
                    <a:pt x="7019007" y="2867325"/>
                  </a:lnTo>
                  <a:lnTo>
                    <a:pt x="7090630" y="2870836"/>
                  </a:lnTo>
                  <a:lnTo>
                    <a:pt x="7090630" y="3413559"/>
                  </a:lnTo>
                  <a:lnTo>
                    <a:pt x="7019007" y="3410210"/>
                  </a:lnTo>
                  <a:lnTo>
                    <a:pt x="6947385" y="3406700"/>
                  </a:lnTo>
                  <a:lnTo>
                    <a:pt x="6875762" y="3403024"/>
                  </a:lnTo>
                  <a:lnTo>
                    <a:pt x="6804139" y="3399172"/>
                  </a:lnTo>
                  <a:lnTo>
                    <a:pt x="6732517" y="3395136"/>
                  </a:lnTo>
                  <a:lnTo>
                    <a:pt x="6660894" y="3390907"/>
                  </a:lnTo>
                  <a:lnTo>
                    <a:pt x="6589272" y="3386477"/>
                  </a:lnTo>
                  <a:lnTo>
                    <a:pt x="6517649" y="3381835"/>
                  </a:lnTo>
                  <a:lnTo>
                    <a:pt x="6446027" y="3376971"/>
                  </a:lnTo>
                  <a:lnTo>
                    <a:pt x="6374404" y="3371876"/>
                  </a:lnTo>
                  <a:lnTo>
                    <a:pt x="6302782" y="3366538"/>
                  </a:lnTo>
                  <a:lnTo>
                    <a:pt x="6231159" y="3360944"/>
                  </a:lnTo>
                  <a:lnTo>
                    <a:pt x="6159537" y="3355084"/>
                  </a:lnTo>
                  <a:lnTo>
                    <a:pt x="6087914" y="3348944"/>
                  </a:lnTo>
                  <a:lnTo>
                    <a:pt x="6016292" y="3342511"/>
                  </a:lnTo>
                  <a:lnTo>
                    <a:pt x="5944669" y="3335771"/>
                  </a:lnTo>
                  <a:lnTo>
                    <a:pt x="5873047" y="3328710"/>
                  </a:lnTo>
                  <a:lnTo>
                    <a:pt x="5801424" y="3321311"/>
                  </a:lnTo>
                  <a:lnTo>
                    <a:pt x="5729802" y="3313560"/>
                  </a:lnTo>
                  <a:lnTo>
                    <a:pt x="5658179" y="3305438"/>
                  </a:lnTo>
                  <a:lnTo>
                    <a:pt x="5586557" y="3296929"/>
                  </a:lnTo>
                  <a:lnTo>
                    <a:pt x="5514934" y="3288014"/>
                  </a:lnTo>
                  <a:lnTo>
                    <a:pt x="5443311" y="3278673"/>
                  </a:lnTo>
                  <a:lnTo>
                    <a:pt x="5371689" y="3268887"/>
                  </a:lnTo>
                  <a:lnTo>
                    <a:pt x="5300066" y="3258634"/>
                  </a:lnTo>
                  <a:lnTo>
                    <a:pt x="5228444" y="3247891"/>
                  </a:lnTo>
                  <a:lnTo>
                    <a:pt x="5156821" y="3236636"/>
                  </a:lnTo>
                  <a:lnTo>
                    <a:pt x="5085199" y="3224844"/>
                  </a:lnTo>
                  <a:lnTo>
                    <a:pt x="5013576" y="3212489"/>
                  </a:lnTo>
                  <a:lnTo>
                    <a:pt x="4941954" y="3199544"/>
                  </a:lnTo>
                  <a:lnTo>
                    <a:pt x="4870331" y="3185981"/>
                  </a:lnTo>
                  <a:lnTo>
                    <a:pt x="4798709" y="3171772"/>
                  </a:lnTo>
                  <a:lnTo>
                    <a:pt x="4727086" y="3156884"/>
                  </a:lnTo>
                  <a:lnTo>
                    <a:pt x="4655464" y="3141286"/>
                  </a:lnTo>
                  <a:lnTo>
                    <a:pt x="4583841" y="3124943"/>
                  </a:lnTo>
                  <a:lnTo>
                    <a:pt x="4512219" y="3107821"/>
                  </a:lnTo>
                  <a:lnTo>
                    <a:pt x="4440596" y="3089881"/>
                  </a:lnTo>
                  <a:lnTo>
                    <a:pt x="4368974" y="3071086"/>
                  </a:lnTo>
                  <a:lnTo>
                    <a:pt x="4297351" y="3051393"/>
                  </a:lnTo>
                  <a:lnTo>
                    <a:pt x="4225729" y="3030761"/>
                  </a:lnTo>
                  <a:lnTo>
                    <a:pt x="4154106" y="3009144"/>
                  </a:lnTo>
                  <a:lnTo>
                    <a:pt x="4082483" y="2986495"/>
                  </a:lnTo>
                  <a:lnTo>
                    <a:pt x="4010861" y="2962766"/>
                  </a:lnTo>
                  <a:lnTo>
                    <a:pt x="3939238" y="2937904"/>
                  </a:lnTo>
                  <a:lnTo>
                    <a:pt x="3867616" y="2911856"/>
                  </a:lnTo>
                  <a:lnTo>
                    <a:pt x="3795993" y="2884565"/>
                  </a:lnTo>
                  <a:lnTo>
                    <a:pt x="3724371" y="2855971"/>
                  </a:lnTo>
                  <a:lnTo>
                    <a:pt x="3652748" y="2826013"/>
                  </a:lnTo>
                  <a:lnTo>
                    <a:pt x="3581126" y="2794625"/>
                  </a:lnTo>
                  <a:lnTo>
                    <a:pt x="3509503" y="2761740"/>
                  </a:lnTo>
                  <a:lnTo>
                    <a:pt x="3437881" y="2727285"/>
                  </a:lnTo>
                  <a:lnTo>
                    <a:pt x="3366258" y="2691186"/>
                  </a:lnTo>
                  <a:lnTo>
                    <a:pt x="3294636" y="2654170"/>
                  </a:lnTo>
                  <a:lnTo>
                    <a:pt x="3223013" y="2649419"/>
                  </a:lnTo>
                  <a:lnTo>
                    <a:pt x="3151391" y="2644640"/>
                  </a:lnTo>
                  <a:lnTo>
                    <a:pt x="3079768" y="2639834"/>
                  </a:lnTo>
                  <a:lnTo>
                    <a:pt x="3008146" y="2635001"/>
                  </a:lnTo>
                  <a:lnTo>
                    <a:pt x="2936523" y="2630139"/>
                  </a:lnTo>
                  <a:lnTo>
                    <a:pt x="2864901" y="2625250"/>
                  </a:lnTo>
                  <a:lnTo>
                    <a:pt x="2793278" y="2620333"/>
                  </a:lnTo>
                  <a:lnTo>
                    <a:pt x="2721655" y="2615388"/>
                  </a:lnTo>
                  <a:lnTo>
                    <a:pt x="2650033" y="2610414"/>
                  </a:lnTo>
                  <a:lnTo>
                    <a:pt x="2578410" y="2605412"/>
                  </a:lnTo>
                  <a:lnTo>
                    <a:pt x="2506788" y="2600381"/>
                  </a:lnTo>
                  <a:lnTo>
                    <a:pt x="2435165" y="2595322"/>
                  </a:lnTo>
                  <a:lnTo>
                    <a:pt x="2363543" y="2590233"/>
                  </a:lnTo>
                  <a:lnTo>
                    <a:pt x="2291920" y="2585116"/>
                  </a:lnTo>
                  <a:lnTo>
                    <a:pt x="2220298" y="2579969"/>
                  </a:lnTo>
                  <a:lnTo>
                    <a:pt x="2148675" y="2574792"/>
                  </a:lnTo>
                  <a:lnTo>
                    <a:pt x="2077053" y="2569586"/>
                  </a:lnTo>
                  <a:lnTo>
                    <a:pt x="2005430" y="2564350"/>
                  </a:lnTo>
                  <a:lnTo>
                    <a:pt x="1933808" y="2559084"/>
                  </a:lnTo>
                  <a:lnTo>
                    <a:pt x="1862185" y="2553788"/>
                  </a:lnTo>
                  <a:lnTo>
                    <a:pt x="1790563" y="2548462"/>
                  </a:lnTo>
                  <a:lnTo>
                    <a:pt x="1718940" y="2543105"/>
                  </a:lnTo>
                  <a:lnTo>
                    <a:pt x="1647318" y="2537717"/>
                  </a:lnTo>
                  <a:lnTo>
                    <a:pt x="1575695" y="2532299"/>
                  </a:lnTo>
                  <a:lnTo>
                    <a:pt x="1504073" y="2526849"/>
                  </a:lnTo>
                  <a:lnTo>
                    <a:pt x="1432450" y="2521369"/>
                  </a:lnTo>
                  <a:lnTo>
                    <a:pt x="1360827" y="2515857"/>
                  </a:lnTo>
                  <a:lnTo>
                    <a:pt x="1289205" y="2510313"/>
                  </a:lnTo>
                  <a:lnTo>
                    <a:pt x="1217582" y="2504738"/>
                  </a:lnTo>
                  <a:lnTo>
                    <a:pt x="1145960" y="2499130"/>
                  </a:lnTo>
                  <a:lnTo>
                    <a:pt x="1074337" y="2493491"/>
                  </a:lnTo>
                  <a:lnTo>
                    <a:pt x="1002715" y="2487819"/>
                  </a:lnTo>
                  <a:lnTo>
                    <a:pt x="931092" y="2482115"/>
                  </a:lnTo>
                  <a:lnTo>
                    <a:pt x="859470" y="2476378"/>
                  </a:lnTo>
                  <a:lnTo>
                    <a:pt x="787847" y="2470608"/>
                  </a:lnTo>
                  <a:lnTo>
                    <a:pt x="716225" y="2464805"/>
                  </a:lnTo>
                  <a:lnTo>
                    <a:pt x="644602" y="2458969"/>
                  </a:lnTo>
                  <a:lnTo>
                    <a:pt x="572980" y="2453100"/>
                  </a:lnTo>
                  <a:lnTo>
                    <a:pt x="501357" y="2447197"/>
                  </a:lnTo>
                  <a:lnTo>
                    <a:pt x="429735" y="2441260"/>
                  </a:lnTo>
                  <a:lnTo>
                    <a:pt x="358112" y="2435289"/>
                  </a:lnTo>
                  <a:lnTo>
                    <a:pt x="286490" y="2429284"/>
                  </a:lnTo>
                  <a:lnTo>
                    <a:pt x="214867" y="2423244"/>
                  </a:lnTo>
                  <a:lnTo>
                    <a:pt x="143245" y="2417170"/>
                  </a:lnTo>
                  <a:lnTo>
                    <a:pt x="71622" y="2411061"/>
                  </a:lnTo>
                  <a:lnTo>
                    <a:pt x="0" y="240491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263839" y="2073503"/>
              <a:ext cx="5998839" cy="2870836"/>
            </a:xfrm>
            <a:custGeom>
              <a:avLst/>
              <a:pathLst>
                <a:path w="5998839" h="2870836">
                  <a:moveTo>
                    <a:pt x="0" y="0"/>
                  </a:moveTo>
                  <a:lnTo>
                    <a:pt x="54170" y="121358"/>
                  </a:lnTo>
                  <a:lnTo>
                    <a:pt x="125792" y="274506"/>
                  </a:lnTo>
                  <a:lnTo>
                    <a:pt x="197415" y="420679"/>
                  </a:lnTo>
                  <a:lnTo>
                    <a:pt x="269037" y="560194"/>
                  </a:lnTo>
                  <a:lnTo>
                    <a:pt x="340660" y="693354"/>
                  </a:lnTo>
                  <a:lnTo>
                    <a:pt x="412282" y="820449"/>
                  </a:lnTo>
                  <a:lnTo>
                    <a:pt x="483905" y="941756"/>
                  </a:lnTo>
                  <a:lnTo>
                    <a:pt x="555527" y="1057537"/>
                  </a:lnTo>
                  <a:lnTo>
                    <a:pt x="627150" y="1168045"/>
                  </a:lnTo>
                  <a:lnTo>
                    <a:pt x="698773" y="1273519"/>
                  </a:lnTo>
                  <a:lnTo>
                    <a:pt x="770395" y="1374189"/>
                  </a:lnTo>
                  <a:lnTo>
                    <a:pt x="842018" y="1470274"/>
                  </a:lnTo>
                  <a:lnTo>
                    <a:pt x="913640" y="1561983"/>
                  </a:lnTo>
                  <a:lnTo>
                    <a:pt x="985263" y="1649514"/>
                  </a:lnTo>
                  <a:lnTo>
                    <a:pt x="1056885" y="1733059"/>
                  </a:lnTo>
                  <a:lnTo>
                    <a:pt x="1128508" y="1812798"/>
                  </a:lnTo>
                  <a:lnTo>
                    <a:pt x="1200130" y="1888905"/>
                  </a:lnTo>
                  <a:lnTo>
                    <a:pt x="1271753" y="1961546"/>
                  </a:lnTo>
                  <a:lnTo>
                    <a:pt x="1343375" y="2030879"/>
                  </a:lnTo>
                  <a:lnTo>
                    <a:pt x="1414998" y="2097053"/>
                  </a:lnTo>
                  <a:lnTo>
                    <a:pt x="1486620" y="2160213"/>
                  </a:lnTo>
                  <a:lnTo>
                    <a:pt x="1558243" y="2220497"/>
                  </a:lnTo>
                  <a:lnTo>
                    <a:pt x="1629865" y="2278035"/>
                  </a:lnTo>
                  <a:lnTo>
                    <a:pt x="1701488" y="2332952"/>
                  </a:lnTo>
                  <a:lnTo>
                    <a:pt x="1773110" y="2385368"/>
                  </a:lnTo>
                  <a:lnTo>
                    <a:pt x="1844733" y="2435396"/>
                  </a:lnTo>
                  <a:lnTo>
                    <a:pt x="1916355" y="2483146"/>
                  </a:lnTo>
                  <a:lnTo>
                    <a:pt x="1987978" y="2528720"/>
                  </a:lnTo>
                  <a:lnTo>
                    <a:pt x="2059601" y="2572219"/>
                  </a:lnTo>
                  <a:lnTo>
                    <a:pt x="2131223" y="2613737"/>
                  </a:lnTo>
                  <a:lnTo>
                    <a:pt x="2202846" y="2653364"/>
                  </a:lnTo>
                  <a:lnTo>
                    <a:pt x="2274468" y="2658895"/>
                  </a:lnTo>
                  <a:lnTo>
                    <a:pt x="2346091" y="2663592"/>
                  </a:lnTo>
                  <a:lnTo>
                    <a:pt x="2417713" y="2668263"/>
                  </a:lnTo>
                  <a:lnTo>
                    <a:pt x="2489336" y="2672907"/>
                  </a:lnTo>
                  <a:lnTo>
                    <a:pt x="2560958" y="2677525"/>
                  </a:lnTo>
                  <a:lnTo>
                    <a:pt x="2632581" y="2682116"/>
                  </a:lnTo>
                  <a:lnTo>
                    <a:pt x="2704203" y="2686681"/>
                  </a:lnTo>
                  <a:lnTo>
                    <a:pt x="2775826" y="2691221"/>
                  </a:lnTo>
                  <a:lnTo>
                    <a:pt x="2847448" y="2695734"/>
                  </a:lnTo>
                  <a:lnTo>
                    <a:pt x="2919071" y="2700222"/>
                  </a:lnTo>
                  <a:lnTo>
                    <a:pt x="2990693" y="2704684"/>
                  </a:lnTo>
                  <a:lnTo>
                    <a:pt x="3062316" y="2709121"/>
                  </a:lnTo>
                  <a:lnTo>
                    <a:pt x="3133938" y="2713532"/>
                  </a:lnTo>
                  <a:lnTo>
                    <a:pt x="3205561" y="2717918"/>
                  </a:lnTo>
                  <a:lnTo>
                    <a:pt x="3277183" y="2722280"/>
                  </a:lnTo>
                  <a:lnTo>
                    <a:pt x="3348806" y="2726616"/>
                  </a:lnTo>
                  <a:lnTo>
                    <a:pt x="3420429" y="2730928"/>
                  </a:lnTo>
                  <a:lnTo>
                    <a:pt x="3492051" y="2735215"/>
                  </a:lnTo>
                  <a:lnTo>
                    <a:pt x="3563674" y="2739478"/>
                  </a:lnTo>
                  <a:lnTo>
                    <a:pt x="3635296" y="2743717"/>
                  </a:lnTo>
                  <a:lnTo>
                    <a:pt x="3706919" y="2747931"/>
                  </a:lnTo>
                  <a:lnTo>
                    <a:pt x="3778541" y="2752122"/>
                  </a:lnTo>
                  <a:lnTo>
                    <a:pt x="3850164" y="2756288"/>
                  </a:lnTo>
                  <a:lnTo>
                    <a:pt x="3921786" y="2760431"/>
                  </a:lnTo>
                  <a:lnTo>
                    <a:pt x="3993409" y="2764550"/>
                  </a:lnTo>
                  <a:lnTo>
                    <a:pt x="4065031" y="2768646"/>
                  </a:lnTo>
                  <a:lnTo>
                    <a:pt x="4136654" y="2772719"/>
                  </a:lnTo>
                  <a:lnTo>
                    <a:pt x="4208276" y="2776768"/>
                  </a:lnTo>
                  <a:lnTo>
                    <a:pt x="4279899" y="2780794"/>
                  </a:lnTo>
                  <a:lnTo>
                    <a:pt x="4351521" y="2784797"/>
                  </a:lnTo>
                  <a:lnTo>
                    <a:pt x="4423144" y="2788778"/>
                  </a:lnTo>
                  <a:lnTo>
                    <a:pt x="4494766" y="2792736"/>
                  </a:lnTo>
                  <a:lnTo>
                    <a:pt x="4566389" y="2796671"/>
                  </a:lnTo>
                  <a:lnTo>
                    <a:pt x="4638011" y="2800584"/>
                  </a:lnTo>
                  <a:lnTo>
                    <a:pt x="4709634" y="2804474"/>
                  </a:lnTo>
                  <a:lnTo>
                    <a:pt x="4781257" y="2808343"/>
                  </a:lnTo>
                  <a:lnTo>
                    <a:pt x="4852879" y="2812189"/>
                  </a:lnTo>
                  <a:lnTo>
                    <a:pt x="4924502" y="2816014"/>
                  </a:lnTo>
                  <a:lnTo>
                    <a:pt x="4996124" y="2819817"/>
                  </a:lnTo>
                  <a:lnTo>
                    <a:pt x="5067747" y="2823598"/>
                  </a:lnTo>
                  <a:lnTo>
                    <a:pt x="5139369" y="2827357"/>
                  </a:lnTo>
                  <a:lnTo>
                    <a:pt x="5210992" y="2831095"/>
                  </a:lnTo>
                  <a:lnTo>
                    <a:pt x="5282614" y="2834812"/>
                  </a:lnTo>
                  <a:lnTo>
                    <a:pt x="5354237" y="2838508"/>
                  </a:lnTo>
                  <a:lnTo>
                    <a:pt x="5425859" y="2842182"/>
                  </a:lnTo>
                  <a:lnTo>
                    <a:pt x="5497482" y="2845836"/>
                  </a:lnTo>
                  <a:lnTo>
                    <a:pt x="5569104" y="2849469"/>
                  </a:lnTo>
                  <a:lnTo>
                    <a:pt x="5640727" y="2853081"/>
                  </a:lnTo>
                  <a:lnTo>
                    <a:pt x="5712349" y="2856673"/>
                  </a:lnTo>
                  <a:lnTo>
                    <a:pt x="5783972" y="2860244"/>
                  </a:lnTo>
                  <a:lnTo>
                    <a:pt x="5855594" y="2863795"/>
                  </a:lnTo>
                  <a:lnTo>
                    <a:pt x="5927217" y="2867325"/>
                  </a:lnTo>
                  <a:lnTo>
                    <a:pt x="5998839" y="28708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478420"/>
              <a:ext cx="7090630" cy="1008642"/>
            </a:xfrm>
            <a:custGeom>
              <a:avLst/>
              <a:pathLst>
                <a:path w="7090630" h="1008642">
                  <a:moveTo>
                    <a:pt x="7090630" y="1008642"/>
                  </a:moveTo>
                  <a:lnTo>
                    <a:pt x="7019007" y="1005292"/>
                  </a:lnTo>
                  <a:lnTo>
                    <a:pt x="6947385" y="1001783"/>
                  </a:lnTo>
                  <a:lnTo>
                    <a:pt x="6875762" y="998106"/>
                  </a:lnTo>
                  <a:lnTo>
                    <a:pt x="6804139" y="994254"/>
                  </a:lnTo>
                  <a:lnTo>
                    <a:pt x="6732517" y="990218"/>
                  </a:lnTo>
                  <a:lnTo>
                    <a:pt x="6660894" y="985989"/>
                  </a:lnTo>
                  <a:lnTo>
                    <a:pt x="6589272" y="981559"/>
                  </a:lnTo>
                  <a:lnTo>
                    <a:pt x="6517649" y="976917"/>
                  </a:lnTo>
                  <a:lnTo>
                    <a:pt x="6446027" y="972054"/>
                  </a:lnTo>
                  <a:lnTo>
                    <a:pt x="6374404" y="966958"/>
                  </a:lnTo>
                  <a:lnTo>
                    <a:pt x="6302782" y="961620"/>
                  </a:lnTo>
                  <a:lnTo>
                    <a:pt x="6231159" y="956027"/>
                  </a:lnTo>
                  <a:lnTo>
                    <a:pt x="6159537" y="950166"/>
                  </a:lnTo>
                  <a:lnTo>
                    <a:pt x="6087914" y="944026"/>
                  </a:lnTo>
                  <a:lnTo>
                    <a:pt x="6016292" y="937593"/>
                  </a:lnTo>
                  <a:lnTo>
                    <a:pt x="5944669" y="930854"/>
                  </a:lnTo>
                  <a:lnTo>
                    <a:pt x="5873047" y="923792"/>
                  </a:lnTo>
                  <a:lnTo>
                    <a:pt x="5801424" y="916394"/>
                  </a:lnTo>
                  <a:lnTo>
                    <a:pt x="5729802" y="908642"/>
                  </a:lnTo>
                  <a:lnTo>
                    <a:pt x="5658179" y="900521"/>
                  </a:lnTo>
                  <a:lnTo>
                    <a:pt x="5586557" y="892011"/>
                  </a:lnTo>
                  <a:lnTo>
                    <a:pt x="5514934" y="883096"/>
                  </a:lnTo>
                  <a:lnTo>
                    <a:pt x="5443311" y="873756"/>
                  </a:lnTo>
                  <a:lnTo>
                    <a:pt x="5371689" y="863969"/>
                  </a:lnTo>
                  <a:lnTo>
                    <a:pt x="5300066" y="853716"/>
                  </a:lnTo>
                  <a:lnTo>
                    <a:pt x="5228444" y="842974"/>
                  </a:lnTo>
                  <a:lnTo>
                    <a:pt x="5156821" y="831718"/>
                  </a:lnTo>
                  <a:lnTo>
                    <a:pt x="5085199" y="819926"/>
                  </a:lnTo>
                  <a:lnTo>
                    <a:pt x="5013576" y="807571"/>
                  </a:lnTo>
                  <a:lnTo>
                    <a:pt x="4941954" y="794626"/>
                  </a:lnTo>
                  <a:lnTo>
                    <a:pt x="4870331" y="781064"/>
                  </a:lnTo>
                  <a:lnTo>
                    <a:pt x="4798709" y="766854"/>
                  </a:lnTo>
                  <a:lnTo>
                    <a:pt x="4727086" y="751966"/>
                  </a:lnTo>
                  <a:lnTo>
                    <a:pt x="4655464" y="736368"/>
                  </a:lnTo>
                  <a:lnTo>
                    <a:pt x="4583841" y="720026"/>
                  </a:lnTo>
                  <a:lnTo>
                    <a:pt x="4512219" y="702903"/>
                  </a:lnTo>
                  <a:lnTo>
                    <a:pt x="4440596" y="684964"/>
                  </a:lnTo>
                  <a:lnTo>
                    <a:pt x="4368974" y="666168"/>
                  </a:lnTo>
                  <a:lnTo>
                    <a:pt x="4297351" y="646475"/>
                  </a:lnTo>
                  <a:lnTo>
                    <a:pt x="4225729" y="625843"/>
                  </a:lnTo>
                  <a:lnTo>
                    <a:pt x="4154106" y="604226"/>
                  </a:lnTo>
                  <a:lnTo>
                    <a:pt x="4082483" y="581577"/>
                  </a:lnTo>
                  <a:lnTo>
                    <a:pt x="4010861" y="557848"/>
                  </a:lnTo>
                  <a:lnTo>
                    <a:pt x="3939238" y="532986"/>
                  </a:lnTo>
                  <a:lnTo>
                    <a:pt x="3867616" y="506938"/>
                  </a:lnTo>
                  <a:lnTo>
                    <a:pt x="3795993" y="479647"/>
                  </a:lnTo>
                  <a:lnTo>
                    <a:pt x="3724371" y="451053"/>
                  </a:lnTo>
                  <a:lnTo>
                    <a:pt x="3652748" y="421095"/>
                  </a:lnTo>
                  <a:lnTo>
                    <a:pt x="3581126" y="389708"/>
                  </a:lnTo>
                  <a:lnTo>
                    <a:pt x="3509503" y="356822"/>
                  </a:lnTo>
                  <a:lnTo>
                    <a:pt x="3437881" y="322367"/>
                  </a:lnTo>
                  <a:lnTo>
                    <a:pt x="3366258" y="286268"/>
                  </a:lnTo>
                  <a:lnTo>
                    <a:pt x="3294636" y="249253"/>
                  </a:lnTo>
                  <a:lnTo>
                    <a:pt x="3223013" y="244501"/>
                  </a:lnTo>
                  <a:lnTo>
                    <a:pt x="3151391" y="239723"/>
                  </a:lnTo>
                  <a:lnTo>
                    <a:pt x="3079768" y="234917"/>
                  </a:lnTo>
                  <a:lnTo>
                    <a:pt x="3008146" y="230083"/>
                  </a:lnTo>
                  <a:lnTo>
                    <a:pt x="2936523" y="225222"/>
                  </a:lnTo>
                  <a:lnTo>
                    <a:pt x="2864901" y="220333"/>
                  </a:lnTo>
                  <a:lnTo>
                    <a:pt x="2793278" y="215415"/>
                  </a:lnTo>
                  <a:lnTo>
                    <a:pt x="2721655" y="210470"/>
                  </a:lnTo>
                  <a:lnTo>
                    <a:pt x="2650033" y="205497"/>
                  </a:lnTo>
                  <a:lnTo>
                    <a:pt x="2578410" y="200495"/>
                  </a:lnTo>
                  <a:lnTo>
                    <a:pt x="2506788" y="195464"/>
                  </a:lnTo>
                  <a:lnTo>
                    <a:pt x="2435165" y="190404"/>
                  </a:lnTo>
                  <a:lnTo>
                    <a:pt x="2363543" y="185316"/>
                  </a:lnTo>
                  <a:lnTo>
                    <a:pt x="2291920" y="180198"/>
                  </a:lnTo>
                  <a:lnTo>
                    <a:pt x="2220298" y="175051"/>
                  </a:lnTo>
                  <a:lnTo>
                    <a:pt x="2148675" y="169875"/>
                  </a:lnTo>
                  <a:lnTo>
                    <a:pt x="2077053" y="164669"/>
                  </a:lnTo>
                  <a:lnTo>
                    <a:pt x="2005430" y="159433"/>
                  </a:lnTo>
                  <a:lnTo>
                    <a:pt x="1933808" y="154167"/>
                  </a:lnTo>
                  <a:lnTo>
                    <a:pt x="1862185" y="148871"/>
                  </a:lnTo>
                  <a:lnTo>
                    <a:pt x="1790563" y="143544"/>
                  </a:lnTo>
                  <a:lnTo>
                    <a:pt x="1718940" y="138187"/>
                  </a:lnTo>
                  <a:lnTo>
                    <a:pt x="1647318" y="132800"/>
                  </a:lnTo>
                  <a:lnTo>
                    <a:pt x="1575695" y="127381"/>
                  </a:lnTo>
                  <a:lnTo>
                    <a:pt x="1504073" y="121932"/>
                  </a:lnTo>
                  <a:lnTo>
                    <a:pt x="1432450" y="116451"/>
                  </a:lnTo>
                  <a:lnTo>
                    <a:pt x="1360827" y="110939"/>
                  </a:lnTo>
                  <a:lnTo>
                    <a:pt x="1289205" y="105395"/>
                  </a:lnTo>
                  <a:lnTo>
                    <a:pt x="1217582" y="99820"/>
                  </a:lnTo>
                  <a:lnTo>
                    <a:pt x="1145960" y="94213"/>
                  </a:lnTo>
                  <a:lnTo>
                    <a:pt x="1074337" y="88573"/>
                  </a:lnTo>
                  <a:lnTo>
                    <a:pt x="1002715" y="82901"/>
                  </a:lnTo>
                  <a:lnTo>
                    <a:pt x="931092" y="77197"/>
                  </a:lnTo>
                  <a:lnTo>
                    <a:pt x="859470" y="71460"/>
                  </a:lnTo>
                  <a:lnTo>
                    <a:pt x="787847" y="65690"/>
                  </a:lnTo>
                  <a:lnTo>
                    <a:pt x="716225" y="59888"/>
                  </a:lnTo>
                  <a:lnTo>
                    <a:pt x="644602" y="54051"/>
                  </a:lnTo>
                  <a:lnTo>
                    <a:pt x="572980" y="48182"/>
                  </a:lnTo>
                  <a:lnTo>
                    <a:pt x="501357" y="42279"/>
                  </a:lnTo>
                  <a:lnTo>
                    <a:pt x="429735" y="36342"/>
                  </a:lnTo>
                  <a:lnTo>
                    <a:pt x="358112" y="30371"/>
                  </a:lnTo>
                  <a:lnTo>
                    <a:pt x="286490" y="24366"/>
                  </a:lnTo>
                  <a:lnTo>
                    <a:pt x="214867" y="18326"/>
                  </a:lnTo>
                  <a:lnTo>
                    <a:pt x="143245" y="12252"/>
                  </a:lnTo>
                  <a:lnTo>
                    <a:pt x="71622" y="614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2791801"/>
              <a:ext cx="7090630" cy="2558039"/>
            </a:xfrm>
            <a:custGeom>
              <a:avLst/>
              <a:pathLst>
                <a:path w="7090630" h="2558039">
                  <a:moveTo>
                    <a:pt x="0" y="0"/>
                  </a:moveTo>
                  <a:lnTo>
                    <a:pt x="71622" y="71417"/>
                  </a:lnTo>
                  <a:lnTo>
                    <a:pt x="143245" y="140990"/>
                  </a:lnTo>
                  <a:lnTo>
                    <a:pt x="214867" y="208767"/>
                  </a:lnTo>
                  <a:lnTo>
                    <a:pt x="286490" y="274793"/>
                  </a:lnTo>
                  <a:lnTo>
                    <a:pt x="358112" y="339114"/>
                  </a:lnTo>
                  <a:lnTo>
                    <a:pt x="429735" y="401774"/>
                  </a:lnTo>
                  <a:lnTo>
                    <a:pt x="501357" y="462816"/>
                  </a:lnTo>
                  <a:lnTo>
                    <a:pt x="572980" y="522282"/>
                  </a:lnTo>
                  <a:lnTo>
                    <a:pt x="644602" y="580211"/>
                  </a:lnTo>
                  <a:lnTo>
                    <a:pt x="716225" y="636645"/>
                  </a:lnTo>
                  <a:lnTo>
                    <a:pt x="787847" y="691621"/>
                  </a:lnTo>
                  <a:lnTo>
                    <a:pt x="859470" y="745178"/>
                  </a:lnTo>
                  <a:lnTo>
                    <a:pt x="931092" y="797351"/>
                  </a:lnTo>
                  <a:lnTo>
                    <a:pt x="1002715" y="848177"/>
                  </a:lnTo>
                  <a:lnTo>
                    <a:pt x="1074337" y="897691"/>
                  </a:lnTo>
                  <a:lnTo>
                    <a:pt x="1145960" y="945925"/>
                  </a:lnTo>
                  <a:lnTo>
                    <a:pt x="1217582" y="992915"/>
                  </a:lnTo>
                  <a:lnTo>
                    <a:pt x="1289205" y="1038690"/>
                  </a:lnTo>
                  <a:lnTo>
                    <a:pt x="1360827" y="1083284"/>
                  </a:lnTo>
                  <a:lnTo>
                    <a:pt x="1432450" y="1126726"/>
                  </a:lnTo>
                  <a:lnTo>
                    <a:pt x="1504073" y="1169045"/>
                  </a:lnTo>
                  <a:lnTo>
                    <a:pt x="1575695" y="1210273"/>
                  </a:lnTo>
                  <a:lnTo>
                    <a:pt x="1647318" y="1250435"/>
                  </a:lnTo>
                  <a:lnTo>
                    <a:pt x="1718940" y="1289560"/>
                  </a:lnTo>
                  <a:lnTo>
                    <a:pt x="1790563" y="1327675"/>
                  </a:lnTo>
                  <a:lnTo>
                    <a:pt x="1862185" y="1364805"/>
                  </a:lnTo>
                  <a:lnTo>
                    <a:pt x="1933808" y="1400977"/>
                  </a:lnTo>
                  <a:lnTo>
                    <a:pt x="2005430" y="1436214"/>
                  </a:lnTo>
                  <a:lnTo>
                    <a:pt x="2077053" y="1470542"/>
                  </a:lnTo>
                  <a:lnTo>
                    <a:pt x="2148675" y="1503983"/>
                  </a:lnTo>
                  <a:lnTo>
                    <a:pt x="2220298" y="1536560"/>
                  </a:lnTo>
                  <a:lnTo>
                    <a:pt x="2291920" y="1568296"/>
                  </a:lnTo>
                  <a:lnTo>
                    <a:pt x="2363543" y="1599212"/>
                  </a:lnTo>
                  <a:lnTo>
                    <a:pt x="2435165" y="1629330"/>
                  </a:lnTo>
                  <a:lnTo>
                    <a:pt x="2506788" y="1658671"/>
                  </a:lnTo>
                  <a:lnTo>
                    <a:pt x="2578410" y="1687253"/>
                  </a:lnTo>
                  <a:lnTo>
                    <a:pt x="2650033" y="1715097"/>
                  </a:lnTo>
                  <a:lnTo>
                    <a:pt x="2721655" y="1742223"/>
                  </a:lnTo>
                  <a:lnTo>
                    <a:pt x="2793278" y="1768647"/>
                  </a:lnTo>
                  <a:lnTo>
                    <a:pt x="2864901" y="1794390"/>
                  </a:lnTo>
                  <a:lnTo>
                    <a:pt x="2936523" y="1819467"/>
                  </a:lnTo>
                  <a:lnTo>
                    <a:pt x="3008146" y="1843897"/>
                  </a:lnTo>
                  <a:lnTo>
                    <a:pt x="3079768" y="1867696"/>
                  </a:lnTo>
                  <a:lnTo>
                    <a:pt x="3151391" y="1890881"/>
                  </a:lnTo>
                  <a:lnTo>
                    <a:pt x="3223013" y="1913466"/>
                  </a:lnTo>
                  <a:lnTo>
                    <a:pt x="3294636" y="1935469"/>
                  </a:lnTo>
                  <a:lnTo>
                    <a:pt x="3366258" y="1956903"/>
                  </a:lnTo>
                  <a:lnTo>
                    <a:pt x="3437881" y="1977784"/>
                  </a:lnTo>
                  <a:lnTo>
                    <a:pt x="3509503" y="1998125"/>
                  </a:lnTo>
                  <a:lnTo>
                    <a:pt x="3581126" y="2017941"/>
                  </a:lnTo>
                  <a:lnTo>
                    <a:pt x="3652748" y="2037246"/>
                  </a:lnTo>
                  <a:lnTo>
                    <a:pt x="3724371" y="2056051"/>
                  </a:lnTo>
                  <a:lnTo>
                    <a:pt x="3795993" y="2074371"/>
                  </a:lnTo>
                  <a:lnTo>
                    <a:pt x="3867616" y="2092219"/>
                  </a:lnTo>
                  <a:lnTo>
                    <a:pt x="3939238" y="2109605"/>
                  </a:lnTo>
                  <a:lnTo>
                    <a:pt x="4010861" y="2126542"/>
                  </a:lnTo>
                  <a:lnTo>
                    <a:pt x="4082483" y="2143042"/>
                  </a:lnTo>
                  <a:lnTo>
                    <a:pt x="4154106" y="2159115"/>
                  </a:lnTo>
                  <a:lnTo>
                    <a:pt x="4225729" y="2174774"/>
                  </a:lnTo>
                  <a:lnTo>
                    <a:pt x="4297351" y="2190028"/>
                  </a:lnTo>
                  <a:lnTo>
                    <a:pt x="4368974" y="2204888"/>
                  </a:lnTo>
                  <a:lnTo>
                    <a:pt x="4440596" y="2219364"/>
                  </a:lnTo>
                  <a:lnTo>
                    <a:pt x="4512219" y="2233467"/>
                  </a:lnTo>
                  <a:lnTo>
                    <a:pt x="4583841" y="2247205"/>
                  </a:lnTo>
                  <a:lnTo>
                    <a:pt x="4655464" y="2260589"/>
                  </a:lnTo>
                  <a:lnTo>
                    <a:pt x="4727086" y="2273627"/>
                  </a:lnTo>
                  <a:lnTo>
                    <a:pt x="4798709" y="2286328"/>
                  </a:lnTo>
                  <a:lnTo>
                    <a:pt x="4870331" y="2298702"/>
                  </a:lnTo>
                  <a:lnTo>
                    <a:pt x="4941954" y="2310755"/>
                  </a:lnTo>
                  <a:lnTo>
                    <a:pt x="5013576" y="2322498"/>
                  </a:lnTo>
                  <a:lnTo>
                    <a:pt x="5085199" y="2333937"/>
                  </a:lnTo>
                  <a:lnTo>
                    <a:pt x="5156821" y="2345081"/>
                  </a:lnTo>
                  <a:lnTo>
                    <a:pt x="5228444" y="2355937"/>
                  </a:lnTo>
                  <a:lnTo>
                    <a:pt x="5300066" y="2366512"/>
                  </a:lnTo>
                  <a:lnTo>
                    <a:pt x="5371689" y="2376815"/>
                  </a:lnTo>
                  <a:lnTo>
                    <a:pt x="5443311" y="2386851"/>
                  </a:lnTo>
                  <a:lnTo>
                    <a:pt x="5514934" y="2396628"/>
                  </a:lnTo>
                  <a:lnTo>
                    <a:pt x="5586557" y="2406153"/>
                  </a:lnTo>
                  <a:lnTo>
                    <a:pt x="5658179" y="2415432"/>
                  </a:lnTo>
                  <a:lnTo>
                    <a:pt x="5729802" y="2424471"/>
                  </a:lnTo>
                  <a:lnTo>
                    <a:pt x="5801424" y="2433277"/>
                  </a:lnTo>
                  <a:lnTo>
                    <a:pt x="5873047" y="2441855"/>
                  </a:lnTo>
                  <a:lnTo>
                    <a:pt x="5944669" y="2450212"/>
                  </a:lnTo>
                  <a:lnTo>
                    <a:pt x="6016292" y="2458353"/>
                  </a:lnTo>
                  <a:lnTo>
                    <a:pt x="6087914" y="2466284"/>
                  </a:lnTo>
                  <a:lnTo>
                    <a:pt x="6159537" y="2474010"/>
                  </a:lnTo>
                  <a:lnTo>
                    <a:pt x="6231159" y="2481536"/>
                  </a:lnTo>
                  <a:lnTo>
                    <a:pt x="6302782" y="2488868"/>
                  </a:lnTo>
                  <a:lnTo>
                    <a:pt x="6374404" y="2496011"/>
                  </a:lnTo>
                  <a:lnTo>
                    <a:pt x="6446027" y="2502969"/>
                  </a:lnTo>
                  <a:lnTo>
                    <a:pt x="6517649" y="2509747"/>
                  </a:lnTo>
                  <a:lnTo>
                    <a:pt x="6589272" y="2516351"/>
                  </a:lnTo>
                  <a:lnTo>
                    <a:pt x="6660894" y="2522784"/>
                  </a:lnTo>
                  <a:lnTo>
                    <a:pt x="6732517" y="2529051"/>
                  </a:lnTo>
                  <a:lnTo>
                    <a:pt x="6804139" y="2535156"/>
                  </a:lnTo>
                  <a:lnTo>
                    <a:pt x="6875762" y="2541103"/>
                  </a:lnTo>
                  <a:lnTo>
                    <a:pt x="6947385" y="2546897"/>
                  </a:lnTo>
                  <a:lnTo>
                    <a:pt x="7019007" y="2552541"/>
                  </a:lnTo>
                  <a:lnTo>
                    <a:pt x="7090630" y="255803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1.35 (1.07-1.71), p_Bonf = 0.073 (n = 6)  |  per IQR decline (Δ = 29.5 %): 2.43 (1.21-4.85)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2026-07-22T14:13:21Z</dcterms:modified>
  <cp:category/>
</cp:coreProperties>
</file>