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0501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1506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512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351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452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6004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00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801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901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168005"/>
              <a:ext cx="6964104" cy="1182797"/>
            </a:xfrm>
            <a:custGeom>
              <a:avLst/>
              <a:pathLst>
                <a:path w="6964104" h="1182797">
                  <a:moveTo>
                    <a:pt x="0" y="0"/>
                  </a:moveTo>
                  <a:lnTo>
                    <a:pt x="70344" y="39373"/>
                  </a:lnTo>
                  <a:lnTo>
                    <a:pt x="140688" y="77488"/>
                  </a:lnTo>
                  <a:lnTo>
                    <a:pt x="211033" y="114385"/>
                  </a:lnTo>
                  <a:lnTo>
                    <a:pt x="281377" y="150104"/>
                  </a:lnTo>
                  <a:lnTo>
                    <a:pt x="351722" y="184681"/>
                  </a:lnTo>
                  <a:lnTo>
                    <a:pt x="422066" y="218153"/>
                  </a:lnTo>
                  <a:lnTo>
                    <a:pt x="492411" y="250556"/>
                  </a:lnTo>
                  <a:lnTo>
                    <a:pt x="562755" y="281924"/>
                  </a:lnTo>
                  <a:lnTo>
                    <a:pt x="633100" y="312289"/>
                  </a:lnTo>
                  <a:lnTo>
                    <a:pt x="703444" y="341684"/>
                  </a:lnTo>
                  <a:lnTo>
                    <a:pt x="773789" y="370140"/>
                  </a:lnTo>
                  <a:lnTo>
                    <a:pt x="844133" y="397687"/>
                  </a:lnTo>
                  <a:lnTo>
                    <a:pt x="914478" y="424354"/>
                  </a:lnTo>
                  <a:lnTo>
                    <a:pt x="984822" y="450168"/>
                  </a:lnTo>
                  <a:lnTo>
                    <a:pt x="1055167" y="475158"/>
                  </a:lnTo>
                  <a:lnTo>
                    <a:pt x="1125511" y="499349"/>
                  </a:lnTo>
                  <a:lnTo>
                    <a:pt x="1195856" y="522768"/>
                  </a:lnTo>
                  <a:lnTo>
                    <a:pt x="1266200" y="545438"/>
                  </a:lnTo>
                  <a:lnTo>
                    <a:pt x="1336545" y="567383"/>
                  </a:lnTo>
                  <a:lnTo>
                    <a:pt x="1406889" y="588628"/>
                  </a:lnTo>
                  <a:lnTo>
                    <a:pt x="1477234" y="609194"/>
                  </a:lnTo>
                  <a:lnTo>
                    <a:pt x="1547578" y="629102"/>
                  </a:lnTo>
                  <a:lnTo>
                    <a:pt x="1617923" y="648375"/>
                  </a:lnTo>
                  <a:lnTo>
                    <a:pt x="1688267" y="667032"/>
                  </a:lnTo>
                  <a:lnTo>
                    <a:pt x="1758612" y="685092"/>
                  </a:lnTo>
                  <a:lnTo>
                    <a:pt x="1828956" y="702576"/>
                  </a:lnTo>
                  <a:lnTo>
                    <a:pt x="1899301" y="719501"/>
                  </a:lnTo>
                  <a:lnTo>
                    <a:pt x="1969645" y="735885"/>
                  </a:lnTo>
                  <a:lnTo>
                    <a:pt x="2039990" y="751746"/>
                  </a:lnTo>
                  <a:lnTo>
                    <a:pt x="2110334" y="767100"/>
                  </a:lnTo>
                  <a:lnTo>
                    <a:pt x="2180679" y="781963"/>
                  </a:lnTo>
                  <a:lnTo>
                    <a:pt x="2251023" y="796352"/>
                  </a:lnTo>
                  <a:lnTo>
                    <a:pt x="2321368" y="810281"/>
                  </a:lnTo>
                  <a:lnTo>
                    <a:pt x="2391712" y="823764"/>
                  </a:lnTo>
                  <a:lnTo>
                    <a:pt x="2462057" y="836817"/>
                  </a:lnTo>
                  <a:lnTo>
                    <a:pt x="2532401" y="849453"/>
                  </a:lnTo>
                  <a:lnTo>
                    <a:pt x="2602746" y="861685"/>
                  </a:lnTo>
                  <a:lnTo>
                    <a:pt x="2673090" y="873526"/>
                  </a:lnTo>
                  <a:lnTo>
                    <a:pt x="2743435" y="884989"/>
                  </a:lnTo>
                  <a:lnTo>
                    <a:pt x="2813779" y="896086"/>
                  </a:lnTo>
                  <a:lnTo>
                    <a:pt x="2884124" y="906828"/>
                  </a:lnTo>
                  <a:lnTo>
                    <a:pt x="2954468" y="917227"/>
                  </a:lnTo>
                  <a:lnTo>
                    <a:pt x="3024813" y="927294"/>
                  </a:lnTo>
                  <a:lnTo>
                    <a:pt x="3095157" y="932059"/>
                  </a:lnTo>
                  <a:lnTo>
                    <a:pt x="3165502" y="929932"/>
                  </a:lnTo>
                  <a:lnTo>
                    <a:pt x="3235846" y="927789"/>
                  </a:lnTo>
                  <a:lnTo>
                    <a:pt x="3306191" y="925630"/>
                  </a:lnTo>
                  <a:lnTo>
                    <a:pt x="3376535" y="923457"/>
                  </a:lnTo>
                  <a:lnTo>
                    <a:pt x="3446880" y="921268"/>
                  </a:lnTo>
                  <a:lnTo>
                    <a:pt x="3517224" y="919064"/>
                  </a:lnTo>
                  <a:lnTo>
                    <a:pt x="3587569" y="916844"/>
                  </a:lnTo>
                  <a:lnTo>
                    <a:pt x="3657913" y="914608"/>
                  </a:lnTo>
                  <a:lnTo>
                    <a:pt x="3728257" y="912357"/>
                  </a:lnTo>
                  <a:lnTo>
                    <a:pt x="3798602" y="910089"/>
                  </a:lnTo>
                  <a:lnTo>
                    <a:pt x="3868946" y="907805"/>
                  </a:lnTo>
                  <a:lnTo>
                    <a:pt x="3939291" y="905506"/>
                  </a:lnTo>
                  <a:lnTo>
                    <a:pt x="4009635" y="903190"/>
                  </a:lnTo>
                  <a:lnTo>
                    <a:pt x="4079980" y="900857"/>
                  </a:lnTo>
                  <a:lnTo>
                    <a:pt x="4150324" y="898508"/>
                  </a:lnTo>
                  <a:lnTo>
                    <a:pt x="4220669" y="896142"/>
                  </a:lnTo>
                  <a:lnTo>
                    <a:pt x="4291013" y="893760"/>
                  </a:lnTo>
                  <a:lnTo>
                    <a:pt x="4361358" y="891361"/>
                  </a:lnTo>
                  <a:lnTo>
                    <a:pt x="4431702" y="888944"/>
                  </a:lnTo>
                  <a:lnTo>
                    <a:pt x="4502047" y="886511"/>
                  </a:lnTo>
                  <a:lnTo>
                    <a:pt x="4572391" y="884060"/>
                  </a:lnTo>
                  <a:lnTo>
                    <a:pt x="4642736" y="881592"/>
                  </a:lnTo>
                  <a:lnTo>
                    <a:pt x="4713080" y="879107"/>
                  </a:lnTo>
                  <a:lnTo>
                    <a:pt x="4783425" y="876603"/>
                  </a:lnTo>
                  <a:lnTo>
                    <a:pt x="4853769" y="874083"/>
                  </a:lnTo>
                  <a:lnTo>
                    <a:pt x="4924114" y="871544"/>
                  </a:lnTo>
                  <a:lnTo>
                    <a:pt x="4994458" y="868987"/>
                  </a:lnTo>
                  <a:lnTo>
                    <a:pt x="5064803" y="866412"/>
                  </a:lnTo>
                  <a:lnTo>
                    <a:pt x="5135147" y="863819"/>
                  </a:lnTo>
                  <a:lnTo>
                    <a:pt x="5205492" y="861207"/>
                  </a:lnTo>
                  <a:lnTo>
                    <a:pt x="5275836" y="858577"/>
                  </a:lnTo>
                  <a:lnTo>
                    <a:pt x="5346181" y="855929"/>
                  </a:lnTo>
                  <a:lnTo>
                    <a:pt x="5416525" y="853261"/>
                  </a:lnTo>
                  <a:lnTo>
                    <a:pt x="5486870" y="850575"/>
                  </a:lnTo>
                  <a:lnTo>
                    <a:pt x="5557214" y="847869"/>
                  </a:lnTo>
                  <a:lnTo>
                    <a:pt x="5627559" y="845145"/>
                  </a:lnTo>
                  <a:lnTo>
                    <a:pt x="5697903" y="842401"/>
                  </a:lnTo>
                  <a:lnTo>
                    <a:pt x="5768248" y="839638"/>
                  </a:lnTo>
                  <a:lnTo>
                    <a:pt x="5838592" y="836855"/>
                  </a:lnTo>
                  <a:lnTo>
                    <a:pt x="5908937" y="834052"/>
                  </a:lnTo>
                  <a:lnTo>
                    <a:pt x="5979281" y="831230"/>
                  </a:lnTo>
                  <a:lnTo>
                    <a:pt x="6049626" y="828387"/>
                  </a:lnTo>
                  <a:lnTo>
                    <a:pt x="6119970" y="825525"/>
                  </a:lnTo>
                  <a:lnTo>
                    <a:pt x="6190315" y="822642"/>
                  </a:lnTo>
                  <a:lnTo>
                    <a:pt x="6260659" y="819738"/>
                  </a:lnTo>
                  <a:lnTo>
                    <a:pt x="6331004" y="816814"/>
                  </a:lnTo>
                  <a:lnTo>
                    <a:pt x="6401348" y="813870"/>
                  </a:lnTo>
                  <a:lnTo>
                    <a:pt x="6471693" y="810904"/>
                  </a:lnTo>
                  <a:lnTo>
                    <a:pt x="6542037" y="807918"/>
                  </a:lnTo>
                  <a:lnTo>
                    <a:pt x="6612382" y="804910"/>
                  </a:lnTo>
                  <a:lnTo>
                    <a:pt x="6682726" y="801881"/>
                  </a:lnTo>
                  <a:lnTo>
                    <a:pt x="6753071" y="798830"/>
                  </a:lnTo>
                  <a:lnTo>
                    <a:pt x="6823415" y="795758"/>
                  </a:lnTo>
                  <a:lnTo>
                    <a:pt x="6893760" y="792664"/>
                  </a:lnTo>
                  <a:lnTo>
                    <a:pt x="6964104" y="789548"/>
                  </a:lnTo>
                  <a:lnTo>
                    <a:pt x="6964104" y="1182797"/>
                  </a:lnTo>
                  <a:lnTo>
                    <a:pt x="6893760" y="1181163"/>
                  </a:lnTo>
                  <a:lnTo>
                    <a:pt x="6823415" y="1179476"/>
                  </a:lnTo>
                  <a:lnTo>
                    <a:pt x="6753071" y="1177732"/>
                  </a:lnTo>
                  <a:lnTo>
                    <a:pt x="6682726" y="1175932"/>
                  </a:lnTo>
                  <a:lnTo>
                    <a:pt x="6612382" y="1174072"/>
                  </a:lnTo>
                  <a:lnTo>
                    <a:pt x="6542037" y="1172150"/>
                  </a:lnTo>
                  <a:lnTo>
                    <a:pt x="6471693" y="1170165"/>
                  </a:lnTo>
                  <a:lnTo>
                    <a:pt x="6401348" y="1168115"/>
                  </a:lnTo>
                  <a:lnTo>
                    <a:pt x="6331004" y="1165997"/>
                  </a:lnTo>
                  <a:lnTo>
                    <a:pt x="6260659" y="1163809"/>
                  </a:lnTo>
                  <a:lnTo>
                    <a:pt x="6190315" y="1161548"/>
                  </a:lnTo>
                  <a:lnTo>
                    <a:pt x="6119970" y="1159214"/>
                  </a:lnTo>
                  <a:lnTo>
                    <a:pt x="6049626" y="1156802"/>
                  </a:lnTo>
                  <a:lnTo>
                    <a:pt x="5979281" y="1154310"/>
                  </a:lnTo>
                  <a:lnTo>
                    <a:pt x="5908937" y="1151736"/>
                  </a:lnTo>
                  <a:lnTo>
                    <a:pt x="5838592" y="1149078"/>
                  </a:lnTo>
                  <a:lnTo>
                    <a:pt x="5768248" y="1146331"/>
                  </a:lnTo>
                  <a:lnTo>
                    <a:pt x="5697903" y="1143494"/>
                  </a:lnTo>
                  <a:lnTo>
                    <a:pt x="5627559" y="1140563"/>
                  </a:lnTo>
                  <a:lnTo>
                    <a:pt x="5557214" y="1137536"/>
                  </a:lnTo>
                  <a:lnTo>
                    <a:pt x="5486870" y="1134408"/>
                  </a:lnTo>
                  <a:lnTo>
                    <a:pt x="5416525" y="1131178"/>
                  </a:lnTo>
                  <a:lnTo>
                    <a:pt x="5346181" y="1127841"/>
                  </a:lnTo>
                  <a:lnTo>
                    <a:pt x="5275836" y="1124393"/>
                  </a:lnTo>
                  <a:lnTo>
                    <a:pt x="5205492" y="1120832"/>
                  </a:lnTo>
                  <a:lnTo>
                    <a:pt x="5135147" y="1117153"/>
                  </a:lnTo>
                  <a:lnTo>
                    <a:pt x="5064803" y="1113353"/>
                  </a:lnTo>
                  <a:lnTo>
                    <a:pt x="4994458" y="1109427"/>
                  </a:lnTo>
                  <a:lnTo>
                    <a:pt x="4924114" y="1105372"/>
                  </a:lnTo>
                  <a:lnTo>
                    <a:pt x="4853769" y="1101183"/>
                  </a:lnTo>
                  <a:lnTo>
                    <a:pt x="4783425" y="1096856"/>
                  </a:lnTo>
                  <a:lnTo>
                    <a:pt x="4713080" y="1092386"/>
                  </a:lnTo>
                  <a:lnTo>
                    <a:pt x="4642736" y="1087768"/>
                  </a:lnTo>
                  <a:lnTo>
                    <a:pt x="4572391" y="1082998"/>
                  </a:lnTo>
                  <a:lnTo>
                    <a:pt x="4502047" y="1078071"/>
                  </a:lnTo>
                  <a:lnTo>
                    <a:pt x="4431702" y="1072981"/>
                  </a:lnTo>
                  <a:lnTo>
                    <a:pt x="4361358" y="1067723"/>
                  </a:lnTo>
                  <a:lnTo>
                    <a:pt x="4291013" y="1062291"/>
                  </a:lnTo>
                  <a:lnTo>
                    <a:pt x="4220669" y="1056680"/>
                  </a:lnTo>
                  <a:lnTo>
                    <a:pt x="4150324" y="1050884"/>
                  </a:lnTo>
                  <a:lnTo>
                    <a:pt x="4079980" y="1044897"/>
                  </a:lnTo>
                  <a:lnTo>
                    <a:pt x="4009635" y="1038712"/>
                  </a:lnTo>
                  <a:lnTo>
                    <a:pt x="3939291" y="1032322"/>
                  </a:lnTo>
                  <a:lnTo>
                    <a:pt x="3868946" y="1025722"/>
                  </a:lnTo>
                  <a:lnTo>
                    <a:pt x="3798602" y="1018904"/>
                  </a:lnTo>
                  <a:lnTo>
                    <a:pt x="3728257" y="1011862"/>
                  </a:lnTo>
                  <a:lnTo>
                    <a:pt x="3657913" y="1004586"/>
                  </a:lnTo>
                  <a:lnTo>
                    <a:pt x="3587569" y="997071"/>
                  </a:lnTo>
                  <a:lnTo>
                    <a:pt x="3517224" y="989307"/>
                  </a:lnTo>
                  <a:lnTo>
                    <a:pt x="3446880" y="981287"/>
                  </a:lnTo>
                  <a:lnTo>
                    <a:pt x="3376535" y="973003"/>
                  </a:lnTo>
                  <a:lnTo>
                    <a:pt x="3306191" y="964445"/>
                  </a:lnTo>
                  <a:lnTo>
                    <a:pt x="3235846" y="955604"/>
                  </a:lnTo>
                  <a:lnTo>
                    <a:pt x="3165502" y="946472"/>
                  </a:lnTo>
                  <a:lnTo>
                    <a:pt x="3095157" y="937039"/>
                  </a:lnTo>
                  <a:lnTo>
                    <a:pt x="3024813" y="934172"/>
                  </a:lnTo>
                  <a:lnTo>
                    <a:pt x="2954468" y="936270"/>
                  </a:lnTo>
                  <a:lnTo>
                    <a:pt x="2884124" y="938354"/>
                  </a:lnTo>
                  <a:lnTo>
                    <a:pt x="2813779" y="940422"/>
                  </a:lnTo>
                  <a:lnTo>
                    <a:pt x="2743435" y="942476"/>
                  </a:lnTo>
                  <a:lnTo>
                    <a:pt x="2673090" y="944516"/>
                  </a:lnTo>
                  <a:lnTo>
                    <a:pt x="2602746" y="946541"/>
                  </a:lnTo>
                  <a:lnTo>
                    <a:pt x="2532401" y="948552"/>
                  </a:lnTo>
                  <a:lnTo>
                    <a:pt x="2462057" y="950549"/>
                  </a:lnTo>
                  <a:lnTo>
                    <a:pt x="2391712" y="952532"/>
                  </a:lnTo>
                  <a:lnTo>
                    <a:pt x="2321368" y="954500"/>
                  </a:lnTo>
                  <a:lnTo>
                    <a:pt x="2251023" y="956455"/>
                  </a:lnTo>
                  <a:lnTo>
                    <a:pt x="2180679" y="958397"/>
                  </a:lnTo>
                  <a:lnTo>
                    <a:pt x="2110334" y="960324"/>
                  </a:lnTo>
                  <a:lnTo>
                    <a:pt x="2039990" y="962238"/>
                  </a:lnTo>
                  <a:lnTo>
                    <a:pt x="1969645" y="964139"/>
                  </a:lnTo>
                  <a:lnTo>
                    <a:pt x="1899301" y="966026"/>
                  </a:lnTo>
                  <a:lnTo>
                    <a:pt x="1828956" y="967900"/>
                  </a:lnTo>
                  <a:lnTo>
                    <a:pt x="1758612" y="969760"/>
                  </a:lnTo>
                  <a:lnTo>
                    <a:pt x="1688267" y="971608"/>
                  </a:lnTo>
                  <a:lnTo>
                    <a:pt x="1617923" y="973442"/>
                  </a:lnTo>
                  <a:lnTo>
                    <a:pt x="1547578" y="975264"/>
                  </a:lnTo>
                  <a:lnTo>
                    <a:pt x="1477234" y="977073"/>
                  </a:lnTo>
                  <a:lnTo>
                    <a:pt x="1406889" y="978869"/>
                  </a:lnTo>
                  <a:lnTo>
                    <a:pt x="1336545" y="980653"/>
                  </a:lnTo>
                  <a:lnTo>
                    <a:pt x="1266200" y="982423"/>
                  </a:lnTo>
                  <a:lnTo>
                    <a:pt x="1195856" y="984182"/>
                  </a:lnTo>
                  <a:lnTo>
                    <a:pt x="1125511" y="985928"/>
                  </a:lnTo>
                  <a:lnTo>
                    <a:pt x="1055167" y="987662"/>
                  </a:lnTo>
                  <a:lnTo>
                    <a:pt x="984822" y="989383"/>
                  </a:lnTo>
                  <a:lnTo>
                    <a:pt x="914478" y="991093"/>
                  </a:lnTo>
                  <a:lnTo>
                    <a:pt x="844133" y="992790"/>
                  </a:lnTo>
                  <a:lnTo>
                    <a:pt x="773789" y="994476"/>
                  </a:lnTo>
                  <a:lnTo>
                    <a:pt x="703444" y="996149"/>
                  </a:lnTo>
                  <a:lnTo>
                    <a:pt x="633100" y="997811"/>
                  </a:lnTo>
                  <a:lnTo>
                    <a:pt x="562755" y="999461"/>
                  </a:lnTo>
                  <a:lnTo>
                    <a:pt x="492411" y="1001100"/>
                  </a:lnTo>
                  <a:lnTo>
                    <a:pt x="422066" y="1002727"/>
                  </a:lnTo>
                  <a:lnTo>
                    <a:pt x="351722" y="1004343"/>
                  </a:lnTo>
                  <a:lnTo>
                    <a:pt x="281377" y="1005947"/>
                  </a:lnTo>
                  <a:lnTo>
                    <a:pt x="211033" y="1007540"/>
                  </a:lnTo>
                  <a:lnTo>
                    <a:pt x="140688" y="1009121"/>
                  </a:lnTo>
                  <a:lnTo>
                    <a:pt x="70344" y="1010692"/>
                  </a:lnTo>
                  <a:lnTo>
                    <a:pt x="0" y="10122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168005"/>
              <a:ext cx="6964104" cy="932059"/>
            </a:xfrm>
            <a:custGeom>
              <a:avLst/>
              <a:pathLst>
                <a:path w="6964104" h="932059">
                  <a:moveTo>
                    <a:pt x="0" y="0"/>
                  </a:moveTo>
                  <a:lnTo>
                    <a:pt x="70344" y="39373"/>
                  </a:lnTo>
                  <a:lnTo>
                    <a:pt x="140688" y="77488"/>
                  </a:lnTo>
                  <a:lnTo>
                    <a:pt x="211033" y="114385"/>
                  </a:lnTo>
                  <a:lnTo>
                    <a:pt x="281377" y="150104"/>
                  </a:lnTo>
                  <a:lnTo>
                    <a:pt x="351722" y="184681"/>
                  </a:lnTo>
                  <a:lnTo>
                    <a:pt x="422066" y="218153"/>
                  </a:lnTo>
                  <a:lnTo>
                    <a:pt x="492411" y="250556"/>
                  </a:lnTo>
                  <a:lnTo>
                    <a:pt x="562755" y="281924"/>
                  </a:lnTo>
                  <a:lnTo>
                    <a:pt x="633100" y="312289"/>
                  </a:lnTo>
                  <a:lnTo>
                    <a:pt x="703444" y="341684"/>
                  </a:lnTo>
                  <a:lnTo>
                    <a:pt x="773789" y="370140"/>
                  </a:lnTo>
                  <a:lnTo>
                    <a:pt x="844133" y="397687"/>
                  </a:lnTo>
                  <a:lnTo>
                    <a:pt x="914478" y="424354"/>
                  </a:lnTo>
                  <a:lnTo>
                    <a:pt x="984822" y="450168"/>
                  </a:lnTo>
                  <a:lnTo>
                    <a:pt x="1055167" y="475158"/>
                  </a:lnTo>
                  <a:lnTo>
                    <a:pt x="1125511" y="499349"/>
                  </a:lnTo>
                  <a:lnTo>
                    <a:pt x="1195856" y="522768"/>
                  </a:lnTo>
                  <a:lnTo>
                    <a:pt x="1266200" y="545438"/>
                  </a:lnTo>
                  <a:lnTo>
                    <a:pt x="1336545" y="567383"/>
                  </a:lnTo>
                  <a:lnTo>
                    <a:pt x="1406889" y="588628"/>
                  </a:lnTo>
                  <a:lnTo>
                    <a:pt x="1477234" y="609194"/>
                  </a:lnTo>
                  <a:lnTo>
                    <a:pt x="1547578" y="629102"/>
                  </a:lnTo>
                  <a:lnTo>
                    <a:pt x="1617923" y="648375"/>
                  </a:lnTo>
                  <a:lnTo>
                    <a:pt x="1688267" y="667032"/>
                  </a:lnTo>
                  <a:lnTo>
                    <a:pt x="1758612" y="685092"/>
                  </a:lnTo>
                  <a:lnTo>
                    <a:pt x="1828956" y="702576"/>
                  </a:lnTo>
                  <a:lnTo>
                    <a:pt x="1899301" y="719501"/>
                  </a:lnTo>
                  <a:lnTo>
                    <a:pt x="1969645" y="735885"/>
                  </a:lnTo>
                  <a:lnTo>
                    <a:pt x="2039990" y="751746"/>
                  </a:lnTo>
                  <a:lnTo>
                    <a:pt x="2110334" y="767100"/>
                  </a:lnTo>
                  <a:lnTo>
                    <a:pt x="2180679" y="781963"/>
                  </a:lnTo>
                  <a:lnTo>
                    <a:pt x="2251023" y="796352"/>
                  </a:lnTo>
                  <a:lnTo>
                    <a:pt x="2321368" y="810281"/>
                  </a:lnTo>
                  <a:lnTo>
                    <a:pt x="2391712" y="823764"/>
                  </a:lnTo>
                  <a:lnTo>
                    <a:pt x="2462057" y="836817"/>
                  </a:lnTo>
                  <a:lnTo>
                    <a:pt x="2532401" y="849453"/>
                  </a:lnTo>
                  <a:lnTo>
                    <a:pt x="2602746" y="861685"/>
                  </a:lnTo>
                  <a:lnTo>
                    <a:pt x="2673090" y="873526"/>
                  </a:lnTo>
                  <a:lnTo>
                    <a:pt x="2743435" y="884989"/>
                  </a:lnTo>
                  <a:lnTo>
                    <a:pt x="2813779" y="896086"/>
                  </a:lnTo>
                  <a:lnTo>
                    <a:pt x="2884124" y="906828"/>
                  </a:lnTo>
                  <a:lnTo>
                    <a:pt x="2954468" y="917227"/>
                  </a:lnTo>
                  <a:lnTo>
                    <a:pt x="3024813" y="927294"/>
                  </a:lnTo>
                  <a:lnTo>
                    <a:pt x="3095157" y="932059"/>
                  </a:lnTo>
                  <a:lnTo>
                    <a:pt x="3165502" y="929932"/>
                  </a:lnTo>
                  <a:lnTo>
                    <a:pt x="3235846" y="927789"/>
                  </a:lnTo>
                  <a:lnTo>
                    <a:pt x="3306191" y="925630"/>
                  </a:lnTo>
                  <a:lnTo>
                    <a:pt x="3376535" y="923457"/>
                  </a:lnTo>
                  <a:lnTo>
                    <a:pt x="3446880" y="921268"/>
                  </a:lnTo>
                  <a:lnTo>
                    <a:pt x="3517224" y="919064"/>
                  </a:lnTo>
                  <a:lnTo>
                    <a:pt x="3587569" y="916844"/>
                  </a:lnTo>
                  <a:lnTo>
                    <a:pt x="3657913" y="914608"/>
                  </a:lnTo>
                  <a:lnTo>
                    <a:pt x="3728257" y="912357"/>
                  </a:lnTo>
                  <a:lnTo>
                    <a:pt x="3798602" y="910089"/>
                  </a:lnTo>
                  <a:lnTo>
                    <a:pt x="3868946" y="907805"/>
                  </a:lnTo>
                  <a:lnTo>
                    <a:pt x="3939291" y="905506"/>
                  </a:lnTo>
                  <a:lnTo>
                    <a:pt x="4009635" y="903190"/>
                  </a:lnTo>
                  <a:lnTo>
                    <a:pt x="4079980" y="900857"/>
                  </a:lnTo>
                  <a:lnTo>
                    <a:pt x="4150324" y="898508"/>
                  </a:lnTo>
                  <a:lnTo>
                    <a:pt x="4220669" y="896142"/>
                  </a:lnTo>
                  <a:lnTo>
                    <a:pt x="4291013" y="893760"/>
                  </a:lnTo>
                  <a:lnTo>
                    <a:pt x="4361358" y="891361"/>
                  </a:lnTo>
                  <a:lnTo>
                    <a:pt x="4431702" y="888944"/>
                  </a:lnTo>
                  <a:lnTo>
                    <a:pt x="4502047" y="886511"/>
                  </a:lnTo>
                  <a:lnTo>
                    <a:pt x="4572391" y="884060"/>
                  </a:lnTo>
                  <a:lnTo>
                    <a:pt x="4642736" y="881592"/>
                  </a:lnTo>
                  <a:lnTo>
                    <a:pt x="4713080" y="879107"/>
                  </a:lnTo>
                  <a:lnTo>
                    <a:pt x="4783425" y="876603"/>
                  </a:lnTo>
                  <a:lnTo>
                    <a:pt x="4853769" y="874083"/>
                  </a:lnTo>
                  <a:lnTo>
                    <a:pt x="4924114" y="871544"/>
                  </a:lnTo>
                  <a:lnTo>
                    <a:pt x="4994458" y="868987"/>
                  </a:lnTo>
                  <a:lnTo>
                    <a:pt x="5064803" y="866412"/>
                  </a:lnTo>
                  <a:lnTo>
                    <a:pt x="5135147" y="863819"/>
                  </a:lnTo>
                  <a:lnTo>
                    <a:pt x="5205492" y="861207"/>
                  </a:lnTo>
                  <a:lnTo>
                    <a:pt x="5275836" y="858577"/>
                  </a:lnTo>
                  <a:lnTo>
                    <a:pt x="5346181" y="855929"/>
                  </a:lnTo>
                  <a:lnTo>
                    <a:pt x="5416525" y="853261"/>
                  </a:lnTo>
                  <a:lnTo>
                    <a:pt x="5486870" y="850575"/>
                  </a:lnTo>
                  <a:lnTo>
                    <a:pt x="5557214" y="847869"/>
                  </a:lnTo>
                  <a:lnTo>
                    <a:pt x="5627559" y="845145"/>
                  </a:lnTo>
                  <a:lnTo>
                    <a:pt x="5697903" y="842401"/>
                  </a:lnTo>
                  <a:lnTo>
                    <a:pt x="5768248" y="839638"/>
                  </a:lnTo>
                  <a:lnTo>
                    <a:pt x="5838592" y="836855"/>
                  </a:lnTo>
                  <a:lnTo>
                    <a:pt x="5908937" y="834052"/>
                  </a:lnTo>
                  <a:lnTo>
                    <a:pt x="5979281" y="831230"/>
                  </a:lnTo>
                  <a:lnTo>
                    <a:pt x="6049626" y="828387"/>
                  </a:lnTo>
                  <a:lnTo>
                    <a:pt x="6119970" y="825525"/>
                  </a:lnTo>
                  <a:lnTo>
                    <a:pt x="6190315" y="822642"/>
                  </a:lnTo>
                  <a:lnTo>
                    <a:pt x="6260659" y="819738"/>
                  </a:lnTo>
                  <a:lnTo>
                    <a:pt x="6331004" y="816814"/>
                  </a:lnTo>
                  <a:lnTo>
                    <a:pt x="6401348" y="813870"/>
                  </a:lnTo>
                  <a:lnTo>
                    <a:pt x="6471693" y="810904"/>
                  </a:lnTo>
                  <a:lnTo>
                    <a:pt x="6542037" y="807918"/>
                  </a:lnTo>
                  <a:lnTo>
                    <a:pt x="6612382" y="804910"/>
                  </a:lnTo>
                  <a:lnTo>
                    <a:pt x="6682726" y="801881"/>
                  </a:lnTo>
                  <a:lnTo>
                    <a:pt x="6753071" y="798830"/>
                  </a:lnTo>
                  <a:lnTo>
                    <a:pt x="6823415" y="795758"/>
                  </a:lnTo>
                  <a:lnTo>
                    <a:pt x="6893760" y="792664"/>
                  </a:lnTo>
                  <a:lnTo>
                    <a:pt x="6964104" y="7895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102177"/>
              <a:ext cx="6964104" cy="248624"/>
            </a:xfrm>
            <a:custGeom>
              <a:avLst/>
              <a:pathLst>
                <a:path w="6964104" h="248624">
                  <a:moveTo>
                    <a:pt x="6964104" y="248624"/>
                  </a:moveTo>
                  <a:lnTo>
                    <a:pt x="6893760" y="246990"/>
                  </a:lnTo>
                  <a:lnTo>
                    <a:pt x="6823415" y="245303"/>
                  </a:lnTo>
                  <a:lnTo>
                    <a:pt x="6753071" y="243560"/>
                  </a:lnTo>
                  <a:lnTo>
                    <a:pt x="6682726" y="241759"/>
                  </a:lnTo>
                  <a:lnTo>
                    <a:pt x="6612382" y="239899"/>
                  </a:lnTo>
                  <a:lnTo>
                    <a:pt x="6542037" y="237977"/>
                  </a:lnTo>
                  <a:lnTo>
                    <a:pt x="6471693" y="235992"/>
                  </a:lnTo>
                  <a:lnTo>
                    <a:pt x="6401348" y="233942"/>
                  </a:lnTo>
                  <a:lnTo>
                    <a:pt x="6331004" y="231824"/>
                  </a:lnTo>
                  <a:lnTo>
                    <a:pt x="6260659" y="229636"/>
                  </a:lnTo>
                  <a:lnTo>
                    <a:pt x="6190315" y="227376"/>
                  </a:lnTo>
                  <a:lnTo>
                    <a:pt x="6119970" y="225041"/>
                  </a:lnTo>
                  <a:lnTo>
                    <a:pt x="6049626" y="222629"/>
                  </a:lnTo>
                  <a:lnTo>
                    <a:pt x="5979281" y="220137"/>
                  </a:lnTo>
                  <a:lnTo>
                    <a:pt x="5908937" y="217564"/>
                  </a:lnTo>
                  <a:lnTo>
                    <a:pt x="5838592" y="214905"/>
                  </a:lnTo>
                  <a:lnTo>
                    <a:pt x="5768248" y="212158"/>
                  </a:lnTo>
                  <a:lnTo>
                    <a:pt x="5697903" y="209321"/>
                  </a:lnTo>
                  <a:lnTo>
                    <a:pt x="5627559" y="206391"/>
                  </a:lnTo>
                  <a:lnTo>
                    <a:pt x="5557214" y="203363"/>
                  </a:lnTo>
                  <a:lnTo>
                    <a:pt x="5486870" y="200236"/>
                  </a:lnTo>
                  <a:lnTo>
                    <a:pt x="5416525" y="197005"/>
                  </a:lnTo>
                  <a:lnTo>
                    <a:pt x="5346181" y="193668"/>
                  </a:lnTo>
                  <a:lnTo>
                    <a:pt x="5275836" y="190220"/>
                  </a:lnTo>
                  <a:lnTo>
                    <a:pt x="5205492" y="186659"/>
                  </a:lnTo>
                  <a:lnTo>
                    <a:pt x="5135147" y="182980"/>
                  </a:lnTo>
                  <a:lnTo>
                    <a:pt x="5064803" y="179180"/>
                  </a:lnTo>
                  <a:lnTo>
                    <a:pt x="4994458" y="175255"/>
                  </a:lnTo>
                  <a:lnTo>
                    <a:pt x="4924114" y="171200"/>
                  </a:lnTo>
                  <a:lnTo>
                    <a:pt x="4853769" y="167011"/>
                  </a:lnTo>
                  <a:lnTo>
                    <a:pt x="4783425" y="162683"/>
                  </a:lnTo>
                  <a:lnTo>
                    <a:pt x="4713080" y="158213"/>
                  </a:lnTo>
                  <a:lnTo>
                    <a:pt x="4642736" y="153596"/>
                  </a:lnTo>
                  <a:lnTo>
                    <a:pt x="4572391" y="148826"/>
                  </a:lnTo>
                  <a:lnTo>
                    <a:pt x="4502047" y="143898"/>
                  </a:lnTo>
                  <a:lnTo>
                    <a:pt x="4431702" y="138808"/>
                  </a:lnTo>
                  <a:lnTo>
                    <a:pt x="4361358" y="133550"/>
                  </a:lnTo>
                  <a:lnTo>
                    <a:pt x="4291013" y="128118"/>
                  </a:lnTo>
                  <a:lnTo>
                    <a:pt x="4220669" y="122507"/>
                  </a:lnTo>
                  <a:lnTo>
                    <a:pt x="4150324" y="116711"/>
                  </a:lnTo>
                  <a:lnTo>
                    <a:pt x="4079980" y="110724"/>
                  </a:lnTo>
                  <a:lnTo>
                    <a:pt x="4009635" y="104539"/>
                  </a:lnTo>
                  <a:lnTo>
                    <a:pt x="3939291" y="98150"/>
                  </a:lnTo>
                  <a:lnTo>
                    <a:pt x="3868946" y="91550"/>
                  </a:lnTo>
                  <a:lnTo>
                    <a:pt x="3798602" y="84732"/>
                  </a:lnTo>
                  <a:lnTo>
                    <a:pt x="3728257" y="77689"/>
                  </a:lnTo>
                  <a:lnTo>
                    <a:pt x="3657913" y="70413"/>
                  </a:lnTo>
                  <a:lnTo>
                    <a:pt x="3587569" y="62898"/>
                  </a:lnTo>
                  <a:lnTo>
                    <a:pt x="3517224" y="55134"/>
                  </a:lnTo>
                  <a:lnTo>
                    <a:pt x="3446880" y="47114"/>
                  </a:lnTo>
                  <a:lnTo>
                    <a:pt x="3376535" y="38830"/>
                  </a:lnTo>
                  <a:lnTo>
                    <a:pt x="3306191" y="30272"/>
                  </a:lnTo>
                  <a:lnTo>
                    <a:pt x="3235846" y="21432"/>
                  </a:lnTo>
                  <a:lnTo>
                    <a:pt x="3165502" y="12299"/>
                  </a:lnTo>
                  <a:lnTo>
                    <a:pt x="3095157" y="2866"/>
                  </a:lnTo>
                  <a:lnTo>
                    <a:pt x="3024813" y="0"/>
                  </a:lnTo>
                  <a:lnTo>
                    <a:pt x="2954468" y="2098"/>
                  </a:lnTo>
                  <a:lnTo>
                    <a:pt x="2884124" y="4181"/>
                  </a:lnTo>
                  <a:lnTo>
                    <a:pt x="2813779" y="6249"/>
                  </a:lnTo>
                  <a:lnTo>
                    <a:pt x="2743435" y="8303"/>
                  </a:lnTo>
                  <a:lnTo>
                    <a:pt x="2673090" y="10343"/>
                  </a:lnTo>
                  <a:lnTo>
                    <a:pt x="2602746" y="12368"/>
                  </a:lnTo>
                  <a:lnTo>
                    <a:pt x="2532401" y="14379"/>
                  </a:lnTo>
                  <a:lnTo>
                    <a:pt x="2462057" y="16376"/>
                  </a:lnTo>
                  <a:lnTo>
                    <a:pt x="2391712" y="18359"/>
                  </a:lnTo>
                  <a:lnTo>
                    <a:pt x="2321368" y="20328"/>
                  </a:lnTo>
                  <a:lnTo>
                    <a:pt x="2251023" y="22283"/>
                  </a:lnTo>
                  <a:lnTo>
                    <a:pt x="2180679" y="24224"/>
                  </a:lnTo>
                  <a:lnTo>
                    <a:pt x="2110334" y="26151"/>
                  </a:lnTo>
                  <a:lnTo>
                    <a:pt x="2039990" y="28065"/>
                  </a:lnTo>
                  <a:lnTo>
                    <a:pt x="1969645" y="29966"/>
                  </a:lnTo>
                  <a:lnTo>
                    <a:pt x="1899301" y="31853"/>
                  </a:lnTo>
                  <a:lnTo>
                    <a:pt x="1828956" y="33727"/>
                  </a:lnTo>
                  <a:lnTo>
                    <a:pt x="1758612" y="35588"/>
                  </a:lnTo>
                  <a:lnTo>
                    <a:pt x="1688267" y="37435"/>
                  </a:lnTo>
                  <a:lnTo>
                    <a:pt x="1617923" y="39270"/>
                  </a:lnTo>
                  <a:lnTo>
                    <a:pt x="1547578" y="41091"/>
                  </a:lnTo>
                  <a:lnTo>
                    <a:pt x="1477234" y="42900"/>
                  </a:lnTo>
                  <a:lnTo>
                    <a:pt x="1406889" y="44696"/>
                  </a:lnTo>
                  <a:lnTo>
                    <a:pt x="1336545" y="46480"/>
                  </a:lnTo>
                  <a:lnTo>
                    <a:pt x="1266200" y="48251"/>
                  </a:lnTo>
                  <a:lnTo>
                    <a:pt x="1195856" y="50009"/>
                  </a:lnTo>
                  <a:lnTo>
                    <a:pt x="1125511" y="51755"/>
                  </a:lnTo>
                  <a:lnTo>
                    <a:pt x="1055167" y="53489"/>
                  </a:lnTo>
                  <a:lnTo>
                    <a:pt x="984822" y="55211"/>
                  </a:lnTo>
                  <a:lnTo>
                    <a:pt x="914478" y="56920"/>
                  </a:lnTo>
                  <a:lnTo>
                    <a:pt x="844133" y="58617"/>
                  </a:lnTo>
                  <a:lnTo>
                    <a:pt x="773789" y="60303"/>
                  </a:lnTo>
                  <a:lnTo>
                    <a:pt x="703444" y="61977"/>
                  </a:lnTo>
                  <a:lnTo>
                    <a:pt x="633100" y="63638"/>
                  </a:lnTo>
                  <a:lnTo>
                    <a:pt x="562755" y="65289"/>
                  </a:lnTo>
                  <a:lnTo>
                    <a:pt x="492411" y="66927"/>
                  </a:lnTo>
                  <a:lnTo>
                    <a:pt x="422066" y="68554"/>
                  </a:lnTo>
                  <a:lnTo>
                    <a:pt x="351722" y="70170"/>
                  </a:lnTo>
                  <a:lnTo>
                    <a:pt x="281377" y="71774"/>
                  </a:lnTo>
                  <a:lnTo>
                    <a:pt x="211033" y="73367"/>
                  </a:lnTo>
                  <a:lnTo>
                    <a:pt x="140688" y="74949"/>
                  </a:lnTo>
                  <a:lnTo>
                    <a:pt x="70344" y="76519"/>
                  </a:lnTo>
                  <a:lnTo>
                    <a:pt x="0" y="780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879573"/>
              <a:ext cx="6964104" cy="372692"/>
            </a:xfrm>
            <a:custGeom>
              <a:avLst/>
              <a:pathLst>
                <a:path w="6964104" h="372692">
                  <a:moveTo>
                    <a:pt x="0" y="0"/>
                  </a:moveTo>
                  <a:lnTo>
                    <a:pt x="70344" y="6573"/>
                  </a:lnTo>
                  <a:lnTo>
                    <a:pt x="140688" y="13065"/>
                  </a:lnTo>
                  <a:lnTo>
                    <a:pt x="211033" y="19474"/>
                  </a:lnTo>
                  <a:lnTo>
                    <a:pt x="281377" y="25802"/>
                  </a:lnTo>
                  <a:lnTo>
                    <a:pt x="351722" y="32050"/>
                  </a:lnTo>
                  <a:lnTo>
                    <a:pt x="422066" y="38219"/>
                  </a:lnTo>
                  <a:lnTo>
                    <a:pt x="492411" y="44311"/>
                  </a:lnTo>
                  <a:lnTo>
                    <a:pt x="562755" y="50325"/>
                  </a:lnTo>
                  <a:lnTo>
                    <a:pt x="633100" y="56264"/>
                  </a:lnTo>
                  <a:lnTo>
                    <a:pt x="703444" y="62128"/>
                  </a:lnTo>
                  <a:lnTo>
                    <a:pt x="773789" y="67917"/>
                  </a:lnTo>
                  <a:lnTo>
                    <a:pt x="844133" y="73634"/>
                  </a:lnTo>
                  <a:lnTo>
                    <a:pt x="914478" y="79278"/>
                  </a:lnTo>
                  <a:lnTo>
                    <a:pt x="984822" y="84851"/>
                  </a:lnTo>
                  <a:lnTo>
                    <a:pt x="1055167" y="90354"/>
                  </a:lnTo>
                  <a:lnTo>
                    <a:pt x="1125511" y="95787"/>
                  </a:lnTo>
                  <a:lnTo>
                    <a:pt x="1195856" y="101152"/>
                  </a:lnTo>
                  <a:lnTo>
                    <a:pt x="1266200" y="106449"/>
                  </a:lnTo>
                  <a:lnTo>
                    <a:pt x="1336545" y="111679"/>
                  </a:lnTo>
                  <a:lnTo>
                    <a:pt x="1406889" y="116843"/>
                  </a:lnTo>
                  <a:lnTo>
                    <a:pt x="1477234" y="121942"/>
                  </a:lnTo>
                  <a:lnTo>
                    <a:pt x="1547578" y="126977"/>
                  </a:lnTo>
                  <a:lnTo>
                    <a:pt x="1617923" y="131948"/>
                  </a:lnTo>
                  <a:lnTo>
                    <a:pt x="1688267" y="136856"/>
                  </a:lnTo>
                  <a:lnTo>
                    <a:pt x="1758612" y="141702"/>
                  </a:lnTo>
                  <a:lnTo>
                    <a:pt x="1828956" y="146487"/>
                  </a:lnTo>
                  <a:lnTo>
                    <a:pt x="1899301" y="151212"/>
                  </a:lnTo>
                  <a:lnTo>
                    <a:pt x="1969645" y="155877"/>
                  </a:lnTo>
                  <a:lnTo>
                    <a:pt x="2039990" y="160483"/>
                  </a:lnTo>
                  <a:lnTo>
                    <a:pt x="2110334" y="165031"/>
                  </a:lnTo>
                  <a:lnTo>
                    <a:pt x="2180679" y="169521"/>
                  </a:lnTo>
                  <a:lnTo>
                    <a:pt x="2251023" y="173955"/>
                  </a:lnTo>
                  <a:lnTo>
                    <a:pt x="2321368" y="178333"/>
                  </a:lnTo>
                  <a:lnTo>
                    <a:pt x="2391712" y="182655"/>
                  </a:lnTo>
                  <a:lnTo>
                    <a:pt x="2462057" y="186923"/>
                  </a:lnTo>
                  <a:lnTo>
                    <a:pt x="2532401" y="191137"/>
                  </a:lnTo>
                  <a:lnTo>
                    <a:pt x="2602746" y="195298"/>
                  </a:lnTo>
                  <a:lnTo>
                    <a:pt x="2673090" y="199407"/>
                  </a:lnTo>
                  <a:lnTo>
                    <a:pt x="2743435" y="203463"/>
                  </a:lnTo>
                  <a:lnTo>
                    <a:pt x="2813779" y="207469"/>
                  </a:lnTo>
                  <a:lnTo>
                    <a:pt x="2884124" y="211423"/>
                  </a:lnTo>
                  <a:lnTo>
                    <a:pt x="2954468" y="215328"/>
                  </a:lnTo>
                  <a:lnTo>
                    <a:pt x="3024813" y="219184"/>
                  </a:lnTo>
                  <a:lnTo>
                    <a:pt x="3095157" y="222990"/>
                  </a:lnTo>
                  <a:lnTo>
                    <a:pt x="3165502" y="226749"/>
                  </a:lnTo>
                  <a:lnTo>
                    <a:pt x="3235846" y="230461"/>
                  </a:lnTo>
                  <a:lnTo>
                    <a:pt x="3306191" y="234125"/>
                  </a:lnTo>
                  <a:lnTo>
                    <a:pt x="3376535" y="237743"/>
                  </a:lnTo>
                  <a:lnTo>
                    <a:pt x="3446880" y="241316"/>
                  </a:lnTo>
                  <a:lnTo>
                    <a:pt x="3517224" y="244843"/>
                  </a:lnTo>
                  <a:lnTo>
                    <a:pt x="3587569" y="248326"/>
                  </a:lnTo>
                  <a:lnTo>
                    <a:pt x="3657913" y="251765"/>
                  </a:lnTo>
                  <a:lnTo>
                    <a:pt x="3728257" y="255161"/>
                  </a:lnTo>
                  <a:lnTo>
                    <a:pt x="3798602" y="258513"/>
                  </a:lnTo>
                  <a:lnTo>
                    <a:pt x="3868946" y="261823"/>
                  </a:lnTo>
                  <a:lnTo>
                    <a:pt x="3939291" y="265092"/>
                  </a:lnTo>
                  <a:lnTo>
                    <a:pt x="4009635" y="268319"/>
                  </a:lnTo>
                  <a:lnTo>
                    <a:pt x="4079980" y="271506"/>
                  </a:lnTo>
                  <a:lnTo>
                    <a:pt x="4150324" y="274652"/>
                  </a:lnTo>
                  <a:lnTo>
                    <a:pt x="4220669" y="277759"/>
                  </a:lnTo>
                  <a:lnTo>
                    <a:pt x="4291013" y="280826"/>
                  </a:lnTo>
                  <a:lnTo>
                    <a:pt x="4361358" y="283855"/>
                  </a:lnTo>
                  <a:lnTo>
                    <a:pt x="4431702" y="286845"/>
                  </a:lnTo>
                  <a:lnTo>
                    <a:pt x="4502047" y="289798"/>
                  </a:lnTo>
                  <a:lnTo>
                    <a:pt x="4572391" y="292713"/>
                  </a:lnTo>
                  <a:lnTo>
                    <a:pt x="4642736" y="295591"/>
                  </a:lnTo>
                  <a:lnTo>
                    <a:pt x="4713080" y="298434"/>
                  </a:lnTo>
                  <a:lnTo>
                    <a:pt x="4783425" y="301240"/>
                  </a:lnTo>
                  <a:lnTo>
                    <a:pt x="4853769" y="304011"/>
                  </a:lnTo>
                  <a:lnTo>
                    <a:pt x="4924114" y="306747"/>
                  </a:lnTo>
                  <a:lnTo>
                    <a:pt x="4994458" y="309448"/>
                  </a:lnTo>
                  <a:lnTo>
                    <a:pt x="5064803" y="312115"/>
                  </a:lnTo>
                  <a:lnTo>
                    <a:pt x="5135147" y="314749"/>
                  </a:lnTo>
                  <a:lnTo>
                    <a:pt x="5205492" y="317349"/>
                  </a:lnTo>
                  <a:lnTo>
                    <a:pt x="5275836" y="319917"/>
                  </a:lnTo>
                  <a:lnTo>
                    <a:pt x="5346181" y="322452"/>
                  </a:lnTo>
                  <a:lnTo>
                    <a:pt x="5416525" y="324955"/>
                  </a:lnTo>
                  <a:lnTo>
                    <a:pt x="5486870" y="327427"/>
                  </a:lnTo>
                  <a:lnTo>
                    <a:pt x="5557214" y="329867"/>
                  </a:lnTo>
                  <a:lnTo>
                    <a:pt x="5627559" y="332276"/>
                  </a:lnTo>
                  <a:lnTo>
                    <a:pt x="5697903" y="334655"/>
                  </a:lnTo>
                  <a:lnTo>
                    <a:pt x="5768248" y="337004"/>
                  </a:lnTo>
                  <a:lnTo>
                    <a:pt x="5838592" y="339324"/>
                  </a:lnTo>
                  <a:lnTo>
                    <a:pt x="5908937" y="341614"/>
                  </a:lnTo>
                  <a:lnTo>
                    <a:pt x="5979281" y="343875"/>
                  </a:lnTo>
                  <a:lnTo>
                    <a:pt x="6049626" y="346108"/>
                  </a:lnTo>
                  <a:lnTo>
                    <a:pt x="6119970" y="348312"/>
                  </a:lnTo>
                  <a:lnTo>
                    <a:pt x="6190315" y="350489"/>
                  </a:lnTo>
                  <a:lnTo>
                    <a:pt x="6260659" y="352638"/>
                  </a:lnTo>
                  <a:lnTo>
                    <a:pt x="6331004" y="354760"/>
                  </a:lnTo>
                  <a:lnTo>
                    <a:pt x="6401348" y="356855"/>
                  </a:lnTo>
                  <a:lnTo>
                    <a:pt x="6471693" y="358924"/>
                  </a:lnTo>
                  <a:lnTo>
                    <a:pt x="6542037" y="360967"/>
                  </a:lnTo>
                  <a:lnTo>
                    <a:pt x="6612382" y="362983"/>
                  </a:lnTo>
                  <a:lnTo>
                    <a:pt x="6682726" y="364975"/>
                  </a:lnTo>
                  <a:lnTo>
                    <a:pt x="6753071" y="366941"/>
                  </a:lnTo>
                  <a:lnTo>
                    <a:pt x="6823415" y="368882"/>
                  </a:lnTo>
                  <a:lnTo>
                    <a:pt x="6893760" y="370799"/>
                  </a:lnTo>
                  <a:lnTo>
                    <a:pt x="6964104" y="3726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30071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037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428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7925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89308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9057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28020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(0.92-1.48), p_Bonf = 1.000 (n = 6)  |  per IQR decline (Δ = 28.1 %): 1.54 (0.79-3.03)  |  IQR: [-30.1, -2.1]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775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325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875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425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39760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2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766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6268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1771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0501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6004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1506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00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512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801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351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901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452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361397"/>
              <a:ext cx="6964104" cy="1182797"/>
            </a:xfrm>
            <a:custGeom>
              <a:avLst/>
              <a:pathLst>
                <a:path w="6964104" h="1182797">
                  <a:moveTo>
                    <a:pt x="0" y="0"/>
                  </a:moveTo>
                  <a:lnTo>
                    <a:pt x="70344" y="39373"/>
                  </a:lnTo>
                  <a:lnTo>
                    <a:pt x="140688" y="77488"/>
                  </a:lnTo>
                  <a:lnTo>
                    <a:pt x="211033" y="114385"/>
                  </a:lnTo>
                  <a:lnTo>
                    <a:pt x="281377" y="150104"/>
                  </a:lnTo>
                  <a:lnTo>
                    <a:pt x="351722" y="184681"/>
                  </a:lnTo>
                  <a:lnTo>
                    <a:pt x="422066" y="218153"/>
                  </a:lnTo>
                  <a:lnTo>
                    <a:pt x="492411" y="250556"/>
                  </a:lnTo>
                  <a:lnTo>
                    <a:pt x="562755" y="281924"/>
                  </a:lnTo>
                  <a:lnTo>
                    <a:pt x="633100" y="312289"/>
                  </a:lnTo>
                  <a:lnTo>
                    <a:pt x="703444" y="341684"/>
                  </a:lnTo>
                  <a:lnTo>
                    <a:pt x="773789" y="370140"/>
                  </a:lnTo>
                  <a:lnTo>
                    <a:pt x="844133" y="397687"/>
                  </a:lnTo>
                  <a:lnTo>
                    <a:pt x="914478" y="424354"/>
                  </a:lnTo>
                  <a:lnTo>
                    <a:pt x="984822" y="450168"/>
                  </a:lnTo>
                  <a:lnTo>
                    <a:pt x="1055167" y="475158"/>
                  </a:lnTo>
                  <a:lnTo>
                    <a:pt x="1125511" y="499349"/>
                  </a:lnTo>
                  <a:lnTo>
                    <a:pt x="1195856" y="522768"/>
                  </a:lnTo>
                  <a:lnTo>
                    <a:pt x="1266200" y="545438"/>
                  </a:lnTo>
                  <a:lnTo>
                    <a:pt x="1336545" y="567383"/>
                  </a:lnTo>
                  <a:lnTo>
                    <a:pt x="1406889" y="588628"/>
                  </a:lnTo>
                  <a:lnTo>
                    <a:pt x="1477234" y="609194"/>
                  </a:lnTo>
                  <a:lnTo>
                    <a:pt x="1547578" y="629102"/>
                  </a:lnTo>
                  <a:lnTo>
                    <a:pt x="1617923" y="648375"/>
                  </a:lnTo>
                  <a:lnTo>
                    <a:pt x="1688267" y="667032"/>
                  </a:lnTo>
                  <a:lnTo>
                    <a:pt x="1758612" y="685092"/>
                  </a:lnTo>
                  <a:lnTo>
                    <a:pt x="1828956" y="702576"/>
                  </a:lnTo>
                  <a:lnTo>
                    <a:pt x="1899301" y="719501"/>
                  </a:lnTo>
                  <a:lnTo>
                    <a:pt x="1969645" y="735885"/>
                  </a:lnTo>
                  <a:lnTo>
                    <a:pt x="2039990" y="751746"/>
                  </a:lnTo>
                  <a:lnTo>
                    <a:pt x="2110334" y="767100"/>
                  </a:lnTo>
                  <a:lnTo>
                    <a:pt x="2180679" y="781963"/>
                  </a:lnTo>
                  <a:lnTo>
                    <a:pt x="2251023" y="796352"/>
                  </a:lnTo>
                  <a:lnTo>
                    <a:pt x="2321368" y="810281"/>
                  </a:lnTo>
                  <a:lnTo>
                    <a:pt x="2391712" y="823764"/>
                  </a:lnTo>
                  <a:lnTo>
                    <a:pt x="2462057" y="836817"/>
                  </a:lnTo>
                  <a:lnTo>
                    <a:pt x="2532401" y="849453"/>
                  </a:lnTo>
                  <a:lnTo>
                    <a:pt x="2602746" y="861685"/>
                  </a:lnTo>
                  <a:lnTo>
                    <a:pt x="2673090" y="873526"/>
                  </a:lnTo>
                  <a:lnTo>
                    <a:pt x="2743435" y="884989"/>
                  </a:lnTo>
                  <a:lnTo>
                    <a:pt x="2813779" y="896086"/>
                  </a:lnTo>
                  <a:lnTo>
                    <a:pt x="2884124" y="906828"/>
                  </a:lnTo>
                  <a:lnTo>
                    <a:pt x="2954468" y="917227"/>
                  </a:lnTo>
                  <a:lnTo>
                    <a:pt x="3024813" y="927294"/>
                  </a:lnTo>
                  <a:lnTo>
                    <a:pt x="3095157" y="932059"/>
                  </a:lnTo>
                  <a:lnTo>
                    <a:pt x="3165502" y="929932"/>
                  </a:lnTo>
                  <a:lnTo>
                    <a:pt x="3235846" y="927789"/>
                  </a:lnTo>
                  <a:lnTo>
                    <a:pt x="3306191" y="925630"/>
                  </a:lnTo>
                  <a:lnTo>
                    <a:pt x="3376535" y="923457"/>
                  </a:lnTo>
                  <a:lnTo>
                    <a:pt x="3446880" y="921268"/>
                  </a:lnTo>
                  <a:lnTo>
                    <a:pt x="3517224" y="919064"/>
                  </a:lnTo>
                  <a:lnTo>
                    <a:pt x="3587569" y="916844"/>
                  </a:lnTo>
                  <a:lnTo>
                    <a:pt x="3657913" y="914608"/>
                  </a:lnTo>
                  <a:lnTo>
                    <a:pt x="3728257" y="912357"/>
                  </a:lnTo>
                  <a:lnTo>
                    <a:pt x="3798602" y="910089"/>
                  </a:lnTo>
                  <a:lnTo>
                    <a:pt x="3868946" y="907805"/>
                  </a:lnTo>
                  <a:lnTo>
                    <a:pt x="3939291" y="905506"/>
                  </a:lnTo>
                  <a:lnTo>
                    <a:pt x="4009635" y="903190"/>
                  </a:lnTo>
                  <a:lnTo>
                    <a:pt x="4079980" y="900857"/>
                  </a:lnTo>
                  <a:lnTo>
                    <a:pt x="4150324" y="898508"/>
                  </a:lnTo>
                  <a:lnTo>
                    <a:pt x="4220669" y="896142"/>
                  </a:lnTo>
                  <a:lnTo>
                    <a:pt x="4291013" y="893760"/>
                  </a:lnTo>
                  <a:lnTo>
                    <a:pt x="4361358" y="891361"/>
                  </a:lnTo>
                  <a:lnTo>
                    <a:pt x="4431702" y="888944"/>
                  </a:lnTo>
                  <a:lnTo>
                    <a:pt x="4502047" y="886511"/>
                  </a:lnTo>
                  <a:lnTo>
                    <a:pt x="4572391" y="884060"/>
                  </a:lnTo>
                  <a:lnTo>
                    <a:pt x="4642736" y="881592"/>
                  </a:lnTo>
                  <a:lnTo>
                    <a:pt x="4713080" y="879107"/>
                  </a:lnTo>
                  <a:lnTo>
                    <a:pt x="4783425" y="876603"/>
                  </a:lnTo>
                  <a:lnTo>
                    <a:pt x="4853769" y="874083"/>
                  </a:lnTo>
                  <a:lnTo>
                    <a:pt x="4924114" y="871544"/>
                  </a:lnTo>
                  <a:lnTo>
                    <a:pt x="4994458" y="868987"/>
                  </a:lnTo>
                  <a:lnTo>
                    <a:pt x="5064803" y="866412"/>
                  </a:lnTo>
                  <a:lnTo>
                    <a:pt x="5135147" y="863819"/>
                  </a:lnTo>
                  <a:lnTo>
                    <a:pt x="5205492" y="861207"/>
                  </a:lnTo>
                  <a:lnTo>
                    <a:pt x="5275836" y="858577"/>
                  </a:lnTo>
                  <a:lnTo>
                    <a:pt x="5346181" y="855929"/>
                  </a:lnTo>
                  <a:lnTo>
                    <a:pt x="5416525" y="853261"/>
                  </a:lnTo>
                  <a:lnTo>
                    <a:pt x="5486870" y="850575"/>
                  </a:lnTo>
                  <a:lnTo>
                    <a:pt x="5557214" y="847869"/>
                  </a:lnTo>
                  <a:lnTo>
                    <a:pt x="5627559" y="845145"/>
                  </a:lnTo>
                  <a:lnTo>
                    <a:pt x="5697903" y="842401"/>
                  </a:lnTo>
                  <a:lnTo>
                    <a:pt x="5768248" y="839638"/>
                  </a:lnTo>
                  <a:lnTo>
                    <a:pt x="5838592" y="836855"/>
                  </a:lnTo>
                  <a:lnTo>
                    <a:pt x="5908937" y="834052"/>
                  </a:lnTo>
                  <a:lnTo>
                    <a:pt x="5979281" y="831230"/>
                  </a:lnTo>
                  <a:lnTo>
                    <a:pt x="6049626" y="828387"/>
                  </a:lnTo>
                  <a:lnTo>
                    <a:pt x="6119970" y="825525"/>
                  </a:lnTo>
                  <a:lnTo>
                    <a:pt x="6190315" y="822642"/>
                  </a:lnTo>
                  <a:lnTo>
                    <a:pt x="6260659" y="819738"/>
                  </a:lnTo>
                  <a:lnTo>
                    <a:pt x="6331004" y="816814"/>
                  </a:lnTo>
                  <a:lnTo>
                    <a:pt x="6401348" y="813870"/>
                  </a:lnTo>
                  <a:lnTo>
                    <a:pt x="6471693" y="810904"/>
                  </a:lnTo>
                  <a:lnTo>
                    <a:pt x="6542037" y="807918"/>
                  </a:lnTo>
                  <a:lnTo>
                    <a:pt x="6612382" y="804910"/>
                  </a:lnTo>
                  <a:lnTo>
                    <a:pt x="6682726" y="801881"/>
                  </a:lnTo>
                  <a:lnTo>
                    <a:pt x="6753071" y="798830"/>
                  </a:lnTo>
                  <a:lnTo>
                    <a:pt x="6823415" y="795758"/>
                  </a:lnTo>
                  <a:lnTo>
                    <a:pt x="6893760" y="792664"/>
                  </a:lnTo>
                  <a:lnTo>
                    <a:pt x="6964104" y="789548"/>
                  </a:lnTo>
                  <a:lnTo>
                    <a:pt x="6964104" y="1182797"/>
                  </a:lnTo>
                  <a:lnTo>
                    <a:pt x="6893760" y="1181163"/>
                  </a:lnTo>
                  <a:lnTo>
                    <a:pt x="6823415" y="1179476"/>
                  </a:lnTo>
                  <a:lnTo>
                    <a:pt x="6753071" y="1177732"/>
                  </a:lnTo>
                  <a:lnTo>
                    <a:pt x="6682726" y="1175932"/>
                  </a:lnTo>
                  <a:lnTo>
                    <a:pt x="6612382" y="1174072"/>
                  </a:lnTo>
                  <a:lnTo>
                    <a:pt x="6542037" y="1172150"/>
                  </a:lnTo>
                  <a:lnTo>
                    <a:pt x="6471693" y="1170165"/>
                  </a:lnTo>
                  <a:lnTo>
                    <a:pt x="6401348" y="1168115"/>
                  </a:lnTo>
                  <a:lnTo>
                    <a:pt x="6331004" y="1165997"/>
                  </a:lnTo>
                  <a:lnTo>
                    <a:pt x="6260659" y="1163809"/>
                  </a:lnTo>
                  <a:lnTo>
                    <a:pt x="6190315" y="1161548"/>
                  </a:lnTo>
                  <a:lnTo>
                    <a:pt x="6119970" y="1159214"/>
                  </a:lnTo>
                  <a:lnTo>
                    <a:pt x="6049626" y="1156802"/>
                  </a:lnTo>
                  <a:lnTo>
                    <a:pt x="5979281" y="1154310"/>
                  </a:lnTo>
                  <a:lnTo>
                    <a:pt x="5908937" y="1151736"/>
                  </a:lnTo>
                  <a:lnTo>
                    <a:pt x="5838592" y="1149078"/>
                  </a:lnTo>
                  <a:lnTo>
                    <a:pt x="5768248" y="1146331"/>
                  </a:lnTo>
                  <a:lnTo>
                    <a:pt x="5697903" y="1143494"/>
                  </a:lnTo>
                  <a:lnTo>
                    <a:pt x="5627559" y="1140563"/>
                  </a:lnTo>
                  <a:lnTo>
                    <a:pt x="5557214" y="1137536"/>
                  </a:lnTo>
                  <a:lnTo>
                    <a:pt x="5486870" y="1134408"/>
                  </a:lnTo>
                  <a:lnTo>
                    <a:pt x="5416525" y="1131178"/>
                  </a:lnTo>
                  <a:lnTo>
                    <a:pt x="5346181" y="1127841"/>
                  </a:lnTo>
                  <a:lnTo>
                    <a:pt x="5275836" y="1124393"/>
                  </a:lnTo>
                  <a:lnTo>
                    <a:pt x="5205492" y="1120832"/>
                  </a:lnTo>
                  <a:lnTo>
                    <a:pt x="5135147" y="1117153"/>
                  </a:lnTo>
                  <a:lnTo>
                    <a:pt x="5064803" y="1113353"/>
                  </a:lnTo>
                  <a:lnTo>
                    <a:pt x="4994458" y="1109427"/>
                  </a:lnTo>
                  <a:lnTo>
                    <a:pt x="4924114" y="1105372"/>
                  </a:lnTo>
                  <a:lnTo>
                    <a:pt x="4853769" y="1101183"/>
                  </a:lnTo>
                  <a:lnTo>
                    <a:pt x="4783425" y="1096856"/>
                  </a:lnTo>
                  <a:lnTo>
                    <a:pt x="4713080" y="1092386"/>
                  </a:lnTo>
                  <a:lnTo>
                    <a:pt x="4642736" y="1087768"/>
                  </a:lnTo>
                  <a:lnTo>
                    <a:pt x="4572391" y="1082998"/>
                  </a:lnTo>
                  <a:lnTo>
                    <a:pt x="4502047" y="1078071"/>
                  </a:lnTo>
                  <a:lnTo>
                    <a:pt x="4431702" y="1072981"/>
                  </a:lnTo>
                  <a:lnTo>
                    <a:pt x="4361358" y="1067723"/>
                  </a:lnTo>
                  <a:lnTo>
                    <a:pt x="4291013" y="1062291"/>
                  </a:lnTo>
                  <a:lnTo>
                    <a:pt x="4220669" y="1056680"/>
                  </a:lnTo>
                  <a:lnTo>
                    <a:pt x="4150324" y="1050884"/>
                  </a:lnTo>
                  <a:lnTo>
                    <a:pt x="4079980" y="1044897"/>
                  </a:lnTo>
                  <a:lnTo>
                    <a:pt x="4009635" y="1038712"/>
                  </a:lnTo>
                  <a:lnTo>
                    <a:pt x="3939291" y="1032322"/>
                  </a:lnTo>
                  <a:lnTo>
                    <a:pt x="3868946" y="1025722"/>
                  </a:lnTo>
                  <a:lnTo>
                    <a:pt x="3798602" y="1018904"/>
                  </a:lnTo>
                  <a:lnTo>
                    <a:pt x="3728257" y="1011862"/>
                  </a:lnTo>
                  <a:lnTo>
                    <a:pt x="3657913" y="1004586"/>
                  </a:lnTo>
                  <a:lnTo>
                    <a:pt x="3587569" y="997071"/>
                  </a:lnTo>
                  <a:lnTo>
                    <a:pt x="3517224" y="989307"/>
                  </a:lnTo>
                  <a:lnTo>
                    <a:pt x="3446880" y="981287"/>
                  </a:lnTo>
                  <a:lnTo>
                    <a:pt x="3376535" y="973003"/>
                  </a:lnTo>
                  <a:lnTo>
                    <a:pt x="3306191" y="964445"/>
                  </a:lnTo>
                  <a:lnTo>
                    <a:pt x="3235846" y="955604"/>
                  </a:lnTo>
                  <a:lnTo>
                    <a:pt x="3165502" y="946472"/>
                  </a:lnTo>
                  <a:lnTo>
                    <a:pt x="3095157" y="937039"/>
                  </a:lnTo>
                  <a:lnTo>
                    <a:pt x="3024813" y="934172"/>
                  </a:lnTo>
                  <a:lnTo>
                    <a:pt x="2954468" y="936270"/>
                  </a:lnTo>
                  <a:lnTo>
                    <a:pt x="2884124" y="938354"/>
                  </a:lnTo>
                  <a:lnTo>
                    <a:pt x="2813779" y="940422"/>
                  </a:lnTo>
                  <a:lnTo>
                    <a:pt x="2743435" y="942476"/>
                  </a:lnTo>
                  <a:lnTo>
                    <a:pt x="2673090" y="944516"/>
                  </a:lnTo>
                  <a:lnTo>
                    <a:pt x="2602746" y="946541"/>
                  </a:lnTo>
                  <a:lnTo>
                    <a:pt x="2532401" y="948552"/>
                  </a:lnTo>
                  <a:lnTo>
                    <a:pt x="2462057" y="950549"/>
                  </a:lnTo>
                  <a:lnTo>
                    <a:pt x="2391712" y="952532"/>
                  </a:lnTo>
                  <a:lnTo>
                    <a:pt x="2321368" y="954500"/>
                  </a:lnTo>
                  <a:lnTo>
                    <a:pt x="2251023" y="956455"/>
                  </a:lnTo>
                  <a:lnTo>
                    <a:pt x="2180679" y="958397"/>
                  </a:lnTo>
                  <a:lnTo>
                    <a:pt x="2110334" y="960324"/>
                  </a:lnTo>
                  <a:lnTo>
                    <a:pt x="2039990" y="962238"/>
                  </a:lnTo>
                  <a:lnTo>
                    <a:pt x="1969645" y="964139"/>
                  </a:lnTo>
                  <a:lnTo>
                    <a:pt x="1899301" y="966026"/>
                  </a:lnTo>
                  <a:lnTo>
                    <a:pt x="1828956" y="967900"/>
                  </a:lnTo>
                  <a:lnTo>
                    <a:pt x="1758612" y="969760"/>
                  </a:lnTo>
                  <a:lnTo>
                    <a:pt x="1688267" y="971608"/>
                  </a:lnTo>
                  <a:lnTo>
                    <a:pt x="1617923" y="973442"/>
                  </a:lnTo>
                  <a:lnTo>
                    <a:pt x="1547578" y="975264"/>
                  </a:lnTo>
                  <a:lnTo>
                    <a:pt x="1477234" y="977073"/>
                  </a:lnTo>
                  <a:lnTo>
                    <a:pt x="1406889" y="978869"/>
                  </a:lnTo>
                  <a:lnTo>
                    <a:pt x="1336545" y="980653"/>
                  </a:lnTo>
                  <a:lnTo>
                    <a:pt x="1266200" y="982423"/>
                  </a:lnTo>
                  <a:lnTo>
                    <a:pt x="1195856" y="984182"/>
                  </a:lnTo>
                  <a:lnTo>
                    <a:pt x="1125511" y="985928"/>
                  </a:lnTo>
                  <a:lnTo>
                    <a:pt x="1055167" y="987662"/>
                  </a:lnTo>
                  <a:lnTo>
                    <a:pt x="984822" y="989383"/>
                  </a:lnTo>
                  <a:lnTo>
                    <a:pt x="914478" y="991093"/>
                  </a:lnTo>
                  <a:lnTo>
                    <a:pt x="844133" y="992790"/>
                  </a:lnTo>
                  <a:lnTo>
                    <a:pt x="773789" y="994476"/>
                  </a:lnTo>
                  <a:lnTo>
                    <a:pt x="703444" y="996149"/>
                  </a:lnTo>
                  <a:lnTo>
                    <a:pt x="633100" y="997811"/>
                  </a:lnTo>
                  <a:lnTo>
                    <a:pt x="562755" y="999461"/>
                  </a:lnTo>
                  <a:lnTo>
                    <a:pt x="492411" y="1001100"/>
                  </a:lnTo>
                  <a:lnTo>
                    <a:pt x="422066" y="1002727"/>
                  </a:lnTo>
                  <a:lnTo>
                    <a:pt x="351722" y="1004343"/>
                  </a:lnTo>
                  <a:lnTo>
                    <a:pt x="281377" y="1005947"/>
                  </a:lnTo>
                  <a:lnTo>
                    <a:pt x="211033" y="1007540"/>
                  </a:lnTo>
                  <a:lnTo>
                    <a:pt x="140688" y="1009121"/>
                  </a:lnTo>
                  <a:lnTo>
                    <a:pt x="70344" y="1010692"/>
                  </a:lnTo>
                  <a:lnTo>
                    <a:pt x="0" y="10122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361397"/>
              <a:ext cx="6964104" cy="932059"/>
            </a:xfrm>
            <a:custGeom>
              <a:avLst/>
              <a:pathLst>
                <a:path w="6964104" h="932059">
                  <a:moveTo>
                    <a:pt x="0" y="0"/>
                  </a:moveTo>
                  <a:lnTo>
                    <a:pt x="70344" y="39373"/>
                  </a:lnTo>
                  <a:lnTo>
                    <a:pt x="140688" y="77488"/>
                  </a:lnTo>
                  <a:lnTo>
                    <a:pt x="211033" y="114385"/>
                  </a:lnTo>
                  <a:lnTo>
                    <a:pt x="281377" y="150104"/>
                  </a:lnTo>
                  <a:lnTo>
                    <a:pt x="351722" y="184681"/>
                  </a:lnTo>
                  <a:lnTo>
                    <a:pt x="422066" y="218153"/>
                  </a:lnTo>
                  <a:lnTo>
                    <a:pt x="492411" y="250556"/>
                  </a:lnTo>
                  <a:lnTo>
                    <a:pt x="562755" y="281924"/>
                  </a:lnTo>
                  <a:lnTo>
                    <a:pt x="633100" y="312289"/>
                  </a:lnTo>
                  <a:lnTo>
                    <a:pt x="703444" y="341684"/>
                  </a:lnTo>
                  <a:lnTo>
                    <a:pt x="773789" y="370140"/>
                  </a:lnTo>
                  <a:lnTo>
                    <a:pt x="844133" y="397687"/>
                  </a:lnTo>
                  <a:lnTo>
                    <a:pt x="914478" y="424354"/>
                  </a:lnTo>
                  <a:lnTo>
                    <a:pt x="984822" y="450168"/>
                  </a:lnTo>
                  <a:lnTo>
                    <a:pt x="1055167" y="475158"/>
                  </a:lnTo>
                  <a:lnTo>
                    <a:pt x="1125511" y="499349"/>
                  </a:lnTo>
                  <a:lnTo>
                    <a:pt x="1195856" y="522768"/>
                  </a:lnTo>
                  <a:lnTo>
                    <a:pt x="1266200" y="545438"/>
                  </a:lnTo>
                  <a:lnTo>
                    <a:pt x="1336545" y="567383"/>
                  </a:lnTo>
                  <a:lnTo>
                    <a:pt x="1406889" y="588628"/>
                  </a:lnTo>
                  <a:lnTo>
                    <a:pt x="1477234" y="609194"/>
                  </a:lnTo>
                  <a:lnTo>
                    <a:pt x="1547578" y="629102"/>
                  </a:lnTo>
                  <a:lnTo>
                    <a:pt x="1617923" y="648375"/>
                  </a:lnTo>
                  <a:lnTo>
                    <a:pt x="1688267" y="667032"/>
                  </a:lnTo>
                  <a:lnTo>
                    <a:pt x="1758612" y="685092"/>
                  </a:lnTo>
                  <a:lnTo>
                    <a:pt x="1828956" y="702576"/>
                  </a:lnTo>
                  <a:lnTo>
                    <a:pt x="1899301" y="719501"/>
                  </a:lnTo>
                  <a:lnTo>
                    <a:pt x="1969645" y="735885"/>
                  </a:lnTo>
                  <a:lnTo>
                    <a:pt x="2039990" y="751746"/>
                  </a:lnTo>
                  <a:lnTo>
                    <a:pt x="2110334" y="767100"/>
                  </a:lnTo>
                  <a:lnTo>
                    <a:pt x="2180679" y="781963"/>
                  </a:lnTo>
                  <a:lnTo>
                    <a:pt x="2251023" y="796352"/>
                  </a:lnTo>
                  <a:lnTo>
                    <a:pt x="2321368" y="810281"/>
                  </a:lnTo>
                  <a:lnTo>
                    <a:pt x="2391712" y="823764"/>
                  </a:lnTo>
                  <a:lnTo>
                    <a:pt x="2462057" y="836817"/>
                  </a:lnTo>
                  <a:lnTo>
                    <a:pt x="2532401" y="849453"/>
                  </a:lnTo>
                  <a:lnTo>
                    <a:pt x="2602746" y="861685"/>
                  </a:lnTo>
                  <a:lnTo>
                    <a:pt x="2673090" y="873526"/>
                  </a:lnTo>
                  <a:lnTo>
                    <a:pt x="2743435" y="884989"/>
                  </a:lnTo>
                  <a:lnTo>
                    <a:pt x="2813779" y="896086"/>
                  </a:lnTo>
                  <a:lnTo>
                    <a:pt x="2884124" y="906828"/>
                  </a:lnTo>
                  <a:lnTo>
                    <a:pt x="2954468" y="917227"/>
                  </a:lnTo>
                  <a:lnTo>
                    <a:pt x="3024813" y="927294"/>
                  </a:lnTo>
                  <a:lnTo>
                    <a:pt x="3095157" y="932059"/>
                  </a:lnTo>
                  <a:lnTo>
                    <a:pt x="3165502" y="929932"/>
                  </a:lnTo>
                  <a:lnTo>
                    <a:pt x="3235846" y="927789"/>
                  </a:lnTo>
                  <a:lnTo>
                    <a:pt x="3306191" y="925630"/>
                  </a:lnTo>
                  <a:lnTo>
                    <a:pt x="3376535" y="923457"/>
                  </a:lnTo>
                  <a:lnTo>
                    <a:pt x="3446880" y="921268"/>
                  </a:lnTo>
                  <a:lnTo>
                    <a:pt x="3517224" y="919064"/>
                  </a:lnTo>
                  <a:lnTo>
                    <a:pt x="3587569" y="916844"/>
                  </a:lnTo>
                  <a:lnTo>
                    <a:pt x="3657913" y="914608"/>
                  </a:lnTo>
                  <a:lnTo>
                    <a:pt x="3728257" y="912357"/>
                  </a:lnTo>
                  <a:lnTo>
                    <a:pt x="3798602" y="910089"/>
                  </a:lnTo>
                  <a:lnTo>
                    <a:pt x="3868946" y="907805"/>
                  </a:lnTo>
                  <a:lnTo>
                    <a:pt x="3939291" y="905506"/>
                  </a:lnTo>
                  <a:lnTo>
                    <a:pt x="4009635" y="903190"/>
                  </a:lnTo>
                  <a:lnTo>
                    <a:pt x="4079980" y="900857"/>
                  </a:lnTo>
                  <a:lnTo>
                    <a:pt x="4150324" y="898508"/>
                  </a:lnTo>
                  <a:lnTo>
                    <a:pt x="4220669" y="896142"/>
                  </a:lnTo>
                  <a:lnTo>
                    <a:pt x="4291013" y="893760"/>
                  </a:lnTo>
                  <a:lnTo>
                    <a:pt x="4361358" y="891361"/>
                  </a:lnTo>
                  <a:lnTo>
                    <a:pt x="4431702" y="888944"/>
                  </a:lnTo>
                  <a:lnTo>
                    <a:pt x="4502047" y="886511"/>
                  </a:lnTo>
                  <a:lnTo>
                    <a:pt x="4572391" y="884060"/>
                  </a:lnTo>
                  <a:lnTo>
                    <a:pt x="4642736" y="881592"/>
                  </a:lnTo>
                  <a:lnTo>
                    <a:pt x="4713080" y="879107"/>
                  </a:lnTo>
                  <a:lnTo>
                    <a:pt x="4783425" y="876603"/>
                  </a:lnTo>
                  <a:lnTo>
                    <a:pt x="4853769" y="874083"/>
                  </a:lnTo>
                  <a:lnTo>
                    <a:pt x="4924114" y="871544"/>
                  </a:lnTo>
                  <a:lnTo>
                    <a:pt x="4994458" y="868987"/>
                  </a:lnTo>
                  <a:lnTo>
                    <a:pt x="5064803" y="866412"/>
                  </a:lnTo>
                  <a:lnTo>
                    <a:pt x="5135147" y="863819"/>
                  </a:lnTo>
                  <a:lnTo>
                    <a:pt x="5205492" y="861207"/>
                  </a:lnTo>
                  <a:lnTo>
                    <a:pt x="5275836" y="858577"/>
                  </a:lnTo>
                  <a:lnTo>
                    <a:pt x="5346181" y="855929"/>
                  </a:lnTo>
                  <a:lnTo>
                    <a:pt x="5416525" y="853261"/>
                  </a:lnTo>
                  <a:lnTo>
                    <a:pt x="5486870" y="850575"/>
                  </a:lnTo>
                  <a:lnTo>
                    <a:pt x="5557214" y="847869"/>
                  </a:lnTo>
                  <a:lnTo>
                    <a:pt x="5627559" y="845145"/>
                  </a:lnTo>
                  <a:lnTo>
                    <a:pt x="5697903" y="842401"/>
                  </a:lnTo>
                  <a:lnTo>
                    <a:pt x="5768248" y="839638"/>
                  </a:lnTo>
                  <a:lnTo>
                    <a:pt x="5838592" y="836855"/>
                  </a:lnTo>
                  <a:lnTo>
                    <a:pt x="5908937" y="834052"/>
                  </a:lnTo>
                  <a:lnTo>
                    <a:pt x="5979281" y="831230"/>
                  </a:lnTo>
                  <a:lnTo>
                    <a:pt x="6049626" y="828387"/>
                  </a:lnTo>
                  <a:lnTo>
                    <a:pt x="6119970" y="825525"/>
                  </a:lnTo>
                  <a:lnTo>
                    <a:pt x="6190315" y="822642"/>
                  </a:lnTo>
                  <a:lnTo>
                    <a:pt x="6260659" y="819738"/>
                  </a:lnTo>
                  <a:lnTo>
                    <a:pt x="6331004" y="816814"/>
                  </a:lnTo>
                  <a:lnTo>
                    <a:pt x="6401348" y="813870"/>
                  </a:lnTo>
                  <a:lnTo>
                    <a:pt x="6471693" y="810904"/>
                  </a:lnTo>
                  <a:lnTo>
                    <a:pt x="6542037" y="807918"/>
                  </a:lnTo>
                  <a:lnTo>
                    <a:pt x="6612382" y="804910"/>
                  </a:lnTo>
                  <a:lnTo>
                    <a:pt x="6682726" y="801881"/>
                  </a:lnTo>
                  <a:lnTo>
                    <a:pt x="6753071" y="798830"/>
                  </a:lnTo>
                  <a:lnTo>
                    <a:pt x="6823415" y="795758"/>
                  </a:lnTo>
                  <a:lnTo>
                    <a:pt x="6893760" y="792664"/>
                  </a:lnTo>
                  <a:lnTo>
                    <a:pt x="6964104" y="7895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295570"/>
              <a:ext cx="6964104" cy="248624"/>
            </a:xfrm>
            <a:custGeom>
              <a:avLst/>
              <a:pathLst>
                <a:path w="6964104" h="248624">
                  <a:moveTo>
                    <a:pt x="6964104" y="248624"/>
                  </a:moveTo>
                  <a:lnTo>
                    <a:pt x="6893760" y="246990"/>
                  </a:lnTo>
                  <a:lnTo>
                    <a:pt x="6823415" y="245303"/>
                  </a:lnTo>
                  <a:lnTo>
                    <a:pt x="6753071" y="243560"/>
                  </a:lnTo>
                  <a:lnTo>
                    <a:pt x="6682726" y="241759"/>
                  </a:lnTo>
                  <a:lnTo>
                    <a:pt x="6612382" y="239899"/>
                  </a:lnTo>
                  <a:lnTo>
                    <a:pt x="6542037" y="237977"/>
                  </a:lnTo>
                  <a:lnTo>
                    <a:pt x="6471693" y="235992"/>
                  </a:lnTo>
                  <a:lnTo>
                    <a:pt x="6401348" y="233942"/>
                  </a:lnTo>
                  <a:lnTo>
                    <a:pt x="6331004" y="231824"/>
                  </a:lnTo>
                  <a:lnTo>
                    <a:pt x="6260659" y="229636"/>
                  </a:lnTo>
                  <a:lnTo>
                    <a:pt x="6190315" y="227376"/>
                  </a:lnTo>
                  <a:lnTo>
                    <a:pt x="6119970" y="225041"/>
                  </a:lnTo>
                  <a:lnTo>
                    <a:pt x="6049626" y="222629"/>
                  </a:lnTo>
                  <a:lnTo>
                    <a:pt x="5979281" y="220137"/>
                  </a:lnTo>
                  <a:lnTo>
                    <a:pt x="5908937" y="217564"/>
                  </a:lnTo>
                  <a:lnTo>
                    <a:pt x="5838592" y="214905"/>
                  </a:lnTo>
                  <a:lnTo>
                    <a:pt x="5768248" y="212158"/>
                  </a:lnTo>
                  <a:lnTo>
                    <a:pt x="5697903" y="209321"/>
                  </a:lnTo>
                  <a:lnTo>
                    <a:pt x="5627559" y="206391"/>
                  </a:lnTo>
                  <a:lnTo>
                    <a:pt x="5557214" y="203363"/>
                  </a:lnTo>
                  <a:lnTo>
                    <a:pt x="5486870" y="200236"/>
                  </a:lnTo>
                  <a:lnTo>
                    <a:pt x="5416525" y="197005"/>
                  </a:lnTo>
                  <a:lnTo>
                    <a:pt x="5346181" y="193668"/>
                  </a:lnTo>
                  <a:lnTo>
                    <a:pt x="5275836" y="190220"/>
                  </a:lnTo>
                  <a:lnTo>
                    <a:pt x="5205492" y="186659"/>
                  </a:lnTo>
                  <a:lnTo>
                    <a:pt x="5135147" y="182980"/>
                  </a:lnTo>
                  <a:lnTo>
                    <a:pt x="5064803" y="179180"/>
                  </a:lnTo>
                  <a:lnTo>
                    <a:pt x="4994458" y="175255"/>
                  </a:lnTo>
                  <a:lnTo>
                    <a:pt x="4924114" y="171200"/>
                  </a:lnTo>
                  <a:lnTo>
                    <a:pt x="4853769" y="167011"/>
                  </a:lnTo>
                  <a:lnTo>
                    <a:pt x="4783425" y="162683"/>
                  </a:lnTo>
                  <a:lnTo>
                    <a:pt x="4713080" y="158213"/>
                  </a:lnTo>
                  <a:lnTo>
                    <a:pt x="4642736" y="153596"/>
                  </a:lnTo>
                  <a:lnTo>
                    <a:pt x="4572391" y="148826"/>
                  </a:lnTo>
                  <a:lnTo>
                    <a:pt x="4502047" y="143898"/>
                  </a:lnTo>
                  <a:lnTo>
                    <a:pt x="4431702" y="138808"/>
                  </a:lnTo>
                  <a:lnTo>
                    <a:pt x="4361358" y="133550"/>
                  </a:lnTo>
                  <a:lnTo>
                    <a:pt x="4291013" y="128118"/>
                  </a:lnTo>
                  <a:lnTo>
                    <a:pt x="4220669" y="122507"/>
                  </a:lnTo>
                  <a:lnTo>
                    <a:pt x="4150324" y="116711"/>
                  </a:lnTo>
                  <a:lnTo>
                    <a:pt x="4079980" y="110724"/>
                  </a:lnTo>
                  <a:lnTo>
                    <a:pt x="4009635" y="104539"/>
                  </a:lnTo>
                  <a:lnTo>
                    <a:pt x="3939291" y="98150"/>
                  </a:lnTo>
                  <a:lnTo>
                    <a:pt x="3868946" y="91550"/>
                  </a:lnTo>
                  <a:lnTo>
                    <a:pt x="3798602" y="84732"/>
                  </a:lnTo>
                  <a:lnTo>
                    <a:pt x="3728257" y="77689"/>
                  </a:lnTo>
                  <a:lnTo>
                    <a:pt x="3657913" y="70413"/>
                  </a:lnTo>
                  <a:lnTo>
                    <a:pt x="3587569" y="62898"/>
                  </a:lnTo>
                  <a:lnTo>
                    <a:pt x="3517224" y="55134"/>
                  </a:lnTo>
                  <a:lnTo>
                    <a:pt x="3446880" y="47114"/>
                  </a:lnTo>
                  <a:lnTo>
                    <a:pt x="3376535" y="38830"/>
                  </a:lnTo>
                  <a:lnTo>
                    <a:pt x="3306191" y="30272"/>
                  </a:lnTo>
                  <a:lnTo>
                    <a:pt x="3235846" y="21432"/>
                  </a:lnTo>
                  <a:lnTo>
                    <a:pt x="3165502" y="12299"/>
                  </a:lnTo>
                  <a:lnTo>
                    <a:pt x="3095157" y="2866"/>
                  </a:lnTo>
                  <a:lnTo>
                    <a:pt x="3024813" y="0"/>
                  </a:lnTo>
                  <a:lnTo>
                    <a:pt x="2954468" y="2098"/>
                  </a:lnTo>
                  <a:lnTo>
                    <a:pt x="2884124" y="4181"/>
                  </a:lnTo>
                  <a:lnTo>
                    <a:pt x="2813779" y="6249"/>
                  </a:lnTo>
                  <a:lnTo>
                    <a:pt x="2743435" y="8303"/>
                  </a:lnTo>
                  <a:lnTo>
                    <a:pt x="2673090" y="10343"/>
                  </a:lnTo>
                  <a:lnTo>
                    <a:pt x="2602746" y="12368"/>
                  </a:lnTo>
                  <a:lnTo>
                    <a:pt x="2532401" y="14379"/>
                  </a:lnTo>
                  <a:lnTo>
                    <a:pt x="2462057" y="16376"/>
                  </a:lnTo>
                  <a:lnTo>
                    <a:pt x="2391712" y="18359"/>
                  </a:lnTo>
                  <a:lnTo>
                    <a:pt x="2321368" y="20328"/>
                  </a:lnTo>
                  <a:lnTo>
                    <a:pt x="2251023" y="22283"/>
                  </a:lnTo>
                  <a:lnTo>
                    <a:pt x="2180679" y="24224"/>
                  </a:lnTo>
                  <a:lnTo>
                    <a:pt x="2110334" y="26151"/>
                  </a:lnTo>
                  <a:lnTo>
                    <a:pt x="2039990" y="28065"/>
                  </a:lnTo>
                  <a:lnTo>
                    <a:pt x="1969645" y="29966"/>
                  </a:lnTo>
                  <a:lnTo>
                    <a:pt x="1899301" y="31853"/>
                  </a:lnTo>
                  <a:lnTo>
                    <a:pt x="1828956" y="33727"/>
                  </a:lnTo>
                  <a:lnTo>
                    <a:pt x="1758612" y="35588"/>
                  </a:lnTo>
                  <a:lnTo>
                    <a:pt x="1688267" y="37435"/>
                  </a:lnTo>
                  <a:lnTo>
                    <a:pt x="1617923" y="39270"/>
                  </a:lnTo>
                  <a:lnTo>
                    <a:pt x="1547578" y="41091"/>
                  </a:lnTo>
                  <a:lnTo>
                    <a:pt x="1477234" y="42900"/>
                  </a:lnTo>
                  <a:lnTo>
                    <a:pt x="1406889" y="44696"/>
                  </a:lnTo>
                  <a:lnTo>
                    <a:pt x="1336545" y="46480"/>
                  </a:lnTo>
                  <a:lnTo>
                    <a:pt x="1266200" y="48251"/>
                  </a:lnTo>
                  <a:lnTo>
                    <a:pt x="1195856" y="50009"/>
                  </a:lnTo>
                  <a:lnTo>
                    <a:pt x="1125511" y="51755"/>
                  </a:lnTo>
                  <a:lnTo>
                    <a:pt x="1055167" y="53489"/>
                  </a:lnTo>
                  <a:lnTo>
                    <a:pt x="984822" y="55211"/>
                  </a:lnTo>
                  <a:lnTo>
                    <a:pt x="914478" y="56920"/>
                  </a:lnTo>
                  <a:lnTo>
                    <a:pt x="844133" y="58617"/>
                  </a:lnTo>
                  <a:lnTo>
                    <a:pt x="773789" y="60303"/>
                  </a:lnTo>
                  <a:lnTo>
                    <a:pt x="703444" y="61977"/>
                  </a:lnTo>
                  <a:lnTo>
                    <a:pt x="633100" y="63638"/>
                  </a:lnTo>
                  <a:lnTo>
                    <a:pt x="562755" y="65289"/>
                  </a:lnTo>
                  <a:lnTo>
                    <a:pt x="492411" y="66927"/>
                  </a:lnTo>
                  <a:lnTo>
                    <a:pt x="422066" y="68554"/>
                  </a:lnTo>
                  <a:lnTo>
                    <a:pt x="351722" y="70170"/>
                  </a:lnTo>
                  <a:lnTo>
                    <a:pt x="281377" y="71774"/>
                  </a:lnTo>
                  <a:lnTo>
                    <a:pt x="211033" y="73367"/>
                  </a:lnTo>
                  <a:lnTo>
                    <a:pt x="140688" y="74949"/>
                  </a:lnTo>
                  <a:lnTo>
                    <a:pt x="70344" y="76519"/>
                  </a:lnTo>
                  <a:lnTo>
                    <a:pt x="0" y="780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5072966"/>
              <a:ext cx="6964104" cy="372692"/>
            </a:xfrm>
            <a:custGeom>
              <a:avLst/>
              <a:pathLst>
                <a:path w="6964104" h="372692">
                  <a:moveTo>
                    <a:pt x="0" y="0"/>
                  </a:moveTo>
                  <a:lnTo>
                    <a:pt x="70344" y="6573"/>
                  </a:lnTo>
                  <a:lnTo>
                    <a:pt x="140688" y="13065"/>
                  </a:lnTo>
                  <a:lnTo>
                    <a:pt x="211033" y="19474"/>
                  </a:lnTo>
                  <a:lnTo>
                    <a:pt x="281377" y="25802"/>
                  </a:lnTo>
                  <a:lnTo>
                    <a:pt x="351722" y="32050"/>
                  </a:lnTo>
                  <a:lnTo>
                    <a:pt x="422066" y="38219"/>
                  </a:lnTo>
                  <a:lnTo>
                    <a:pt x="492411" y="44311"/>
                  </a:lnTo>
                  <a:lnTo>
                    <a:pt x="562755" y="50325"/>
                  </a:lnTo>
                  <a:lnTo>
                    <a:pt x="633100" y="56264"/>
                  </a:lnTo>
                  <a:lnTo>
                    <a:pt x="703444" y="62128"/>
                  </a:lnTo>
                  <a:lnTo>
                    <a:pt x="773789" y="67917"/>
                  </a:lnTo>
                  <a:lnTo>
                    <a:pt x="844133" y="73634"/>
                  </a:lnTo>
                  <a:lnTo>
                    <a:pt x="914478" y="79278"/>
                  </a:lnTo>
                  <a:lnTo>
                    <a:pt x="984822" y="84851"/>
                  </a:lnTo>
                  <a:lnTo>
                    <a:pt x="1055167" y="90354"/>
                  </a:lnTo>
                  <a:lnTo>
                    <a:pt x="1125511" y="95787"/>
                  </a:lnTo>
                  <a:lnTo>
                    <a:pt x="1195856" y="101152"/>
                  </a:lnTo>
                  <a:lnTo>
                    <a:pt x="1266200" y="106449"/>
                  </a:lnTo>
                  <a:lnTo>
                    <a:pt x="1336545" y="111679"/>
                  </a:lnTo>
                  <a:lnTo>
                    <a:pt x="1406889" y="116843"/>
                  </a:lnTo>
                  <a:lnTo>
                    <a:pt x="1477234" y="121942"/>
                  </a:lnTo>
                  <a:lnTo>
                    <a:pt x="1547578" y="126977"/>
                  </a:lnTo>
                  <a:lnTo>
                    <a:pt x="1617923" y="131948"/>
                  </a:lnTo>
                  <a:lnTo>
                    <a:pt x="1688267" y="136856"/>
                  </a:lnTo>
                  <a:lnTo>
                    <a:pt x="1758612" y="141702"/>
                  </a:lnTo>
                  <a:lnTo>
                    <a:pt x="1828956" y="146487"/>
                  </a:lnTo>
                  <a:lnTo>
                    <a:pt x="1899301" y="151212"/>
                  </a:lnTo>
                  <a:lnTo>
                    <a:pt x="1969645" y="155877"/>
                  </a:lnTo>
                  <a:lnTo>
                    <a:pt x="2039990" y="160483"/>
                  </a:lnTo>
                  <a:lnTo>
                    <a:pt x="2110334" y="165031"/>
                  </a:lnTo>
                  <a:lnTo>
                    <a:pt x="2180679" y="169521"/>
                  </a:lnTo>
                  <a:lnTo>
                    <a:pt x="2251023" y="173955"/>
                  </a:lnTo>
                  <a:lnTo>
                    <a:pt x="2321368" y="178333"/>
                  </a:lnTo>
                  <a:lnTo>
                    <a:pt x="2391712" y="182655"/>
                  </a:lnTo>
                  <a:lnTo>
                    <a:pt x="2462057" y="186923"/>
                  </a:lnTo>
                  <a:lnTo>
                    <a:pt x="2532401" y="191137"/>
                  </a:lnTo>
                  <a:lnTo>
                    <a:pt x="2602746" y="195298"/>
                  </a:lnTo>
                  <a:lnTo>
                    <a:pt x="2673090" y="199407"/>
                  </a:lnTo>
                  <a:lnTo>
                    <a:pt x="2743435" y="203463"/>
                  </a:lnTo>
                  <a:lnTo>
                    <a:pt x="2813779" y="207469"/>
                  </a:lnTo>
                  <a:lnTo>
                    <a:pt x="2884124" y="211423"/>
                  </a:lnTo>
                  <a:lnTo>
                    <a:pt x="2954468" y="215328"/>
                  </a:lnTo>
                  <a:lnTo>
                    <a:pt x="3024813" y="219184"/>
                  </a:lnTo>
                  <a:lnTo>
                    <a:pt x="3095157" y="222990"/>
                  </a:lnTo>
                  <a:lnTo>
                    <a:pt x="3165502" y="226749"/>
                  </a:lnTo>
                  <a:lnTo>
                    <a:pt x="3235846" y="230461"/>
                  </a:lnTo>
                  <a:lnTo>
                    <a:pt x="3306191" y="234125"/>
                  </a:lnTo>
                  <a:lnTo>
                    <a:pt x="3376535" y="237743"/>
                  </a:lnTo>
                  <a:lnTo>
                    <a:pt x="3446880" y="241316"/>
                  </a:lnTo>
                  <a:lnTo>
                    <a:pt x="3517224" y="244843"/>
                  </a:lnTo>
                  <a:lnTo>
                    <a:pt x="3587569" y="248326"/>
                  </a:lnTo>
                  <a:lnTo>
                    <a:pt x="3657913" y="251765"/>
                  </a:lnTo>
                  <a:lnTo>
                    <a:pt x="3728257" y="255161"/>
                  </a:lnTo>
                  <a:lnTo>
                    <a:pt x="3798602" y="258513"/>
                  </a:lnTo>
                  <a:lnTo>
                    <a:pt x="3868946" y="261823"/>
                  </a:lnTo>
                  <a:lnTo>
                    <a:pt x="3939291" y="265092"/>
                  </a:lnTo>
                  <a:lnTo>
                    <a:pt x="4009635" y="268319"/>
                  </a:lnTo>
                  <a:lnTo>
                    <a:pt x="4079980" y="271506"/>
                  </a:lnTo>
                  <a:lnTo>
                    <a:pt x="4150324" y="274652"/>
                  </a:lnTo>
                  <a:lnTo>
                    <a:pt x="4220669" y="277759"/>
                  </a:lnTo>
                  <a:lnTo>
                    <a:pt x="4291013" y="280826"/>
                  </a:lnTo>
                  <a:lnTo>
                    <a:pt x="4361358" y="283855"/>
                  </a:lnTo>
                  <a:lnTo>
                    <a:pt x="4431702" y="286845"/>
                  </a:lnTo>
                  <a:lnTo>
                    <a:pt x="4502047" y="289798"/>
                  </a:lnTo>
                  <a:lnTo>
                    <a:pt x="4572391" y="292713"/>
                  </a:lnTo>
                  <a:lnTo>
                    <a:pt x="4642736" y="295591"/>
                  </a:lnTo>
                  <a:lnTo>
                    <a:pt x="4713080" y="298434"/>
                  </a:lnTo>
                  <a:lnTo>
                    <a:pt x="4783425" y="301240"/>
                  </a:lnTo>
                  <a:lnTo>
                    <a:pt x="4853769" y="304011"/>
                  </a:lnTo>
                  <a:lnTo>
                    <a:pt x="4924114" y="306747"/>
                  </a:lnTo>
                  <a:lnTo>
                    <a:pt x="4994458" y="309448"/>
                  </a:lnTo>
                  <a:lnTo>
                    <a:pt x="5064803" y="312115"/>
                  </a:lnTo>
                  <a:lnTo>
                    <a:pt x="5135147" y="314749"/>
                  </a:lnTo>
                  <a:lnTo>
                    <a:pt x="5205492" y="317349"/>
                  </a:lnTo>
                  <a:lnTo>
                    <a:pt x="5275836" y="319917"/>
                  </a:lnTo>
                  <a:lnTo>
                    <a:pt x="5346181" y="322452"/>
                  </a:lnTo>
                  <a:lnTo>
                    <a:pt x="5416525" y="324955"/>
                  </a:lnTo>
                  <a:lnTo>
                    <a:pt x="5486870" y="327427"/>
                  </a:lnTo>
                  <a:lnTo>
                    <a:pt x="5557214" y="329867"/>
                  </a:lnTo>
                  <a:lnTo>
                    <a:pt x="5627559" y="332276"/>
                  </a:lnTo>
                  <a:lnTo>
                    <a:pt x="5697903" y="334655"/>
                  </a:lnTo>
                  <a:lnTo>
                    <a:pt x="5768248" y="337004"/>
                  </a:lnTo>
                  <a:lnTo>
                    <a:pt x="5838592" y="339324"/>
                  </a:lnTo>
                  <a:lnTo>
                    <a:pt x="5908937" y="341614"/>
                  </a:lnTo>
                  <a:lnTo>
                    <a:pt x="5979281" y="343875"/>
                  </a:lnTo>
                  <a:lnTo>
                    <a:pt x="6049626" y="346108"/>
                  </a:lnTo>
                  <a:lnTo>
                    <a:pt x="6119970" y="348312"/>
                  </a:lnTo>
                  <a:lnTo>
                    <a:pt x="6190315" y="350489"/>
                  </a:lnTo>
                  <a:lnTo>
                    <a:pt x="6260659" y="352638"/>
                  </a:lnTo>
                  <a:lnTo>
                    <a:pt x="6331004" y="354760"/>
                  </a:lnTo>
                  <a:lnTo>
                    <a:pt x="6401348" y="356855"/>
                  </a:lnTo>
                  <a:lnTo>
                    <a:pt x="6471693" y="358924"/>
                  </a:lnTo>
                  <a:lnTo>
                    <a:pt x="6542037" y="360967"/>
                  </a:lnTo>
                  <a:lnTo>
                    <a:pt x="6612382" y="362983"/>
                  </a:lnTo>
                  <a:lnTo>
                    <a:pt x="6682726" y="364975"/>
                  </a:lnTo>
                  <a:lnTo>
                    <a:pt x="6753071" y="366941"/>
                  </a:lnTo>
                  <a:lnTo>
                    <a:pt x="6823415" y="368882"/>
                  </a:lnTo>
                  <a:lnTo>
                    <a:pt x="6893760" y="370799"/>
                  </a:lnTo>
                  <a:lnTo>
                    <a:pt x="6964104" y="3726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300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037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42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24230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7925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3428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8930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433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9057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7299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2802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830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(0.92-1.48), p_Bonf = 1.000 (n = 6)  |  per IQR decline (Δ = 28.1 %): 1.54 (0.79-3.03)  |  IQR: [-30.1, -2.1]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2026-07-22T08:00:23Z</dcterms:modified>
  <cp:category/>
</cp:coreProperties>
</file>