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142537"/>
              <a:ext cx="7090630" cy="3277567"/>
            </a:xfrm>
            <a:custGeom>
              <a:avLst/>
              <a:pathLst>
                <a:path w="7090630" h="3277567">
                  <a:moveTo>
                    <a:pt x="0" y="0"/>
                  </a:moveTo>
                  <a:lnTo>
                    <a:pt x="71622" y="109104"/>
                  </a:lnTo>
                  <a:lnTo>
                    <a:pt x="143245" y="214722"/>
                  </a:lnTo>
                  <a:lnTo>
                    <a:pt x="214867" y="316966"/>
                  </a:lnTo>
                  <a:lnTo>
                    <a:pt x="286490" y="415943"/>
                  </a:lnTo>
                  <a:lnTo>
                    <a:pt x="358112" y="511757"/>
                  </a:lnTo>
                  <a:lnTo>
                    <a:pt x="429735" y="604510"/>
                  </a:lnTo>
                  <a:lnTo>
                    <a:pt x="501357" y="694300"/>
                  </a:lnTo>
                  <a:lnTo>
                    <a:pt x="572980" y="781221"/>
                  </a:lnTo>
                  <a:lnTo>
                    <a:pt x="644602" y="865364"/>
                  </a:lnTo>
                  <a:lnTo>
                    <a:pt x="716225" y="946819"/>
                  </a:lnTo>
                  <a:lnTo>
                    <a:pt x="787847" y="1025671"/>
                  </a:lnTo>
                  <a:lnTo>
                    <a:pt x="859470" y="1102004"/>
                  </a:lnTo>
                  <a:lnTo>
                    <a:pt x="931092" y="1175898"/>
                  </a:lnTo>
                  <a:lnTo>
                    <a:pt x="1002715" y="1247431"/>
                  </a:lnTo>
                  <a:lnTo>
                    <a:pt x="1074337" y="1316678"/>
                  </a:lnTo>
                  <a:lnTo>
                    <a:pt x="1145960" y="1383713"/>
                  </a:lnTo>
                  <a:lnTo>
                    <a:pt x="1217582" y="1448606"/>
                  </a:lnTo>
                  <a:lnTo>
                    <a:pt x="1289205" y="1511426"/>
                  </a:lnTo>
                  <a:lnTo>
                    <a:pt x="1360827" y="1572238"/>
                  </a:lnTo>
                  <a:lnTo>
                    <a:pt x="1432450" y="1631107"/>
                  </a:lnTo>
                  <a:lnTo>
                    <a:pt x="1504073" y="1688096"/>
                  </a:lnTo>
                  <a:lnTo>
                    <a:pt x="1575695" y="1743263"/>
                  </a:lnTo>
                  <a:lnTo>
                    <a:pt x="1647318" y="1796668"/>
                  </a:lnTo>
                  <a:lnTo>
                    <a:pt x="1718940" y="1848367"/>
                  </a:lnTo>
                  <a:lnTo>
                    <a:pt x="1790563" y="1898414"/>
                  </a:lnTo>
                  <a:lnTo>
                    <a:pt x="1862185" y="1946861"/>
                  </a:lnTo>
                  <a:lnTo>
                    <a:pt x="1933808" y="1993761"/>
                  </a:lnTo>
                  <a:lnTo>
                    <a:pt x="2005430" y="2039162"/>
                  </a:lnTo>
                  <a:lnTo>
                    <a:pt x="2077053" y="2083113"/>
                  </a:lnTo>
                  <a:lnTo>
                    <a:pt x="2148675" y="2125659"/>
                  </a:lnTo>
                  <a:lnTo>
                    <a:pt x="2220298" y="2166846"/>
                  </a:lnTo>
                  <a:lnTo>
                    <a:pt x="2291920" y="2206717"/>
                  </a:lnTo>
                  <a:lnTo>
                    <a:pt x="2363543" y="2245314"/>
                  </a:lnTo>
                  <a:lnTo>
                    <a:pt x="2435165" y="2282678"/>
                  </a:lnTo>
                  <a:lnTo>
                    <a:pt x="2506788" y="2318847"/>
                  </a:lnTo>
                  <a:lnTo>
                    <a:pt x="2578410" y="2353862"/>
                  </a:lnTo>
                  <a:lnTo>
                    <a:pt x="2650033" y="2387757"/>
                  </a:lnTo>
                  <a:lnTo>
                    <a:pt x="2721655" y="2420570"/>
                  </a:lnTo>
                  <a:lnTo>
                    <a:pt x="2793278" y="2452334"/>
                  </a:lnTo>
                  <a:lnTo>
                    <a:pt x="2864901" y="2483083"/>
                  </a:lnTo>
                  <a:lnTo>
                    <a:pt x="2936523" y="2512850"/>
                  </a:lnTo>
                  <a:lnTo>
                    <a:pt x="3008146" y="2541665"/>
                  </a:lnTo>
                  <a:lnTo>
                    <a:pt x="3079768" y="2569560"/>
                  </a:lnTo>
                  <a:lnTo>
                    <a:pt x="3151391" y="2582767"/>
                  </a:lnTo>
                  <a:lnTo>
                    <a:pt x="3223013" y="2576870"/>
                  </a:lnTo>
                  <a:lnTo>
                    <a:pt x="3294636" y="2570932"/>
                  </a:lnTo>
                  <a:lnTo>
                    <a:pt x="3366258" y="2564952"/>
                  </a:lnTo>
                  <a:lnTo>
                    <a:pt x="3437881" y="2558929"/>
                  </a:lnTo>
                  <a:lnTo>
                    <a:pt x="3509503" y="2552864"/>
                  </a:lnTo>
                  <a:lnTo>
                    <a:pt x="3581126" y="2546755"/>
                  </a:lnTo>
                  <a:lnTo>
                    <a:pt x="3652748" y="2540604"/>
                  </a:lnTo>
                  <a:lnTo>
                    <a:pt x="3724371" y="2534409"/>
                  </a:lnTo>
                  <a:lnTo>
                    <a:pt x="3795993" y="2528169"/>
                  </a:lnTo>
                  <a:lnTo>
                    <a:pt x="3867616" y="2521886"/>
                  </a:lnTo>
                  <a:lnTo>
                    <a:pt x="3939238" y="2515558"/>
                  </a:lnTo>
                  <a:lnTo>
                    <a:pt x="4010861" y="2509185"/>
                  </a:lnTo>
                  <a:lnTo>
                    <a:pt x="4082483" y="2502768"/>
                  </a:lnTo>
                  <a:lnTo>
                    <a:pt x="4154106" y="2496304"/>
                  </a:lnTo>
                  <a:lnTo>
                    <a:pt x="4225729" y="2489795"/>
                  </a:lnTo>
                  <a:lnTo>
                    <a:pt x="4297351" y="2483240"/>
                  </a:lnTo>
                  <a:lnTo>
                    <a:pt x="4368974" y="2476638"/>
                  </a:lnTo>
                  <a:lnTo>
                    <a:pt x="4440596" y="2469989"/>
                  </a:lnTo>
                  <a:lnTo>
                    <a:pt x="4512219" y="2463294"/>
                  </a:lnTo>
                  <a:lnTo>
                    <a:pt x="4583841" y="2456550"/>
                  </a:lnTo>
                  <a:lnTo>
                    <a:pt x="4655464" y="2449759"/>
                  </a:lnTo>
                  <a:lnTo>
                    <a:pt x="4727086" y="2442920"/>
                  </a:lnTo>
                  <a:lnTo>
                    <a:pt x="4798709" y="2436033"/>
                  </a:lnTo>
                  <a:lnTo>
                    <a:pt x="4870331" y="2429096"/>
                  </a:lnTo>
                  <a:lnTo>
                    <a:pt x="4941954" y="2422111"/>
                  </a:lnTo>
                  <a:lnTo>
                    <a:pt x="5013576" y="2415076"/>
                  </a:lnTo>
                  <a:lnTo>
                    <a:pt x="5085199" y="2407991"/>
                  </a:lnTo>
                  <a:lnTo>
                    <a:pt x="5156821" y="2400856"/>
                  </a:lnTo>
                  <a:lnTo>
                    <a:pt x="5228444" y="2393670"/>
                  </a:lnTo>
                  <a:lnTo>
                    <a:pt x="5300066" y="2386433"/>
                  </a:lnTo>
                  <a:lnTo>
                    <a:pt x="5371689" y="2379146"/>
                  </a:lnTo>
                  <a:lnTo>
                    <a:pt x="5443311" y="2371806"/>
                  </a:lnTo>
                  <a:lnTo>
                    <a:pt x="5514934" y="2364414"/>
                  </a:lnTo>
                  <a:lnTo>
                    <a:pt x="5586557" y="2356970"/>
                  </a:lnTo>
                  <a:lnTo>
                    <a:pt x="5658179" y="2349474"/>
                  </a:lnTo>
                  <a:lnTo>
                    <a:pt x="5729802" y="2341924"/>
                  </a:lnTo>
                  <a:lnTo>
                    <a:pt x="5801424" y="2334321"/>
                  </a:lnTo>
                  <a:lnTo>
                    <a:pt x="5873047" y="2326663"/>
                  </a:lnTo>
                  <a:lnTo>
                    <a:pt x="5944669" y="2318952"/>
                  </a:lnTo>
                  <a:lnTo>
                    <a:pt x="6016292" y="2311186"/>
                  </a:lnTo>
                  <a:lnTo>
                    <a:pt x="6087914" y="2303364"/>
                  </a:lnTo>
                  <a:lnTo>
                    <a:pt x="6159537" y="2295488"/>
                  </a:lnTo>
                  <a:lnTo>
                    <a:pt x="6231159" y="2287555"/>
                  </a:lnTo>
                  <a:lnTo>
                    <a:pt x="6302782" y="2279566"/>
                  </a:lnTo>
                  <a:lnTo>
                    <a:pt x="6374404" y="2271521"/>
                  </a:lnTo>
                  <a:lnTo>
                    <a:pt x="6446027" y="2263419"/>
                  </a:lnTo>
                  <a:lnTo>
                    <a:pt x="6517649" y="2255259"/>
                  </a:lnTo>
                  <a:lnTo>
                    <a:pt x="6589272" y="2247041"/>
                  </a:lnTo>
                  <a:lnTo>
                    <a:pt x="6660894" y="2238766"/>
                  </a:lnTo>
                  <a:lnTo>
                    <a:pt x="6732517" y="2230431"/>
                  </a:lnTo>
                  <a:lnTo>
                    <a:pt x="6804139" y="2222038"/>
                  </a:lnTo>
                  <a:lnTo>
                    <a:pt x="6875762" y="2213584"/>
                  </a:lnTo>
                  <a:lnTo>
                    <a:pt x="6947385" y="2205071"/>
                  </a:lnTo>
                  <a:lnTo>
                    <a:pt x="7019007" y="2196498"/>
                  </a:lnTo>
                  <a:lnTo>
                    <a:pt x="7090630" y="2187864"/>
                  </a:lnTo>
                  <a:lnTo>
                    <a:pt x="7090630" y="3277567"/>
                  </a:lnTo>
                  <a:lnTo>
                    <a:pt x="7019007" y="3273041"/>
                  </a:lnTo>
                  <a:lnTo>
                    <a:pt x="6947385" y="3268365"/>
                  </a:lnTo>
                  <a:lnTo>
                    <a:pt x="6875762" y="3263534"/>
                  </a:lnTo>
                  <a:lnTo>
                    <a:pt x="6804139" y="3258545"/>
                  </a:lnTo>
                  <a:lnTo>
                    <a:pt x="6732517" y="3253390"/>
                  </a:lnTo>
                  <a:lnTo>
                    <a:pt x="6660894" y="3248066"/>
                  </a:lnTo>
                  <a:lnTo>
                    <a:pt x="6589272" y="3242565"/>
                  </a:lnTo>
                  <a:lnTo>
                    <a:pt x="6517649" y="3236883"/>
                  </a:lnTo>
                  <a:lnTo>
                    <a:pt x="6446027" y="3231014"/>
                  </a:lnTo>
                  <a:lnTo>
                    <a:pt x="6374404" y="3224951"/>
                  </a:lnTo>
                  <a:lnTo>
                    <a:pt x="6302782" y="3218688"/>
                  </a:lnTo>
                  <a:lnTo>
                    <a:pt x="6231159" y="3212218"/>
                  </a:lnTo>
                  <a:lnTo>
                    <a:pt x="6159537" y="3205534"/>
                  </a:lnTo>
                  <a:lnTo>
                    <a:pt x="6087914" y="3198630"/>
                  </a:lnTo>
                  <a:lnTo>
                    <a:pt x="6016292" y="3191498"/>
                  </a:lnTo>
                  <a:lnTo>
                    <a:pt x="5944669" y="3184131"/>
                  </a:lnTo>
                  <a:lnTo>
                    <a:pt x="5873047" y="3176520"/>
                  </a:lnTo>
                  <a:lnTo>
                    <a:pt x="5801424" y="3168659"/>
                  </a:lnTo>
                  <a:lnTo>
                    <a:pt x="5729802" y="3160538"/>
                  </a:lnTo>
                  <a:lnTo>
                    <a:pt x="5658179" y="3152148"/>
                  </a:lnTo>
                  <a:lnTo>
                    <a:pt x="5586557" y="3143482"/>
                  </a:lnTo>
                  <a:lnTo>
                    <a:pt x="5514934" y="3134530"/>
                  </a:lnTo>
                  <a:lnTo>
                    <a:pt x="5443311" y="3125282"/>
                  </a:lnTo>
                  <a:lnTo>
                    <a:pt x="5371689" y="3115729"/>
                  </a:lnTo>
                  <a:lnTo>
                    <a:pt x="5300066" y="3105861"/>
                  </a:lnTo>
                  <a:lnTo>
                    <a:pt x="5228444" y="3095667"/>
                  </a:lnTo>
                  <a:lnTo>
                    <a:pt x="5156821" y="3085137"/>
                  </a:lnTo>
                  <a:lnTo>
                    <a:pt x="5085199" y="3074259"/>
                  </a:lnTo>
                  <a:lnTo>
                    <a:pt x="5013576" y="3063022"/>
                  </a:lnTo>
                  <a:lnTo>
                    <a:pt x="4941954" y="3051414"/>
                  </a:lnTo>
                  <a:lnTo>
                    <a:pt x="4870331" y="3039424"/>
                  </a:lnTo>
                  <a:lnTo>
                    <a:pt x="4798709" y="3027037"/>
                  </a:lnTo>
                  <a:lnTo>
                    <a:pt x="4727086" y="3014241"/>
                  </a:lnTo>
                  <a:lnTo>
                    <a:pt x="4655464" y="3001023"/>
                  </a:lnTo>
                  <a:lnTo>
                    <a:pt x="4583841" y="2987369"/>
                  </a:lnTo>
                  <a:lnTo>
                    <a:pt x="4512219" y="2973264"/>
                  </a:lnTo>
                  <a:lnTo>
                    <a:pt x="4440596" y="2958694"/>
                  </a:lnTo>
                  <a:lnTo>
                    <a:pt x="4368974" y="2943643"/>
                  </a:lnTo>
                  <a:lnTo>
                    <a:pt x="4297351" y="2928095"/>
                  </a:lnTo>
                  <a:lnTo>
                    <a:pt x="4225729" y="2912034"/>
                  </a:lnTo>
                  <a:lnTo>
                    <a:pt x="4154106" y="2895442"/>
                  </a:lnTo>
                  <a:lnTo>
                    <a:pt x="4082483" y="2878303"/>
                  </a:lnTo>
                  <a:lnTo>
                    <a:pt x="4010861" y="2860599"/>
                  </a:lnTo>
                  <a:lnTo>
                    <a:pt x="3939238" y="2842310"/>
                  </a:lnTo>
                  <a:lnTo>
                    <a:pt x="3867616" y="2823417"/>
                  </a:lnTo>
                  <a:lnTo>
                    <a:pt x="3795993" y="2803901"/>
                  </a:lnTo>
                  <a:lnTo>
                    <a:pt x="3724371" y="2783741"/>
                  </a:lnTo>
                  <a:lnTo>
                    <a:pt x="3652748" y="2762915"/>
                  </a:lnTo>
                  <a:lnTo>
                    <a:pt x="3581126" y="2741402"/>
                  </a:lnTo>
                  <a:lnTo>
                    <a:pt x="3509503" y="2719179"/>
                  </a:lnTo>
                  <a:lnTo>
                    <a:pt x="3437881" y="2696222"/>
                  </a:lnTo>
                  <a:lnTo>
                    <a:pt x="3366258" y="2672508"/>
                  </a:lnTo>
                  <a:lnTo>
                    <a:pt x="3294636" y="2648010"/>
                  </a:lnTo>
                  <a:lnTo>
                    <a:pt x="3223013" y="2622705"/>
                  </a:lnTo>
                  <a:lnTo>
                    <a:pt x="3151391" y="2596564"/>
                  </a:lnTo>
                  <a:lnTo>
                    <a:pt x="3079768" y="2588622"/>
                  </a:lnTo>
                  <a:lnTo>
                    <a:pt x="3008146" y="2594435"/>
                  </a:lnTo>
                  <a:lnTo>
                    <a:pt x="2936523" y="2600208"/>
                  </a:lnTo>
                  <a:lnTo>
                    <a:pt x="2864901" y="2605940"/>
                  </a:lnTo>
                  <a:lnTo>
                    <a:pt x="2793278" y="2611632"/>
                  </a:lnTo>
                  <a:lnTo>
                    <a:pt x="2721655" y="2617284"/>
                  </a:lnTo>
                  <a:lnTo>
                    <a:pt x="2650033" y="2622896"/>
                  </a:lnTo>
                  <a:lnTo>
                    <a:pt x="2578410" y="2628468"/>
                  </a:lnTo>
                  <a:lnTo>
                    <a:pt x="2506788" y="2634001"/>
                  </a:lnTo>
                  <a:lnTo>
                    <a:pt x="2435165" y="2639496"/>
                  </a:lnTo>
                  <a:lnTo>
                    <a:pt x="2363543" y="2644951"/>
                  </a:lnTo>
                  <a:lnTo>
                    <a:pt x="2291920" y="2650369"/>
                  </a:lnTo>
                  <a:lnTo>
                    <a:pt x="2220298" y="2655748"/>
                  </a:lnTo>
                  <a:lnTo>
                    <a:pt x="2148675" y="2661089"/>
                  </a:lnTo>
                  <a:lnTo>
                    <a:pt x="2077053" y="2666393"/>
                  </a:lnTo>
                  <a:lnTo>
                    <a:pt x="2005430" y="2671659"/>
                  </a:lnTo>
                  <a:lnTo>
                    <a:pt x="1933808" y="2676889"/>
                  </a:lnTo>
                  <a:lnTo>
                    <a:pt x="1862185" y="2682081"/>
                  </a:lnTo>
                  <a:lnTo>
                    <a:pt x="1790563" y="2687237"/>
                  </a:lnTo>
                  <a:lnTo>
                    <a:pt x="1718940" y="2692357"/>
                  </a:lnTo>
                  <a:lnTo>
                    <a:pt x="1647318" y="2697440"/>
                  </a:lnTo>
                  <a:lnTo>
                    <a:pt x="1575695" y="2702488"/>
                  </a:lnTo>
                  <a:lnTo>
                    <a:pt x="1504073" y="2707501"/>
                  </a:lnTo>
                  <a:lnTo>
                    <a:pt x="1432450" y="2712478"/>
                  </a:lnTo>
                  <a:lnTo>
                    <a:pt x="1360827" y="2717420"/>
                  </a:lnTo>
                  <a:lnTo>
                    <a:pt x="1289205" y="2722327"/>
                  </a:lnTo>
                  <a:lnTo>
                    <a:pt x="1217582" y="2727200"/>
                  </a:lnTo>
                  <a:lnTo>
                    <a:pt x="1145960" y="2732038"/>
                  </a:lnTo>
                  <a:lnTo>
                    <a:pt x="1074337" y="2736843"/>
                  </a:lnTo>
                  <a:lnTo>
                    <a:pt x="1002715" y="2741613"/>
                  </a:lnTo>
                  <a:lnTo>
                    <a:pt x="931092" y="2746350"/>
                  </a:lnTo>
                  <a:lnTo>
                    <a:pt x="859470" y="2751054"/>
                  </a:lnTo>
                  <a:lnTo>
                    <a:pt x="787847" y="2755724"/>
                  </a:lnTo>
                  <a:lnTo>
                    <a:pt x="716225" y="2760362"/>
                  </a:lnTo>
                  <a:lnTo>
                    <a:pt x="644602" y="2764967"/>
                  </a:lnTo>
                  <a:lnTo>
                    <a:pt x="572980" y="2769540"/>
                  </a:lnTo>
                  <a:lnTo>
                    <a:pt x="501357" y="2774080"/>
                  </a:lnTo>
                  <a:lnTo>
                    <a:pt x="429735" y="2778589"/>
                  </a:lnTo>
                  <a:lnTo>
                    <a:pt x="358112" y="2783066"/>
                  </a:lnTo>
                  <a:lnTo>
                    <a:pt x="286490" y="2787511"/>
                  </a:lnTo>
                  <a:lnTo>
                    <a:pt x="214867" y="2791925"/>
                  </a:lnTo>
                  <a:lnTo>
                    <a:pt x="143245" y="2796308"/>
                  </a:lnTo>
                  <a:lnTo>
                    <a:pt x="71622" y="2800660"/>
                  </a:lnTo>
                  <a:lnTo>
                    <a:pt x="0" y="280498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142537"/>
              <a:ext cx="7090630" cy="2582767"/>
            </a:xfrm>
            <a:custGeom>
              <a:avLst/>
              <a:pathLst>
                <a:path w="7090630" h="2582767">
                  <a:moveTo>
                    <a:pt x="0" y="0"/>
                  </a:moveTo>
                  <a:lnTo>
                    <a:pt x="71622" y="109104"/>
                  </a:lnTo>
                  <a:lnTo>
                    <a:pt x="143245" y="214722"/>
                  </a:lnTo>
                  <a:lnTo>
                    <a:pt x="214867" y="316966"/>
                  </a:lnTo>
                  <a:lnTo>
                    <a:pt x="286490" y="415943"/>
                  </a:lnTo>
                  <a:lnTo>
                    <a:pt x="358112" y="511757"/>
                  </a:lnTo>
                  <a:lnTo>
                    <a:pt x="429735" y="604510"/>
                  </a:lnTo>
                  <a:lnTo>
                    <a:pt x="501357" y="694300"/>
                  </a:lnTo>
                  <a:lnTo>
                    <a:pt x="572980" y="781221"/>
                  </a:lnTo>
                  <a:lnTo>
                    <a:pt x="644602" y="865364"/>
                  </a:lnTo>
                  <a:lnTo>
                    <a:pt x="716225" y="946819"/>
                  </a:lnTo>
                  <a:lnTo>
                    <a:pt x="787847" y="1025671"/>
                  </a:lnTo>
                  <a:lnTo>
                    <a:pt x="859470" y="1102004"/>
                  </a:lnTo>
                  <a:lnTo>
                    <a:pt x="931092" y="1175898"/>
                  </a:lnTo>
                  <a:lnTo>
                    <a:pt x="1002715" y="1247431"/>
                  </a:lnTo>
                  <a:lnTo>
                    <a:pt x="1074337" y="1316678"/>
                  </a:lnTo>
                  <a:lnTo>
                    <a:pt x="1145960" y="1383713"/>
                  </a:lnTo>
                  <a:lnTo>
                    <a:pt x="1217582" y="1448606"/>
                  </a:lnTo>
                  <a:lnTo>
                    <a:pt x="1289205" y="1511426"/>
                  </a:lnTo>
                  <a:lnTo>
                    <a:pt x="1360827" y="1572238"/>
                  </a:lnTo>
                  <a:lnTo>
                    <a:pt x="1432450" y="1631107"/>
                  </a:lnTo>
                  <a:lnTo>
                    <a:pt x="1504073" y="1688096"/>
                  </a:lnTo>
                  <a:lnTo>
                    <a:pt x="1575695" y="1743263"/>
                  </a:lnTo>
                  <a:lnTo>
                    <a:pt x="1647318" y="1796668"/>
                  </a:lnTo>
                  <a:lnTo>
                    <a:pt x="1718940" y="1848367"/>
                  </a:lnTo>
                  <a:lnTo>
                    <a:pt x="1790563" y="1898414"/>
                  </a:lnTo>
                  <a:lnTo>
                    <a:pt x="1862185" y="1946861"/>
                  </a:lnTo>
                  <a:lnTo>
                    <a:pt x="1933808" y="1993761"/>
                  </a:lnTo>
                  <a:lnTo>
                    <a:pt x="2005430" y="2039162"/>
                  </a:lnTo>
                  <a:lnTo>
                    <a:pt x="2077053" y="2083113"/>
                  </a:lnTo>
                  <a:lnTo>
                    <a:pt x="2148675" y="2125659"/>
                  </a:lnTo>
                  <a:lnTo>
                    <a:pt x="2220298" y="2166846"/>
                  </a:lnTo>
                  <a:lnTo>
                    <a:pt x="2291920" y="2206717"/>
                  </a:lnTo>
                  <a:lnTo>
                    <a:pt x="2363543" y="2245314"/>
                  </a:lnTo>
                  <a:lnTo>
                    <a:pt x="2435165" y="2282678"/>
                  </a:lnTo>
                  <a:lnTo>
                    <a:pt x="2506788" y="2318847"/>
                  </a:lnTo>
                  <a:lnTo>
                    <a:pt x="2578410" y="2353862"/>
                  </a:lnTo>
                  <a:lnTo>
                    <a:pt x="2650033" y="2387757"/>
                  </a:lnTo>
                  <a:lnTo>
                    <a:pt x="2721655" y="2420570"/>
                  </a:lnTo>
                  <a:lnTo>
                    <a:pt x="2793278" y="2452334"/>
                  </a:lnTo>
                  <a:lnTo>
                    <a:pt x="2864901" y="2483083"/>
                  </a:lnTo>
                  <a:lnTo>
                    <a:pt x="2936523" y="2512850"/>
                  </a:lnTo>
                  <a:lnTo>
                    <a:pt x="3008146" y="2541665"/>
                  </a:lnTo>
                  <a:lnTo>
                    <a:pt x="3079768" y="2569560"/>
                  </a:lnTo>
                  <a:lnTo>
                    <a:pt x="3151391" y="2582767"/>
                  </a:lnTo>
                  <a:lnTo>
                    <a:pt x="3223013" y="2576870"/>
                  </a:lnTo>
                  <a:lnTo>
                    <a:pt x="3294636" y="2570932"/>
                  </a:lnTo>
                  <a:lnTo>
                    <a:pt x="3366258" y="2564952"/>
                  </a:lnTo>
                  <a:lnTo>
                    <a:pt x="3437881" y="2558929"/>
                  </a:lnTo>
                  <a:lnTo>
                    <a:pt x="3509503" y="2552864"/>
                  </a:lnTo>
                  <a:lnTo>
                    <a:pt x="3581126" y="2546755"/>
                  </a:lnTo>
                  <a:lnTo>
                    <a:pt x="3652748" y="2540604"/>
                  </a:lnTo>
                  <a:lnTo>
                    <a:pt x="3724371" y="2534409"/>
                  </a:lnTo>
                  <a:lnTo>
                    <a:pt x="3795993" y="2528169"/>
                  </a:lnTo>
                  <a:lnTo>
                    <a:pt x="3867616" y="2521886"/>
                  </a:lnTo>
                  <a:lnTo>
                    <a:pt x="3939238" y="2515558"/>
                  </a:lnTo>
                  <a:lnTo>
                    <a:pt x="4010861" y="2509185"/>
                  </a:lnTo>
                  <a:lnTo>
                    <a:pt x="4082483" y="2502768"/>
                  </a:lnTo>
                  <a:lnTo>
                    <a:pt x="4154106" y="2496304"/>
                  </a:lnTo>
                  <a:lnTo>
                    <a:pt x="4225729" y="2489795"/>
                  </a:lnTo>
                  <a:lnTo>
                    <a:pt x="4297351" y="2483240"/>
                  </a:lnTo>
                  <a:lnTo>
                    <a:pt x="4368974" y="2476638"/>
                  </a:lnTo>
                  <a:lnTo>
                    <a:pt x="4440596" y="2469989"/>
                  </a:lnTo>
                  <a:lnTo>
                    <a:pt x="4512219" y="2463294"/>
                  </a:lnTo>
                  <a:lnTo>
                    <a:pt x="4583841" y="2456550"/>
                  </a:lnTo>
                  <a:lnTo>
                    <a:pt x="4655464" y="2449759"/>
                  </a:lnTo>
                  <a:lnTo>
                    <a:pt x="4727086" y="2442920"/>
                  </a:lnTo>
                  <a:lnTo>
                    <a:pt x="4798709" y="2436033"/>
                  </a:lnTo>
                  <a:lnTo>
                    <a:pt x="4870331" y="2429096"/>
                  </a:lnTo>
                  <a:lnTo>
                    <a:pt x="4941954" y="2422111"/>
                  </a:lnTo>
                  <a:lnTo>
                    <a:pt x="5013576" y="2415076"/>
                  </a:lnTo>
                  <a:lnTo>
                    <a:pt x="5085199" y="2407991"/>
                  </a:lnTo>
                  <a:lnTo>
                    <a:pt x="5156821" y="2400856"/>
                  </a:lnTo>
                  <a:lnTo>
                    <a:pt x="5228444" y="2393670"/>
                  </a:lnTo>
                  <a:lnTo>
                    <a:pt x="5300066" y="2386433"/>
                  </a:lnTo>
                  <a:lnTo>
                    <a:pt x="5371689" y="2379146"/>
                  </a:lnTo>
                  <a:lnTo>
                    <a:pt x="5443311" y="2371806"/>
                  </a:lnTo>
                  <a:lnTo>
                    <a:pt x="5514934" y="2364414"/>
                  </a:lnTo>
                  <a:lnTo>
                    <a:pt x="5586557" y="2356970"/>
                  </a:lnTo>
                  <a:lnTo>
                    <a:pt x="5658179" y="2349474"/>
                  </a:lnTo>
                  <a:lnTo>
                    <a:pt x="5729802" y="2341924"/>
                  </a:lnTo>
                  <a:lnTo>
                    <a:pt x="5801424" y="2334321"/>
                  </a:lnTo>
                  <a:lnTo>
                    <a:pt x="5873047" y="2326663"/>
                  </a:lnTo>
                  <a:lnTo>
                    <a:pt x="5944669" y="2318952"/>
                  </a:lnTo>
                  <a:lnTo>
                    <a:pt x="6016292" y="2311186"/>
                  </a:lnTo>
                  <a:lnTo>
                    <a:pt x="6087914" y="2303364"/>
                  </a:lnTo>
                  <a:lnTo>
                    <a:pt x="6159537" y="2295488"/>
                  </a:lnTo>
                  <a:lnTo>
                    <a:pt x="6231159" y="2287555"/>
                  </a:lnTo>
                  <a:lnTo>
                    <a:pt x="6302782" y="2279566"/>
                  </a:lnTo>
                  <a:lnTo>
                    <a:pt x="6374404" y="2271521"/>
                  </a:lnTo>
                  <a:lnTo>
                    <a:pt x="6446027" y="2263419"/>
                  </a:lnTo>
                  <a:lnTo>
                    <a:pt x="6517649" y="2255259"/>
                  </a:lnTo>
                  <a:lnTo>
                    <a:pt x="6589272" y="2247041"/>
                  </a:lnTo>
                  <a:lnTo>
                    <a:pt x="6660894" y="2238766"/>
                  </a:lnTo>
                  <a:lnTo>
                    <a:pt x="6732517" y="2230431"/>
                  </a:lnTo>
                  <a:lnTo>
                    <a:pt x="6804139" y="2222038"/>
                  </a:lnTo>
                  <a:lnTo>
                    <a:pt x="6875762" y="2213584"/>
                  </a:lnTo>
                  <a:lnTo>
                    <a:pt x="6947385" y="2205071"/>
                  </a:lnTo>
                  <a:lnTo>
                    <a:pt x="7019007" y="2196498"/>
                  </a:lnTo>
                  <a:lnTo>
                    <a:pt x="7090630" y="21878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31159"/>
              <a:ext cx="7090630" cy="688945"/>
            </a:xfrm>
            <a:custGeom>
              <a:avLst/>
              <a:pathLst>
                <a:path w="7090630" h="688945">
                  <a:moveTo>
                    <a:pt x="7090630" y="688945"/>
                  </a:moveTo>
                  <a:lnTo>
                    <a:pt x="7019007" y="684419"/>
                  </a:lnTo>
                  <a:lnTo>
                    <a:pt x="6947385" y="679743"/>
                  </a:lnTo>
                  <a:lnTo>
                    <a:pt x="6875762" y="674912"/>
                  </a:lnTo>
                  <a:lnTo>
                    <a:pt x="6804139" y="669923"/>
                  </a:lnTo>
                  <a:lnTo>
                    <a:pt x="6732517" y="664768"/>
                  </a:lnTo>
                  <a:lnTo>
                    <a:pt x="6660894" y="659444"/>
                  </a:lnTo>
                  <a:lnTo>
                    <a:pt x="6589272" y="653943"/>
                  </a:lnTo>
                  <a:lnTo>
                    <a:pt x="6517649" y="648261"/>
                  </a:lnTo>
                  <a:lnTo>
                    <a:pt x="6446027" y="642392"/>
                  </a:lnTo>
                  <a:lnTo>
                    <a:pt x="6374404" y="636329"/>
                  </a:lnTo>
                  <a:lnTo>
                    <a:pt x="6302782" y="630066"/>
                  </a:lnTo>
                  <a:lnTo>
                    <a:pt x="6231159" y="623596"/>
                  </a:lnTo>
                  <a:lnTo>
                    <a:pt x="6159537" y="616912"/>
                  </a:lnTo>
                  <a:lnTo>
                    <a:pt x="6087914" y="610008"/>
                  </a:lnTo>
                  <a:lnTo>
                    <a:pt x="6016292" y="602876"/>
                  </a:lnTo>
                  <a:lnTo>
                    <a:pt x="5944669" y="595509"/>
                  </a:lnTo>
                  <a:lnTo>
                    <a:pt x="5873047" y="587898"/>
                  </a:lnTo>
                  <a:lnTo>
                    <a:pt x="5801424" y="580037"/>
                  </a:lnTo>
                  <a:lnTo>
                    <a:pt x="5729802" y="571915"/>
                  </a:lnTo>
                  <a:lnTo>
                    <a:pt x="5658179" y="563526"/>
                  </a:lnTo>
                  <a:lnTo>
                    <a:pt x="5586557" y="554860"/>
                  </a:lnTo>
                  <a:lnTo>
                    <a:pt x="5514934" y="545908"/>
                  </a:lnTo>
                  <a:lnTo>
                    <a:pt x="5443311" y="536660"/>
                  </a:lnTo>
                  <a:lnTo>
                    <a:pt x="5371689" y="527107"/>
                  </a:lnTo>
                  <a:lnTo>
                    <a:pt x="5300066" y="517239"/>
                  </a:lnTo>
                  <a:lnTo>
                    <a:pt x="5228444" y="507045"/>
                  </a:lnTo>
                  <a:lnTo>
                    <a:pt x="5156821" y="496515"/>
                  </a:lnTo>
                  <a:lnTo>
                    <a:pt x="5085199" y="485637"/>
                  </a:lnTo>
                  <a:lnTo>
                    <a:pt x="5013576" y="474400"/>
                  </a:lnTo>
                  <a:lnTo>
                    <a:pt x="4941954" y="462792"/>
                  </a:lnTo>
                  <a:lnTo>
                    <a:pt x="4870331" y="450801"/>
                  </a:lnTo>
                  <a:lnTo>
                    <a:pt x="4798709" y="438415"/>
                  </a:lnTo>
                  <a:lnTo>
                    <a:pt x="4727086" y="425619"/>
                  </a:lnTo>
                  <a:lnTo>
                    <a:pt x="4655464" y="412401"/>
                  </a:lnTo>
                  <a:lnTo>
                    <a:pt x="4583841" y="398747"/>
                  </a:lnTo>
                  <a:lnTo>
                    <a:pt x="4512219" y="384642"/>
                  </a:lnTo>
                  <a:lnTo>
                    <a:pt x="4440596" y="370072"/>
                  </a:lnTo>
                  <a:lnTo>
                    <a:pt x="4368974" y="355021"/>
                  </a:lnTo>
                  <a:lnTo>
                    <a:pt x="4297351" y="339473"/>
                  </a:lnTo>
                  <a:lnTo>
                    <a:pt x="4225729" y="323412"/>
                  </a:lnTo>
                  <a:lnTo>
                    <a:pt x="4154106" y="306820"/>
                  </a:lnTo>
                  <a:lnTo>
                    <a:pt x="4082483" y="289681"/>
                  </a:lnTo>
                  <a:lnTo>
                    <a:pt x="4010861" y="271977"/>
                  </a:lnTo>
                  <a:lnTo>
                    <a:pt x="3939238" y="253688"/>
                  </a:lnTo>
                  <a:lnTo>
                    <a:pt x="3867616" y="234795"/>
                  </a:lnTo>
                  <a:lnTo>
                    <a:pt x="3795993" y="215279"/>
                  </a:lnTo>
                  <a:lnTo>
                    <a:pt x="3724371" y="195119"/>
                  </a:lnTo>
                  <a:lnTo>
                    <a:pt x="3652748" y="174293"/>
                  </a:lnTo>
                  <a:lnTo>
                    <a:pt x="3581126" y="152780"/>
                  </a:lnTo>
                  <a:lnTo>
                    <a:pt x="3509503" y="130557"/>
                  </a:lnTo>
                  <a:lnTo>
                    <a:pt x="3437881" y="107600"/>
                  </a:lnTo>
                  <a:lnTo>
                    <a:pt x="3366258" y="83886"/>
                  </a:lnTo>
                  <a:lnTo>
                    <a:pt x="3294636" y="59388"/>
                  </a:lnTo>
                  <a:lnTo>
                    <a:pt x="3223013" y="34083"/>
                  </a:lnTo>
                  <a:lnTo>
                    <a:pt x="3151391" y="7942"/>
                  </a:lnTo>
                  <a:lnTo>
                    <a:pt x="3079768" y="0"/>
                  </a:lnTo>
                  <a:lnTo>
                    <a:pt x="3008146" y="5813"/>
                  </a:lnTo>
                  <a:lnTo>
                    <a:pt x="2936523" y="11586"/>
                  </a:lnTo>
                  <a:lnTo>
                    <a:pt x="2864901" y="17318"/>
                  </a:lnTo>
                  <a:lnTo>
                    <a:pt x="2793278" y="23010"/>
                  </a:lnTo>
                  <a:lnTo>
                    <a:pt x="2721655" y="28662"/>
                  </a:lnTo>
                  <a:lnTo>
                    <a:pt x="2650033" y="34274"/>
                  </a:lnTo>
                  <a:lnTo>
                    <a:pt x="2578410" y="39846"/>
                  </a:lnTo>
                  <a:lnTo>
                    <a:pt x="2506788" y="45379"/>
                  </a:lnTo>
                  <a:lnTo>
                    <a:pt x="2435165" y="50874"/>
                  </a:lnTo>
                  <a:lnTo>
                    <a:pt x="2363543" y="56329"/>
                  </a:lnTo>
                  <a:lnTo>
                    <a:pt x="2291920" y="61747"/>
                  </a:lnTo>
                  <a:lnTo>
                    <a:pt x="2220298" y="67126"/>
                  </a:lnTo>
                  <a:lnTo>
                    <a:pt x="2148675" y="72467"/>
                  </a:lnTo>
                  <a:lnTo>
                    <a:pt x="2077053" y="77771"/>
                  </a:lnTo>
                  <a:lnTo>
                    <a:pt x="2005430" y="83037"/>
                  </a:lnTo>
                  <a:lnTo>
                    <a:pt x="1933808" y="88267"/>
                  </a:lnTo>
                  <a:lnTo>
                    <a:pt x="1862185" y="93459"/>
                  </a:lnTo>
                  <a:lnTo>
                    <a:pt x="1790563" y="98615"/>
                  </a:lnTo>
                  <a:lnTo>
                    <a:pt x="1718940" y="103735"/>
                  </a:lnTo>
                  <a:lnTo>
                    <a:pt x="1647318" y="108818"/>
                  </a:lnTo>
                  <a:lnTo>
                    <a:pt x="1575695" y="113866"/>
                  </a:lnTo>
                  <a:lnTo>
                    <a:pt x="1504073" y="118879"/>
                  </a:lnTo>
                  <a:lnTo>
                    <a:pt x="1432450" y="123856"/>
                  </a:lnTo>
                  <a:lnTo>
                    <a:pt x="1360827" y="128798"/>
                  </a:lnTo>
                  <a:lnTo>
                    <a:pt x="1289205" y="133705"/>
                  </a:lnTo>
                  <a:lnTo>
                    <a:pt x="1217582" y="138578"/>
                  </a:lnTo>
                  <a:lnTo>
                    <a:pt x="1145960" y="143416"/>
                  </a:lnTo>
                  <a:lnTo>
                    <a:pt x="1074337" y="148221"/>
                  </a:lnTo>
                  <a:lnTo>
                    <a:pt x="1002715" y="152991"/>
                  </a:lnTo>
                  <a:lnTo>
                    <a:pt x="931092" y="157728"/>
                  </a:lnTo>
                  <a:lnTo>
                    <a:pt x="859470" y="162432"/>
                  </a:lnTo>
                  <a:lnTo>
                    <a:pt x="787847" y="167102"/>
                  </a:lnTo>
                  <a:lnTo>
                    <a:pt x="716225" y="171740"/>
                  </a:lnTo>
                  <a:lnTo>
                    <a:pt x="644602" y="176345"/>
                  </a:lnTo>
                  <a:lnTo>
                    <a:pt x="572980" y="180918"/>
                  </a:lnTo>
                  <a:lnTo>
                    <a:pt x="501357" y="185458"/>
                  </a:lnTo>
                  <a:lnTo>
                    <a:pt x="429735" y="189967"/>
                  </a:lnTo>
                  <a:lnTo>
                    <a:pt x="358112" y="194443"/>
                  </a:lnTo>
                  <a:lnTo>
                    <a:pt x="286490" y="198889"/>
                  </a:lnTo>
                  <a:lnTo>
                    <a:pt x="214867" y="203303"/>
                  </a:lnTo>
                  <a:lnTo>
                    <a:pt x="143245" y="207686"/>
                  </a:lnTo>
                  <a:lnTo>
                    <a:pt x="71622" y="212038"/>
                  </a:lnTo>
                  <a:lnTo>
                    <a:pt x="0" y="2163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114317"/>
              <a:ext cx="7090630" cy="1032742"/>
            </a:xfrm>
            <a:custGeom>
              <a:avLst/>
              <a:pathLst>
                <a:path w="7090630" h="1032742">
                  <a:moveTo>
                    <a:pt x="0" y="0"/>
                  </a:moveTo>
                  <a:lnTo>
                    <a:pt x="71622" y="18216"/>
                  </a:lnTo>
                  <a:lnTo>
                    <a:pt x="143245" y="36203"/>
                  </a:lnTo>
                  <a:lnTo>
                    <a:pt x="214867" y="53963"/>
                  </a:lnTo>
                  <a:lnTo>
                    <a:pt x="286490" y="71498"/>
                  </a:lnTo>
                  <a:lnTo>
                    <a:pt x="358112" y="88812"/>
                  </a:lnTo>
                  <a:lnTo>
                    <a:pt x="429735" y="105908"/>
                  </a:lnTo>
                  <a:lnTo>
                    <a:pt x="501357" y="122787"/>
                  </a:lnTo>
                  <a:lnTo>
                    <a:pt x="572980" y="139454"/>
                  </a:lnTo>
                  <a:lnTo>
                    <a:pt x="644602" y="155910"/>
                  </a:lnTo>
                  <a:lnTo>
                    <a:pt x="716225" y="172159"/>
                  </a:lnTo>
                  <a:lnTo>
                    <a:pt x="787847" y="188202"/>
                  </a:lnTo>
                  <a:lnTo>
                    <a:pt x="859470" y="204043"/>
                  </a:lnTo>
                  <a:lnTo>
                    <a:pt x="931092" y="219683"/>
                  </a:lnTo>
                  <a:lnTo>
                    <a:pt x="1002715" y="235127"/>
                  </a:lnTo>
                  <a:lnTo>
                    <a:pt x="1074337" y="250375"/>
                  </a:lnTo>
                  <a:lnTo>
                    <a:pt x="1145960" y="265431"/>
                  </a:lnTo>
                  <a:lnTo>
                    <a:pt x="1217582" y="280297"/>
                  </a:lnTo>
                  <a:lnTo>
                    <a:pt x="1289205" y="294975"/>
                  </a:lnTo>
                  <a:lnTo>
                    <a:pt x="1360827" y="309467"/>
                  </a:lnTo>
                  <a:lnTo>
                    <a:pt x="1432450" y="323777"/>
                  </a:lnTo>
                  <a:lnTo>
                    <a:pt x="1504073" y="337906"/>
                  </a:lnTo>
                  <a:lnTo>
                    <a:pt x="1575695" y="351857"/>
                  </a:lnTo>
                  <a:lnTo>
                    <a:pt x="1647318" y="365632"/>
                  </a:lnTo>
                  <a:lnTo>
                    <a:pt x="1718940" y="379232"/>
                  </a:lnTo>
                  <a:lnTo>
                    <a:pt x="1790563" y="392661"/>
                  </a:lnTo>
                  <a:lnTo>
                    <a:pt x="1862185" y="405921"/>
                  </a:lnTo>
                  <a:lnTo>
                    <a:pt x="1933808" y="419013"/>
                  </a:lnTo>
                  <a:lnTo>
                    <a:pt x="2005430" y="431940"/>
                  </a:lnTo>
                  <a:lnTo>
                    <a:pt x="2077053" y="444703"/>
                  </a:lnTo>
                  <a:lnTo>
                    <a:pt x="2148675" y="457306"/>
                  </a:lnTo>
                  <a:lnTo>
                    <a:pt x="2220298" y="469749"/>
                  </a:lnTo>
                  <a:lnTo>
                    <a:pt x="2291920" y="482035"/>
                  </a:lnTo>
                  <a:lnTo>
                    <a:pt x="2363543" y="494166"/>
                  </a:lnTo>
                  <a:lnTo>
                    <a:pt x="2435165" y="506144"/>
                  </a:lnTo>
                  <a:lnTo>
                    <a:pt x="2506788" y="517971"/>
                  </a:lnTo>
                  <a:lnTo>
                    <a:pt x="2578410" y="529649"/>
                  </a:lnTo>
                  <a:lnTo>
                    <a:pt x="2650033" y="541179"/>
                  </a:lnTo>
                  <a:lnTo>
                    <a:pt x="2721655" y="552563"/>
                  </a:lnTo>
                  <a:lnTo>
                    <a:pt x="2793278" y="563804"/>
                  </a:lnTo>
                  <a:lnTo>
                    <a:pt x="2864901" y="574903"/>
                  </a:lnTo>
                  <a:lnTo>
                    <a:pt x="2936523" y="585861"/>
                  </a:lnTo>
                  <a:lnTo>
                    <a:pt x="3008146" y="596682"/>
                  </a:lnTo>
                  <a:lnTo>
                    <a:pt x="3079768" y="607366"/>
                  </a:lnTo>
                  <a:lnTo>
                    <a:pt x="3151391" y="617914"/>
                  </a:lnTo>
                  <a:lnTo>
                    <a:pt x="3223013" y="628330"/>
                  </a:lnTo>
                  <a:lnTo>
                    <a:pt x="3294636" y="638614"/>
                  </a:lnTo>
                  <a:lnTo>
                    <a:pt x="3366258" y="648769"/>
                  </a:lnTo>
                  <a:lnTo>
                    <a:pt x="3437881" y="658795"/>
                  </a:lnTo>
                  <a:lnTo>
                    <a:pt x="3509503" y="668694"/>
                  </a:lnTo>
                  <a:lnTo>
                    <a:pt x="3581126" y="678469"/>
                  </a:lnTo>
                  <a:lnTo>
                    <a:pt x="3652748" y="688120"/>
                  </a:lnTo>
                  <a:lnTo>
                    <a:pt x="3724371" y="697650"/>
                  </a:lnTo>
                  <a:lnTo>
                    <a:pt x="3795993" y="707059"/>
                  </a:lnTo>
                  <a:lnTo>
                    <a:pt x="3867616" y="716349"/>
                  </a:lnTo>
                  <a:lnTo>
                    <a:pt x="3939238" y="725522"/>
                  </a:lnTo>
                  <a:lnTo>
                    <a:pt x="4010861" y="734579"/>
                  </a:lnTo>
                  <a:lnTo>
                    <a:pt x="4082483" y="743522"/>
                  </a:lnTo>
                  <a:lnTo>
                    <a:pt x="4154106" y="752352"/>
                  </a:lnTo>
                  <a:lnTo>
                    <a:pt x="4225729" y="761070"/>
                  </a:lnTo>
                  <a:lnTo>
                    <a:pt x="4297351" y="769679"/>
                  </a:lnTo>
                  <a:lnTo>
                    <a:pt x="4368974" y="778178"/>
                  </a:lnTo>
                  <a:lnTo>
                    <a:pt x="4440596" y="786571"/>
                  </a:lnTo>
                  <a:lnTo>
                    <a:pt x="4512219" y="794857"/>
                  </a:lnTo>
                  <a:lnTo>
                    <a:pt x="4583841" y="803039"/>
                  </a:lnTo>
                  <a:lnTo>
                    <a:pt x="4655464" y="811118"/>
                  </a:lnTo>
                  <a:lnTo>
                    <a:pt x="4727086" y="819094"/>
                  </a:lnTo>
                  <a:lnTo>
                    <a:pt x="4798709" y="826970"/>
                  </a:lnTo>
                  <a:lnTo>
                    <a:pt x="4870331" y="834746"/>
                  </a:lnTo>
                  <a:lnTo>
                    <a:pt x="4941954" y="842425"/>
                  </a:lnTo>
                  <a:lnTo>
                    <a:pt x="5013576" y="850006"/>
                  </a:lnTo>
                  <a:lnTo>
                    <a:pt x="5085199" y="857491"/>
                  </a:lnTo>
                  <a:lnTo>
                    <a:pt x="5156821" y="864882"/>
                  </a:lnTo>
                  <a:lnTo>
                    <a:pt x="5228444" y="872180"/>
                  </a:lnTo>
                  <a:lnTo>
                    <a:pt x="5300066" y="879386"/>
                  </a:lnTo>
                  <a:lnTo>
                    <a:pt x="5371689" y="886501"/>
                  </a:lnTo>
                  <a:lnTo>
                    <a:pt x="5443311" y="893525"/>
                  </a:lnTo>
                  <a:lnTo>
                    <a:pt x="5514934" y="900462"/>
                  </a:lnTo>
                  <a:lnTo>
                    <a:pt x="5586557" y="907310"/>
                  </a:lnTo>
                  <a:lnTo>
                    <a:pt x="5658179" y="914072"/>
                  </a:lnTo>
                  <a:lnTo>
                    <a:pt x="5729802" y="920749"/>
                  </a:lnTo>
                  <a:lnTo>
                    <a:pt x="5801424" y="927342"/>
                  </a:lnTo>
                  <a:lnTo>
                    <a:pt x="5873047" y="933851"/>
                  </a:lnTo>
                  <a:lnTo>
                    <a:pt x="5944669" y="940278"/>
                  </a:lnTo>
                  <a:lnTo>
                    <a:pt x="6016292" y="946624"/>
                  </a:lnTo>
                  <a:lnTo>
                    <a:pt x="6087914" y="952890"/>
                  </a:lnTo>
                  <a:lnTo>
                    <a:pt x="6159537" y="959076"/>
                  </a:lnTo>
                  <a:lnTo>
                    <a:pt x="6231159" y="965185"/>
                  </a:lnTo>
                  <a:lnTo>
                    <a:pt x="6302782" y="971216"/>
                  </a:lnTo>
                  <a:lnTo>
                    <a:pt x="6374404" y="977172"/>
                  </a:lnTo>
                  <a:lnTo>
                    <a:pt x="6446027" y="983052"/>
                  </a:lnTo>
                  <a:lnTo>
                    <a:pt x="6517649" y="988858"/>
                  </a:lnTo>
                  <a:lnTo>
                    <a:pt x="6589272" y="994590"/>
                  </a:lnTo>
                  <a:lnTo>
                    <a:pt x="6660894" y="1000250"/>
                  </a:lnTo>
                  <a:lnTo>
                    <a:pt x="6732517" y="1005839"/>
                  </a:lnTo>
                  <a:lnTo>
                    <a:pt x="6804139" y="1011357"/>
                  </a:lnTo>
                  <a:lnTo>
                    <a:pt x="6875762" y="1016806"/>
                  </a:lnTo>
                  <a:lnTo>
                    <a:pt x="6947385" y="1022186"/>
                  </a:lnTo>
                  <a:lnTo>
                    <a:pt x="7019007" y="1027498"/>
                  </a:lnTo>
                  <a:lnTo>
                    <a:pt x="7090630" y="103274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3771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8840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1996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108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691419" y="5925448"/>
              <a:ext cx="405188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Ratio (CKD-EPI 2012 CysC / CKD-EPI 2021 Cr)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3312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1.17 (0.92-1.48), p_Bonf = 1.000 (n = 6)  |  per IQR decline (Δ = 0.28): 1.54 (0.79-3.03)  |  IQR: [0.70, 0.98]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457986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2026-07-01T09:37:04Z</dcterms:modified>
  <cp:category/>
</cp:coreProperties>
</file>