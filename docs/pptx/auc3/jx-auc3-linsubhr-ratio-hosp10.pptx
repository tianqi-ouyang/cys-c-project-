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443529"/>
              <a:ext cx="7392041" cy="1780164"/>
            </a:xfrm>
            <a:custGeom>
              <a:avLst/>
              <a:pathLst>
                <a:path w="7392041" h="1780164">
                  <a:moveTo>
                    <a:pt x="0" y="184582"/>
                  </a:moveTo>
                  <a:lnTo>
                    <a:pt x="53901" y="209358"/>
                  </a:lnTo>
                  <a:lnTo>
                    <a:pt x="131145" y="244211"/>
                  </a:lnTo>
                  <a:lnTo>
                    <a:pt x="208389" y="278423"/>
                  </a:lnTo>
                  <a:lnTo>
                    <a:pt x="285632" y="312007"/>
                  </a:lnTo>
                  <a:lnTo>
                    <a:pt x="362876" y="344973"/>
                  </a:lnTo>
                  <a:lnTo>
                    <a:pt x="440119" y="377333"/>
                  </a:lnTo>
                  <a:lnTo>
                    <a:pt x="517363" y="409099"/>
                  </a:lnTo>
                  <a:lnTo>
                    <a:pt x="594606" y="440281"/>
                  </a:lnTo>
                  <a:lnTo>
                    <a:pt x="671850" y="470889"/>
                  </a:lnTo>
                  <a:lnTo>
                    <a:pt x="749094" y="500935"/>
                  </a:lnTo>
                  <a:lnTo>
                    <a:pt x="826337" y="530429"/>
                  </a:lnTo>
                  <a:lnTo>
                    <a:pt x="903581" y="559381"/>
                  </a:lnTo>
                  <a:lnTo>
                    <a:pt x="980824" y="587800"/>
                  </a:lnTo>
                  <a:lnTo>
                    <a:pt x="1058068" y="615698"/>
                  </a:lnTo>
                  <a:lnTo>
                    <a:pt x="1135311" y="643082"/>
                  </a:lnTo>
                  <a:lnTo>
                    <a:pt x="1212555" y="669964"/>
                  </a:lnTo>
                  <a:lnTo>
                    <a:pt x="1289799" y="696351"/>
                  </a:lnTo>
                  <a:lnTo>
                    <a:pt x="1367042" y="722253"/>
                  </a:lnTo>
                  <a:lnTo>
                    <a:pt x="1444286" y="747679"/>
                  </a:lnTo>
                  <a:lnTo>
                    <a:pt x="1521529" y="772638"/>
                  </a:lnTo>
                  <a:lnTo>
                    <a:pt x="1598773" y="797138"/>
                  </a:lnTo>
                  <a:lnTo>
                    <a:pt x="1676016" y="821188"/>
                  </a:lnTo>
                  <a:lnTo>
                    <a:pt x="1753260" y="844796"/>
                  </a:lnTo>
                  <a:lnTo>
                    <a:pt x="1830504" y="867970"/>
                  </a:lnTo>
                  <a:lnTo>
                    <a:pt x="1907747" y="890718"/>
                  </a:lnTo>
                  <a:lnTo>
                    <a:pt x="1984991" y="913048"/>
                  </a:lnTo>
                  <a:lnTo>
                    <a:pt x="2062234" y="934967"/>
                  </a:lnTo>
                  <a:lnTo>
                    <a:pt x="2139478" y="956484"/>
                  </a:lnTo>
                  <a:lnTo>
                    <a:pt x="2216721" y="977605"/>
                  </a:lnTo>
                  <a:lnTo>
                    <a:pt x="2293965" y="998338"/>
                  </a:lnTo>
                  <a:lnTo>
                    <a:pt x="2371209" y="1018690"/>
                  </a:lnTo>
                  <a:lnTo>
                    <a:pt x="2448452" y="1038668"/>
                  </a:lnTo>
                  <a:lnTo>
                    <a:pt x="2525696" y="1058279"/>
                  </a:lnTo>
                  <a:lnTo>
                    <a:pt x="2602939" y="1077529"/>
                  </a:lnTo>
                  <a:lnTo>
                    <a:pt x="2680183" y="1096426"/>
                  </a:lnTo>
                  <a:lnTo>
                    <a:pt x="2757426" y="1114975"/>
                  </a:lnTo>
                  <a:lnTo>
                    <a:pt x="2834670" y="1133183"/>
                  </a:lnTo>
                  <a:lnTo>
                    <a:pt x="2911914" y="1151057"/>
                  </a:lnTo>
                  <a:lnTo>
                    <a:pt x="2989157" y="1168602"/>
                  </a:lnTo>
                  <a:lnTo>
                    <a:pt x="3066401" y="1185825"/>
                  </a:lnTo>
                  <a:lnTo>
                    <a:pt x="3143644" y="1202731"/>
                  </a:lnTo>
                  <a:lnTo>
                    <a:pt x="3220888" y="1219326"/>
                  </a:lnTo>
                  <a:lnTo>
                    <a:pt x="3298131" y="1235617"/>
                  </a:lnTo>
                  <a:lnTo>
                    <a:pt x="3375375" y="1221712"/>
                  </a:lnTo>
                  <a:lnTo>
                    <a:pt x="3452619" y="1206833"/>
                  </a:lnTo>
                  <a:lnTo>
                    <a:pt x="3529862" y="1191704"/>
                  </a:lnTo>
                  <a:lnTo>
                    <a:pt x="3607106" y="1176320"/>
                  </a:lnTo>
                  <a:lnTo>
                    <a:pt x="3684349" y="1160677"/>
                  </a:lnTo>
                  <a:lnTo>
                    <a:pt x="3761593" y="1144771"/>
                  </a:lnTo>
                  <a:lnTo>
                    <a:pt x="3838836" y="1128597"/>
                  </a:lnTo>
                  <a:lnTo>
                    <a:pt x="3916080" y="1112151"/>
                  </a:lnTo>
                  <a:lnTo>
                    <a:pt x="3993324" y="1095428"/>
                  </a:lnTo>
                  <a:lnTo>
                    <a:pt x="4070567" y="1078424"/>
                  </a:lnTo>
                  <a:lnTo>
                    <a:pt x="4147811" y="1061133"/>
                  </a:lnTo>
                  <a:lnTo>
                    <a:pt x="4225054" y="1043551"/>
                  </a:lnTo>
                  <a:lnTo>
                    <a:pt x="4302298" y="1025674"/>
                  </a:lnTo>
                  <a:lnTo>
                    <a:pt x="4379541" y="1007495"/>
                  </a:lnTo>
                  <a:lnTo>
                    <a:pt x="4456785" y="989011"/>
                  </a:lnTo>
                  <a:lnTo>
                    <a:pt x="4534029" y="970215"/>
                  </a:lnTo>
                  <a:lnTo>
                    <a:pt x="4611272" y="951103"/>
                  </a:lnTo>
                  <a:lnTo>
                    <a:pt x="4688516" y="931669"/>
                  </a:lnTo>
                  <a:lnTo>
                    <a:pt x="4765759" y="911909"/>
                  </a:lnTo>
                  <a:lnTo>
                    <a:pt x="4843003" y="891815"/>
                  </a:lnTo>
                  <a:lnTo>
                    <a:pt x="4920246" y="871384"/>
                  </a:lnTo>
                  <a:lnTo>
                    <a:pt x="4997490" y="850608"/>
                  </a:lnTo>
                  <a:lnTo>
                    <a:pt x="5074734" y="829483"/>
                  </a:lnTo>
                  <a:lnTo>
                    <a:pt x="5151977" y="808002"/>
                  </a:lnTo>
                  <a:lnTo>
                    <a:pt x="5229221" y="786160"/>
                  </a:lnTo>
                  <a:lnTo>
                    <a:pt x="5306464" y="763950"/>
                  </a:lnTo>
                  <a:lnTo>
                    <a:pt x="5383708" y="741366"/>
                  </a:lnTo>
                  <a:lnTo>
                    <a:pt x="5460951" y="718402"/>
                  </a:lnTo>
                  <a:lnTo>
                    <a:pt x="5538195" y="695051"/>
                  </a:lnTo>
                  <a:lnTo>
                    <a:pt x="5615439" y="671308"/>
                  </a:lnTo>
                  <a:lnTo>
                    <a:pt x="5692682" y="647165"/>
                  </a:lnTo>
                  <a:lnTo>
                    <a:pt x="5769926" y="622615"/>
                  </a:lnTo>
                  <a:lnTo>
                    <a:pt x="5847169" y="597652"/>
                  </a:lnTo>
                  <a:lnTo>
                    <a:pt x="5924413" y="572269"/>
                  </a:lnTo>
                  <a:lnTo>
                    <a:pt x="6001656" y="546459"/>
                  </a:lnTo>
                  <a:lnTo>
                    <a:pt x="6078900" y="520215"/>
                  </a:lnTo>
                  <a:lnTo>
                    <a:pt x="6156144" y="493528"/>
                  </a:lnTo>
                  <a:lnTo>
                    <a:pt x="6233387" y="466393"/>
                  </a:lnTo>
                  <a:lnTo>
                    <a:pt x="6310631" y="438800"/>
                  </a:lnTo>
                  <a:lnTo>
                    <a:pt x="6387874" y="410744"/>
                  </a:lnTo>
                  <a:lnTo>
                    <a:pt x="6465118" y="382215"/>
                  </a:lnTo>
                  <a:lnTo>
                    <a:pt x="6542361" y="353205"/>
                  </a:lnTo>
                  <a:lnTo>
                    <a:pt x="6619605" y="323708"/>
                  </a:lnTo>
                  <a:lnTo>
                    <a:pt x="6696849" y="293714"/>
                  </a:lnTo>
                  <a:lnTo>
                    <a:pt x="6774092" y="263215"/>
                  </a:lnTo>
                  <a:lnTo>
                    <a:pt x="6851336" y="232203"/>
                  </a:lnTo>
                  <a:lnTo>
                    <a:pt x="6928579" y="200669"/>
                  </a:lnTo>
                  <a:lnTo>
                    <a:pt x="7005823" y="168604"/>
                  </a:lnTo>
                  <a:lnTo>
                    <a:pt x="7083066" y="135999"/>
                  </a:lnTo>
                  <a:lnTo>
                    <a:pt x="7160310" y="102846"/>
                  </a:lnTo>
                  <a:lnTo>
                    <a:pt x="7237554" y="69134"/>
                  </a:lnTo>
                  <a:lnTo>
                    <a:pt x="7314797" y="34855"/>
                  </a:lnTo>
                  <a:lnTo>
                    <a:pt x="7392041" y="0"/>
                  </a:lnTo>
                  <a:lnTo>
                    <a:pt x="7392041" y="1780164"/>
                  </a:lnTo>
                  <a:lnTo>
                    <a:pt x="7314797" y="1774069"/>
                  </a:lnTo>
                  <a:lnTo>
                    <a:pt x="7237554" y="1767860"/>
                  </a:lnTo>
                  <a:lnTo>
                    <a:pt x="7160310" y="1761535"/>
                  </a:lnTo>
                  <a:lnTo>
                    <a:pt x="7083066" y="1755092"/>
                  </a:lnTo>
                  <a:lnTo>
                    <a:pt x="7005823" y="1748527"/>
                  </a:lnTo>
                  <a:lnTo>
                    <a:pt x="6928579" y="1741840"/>
                  </a:lnTo>
                  <a:lnTo>
                    <a:pt x="6851336" y="1735028"/>
                  </a:lnTo>
                  <a:lnTo>
                    <a:pt x="6774092" y="1728088"/>
                  </a:lnTo>
                  <a:lnTo>
                    <a:pt x="6696849" y="1721019"/>
                  </a:lnTo>
                  <a:lnTo>
                    <a:pt x="6619605" y="1713817"/>
                  </a:lnTo>
                  <a:lnTo>
                    <a:pt x="6542361" y="1706480"/>
                  </a:lnTo>
                  <a:lnTo>
                    <a:pt x="6465118" y="1699005"/>
                  </a:lnTo>
                  <a:lnTo>
                    <a:pt x="6387874" y="1691391"/>
                  </a:lnTo>
                  <a:lnTo>
                    <a:pt x="6310631" y="1683634"/>
                  </a:lnTo>
                  <a:lnTo>
                    <a:pt x="6233387" y="1675732"/>
                  </a:lnTo>
                  <a:lnTo>
                    <a:pt x="6156144" y="1667682"/>
                  </a:lnTo>
                  <a:lnTo>
                    <a:pt x="6078900" y="1659482"/>
                  </a:lnTo>
                  <a:lnTo>
                    <a:pt x="6001656" y="1651128"/>
                  </a:lnTo>
                  <a:lnTo>
                    <a:pt x="5924413" y="1642617"/>
                  </a:lnTo>
                  <a:lnTo>
                    <a:pt x="5847169" y="1633947"/>
                  </a:lnTo>
                  <a:lnTo>
                    <a:pt x="5769926" y="1625115"/>
                  </a:lnTo>
                  <a:lnTo>
                    <a:pt x="5692682" y="1616117"/>
                  </a:lnTo>
                  <a:lnTo>
                    <a:pt x="5615439" y="1606951"/>
                  </a:lnTo>
                  <a:lnTo>
                    <a:pt x="5538195" y="1597613"/>
                  </a:lnTo>
                  <a:lnTo>
                    <a:pt x="5460951" y="1588100"/>
                  </a:lnTo>
                  <a:lnTo>
                    <a:pt x="5383708" y="1578409"/>
                  </a:lnTo>
                  <a:lnTo>
                    <a:pt x="5306464" y="1568537"/>
                  </a:lnTo>
                  <a:lnTo>
                    <a:pt x="5229221" y="1558480"/>
                  </a:lnTo>
                  <a:lnTo>
                    <a:pt x="5151977" y="1548235"/>
                  </a:lnTo>
                  <a:lnTo>
                    <a:pt x="5074734" y="1537798"/>
                  </a:lnTo>
                  <a:lnTo>
                    <a:pt x="4997490" y="1527165"/>
                  </a:lnTo>
                  <a:lnTo>
                    <a:pt x="4920246" y="1516334"/>
                  </a:lnTo>
                  <a:lnTo>
                    <a:pt x="4843003" y="1505299"/>
                  </a:lnTo>
                  <a:lnTo>
                    <a:pt x="4765759" y="1494058"/>
                  </a:lnTo>
                  <a:lnTo>
                    <a:pt x="4688516" y="1482607"/>
                  </a:lnTo>
                  <a:lnTo>
                    <a:pt x="4611272" y="1470941"/>
                  </a:lnTo>
                  <a:lnTo>
                    <a:pt x="4534029" y="1459056"/>
                  </a:lnTo>
                  <a:lnTo>
                    <a:pt x="4456785" y="1446949"/>
                  </a:lnTo>
                  <a:lnTo>
                    <a:pt x="4379541" y="1434616"/>
                  </a:lnTo>
                  <a:lnTo>
                    <a:pt x="4302298" y="1422051"/>
                  </a:lnTo>
                  <a:lnTo>
                    <a:pt x="4225054" y="1409252"/>
                  </a:lnTo>
                  <a:lnTo>
                    <a:pt x="4147811" y="1396212"/>
                  </a:lnTo>
                  <a:lnTo>
                    <a:pt x="4070567" y="1382929"/>
                  </a:lnTo>
                  <a:lnTo>
                    <a:pt x="3993324" y="1369397"/>
                  </a:lnTo>
                  <a:lnTo>
                    <a:pt x="3916080" y="1355611"/>
                  </a:lnTo>
                  <a:lnTo>
                    <a:pt x="3838836" y="1341567"/>
                  </a:lnTo>
                  <a:lnTo>
                    <a:pt x="3761593" y="1327261"/>
                  </a:lnTo>
                  <a:lnTo>
                    <a:pt x="3684349" y="1312686"/>
                  </a:lnTo>
                  <a:lnTo>
                    <a:pt x="3607106" y="1297839"/>
                  </a:lnTo>
                  <a:lnTo>
                    <a:pt x="3529862" y="1282713"/>
                  </a:lnTo>
                  <a:lnTo>
                    <a:pt x="3452619" y="1267305"/>
                  </a:lnTo>
                  <a:lnTo>
                    <a:pt x="3375375" y="1251608"/>
                  </a:lnTo>
                  <a:lnTo>
                    <a:pt x="3298131" y="1236345"/>
                  </a:lnTo>
                  <a:lnTo>
                    <a:pt x="3220888" y="1250735"/>
                  </a:lnTo>
                  <a:lnTo>
                    <a:pt x="3143644" y="1264887"/>
                  </a:lnTo>
                  <a:lnTo>
                    <a:pt x="3066401" y="1278805"/>
                  </a:lnTo>
                  <a:lnTo>
                    <a:pt x="2989157" y="1292492"/>
                  </a:lnTo>
                  <a:lnTo>
                    <a:pt x="2911914" y="1305953"/>
                  </a:lnTo>
                  <a:lnTo>
                    <a:pt x="2834670" y="1319191"/>
                  </a:lnTo>
                  <a:lnTo>
                    <a:pt x="2757426" y="1332210"/>
                  </a:lnTo>
                  <a:lnTo>
                    <a:pt x="2680183" y="1345014"/>
                  </a:lnTo>
                  <a:lnTo>
                    <a:pt x="2602939" y="1357605"/>
                  </a:lnTo>
                  <a:lnTo>
                    <a:pt x="2525696" y="1369988"/>
                  </a:lnTo>
                  <a:lnTo>
                    <a:pt x="2448452" y="1382166"/>
                  </a:lnTo>
                  <a:lnTo>
                    <a:pt x="2371209" y="1394143"/>
                  </a:lnTo>
                  <a:lnTo>
                    <a:pt x="2293965" y="1405921"/>
                  </a:lnTo>
                  <a:lnTo>
                    <a:pt x="2216721" y="1417504"/>
                  </a:lnTo>
                  <a:lnTo>
                    <a:pt x="2139478" y="1428896"/>
                  </a:lnTo>
                  <a:lnTo>
                    <a:pt x="2062234" y="1440099"/>
                  </a:lnTo>
                  <a:lnTo>
                    <a:pt x="1984991" y="1451116"/>
                  </a:lnTo>
                  <a:lnTo>
                    <a:pt x="1907747" y="1461951"/>
                  </a:lnTo>
                  <a:lnTo>
                    <a:pt x="1830504" y="1472607"/>
                  </a:lnTo>
                  <a:lnTo>
                    <a:pt x="1753260" y="1483087"/>
                  </a:lnTo>
                  <a:lnTo>
                    <a:pt x="1676016" y="1493392"/>
                  </a:lnTo>
                  <a:lnTo>
                    <a:pt x="1598773" y="1503528"/>
                  </a:lnTo>
                  <a:lnTo>
                    <a:pt x="1521529" y="1513495"/>
                  </a:lnTo>
                  <a:lnTo>
                    <a:pt x="1444286" y="1523298"/>
                  </a:lnTo>
                  <a:lnTo>
                    <a:pt x="1367042" y="1532938"/>
                  </a:lnTo>
                  <a:lnTo>
                    <a:pt x="1289799" y="1542419"/>
                  </a:lnTo>
                  <a:lnTo>
                    <a:pt x="1212555" y="1551743"/>
                  </a:lnTo>
                  <a:lnTo>
                    <a:pt x="1135311" y="1560912"/>
                  </a:lnTo>
                  <a:lnTo>
                    <a:pt x="1058068" y="1569930"/>
                  </a:lnTo>
                  <a:lnTo>
                    <a:pt x="980824" y="1578798"/>
                  </a:lnTo>
                  <a:lnTo>
                    <a:pt x="903581" y="1587520"/>
                  </a:lnTo>
                  <a:lnTo>
                    <a:pt x="826337" y="1596097"/>
                  </a:lnTo>
                  <a:lnTo>
                    <a:pt x="749094" y="1604532"/>
                  </a:lnTo>
                  <a:lnTo>
                    <a:pt x="671850" y="1612828"/>
                  </a:lnTo>
                  <a:lnTo>
                    <a:pt x="594606" y="1620986"/>
                  </a:lnTo>
                  <a:lnTo>
                    <a:pt x="517363" y="1629009"/>
                  </a:lnTo>
                  <a:lnTo>
                    <a:pt x="440119" y="1636900"/>
                  </a:lnTo>
                  <a:lnTo>
                    <a:pt x="362876" y="1644659"/>
                  </a:lnTo>
                  <a:lnTo>
                    <a:pt x="285632" y="1652291"/>
                  </a:lnTo>
                  <a:lnTo>
                    <a:pt x="208389" y="1659796"/>
                  </a:lnTo>
                  <a:lnTo>
                    <a:pt x="131145" y="1667177"/>
                  </a:lnTo>
                  <a:lnTo>
                    <a:pt x="53901" y="1674435"/>
                  </a:lnTo>
                  <a:lnTo>
                    <a:pt x="0" y="16794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443529"/>
              <a:ext cx="7392041" cy="1235617"/>
            </a:xfrm>
            <a:custGeom>
              <a:avLst/>
              <a:pathLst>
                <a:path w="7392041" h="1235617">
                  <a:moveTo>
                    <a:pt x="0" y="184582"/>
                  </a:moveTo>
                  <a:lnTo>
                    <a:pt x="53901" y="209358"/>
                  </a:lnTo>
                  <a:lnTo>
                    <a:pt x="131145" y="244211"/>
                  </a:lnTo>
                  <a:lnTo>
                    <a:pt x="208389" y="278423"/>
                  </a:lnTo>
                  <a:lnTo>
                    <a:pt x="285632" y="312007"/>
                  </a:lnTo>
                  <a:lnTo>
                    <a:pt x="362876" y="344973"/>
                  </a:lnTo>
                  <a:lnTo>
                    <a:pt x="440119" y="377333"/>
                  </a:lnTo>
                  <a:lnTo>
                    <a:pt x="517363" y="409099"/>
                  </a:lnTo>
                  <a:lnTo>
                    <a:pt x="594606" y="440281"/>
                  </a:lnTo>
                  <a:lnTo>
                    <a:pt x="671850" y="470889"/>
                  </a:lnTo>
                  <a:lnTo>
                    <a:pt x="749094" y="500935"/>
                  </a:lnTo>
                  <a:lnTo>
                    <a:pt x="826337" y="530429"/>
                  </a:lnTo>
                  <a:lnTo>
                    <a:pt x="903581" y="559381"/>
                  </a:lnTo>
                  <a:lnTo>
                    <a:pt x="980824" y="587800"/>
                  </a:lnTo>
                  <a:lnTo>
                    <a:pt x="1058068" y="615698"/>
                  </a:lnTo>
                  <a:lnTo>
                    <a:pt x="1135311" y="643082"/>
                  </a:lnTo>
                  <a:lnTo>
                    <a:pt x="1212555" y="669964"/>
                  </a:lnTo>
                  <a:lnTo>
                    <a:pt x="1289799" y="696351"/>
                  </a:lnTo>
                  <a:lnTo>
                    <a:pt x="1367042" y="722253"/>
                  </a:lnTo>
                  <a:lnTo>
                    <a:pt x="1444286" y="747679"/>
                  </a:lnTo>
                  <a:lnTo>
                    <a:pt x="1521529" y="772638"/>
                  </a:lnTo>
                  <a:lnTo>
                    <a:pt x="1598773" y="797138"/>
                  </a:lnTo>
                  <a:lnTo>
                    <a:pt x="1676016" y="821188"/>
                  </a:lnTo>
                  <a:lnTo>
                    <a:pt x="1753260" y="844796"/>
                  </a:lnTo>
                  <a:lnTo>
                    <a:pt x="1830504" y="867970"/>
                  </a:lnTo>
                  <a:lnTo>
                    <a:pt x="1907747" y="890718"/>
                  </a:lnTo>
                  <a:lnTo>
                    <a:pt x="1984991" y="913048"/>
                  </a:lnTo>
                  <a:lnTo>
                    <a:pt x="2062234" y="934967"/>
                  </a:lnTo>
                  <a:lnTo>
                    <a:pt x="2139478" y="956484"/>
                  </a:lnTo>
                  <a:lnTo>
                    <a:pt x="2216721" y="977605"/>
                  </a:lnTo>
                  <a:lnTo>
                    <a:pt x="2293965" y="998338"/>
                  </a:lnTo>
                  <a:lnTo>
                    <a:pt x="2371209" y="1018690"/>
                  </a:lnTo>
                  <a:lnTo>
                    <a:pt x="2448452" y="1038668"/>
                  </a:lnTo>
                  <a:lnTo>
                    <a:pt x="2525696" y="1058279"/>
                  </a:lnTo>
                  <a:lnTo>
                    <a:pt x="2602939" y="1077529"/>
                  </a:lnTo>
                  <a:lnTo>
                    <a:pt x="2680183" y="1096426"/>
                  </a:lnTo>
                  <a:lnTo>
                    <a:pt x="2757426" y="1114975"/>
                  </a:lnTo>
                  <a:lnTo>
                    <a:pt x="2834670" y="1133183"/>
                  </a:lnTo>
                  <a:lnTo>
                    <a:pt x="2911914" y="1151057"/>
                  </a:lnTo>
                  <a:lnTo>
                    <a:pt x="2989157" y="1168602"/>
                  </a:lnTo>
                  <a:lnTo>
                    <a:pt x="3066401" y="1185825"/>
                  </a:lnTo>
                  <a:lnTo>
                    <a:pt x="3143644" y="1202731"/>
                  </a:lnTo>
                  <a:lnTo>
                    <a:pt x="3220888" y="1219326"/>
                  </a:lnTo>
                  <a:lnTo>
                    <a:pt x="3298131" y="1235617"/>
                  </a:lnTo>
                  <a:lnTo>
                    <a:pt x="3375375" y="1221712"/>
                  </a:lnTo>
                  <a:lnTo>
                    <a:pt x="3452619" y="1206833"/>
                  </a:lnTo>
                  <a:lnTo>
                    <a:pt x="3529862" y="1191704"/>
                  </a:lnTo>
                  <a:lnTo>
                    <a:pt x="3607106" y="1176320"/>
                  </a:lnTo>
                  <a:lnTo>
                    <a:pt x="3684349" y="1160677"/>
                  </a:lnTo>
                  <a:lnTo>
                    <a:pt x="3761593" y="1144771"/>
                  </a:lnTo>
                  <a:lnTo>
                    <a:pt x="3838836" y="1128597"/>
                  </a:lnTo>
                  <a:lnTo>
                    <a:pt x="3916080" y="1112151"/>
                  </a:lnTo>
                  <a:lnTo>
                    <a:pt x="3993324" y="1095428"/>
                  </a:lnTo>
                  <a:lnTo>
                    <a:pt x="4070567" y="1078424"/>
                  </a:lnTo>
                  <a:lnTo>
                    <a:pt x="4147811" y="1061133"/>
                  </a:lnTo>
                  <a:lnTo>
                    <a:pt x="4225054" y="1043551"/>
                  </a:lnTo>
                  <a:lnTo>
                    <a:pt x="4302298" y="1025674"/>
                  </a:lnTo>
                  <a:lnTo>
                    <a:pt x="4379541" y="1007495"/>
                  </a:lnTo>
                  <a:lnTo>
                    <a:pt x="4456785" y="989011"/>
                  </a:lnTo>
                  <a:lnTo>
                    <a:pt x="4534029" y="970215"/>
                  </a:lnTo>
                  <a:lnTo>
                    <a:pt x="4611272" y="951103"/>
                  </a:lnTo>
                  <a:lnTo>
                    <a:pt x="4688516" y="931669"/>
                  </a:lnTo>
                  <a:lnTo>
                    <a:pt x="4765759" y="911909"/>
                  </a:lnTo>
                  <a:lnTo>
                    <a:pt x="4843003" y="891815"/>
                  </a:lnTo>
                  <a:lnTo>
                    <a:pt x="4920246" y="871384"/>
                  </a:lnTo>
                  <a:lnTo>
                    <a:pt x="4997490" y="850608"/>
                  </a:lnTo>
                  <a:lnTo>
                    <a:pt x="5074734" y="829483"/>
                  </a:lnTo>
                  <a:lnTo>
                    <a:pt x="5151977" y="808002"/>
                  </a:lnTo>
                  <a:lnTo>
                    <a:pt x="5229221" y="786160"/>
                  </a:lnTo>
                  <a:lnTo>
                    <a:pt x="5306464" y="763950"/>
                  </a:lnTo>
                  <a:lnTo>
                    <a:pt x="5383708" y="741366"/>
                  </a:lnTo>
                  <a:lnTo>
                    <a:pt x="5460951" y="718402"/>
                  </a:lnTo>
                  <a:lnTo>
                    <a:pt x="5538195" y="695051"/>
                  </a:lnTo>
                  <a:lnTo>
                    <a:pt x="5615439" y="671308"/>
                  </a:lnTo>
                  <a:lnTo>
                    <a:pt x="5692682" y="647165"/>
                  </a:lnTo>
                  <a:lnTo>
                    <a:pt x="5769926" y="622615"/>
                  </a:lnTo>
                  <a:lnTo>
                    <a:pt x="5847169" y="597652"/>
                  </a:lnTo>
                  <a:lnTo>
                    <a:pt x="5924413" y="572269"/>
                  </a:lnTo>
                  <a:lnTo>
                    <a:pt x="6001656" y="546459"/>
                  </a:lnTo>
                  <a:lnTo>
                    <a:pt x="6078900" y="520215"/>
                  </a:lnTo>
                  <a:lnTo>
                    <a:pt x="6156144" y="493528"/>
                  </a:lnTo>
                  <a:lnTo>
                    <a:pt x="6233387" y="466393"/>
                  </a:lnTo>
                  <a:lnTo>
                    <a:pt x="6310631" y="438800"/>
                  </a:lnTo>
                  <a:lnTo>
                    <a:pt x="6387874" y="410744"/>
                  </a:lnTo>
                  <a:lnTo>
                    <a:pt x="6465118" y="382215"/>
                  </a:lnTo>
                  <a:lnTo>
                    <a:pt x="6542361" y="353205"/>
                  </a:lnTo>
                  <a:lnTo>
                    <a:pt x="6619605" y="323708"/>
                  </a:lnTo>
                  <a:lnTo>
                    <a:pt x="6696849" y="293714"/>
                  </a:lnTo>
                  <a:lnTo>
                    <a:pt x="6774092" y="263215"/>
                  </a:lnTo>
                  <a:lnTo>
                    <a:pt x="6851336" y="232203"/>
                  </a:lnTo>
                  <a:lnTo>
                    <a:pt x="6928579" y="200669"/>
                  </a:lnTo>
                  <a:lnTo>
                    <a:pt x="7005823" y="168604"/>
                  </a:lnTo>
                  <a:lnTo>
                    <a:pt x="7083066" y="135999"/>
                  </a:lnTo>
                  <a:lnTo>
                    <a:pt x="7160310" y="102846"/>
                  </a:lnTo>
                  <a:lnTo>
                    <a:pt x="7237554" y="69134"/>
                  </a:lnTo>
                  <a:lnTo>
                    <a:pt x="7314797" y="34855"/>
                  </a:lnTo>
                  <a:lnTo>
                    <a:pt x="73920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79874"/>
              <a:ext cx="7392041" cy="543818"/>
            </a:xfrm>
            <a:custGeom>
              <a:avLst/>
              <a:pathLst>
                <a:path w="7392041" h="543818">
                  <a:moveTo>
                    <a:pt x="7392041" y="543818"/>
                  </a:moveTo>
                  <a:lnTo>
                    <a:pt x="7314797" y="537724"/>
                  </a:lnTo>
                  <a:lnTo>
                    <a:pt x="7237554" y="531515"/>
                  </a:lnTo>
                  <a:lnTo>
                    <a:pt x="7160310" y="525190"/>
                  </a:lnTo>
                  <a:lnTo>
                    <a:pt x="7083066" y="518746"/>
                  </a:lnTo>
                  <a:lnTo>
                    <a:pt x="7005823" y="512182"/>
                  </a:lnTo>
                  <a:lnTo>
                    <a:pt x="6928579" y="505495"/>
                  </a:lnTo>
                  <a:lnTo>
                    <a:pt x="6851336" y="498683"/>
                  </a:lnTo>
                  <a:lnTo>
                    <a:pt x="6774092" y="491743"/>
                  </a:lnTo>
                  <a:lnTo>
                    <a:pt x="6696849" y="484674"/>
                  </a:lnTo>
                  <a:lnTo>
                    <a:pt x="6619605" y="477472"/>
                  </a:lnTo>
                  <a:lnTo>
                    <a:pt x="6542361" y="470135"/>
                  </a:lnTo>
                  <a:lnTo>
                    <a:pt x="6465118" y="462660"/>
                  </a:lnTo>
                  <a:lnTo>
                    <a:pt x="6387874" y="455046"/>
                  </a:lnTo>
                  <a:lnTo>
                    <a:pt x="6310631" y="447289"/>
                  </a:lnTo>
                  <a:lnTo>
                    <a:pt x="6233387" y="439387"/>
                  </a:lnTo>
                  <a:lnTo>
                    <a:pt x="6156144" y="431337"/>
                  </a:lnTo>
                  <a:lnTo>
                    <a:pt x="6078900" y="423137"/>
                  </a:lnTo>
                  <a:lnTo>
                    <a:pt x="6001656" y="414782"/>
                  </a:lnTo>
                  <a:lnTo>
                    <a:pt x="5924413" y="406272"/>
                  </a:lnTo>
                  <a:lnTo>
                    <a:pt x="5847169" y="397602"/>
                  </a:lnTo>
                  <a:lnTo>
                    <a:pt x="5769926" y="388769"/>
                  </a:lnTo>
                  <a:lnTo>
                    <a:pt x="5692682" y="379772"/>
                  </a:lnTo>
                  <a:lnTo>
                    <a:pt x="5615439" y="370606"/>
                  </a:lnTo>
                  <a:lnTo>
                    <a:pt x="5538195" y="361268"/>
                  </a:lnTo>
                  <a:lnTo>
                    <a:pt x="5460951" y="351755"/>
                  </a:lnTo>
                  <a:lnTo>
                    <a:pt x="5383708" y="342064"/>
                  </a:lnTo>
                  <a:lnTo>
                    <a:pt x="5306464" y="332192"/>
                  </a:lnTo>
                  <a:lnTo>
                    <a:pt x="5229221" y="322135"/>
                  </a:lnTo>
                  <a:lnTo>
                    <a:pt x="5151977" y="311890"/>
                  </a:lnTo>
                  <a:lnTo>
                    <a:pt x="5074734" y="301453"/>
                  </a:lnTo>
                  <a:lnTo>
                    <a:pt x="4997490" y="290820"/>
                  </a:lnTo>
                  <a:lnTo>
                    <a:pt x="4920246" y="279988"/>
                  </a:lnTo>
                  <a:lnTo>
                    <a:pt x="4843003" y="268954"/>
                  </a:lnTo>
                  <a:lnTo>
                    <a:pt x="4765759" y="257713"/>
                  </a:lnTo>
                  <a:lnTo>
                    <a:pt x="4688516" y="246261"/>
                  </a:lnTo>
                  <a:lnTo>
                    <a:pt x="4611272" y="234596"/>
                  </a:lnTo>
                  <a:lnTo>
                    <a:pt x="4534029" y="222711"/>
                  </a:lnTo>
                  <a:lnTo>
                    <a:pt x="4456785" y="210604"/>
                  </a:lnTo>
                  <a:lnTo>
                    <a:pt x="4379541" y="198271"/>
                  </a:lnTo>
                  <a:lnTo>
                    <a:pt x="4302298" y="185706"/>
                  </a:lnTo>
                  <a:lnTo>
                    <a:pt x="4225054" y="172907"/>
                  </a:lnTo>
                  <a:lnTo>
                    <a:pt x="4147811" y="159867"/>
                  </a:lnTo>
                  <a:lnTo>
                    <a:pt x="4070567" y="146584"/>
                  </a:lnTo>
                  <a:lnTo>
                    <a:pt x="3993324" y="133051"/>
                  </a:lnTo>
                  <a:lnTo>
                    <a:pt x="3916080" y="119266"/>
                  </a:lnTo>
                  <a:lnTo>
                    <a:pt x="3838836" y="105222"/>
                  </a:lnTo>
                  <a:lnTo>
                    <a:pt x="3761593" y="90915"/>
                  </a:lnTo>
                  <a:lnTo>
                    <a:pt x="3684349" y="76341"/>
                  </a:lnTo>
                  <a:lnTo>
                    <a:pt x="3607106" y="61494"/>
                  </a:lnTo>
                  <a:lnTo>
                    <a:pt x="3529862" y="46368"/>
                  </a:lnTo>
                  <a:lnTo>
                    <a:pt x="3452619" y="30960"/>
                  </a:lnTo>
                  <a:lnTo>
                    <a:pt x="3375375" y="15262"/>
                  </a:lnTo>
                  <a:lnTo>
                    <a:pt x="3298131" y="0"/>
                  </a:lnTo>
                  <a:lnTo>
                    <a:pt x="3220888" y="14390"/>
                  </a:lnTo>
                  <a:lnTo>
                    <a:pt x="3143644" y="28542"/>
                  </a:lnTo>
                  <a:lnTo>
                    <a:pt x="3066401" y="42460"/>
                  </a:lnTo>
                  <a:lnTo>
                    <a:pt x="2989157" y="56147"/>
                  </a:lnTo>
                  <a:lnTo>
                    <a:pt x="2911914" y="69608"/>
                  </a:lnTo>
                  <a:lnTo>
                    <a:pt x="2834670" y="82846"/>
                  </a:lnTo>
                  <a:lnTo>
                    <a:pt x="2757426" y="95865"/>
                  </a:lnTo>
                  <a:lnTo>
                    <a:pt x="2680183" y="108669"/>
                  </a:lnTo>
                  <a:lnTo>
                    <a:pt x="2602939" y="121260"/>
                  </a:lnTo>
                  <a:lnTo>
                    <a:pt x="2525696" y="133643"/>
                  </a:lnTo>
                  <a:lnTo>
                    <a:pt x="2448452" y="145821"/>
                  </a:lnTo>
                  <a:lnTo>
                    <a:pt x="2371209" y="157798"/>
                  </a:lnTo>
                  <a:lnTo>
                    <a:pt x="2293965" y="169576"/>
                  </a:lnTo>
                  <a:lnTo>
                    <a:pt x="2216721" y="181159"/>
                  </a:lnTo>
                  <a:lnTo>
                    <a:pt x="2139478" y="192551"/>
                  </a:lnTo>
                  <a:lnTo>
                    <a:pt x="2062234" y="203754"/>
                  </a:lnTo>
                  <a:lnTo>
                    <a:pt x="1984991" y="214771"/>
                  </a:lnTo>
                  <a:lnTo>
                    <a:pt x="1907747" y="225606"/>
                  </a:lnTo>
                  <a:lnTo>
                    <a:pt x="1830504" y="236262"/>
                  </a:lnTo>
                  <a:lnTo>
                    <a:pt x="1753260" y="246741"/>
                  </a:lnTo>
                  <a:lnTo>
                    <a:pt x="1676016" y="257047"/>
                  </a:lnTo>
                  <a:lnTo>
                    <a:pt x="1598773" y="267183"/>
                  </a:lnTo>
                  <a:lnTo>
                    <a:pt x="1521529" y="277150"/>
                  </a:lnTo>
                  <a:lnTo>
                    <a:pt x="1444286" y="286953"/>
                  </a:lnTo>
                  <a:lnTo>
                    <a:pt x="1367042" y="296593"/>
                  </a:lnTo>
                  <a:lnTo>
                    <a:pt x="1289799" y="306074"/>
                  </a:lnTo>
                  <a:lnTo>
                    <a:pt x="1212555" y="315398"/>
                  </a:lnTo>
                  <a:lnTo>
                    <a:pt x="1135311" y="324567"/>
                  </a:lnTo>
                  <a:lnTo>
                    <a:pt x="1058068" y="333585"/>
                  </a:lnTo>
                  <a:lnTo>
                    <a:pt x="980824" y="342453"/>
                  </a:lnTo>
                  <a:lnTo>
                    <a:pt x="903581" y="351175"/>
                  </a:lnTo>
                  <a:lnTo>
                    <a:pt x="826337" y="359752"/>
                  </a:lnTo>
                  <a:lnTo>
                    <a:pt x="749094" y="368187"/>
                  </a:lnTo>
                  <a:lnTo>
                    <a:pt x="671850" y="376483"/>
                  </a:lnTo>
                  <a:lnTo>
                    <a:pt x="594606" y="384641"/>
                  </a:lnTo>
                  <a:lnTo>
                    <a:pt x="517363" y="392664"/>
                  </a:lnTo>
                  <a:lnTo>
                    <a:pt x="440119" y="400555"/>
                  </a:lnTo>
                  <a:lnTo>
                    <a:pt x="362876" y="408314"/>
                  </a:lnTo>
                  <a:lnTo>
                    <a:pt x="285632" y="415946"/>
                  </a:lnTo>
                  <a:lnTo>
                    <a:pt x="208389" y="423451"/>
                  </a:lnTo>
                  <a:lnTo>
                    <a:pt x="131145" y="430832"/>
                  </a:lnTo>
                  <a:lnTo>
                    <a:pt x="53901" y="438090"/>
                  </a:lnTo>
                  <a:lnTo>
                    <a:pt x="0" y="4430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44313"/>
              <a:ext cx="7392041" cy="76989"/>
            </a:xfrm>
            <a:custGeom>
              <a:avLst/>
              <a:pathLst>
                <a:path w="7392041" h="76989">
                  <a:moveTo>
                    <a:pt x="0" y="0"/>
                  </a:moveTo>
                  <a:lnTo>
                    <a:pt x="53901" y="586"/>
                  </a:lnTo>
                  <a:lnTo>
                    <a:pt x="131145" y="1426"/>
                  </a:lnTo>
                  <a:lnTo>
                    <a:pt x="208389" y="2265"/>
                  </a:lnTo>
                  <a:lnTo>
                    <a:pt x="285632" y="3103"/>
                  </a:lnTo>
                  <a:lnTo>
                    <a:pt x="362876" y="3941"/>
                  </a:lnTo>
                  <a:lnTo>
                    <a:pt x="440119" y="4778"/>
                  </a:lnTo>
                  <a:lnTo>
                    <a:pt x="517363" y="5614"/>
                  </a:lnTo>
                  <a:lnTo>
                    <a:pt x="594606" y="6449"/>
                  </a:lnTo>
                  <a:lnTo>
                    <a:pt x="671850" y="7283"/>
                  </a:lnTo>
                  <a:lnTo>
                    <a:pt x="749094" y="8117"/>
                  </a:lnTo>
                  <a:lnTo>
                    <a:pt x="826337" y="8950"/>
                  </a:lnTo>
                  <a:lnTo>
                    <a:pt x="903581" y="9782"/>
                  </a:lnTo>
                  <a:lnTo>
                    <a:pt x="980824" y="10613"/>
                  </a:lnTo>
                  <a:lnTo>
                    <a:pt x="1058068" y="11444"/>
                  </a:lnTo>
                  <a:lnTo>
                    <a:pt x="1135311" y="12273"/>
                  </a:lnTo>
                  <a:lnTo>
                    <a:pt x="1212555" y="13103"/>
                  </a:lnTo>
                  <a:lnTo>
                    <a:pt x="1289799" y="13931"/>
                  </a:lnTo>
                  <a:lnTo>
                    <a:pt x="1367042" y="14758"/>
                  </a:lnTo>
                  <a:lnTo>
                    <a:pt x="1444286" y="15585"/>
                  </a:lnTo>
                  <a:lnTo>
                    <a:pt x="1521529" y="16411"/>
                  </a:lnTo>
                  <a:lnTo>
                    <a:pt x="1598773" y="17236"/>
                  </a:lnTo>
                  <a:lnTo>
                    <a:pt x="1676016" y="18060"/>
                  </a:lnTo>
                  <a:lnTo>
                    <a:pt x="1753260" y="18884"/>
                  </a:lnTo>
                  <a:lnTo>
                    <a:pt x="1830504" y="19707"/>
                  </a:lnTo>
                  <a:lnTo>
                    <a:pt x="1907747" y="20529"/>
                  </a:lnTo>
                  <a:lnTo>
                    <a:pt x="1984991" y="21350"/>
                  </a:lnTo>
                  <a:lnTo>
                    <a:pt x="2062234" y="22171"/>
                  </a:lnTo>
                  <a:lnTo>
                    <a:pt x="2139478" y="22991"/>
                  </a:lnTo>
                  <a:lnTo>
                    <a:pt x="2216721" y="23810"/>
                  </a:lnTo>
                  <a:lnTo>
                    <a:pt x="2293965" y="24628"/>
                  </a:lnTo>
                  <a:lnTo>
                    <a:pt x="2371209" y="25446"/>
                  </a:lnTo>
                  <a:lnTo>
                    <a:pt x="2448452" y="26262"/>
                  </a:lnTo>
                  <a:lnTo>
                    <a:pt x="2525696" y="27078"/>
                  </a:lnTo>
                  <a:lnTo>
                    <a:pt x="2602939" y="27894"/>
                  </a:lnTo>
                  <a:lnTo>
                    <a:pt x="2680183" y="28708"/>
                  </a:lnTo>
                  <a:lnTo>
                    <a:pt x="2757426" y="29522"/>
                  </a:lnTo>
                  <a:lnTo>
                    <a:pt x="2834670" y="30335"/>
                  </a:lnTo>
                  <a:lnTo>
                    <a:pt x="2911914" y="31147"/>
                  </a:lnTo>
                  <a:lnTo>
                    <a:pt x="2989157" y="31959"/>
                  </a:lnTo>
                  <a:lnTo>
                    <a:pt x="3066401" y="32769"/>
                  </a:lnTo>
                  <a:lnTo>
                    <a:pt x="3143644" y="33579"/>
                  </a:lnTo>
                  <a:lnTo>
                    <a:pt x="3220888" y="34389"/>
                  </a:lnTo>
                  <a:lnTo>
                    <a:pt x="3298131" y="35197"/>
                  </a:lnTo>
                  <a:lnTo>
                    <a:pt x="3375375" y="36005"/>
                  </a:lnTo>
                  <a:lnTo>
                    <a:pt x="3452619" y="36812"/>
                  </a:lnTo>
                  <a:lnTo>
                    <a:pt x="3529862" y="37618"/>
                  </a:lnTo>
                  <a:lnTo>
                    <a:pt x="3607106" y="38423"/>
                  </a:lnTo>
                  <a:lnTo>
                    <a:pt x="3684349" y="39228"/>
                  </a:lnTo>
                  <a:lnTo>
                    <a:pt x="3761593" y="40032"/>
                  </a:lnTo>
                  <a:lnTo>
                    <a:pt x="3838836" y="40835"/>
                  </a:lnTo>
                  <a:lnTo>
                    <a:pt x="3916080" y="41638"/>
                  </a:lnTo>
                  <a:lnTo>
                    <a:pt x="3993324" y="42440"/>
                  </a:lnTo>
                  <a:lnTo>
                    <a:pt x="4070567" y="43241"/>
                  </a:lnTo>
                  <a:lnTo>
                    <a:pt x="4147811" y="44041"/>
                  </a:lnTo>
                  <a:lnTo>
                    <a:pt x="4225054" y="44840"/>
                  </a:lnTo>
                  <a:lnTo>
                    <a:pt x="4302298" y="45639"/>
                  </a:lnTo>
                  <a:lnTo>
                    <a:pt x="4379541" y="46437"/>
                  </a:lnTo>
                  <a:lnTo>
                    <a:pt x="4456785" y="47234"/>
                  </a:lnTo>
                  <a:lnTo>
                    <a:pt x="4534029" y="48031"/>
                  </a:lnTo>
                  <a:lnTo>
                    <a:pt x="4611272" y="48827"/>
                  </a:lnTo>
                  <a:lnTo>
                    <a:pt x="4688516" y="49622"/>
                  </a:lnTo>
                  <a:lnTo>
                    <a:pt x="4765759" y="50416"/>
                  </a:lnTo>
                  <a:lnTo>
                    <a:pt x="4843003" y="51210"/>
                  </a:lnTo>
                  <a:lnTo>
                    <a:pt x="4920246" y="52003"/>
                  </a:lnTo>
                  <a:lnTo>
                    <a:pt x="4997490" y="52795"/>
                  </a:lnTo>
                  <a:lnTo>
                    <a:pt x="5074734" y="53586"/>
                  </a:lnTo>
                  <a:lnTo>
                    <a:pt x="5151977" y="54377"/>
                  </a:lnTo>
                  <a:lnTo>
                    <a:pt x="5229221" y="55167"/>
                  </a:lnTo>
                  <a:lnTo>
                    <a:pt x="5306464" y="55956"/>
                  </a:lnTo>
                  <a:lnTo>
                    <a:pt x="5383708" y="56744"/>
                  </a:lnTo>
                  <a:lnTo>
                    <a:pt x="5460951" y="57532"/>
                  </a:lnTo>
                  <a:lnTo>
                    <a:pt x="5538195" y="58319"/>
                  </a:lnTo>
                  <a:lnTo>
                    <a:pt x="5615439" y="59105"/>
                  </a:lnTo>
                  <a:lnTo>
                    <a:pt x="5692682" y="59891"/>
                  </a:lnTo>
                  <a:lnTo>
                    <a:pt x="5769926" y="60675"/>
                  </a:lnTo>
                  <a:lnTo>
                    <a:pt x="5847169" y="61459"/>
                  </a:lnTo>
                  <a:lnTo>
                    <a:pt x="5924413" y="62243"/>
                  </a:lnTo>
                  <a:lnTo>
                    <a:pt x="6001656" y="63025"/>
                  </a:lnTo>
                  <a:lnTo>
                    <a:pt x="6078900" y="63807"/>
                  </a:lnTo>
                  <a:lnTo>
                    <a:pt x="6156144" y="64588"/>
                  </a:lnTo>
                  <a:lnTo>
                    <a:pt x="6233387" y="65369"/>
                  </a:lnTo>
                  <a:lnTo>
                    <a:pt x="6310631" y="66149"/>
                  </a:lnTo>
                  <a:lnTo>
                    <a:pt x="6387874" y="66928"/>
                  </a:lnTo>
                  <a:lnTo>
                    <a:pt x="6465118" y="67706"/>
                  </a:lnTo>
                  <a:lnTo>
                    <a:pt x="6542361" y="68483"/>
                  </a:lnTo>
                  <a:lnTo>
                    <a:pt x="6619605" y="69260"/>
                  </a:lnTo>
                  <a:lnTo>
                    <a:pt x="6696849" y="70036"/>
                  </a:lnTo>
                  <a:lnTo>
                    <a:pt x="6774092" y="70812"/>
                  </a:lnTo>
                  <a:lnTo>
                    <a:pt x="6851336" y="71586"/>
                  </a:lnTo>
                  <a:lnTo>
                    <a:pt x="6928579" y="72360"/>
                  </a:lnTo>
                  <a:lnTo>
                    <a:pt x="7005823" y="73133"/>
                  </a:lnTo>
                  <a:lnTo>
                    <a:pt x="7083066" y="73906"/>
                  </a:lnTo>
                  <a:lnTo>
                    <a:pt x="7160310" y="74678"/>
                  </a:lnTo>
                  <a:lnTo>
                    <a:pt x="7237554" y="75449"/>
                  </a:lnTo>
                  <a:lnTo>
                    <a:pt x="7314797" y="76219"/>
                  </a:lnTo>
                  <a:lnTo>
                    <a:pt x="7392041" y="769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2026-05-27T10:06:52Z</dcterms:modified>
  <cp:category/>
</cp:coreProperties>
</file>