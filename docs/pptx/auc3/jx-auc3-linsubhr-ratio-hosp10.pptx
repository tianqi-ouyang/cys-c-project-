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548938"/>
              <a:ext cx="7392041" cy="1697849"/>
            </a:xfrm>
            <a:custGeom>
              <a:avLst/>
              <a:pathLst>
                <a:path w="7392041" h="1697849">
                  <a:moveTo>
                    <a:pt x="0" y="176047"/>
                  </a:moveTo>
                  <a:lnTo>
                    <a:pt x="53901" y="199678"/>
                  </a:lnTo>
                  <a:lnTo>
                    <a:pt x="131145" y="232919"/>
                  </a:lnTo>
                  <a:lnTo>
                    <a:pt x="208389" y="265549"/>
                  </a:lnTo>
                  <a:lnTo>
                    <a:pt x="285632" y="297580"/>
                  </a:lnTo>
                  <a:lnTo>
                    <a:pt x="362876" y="329022"/>
                  </a:lnTo>
                  <a:lnTo>
                    <a:pt x="440119" y="359885"/>
                  </a:lnTo>
                  <a:lnTo>
                    <a:pt x="517363" y="390182"/>
                  </a:lnTo>
                  <a:lnTo>
                    <a:pt x="594606" y="419922"/>
                  </a:lnTo>
                  <a:lnTo>
                    <a:pt x="671850" y="449115"/>
                  </a:lnTo>
                  <a:lnTo>
                    <a:pt x="749094" y="477772"/>
                  </a:lnTo>
                  <a:lnTo>
                    <a:pt x="826337" y="505902"/>
                  </a:lnTo>
                  <a:lnTo>
                    <a:pt x="903581" y="533515"/>
                  </a:lnTo>
                  <a:lnTo>
                    <a:pt x="980824" y="560621"/>
                  </a:lnTo>
                  <a:lnTo>
                    <a:pt x="1058068" y="587228"/>
                  </a:lnTo>
                  <a:lnTo>
                    <a:pt x="1135311" y="613346"/>
                  </a:lnTo>
                  <a:lnTo>
                    <a:pt x="1212555" y="638985"/>
                  </a:lnTo>
                  <a:lnTo>
                    <a:pt x="1289799" y="664152"/>
                  </a:lnTo>
                  <a:lnTo>
                    <a:pt x="1367042" y="688856"/>
                  </a:lnTo>
                  <a:lnTo>
                    <a:pt x="1444286" y="713107"/>
                  </a:lnTo>
                  <a:lnTo>
                    <a:pt x="1521529" y="736912"/>
                  </a:lnTo>
                  <a:lnTo>
                    <a:pt x="1598773" y="760279"/>
                  </a:lnTo>
                  <a:lnTo>
                    <a:pt x="1676016" y="783217"/>
                  </a:lnTo>
                  <a:lnTo>
                    <a:pt x="1753260" y="805733"/>
                  </a:lnTo>
                  <a:lnTo>
                    <a:pt x="1830504" y="827835"/>
                  </a:lnTo>
                  <a:lnTo>
                    <a:pt x="1907747" y="849531"/>
                  </a:lnTo>
                  <a:lnTo>
                    <a:pt x="1984991" y="870829"/>
                  </a:lnTo>
                  <a:lnTo>
                    <a:pt x="2062234" y="891735"/>
                  </a:lnTo>
                  <a:lnTo>
                    <a:pt x="2139478" y="912257"/>
                  </a:lnTo>
                  <a:lnTo>
                    <a:pt x="2216721" y="932401"/>
                  </a:lnTo>
                  <a:lnTo>
                    <a:pt x="2293965" y="952176"/>
                  </a:lnTo>
                  <a:lnTo>
                    <a:pt x="2371209" y="971586"/>
                  </a:lnTo>
                  <a:lnTo>
                    <a:pt x="2448452" y="990641"/>
                  </a:lnTo>
                  <a:lnTo>
                    <a:pt x="2525696" y="1009345"/>
                  </a:lnTo>
                  <a:lnTo>
                    <a:pt x="2602939" y="1027705"/>
                  </a:lnTo>
                  <a:lnTo>
                    <a:pt x="2680183" y="1045727"/>
                  </a:lnTo>
                  <a:lnTo>
                    <a:pt x="2757426" y="1063419"/>
                  </a:lnTo>
                  <a:lnTo>
                    <a:pt x="2834670" y="1080785"/>
                  </a:lnTo>
                  <a:lnTo>
                    <a:pt x="2911914" y="1097832"/>
                  </a:lnTo>
                  <a:lnTo>
                    <a:pt x="2989157" y="1114566"/>
                  </a:lnTo>
                  <a:lnTo>
                    <a:pt x="3066401" y="1130993"/>
                  </a:lnTo>
                  <a:lnTo>
                    <a:pt x="3143644" y="1147117"/>
                  </a:lnTo>
                  <a:lnTo>
                    <a:pt x="3220888" y="1162945"/>
                  </a:lnTo>
                  <a:lnTo>
                    <a:pt x="3298131" y="1178482"/>
                  </a:lnTo>
                  <a:lnTo>
                    <a:pt x="3375375" y="1165221"/>
                  </a:lnTo>
                  <a:lnTo>
                    <a:pt x="3452619" y="1151030"/>
                  </a:lnTo>
                  <a:lnTo>
                    <a:pt x="3529862" y="1136600"/>
                  </a:lnTo>
                  <a:lnTo>
                    <a:pt x="3607106" y="1121927"/>
                  </a:lnTo>
                  <a:lnTo>
                    <a:pt x="3684349" y="1107008"/>
                  </a:lnTo>
                  <a:lnTo>
                    <a:pt x="3761593" y="1091837"/>
                  </a:lnTo>
                  <a:lnTo>
                    <a:pt x="3838836" y="1076411"/>
                  </a:lnTo>
                  <a:lnTo>
                    <a:pt x="3916080" y="1060726"/>
                  </a:lnTo>
                  <a:lnTo>
                    <a:pt x="3993324" y="1044776"/>
                  </a:lnTo>
                  <a:lnTo>
                    <a:pt x="4070567" y="1028558"/>
                  </a:lnTo>
                  <a:lnTo>
                    <a:pt x="4147811" y="1012067"/>
                  </a:lnTo>
                  <a:lnTo>
                    <a:pt x="4225054" y="995298"/>
                  </a:lnTo>
                  <a:lnTo>
                    <a:pt x="4302298" y="978247"/>
                  </a:lnTo>
                  <a:lnTo>
                    <a:pt x="4379541" y="960909"/>
                  </a:lnTo>
                  <a:lnTo>
                    <a:pt x="4456785" y="943279"/>
                  </a:lnTo>
                  <a:lnTo>
                    <a:pt x="4534029" y="925353"/>
                  </a:lnTo>
                  <a:lnTo>
                    <a:pt x="4611272" y="907124"/>
                  </a:lnTo>
                  <a:lnTo>
                    <a:pt x="4688516" y="888589"/>
                  </a:lnTo>
                  <a:lnTo>
                    <a:pt x="4765759" y="869742"/>
                  </a:lnTo>
                  <a:lnTo>
                    <a:pt x="4843003" y="850578"/>
                  </a:lnTo>
                  <a:lnTo>
                    <a:pt x="4920246" y="831091"/>
                  </a:lnTo>
                  <a:lnTo>
                    <a:pt x="4997490" y="811276"/>
                  </a:lnTo>
                  <a:lnTo>
                    <a:pt x="5074734" y="791128"/>
                  </a:lnTo>
                  <a:lnTo>
                    <a:pt x="5151977" y="770640"/>
                  </a:lnTo>
                  <a:lnTo>
                    <a:pt x="5229221" y="749808"/>
                  </a:lnTo>
                  <a:lnTo>
                    <a:pt x="5306464" y="728625"/>
                  </a:lnTo>
                  <a:lnTo>
                    <a:pt x="5383708" y="707085"/>
                  </a:lnTo>
                  <a:lnTo>
                    <a:pt x="5460951" y="685183"/>
                  </a:lnTo>
                  <a:lnTo>
                    <a:pt x="5538195" y="662912"/>
                  </a:lnTo>
                  <a:lnTo>
                    <a:pt x="5615439" y="640267"/>
                  </a:lnTo>
                  <a:lnTo>
                    <a:pt x="5692682" y="617240"/>
                  </a:lnTo>
                  <a:lnTo>
                    <a:pt x="5769926" y="593826"/>
                  </a:lnTo>
                  <a:lnTo>
                    <a:pt x="5847169" y="570017"/>
                  </a:lnTo>
                  <a:lnTo>
                    <a:pt x="5924413" y="545808"/>
                  </a:lnTo>
                  <a:lnTo>
                    <a:pt x="6001656" y="521191"/>
                  </a:lnTo>
                  <a:lnTo>
                    <a:pt x="6078900" y="496160"/>
                  </a:lnTo>
                  <a:lnTo>
                    <a:pt x="6156144" y="470708"/>
                  </a:lnTo>
                  <a:lnTo>
                    <a:pt x="6233387" y="444827"/>
                  </a:lnTo>
                  <a:lnTo>
                    <a:pt x="6310631" y="418510"/>
                  </a:lnTo>
                  <a:lnTo>
                    <a:pt x="6387874" y="391751"/>
                  </a:lnTo>
                  <a:lnTo>
                    <a:pt x="6465118" y="364541"/>
                  </a:lnTo>
                  <a:lnTo>
                    <a:pt x="6542361" y="336873"/>
                  </a:lnTo>
                  <a:lnTo>
                    <a:pt x="6619605" y="308740"/>
                  </a:lnTo>
                  <a:lnTo>
                    <a:pt x="6696849" y="280133"/>
                  </a:lnTo>
                  <a:lnTo>
                    <a:pt x="6774092" y="251044"/>
                  </a:lnTo>
                  <a:lnTo>
                    <a:pt x="6851336" y="221466"/>
                  </a:lnTo>
                  <a:lnTo>
                    <a:pt x="6928579" y="191390"/>
                  </a:lnTo>
                  <a:lnTo>
                    <a:pt x="7005823" y="160808"/>
                  </a:lnTo>
                  <a:lnTo>
                    <a:pt x="7083066" y="129711"/>
                  </a:lnTo>
                  <a:lnTo>
                    <a:pt x="7160310" y="98090"/>
                  </a:lnTo>
                  <a:lnTo>
                    <a:pt x="7237554" y="65938"/>
                  </a:lnTo>
                  <a:lnTo>
                    <a:pt x="7314797" y="33244"/>
                  </a:lnTo>
                  <a:lnTo>
                    <a:pt x="7392041" y="0"/>
                  </a:lnTo>
                  <a:lnTo>
                    <a:pt x="7392041" y="1697849"/>
                  </a:lnTo>
                  <a:lnTo>
                    <a:pt x="7314797" y="1692037"/>
                  </a:lnTo>
                  <a:lnTo>
                    <a:pt x="7237554" y="1686115"/>
                  </a:lnTo>
                  <a:lnTo>
                    <a:pt x="7160310" y="1680082"/>
                  </a:lnTo>
                  <a:lnTo>
                    <a:pt x="7083066" y="1673937"/>
                  </a:lnTo>
                  <a:lnTo>
                    <a:pt x="7005823" y="1667676"/>
                  </a:lnTo>
                  <a:lnTo>
                    <a:pt x="6928579" y="1661298"/>
                  </a:lnTo>
                  <a:lnTo>
                    <a:pt x="6851336" y="1654801"/>
                  </a:lnTo>
                  <a:lnTo>
                    <a:pt x="6774092" y="1648182"/>
                  </a:lnTo>
                  <a:lnTo>
                    <a:pt x="6696849" y="1641439"/>
                  </a:lnTo>
                  <a:lnTo>
                    <a:pt x="6619605" y="1634570"/>
                  </a:lnTo>
                  <a:lnTo>
                    <a:pt x="6542361" y="1627573"/>
                  </a:lnTo>
                  <a:lnTo>
                    <a:pt x="6465118" y="1620444"/>
                  </a:lnTo>
                  <a:lnTo>
                    <a:pt x="6387874" y="1613182"/>
                  </a:lnTo>
                  <a:lnTo>
                    <a:pt x="6310631" y="1605784"/>
                  </a:lnTo>
                  <a:lnTo>
                    <a:pt x="6233387" y="1598247"/>
                  </a:lnTo>
                  <a:lnTo>
                    <a:pt x="6156144" y="1590569"/>
                  </a:lnTo>
                  <a:lnTo>
                    <a:pt x="6078900" y="1582748"/>
                  </a:lnTo>
                  <a:lnTo>
                    <a:pt x="6001656" y="1574780"/>
                  </a:lnTo>
                  <a:lnTo>
                    <a:pt x="5924413" y="1566663"/>
                  </a:lnTo>
                  <a:lnTo>
                    <a:pt x="5847169" y="1558394"/>
                  </a:lnTo>
                  <a:lnTo>
                    <a:pt x="5769926" y="1549970"/>
                  </a:lnTo>
                  <a:lnTo>
                    <a:pt x="5692682" y="1541388"/>
                  </a:lnTo>
                  <a:lnTo>
                    <a:pt x="5615439" y="1532646"/>
                  </a:lnTo>
                  <a:lnTo>
                    <a:pt x="5538195" y="1523740"/>
                  </a:lnTo>
                  <a:lnTo>
                    <a:pt x="5460951" y="1514667"/>
                  </a:lnTo>
                  <a:lnTo>
                    <a:pt x="5383708" y="1505424"/>
                  </a:lnTo>
                  <a:lnTo>
                    <a:pt x="5306464" y="1496009"/>
                  </a:lnTo>
                  <a:lnTo>
                    <a:pt x="5229221" y="1486417"/>
                  </a:lnTo>
                  <a:lnTo>
                    <a:pt x="5151977" y="1476645"/>
                  </a:lnTo>
                  <a:lnTo>
                    <a:pt x="5074734" y="1466691"/>
                  </a:lnTo>
                  <a:lnTo>
                    <a:pt x="4997490" y="1456550"/>
                  </a:lnTo>
                  <a:lnTo>
                    <a:pt x="4920246" y="1446219"/>
                  </a:lnTo>
                  <a:lnTo>
                    <a:pt x="4843003" y="1435695"/>
                  </a:lnTo>
                  <a:lnTo>
                    <a:pt x="4765759" y="1424973"/>
                  </a:lnTo>
                  <a:lnTo>
                    <a:pt x="4688516" y="1414051"/>
                  </a:lnTo>
                  <a:lnTo>
                    <a:pt x="4611272" y="1402925"/>
                  </a:lnTo>
                  <a:lnTo>
                    <a:pt x="4534029" y="1391590"/>
                  </a:lnTo>
                  <a:lnTo>
                    <a:pt x="4456785" y="1380043"/>
                  </a:lnTo>
                  <a:lnTo>
                    <a:pt x="4379541" y="1368280"/>
                  </a:lnTo>
                  <a:lnTo>
                    <a:pt x="4302298" y="1356296"/>
                  </a:lnTo>
                  <a:lnTo>
                    <a:pt x="4225054" y="1344088"/>
                  </a:lnTo>
                  <a:lnTo>
                    <a:pt x="4147811" y="1331652"/>
                  </a:lnTo>
                  <a:lnTo>
                    <a:pt x="4070567" y="1318983"/>
                  </a:lnTo>
                  <a:lnTo>
                    <a:pt x="3993324" y="1306076"/>
                  </a:lnTo>
                  <a:lnTo>
                    <a:pt x="3916080" y="1292928"/>
                  </a:lnTo>
                  <a:lnTo>
                    <a:pt x="3838836" y="1279534"/>
                  </a:lnTo>
                  <a:lnTo>
                    <a:pt x="3761593" y="1265889"/>
                  </a:lnTo>
                  <a:lnTo>
                    <a:pt x="3684349" y="1251988"/>
                  </a:lnTo>
                  <a:lnTo>
                    <a:pt x="3607106" y="1237827"/>
                  </a:lnTo>
                  <a:lnTo>
                    <a:pt x="3529862" y="1223401"/>
                  </a:lnTo>
                  <a:lnTo>
                    <a:pt x="3452619" y="1208705"/>
                  </a:lnTo>
                  <a:lnTo>
                    <a:pt x="3375375" y="1193734"/>
                  </a:lnTo>
                  <a:lnTo>
                    <a:pt x="3298131" y="1179176"/>
                  </a:lnTo>
                  <a:lnTo>
                    <a:pt x="3220888" y="1192901"/>
                  </a:lnTo>
                  <a:lnTo>
                    <a:pt x="3143644" y="1206399"/>
                  </a:lnTo>
                  <a:lnTo>
                    <a:pt x="3066401" y="1219673"/>
                  </a:lnTo>
                  <a:lnTo>
                    <a:pt x="2989157" y="1232728"/>
                  </a:lnTo>
                  <a:lnTo>
                    <a:pt x="2911914" y="1245566"/>
                  </a:lnTo>
                  <a:lnTo>
                    <a:pt x="2834670" y="1258192"/>
                  </a:lnTo>
                  <a:lnTo>
                    <a:pt x="2757426" y="1270609"/>
                  </a:lnTo>
                  <a:lnTo>
                    <a:pt x="2680183" y="1282821"/>
                  </a:lnTo>
                  <a:lnTo>
                    <a:pt x="2602939" y="1294830"/>
                  </a:lnTo>
                  <a:lnTo>
                    <a:pt x="2525696" y="1306640"/>
                  </a:lnTo>
                  <a:lnTo>
                    <a:pt x="2448452" y="1318255"/>
                  </a:lnTo>
                  <a:lnTo>
                    <a:pt x="2371209" y="1329678"/>
                  </a:lnTo>
                  <a:lnTo>
                    <a:pt x="2293965" y="1340912"/>
                  </a:lnTo>
                  <a:lnTo>
                    <a:pt x="2216721" y="1351959"/>
                  </a:lnTo>
                  <a:lnTo>
                    <a:pt x="2139478" y="1362824"/>
                  </a:lnTo>
                  <a:lnTo>
                    <a:pt x="2062234" y="1373509"/>
                  </a:lnTo>
                  <a:lnTo>
                    <a:pt x="1984991" y="1384017"/>
                  </a:lnTo>
                  <a:lnTo>
                    <a:pt x="1907747" y="1394351"/>
                  </a:lnTo>
                  <a:lnTo>
                    <a:pt x="1830504" y="1404514"/>
                  </a:lnTo>
                  <a:lnTo>
                    <a:pt x="1753260" y="1414509"/>
                  </a:lnTo>
                  <a:lnTo>
                    <a:pt x="1676016" y="1424339"/>
                  </a:lnTo>
                  <a:lnTo>
                    <a:pt x="1598773" y="1434005"/>
                  </a:lnTo>
                  <a:lnTo>
                    <a:pt x="1521529" y="1443512"/>
                  </a:lnTo>
                  <a:lnTo>
                    <a:pt x="1444286" y="1452861"/>
                  </a:lnTo>
                  <a:lnTo>
                    <a:pt x="1367042" y="1462056"/>
                  </a:lnTo>
                  <a:lnTo>
                    <a:pt x="1289799" y="1471098"/>
                  </a:lnTo>
                  <a:lnTo>
                    <a:pt x="1212555" y="1479991"/>
                  </a:lnTo>
                  <a:lnTo>
                    <a:pt x="1135311" y="1488736"/>
                  </a:lnTo>
                  <a:lnTo>
                    <a:pt x="1058068" y="1497337"/>
                  </a:lnTo>
                  <a:lnTo>
                    <a:pt x="980824" y="1505795"/>
                  </a:lnTo>
                  <a:lnTo>
                    <a:pt x="903581" y="1514113"/>
                  </a:lnTo>
                  <a:lnTo>
                    <a:pt x="826337" y="1522294"/>
                  </a:lnTo>
                  <a:lnTo>
                    <a:pt x="749094" y="1530339"/>
                  </a:lnTo>
                  <a:lnTo>
                    <a:pt x="671850" y="1538251"/>
                  </a:lnTo>
                  <a:lnTo>
                    <a:pt x="594606" y="1546032"/>
                  </a:lnTo>
                  <a:lnTo>
                    <a:pt x="517363" y="1553684"/>
                  </a:lnTo>
                  <a:lnTo>
                    <a:pt x="440119" y="1561210"/>
                  </a:lnTo>
                  <a:lnTo>
                    <a:pt x="362876" y="1568611"/>
                  </a:lnTo>
                  <a:lnTo>
                    <a:pt x="285632" y="1575890"/>
                  </a:lnTo>
                  <a:lnTo>
                    <a:pt x="208389" y="1583048"/>
                  </a:lnTo>
                  <a:lnTo>
                    <a:pt x="131145" y="1590087"/>
                  </a:lnTo>
                  <a:lnTo>
                    <a:pt x="53901" y="1597010"/>
                  </a:lnTo>
                  <a:lnTo>
                    <a:pt x="0" y="16017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548938"/>
              <a:ext cx="7392041" cy="1178482"/>
            </a:xfrm>
            <a:custGeom>
              <a:avLst/>
              <a:pathLst>
                <a:path w="7392041" h="1178482">
                  <a:moveTo>
                    <a:pt x="0" y="176047"/>
                  </a:moveTo>
                  <a:lnTo>
                    <a:pt x="53901" y="199678"/>
                  </a:lnTo>
                  <a:lnTo>
                    <a:pt x="131145" y="232919"/>
                  </a:lnTo>
                  <a:lnTo>
                    <a:pt x="208389" y="265549"/>
                  </a:lnTo>
                  <a:lnTo>
                    <a:pt x="285632" y="297580"/>
                  </a:lnTo>
                  <a:lnTo>
                    <a:pt x="362876" y="329022"/>
                  </a:lnTo>
                  <a:lnTo>
                    <a:pt x="440119" y="359885"/>
                  </a:lnTo>
                  <a:lnTo>
                    <a:pt x="517363" y="390182"/>
                  </a:lnTo>
                  <a:lnTo>
                    <a:pt x="594606" y="419922"/>
                  </a:lnTo>
                  <a:lnTo>
                    <a:pt x="671850" y="449115"/>
                  </a:lnTo>
                  <a:lnTo>
                    <a:pt x="749094" y="477772"/>
                  </a:lnTo>
                  <a:lnTo>
                    <a:pt x="826337" y="505902"/>
                  </a:lnTo>
                  <a:lnTo>
                    <a:pt x="903581" y="533515"/>
                  </a:lnTo>
                  <a:lnTo>
                    <a:pt x="980824" y="560621"/>
                  </a:lnTo>
                  <a:lnTo>
                    <a:pt x="1058068" y="587228"/>
                  </a:lnTo>
                  <a:lnTo>
                    <a:pt x="1135311" y="613346"/>
                  </a:lnTo>
                  <a:lnTo>
                    <a:pt x="1212555" y="638985"/>
                  </a:lnTo>
                  <a:lnTo>
                    <a:pt x="1289799" y="664152"/>
                  </a:lnTo>
                  <a:lnTo>
                    <a:pt x="1367042" y="688856"/>
                  </a:lnTo>
                  <a:lnTo>
                    <a:pt x="1444286" y="713107"/>
                  </a:lnTo>
                  <a:lnTo>
                    <a:pt x="1521529" y="736912"/>
                  </a:lnTo>
                  <a:lnTo>
                    <a:pt x="1598773" y="760279"/>
                  </a:lnTo>
                  <a:lnTo>
                    <a:pt x="1676016" y="783217"/>
                  </a:lnTo>
                  <a:lnTo>
                    <a:pt x="1753260" y="805733"/>
                  </a:lnTo>
                  <a:lnTo>
                    <a:pt x="1830504" y="827835"/>
                  </a:lnTo>
                  <a:lnTo>
                    <a:pt x="1907747" y="849531"/>
                  </a:lnTo>
                  <a:lnTo>
                    <a:pt x="1984991" y="870829"/>
                  </a:lnTo>
                  <a:lnTo>
                    <a:pt x="2062234" y="891735"/>
                  </a:lnTo>
                  <a:lnTo>
                    <a:pt x="2139478" y="912257"/>
                  </a:lnTo>
                  <a:lnTo>
                    <a:pt x="2216721" y="932401"/>
                  </a:lnTo>
                  <a:lnTo>
                    <a:pt x="2293965" y="952176"/>
                  </a:lnTo>
                  <a:lnTo>
                    <a:pt x="2371209" y="971586"/>
                  </a:lnTo>
                  <a:lnTo>
                    <a:pt x="2448452" y="990641"/>
                  </a:lnTo>
                  <a:lnTo>
                    <a:pt x="2525696" y="1009345"/>
                  </a:lnTo>
                  <a:lnTo>
                    <a:pt x="2602939" y="1027705"/>
                  </a:lnTo>
                  <a:lnTo>
                    <a:pt x="2680183" y="1045727"/>
                  </a:lnTo>
                  <a:lnTo>
                    <a:pt x="2757426" y="1063419"/>
                  </a:lnTo>
                  <a:lnTo>
                    <a:pt x="2834670" y="1080785"/>
                  </a:lnTo>
                  <a:lnTo>
                    <a:pt x="2911914" y="1097832"/>
                  </a:lnTo>
                  <a:lnTo>
                    <a:pt x="2989157" y="1114566"/>
                  </a:lnTo>
                  <a:lnTo>
                    <a:pt x="3066401" y="1130993"/>
                  </a:lnTo>
                  <a:lnTo>
                    <a:pt x="3143644" y="1147117"/>
                  </a:lnTo>
                  <a:lnTo>
                    <a:pt x="3220888" y="1162945"/>
                  </a:lnTo>
                  <a:lnTo>
                    <a:pt x="3298131" y="1178482"/>
                  </a:lnTo>
                  <a:lnTo>
                    <a:pt x="3375375" y="1165221"/>
                  </a:lnTo>
                  <a:lnTo>
                    <a:pt x="3452619" y="1151030"/>
                  </a:lnTo>
                  <a:lnTo>
                    <a:pt x="3529862" y="1136600"/>
                  </a:lnTo>
                  <a:lnTo>
                    <a:pt x="3607106" y="1121927"/>
                  </a:lnTo>
                  <a:lnTo>
                    <a:pt x="3684349" y="1107008"/>
                  </a:lnTo>
                  <a:lnTo>
                    <a:pt x="3761593" y="1091837"/>
                  </a:lnTo>
                  <a:lnTo>
                    <a:pt x="3838836" y="1076411"/>
                  </a:lnTo>
                  <a:lnTo>
                    <a:pt x="3916080" y="1060726"/>
                  </a:lnTo>
                  <a:lnTo>
                    <a:pt x="3993324" y="1044776"/>
                  </a:lnTo>
                  <a:lnTo>
                    <a:pt x="4070567" y="1028558"/>
                  </a:lnTo>
                  <a:lnTo>
                    <a:pt x="4147811" y="1012067"/>
                  </a:lnTo>
                  <a:lnTo>
                    <a:pt x="4225054" y="995298"/>
                  </a:lnTo>
                  <a:lnTo>
                    <a:pt x="4302298" y="978247"/>
                  </a:lnTo>
                  <a:lnTo>
                    <a:pt x="4379541" y="960909"/>
                  </a:lnTo>
                  <a:lnTo>
                    <a:pt x="4456785" y="943279"/>
                  </a:lnTo>
                  <a:lnTo>
                    <a:pt x="4534029" y="925353"/>
                  </a:lnTo>
                  <a:lnTo>
                    <a:pt x="4611272" y="907124"/>
                  </a:lnTo>
                  <a:lnTo>
                    <a:pt x="4688516" y="888589"/>
                  </a:lnTo>
                  <a:lnTo>
                    <a:pt x="4765759" y="869742"/>
                  </a:lnTo>
                  <a:lnTo>
                    <a:pt x="4843003" y="850578"/>
                  </a:lnTo>
                  <a:lnTo>
                    <a:pt x="4920246" y="831091"/>
                  </a:lnTo>
                  <a:lnTo>
                    <a:pt x="4997490" y="811276"/>
                  </a:lnTo>
                  <a:lnTo>
                    <a:pt x="5074734" y="791128"/>
                  </a:lnTo>
                  <a:lnTo>
                    <a:pt x="5151977" y="770640"/>
                  </a:lnTo>
                  <a:lnTo>
                    <a:pt x="5229221" y="749808"/>
                  </a:lnTo>
                  <a:lnTo>
                    <a:pt x="5306464" y="728625"/>
                  </a:lnTo>
                  <a:lnTo>
                    <a:pt x="5383708" y="707085"/>
                  </a:lnTo>
                  <a:lnTo>
                    <a:pt x="5460951" y="685183"/>
                  </a:lnTo>
                  <a:lnTo>
                    <a:pt x="5538195" y="662912"/>
                  </a:lnTo>
                  <a:lnTo>
                    <a:pt x="5615439" y="640267"/>
                  </a:lnTo>
                  <a:lnTo>
                    <a:pt x="5692682" y="617240"/>
                  </a:lnTo>
                  <a:lnTo>
                    <a:pt x="5769926" y="593826"/>
                  </a:lnTo>
                  <a:lnTo>
                    <a:pt x="5847169" y="570017"/>
                  </a:lnTo>
                  <a:lnTo>
                    <a:pt x="5924413" y="545808"/>
                  </a:lnTo>
                  <a:lnTo>
                    <a:pt x="6001656" y="521191"/>
                  </a:lnTo>
                  <a:lnTo>
                    <a:pt x="6078900" y="496160"/>
                  </a:lnTo>
                  <a:lnTo>
                    <a:pt x="6156144" y="470708"/>
                  </a:lnTo>
                  <a:lnTo>
                    <a:pt x="6233387" y="444827"/>
                  </a:lnTo>
                  <a:lnTo>
                    <a:pt x="6310631" y="418510"/>
                  </a:lnTo>
                  <a:lnTo>
                    <a:pt x="6387874" y="391751"/>
                  </a:lnTo>
                  <a:lnTo>
                    <a:pt x="6465118" y="364541"/>
                  </a:lnTo>
                  <a:lnTo>
                    <a:pt x="6542361" y="336873"/>
                  </a:lnTo>
                  <a:lnTo>
                    <a:pt x="6619605" y="308740"/>
                  </a:lnTo>
                  <a:lnTo>
                    <a:pt x="6696849" y="280133"/>
                  </a:lnTo>
                  <a:lnTo>
                    <a:pt x="6774092" y="251044"/>
                  </a:lnTo>
                  <a:lnTo>
                    <a:pt x="6851336" y="221466"/>
                  </a:lnTo>
                  <a:lnTo>
                    <a:pt x="6928579" y="191390"/>
                  </a:lnTo>
                  <a:lnTo>
                    <a:pt x="7005823" y="160808"/>
                  </a:lnTo>
                  <a:lnTo>
                    <a:pt x="7083066" y="129711"/>
                  </a:lnTo>
                  <a:lnTo>
                    <a:pt x="7160310" y="98090"/>
                  </a:lnTo>
                  <a:lnTo>
                    <a:pt x="7237554" y="65938"/>
                  </a:lnTo>
                  <a:lnTo>
                    <a:pt x="7314797" y="33244"/>
                  </a:lnTo>
                  <a:lnTo>
                    <a:pt x="73920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8115"/>
              <a:ext cx="7392041" cy="518672"/>
            </a:xfrm>
            <a:custGeom>
              <a:avLst/>
              <a:pathLst>
                <a:path w="7392041" h="518672">
                  <a:moveTo>
                    <a:pt x="7392041" y="518672"/>
                  </a:moveTo>
                  <a:lnTo>
                    <a:pt x="7314797" y="512860"/>
                  </a:lnTo>
                  <a:lnTo>
                    <a:pt x="7237554" y="506938"/>
                  </a:lnTo>
                  <a:lnTo>
                    <a:pt x="7160310" y="500905"/>
                  </a:lnTo>
                  <a:lnTo>
                    <a:pt x="7083066" y="494760"/>
                  </a:lnTo>
                  <a:lnTo>
                    <a:pt x="7005823" y="488499"/>
                  </a:lnTo>
                  <a:lnTo>
                    <a:pt x="6928579" y="482121"/>
                  </a:lnTo>
                  <a:lnTo>
                    <a:pt x="6851336" y="475624"/>
                  </a:lnTo>
                  <a:lnTo>
                    <a:pt x="6774092" y="469005"/>
                  </a:lnTo>
                  <a:lnTo>
                    <a:pt x="6696849" y="462262"/>
                  </a:lnTo>
                  <a:lnTo>
                    <a:pt x="6619605" y="455393"/>
                  </a:lnTo>
                  <a:lnTo>
                    <a:pt x="6542361" y="448396"/>
                  </a:lnTo>
                  <a:lnTo>
                    <a:pt x="6465118" y="441267"/>
                  </a:lnTo>
                  <a:lnTo>
                    <a:pt x="6387874" y="434005"/>
                  </a:lnTo>
                  <a:lnTo>
                    <a:pt x="6310631" y="426607"/>
                  </a:lnTo>
                  <a:lnTo>
                    <a:pt x="6233387" y="419070"/>
                  </a:lnTo>
                  <a:lnTo>
                    <a:pt x="6156144" y="411392"/>
                  </a:lnTo>
                  <a:lnTo>
                    <a:pt x="6078900" y="403571"/>
                  </a:lnTo>
                  <a:lnTo>
                    <a:pt x="6001656" y="395603"/>
                  </a:lnTo>
                  <a:lnTo>
                    <a:pt x="5924413" y="387486"/>
                  </a:lnTo>
                  <a:lnTo>
                    <a:pt x="5847169" y="379217"/>
                  </a:lnTo>
                  <a:lnTo>
                    <a:pt x="5769926" y="370793"/>
                  </a:lnTo>
                  <a:lnTo>
                    <a:pt x="5692682" y="362211"/>
                  </a:lnTo>
                  <a:lnTo>
                    <a:pt x="5615439" y="353469"/>
                  </a:lnTo>
                  <a:lnTo>
                    <a:pt x="5538195" y="344563"/>
                  </a:lnTo>
                  <a:lnTo>
                    <a:pt x="5460951" y="335490"/>
                  </a:lnTo>
                  <a:lnTo>
                    <a:pt x="5383708" y="326247"/>
                  </a:lnTo>
                  <a:lnTo>
                    <a:pt x="5306464" y="316832"/>
                  </a:lnTo>
                  <a:lnTo>
                    <a:pt x="5229221" y="307240"/>
                  </a:lnTo>
                  <a:lnTo>
                    <a:pt x="5151977" y="297468"/>
                  </a:lnTo>
                  <a:lnTo>
                    <a:pt x="5074734" y="287514"/>
                  </a:lnTo>
                  <a:lnTo>
                    <a:pt x="4997490" y="277373"/>
                  </a:lnTo>
                  <a:lnTo>
                    <a:pt x="4920246" y="267042"/>
                  </a:lnTo>
                  <a:lnTo>
                    <a:pt x="4843003" y="256518"/>
                  </a:lnTo>
                  <a:lnTo>
                    <a:pt x="4765759" y="245796"/>
                  </a:lnTo>
                  <a:lnTo>
                    <a:pt x="4688516" y="234874"/>
                  </a:lnTo>
                  <a:lnTo>
                    <a:pt x="4611272" y="223748"/>
                  </a:lnTo>
                  <a:lnTo>
                    <a:pt x="4534029" y="212413"/>
                  </a:lnTo>
                  <a:lnTo>
                    <a:pt x="4456785" y="200866"/>
                  </a:lnTo>
                  <a:lnTo>
                    <a:pt x="4379541" y="189103"/>
                  </a:lnTo>
                  <a:lnTo>
                    <a:pt x="4302298" y="177119"/>
                  </a:lnTo>
                  <a:lnTo>
                    <a:pt x="4225054" y="164911"/>
                  </a:lnTo>
                  <a:lnTo>
                    <a:pt x="4147811" y="152475"/>
                  </a:lnTo>
                  <a:lnTo>
                    <a:pt x="4070567" y="139806"/>
                  </a:lnTo>
                  <a:lnTo>
                    <a:pt x="3993324" y="126899"/>
                  </a:lnTo>
                  <a:lnTo>
                    <a:pt x="3916080" y="113751"/>
                  </a:lnTo>
                  <a:lnTo>
                    <a:pt x="3838836" y="100357"/>
                  </a:lnTo>
                  <a:lnTo>
                    <a:pt x="3761593" y="86712"/>
                  </a:lnTo>
                  <a:lnTo>
                    <a:pt x="3684349" y="72811"/>
                  </a:lnTo>
                  <a:lnTo>
                    <a:pt x="3607106" y="58650"/>
                  </a:lnTo>
                  <a:lnTo>
                    <a:pt x="3529862" y="44224"/>
                  </a:lnTo>
                  <a:lnTo>
                    <a:pt x="3452619" y="29528"/>
                  </a:lnTo>
                  <a:lnTo>
                    <a:pt x="3375375" y="14557"/>
                  </a:lnTo>
                  <a:lnTo>
                    <a:pt x="3298131" y="0"/>
                  </a:lnTo>
                  <a:lnTo>
                    <a:pt x="3220888" y="13724"/>
                  </a:lnTo>
                  <a:lnTo>
                    <a:pt x="3143644" y="27222"/>
                  </a:lnTo>
                  <a:lnTo>
                    <a:pt x="3066401" y="40496"/>
                  </a:lnTo>
                  <a:lnTo>
                    <a:pt x="2989157" y="53551"/>
                  </a:lnTo>
                  <a:lnTo>
                    <a:pt x="2911914" y="66389"/>
                  </a:lnTo>
                  <a:lnTo>
                    <a:pt x="2834670" y="79015"/>
                  </a:lnTo>
                  <a:lnTo>
                    <a:pt x="2757426" y="91432"/>
                  </a:lnTo>
                  <a:lnTo>
                    <a:pt x="2680183" y="103644"/>
                  </a:lnTo>
                  <a:lnTo>
                    <a:pt x="2602939" y="115653"/>
                  </a:lnTo>
                  <a:lnTo>
                    <a:pt x="2525696" y="127463"/>
                  </a:lnTo>
                  <a:lnTo>
                    <a:pt x="2448452" y="139078"/>
                  </a:lnTo>
                  <a:lnTo>
                    <a:pt x="2371209" y="150501"/>
                  </a:lnTo>
                  <a:lnTo>
                    <a:pt x="2293965" y="161735"/>
                  </a:lnTo>
                  <a:lnTo>
                    <a:pt x="2216721" y="172782"/>
                  </a:lnTo>
                  <a:lnTo>
                    <a:pt x="2139478" y="183647"/>
                  </a:lnTo>
                  <a:lnTo>
                    <a:pt x="2062234" y="194332"/>
                  </a:lnTo>
                  <a:lnTo>
                    <a:pt x="1984991" y="204840"/>
                  </a:lnTo>
                  <a:lnTo>
                    <a:pt x="1907747" y="215174"/>
                  </a:lnTo>
                  <a:lnTo>
                    <a:pt x="1830504" y="225337"/>
                  </a:lnTo>
                  <a:lnTo>
                    <a:pt x="1753260" y="235332"/>
                  </a:lnTo>
                  <a:lnTo>
                    <a:pt x="1676016" y="245162"/>
                  </a:lnTo>
                  <a:lnTo>
                    <a:pt x="1598773" y="254828"/>
                  </a:lnTo>
                  <a:lnTo>
                    <a:pt x="1521529" y="264335"/>
                  </a:lnTo>
                  <a:lnTo>
                    <a:pt x="1444286" y="273684"/>
                  </a:lnTo>
                  <a:lnTo>
                    <a:pt x="1367042" y="282879"/>
                  </a:lnTo>
                  <a:lnTo>
                    <a:pt x="1289799" y="291921"/>
                  </a:lnTo>
                  <a:lnTo>
                    <a:pt x="1212555" y="300814"/>
                  </a:lnTo>
                  <a:lnTo>
                    <a:pt x="1135311" y="309559"/>
                  </a:lnTo>
                  <a:lnTo>
                    <a:pt x="1058068" y="318160"/>
                  </a:lnTo>
                  <a:lnTo>
                    <a:pt x="980824" y="326618"/>
                  </a:lnTo>
                  <a:lnTo>
                    <a:pt x="903581" y="334936"/>
                  </a:lnTo>
                  <a:lnTo>
                    <a:pt x="826337" y="343117"/>
                  </a:lnTo>
                  <a:lnTo>
                    <a:pt x="749094" y="351162"/>
                  </a:lnTo>
                  <a:lnTo>
                    <a:pt x="671850" y="359074"/>
                  </a:lnTo>
                  <a:lnTo>
                    <a:pt x="594606" y="366855"/>
                  </a:lnTo>
                  <a:lnTo>
                    <a:pt x="517363" y="374507"/>
                  </a:lnTo>
                  <a:lnTo>
                    <a:pt x="440119" y="382033"/>
                  </a:lnTo>
                  <a:lnTo>
                    <a:pt x="362876" y="389434"/>
                  </a:lnTo>
                  <a:lnTo>
                    <a:pt x="285632" y="396713"/>
                  </a:lnTo>
                  <a:lnTo>
                    <a:pt x="208389" y="403871"/>
                  </a:lnTo>
                  <a:lnTo>
                    <a:pt x="131145" y="410910"/>
                  </a:lnTo>
                  <a:lnTo>
                    <a:pt x="53901" y="417833"/>
                  </a:lnTo>
                  <a:lnTo>
                    <a:pt x="0" y="4225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94198"/>
              <a:ext cx="7392041" cy="73429"/>
            </a:xfrm>
            <a:custGeom>
              <a:avLst/>
              <a:pathLst>
                <a:path w="7392041" h="73429">
                  <a:moveTo>
                    <a:pt x="0" y="0"/>
                  </a:moveTo>
                  <a:lnTo>
                    <a:pt x="53901" y="559"/>
                  </a:lnTo>
                  <a:lnTo>
                    <a:pt x="131145" y="1360"/>
                  </a:lnTo>
                  <a:lnTo>
                    <a:pt x="208389" y="2160"/>
                  </a:lnTo>
                  <a:lnTo>
                    <a:pt x="285632" y="2960"/>
                  </a:lnTo>
                  <a:lnTo>
                    <a:pt x="362876" y="3759"/>
                  </a:lnTo>
                  <a:lnTo>
                    <a:pt x="440119" y="4557"/>
                  </a:lnTo>
                  <a:lnTo>
                    <a:pt x="517363" y="5354"/>
                  </a:lnTo>
                  <a:lnTo>
                    <a:pt x="594606" y="6151"/>
                  </a:lnTo>
                  <a:lnTo>
                    <a:pt x="671850" y="6946"/>
                  </a:lnTo>
                  <a:lnTo>
                    <a:pt x="749094" y="7742"/>
                  </a:lnTo>
                  <a:lnTo>
                    <a:pt x="826337" y="8536"/>
                  </a:lnTo>
                  <a:lnTo>
                    <a:pt x="903581" y="9330"/>
                  </a:lnTo>
                  <a:lnTo>
                    <a:pt x="980824" y="10122"/>
                  </a:lnTo>
                  <a:lnTo>
                    <a:pt x="1058068" y="10915"/>
                  </a:lnTo>
                  <a:lnTo>
                    <a:pt x="1135311" y="11706"/>
                  </a:lnTo>
                  <a:lnTo>
                    <a:pt x="1212555" y="12497"/>
                  </a:lnTo>
                  <a:lnTo>
                    <a:pt x="1289799" y="13287"/>
                  </a:lnTo>
                  <a:lnTo>
                    <a:pt x="1367042" y="14076"/>
                  </a:lnTo>
                  <a:lnTo>
                    <a:pt x="1444286" y="14864"/>
                  </a:lnTo>
                  <a:lnTo>
                    <a:pt x="1521529" y="15652"/>
                  </a:lnTo>
                  <a:lnTo>
                    <a:pt x="1598773" y="16439"/>
                  </a:lnTo>
                  <a:lnTo>
                    <a:pt x="1676016" y="17225"/>
                  </a:lnTo>
                  <a:lnTo>
                    <a:pt x="1753260" y="18011"/>
                  </a:lnTo>
                  <a:lnTo>
                    <a:pt x="1830504" y="18796"/>
                  </a:lnTo>
                  <a:lnTo>
                    <a:pt x="1907747" y="19580"/>
                  </a:lnTo>
                  <a:lnTo>
                    <a:pt x="1984991" y="20363"/>
                  </a:lnTo>
                  <a:lnTo>
                    <a:pt x="2062234" y="21146"/>
                  </a:lnTo>
                  <a:lnTo>
                    <a:pt x="2139478" y="21928"/>
                  </a:lnTo>
                  <a:lnTo>
                    <a:pt x="2216721" y="22709"/>
                  </a:lnTo>
                  <a:lnTo>
                    <a:pt x="2293965" y="23489"/>
                  </a:lnTo>
                  <a:lnTo>
                    <a:pt x="2371209" y="24269"/>
                  </a:lnTo>
                  <a:lnTo>
                    <a:pt x="2448452" y="25048"/>
                  </a:lnTo>
                  <a:lnTo>
                    <a:pt x="2525696" y="25826"/>
                  </a:lnTo>
                  <a:lnTo>
                    <a:pt x="2602939" y="26604"/>
                  </a:lnTo>
                  <a:lnTo>
                    <a:pt x="2680183" y="27381"/>
                  </a:lnTo>
                  <a:lnTo>
                    <a:pt x="2757426" y="28157"/>
                  </a:lnTo>
                  <a:lnTo>
                    <a:pt x="2834670" y="28932"/>
                  </a:lnTo>
                  <a:lnTo>
                    <a:pt x="2911914" y="29707"/>
                  </a:lnTo>
                  <a:lnTo>
                    <a:pt x="2989157" y="30481"/>
                  </a:lnTo>
                  <a:lnTo>
                    <a:pt x="3066401" y="31254"/>
                  </a:lnTo>
                  <a:lnTo>
                    <a:pt x="3143644" y="32027"/>
                  </a:lnTo>
                  <a:lnTo>
                    <a:pt x="3220888" y="32798"/>
                  </a:lnTo>
                  <a:lnTo>
                    <a:pt x="3298131" y="33570"/>
                  </a:lnTo>
                  <a:lnTo>
                    <a:pt x="3375375" y="34340"/>
                  </a:lnTo>
                  <a:lnTo>
                    <a:pt x="3452619" y="35110"/>
                  </a:lnTo>
                  <a:lnTo>
                    <a:pt x="3529862" y="35879"/>
                  </a:lnTo>
                  <a:lnTo>
                    <a:pt x="3607106" y="36647"/>
                  </a:lnTo>
                  <a:lnTo>
                    <a:pt x="3684349" y="37414"/>
                  </a:lnTo>
                  <a:lnTo>
                    <a:pt x="3761593" y="38181"/>
                  </a:lnTo>
                  <a:lnTo>
                    <a:pt x="3838836" y="38947"/>
                  </a:lnTo>
                  <a:lnTo>
                    <a:pt x="3916080" y="39713"/>
                  </a:lnTo>
                  <a:lnTo>
                    <a:pt x="3993324" y="40477"/>
                  </a:lnTo>
                  <a:lnTo>
                    <a:pt x="4070567" y="41241"/>
                  </a:lnTo>
                  <a:lnTo>
                    <a:pt x="4147811" y="42004"/>
                  </a:lnTo>
                  <a:lnTo>
                    <a:pt x="4225054" y="42767"/>
                  </a:lnTo>
                  <a:lnTo>
                    <a:pt x="4302298" y="43529"/>
                  </a:lnTo>
                  <a:lnTo>
                    <a:pt x="4379541" y="44290"/>
                  </a:lnTo>
                  <a:lnTo>
                    <a:pt x="4456785" y="45050"/>
                  </a:lnTo>
                  <a:lnTo>
                    <a:pt x="4534029" y="45810"/>
                  </a:lnTo>
                  <a:lnTo>
                    <a:pt x="4611272" y="46569"/>
                  </a:lnTo>
                  <a:lnTo>
                    <a:pt x="4688516" y="47327"/>
                  </a:lnTo>
                  <a:lnTo>
                    <a:pt x="4765759" y="48085"/>
                  </a:lnTo>
                  <a:lnTo>
                    <a:pt x="4843003" y="48842"/>
                  </a:lnTo>
                  <a:lnTo>
                    <a:pt x="4920246" y="49598"/>
                  </a:lnTo>
                  <a:lnTo>
                    <a:pt x="4997490" y="50353"/>
                  </a:lnTo>
                  <a:lnTo>
                    <a:pt x="5074734" y="51108"/>
                  </a:lnTo>
                  <a:lnTo>
                    <a:pt x="5151977" y="51862"/>
                  </a:lnTo>
                  <a:lnTo>
                    <a:pt x="5229221" y="52616"/>
                  </a:lnTo>
                  <a:lnTo>
                    <a:pt x="5306464" y="53368"/>
                  </a:lnTo>
                  <a:lnTo>
                    <a:pt x="5383708" y="54120"/>
                  </a:lnTo>
                  <a:lnTo>
                    <a:pt x="5460951" y="54872"/>
                  </a:lnTo>
                  <a:lnTo>
                    <a:pt x="5538195" y="55622"/>
                  </a:lnTo>
                  <a:lnTo>
                    <a:pt x="5615439" y="56372"/>
                  </a:lnTo>
                  <a:lnTo>
                    <a:pt x="5692682" y="57121"/>
                  </a:lnTo>
                  <a:lnTo>
                    <a:pt x="5769926" y="57870"/>
                  </a:lnTo>
                  <a:lnTo>
                    <a:pt x="5847169" y="58618"/>
                  </a:lnTo>
                  <a:lnTo>
                    <a:pt x="5924413" y="59365"/>
                  </a:lnTo>
                  <a:lnTo>
                    <a:pt x="6001656" y="60111"/>
                  </a:lnTo>
                  <a:lnTo>
                    <a:pt x="6078900" y="60857"/>
                  </a:lnTo>
                  <a:lnTo>
                    <a:pt x="6156144" y="61602"/>
                  </a:lnTo>
                  <a:lnTo>
                    <a:pt x="6233387" y="62346"/>
                  </a:lnTo>
                  <a:lnTo>
                    <a:pt x="6310631" y="63090"/>
                  </a:lnTo>
                  <a:lnTo>
                    <a:pt x="6387874" y="63833"/>
                  </a:lnTo>
                  <a:lnTo>
                    <a:pt x="6465118" y="64575"/>
                  </a:lnTo>
                  <a:lnTo>
                    <a:pt x="6542361" y="65317"/>
                  </a:lnTo>
                  <a:lnTo>
                    <a:pt x="6619605" y="66058"/>
                  </a:lnTo>
                  <a:lnTo>
                    <a:pt x="6696849" y="66798"/>
                  </a:lnTo>
                  <a:lnTo>
                    <a:pt x="6774092" y="67537"/>
                  </a:lnTo>
                  <a:lnTo>
                    <a:pt x="6851336" y="68276"/>
                  </a:lnTo>
                  <a:lnTo>
                    <a:pt x="6928579" y="69014"/>
                  </a:lnTo>
                  <a:lnTo>
                    <a:pt x="7005823" y="69752"/>
                  </a:lnTo>
                  <a:lnTo>
                    <a:pt x="7083066" y="70488"/>
                  </a:lnTo>
                  <a:lnTo>
                    <a:pt x="7160310" y="71225"/>
                  </a:lnTo>
                  <a:lnTo>
                    <a:pt x="7237554" y="71960"/>
                  </a:lnTo>
                  <a:lnTo>
                    <a:pt x="7314797" y="72695"/>
                  </a:lnTo>
                  <a:lnTo>
                    <a:pt x="7392041" y="734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1.01 (0.83-1.24)  |  per IQR decline (Δ = 0.30): 1.03 (0.57-1.88)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2026-05-28T20:46:36Z</dcterms:modified>
  <cp:category/>
</cp:coreProperties>
</file>