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675541"/>
              <a:ext cx="6964104" cy="612714"/>
            </a:xfrm>
            <a:custGeom>
              <a:avLst/>
              <a:pathLst>
                <a:path w="6964104" h="612714">
                  <a:moveTo>
                    <a:pt x="0" y="21786"/>
                  </a:moveTo>
                  <a:lnTo>
                    <a:pt x="70344" y="34706"/>
                  </a:lnTo>
                  <a:lnTo>
                    <a:pt x="140688" y="47389"/>
                  </a:lnTo>
                  <a:lnTo>
                    <a:pt x="211033" y="59838"/>
                  </a:lnTo>
                  <a:lnTo>
                    <a:pt x="281377" y="72059"/>
                  </a:lnTo>
                  <a:lnTo>
                    <a:pt x="351722" y="84055"/>
                  </a:lnTo>
                  <a:lnTo>
                    <a:pt x="422066" y="95830"/>
                  </a:lnTo>
                  <a:lnTo>
                    <a:pt x="492411" y="107389"/>
                  </a:lnTo>
                  <a:lnTo>
                    <a:pt x="562755" y="118736"/>
                  </a:lnTo>
                  <a:lnTo>
                    <a:pt x="633100" y="129874"/>
                  </a:lnTo>
                  <a:lnTo>
                    <a:pt x="703444" y="140807"/>
                  </a:lnTo>
                  <a:lnTo>
                    <a:pt x="773789" y="151540"/>
                  </a:lnTo>
                  <a:lnTo>
                    <a:pt x="844133" y="162075"/>
                  </a:lnTo>
                  <a:lnTo>
                    <a:pt x="914478" y="172416"/>
                  </a:lnTo>
                  <a:lnTo>
                    <a:pt x="984822" y="182568"/>
                  </a:lnTo>
                  <a:lnTo>
                    <a:pt x="1055167" y="192533"/>
                  </a:lnTo>
                  <a:lnTo>
                    <a:pt x="1125511" y="202315"/>
                  </a:lnTo>
                  <a:lnTo>
                    <a:pt x="1195856" y="211916"/>
                  </a:lnTo>
                  <a:lnTo>
                    <a:pt x="1266200" y="221342"/>
                  </a:lnTo>
                  <a:lnTo>
                    <a:pt x="1336545" y="230594"/>
                  </a:lnTo>
                  <a:lnTo>
                    <a:pt x="1406889" y="239676"/>
                  </a:lnTo>
                  <a:lnTo>
                    <a:pt x="1477234" y="248592"/>
                  </a:lnTo>
                  <a:lnTo>
                    <a:pt x="1547578" y="257343"/>
                  </a:lnTo>
                  <a:lnTo>
                    <a:pt x="1617923" y="265934"/>
                  </a:lnTo>
                  <a:lnTo>
                    <a:pt x="1688267" y="274366"/>
                  </a:lnTo>
                  <a:lnTo>
                    <a:pt x="1758612" y="282644"/>
                  </a:lnTo>
                  <a:lnTo>
                    <a:pt x="1828956" y="290770"/>
                  </a:lnTo>
                  <a:lnTo>
                    <a:pt x="1899301" y="298746"/>
                  </a:lnTo>
                  <a:lnTo>
                    <a:pt x="1969645" y="306576"/>
                  </a:lnTo>
                  <a:lnTo>
                    <a:pt x="2039990" y="314261"/>
                  </a:lnTo>
                  <a:lnTo>
                    <a:pt x="2110334" y="321806"/>
                  </a:lnTo>
                  <a:lnTo>
                    <a:pt x="2180679" y="329212"/>
                  </a:lnTo>
                  <a:lnTo>
                    <a:pt x="2251023" y="336481"/>
                  </a:lnTo>
                  <a:lnTo>
                    <a:pt x="2321368" y="343617"/>
                  </a:lnTo>
                  <a:lnTo>
                    <a:pt x="2391712" y="350622"/>
                  </a:lnTo>
                  <a:lnTo>
                    <a:pt x="2462057" y="357499"/>
                  </a:lnTo>
                  <a:lnTo>
                    <a:pt x="2532401" y="364248"/>
                  </a:lnTo>
                  <a:lnTo>
                    <a:pt x="2602746" y="370874"/>
                  </a:lnTo>
                  <a:lnTo>
                    <a:pt x="2673090" y="377378"/>
                  </a:lnTo>
                  <a:lnTo>
                    <a:pt x="2743435" y="383763"/>
                  </a:lnTo>
                  <a:lnTo>
                    <a:pt x="2813779" y="390030"/>
                  </a:lnTo>
                  <a:lnTo>
                    <a:pt x="2884124" y="396182"/>
                  </a:lnTo>
                  <a:lnTo>
                    <a:pt x="2954468" y="402220"/>
                  </a:lnTo>
                  <a:lnTo>
                    <a:pt x="3024813" y="408148"/>
                  </a:lnTo>
                  <a:lnTo>
                    <a:pt x="3095157" y="413967"/>
                  </a:lnTo>
                  <a:lnTo>
                    <a:pt x="3165502" y="419679"/>
                  </a:lnTo>
                  <a:lnTo>
                    <a:pt x="3235846" y="425286"/>
                  </a:lnTo>
                  <a:lnTo>
                    <a:pt x="3306191" y="420500"/>
                  </a:lnTo>
                  <a:lnTo>
                    <a:pt x="3376535" y="415379"/>
                  </a:lnTo>
                  <a:lnTo>
                    <a:pt x="3446880" y="410172"/>
                  </a:lnTo>
                  <a:lnTo>
                    <a:pt x="3517224" y="404877"/>
                  </a:lnTo>
                  <a:lnTo>
                    <a:pt x="3587569" y="399493"/>
                  </a:lnTo>
                  <a:lnTo>
                    <a:pt x="3657913" y="394018"/>
                  </a:lnTo>
                  <a:lnTo>
                    <a:pt x="3728257" y="388451"/>
                  </a:lnTo>
                  <a:lnTo>
                    <a:pt x="3798602" y="382791"/>
                  </a:lnTo>
                  <a:lnTo>
                    <a:pt x="3868946" y="377035"/>
                  </a:lnTo>
                  <a:lnTo>
                    <a:pt x="3939291" y="371182"/>
                  </a:lnTo>
                  <a:lnTo>
                    <a:pt x="4009635" y="365231"/>
                  </a:lnTo>
                  <a:lnTo>
                    <a:pt x="4079980" y="359179"/>
                  </a:lnTo>
                  <a:lnTo>
                    <a:pt x="4150324" y="353026"/>
                  </a:lnTo>
                  <a:lnTo>
                    <a:pt x="4220669" y="346769"/>
                  </a:lnTo>
                  <a:lnTo>
                    <a:pt x="4291013" y="340407"/>
                  </a:lnTo>
                  <a:lnTo>
                    <a:pt x="4361358" y="333938"/>
                  </a:lnTo>
                  <a:lnTo>
                    <a:pt x="4431702" y="327360"/>
                  </a:lnTo>
                  <a:lnTo>
                    <a:pt x="4502047" y="320671"/>
                  </a:lnTo>
                  <a:lnTo>
                    <a:pt x="4572391" y="313869"/>
                  </a:lnTo>
                  <a:lnTo>
                    <a:pt x="4642736" y="306953"/>
                  </a:lnTo>
                  <a:lnTo>
                    <a:pt x="4713080" y="299921"/>
                  </a:lnTo>
                  <a:lnTo>
                    <a:pt x="4783425" y="292770"/>
                  </a:lnTo>
                  <a:lnTo>
                    <a:pt x="4853769" y="285499"/>
                  </a:lnTo>
                  <a:lnTo>
                    <a:pt x="4924114" y="278106"/>
                  </a:lnTo>
                  <a:lnTo>
                    <a:pt x="4994458" y="270588"/>
                  </a:lnTo>
                  <a:lnTo>
                    <a:pt x="5064803" y="262943"/>
                  </a:lnTo>
                  <a:lnTo>
                    <a:pt x="5135147" y="255170"/>
                  </a:lnTo>
                  <a:lnTo>
                    <a:pt x="5205492" y="247266"/>
                  </a:lnTo>
                  <a:lnTo>
                    <a:pt x="5275836" y="239229"/>
                  </a:lnTo>
                  <a:lnTo>
                    <a:pt x="5346181" y="231057"/>
                  </a:lnTo>
                  <a:lnTo>
                    <a:pt x="5416525" y="222747"/>
                  </a:lnTo>
                  <a:lnTo>
                    <a:pt x="5486870" y="214297"/>
                  </a:lnTo>
                  <a:lnTo>
                    <a:pt x="5557214" y="205705"/>
                  </a:lnTo>
                  <a:lnTo>
                    <a:pt x="5627559" y="196969"/>
                  </a:lnTo>
                  <a:lnTo>
                    <a:pt x="5697903" y="188085"/>
                  </a:lnTo>
                  <a:lnTo>
                    <a:pt x="5768248" y="179052"/>
                  </a:lnTo>
                  <a:lnTo>
                    <a:pt x="5838592" y="169867"/>
                  </a:lnTo>
                  <a:lnTo>
                    <a:pt x="5908937" y="160527"/>
                  </a:lnTo>
                  <a:lnTo>
                    <a:pt x="5979281" y="151030"/>
                  </a:lnTo>
                  <a:lnTo>
                    <a:pt x="6049626" y="141373"/>
                  </a:lnTo>
                  <a:lnTo>
                    <a:pt x="6119970" y="131554"/>
                  </a:lnTo>
                  <a:lnTo>
                    <a:pt x="6190315" y="121569"/>
                  </a:lnTo>
                  <a:lnTo>
                    <a:pt x="6260659" y="111417"/>
                  </a:lnTo>
                  <a:lnTo>
                    <a:pt x="6331004" y="101093"/>
                  </a:lnTo>
                  <a:lnTo>
                    <a:pt x="6401348" y="90596"/>
                  </a:lnTo>
                  <a:lnTo>
                    <a:pt x="6471693" y="79922"/>
                  </a:lnTo>
                  <a:lnTo>
                    <a:pt x="6542037" y="69068"/>
                  </a:lnTo>
                  <a:lnTo>
                    <a:pt x="6612382" y="58031"/>
                  </a:lnTo>
                  <a:lnTo>
                    <a:pt x="6682726" y="46809"/>
                  </a:lnTo>
                  <a:lnTo>
                    <a:pt x="6753071" y="35398"/>
                  </a:lnTo>
                  <a:lnTo>
                    <a:pt x="6823415" y="23795"/>
                  </a:lnTo>
                  <a:lnTo>
                    <a:pt x="6893760" y="11997"/>
                  </a:lnTo>
                  <a:lnTo>
                    <a:pt x="6964104" y="0"/>
                  </a:lnTo>
                  <a:lnTo>
                    <a:pt x="6964104" y="612714"/>
                  </a:lnTo>
                  <a:lnTo>
                    <a:pt x="6893760" y="610616"/>
                  </a:lnTo>
                  <a:lnTo>
                    <a:pt x="6823415" y="608479"/>
                  </a:lnTo>
                  <a:lnTo>
                    <a:pt x="6753071" y="606302"/>
                  </a:lnTo>
                  <a:lnTo>
                    <a:pt x="6682726" y="604084"/>
                  </a:lnTo>
                  <a:lnTo>
                    <a:pt x="6612382" y="601825"/>
                  </a:lnTo>
                  <a:lnTo>
                    <a:pt x="6542037" y="599523"/>
                  </a:lnTo>
                  <a:lnTo>
                    <a:pt x="6471693" y="597178"/>
                  </a:lnTo>
                  <a:lnTo>
                    <a:pt x="6401348" y="594790"/>
                  </a:lnTo>
                  <a:lnTo>
                    <a:pt x="6331004" y="592357"/>
                  </a:lnTo>
                  <a:lnTo>
                    <a:pt x="6260659" y="589878"/>
                  </a:lnTo>
                  <a:lnTo>
                    <a:pt x="6190315" y="587352"/>
                  </a:lnTo>
                  <a:lnTo>
                    <a:pt x="6119970" y="584780"/>
                  </a:lnTo>
                  <a:lnTo>
                    <a:pt x="6049626" y="582159"/>
                  </a:lnTo>
                  <a:lnTo>
                    <a:pt x="5979281" y="579489"/>
                  </a:lnTo>
                  <a:lnTo>
                    <a:pt x="5908937" y="576769"/>
                  </a:lnTo>
                  <a:lnTo>
                    <a:pt x="5838592" y="573999"/>
                  </a:lnTo>
                  <a:lnTo>
                    <a:pt x="5768248" y="571176"/>
                  </a:lnTo>
                  <a:lnTo>
                    <a:pt x="5697903" y="568301"/>
                  </a:lnTo>
                  <a:lnTo>
                    <a:pt x="5627559" y="565371"/>
                  </a:lnTo>
                  <a:lnTo>
                    <a:pt x="5557214" y="562387"/>
                  </a:lnTo>
                  <a:lnTo>
                    <a:pt x="5486870" y="559347"/>
                  </a:lnTo>
                  <a:lnTo>
                    <a:pt x="5416525" y="556250"/>
                  </a:lnTo>
                  <a:lnTo>
                    <a:pt x="5346181" y="553095"/>
                  </a:lnTo>
                  <a:lnTo>
                    <a:pt x="5275836" y="549882"/>
                  </a:lnTo>
                  <a:lnTo>
                    <a:pt x="5205492" y="546607"/>
                  </a:lnTo>
                  <a:lnTo>
                    <a:pt x="5135147" y="543272"/>
                  </a:lnTo>
                  <a:lnTo>
                    <a:pt x="5064803" y="539874"/>
                  </a:lnTo>
                  <a:lnTo>
                    <a:pt x="4994458" y="536412"/>
                  </a:lnTo>
                  <a:lnTo>
                    <a:pt x="4924114" y="532886"/>
                  </a:lnTo>
                  <a:lnTo>
                    <a:pt x="4853769" y="529294"/>
                  </a:lnTo>
                  <a:lnTo>
                    <a:pt x="4783425" y="525634"/>
                  </a:lnTo>
                  <a:lnTo>
                    <a:pt x="4713080" y="521906"/>
                  </a:lnTo>
                  <a:lnTo>
                    <a:pt x="4642736" y="518108"/>
                  </a:lnTo>
                  <a:lnTo>
                    <a:pt x="4572391" y="514239"/>
                  </a:lnTo>
                  <a:lnTo>
                    <a:pt x="4502047" y="510298"/>
                  </a:lnTo>
                  <a:lnTo>
                    <a:pt x="4431702" y="506282"/>
                  </a:lnTo>
                  <a:lnTo>
                    <a:pt x="4361358" y="502192"/>
                  </a:lnTo>
                  <a:lnTo>
                    <a:pt x="4291013" y="498025"/>
                  </a:lnTo>
                  <a:lnTo>
                    <a:pt x="4220669" y="493780"/>
                  </a:lnTo>
                  <a:lnTo>
                    <a:pt x="4150324" y="489455"/>
                  </a:lnTo>
                  <a:lnTo>
                    <a:pt x="4079980" y="485050"/>
                  </a:lnTo>
                  <a:lnTo>
                    <a:pt x="4009635" y="480562"/>
                  </a:lnTo>
                  <a:lnTo>
                    <a:pt x="3939291" y="475989"/>
                  </a:lnTo>
                  <a:lnTo>
                    <a:pt x="3868946" y="471332"/>
                  </a:lnTo>
                  <a:lnTo>
                    <a:pt x="3798602" y="466587"/>
                  </a:lnTo>
                  <a:lnTo>
                    <a:pt x="3728257" y="461753"/>
                  </a:lnTo>
                  <a:lnTo>
                    <a:pt x="3657913" y="456829"/>
                  </a:lnTo>
                  <a:lnTo>
                    <a:pt x="3587569" y="451813"/>
                  </a:lnTo>
                  <a:lnTo>
                    <a:pt x="3517224" y="446702"/>
                  </a:lnTo>
                  <a:lnTo>
                    <a:pt x="3446880" y="441496"/>
                  </a:lnTo>
                  <a:lnTo>
                    <a:pt x="3376535" y="436193"/>
                  </a:lnTo>
                  <a:lnTo>
                    <a:pt x="3306191" y="430790"/>
                  </a:lnTo>
                  <a:lnTo>
                    <a:pt x="3235846" y="425537"/>
                  </a:lnTo>
                  <a:lnTo>
                    <a:pt x="3165502" y="430490"/>
                  </a:lnTo>
                  <a:lnTo>
                    <a:pt x="3095157" y="435361"/>
                  </a:lnTo>
                  <a:lnTo>
                    <a:pt x="3024813" y="440151"/>
                  </a:lnTo>
                  <a:lnTo>
                    <a:pt x="2954468" y="444862"/>
                  </a:lnTo>
                  <a:lnTo>
                    <a:pt x="2884124" y="449495"/>
                  </a:lnTo>
                  <a:lnTo>
                    <a:pt x="2813779" y="454052"/>
                  </a:lnTo>
                  <a:lnTo>
                    <a:pt x="2743435" y="458533"/>
                  </a:lnTo>
                  <a:lnTo>
                    <a:pt x="2673090" y="462939"/>
                  </a:lnTo>
                  <a:lnTo>
                    <a:pt x="2602746" y="467273"/>
                  </a:lnTo>
                  <a:lnTo>
                    <a:pt x="2532401" y="471535"/>
                  </a:lnTo>
                  <a:lnTo>
                    <a:pt x="2462057" y="475727"/>
                  </a:lnTo>
                  <a:lnTo>
                    <a:pt x="2391712" y="479849"/>
                  </a:lnTo>
                  <a:lnTo>
                    <a:pt x="2321368" y="483903"/>
                  </a:lnTo>
                  <a:lnTo>
                    <a:pt x="2251023" y="487890"/>
                  </a:lnTo>
                  <a:lnTo>
                    <a:pt x="2180679" y="491811"/>
                  </a:lnTo>
                  <a:lnTo>
                    <a:pt x="2110334" y="495667"/>
                  </a:lnTo>
                  <a:lnTo>
                    <a:pt x="2039990" y="499459"/>
                  </a:lnTo>
                  <a:lnTo>
                    <a:pt x="1969645" y="503188"/>
                  </a:lnTo>
                  <a:lnTo>
                    <a:pt x="1899301" y="506856"/>
                  </a:lnTo>
                  <a:lnTo>
                    <a:pt x="1828956" y="510463"/>
                  </a:lnTo>
                  <a:lnTo>
                    <a:pt x="1758612" y="514010"/>
                  </a:lnTo>
                  <a:lnTo>
                    <a:pt x="1688267" y="517498"/>
                  </a:lnTo>
                  <a:lnTo>
                    <a:pt x="1617923" y="520929"/>
                  </a:lnTo>
                  <a:lnTo>
                    <a:pt x="1547578" y="524303"/>
                  </a:lnTo>
                  <a:lnTo>
                    <a:pt x="1477234" y="527621"/>
                  </a:lnTo>
                  <a:lnTo>
                    <a:pt x="1406889" y="530884"/>
                  </a:lnTo>
                  <a:lnTo>
                    <a:pt x="1336545" y="534093"/>
                  </a:lnTo>
                  <a:lnTo>
                    <a:pt x="1266200" y="537250"/>
                  </a:lnTo>
                  <a:lnTo>
                    <a:pt x="1195856" y="540353"/>
                  </a:lnTo>
                  <a:lnTo>
                    <a:pt x="1125511" y="543406"/>
                  </a:lnTo>
                  <a:lnTo>
                    <a:pt x="1055167" y="546408"/>
                  </a:lnTo>
                  <a:lnTo>
                    <a:pt x="984822" y="549360"/>
                  </a:lnTo>
                  <a:lnTo>
                    <a:pt x="914478" y="552263"/>
                  </a:lnTo>
                  <a:lnTo>
                    <a:pt x="844133" y="555118"/>
                  </a:lnTo>
                  <a:lnTo>
                    <a:pt x="773789" y="557926"/>
                  </a:lnTo>
                  <a:lnTo>
                    <a:pt x="703444" y="560688"/>
                  </a:lnTo>
                  <a:lnTo>
                    <a:pt x="633100" y="563404"/>
                  </a:lnTo>
                  <a:lnTo>
                    <a:pt x="562755" y="566074"/>
                  </a:lnTo>
                  <a:lnTo>
                    <a:pt x="492411" y="568701"/>
                  </a:lnTo>
                  <a:lnTo>
                    <a:pt x="422066" y="571284"/>
                  </a:lnTo>
                  <a:lnTo>
                    <a:pt x="351722" y="573825"/>
                  </a:lnTo>
                  <a:lnTo>
                    <a:pt x="281377" y="576323"/>
                  </a:lnTo>
                  <a:lnTo>
                    <a:pt x="211033" y="578780"/>
                  </a:lnTo>
                  <a:lnTo>
                    <a:pt x="140688" y="581196"/>
                  </a:lnTo>
                  <a:lnTo>
                    <a:pt x="70344" y="583573"/>
                  </a:lnTo>
                  <a:lnTo>
                    <a:pt x="0" y="58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675541"/>
              <a:ext cx="6964104" cy="425286"/>
            </a:xfrm>
            <a:custGeom>
              <a:avLst/>
              <a:pathLst>
                <a:path w="6964104" h="425286">
                  <a:moveTo>
                    <a:pt x="0" y="21786"/>
                  </a:moveTo>
                  <a:lnTo>
                    <a:pt x="70344" y="34706"/>
                  </a:lnTo>
                  <a:lnTo>
                    <a:pt x="140688" y="47389"/>
                  </a:lnTo>
                  <a:lnTo>
                    <a:pt x="211033" y="59838"/>
                  </a:lnTo>
                  <a:lnTo>
                    <a:pt x="281377" y="72059"/>
                  </a:lnTo>
                  <a:lnTo>
                    <a:pt x="351722" y="84055"/>
                  </a:lnTo>
                  <a:lnTo>
                    <a:pt x="422066" y="95830"/>
                  </a:lnTo>
                  <a:lnTo>
                    <a:pt x="492411" y="107389"/>
                  </a:lnTo>
                  <a:lnTo>
                    <a:pt x="562755" y="118736"/>
                  </a:lnTo>
                  <a:lnTo>
                    <a:pt x="633100" y="129874"/>
                  </a:lnTo>
                  <a:lnTo>
                    <a:pt x="703444" y="140807"/>
                  </a:lnTo>
                  <a:lnTo>
                    <a:pt x="773789" y="151540"/>
                  </a:lnTo>
                  <a:lnTo>
                    <a:pt x="844133" y="162075"/>
                  </a:lnTo>
                  <a:lnTo>
                    <a:pt x="914478" y="172416"/>
                  </a:lnTo>
                  <a:lnTo>
                    <a:pt x="984822" y="182568"/>
                  </a:lnTo>
                  <a:lnTo>
                    <a:pt x="1055167" y="192533"/>
                  </a:lnTo>
                  <a:lnTo>
                    <a:pt x="1125511" y="202315"/>
                  </a:lnTo>
                  <a:lnTo>
                    <a:pt x="1195856" y="211916"/>
                  </a:lnTo>
                  <a:lnTo>
                    <a:pt x="1266200" y="221342"/>
                  </a:lnTo>
                  <a:lnTo>
                    <a:pt x="1336545" y="230594"/>
                  </a:lnTo>
                  <a:lnTo>
                    <a:pt x="1406889" y="239676"/>
                  </a:lnTo>
                  <a:lnTo>
                    <a:pt x="1477234" y="248592"/>
                  </a:lnTo>
                  <a:lnTo>
                    <a:pt x="1547578" y="257343"/>
                  </a:lnTo>
                  <a:lnTo>
                    <a:pt x="1617923" y="265934"/>
                  </a:lnTo>
                  <a:lnTo>
                    <a:pt x="1688267" y="274366"/>
                  </a:lnTo>
                  <a:lnTo>
                    <a:pt x="1758612" y="282644"/>
                  </a:lnTo>
                  <a:lnTo>
                    <a:pt x="1828956" y="290770"/>
                  </a:lnTo>
                  <a:lnTo>
                    <a:pt x="1899301" y="298746"/>
                  </a:lnTo>
                  <a:lnTo>
                    <a:pt x="1969645" y="306576"/>
                  </a:lnTo>
                  <a:lnTo>
                    <a:pt x="2039990" y="314261"/>
                  </a:lnTo>
                  <a:lnTo>
                    <a:pt x="2110334" y="321806"/>
                  </a:lnTo>
                  <a:lnTo>
                    <a:pt x="2180679" y="329212"/>
                  </a:lnTo>
                  <a:lnTo>
                    <a:pt x="2251023" y="336481"/>
                  </a:lnTo>
                  <a:lnTo>
                    <a:pt x="2321368" y="343617"/>
                  </a:lnTo>
                  <a:lnTo>
                    <a:pt x="2391712" y="350622"/>
                  </a:lnTo>
                  <a:lnTo>
                    <a:pt x="2462057" y="357499"/>
                  </a:lnTo>
                  <a:lnTo>
                    <a:pt x="2532401" y="364248"/>
                  </a:lnTo>
                  <a:lnTo>
                    <a:pt x="2602746" y="370874"/>
                  </a:lnTo>
                  <a:lnTo>
                    <a:pt x="2673090" y="377378"/>
                  </a:lnTo>
                  <a:lnTo>
                    <a:pt x="2743435" y="383763"/>
                  </a:lnTo>
                  <a:lnTo>
                    <a:pt x="2813779" y="390030"/>
                  </a:lnTo>
                  <a:lnTo>
                    <a:pt x="2884124" y="396182"/>
                  </a:lnTo>
                  <a:lnTo>
                    <a:pt x="2954468" y="402220"/>
                  </a:lnTo>
                  <a:lnTo>
                    <a:pt x="3024813" y="408148"/>
                  </a:lnTo>
                  <a:lnTo>
                    <a:pt x="3095157" y="413967"/>
                  </a:lnTo>
                  <a:lnTo>
                    <a:pt x="3165502" y="419679"/>
                  </a:lnTo>
                  <a:lnTo>
                    <a:pt x="3235846" y="425286"/>
                  </a:lnTo>
                  <a:lnTo>
                    <a:pt x="3306191" y="420500"/>
                  </a:lnTo>
                  <a:lnTo>
                    <a:pt x="3376535" y="415379"/>
                  </a:lnTo>
                  <a:lnTo>
                    <a:pt x="3446880" y="410172"/>
                  </a:lnTo>
                  <a:lnTo>
                    <a:pt x="3517224" y="404877"/>
                  </a:lnTo>
                  <a:lnTo>
                    <a:pt x="3587569" y="399493"/>
                  </a:lnTo>
                  <a:lnTo>
                    <a:pt x="3657913" y="394018"/>
                  </a:lnTo>
                  <a:lnTo>
                    <a:pt x="3728257" y="388451"/>
                  </a:lnTo>
                  <a:lnTo>
                    <a:pt x="3798602" y="382791"/>
                  </a:lnTo>
                  <a:lnTo>
                    <a:pt x="3868946" y="377035"/>
                  </a:lnTo>
                  <a:lnTo>
                    <a:pt x="3939291" y="371182"/>
                  </a:lnTo>
                  <a:lnTo>
                    <a:pt x="4009635" y="365231"/>
                  </a:lnTo>
                  <a:lnTo>
                    <a:pt x="4079980" y="359179"/>
                  </a:lnTo>
                  <a:lnTo>
                    <a:pt x="4150324" y="353026"/>
                  </a:lnTo>
                  <a:lnTo>
                    <a:pt x="4220669" y="346769"/>
                  </a:lnTo>
                  <a:lnTo>
                    <a:pt x="4291013" y="340407"/>
                  </a:lnTo>
                  <a:lnTo>
                    <a:pt x="4361358" y="333938"/>
                  </a:lnTo>
                  <a:lnTo>
                    <a:pt x="4431702" y="327360"/>
                  </a:lnTo>
                  <a:lnTo>
                    <a:pt x="4502047" y="320671"/>
                  </a:lnTo>
                  <a:lnTo>
                    <a:pt x="4572391" y="313869"/>
                  </a:lnTo>
                  <a:lnTo>
                    <a:pt x="4642736" y="306953"/>
                  </a:lnTo>
                  <a:lnTo>
                    <a:pt x="4713080" y="299921"/>
                  </a:lnTo>
                  <a:lnTo>
                    <a:pt x="4783425" y="292770"/>
                  </a:lnTo>
                  <a:lnTo>
                    <a:pt x="4853769" y="285499"/>
                  </a:lnTo>
                  <a:lnTo>
                    <a:pt x="4924114" y="278106"/>
                  </a:lnTo>
                  <a:lnTo>
                    <a:pt x="4994458" y="270588"/>
                  </a:lnTo>
                  <a:lnTo>
                    <a:pt x="5064803" y="262943"/>
                  </a:lnTo>
                  <a:lnTo>
                    <a:pt x="5135147" y="255170"/>
                  </a:lnTo>
                  <a:lnTo>
                    <a:pt x="5205492" y="247266"/>
                  </a:lnTo>
                  <a:lnTo>
                    <a:pt x="5275836" y="239229"/>
                  </a:lnTo>
                  <a:lnTo>
                    <a:pt x="5346181" y="231057"/>
                  </a:lnTo>
                  <a:lnTo>
                    <a:pt x="5416525" y="222747"/>
                  </a:lnTo>
                  <a:lnTo>
                    <a:pt x="5486870" y="214297"/>
                  </a:lnTo>
                  <a:lnTo>
                    <a:pt x="5557214" y="205705"/>
                  </a:lnTo>
                  <a:lnTo>
                    <a:pt x="5627559" y="196969"/>
                  </a:lnTo>
                  <a:lnTo>
                    <a:pt x="5697903" y="188085"/>
                  </a:lnTo>
                  <a:lnTo>
                    <a:pt x="5768248" y="179052"/>
                  </a:lnTo>
                  <a:lnTo>
                    <a:pt x="5838592" y="169867"/>
                  </a:lnTo>
                  <a:lnTo>
                    <a:pt x="5908937" y="160527"/>
                  </a:lnTo>
                  <a:lnTo>
                    <a:pt x="5979281" y="151030"/>
                  </a:lnTo>
                  <a:lnTo>
                    <a:pt x="6049626" y="141373"/>
                  </a:lnTo>
                  <a:lnTo>
                    <a:pt x="6119970" y="131554"/>
                  </a:lnTo>
                  <a:lnTo>
                    <a:pt x="6190315" y="121569"/>
                  </a:lnTo>
                  <a:lnTo>
                    <a:pt x="6260659" y="111417"/>
                  </a:lnTo>
                  <a:lnTo>
                    <a:pt x="6331004" y="101093"/>
                  </a:lnTo>
                  <a:lnTo>
                    <a:pt x="6401348" y="90596"/>
                  </a:lnTo>
                  <a:lnTo>
                    <a:pt x="6471693" y="79922"/>
                  </a:lnTo>
                  <a:lnTo>
                    <a:pt x="6542037" y="69068"/>
                  </a:lnTo>
                  <a:lnTo>
                    <a:pt x="6612382" y="58031"/>
                  </a:lnTo>
                  <a:lnTo>
                    <a:pt x="6682726" y="46809"/>
                  </a:lnTo>
                  <a:lnTo>
                    <a:pt x="6753071" y="35398"/>
                  </a:lnTo>
                  <a:lnTo>
                    <a:pt x="6823415" y="23795"/>
                  </a:lnTo>
                  <a:lnTo>
                    <a:pt x="6893760" y="11997"/>
                  </a:lnTo>
                  <a:lnTo>
                    <a:pt x="6964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1079"/>
              <a:ext cx="6964104" cy="187176"/>
            </a:xfrm>
            <a:custGeom>
              <a:avLst/>
              <a:pathLst>
                <a:path w="6964104" h="187176">
                  <a:moveTo>
                    <a:pt x="6964104" y="187176"/>
                  </a:moveTo>
                  <a:lnTo>
                    <a:pt x="6893760" y="185079"/>
                  </a:lnTo>
                  <a:lnTo>
                    <a:pt x="6823415" y="182942"/>
                  </a:lnTo>
                  <a:lnTo>
                    <a:pt x="6753071" y="180765"/>
                  </a:lnTo>
                  <a:lnTo>
                    <a:pt x="6682726" y="178547"/>
                  </a:lnTo>
                  <a:lnTo>
                    <a:pt x="6612382" y="176288"/>
                  </a:lnTo>
                  <a:lnTo>
                    <a:pt x="6542037" y="173986"/>
                  </a:lnTo>
                  <a:lnTo>
                    <a:pt x="6471693" y="171641"/>
                  </a:lnTo>
                  <a:lnTo>
                    <a:pt x="6401348" y="169253"/>
                  </a:lnTo>
                  <a:lnTo>
                    <a:pt x="6331004" y="166819"/>
                  </a:lnTo>
                  <a:lnTo>
                    <a:pt x="6260659" y="164340"/>
                  </a:lnTo>
                  <a:lnTo>
                    <a:pt x="6190315" y="161815"/>
                  </a:lnTo>
                  <a:lnTo>
                    <a:pt x="6119970" y="159243"/>
                  </a:lnTo>
                  <a:lnTo>
                    <a:pt x="6049626" y="156622"/>
                  </a:lnTo>
                  <a:lnTo>
                    <a:pt x="5979281" y="153952"/>
                  </a:lnTo>
                  <a:lnTo>
                    <a:pt x="5908937" y="151232"/>
                  </a:lnTo>
                  <a:lnTo>
                    <a:pt x="5838592" y="148462"/>
                  </a:lnTo>
                  <a:lnTo>
                    <a:pt x="5768248" y="145639"/>
                  </a:lnTo>
                  <a:lnTo>
                    <a:pt x="5697903" y="142764"/>
                  </a:lnTo>
                  <a:lnTo>
                    <a:pt x="5627559" y="139834"/>
                  </a:lnTo>
                  <a:lnTo>
                    <a:pt x="5557214" y="136850"/>
                  </a:lnTo>
                  <a:lnTo>
                    <a:pt x="5486870" y="133810"/>
                  </a:lnTo>
                  <a:lnTo>
                    <a:pt x="5416525" y="130713"/>
                  </a:lnTo>
                  <a:lnTo>
                    <a:pt x="5346181" y="127558"/>
                  </a:lnTo>
                  <a:lnTo>
                    <a:pt x="5275836" y="124344"/>
                  </a:lnTo>
                  <a:lnTo>
                    <a:pt x="5205492" y="121070"/>
                  </a:lnTo>
                  <a:lnTo>
                    <a:pt x="5135147" y="117735"/>
                  </a:lnTo>
                  <a:lnTo>
                    <a:pt x="5064803" y="114337"/>
                  </a:lnTo>
                  <a:lnTo>
                    <a:pt x="4994458" y="110875"/>
                  </a:lnTo>
                  <a:lnTo>
                    <a:pt x="4924114" y="107349"/>
                  </a:lnTo>
                  <a:lnTo>
                    <a:pt x="4853769" y="103757"/>
                  </a:lnTo>
                  <a:lnTo>
                    <a:pt x="4783425" y="100097"/>
                  </a:lnTo>
                  <a:lnTo>
                    <a:pt x="4713080" y="96369"/>
                  </a:lnTo>
                  <a:lnTo>
                    <a:pt x="4642736" y="92571"/>
                  </a:lnTo>
                  <a:lnTo>
                    <a:pt x="4572391" y="88702"/>
                  </a:lnTo>
                  <a:lnTo>
                    <a:pt x="4502047" y="84760"/>
                  </a:lnTo>
                  <a:lnTo>
                    <a:pt x="4431702" y="80745"/>
                  </a:lnTo>
                  <a:lnTo>
                    <a:pt x="4361358" y="76655"/>
                  </a:lnTo>
                  <a:lnTo>
                    <a:pt x="4291013" y="72487"/>
                  </a:lnTo>
                  <a:lnTo>
                    <a:pt x="4220669" y="68242"/>
                  </a:lnTo>
                  <a:lnTo>
                    <a:pt x="4150324" y="63918"/>
                  </a:lnTo>
                  <a:lnTo>
                    <a:pt x="4079980" y="59512"/>
                  </a:lnTo>
                  <a:lnTo>
                    <a:pt x="4009635" y="55024"/>
                  </a:lnTo>
                  <a:lnTo>
                    <a:pt x="3939291" y="50452"/>
                  </a:lnTo>
                  <a:lnTo>
                    <a:pt x="3868946" y="45795"/>
                  </a:lnTo>
                  <a:lnTo>
                    <a:pt x="3798602" y="41050"/>
                  </a:lnTo>
                  <a:lnTo>
                    <a:pt x="3728257" y="36216"/>
                  </a:lnTo>
                  <a:lnTo>
                    <a:pt x="3657913" y="31292"/>
                  </a:lnTo>
                  <a:lnTo>
                    <a:pt x="3587569" y="26275"/>
                  </a:lnTo>
                  <a:lnTo>
                    <a:pt x="3517224" y="21165"/>
                  </a:lnTo>
                  <a:lnTo>
                    <a:pt x="3446880" y="15959"/>
                  </a:lnTo>
                  <a:lnTo>
                    <a:pt x="3376535" y="10656"/>
                  </a:lnTo>
                  <a:lnTo>
                    <a:pt x="3306191" y="5253"/>
                  </a:lnTo>
                  <a:lnTo>
                    <a:pt x="3235846" y="0"/>
                  </a:lnTo>
                  <a:lnTo>
                    <a:pt x="3165502" y="4952"/>
                  </a:lnTo>
                  <a:lnTo>
                    <a:pt x="3095157" y="9824"/>
                  </a:lnTo>
                  <a:lnTo>
                    <a:pt x="3024813" y="14614"/>
                  </a:lnTo>
                  <a:lnTo>
                    <a:pt x="2954468" y="19325"/>
                  </a:lnTo>
                  <a:lnTo>
                    <a:pt x="2884124" y="23958"/>
                  </a:lnTo>
                  <a:lnTo>
                    <a:pt x="2813779" y="28514"/>
                  </a:lnTo>
                  <a:lnTo>
                    <a:pt x="2743435" y="32995"/>
                  </a:lnTo>
                  <a:lnTo>
                    <a:pt x="2673090" y="37402"/>
                  </a:lnTo>
                  <a:lnTo>
                    <a:pt x="2602746" y="41736"/>
                  </a:lnTo>
                  <a:lnTo>
                    <a:pt x="2532401" y="45998"/>
                  </a:lnTo>
                  <a:lnTo>
                    <a:pt x="2462057" y="50190"/>
                  </a:lnTo>
                  <a:lnTo>
                    <a:pt x="2391712" y="54312"/>
                  </a:lnTo>
                  <a:lnTo>
                    <a:pt x="2321368" y="58366"/>
                  </a:lnTo>
                  <a:lnTo>
                    <a:pt x="2251023" y="62353"/>
                  </a:lnTo>
                  <a:lnTo>
                    <a:pt x="2180679" y="66274"/>
                  </a:lnTo>
                  <a:lnTo>
                    <a:pt x="2110334" y="70130"/>
                  </a:lnTo>
                  <a:lnTo>
                    <a:pt x="2039990" y="73922"/>
                  </a:lnTo>
                  <a:lnTo>
                    <a:pt x="1969645" y="77651"/>
                  </a:lnTo>
                  <a:lnTo>
                    <a:pt x="1899301" y="81319"/>
                  </a:lnTo>
                  <a:lnTo>
                    <a:pt x="1828956" y="84926"/>
                  </a:lnTo>
                  <a:lnTo>
                    <a:pt x="1758612" y="88473"/>
                  </a:lnTo>
                  <a:lnTo>
                    <a:pt x="1688267" y="91961"/>
                  </a:lnTo>
                  <a:lnTo>
                    <a:pt x="1617923" y="95392"/>
                  </a:lnTo>
                  <a:lnTo>
                    <a:pt x="1547578" y="98766"/>
                  </a:lnTo>
                  <a:lnTo>
                    <a:pt x="1477234" y="102084"/>
                  </a:lnTo>
                  <a:lnTo>
                    <a:pt x="1406889" y="105347"/>
                  </a:lnTo>
                  <a:lnTo>
                    <a:pt x="1336545" y="108556"/>
                  </a:lnTo>
                  <a:lnTo>
                    <a:pt x="1266200" y="111712"/>
                  </a:lnTo>
                  <a:lnTo>
                    <a:pt x="1195856" y="114816"/>
                  </a:lnTo>
                  <a:lnTo>
                    <a:pt x="1125511" y="117868"/>
                  </a:lnTo>
                  <a:lnTo>
                    <a:pt x="1055167" y="120870"/>
                  </a:lnTo>
                  <a:lnTo>
                    <a:pt x="984822" y="123823"/>
                  </a:lnTo>
                  <a:lnTo>
                    <a:pt x="914478" y="126726"/>
                  </a:lnTo>
                  <a:lnTo>
                    <a:pt x="844133" y="129581"/>
                  </a:lnTo>
                  <a:lnTo>
                    <a:pt x="773789" y="132389"/>
                  </a:lnTo>
                  <a:lnTo>
                    <a:pt x="703444" y="135151"/>
                  </a:lnTo>
                  <a:lnTo>
                    <a:pt x="633100" y="137866"/>
                  </a:lnTo>
                  <a:lnTo>
                    <a:pt x="562755" y="140537"/>
                  </a:lnTo>
                  <a:lnTo>
                    <a:pt x="492411" y="143164"/>
                  </a:lnTo>
                  <a:lnTo>
                    <a:pt x="422066" y="145747"/>
                  </a:lnTo>
                  <a:lnTo>
                    <a:pt x="351722" y="148287"/>
                  </a:lnTo>
                  <a:lnTo>
                    <a:pt x="281377" y="150786"/>
                  </a:lnTo>
                  <a:lnTo>
                    <a:pt x="211033" y="153243"/>
                  </a:lnTo>
                  <a:lnTo>
                    <a:pt x="140688" y="155659"/>
                  </a:lnTo>
                  <a:lnTo>
                    <a:pt x="70344" y="158035"/>
                  </a:lnTo>
                  <a:lnTo>
                    <a:pt x="0" y="160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3087882"/>
              <a:ext cx="6964104" cy="27455"/>
            </a:xfrm>
            <a:custGeom>
              <a:avLst/>
              <a:pathLst>
                <a:path w="6964104" h="27455">
                  <a:moveTo>
                    <a:pt x="0" y="0"/>
                  </a:moveTo>
                  <a:lnTo>
                    <a:pt x="70344" y="290"/>
                  </a:lnTo>
                  <a:lnTo>
                    <a:pt x="140688" y="580"/>
                  </a:lnTo>
                  <a:lnTo>
                    <a:pt x="211033" y="869"/>
                  </a:lnTo>
                  <a:lnTo>
                    <a:pt x="281377" y="1158"/>
                  </a:lnTo>
                  <a:lnTo>
                    <a:pt x="351722" y="1448"/>
                  </a:lnTo>
                  <a:lnTo>
                    <a:pt x="422066" y="1736"/>
                  </a:lnTo>
                  <a:lnTo>
                    <a:pt x="492411" y="2025"/>
                  </a:lnTo>
                  <a:lnTo>
                    <a:pt x="562755" y="2313"/>
                  </a:lnTo>
                  <a:lnTo>
                    <a:pt x="633100" y="2601"/>
                  </a:lnTo>
                  <a:lnTo>
                    <a:pt x="703444" y="2889"/>
                  </a:lnTo>
                  <a:lnTo>
                    <a:pt x="773789" y="3176"/>
                  </a:lnTo>
                  <a:lnTo>
                    <a:pt x="844133" y="3464"/>
                  </a:lnTo>
                  <a:lnTo>
                    <a:pt x="914478" y="3750"/>
                  </a:lnTo>
                  <a:lnTo>
                    <a:pt x="984822" y="4037"/>
                  </a:lnTo>
                  <a:lnTo>
                    <a:pt x="1055167" y="4324"/>
                  </a:lnTo>
                  <a:lnTo>
                    <a:pt x="1125511" y="4610"/>
                  </a:lnTo>
                  <a:lnTo>
                    <a:pt x="1195856" y="4896"/>
                  </a:lnTo>
                  <a:lnTo>
                    <a:pt x="1266200" y="5181"/>
                  </a:lnTo>
                  <a:lnTo>
                    <a:pt x="1336545" y="5466"/>
                  </a:lnTo>
                  <a:lnTo>
                    <a:pt x="1406889" y="5752"/>
                  </a:lnTo>
                  <a:lnTo>
                    <a:pt x="1477234" y="6036"/>
                  </a:lnTo>
                  <a:lnTo>
                    <a:pt x="1547578" y="6321"/>
                  </a:lnTo>
                  <a:lnTo>
                    <a:pt x="1617923" y="6605"/>
                  </a:lnTo>
                  <a:lnTo>
                    <a:pt x="1688267" y="6889"/>
                  </a:lnTo>
                  <a:lnTo>
                    <a:pt x="1758612" y="7173"/>
                  </a:lnTo>
                  <a:lnTo>
                    <a:pt x="1828956" y="7456"/>
                  </a:lnTo>
                  <a:lnTo>
                    <a:pt x="1899301" y="7740"/>
                  </a:lnTo>
                  <a:lnTo>
                    <a:pt x="1969645" y="8023"/>
                  </a:lnTo>
                  <a:lnTo>
                    <a:pt x="2039990" y="8305"/>
                  </a:lnTo>
                  <a:lnTo>
                    <a:pt x="2110334" y="8588"/>
                  </a:lnTo>
                  <a:lnTo>
                    <a:pt x="2180679" y="8870"/>
                  </a:lnTo>
                  <a:lnTo>
                    <a:pt x="2251023" y="9152"/>
                  </a:lnTo>
                  <a:lnTo>
                    <a:pt x="2321368" y="9433"/>
                  </a:lnTo>
                  <a:lnTo>
                    <a:pt x="2391712" y="9715"/>
                  </a:lnTo>
                  <a:lnTo>
                    <a:pt x="2462057" y="9996"/>
                  </a:lnTo>
                  <a:lnTo>
                    <a:pt x="2532401" y="10277"/>
                  </a:lnTo>
                  <a:lnTo>
                    <a:pt x="2602746" y="10557"/>
                  </a:lnTo>
                  <a:lnTo>
                    <a:pt x="2673090" y="10838"/>
                  </a:lnTo>
                  <a:lnTo>
                    <a:pt x="2743435" y="11118"/>
                  </a:lnTo>
                  <a:lnTo>
                    <a:pt x="2813779" y="11398"/>
                  </a:lnTo>
                  <a:lnTo>
                    <a:pt x="2884124" y="11677"/>
                  </a:lnTo>
                  <a:lnTo>
                    <a:pt x="2954468" y="11957"/>
                  </a:lnTo>
                  <a:lnTo>
                    <a:pt x="3024813" y="12236"/>
                  </a:lnTo>
                  <a:lnTo>
                    <a:pt x="3095157" y="12514"/>
                  </a:lnTo>
                  <a:lnTo>
                    <a:pt x="3165502" y="12793"/>
                  </a:lnTo>
                  <a:lnTo>
                    <a:pt x="3235846" y="13071"/>
                  </a:lnTo>
                  <a:lnTo>
                    <a:pt x="3306191" y="13349"/>
                  </a:lnTo>
                  <a:lnTo>
                    <a:pt x="3376535" y="13627"/>
                  </a:lnTo>
                  <a:lnTo>
                    <a:pt x="3446880" y="13904"/>
                  </a:lnTo>
                  <a:lnTo>
                    <a:pt x="3517224" y="14182"/>
                  </a:lnTo>
                  <a:lnTo>
                    <a:pt x="3587569" y="14459"/>
                  </a:lnTo>
                  <a:lnTo>
                    <a:pt x="3657913" y="14735"/>
                  </a:lnTo>
                  <a:lnTo>
                    <a:pt x="3728257" y="15012"/>
                  </a:lnTo>
                  <a:lnTo>
                    <a:pt x="3798602" y="15288"/>
                  </a:lnTo>
                  <a:lnTo>
                    <a:pt x="3868946" y="15564"/>
                  </a:lnTo>
                  <a:lnTo>
                    <a:pt x="3939291" y="15840"/>
                  </a:lnTo>
                  <a:lnTo>
                    <a:pt x="4009635" y="16115"/>
                  </a:lnTo>
                  <a:lnTo>
                    <a:pt x="4079980" y="16390"/>
                  </a:lnTo>
                  <a:lnTo>
                    <a:pt x="4150324" y="16665"/>
                  </a:lnTo>
                  <a:lnTo>
                    <a:pt x="4220669" y="16940"/>
                  </a:lnTo>
                  <a:lnTo>
                    <a:pt x="4291013" y="17214"/>
                  </a:lnTo>
                  <a:lnTo>
                    <a:pt x="4361358" y="17488"/>
                  </a:lnTo>
                  <a:lnTo>
                    <a:pt x="4431702" y="17762"/>
                  </a:lnTo>
                  <a:lnTo>
                    <a:pt x="4502047" y="18036"/>
                  </a:lnTo>
                  <a:lnTo>
                    <a:pt x="4572391" y="18309"/>
                  </a:lnTo>
                  <a:lnTo>
                    <a:pt x="4642736" y="18583"/>
                  </a:lnTo>
                  <a:lnTo>
                    <a:pt x="4713080" y="18855"/>
                  </a:lnTo>
                  <a:lnTo>
                    <a:pt x="4783425" y="19128"/>
                  </a:lnTo>
                  <a:lnTo>
                    <a:pt x="4853769" y="19401"/>
                  </a:lnTo>
                  <a:lnTo>
                    <a:pt x="4924114" y="19673"/>
                  </a:lnTo>
                  <a:lnTo>
                    <a:pt x="4994458" y="19945"/>
                  </a:lnTo>
                  <a:lnTo>
                    <a:pt x="5064803" y="20216"/>
                  </a:lnTo>
                  <a:lnTo>
                    <a:pt x="5135147" y="20488"/>
                  </a:lnTo>
                  <a:lnTo>
                    <a:pt x="5205492" y="20759"/>
                  </a:lnTo>
                  <a:lnTo>
                    <a:pt x="5275836" y="21030"/>
                  </a:lnTo>
                  <a:lnTo>
                    <a:pt x="5346181" y="21300"/>
                  </a:lnTo>
                  <a:lnTo>
                    <a:pt x="5416525" y="21570"/>
                  </a:lnTo>
                  <a:lnTo>
                    <a:pt x="5486870" y="21841"/>
                  </a:lnTo>
                  <a:lnTo>
                    <a:pt x="5557214" y="22110"/>
                  </a:lnTo>
                  <a:lnTo>
                    <a:pt x="5627559" y="22380"/>
                  </a:lnTo>
                  <a:lnTo>
                    <a:pt x="5697903" y="22649"/>
                  </a:lnTo>
                  <a:lnTo>
                    <a:pt x="5768248" y="22919"/>
                  </a:lnTo>
                  <a:lnTo>
                    <a:pt x="5838592" y="23187"/>
                  </a:lnTo>
                  <a:lnTo>
                    <a:pt x="5908937" y="23456"/>
                  </a:lnTo>
                  <a:lnTo>
                    <a:pt x="5979281" y="23724"/>
                  </a:lnTo>
                  <a:lnTo>
                    <a:pt x="6049626" y="23993"/>
                  </a:lnTo>
                  <a:lnTo>
                    <a:pt x="6119970" y="24260"/>
                  </a:lnTo>
                  <a:lnTo>
                    <a:pt x="6190315" y="24528"/>
                  </a:lnTo>
                  <a:lnTo>
                    <a:pt x="6260659" y="24795"/>
                  </a:lnTo>
                  <a:lnTo>
                    <a:pt x="6331004" y="25062"/>
                  </a:lnTo>
                  <a:lnTo>
                    <a:pt x="6401348" y="25329"/>
                  </a:lnTo>
                  <a:lnTo>
                    <a:pt x="6471693" y="25596"/>
                  </a:lnTo>
                  <a:lnTo>
                    <a:pt x="6542037" y="25862"/>
                  </a:lnTo>
                  <a:lnTo>
                    <a:pt x="6612382" y="26128"/>
                  </a:lnTo>
                  <a:lnTo>
                    <a:pt x="6682726" y="26394"/>
                  </a:lnTo>
                  <a:lnTo>
                    <a:pt x="6753071" y="26660"/>
                  </a:lnTo>
                  <a:lnTo>
                    <a:pt x="6823415" y="26925"/>
                  </a:lnTo>
                  <a:lnTo>
                    <a:pt x="6893760" y="27191"/>
                  </a:lnTo>
                  <a:lnTo>
                    <a:pt x="6964104" y="274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1.01 (0.83-1.24), p = 0.918  |  per IQR decline (Δ = 29.5 %): 1.03 (0.57-1.88)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868934"/>
              <a:ext cx="6964104" cy="612714"/>
            </a:xfrm>
            <a:custGeom>
              <a:avLst/>
              <a:pathLst>
                <a:path w="6964104" h="612714">
                  <a:moveTo>
                    <a:pt x="0" y="21786"/>
                  </a:moveTo>
                  <a:lnTo>
                    <a:pt x="70344" y="34706"/>
                  </a:lnTo>
                  <a:lnTo>
                    <a:pt x="140688" y="47389"/>
                  </a:lnTo>
                  <a:lnTo>
                    <a:pt x="211033" y="59838"/>
                  </a:lnTo>
                  <a:lnTo>
                    <a:pt x="281377" y="72059"/>
                  </a:lnTo>
                  <a:lnTo>
                    <a:pt x="351722" y="84055"/>
                  </a:lnTo>
                  <a:lnTo>
                    <a:pt x="422066" y="95830"/>
                  </a:lnTo>
                  <a:lnTo>
                    <a:pt x="492411" y="107389"/>
                  </a:lnTo>
                  <a:lnTo>
                    <a:pt x="562755" y="118736"/>
                  </a:lnTo>
                  <a:lnTo>
                    <a:pt x="633100" y="129874"/>
                  </a:lnTo>
                  <a:lnTo>
                    <a:pt x="703444" y="140807"/>
                  </a:lnTo>
                  <a:lnTo>
                    <a:pt x="773789" y="151540"/>
                  </a:lnTo>
                  <a:lnTo>
                    <a:pt x="844133" y="162075"/>
                  </a:lnTo>
                  <a:lnTo>
                    <a:pt x="914478" y="172416"/>
                  </a:lnTo>
                  <a:lnTo>
                    <a:pt x="984822" y="182568"/>
                  </a:lnTo>
                  <a:lnTo>
                    <a:pt x="1055167" y="192533"/>
                  </a:lnTo>
                  <a:lnTo>
                    <a:pt x="1125511" y="202315"/>
                  </a:lnTo>
                  <a:lnTo>
                    <a:pt x="1195856" y="211916"/>
                  </a:lnTo>
                  <a:lnTo>
                    <a:pt x="1266200" y="221342"/>
                  </a:lnTo>
                  <a:lnTo>
                    <a:pt x="1336545" y="230594"/>
                  </a:lnTo>
                  <a:lnTo>
                    <a:pt x="1406889" y="239676"/>
                  </a:lnTo>
                  <a:lnTo>
                    <a:pt x="1477234" y="248592"/>
                  </a:lnTo>
                  <a:lnTo>
                    <a:pt x="1547578" y="257343"/>
                  </a:lnTo>
                  <a:lnTo>
                    <a:pt x="1617923" y="265934"/>
                  </a:lnTo>
                  <a:lnTo>
                    <a:pt x="1688267" y="274366"/>
                  </a:lnTo>
                  <a:lnTo>
                    <a:pt x="1758612" y="282644"/>
                  </a:lnTo>
                  <a:lnTo>
                    <a:pt x="1828956" y="290770"/>
                  </a:lnTo>
                  <a:lnTo>
                    <a:pt x="1899301" y="298746"/>
                  </a:lnTo>
                  <a:lnTo>
                    <a:pt x="1969645" y="306576"/>
                  </a:lnTo>
                  <a:lnTo>
                    <a:pt x="2039990" y="314261"/>
                  </a:lnTo>
                  <a:lnTo>
                    <a:pt x="2110334" y="321806"/>
                  </a:lnTo>
                  <a:lnTo>
                    <a:pt x="2180679" y="329212"/>
                  </a:lnTo>
                  <a:lnTo>
                    <a:pt x="2251023" y="336481"/>
                  </a:lnTo>
                  <a:lnTo>
                    <a:pt x="2321368" y="343617"/>
                  </a:lnTo>
                  <a:lnTo>
                    <a:pt x="2391712" y="350622"/>
                  </a:lnTo>
                  <a:lnTo>
                    <a:pt x="2462057" y="357499"/>
                  </a:lnTo>
                  <a:lnTo>
                    <a:pt x="2532401" y="364248"/>
                  </a:lnTo>
                  <a:lnTo>
                    <a:pt x="2602746" y="370874"/>
                  </a:lnTo>
                  <a:lnTo>
                    <a:pt x="2673090" y="377378"/>
                  </a:lnTo>
                  <a:lnTo>
                    <a:pt x="2743435" y="383763"/>
                  </a:lnTo>
                  <a:lnTo>
                    <a:pt x="2813779" y="390030"/>
                  </a:lnTo>
                  <a:lnTo>
                    <a:pt x="2884124" y="396182"/>
                  </a:lnTo>
                  <a:lnTo>
                    <a:pt x="2954468" y="402220"/>
                  </a:lnTo>
                  <a:lnTo>
                    <a:pt x="3024813" y="408148"/>
                  </a:lnTo>
                  <a:lnTo>
                    <a:pt x="3095157" y="413967"/>
                  </a:lnTo>
                  <a:lnTo>
                    <a:pt x="3165502" y="419679"/>
                  </a:lnTo>
                  <a:lnTo>
                    <a:pt x="3235846" y="425286"/>
                  </a:lnTo>
                  <a:lnTo>
                    <a:pt x="3306191" y="420500"/>
                  </a:lnTo>
                  <a:lnTo>
                    <a:pt x="3376535" y="415379"/>
                  </a:lnTo>
                  <a:lnTo>
                    <a:pt x="3446880" y="410172"/>
                  </a:lnTo>
                  <a:lnTo>
                    <a:pt x="3517224" y="404877"/>
                  </a:lnTo>
                  <a:lnTo>
                    <a:pt x="3587569" y="399493"/>
                  </a:lnTo>
                  <a:lnTo>
                    <a:pt x="3657913" y="394018"/>
                  </a:lnTo>
                  <a:lnTo>
                    <a:pt x="3728257" y="388451"/>
                  </a:lnTo>
                  <a:lnTo>
                    <a:pt x="3798602" y="382791"/>
                  </a:lnTo>
                  <a:lnTo>
                    <a:pt x="3868946" y="377035"/>
                  </a:lnTo>
                  <a:lnTo>
                    <a:pt x="3939291" y="371182"/>
                  </a:lnTo>
                  <a:lnTo>
                    <a:pt x="4009635" y="365231"/>
                  </a:lnTo>
                  <a:lnTo>
                    <a:pt x="4079980" y="359179"/>
                  </a:lnTo>
                  <a:lnTo>
                    <a:pt x="4150324" y="353026"/>
                  </a:lnTo>
                  <a:lnTo>
                    <a:pt x="4220669" y="346769"/>
                  </a:lnTo>
                  <a:lnTo>
                    <a:pt x="4291013" y="340407"/>
                  </a:lnTo>
                  <a:lnTo>
                    <a:pt x="4361358" y="333938"/>
                  </a:lnTo>
                  <a:lnTo>
                    <a:pt x="4431702" y="327360"/>
                  </a:lnTo>
                  <a:lnTo>
                    <a:pt x="4502047" y="320671"/>
                  </a:lnTo>
                  <a:lnTo>
                    <a:pt x="4572391" y="313869"/>
                  </a:lnTo>
                  <a:lnTo>
                    <a:pt x="4642736" y="306953"/>
                  </a:lnTo>
                  <a:lnTo>
                    <a:pt x="4713080" y="299921"/>
                  </a:lnTo>
                  <a:lnTo>
                    <a:pt x="4783425" y="292770"/>
                  </a:lnTo>
                  <a:lnTo>
                    <a:pt x="4853769" y="285499"/>
                  </a:lnTo>
                  <a:lnTo>
                    <a:pt x="4924114" y="278106"/>
                  </a:lnTo>
                  <a:lnTo>
                    <a:pt x="4994458" y="270588"/>
                  </a:lnTo>
                  <a:lnTo>
                    <a:pt x="5064803" y="262943"/>
                  </a:lnTo>
                  <a:lnTo>
                    <a:pt x="5135147" y="255170"/>
                  </a:lnTo>
                  <a:lnTo>
                    <a:pt x="5205492" y="247266"/>
                  </a:lnTo>
                  <a:lnTo>
                    <a:pt x="5275836" y="239229"/>
                  </a:lnTo>
                  <a:lnTo>
                    <a:pt x="5346181" y="231057"/>
                  </a:lnTo>
                  <a:lnTo>
                    <a:pt x="5416525" y="222747"/>
                  </a:lnTo>
                  <a:lnTo>
                    <a:pt x="5486870" y="214297"/>
                  </a:lnTo>
                  <a:lnTo>
                    <a:pt x="5557214" y="205705"/>
                  </a:lnTo>
                  <a:lnTo>
                    <a:pt x="5627559" y="196969"/>
                  </a:lnTo>
                  <a:lnTo>
                    <a:pt x="5697903" y="188085"/>
                  </a:lnTo>
                  <a:lnTo>
                    <a:pt x="5768248" y="179052"/>
                  </a:lnTo>
                  <a:lnTo>
                    <a:pt x="5838592" y="169867"/>
                  </a:lnTo>
                  <a:lnTo>
                    <a:pt x="5908937" y="160527"/>
                  </a:lnTo>
                  <a:lnTo>
                    <a:pt x="5979281" y="151030"/>
                  </a:lnTo>
                  <a:lnTo>
                    <a:pt x="6049626" y="141373"/>
                  </a:lnTo>
                  <a:lnTo>
                    <a:pt x="6119970" y="131554"/>
                  </a:lnTo>
                  <a:lnTo>
                    <a:pt x="6190315" y="121569"/>
                  </a:lnTo>
                  <a:lnTo>
                    <a:pt x="6260659" y="111417"/>
                  </a:lnTo>
                  <a:lnTo>
                    <a:pt x="6331004" y="101093"/>
                  </a:lnTo>
                  <a:lnTo>
                    <a:pt x="6401348" y="90596"/>
                  </a:lnTo>
                  <a:lnTo>
                    <a:pt x="6471693" y="79922"/>
                  </a:lnTo>
                  <a:lnTo>
                    <a:pt x="6542037" y="69068"/>
                  </a:lnTo>
                  <a:lnTo>
                    <a:pt x="6612382" y="58031"/>
                  </a:lnTo>
                  <a:lnTo>
                    <a:pt x="6682726" y="46809"/>
                  </a:lnTo>
                  <a:lnTo>
                    <a:pt x="6753071" y="35398"/>
                  </a:lnTo>
                  <a:lnTo>
                    <a:pt x="6823415" y="23795"/>
                  </a:lnTo>
                  <a:lnTo>
                    <a:pt x="6893760" y="11997"/>
                  </a:lnTo>
                  <a:lnTo>
                    <a:pt x="6964104" y="0"/>
                  </a:lnTo>
                  <a:lnTo>
                    <a:pt x="6964104" y="612714"/>
                  </a:lnTo>
                  <a:lnTo>
                    <a:pt x="6893760" y="610616"/>
                  </a:lnTo>
                  <a:lnTo>
                    <a:pt x="6823415" y="608479"/>
                  </a:lnTo>
                  <a:lnTo>
                    <a:pt x="6753071" y="606302"/>
                  </a:lnTo>
                  <a:lnTo>
                    <a:pt x="6682726" y="604084"/>
                  </a:lnTo>
                  <a:lnTo>
                    <a:pt x="6612382" y="601825"/>
                  </a:lnTo>
                  <a:lnTo>
                    <a:pt x="6542037" y="599523"/>
                  </a:lnTo>
                  <a:lnTo>
                    <a:pt x="6471693" y="597178"/>
                  </a:lnTo>
                  <a:lnTo>
                    <a:pt x="6401348" y="594790"/>
                  </a:lnTo>
                  <a:lnTo>
                    <a:pt x="6331004" y="592357"/>
                  </a:lnTo>
                  <a:lnTo>
                    <a:pt x="6260659" y="589878"/>
                  </a:lnTo>
                  <a:lnTo>
                    <a:pt x="6190315" y="587352"/>
                  </a:lnTo>
                  <a:lnTo>
                    <a:pt x="6119970" y="584780"/>
                  </a:lnTo>
                  <a:lnTo>
                    <a:pt x="6049626" y="582159"/>
                  </a:lnTo>
                  <a:lnTo>
                    <a:pt x="5979281" y="579489"/>
                  </a:lnTo>
                  <a:lnTo>
                    <a:pt x="5908937" y="576769"/>
                  </a:lnTo>
                  <a:lnTo>
                    <a:pt x="5838592" y="573999"/>
                  </a:lnTo>
                  <a:lnTo>
                    <a:pt x="5768248" y="571176"/>
                  </a:lnTo>
                  <a:lnTo>
                    <a:pt x="5697903" y="568301"/>
                  </a:lnTo>
                  <a:lnTo>
                    <a:pt x="5627559" y="565371"/>
                  </a:lnTo>
                  <a:lnTo>
                    <a:pt x="5557214" y="562387"/>
                  </a:lnTo>
                  <a:lnTo>
                    <a:pt x="5486870" y="559347"/>
                  </a:lnTo>
                  <a:lnTo>
                    <a:pt x="5416525" y="556250"/>
                  </a:lnTo>
                  <a:lnTo>
                    <a:pt x="5346181" y="553095"/>
                  </a:lnTo>
                  <a:lnTo>
                    <a:pt x="5275836" y="549882"/>
                  </a:lnTo>
                  <a:lnTo>
                    <a:pt x="5205492" y="546607"/>
                  </a:lnTo>
                  <a:lnTo>
                    <a:pt x="5135147" y="543272"/>
                  </a:lnTo>
                  <a:lnTo>
                    <a:pt x="5064803" y="539874"/>
                  </a:lnTo>
                  <a:lnTo>
                    <a:pt x="4994458" y="536412"/>
                  </a:lnTo>
                  <a:lnTo>
                    <a:pt x="4924114" y="532886"/>
                  </a:lnTo>
                  <a:lnTo>
                    <a:pt x="4853769" y="529294"/>
                  </a:lnTo>
                  <a:lnTo>
                    <a:pt x="4783425" y="525634"/>
                  </a:lnTo>
                  <a:lnTo>
                    <a:pt x="4713080" y="521906"/>
                  </a:lnTo>
                  <a:lnTo>
                    <a:pt x="4642736" y="518108"/>
                  </a:lnTo>
                  <a:lnTo>
                    <a:pt x="4572391" y="514239"/>
                  </a:lnTo>
                  <a:lnTo>
                    <a:pt x="4502047" y="510298"/>
                  </a:lnTo>
                  <a:lnTo>
                    <a:pt x="4431702" y="506282"/>
                  </a:lnTo>
                  <a:lnTo>
                    <a:pt x="4361358" y="502192"/>
                  </a:lnTo>
                  <a:lnTo>
                    <a:pt x="4291013" y="498025"/>
                  </a:lnTo>
                  <a:lnTo>
                    <a:pt x="4220669" y="493780"/>
                  </a:lnTo>
                  <a:lnTo>
                    <a:pt x="4150324" y="489455"/>
                  </a:lnTo>
                  <a:lnTo>
                    <a:pt x="4079980" y="485050"/>
                  </a:lnTo>
                  <a:lnTo>
                    <a:pt x="4009635" y="480562"/>
                  </a:lnTo>
                  <a:lnTo>
                    <a:pt x="3939291" y="475989"/>
                  </a:lnTo>
                  <a:lnTo>
                    <a:pt x="3868946" y="471332"/>
                  </a:lnTo>
                  <a:lnTo>
                    <a:pt x="3798602" y="466587"/>
                  </a:lnTo>
                  <a:lnTo>
                    <a:pt x="3728257" y="461753"/>
                  </a:lnTo>
                  <a:lnTo>
                    <a:pt x="3657913" y="456829"/>
                  </a:lnTo>
                  <a:lnTo>
                    <a:pt x="3587569" y="451813"/>
                  </a:lnTo>
                  <a:lnTo>
                    <a:pt x="3517224" y="446702"/>
                  </a:lnTo>
                  <a:lnTo>
                    <a:pt x="3446880" y="441496"/>
                  </a:lnTo>
                  <a:lnTo>
                    <a:pt x="3376535" y="436193"/>
                  </a:lnTo>
                  <a:lnTo>
                    <a:pt x="3306191" y="430790"/>
                  </a:lnTo>
                  <a:lnTo>
                    <a:pt x="3235846" y="425537"/>
                  </a:lnTo>
                  <a:lnTo>
                    <a:pt x="3165502" y="430490"/>
                  </a:lnTo>
                  <a:lnTo>
                    <a:pt x="3095157" y="435361"/>
                  </a:lnTo>
                  <a:lnTo>
                    <a:pt x="3024813" y="440151"/>
                  </a:lnTo>
                  <a:lnTo>
                    <a:pt x="2954468" y="444862"/>
                  </a:lnTo>
                  <a:lnTo>
                    <a:pt x="2884124" y="449495"/>
                  </a:lnTo>
                  <a:lnTo>
                    <a:pt x="2813779" y="454052"/>
                  </a:lnTo>
                  <a:lnTo>
                    <a:pt x="2743435" y="458533"/>
                  </a:lnTo>
                  <a:lnTo>
                    <a:pt x="2673090" y="462939"/>
                  </a:lnTo>
                  <a:lnTo>
                    <a:pt x="2602746" y="467273"/>
                  </a:lnTo>
                  <a:lnTo>
                    <a:pt x="2532401" y="471535"/>
                  </a:lnTo>
                  <a:lnTo>
                    <a:pt x="2462057" y="475727"/>
                  </a:lnTo>
                  <a:lnTo>
                    <a:pt x="2391712" y="479849"/>
                  </a:lnTo>
                  <a:lnTo>
                    <a:pt x="2321368" y="483903"/>
                  </a:lnTo>
                  <a:lnTo>
                    <a:pt x="2251023" y="487890"/>
                  </a:lnTo>
                  <a:lnTo>
                    <a:pt x="2180679" y="491811"/>
                  </a:lnTo>
                  <a:lnTo>
                    <a:pt x="2110334" y="495667"/>
                  </a:lnTo>
                  <a:lnTo>
                    <a:pt x="2039990" y="499459"/>
                  </a:lnTo>
                  <a:lnTo>
                    <a:pt x="1969645" y="503188"/>
                  </a:lnTo>
                  <a:lnTo>
                    <a:pt x="1899301" y="506856"/>
                  </a:lnTo>
                  <a:lnTo>
                    <a:pt x="1828956" y="510463"/>
                  </a:lnTo>
                  <a:lnTo>
                    <a:pt x="1758612" y="514010"/>
                  </a:lnTo>
                  <a:lnTo>
                    <a:pt x="1688267" y="517498"/>
                  </a:lnTo>
                  <a:lnTo>
                    <a:pt x="1617923" y="520929"/>
                  </a:lnTo>
                  <a:lnTo>
                    <a:pt x="1547578" y="524303"/>
                  </a:lnTo>
                  <a:lnTo>
                    <a:pt x="1477234" y="527621"/>
                  </a:lnTo>
                  <a:lnTo>
                    <a:pt x="1406889" y="530884"/>
                  </a:lnTo>
                  <a:lnTo>
                    <a:pt x="1336545" y="534093"/>
                  </a:lnTo>
                  <a:lnTo>
                    <a:pt x="1266200" y="537250"/>
                  </a:lnTo>
                  <a:lnTo>
                    <a:pt x="1195856" y="540353"/>
                  </a:lnTo>
                  <a:lnTo>
                    <a:pt x="1125511" y="543406"/>
                  </a:lnTo>
                  <a:lnTo>
                    <a:pt x="1055167" y="546408"/>
                  </a:lnTo>
                  <a:lnTo>
                    <a:pt x="984822" y="549360"/>
                  </a:lnTo>
                  <a:lnTo>
                    <a:pt x="914478" y="552263"/>
                  </a:lnTo>
                  <a:lnTo>
                    <a:pt x="844133" y="555118"/>
                  </a:lnTo>
                  <a:lnTo>
                    <a:pt x="773789" y="557926"/>
                  </a:lnTo>
                  <a:lnTo>
                    <a:pt x="703444" y="560688"/>
                  </a:lnTo>
                  <a:lnTo>
                    <a:pt x="633100" y="563404"/>
                  </a:lnTo>
                  <a:lnTo>
                    <a:pt x="562755" y="566074"/>
                  </a:lnTo>
                  <a:lnTo>
                    <a:pt x="492411" y="568701"/>
                  </a:lnTo>
                  <a:lnTo>
                    <a:pt x="422066" y="571284"/>
                  </a:lnTo>
                  <a:lnTo>
                    <a:pt x="351722" y="573825"/>
                  </a:lnTo>
                  <a:lnTo>
                    <a:pt x="281377" y="576323"/>
                  </a:lnTo>
                  <a:lnTo>
                    <a:pt x="211033" y="578780"/>
                  </a:lnTo>
                  <a:lnTo>
                    <a:pt x="140688" y="581196"/>
                  </a:lnTo>
                  <a:lnTo>
                    <a:pt x="70344" y="583573"/>
                  </a:lnTo>
                  <a:lnTo>
                    <a:pt x="0" y="58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868934"/>
              <a:ext cx="6964104" cy="425286"/>
            </a:xfrm>
            <a:custGeom>
              <a:avLst/>
              <a:pathLst>
                <a:path w="6964104" h="425286">
                  <a:moveTo>
                    <a:pt x="0" y="21786"/>
                  </a:moveTo>
                  <a:lnTo>
                    <a:pt x="70344" y="34706"/>
                  </a:lnTo>
                  <a:lnTo>
                    <a:pt x="140688" y="47389"/>
                  </a:lnTo>
                  <a:lnTo>
                    <a:pt x="211033" y="59838"/>
                  </a:lnTo>
                  <a:lnTo>
                    <a:pt x="281377" y="72059"/>
                  </a:lnTo>
                  <a:lnTo>
                    <a:pt x="351722" y="84055"/>
                  </a:lnTo>
                  <a:lnTo>
                    <a:pt x="422066" y="95830"/>
                  </a:lnTo>
                  <a:lnTo>
                    <a:pt x="492411" y="107389"/>
                  </a:lnTo>
                  <a:lnTo>
                    <a:pt x="562755" y="118736"/>
                  </a:lnTo>
                  <a:lnTo>
                    <a:pt x="633100" y="129874"/>
                  </a:lnTo>
                  <a:lnTo>
                    <a:pt x="703444" y="140807"/>
                  </a:lnTo>
                  <a:lnTo>
                    <a:pt x="773789" y="151540"/>
                  </a:lnTo>
                  <a:lnTo>
                    <a:pt x="844133" y="162075"/>
                  </a:lnTo>
                  <a:lnTo>
                    <a:pt x="914478" y="172416"/>
                  </a:lnTo>
                  <a:lnTo>
                    <a:pt x="984822" y="182568"/>
                  </a:lnTo>
                  <a:lnTo>
                    <a:pt x="1055167" y="192533"/>
                  </a:lnTo>
                  <a:lnTo>
                    <a:pt x="1125511" y="202315"/>
                  </a:lnTo>
                  <a:lnTo>
                    <a:pt x="1195856" y="211916"/>
                  </a:lnTo>
                  <a:lnTo>
                    <a:pt x="1266200" y="221342"/>
                  </a:lnTo>
                  <a:lnTo>
                    <a:pt x="1336545" y="230594"/>
                  </a:lnTo>
                  <a:lnTo>
                    <a:pt x="1406889" y="239676"/>
                  </a:lnTo>
                  <a:lnTo>
                    <a:pt x="1477234" y="248592"/>
                  </a:lnTo>
                  <a:lnTo>
                    <a:pt x="1547578" y="257343"/>
                  </a:lnTo>
                  <a:lnTo>
                    <a:pt x="1617923" y="265934"/>
                  </a:lnTo>
                  <a:lnTo>
                    <a:pt x="1688267" y="274366"/>
                  </a:lnTo>
                  <a:lnTo>
                    <a:pt x="1758612" y="282644"/>
                  </a:lnTo>
                  <a:lnTo>
                    <a:pt x="1828956" y="290770"/>
                  </a:lnTo>
                  <a:lnTo>
                    <a:pt x="1899301" y="298746"/>
                  </a:lnTo>
                  <a:lnTo>
                    <a:pt x="1969645" y="306576"/>
                  </a:lnTo>
                  <a:lnTo>
                    <a:pt x="2039990" y="314261"/>
                  </a:lnTo>
                  <a:lnTo>
                    <a:pt x="2110334" y="321806"/>
                  </a:lnTo>
                  <a:lnTo>
                    <a:pt x="2180679" y="329212"/>
                  </a:lnTo>
                  <a:lnTo>
                    <a:pt x="2251023" y="336481"/>
                  </a:lnTo>
                  <a:lnTo>
                    <a:pt x="2321368" y="343617"/>
                  </a:lnTo>
                  <a:lnTo>
                    <a:pt x="2391712" y="350622"/>
                  </a:lnTo>
                  <a:lnTo>
                    <a:pt x="2462057" y="357499"/>
                  </a:lnTo>
                  <a:lnTo>
                    <a:pt x="2532401" y="364248"/>
                  </a:lnTo>
                  <a:lnTo>
                    <a:pt x="2602746" y="370874"/>
                  </a:lnTo>
                  <a:lnTo>
                    <a:pt x="2673090" y="377378"/>
                  </a:lnTo>
                  <a:lnTo>
                    <a:pt x="2743435" y="383763"/>
                  </a:lnTo>
                  <a:lnTo>
                    <a:pt x="2813779" y="390030"/>
                  </a:lnTo>
                  <a:lnTo>
                    <a:pt x="2884124" y="396182"/>
                  </a:lnTo>
                  <a:lnTo>
                    <a:pt x="2954468" y="402220"/>
                  </a:lnTo>
                  <a:lnTo>
                    <a:pt x="3024813" y="408148"/>
                  </a:lnTo>
                  <a:lnTo>
                    <a:pt x="3095157" y="413967"/>
                  </a:lnTo>
                  <a:lnTo>
                    <a:pt x="3165502" y="419679"/>
                  </a:lnTo>
                  <a:lnTo>
                    <a:pt x="3235846" y="425286"/>
                  </a:lnTo>
                  <a:lnTo>
                    <a:pt x="3306191" y="420500"/>
                  </a:lnTo>
                  <a:lnTo>
                    <a:pt x="3376535" y="415379"/>
                  </a:lnTo>
                  <a:lnTo>
                    <a:pt x="3446880" y="410172"/>
                  </a:lnTo>
                  <a:lnTo>
                    <a:pt x="3517224" y="404877"/>
                  </a:lnTo>
                  <a:lnTo>
                    <a:pt x="3587569" y="399493"/>
                  </a:lnTo>
                  <a:lnTo>
                    <a:pt x="3657913" y="394018"/>
                  </a:lnTo>
                  <a:lnTo>
                    <a:pt x="3728257" y="388451"/>
                  </a:lnTo>
                  <a:lnTo>
                    <a:pt x="3798602" y="382791"/>
                  </a:lnTo>
                  <a:lnTo>
                    <a:pt x="3868946" y="377035"/>
                  </a:lnTo>
                  <a:lnTo>
                    <a:pt x="3939291" y="371182"/>
                  </a:lnTo>
                  <a:lnTo>
                    <a:pt x="4009635" y="365231"/>
                  </a:lnTo>
                  <a:lnTo>
                    <a:pt x="4079980" y="359179"/>
                  </a:lnTo>
                  <a:lnTo>
                    <a:pt x="4150324" y="353026"/>
                  </a:lnTo>
                  <a:lnTo>
                    <a:pt x="4220669" y="346769"/>
                  </a:lnTo>
                  <a:lnTo>
                    <a:pt x="4291013" y="340407"/>
                  </a:lnTo>
                  <a:lnTo>
                    <a:pt x="4361358" y="333938"/>
                  </a:lnTo>
                  <a:lnTo>
                    <a:pt x="4431702" y="327360"/>
                  </a:lnTo>
                  <a:lnTo>
                    <a:pt x="4502047" y="320671"/>
                  </a:lnTo>
                  <a:lnTo>
                    <a:pt x="4572391" y="313869"/>
                  </a:lnTo>
                  <a:lnTo>
                    <a:pt x="4642736" y="306953"/>
                  </a:lnTo>
                  <a:lnTo>
                    <a:pt x="4713080" y="299921"/>
                  </a:lnTo>
                  <a:lnTo>
                    <a:pt x="4783425" y="292770"/>
                  </a:lnTo>
                  <a:lnTo>
                    <a:pt x="4853769" y="285499"/>
                  </a:lnTo>
                  <a:lnTo>
                    <a:pt x="4924114" y="278106"/>
                  </a:lnTo>
                  <a:lnTo>
                    <a:pt x="4994458" y="270588"/>
                  </a:lnTo>
                  <a:lnTo>
                    <a:pt x="5064803" y="262943"/>
                  </a:lnTo>
                  <a:lnTo>
                    <a:pt x="5135147" y="255170"/>
                  </a:lnTo>
                  <a:lnTo>
                    <a:pt x="5205492" y="247266"/>
                  </a:lnTo>
                  <a:lnTo>
                    <a:pt x="5275836" y="239229"/>
                  </a:lnTo>
                  <a:lnTo>
                    <a:pt x="5346181" y="231057"/>
                  </a:lnTo>
                  <a:lnTo>
                    <a:pt x="5416525" y="222747"/>
                  </a:lnTo>
                  <a:lnTo>
                    <a:pt x="5486870" y="214297"/>
                  </a:lnTo>
                  <a:lnTo>
                    <a:pt x="5557214" y="205705"/>
                  </a:lnTo>
                  <a:lnTo>
                    <a:pt x="5627559" y="196969"/>
                  </a:lnTo>
                  <a:lnTo>
                    <a:pt x="5697903" y="188085"/>
                  </a:lnTo>
                  <a:lnTo>
                    <a:pt x="5768248" y="179052"/>
                  </a:lnTo>
                  <a:lnTo>
                    <a:pt x="5838592" y="169867"/>
                  </a:lnTo>
                  <a:lnTo>
                    <a:pt x="5908937" y="160527"/>
                  </a:lnTo>
                  <a:lnTo>
                    <a:pt x="5979281" y="151030"/>
                  </a:lnTo>
                  <a:lnTo>
                    <a:pt x="6049626" y="141373"/>
                  </a:lnTo>
                  <a:lnTo>
                    <a:pt x="6119970" y="131554"/>
                  </a:lnTo>
                  <a:lnTo>
                    <a:pt x="6190315" y="121569"/>
                  </a:lnTo>
                  <a:lnTo>
                    <a:pt x="6260659" y="111417"/>
                  </a:lnTo>
                  <a:lnTo>
                    <a:pt x="6331004" y="101093"/>
                  </a:lnTo>
                  <a:lnTo>
                    <a:pt x="6401348" y="90596"/>
                  </a:lnTo>
                  <a:lnTo>
                    <a:pt x="6471693" y="79922"/>
                  </a:lnTo>
                  <a:lnTo>
                    <a:pt x="6542037" y="69068"/>
                  </a:lnTo>
                  <a:lnTo>
                    <a:pt x="6612382" y="58031"/>
                  </a:lnTo>
                  <a:lnTo>
                    <a:pt x="6682726" y="46809"/>
                  </a:lnTo>
                  <a:lnTo>
                    <a:pt x="6753071" y="35398"/>
                  </a:lnTo>
                  <a:lnTo>
                    <a:pt x="6823415" y="23795"/>
                  </a:lnTo>
                  <a:lnTo>
                    <a:pt x="6893760" y="11997"/>
                  </a:lnTo>
                  <a:lnTo>
                    <a:pt x="6964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4471"/>
              <a:ext cx="6964104" cy="187176"/>
            </a:xfrm>
            <a:custGeom>
              <a:avLst/>
              <a:pathLst>
                <a:path w="6964104" h="187176">
                  <a:moveTo>
                    <a:pt x="6964104" y="187176"/>
                  </a:moveTo>
                  <a:lnTo>
                    <a:pt x="6893760" y="185079"/>
                  </a:lnTo>
                  <a:lnTo>
                    <a:pt x="6823415" y="182942"/>
                  </a:lnTo>
                  <a:lnTo>
                    <a:pt x="6753071" y="180765"/>
                  </a:lnTo>
                  <a:lnTo>
                    <a:pt x="6682726" y="178547"/>
                  </a:lnTo>
                  <a:lnTo>
                    <a:pt x="6612382" y="176288"/>
                  </a:lnTo>
                  <a:lnTo>
                    <a:pt x="6542037" y="173986"/>
                  </a:lnTo>
                  <a:lnTo>
                    <a:pt x="6471693" y="171641"/>
                  </a:lnTo>
                  <a:lnTo>
                    <a:pt x="6401348" y="169253"/>
                  </a:lnTo>
                  <a:lnTo>
                    <a:pt x="6331004" y="166819"/>
                  </a:lnTo>
                  <a:lnTo>
                    <a:pt x="6260659" y="164340"/>
                  </a:lnTo>
                  <a:lnTo>
                    <a:pt x="6190315" y="161815"/>
                  </a:lnTo>
                  <a:lnTo>
                    <a:pt x="6119970" y="159243"/>
                  </a:lnTo>
                  <a:lnTo>
                    <a:pt x="6049626" y="156622"/>
                  </a:lnTo>
                  <a:lnTo>
                    <a:pt x="5979281" y="153952"/>
                  </a:lnTo>
                  <a:lnTo>
                    <a:pt x="5908937" y="151232"/>
                  </a:lnTo>
                  <a:lnTo>
                    <a:pt x="5838592" y="148462"/>
                  </a:lnTo>
                  <a:lnTo>
                    <a:pt x="5768248" y="145639"/>
                  </a:lnTo>
                  <a:lnTo>
                    <a:pt x="5697903" y="142764"/>
                  </a:lnTo>
                  <a:lnTo>
                    <a:pt x="5627559" y="139834"/>
                  </a:lnTo>
                  <a:lnTo>
                    <a:pt x="5557214" y="136850"/>
                  </a:lnTo>
                  <a:lnTo>
                    <a:pt x="5486870" y="133810"/>
                  </a:lnTo>
                  <a:lnTo>
                    <a:pt x="5416525" y="130713"/>
                  </a:lnTo>
                  <a:lnTo>
                    <a:pt x="5346181" y="127558"/>
                  </a:lnTo>
                  <a:lnTo>
                    <a:pt x="5275836" y="124344"/>
                  </a:lnTo>
                  <a:lnTo>
                    <a:pt x="5205492" y="121070"/>
                  </a:lnTo>
                  <a:lnTo>
                    <a:pt x="5135147" y="117735"/>
                  </a:lnTo>
                  <a:lnTo>
                    <a:pt x="5064803" y="114337"/>
                  </a:lnTo>
                  <a:lnTo>
                    <a:pt x="4994458" y="110875"/>
                  </a:lnTo>
                  <a:lnTo>
                    <a:pt x="4924114" y="107349"/>
                  </a:lnTo>
                  <a:lnTo>
                    <a:pt x="4853769" y="103757"/>
                  </a:lnTo>
                  <a:lnTo>
                    <a:pt x="4783425" y="100097"/>
                  </a:lnTo>
                  <a:lnTo>
                    <a:pt x="4713080" y="96369"/>
                  </a:lnTo>
                  <a:lnTo>
                    <a:pt x="4642736" y="92571"/>
                  </a:lnTo>
                  <a:lnTo>
                    <a:pt x="4572391" y="88702"/>
                  </a:lnTo>
                  <a:lnTo>
                    <a:pt x="4502047" y="84760"/>
                  </a:lnTo>
                  <a:lnTo>
                    <a:pt x="4431702" y="80745"/>
                  </a:lnTo>
                  <a:lnTo>
                    <a:pt x="4361358" y="76655"/>
                  </a:lnTo>
                  <a:lnTo>
                    <a:pt x="4291013" y="72487"/>
                  </a:lnTo>
                  <a:lnTo>
                    <a:pt x="4220669" y="68242"/>
                  </a:lnTo>
                  <a:lnTo>
                    <a:pt x="4150324" y="63918"/>
                  </a:lnTo>
                  <a:lnTo>
                    <a:pt x="4079980" y="59512"/>
                  </a:lnTo>
                  <a:lnTo>
                    <a:pt x="4009635" y="55024"/>
                  </a:lnTo>
                  <a:lnTo>
                    <a:pt x="3939291" y="50452"/>
                  </a:lnTo>
                  <a:lnTo>
                    <a:pt x="3868946" y="45795"/>
                  </a:lnTo>
                  <a:lnTo>
                    <a:pt x="3798602" y="41050"/>
                  </a:lnTo>
                  <a:lnTo>
                    <a:pt x="3728257" y="36216"/>
                  </a:lnTo>
                  <a:lnTo>
                    <a:pt x="3657913" y="31292"/>
                  </a:lnTo>
                  <a:lnTo>
                    <a:pt x="3587569" y="26275"/>
                  </a:lnTo>
                  <a:lnTo>
                    <a:pt x="3517224" y="21165"/>
                  </a:lnTo>
                  <a:lnTo>
                    <a:pt x="3446880" y="15959"/>
                  </a:lnTo>
                  <a:lnTo>
                    <a:pt x="3376535" y="10656"/>
                  </a:lnTo>
                  <a:lnTo>
                    <a:pt x="3306191" y="5253"/>
                  </a:lnTo>
                  <a:lnTo>
                    <a:pt x="3235846" y="0"/>
                  </a:lnTo>
                  <a:lnTo>
                    <a:pt x="3165502" y="4952"/>
                  </a:lnTo>
                  <a:lnTo>
                    <a:pt x="3095157" y="9824"/>
                  </a:lnTo>
                  <a:lnTo>
                    <a:pt x="3024813" y="14614"/>
                  </a:lnTo>
                  <a:lnTo>
                    <a:pt x="2954468" y="19325"/>
                  </a:lnTo>
                  <a:lnTo>
                    <a:pt x="2884124" y="23958"/>
                  </a:lnTo>
                  <a:lnTo>
                    <a:pt x="2813779" y="28514"/>
                  </a:lnTo>
                  <a:lnTo>
                    <a:pt x="2743435" y="32995"/>
                  </a:lnTo>
                  <a:lnTo>
                    <a:pt x="2673090" y="37402"/>
                  </a:lnTo>
                  <a:lnTo>
                    <a:pt x="2602746" y="41736"/>
                  </a:lnTo>
                  <a:lnTo>
                    <a:pt x="2532401" y="45998"/>
                  </a:lnTo>
                  <a:lnTo>
                    <a:pt x="2462057" y="50190"/>
                  </a:lnTo>
                  <a:lnTo>
                    <a:pt x="2391712" y="54312"/>
                  </a:lnTo>
                  <a:lnTo>
                    <a:pt x="2321368" y="58366"/>
                  </a:lnTo>
                  <a:lnTo>
                    <a:pt x="2251023" y="62353"/>
                  </a:lnTo>
                  <a:lnTo>
                    <a:pt x="2180679" y="66274"/>
                  </a:lnTo>
                  <a:lnTo>
                    <a:pt x="2110334" y="70130"/>
                  </a:lnTo>
                  <a:lnTo>
                    <a:pt x="2039990" y="73922"/>
                  </a:lnTo>
                  <a:lnTo>
                    <a:pt x="1969645" y="77651"/>
                  </a:lnTo>
                  <a:lnTo>
                    <a:pt x="1899301" y="81319"/>
                  </a:lnTo>
                  <a:lnTo>
                    <a:pt x="1828956" y="84926"/>
                  </a:lnTo>
                  <a:lnTo>
                    <a:pt x="1758612" y="88473"/>
                  </a:lnTo>
                  <a:lnTo>
                    <a:pt x="1688267" y="91961"/>
                  </a:lnTo>
                  <a:lnTo>
                    <a:pt x="1617923" y="95392"/>
                  </a:lnTo>
                  <a:lnTo>
                    <a:pt x="1547578" y="98766"/>
                  </a:lnTo>
                  <a:lnTo>
                    <a:pt x="1477234" y="102084"/>
                  </a:lnTo>
                  <a:lnTo>
                    <a:pt x="1406889" y="105347"/>
                  </a:lnTo>
                  <a:lnTo>
                    <a:pt x="1336545" y="108556"/>
                  </a:lnTo>
                  <a:lnTo>
                    <a:pt x="1266200" y="111712"/>
                  </a:lnTo>
                  <a:lnTo>
                    <a:pt x="1195856" y="114816"/>
                  </a:lnTo>
                  <a:lnTo>
                    <a:pt x="1125511" y="117868"/>
                  </a:lnTo>
                  <a:lnTo>
                    <a:pt x="1055167" y="120870"/>
                  </a:lnTo>
                  <a:lnTo>
                    <a:pt x="984822" y="123823"/>
                  </a:lnTo>
                  <a:lnTo>
                    <a:pt x="914478" y="126726"/>
                  </a:lnTo>
                  <a:lnTo>
                    <a:pt x="844133" y="129581"/>
                  </a:lnTo>
                  <a:lnTo>
                    <a:pt x="773789" y="132389"/>
                  </a:lnTo>
                  <a:lnTo>
                    <a:pt x="703444" y="135151"/>
                  </a:lnTo>
                  <a:lnTo>
                    <a:pt x="633100" y="137866"/>
                  </a:lnTo>
                  <a:lnTo>
                    <a:pt x="562755" y="140537"/>
                  </a:lnTo>
                  <a:lnTo>
                    <a:pt x="492411" y="143164"/>
                  </a:lnTo>
                  <a:lnTo>
                    <a:pt x="422066" y="145747"/>
                  </a:lnTo>
                  <a:lnTo>
                    <a:pt x="351722" y="148287"/>
                  </a:lnTo>
                  <a:lnTo>
                    <a:pt x="281377" y="150786"/>
                  </a:lnTo>
                  <a:lnTo>
                    <a:pt x="211033" y="153243"/>
                  </a:lnTo>
                  <a:lnTo>
                    <a:pt x="140688" y="155659"/>
                  </a:lnTo>
                  <a:lnTo>
                    <a:pt x="70344" y="158035"/>
                  </a:lnTo>
                  <a:lnTo>
                    <a:pt x="0" y="160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5281274"/>
              <a:ext cx="6964104" cy="27455"/>
            </a:xfrm>
            <a:custGeom>
              <a:avLst/>
              <a:pathLst>
                <a:path w="6964104" h="27455">
                  <a:moveTo>
                    <a:pt x="0" y="0"/>
                  </a:moveTo>
                  <a:lnTo>
                    <a:pt x="70344" y="290"/>
                  </a:lnTo>
                  <a:lnTo>
                    <a:pt x="140688" y="580"/>
                  </a:lnTo>
                  <a:lnTo>
                    <a:pt x="211033" y="869"/>
                  </a:lnTo>
                  <a:lnTo>
                    <a:pt x="281377" y="1158"/>
                  </a:lnTo>
                  <a:lnTo>
                    <a:pt x="351722" y="1448"/>
                  </a:lnTo>
                  <a:lnTo>
                    <a:pt x="422066" y="1736"/>
                  </a:lnTo>
                  <a:lnTo>
                    <a:pt x="492411" y="2025"/>
                  </a:lnTo>
                  <a:lnTo>
                    <a:pt x="562755" y="2313"/>
                  </a:lnTo>
                  <a:lnTo>
                    <a:pt x="633100" y="2601"/>
                  </a:lnTo>
                  <a:lnTo>
                    <a:pt x="703444" y="2889"/>
                  </a:lnTo>
                  <a:lnTo>
                    <a:pt x="773789" y="3176"/>
                  </a:lnTo>
                  <a:lnTo>
                    <a:pt x="844133" y="3464"/>
                  </a:lnTo>
                  <a:lnTo>
                    <a:pt x="914478" y="3750"/>
                  </a:lnTo>
                  <a:lnTo>
                    <a:pt x="984822" y="4037"/>
                  </a:lnTo>
                  <a:lnTo>
                    <a:pt x="1055167" y="4324"/>
                  </a:lnTo>
                  <a:lnTo>
                    <a:pt x="1125511" y="4610"/>
                  </a:lnTo>
                  <a:lnTo>
                    <a:pt x="1195856" y="4896"/>
                  </a:lnTo>
                  <a:lnTo>
                    <a:pt x="1266200" y="5181"/>
                  </a:lnTo>
                  <a:lnTo>
                    <a:pt x="1336545" y="5466"/>
                  </a:lnTo>
                  <a:lnTo>
                    <a:pt x="1406889" y="5752"/>
                  </a:lnTo>
                  <a:lnTo>
                    <a:pt x="1477234" y="6036"/>
                  </a:lnTo>
                  <a:lnTo>
                    <a:pt x="1547578" y="6321"/>
                  </a:lnTo>
                  <a:lnTo>
                    <a:pt x="1617923" y="6605"/>
                  </a:lnTo>
                  <a:lnTo>
                    <a:pt x="1688267" y="6889"/>
                  </a:lnTo>
                  <a:lnTo>
                    <a:pt x="1758612" y="7173"/>
                  </a:lnTo>
                  <a:lnTo>
                    <a:pt x="1828956" y="7456"/>
                  </a:lnTo>
                  <a:lnTo>
                    <a:pt x="1899301" y="7740"/>
                  </a:lnTo>
                  <a:lnTo>
                    <a:pt x="1969645" y="8023"/>
                  </a:lnTo>
                  <a:lnTo>
                    <a:pt x="2039990" y="8305"/>
                  </a:lnTo>
                  <a:lnTo>
                    <a:pt x="2110334" y="8588"/>
                  </a:lnTo>
                  <a:lnTo>
                    <a:pt x="2180679" y="8870"/>
                  </a:lnTo>
                  <a:lnTo>
                    <a:pt x="2251023" y="9152"/>
                  </a:lnTo>
                  <a:lnTo>
                    <a:pt x="2321368" y="9433"/>
                  </a:lnTo>
                  <a:lnTo>
                    <a:pt x="2391712" y="9715"/>
                  </a:lnTo>
                  <a:lnTo>
                    <a:pt x="2462057" y="9996"/>
                  </a:lnTo>
                  <a:lnTo>
                    <a:pt x="2532401" y="10277"/>
                  </a:lnTo>
                  <a:lnTo>
                    <a:pt x="2602746" y="10557"/>
                  </a:lnTo>
                  <a:lnTo>
                    <a:pt x="2673090" y="10838"/>
                  </a:lnTo>
                  <a:lnTo>
                    <a:pt x="2743435" y="11118"/>
                  </a:lnTo>
                  <a:lnTo>
                    <a:pt x="2813779" y="11398"/>
                  </a:lnTo>
                  <a:lnTo>
                    <a:pt x="2884124" y="11677"/>
                  </a:lnTo>
                  <a:lnTo>
                    <a:pt x="2954468" y="11957"/>
                  </a:lnTo>
                  <a:lnTo>
                    <a:pt x="3024813" y="12236"/>
                  </a:lnTo>
                  <a:lnTo>
                    <a:pt x="3095157" y="12514"/>
                  </a:lnTo>
                  <a:lnTo>
                    <a:pt x="3165502" y="12793"/>
                  </a:lnTo>
                  <a:lnTo>
                    <a:pt x="3235846" y="13071"/>
                  </a:lnTo>
                  <a:lnTo>
                    <a:pt x="3306191" y="13349"/>
                  </a:lnTo>
                  <a:lnTo>
                    <a:pt x="3376535" y="13627"/>
                  </a:lnTo>
                  <a:lnTo>
                    <a:pt x="3446880" y="13904"/>
                  </a:lnTo>
                  <a:lnTo>
                    <a:pt x="3517224" y="14182"/>
                  </a:lnTo>
                  <a:lnTo>
                    <a:pt x="3587569" y="14459"/>
                  </a:lnTo>
                  <a:lnTo>
                    <a:pt x="3657913" y="14735"/>
                  </a:lnTo>
                  <a:lnTo>
                    <a:pt x="3728257" y="15012"/>
                  </a:lnTo>
                  <a:lnTo>
                    <a:pt x="3798602" y="15288"/>
                  </a:lnTo>
                  <a:lnTo>
                    <a:pt x="3868946" y="15564"/>
                  </a:lnTo>
                  <a:lnTo>
                    <a:pt x="3939291" y="15840"/>
                  </a:lnTo>
                  <a:lnTo>
                    <a:pt x="4009635" y="16115"/>
                  </a:lnTo>
                  <a:lnTo>
                    <a:pt x="4079980" y="16390"/>
                  </a:lnTo>
                  <a:lnTo>
                    <a:pt x="4150324" y="16665"/>
                  </a:lnTo>
                  <a:lnTo>
                    <a:pt x="4220669" y="16940"/>
                  </a:lnTo>
                  <a:lnTo>
                    <a:pt x="4291013" y="17214"/>
                  </a:lnTo>
                  <a:lnTo>
                    <a:pt x="4361358" y="17488"/>
                  </a:lnTo>
                  <a:lnTo>
                    <a:pt x="4431702" y="17762"/>
                  </a:lnTo>
                  <a:lnTo>
                    <a:pt x="4502047" y="18036"/>
                  </a:lnTo>
                  <a:lnTo>
                    <a:pt x="4572391" y="18309"/>
                  </a:lnTo>
                  <a:lnTo>
                    <a:pt x="4642736" y="18583"/>
                  </a:lnTo>
                  <a:lnTo>
                    <a:pt x="4713080" y="18855"/>
                  </a:lnTo>
                  <a:lnTo>
                    <a:pt x="4783425" y="19128"/>
                  </a:lnTo>
                  <a:lnTo>
                    <a:pt x="4853769" y="19401"/>
                  </a:lnTo>
                  <a:lnTo>
                    <a:pt x="4924114" y="19673"/>
                  </a:lnTo>
                  <a:lnTo>
                    <a:pt x="4994458" y="19945"/>
                  </a:lnTo>
                  <a:lnTo>
                    <a:pt x="5064803" y="20216"/>
                  </a:lnTo>
                  <a:lnTo>
                    <a:pt x="5135147" y="20488"/>
                  </a:lnTo>
                  <a:lnTo>
                    <a:pt x="5205492" y="20759"/>
                  </a:lnTo>
                  <a:lnTo>
                    <a:pt x="5275836" y="21030"/>
                  </a:lnTo>
                  <a:lnTo>
                    <a:pt x="5346181" y="21300"/>
                  </a:lnTo>
                  <a:lnTo>
                    <a:pt x="5416525" y="21570"/>
                  </a:lnTo>
                  <a:lnTo>
                    <a:pt x="5486870" y="21841"/>
                  </a:lnTo>
                  <a:lnTo>
                    <a:pt x="5557214" y="22110"/>
                  </a:lnTo>
                  <a:lnTo>
                    <a:pt x="5627559" y="22380"/>
                  </a:lnTo>
                  <a:lnTo>
                    <a:pt x="5697903" y="22649"/>
                  </a:lnTo>
                  <a:lnTo>
                    <a:pt x="5768248" y="22919"/>
                  </a:lnTo>
                  <a:lnTo>
                    <a:pt x="5838592" y="23187"/>
                  </a:lnTo>
                  <a:lnTo>
                    <a:pt x="5908937" y="23456"/>
                  </a:lnTo>
                  <a:lnTo>
                    <a:pt x="5979281" y="23724"/>
                  </a:lnTo>
                  <a:lnTo>
                    <a:pt x="6049626" y="23993"/>
                  </a:lnTo>
                  <a:lnTo>
                    <a:pt x="6119970" y="24260"/>
                  </a:lnTo>
                  <a:lnTo>
                    <a:pt x="6190315" y="24528"/>
                  </a:lnTo>
                  <a:lnTo>
                    <a:pt x="6260659" y="24795"/>
                  </a:lnTo>
                  <a:lnTo>
                    <a:pt x="6331004" y="25062"/>
                  </a:lnTo>
                  <a:lnTo>
                    <a:pt x="6401348" y="25329"/>
                  </a:lnTo>
                  <a:lnTo>
                    <a:pt x="6471693" y="25596"/>
                  </a:lnTo>
                  <a:lnTo>
                    <a:pt x="6542037" y="25862"/>
                  </a:lnTo>
                  <a:lnTo>
                    <a:pt x="6612382" y="26128"/>
                  </a:lnTo>
                  <a:lnTo>
                    <a:pt x="6682726" y="26394"/>
                  </a:lnTo>
                  <a:lnTo>
                    <a:pt x="6753071" y="26660"/>
                  </a:lnTo>
                  <a:lnTo>
                    <a:pt x="6823415" y="26925"/>
                  </a:lnTo>
                  <a:lnTo>
                    <a:pt x="6893760" y="27191"/>
                  </a:lnTo>
                  <a:lnTo>
                    <a:pt x="6964104" y="274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1.01 (0.83-1.24), p = 0.918  |  per IQR decline (Δ = 29.5 %): 1.03 (0.57-1.88)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2026-07-22T08:00:18Z</dcterms:modified>
  <cp:category/>
</cp:coreProperties>
</file>