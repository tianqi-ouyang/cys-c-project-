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11072"/>
            </a:xfrm>
            <a:custGeom>
              <a:avLst/>
              <a:pathLst>
                <a:path w="6964104" h="1211072">
                  <a:moveTo>
                    <a:pt x="378091" y="0"/>
                  </a:moveTo>
                  <a:lnTo>
                    <a:pt x="422066" y="27619"/>
                  </a:lnTo>
                  <a:lnTo>
                    <a:pt x="492411" y="70267"/>
                  </a:lnTo>
                  <a:lnTo>
                    <a:pt x="562755" y="111436"/>
                  </a:lnTo>
                  <a:lnTo>
                    <a:pt x="633100" y="151177"/>
                  </a:lnTo>
                  <a:lnTo>
                    <a:pt x="703444" y="189539"/>
                  </a:lnTo>
                  <a:lnTo>
                    <a:pt x="773789" y="226571"/>
                  </a:lnTo>
                  <a:lnTo>
                    <a:pt x="844133" y="262318"/>
                  </a:lnTo>
                  <a:lnTo>
                    <a:pt x="914478" y="296826"/>
                  </a:lnTo>
                  <a:lnTo>
                    <a:pt x="984822" y="330137"/>
                  </a:lnTo>
                  <a:lnTo>
                    <a:pt x="1055167" y="362292"/>
                  </a:lnTo>
                  <a:lnTo>
                    <a:pt x="1125511" y="393332"/>
                  </a:lnTo>
                  <a:lnTo>
                    <a:pt x="1195856" y="423295"/>
                  </a:lnTo>
                  <a:lnTo>
                    <a:pt x="1266200" y="452219"/>
                  </a:lnTo>
                  <a:lnTo>
                    <a:pt x="1336545" y="480140"/>
                  </a:lnTo>
                  <a:lnTo>
                    <a:pt x="1406889" y="507092"/>
                  </a:lnTo>
                  <a:lnTo>
                    <a:pt x="1477234" y="533110"/>
                  </a:lnTo>
                  <a:lnTo>
                    <a:pt x="1547578" y="558225"/>
                  </a:lnTo>
                  <a:lnTo>
                    <a:pt x="1617923" y="582469"/>
                  </a:lnTo>
                  <a:lnTo>
                    <a:pt x="1688267" y="605872"/>
                  </a:lnTo>
                  <a:lnTo>
                    <a:pt x="1758612" y="628464"/>
                  </a:lnTo>
                  <a:lnTo>
                    <a:pt x="1828956" y="650271"/>
                  </a:lnTo>
                  <a:lnTo>
                    <a:pt x="1899301" y="671323"/>
                  </a:lnTo>
                  <a:lnTo>
                    <a:pt x="1969645" y="691644"/>
                  </a:lnTo>
                  <a:lnTo>
                    <a:pt x="2039990" y="711260"/>
                  </a:lnTo>
                  <a:lnTo>
                    <a:pt x="2110334" y="730196"/>
                  </a:lnTo>
                  <a:lnTo>
                    <a:pt x="2180679" y="748475"/>
                  </a:lnTo>
                  <a:lnTo>
                    <a:pt x="2251023" y="766121"/>
                  </a:lnTo>
                  <a:lnTo>
                    <a:pt x="2321368" y="783154"/>
                  </a:lnTo>
                  <a:lnTo>
                    <a:pt x="2391712" y="799596"/>
                  </a:lnTo>
                  <a:lnTo>
                    <a:pt x="2462057" y="815468"/>
                  </a:lnTo>
                  <a:lnTo>
                    <a:pt x="2532401" y="830790"/>
                  </a:lnTo>
                  <a:lnTo>
                    <a:pt x="2602746" y="845580"/>
                  </a:lnTo>
                  <a:lnTo>
                    <a:pt x="2673090" y="859857"/>
                  </a:lnTo>
                  <a:lnTo>
                    <a:pt x="2743435" y="873639"/>
                  </a:lnTo>
                  <a:lnTo>
                    <a:pt x="2813779" y="886943"/>
                  </a:lnTo>
                  <a:lnTo>
                    <a:pt x="2884124" y="899785"/>
                  </a:lnTo>
                  <a:lnTo>
                    <a:pt x="2954468" y="912182"/>
                  </a:lnTo>
                  <a:lnTo>
                    <a:pt x="3024813" y="924149"/>
                  </a:lnTo>
                  <a:lnTo>
                    <a:pt x="3095157" y="935701"/>
                  </a:lnTo>
                  <a:lnTo>
                    <a:pt x="3165502" y="946852"/>
                  </a:lnTo>
                  <a:lnTo>
                    <a:pt x="3235846" y="957617"/>
                  </a:lnTo>
                  <a:lnTo>
                    <a:pt x="3306191" y="955940"/>
                  </a:lnTo>
                  <a:lnTo>
                    <a:pt x="3376535" y="953953"/>
                  </a:lnTo>
                  <a:lnTo>
                    <a:pt x="3446880" y="951952"/>
                  </a:lnTo>
                  <a:lnTo>
                    <a:pt x="3517224" y="949938"/>
                  </a:lnTo>
                  <a:lnTo>
                    <a:pt x="3587569" y="947911"/>
                  </a:lnTo>
                  <a:lnTo>
                    <a:pt x="3657913" y="945871"/>
                  </a:lnTo>
                  <a:lnTo>
                    <a:pt x="3728257" y="943817"/>
                  </a:lnTo>
                  <a:lnTo>
                    <a:pt x="3798602" y="941750"/>
                  </a:lnTo>
                  <a:lnTo>
                    <a:pt x="3868946" y="939669"/>
                  </a:lnTo>
                  <a:lnTo>
                    <a:pt x="3939291" y="937574"/>
                  </a:lnTo>
                  <a:lnTo>
                    <a:pt x="4009635" y="935465"/>
                  </a:lnTo>
                  <a:lnTo>
                    <a:pt x="4079980" y="933343"/>
                  </a:lnTo>
                  <a:lnTo>
                    <a:pt x="4150324" y="931206"/>
                  </a:lnTo>
                  <a:lnTo>
                    <a:pt x="4220669" y="929056"/>
                  </a:lnTo>
                  <a:lnTo>
                    <a:pt x="4291013" y="926891"/>
                  </a:lnTo>
                  <a:lnTo>
                    <a:pt x="4361358" y="924712"/>
                  </a:lnTo>
                  <a:lnTo>
                    <a:pt x="4431702" y="922518"/>
                  </a:lnTo>
                  <a:lnTo>
                    <a:pt x="4502047" y="920310"/>
                  </a:lnTo>
                  <a:lnTo>
                    <a:pt x="4572391" y="918088"/>
                  </a:lnTo>
                  <a:lnTo>
                    <a:pt x="4642736" y="915851"/>
                  </a:lnTo>
                  <a:lnTo>
                    <a:pt x="4713080" y="913599"/>
                  </a:lnTo>
                  <a:lnTo>
                    <a:pt x="4783425" y="911332"/>
                  </a:lnTo>
                  <a:lnTo>
                    <a:pt x="4853769" y="909050"/>
                  </a:lnTo>
                  <a:lnTo>
                    <a:pt x="4924114" y="906753"/>
                  </a:lnTo>
                  <a:lnTo>
                    <a:pt x="4994458" y="904442"/>
                  </a:lnTo>
                  <a:lnTo>
                    <a:pt x="5064803" y="902114"/>
                  </a:lnTo>
                  <a:lnTo>
                    <a:pt x="5135147" y="899772"/>
                  </a:lnTo>
                  <a:lnTo>
                    <a:pt x="5205492" y="897414"/>
                  </a:lnTo>
                  <a:lnTo>
                    <a:pt x="5275836" y="895040"/>
                  </a:lnTo>
                  <a:lnTo>
                    <a:pt x="5346181" y="892651"/>
                  </a:lnTo>
                  <a:lnTo>
                    <a:pt x="5416525" y="890246"/>
                  </a:lnTo>
                  <a:lnTo>
                    <a:pt x="5486870" y="887825"/>
                  </a:lnTo>
                  <a:lnTo>
                    <a:pt x="5557214" y="885388"/>
                  </a:lnTo>
                  <a:lnTo>
                    <a:pt x="5627559" y="882936"/>
                  </a:lnTo>
                  <a:lnTo>
                    <a:pt x="5697903" y="880466"/>
                  </a:lnTo>
                  <a:lnTo>
                    <a:pt x="5768248" y="877981"/>
                  </a:lnTo>
                  <a:lnTo>
                    <a:pt x="5838592" y="875479"/>
                  </a:lnTo>
                  <a:lnTo>
                    <a:pt x="5908937" y="872961"/>
                  </a:lnTo>
                  <a:lnTo>
                    <a:pt x="5979281" y="870426"/>
                  </a:lnTo>
                  <a:lnTo>
                    <a:pt x="6049626" y="867875"/>
                  </a:lnTo>
                  <a:lnTo>
                    <a:pt x="6119970" y="865306"/>
                  </a:lnTo>
                  <a:lnTo>
                    <a:pt x="6190315" y="862721"/>
                  </a:lnTo>
                  <a:lnTo>
                    <a:pt x="6260659" y="860118"/>
                  </a:lnTo>
                  <a:lnTo>
                    <a:pt x="6331004" y="857499"/>
                  </a:lnTo>
                  <a:lnTo>
                    <a:pt x="6401348" y="854862"/>
                  </a:lnTo>
                  <a:lnTo>
                    <a:pt x="6471693" y="852208"/>
                  </a:lnTo>
                  <a:lnTo>
                    <a:pt x="6542037" y="849536"/>
                  </a:lnTo>
                  <a:lnTo>
                    <a:pt x="6612382" y="846847"/>
                  </a:lnTo>
                  <a:lnTo>
                    <a:pt x="6682726" y="844139"/>
                  </a:lnTo>
                  <a:lnTo>
                    <a:pt x="6753071" y="841414"/>
                  </a:lnTo>
                  <a:lnTo>
                    <a:pt x="6823415" y="838671"/>
                  </a:lnTo>
                  <a:lnTo>
                    <a:pt x="6893760" y="835910"/>
                  </a:lnTo>
                  <a:lnTo>
                    <a:pt x="6964104" y="833131"/>
                  </a:lnTo>
                  <a:lnTo>
                    <a:pt x="6964104" y="1211072"/>
                  </a:lnTo>
                  <a:lnTo>
                    <a:pt x="6893760" y="1209415"/>
                  </a:lnTo>
                  <a:lnTo>
                    <a:pt x="6823415" y="1207698"/>
                  </a:lnTo>
                  <a:lnTo>
                    <a:pt x="6753071" y="1205919"/>
                  </a:lnTo>
                  <a:lnTo>
                    <a:pt x="6682726" y="1204076"/>
                  </a:lnTo>
                  <a:lnTo>
                    <a:pt x="6612382" y="1202167"/>
                  </a:lnTo>
                  <a:lnTo>
                    <a:pt x="6542037" y="1200190"/>
                  </a:lnTo>
                  <a:lnTo>
                    <a:pt x="6471693" y="1198141"/>
                  </a:lnTo>
                  <a:lnTo>
                    <a:pt x="6401348" y="1196019"/>
                  </a:lnTo>
                  <a:lnTo>
                    <a:pt x="6331004" y="1193821"/>
                  </a:lnTo>
                  <a:lnTo>
                    <a:pt x="6260659" y="1191544"/>
                  </a:lnTo>
                  <a:lnTo>
                    <a:pt x="6190315" y="1189184"/>
                  </a:lnTo>
                  <a:lnTo>
                    <a:pt x="6119970" y="1186740"/>
                  </a:lnTo>
                  <a:lnTo>
                    <a:pt x="6049626" y="1184209"/>
                  </a:lnTo>
                  <a:lnTo>
                    <a:pt x="5979281" y="1181586"/>
                  </a:lnTo>
                  <a:lnTo>
                    <a:pt x="5908937" y="1178869"/>
                  </a:lnTo>
                  <a:lnTo>
                    <a:pt x="5838592" y="1176054"/>
                  </a:lnTo>
                  <a:lnTo>
                    <a:pt x="5768248" y="1173139"/>
                  </a:lnTo>
                  <a:lnTo>
                    <a:pt x="5697903" y="1170118"/>
                  </a:lnTo>
                  <a:lnTo>
                    <a:pt x="5627559" y="1166989"/>
                  </a:lnTo>
                  <a:lnTo>
                    <a:pt x="5557214" y="1163748"/>
                  </a:lnTo>
                  <a:lnTo>
                    <a:pt x="5486870" y="1160390"/>
                  </a:lnTo>
                  <a:lnTo>
                    <a:pt x="5416525" y="1156911"/>
                  </a:lnTo>
                  <a:lnTo>
                    <a:pt x="5346181" y="1153308"/>
                  </a:lnTo>
                  <a:lnTo>
                    <a:pt x="5275836" y="1149574"/>
                  </a:lnTo>
                  <a:lnTo>
                    <a:pt x="5205492" y="1145707"/>
                  </a:lnTo>
                  <a:lnTo>
                    <a:pt x="5135147" y="1141701"/>
                  </a:lnTo>
                  <a:lnTo>
                    <a:pt x="5064803" y="1137551"/>
                  </a:lnTo>
                  <a:lnTo>
                    <a:pt x="4994458" y="1133252"/>
                  </a:lnTo>
                  <a:lnTo>
                    <a:pt x="4924114" y="1128798"/>
                  </a:lnTo>
                  <a:lnTo>
                    <a:pt x="4853769" y="1124184"/>
                  </a:lnTo>
                  <a:lnTo>
                    <a:pt x="4783425" y="1119405"/>
                  </a:lnTo>
                  <a:lnTo>
                    <a:pt x="4713080" y="1114454"/>
                  </a:lnTo>
                  <a:lnTo>
                    <a:pt x="4642736" y="1109325"/>
                  </a:lnTo>
                  <a:lnTo>
                    <a:pt x="4572391" y="1104011"/>
                  </a:lnTo>
                  <a:lnTo>
                    <a:pt x="4502047" y="1098507"/>
                  </a:lnTo>
                  <a:lnTo>
                    <a:pt x="4431702" y="1092805"/>
                  </a:lnTo>
                  <a:lnTo>
                    <a:pt x="4361358" y="1086898"/>
                  </a:lnTo>
                  <a:lnTo>
                    <a:pt x="4291013" y="1080779"/>
                  </a:lnTo>
                  <a:lnTo>
                    <a:pt x="4220669" y="1074439"/>
                  </a:lnTo>
                  <a:lnTo>
                    <a:pt x="4150324" y="1067873"/>
                  </a:lnTo>
                  <a:lnTo>
                    <a:pt x="4079980" y="1061070"/>
                  </a:lnTo>
                  <a:lnTo>
                    <a:pt x="4009635" y="1054022"/>
                  </a:lnTo>
                  <a:lnTo>
                    <a:pt x="3939291" y="1046722"/>
                  </a:lnTo>
                  <a:lnTo>
                    <a:pt x="3868946" y="1039159"/>
                  </a:lnTo>
                  <a:lnTo>
                    <a:pt x="3798602" y="1031325"/>
                  </a:lnTo>
                  <a:lnTo>
                    <a:pt x="3728257" y="1023209"/>
                  </a:lnTo>
                  <a:lnTo>
                    <a:pt x="3657913" y="1014801"/>
                  </a:lnTo>
                  <a:lnTo>
                    <a:pt x="3587569" y="1006091"/>
                  </a:lnTo>
                  <a:lnTo>
                    <a:pt x="3517224" y="997068"/>
                  </a:lnTo>
                  <a:lnTo>
                    <a:pt x="3446880" y="987721"/>
                  </a:lnTo>
                  <a:lnTo>
                    <a:pt x="3376535" y="978039"/>
                  </a:lnTo>
                  <a:lnTo>
                    <a:pt x="3306191" y="968008"/>
                  </a:lnTo>
                  <a:lnTo>
                    <a:pt x="3235846" y="957915"/>
                  </a:lnTo>
                  <a:lnTo>
                    <a:pt x="3165502" y="959876"/>
                  </a:lnTo>
                  <a:lnTo>
                    <a:pt x="3095157" y="961825"/>
                  </a:lnTo>
                  <a:lnTo>
                    <a:pt x="3024813" y="963761"/>
                  </a:lnTo>
                  <a:lnTo>
                    <a:pt x="2954468" y="965684"/>
                  </a:lnTo>
                  <a:lnTo>
                    <a:pt x="2884124" y="967594"/>
                  </a:lnTo>
                  <a:lnTo>
                    <a:pt x="2813779" y="969492"/>
                  </a:lnTo>
                  <a:lnTo>
                    <a:pt x="2743435" y="971378"/>
                  </a:lnTo>
                  <a:lnTo>
                    <a:pt x="2673090" y="973251"/>
                  </a:lnTo>
                  <a:lnTo>
                    <a:pt x="2602746" y="975112"/>
                  </a:lnTo>
                  <a:lnTo>
                    <a:pt x="2532401" y="976961"/>
                  </a:lnTo>
                  <a:lnTo>
                    <a:pt x="2462057" y="978798"/>
                  </a:lnTo>
                  <a:lnTo>
                    <a:pt x="2391712" y="980622"/>
                  </a:lnTo>
                  <a:lnTo>
                    <a:pt x="2321368" y="982435"/>
                  </a:lnTo>
                  <a:lnTo>
                    <a:pt x="2251023" y="984236"/>
                  </a:lnTo>
                  <a:lnTo>
                    <a:pt x="2180679" y="986025"/>
                  </a:lnTo>
                  <a:lnTo>
                    <a:pt x="2110334" y="987802"/>
                  </a:lnTo>
                  <a:lnTo>
                    <a:pt x="2039990" y="989568"/>
                  </a:lnTo>
                  <a:lnTo>
                    <a:pt x="1969645" y="991322"/>
                  </a:lnTo>
                  <a:lnTo>
                    <a:pt x="1899301" y="993064"/>
                  </a:lnTo>
                  <a:lnTo>
                    <a:pt x="1828956" y="994795"/>
                  </a:lnTo>
                  <a:lnTo>
                    <a:pt x="1758612" y="996515"/>
                  </a:lnTo>
                  <a:lnTo>
                    <a:pt x="1688267" y="998223"/>
                  </a:lnTo>
                  <a:lnTo>
                    <a:pt x="1617923" y="999921"/>
                  </a:lnTo>
                  <a:lnTo>
                    <a:pt x="1547578" y="1001607"/>
                  </a:lnTo>
                  <a:lnTo>
                    <a:pt x="1477234" y="1003282"/>
                  </a:lnTo>
                  <a:lnTo>
                    <a:pt x="1406889" y="1004946"/>
                  </a:lnTo>
                  <a:lnTo>
                    <a:pt x="1336545" y="1006599"/>
                  </a:lnTo>
                  <a:lnTo>
                    <a:pt x="1266200" y="1008242"/>
                  </a:lnTo>
                  <a:lnTo>
                    <a:pt x="1195856" y="1009874"/>
                  </a:lnTo>
                  <a:lnTo>
                    <a:pt x="1125511" y="1011494"/>
                  </a:lnTo>
                  <a:lnTo>
                    <a:pt x="1055167" y="1013105"/>
                  </a:lnTo>
                  <a:lnTo>
                    <a:pt x="984822" y="1014705"/>
                  </a:lnTo>
                  <a:lnTo>
                    <a:pt x="914478" y="1016294"/>
                  </a:lnTo>
                  <a:lnTo>
                    <a:pt x="844133" y="1017873"/>
                  </a:lnTo>
                  <a:lnTo>
                    <a:pt x="773789" y="1019441"/>
                  </a:lnTo>
                  <a:lnTo>
                    <a:pt x="703444" y="1021000"/>
                  </a:lnTo>
                  <a:lnTo>
                    <a:pt x="633100" y="1022548"/>
                  </a:lnTo>
                  <a:lnTo>
                    <a:pt x="562755" y="1024085"/>
                  </a:lnTo>
                  <a:lnTo>
                    <a:pt x="492411" y="1025613"/>
                  </a:lnTo>
                  <a:lnTo>
                    <a:pt x="422066" y="1027131"/>
                  </a:lnTo>
                  <a:lnTo>
                    <a:pt x="351722" y="1028639"/>
                  </a:lnTo>
                  <a:lnTo>
                    <a:pt x="281377" y="1030137"/>
                  </a:lnTo>
                  <a:lnTo>
                    <a:pt x="211033" y="1031625"/>
                  </a:lnTo>
                  <a:lnTo>
                    <a:pt x="140688" y="1033103"/>
                  </a:lnTo>
                  <a:lnTo>
                    <a:pt x="70344" y="1034572"/>
                  </a:lnTo>
                  <a:lnTo>
                    <a:pt x="0" y="10360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3403" y="2143092"/>
              <a:ext cx="6586013" cy="957617"/>
            </a:xfrm>
            <a:custGeom>
              <a:avLst/>
              <a:pathLst>
                <a:path w="6586013" h="957617">
                  <a:moveTo>
                    <a:pt x="0" y="0"/>
                  </a:moveTo>
                  <a:lnTo>
                    <a:pt x="43975" y="27619"/>
                  </a:lnTo>
                  <a:lnTo>
                    <a:pt x="114320" y="70267"/>
                  </a:lnTo>
                  <a:lnTo>
                    <a:pt x="184664" y="111436"/>
                  </a:lnTo>
                  <a:lnTo>
                    <a:pt x="255009" y="151177"/>
                  </a:lnTo>
                  <a:lnTo>
                    <a:pt x="325353" y="189539"/>
                  </a:lnTo>
                  <a:lnTo>
                    <a:pt x="395698" y="226571"/>
                  </a:lnTo>
                  <a:lnTo>
                    <a:pt x="466042" y="262318"/>
                  </a:lnTo>
                  <a:lnTo>
                    <a:pt x="536387" y="296826"/>
                  </a:lnTo>
                  <a:lnTo>
                    <a:pt x="606731" y="330137"/>
                  </a:lnTo>
                  <a:lnTo>
                    <a:pt x="677076" y="362292"/>
                  </a:lnTo>
                  <a:lnTo>
                    <a:pt x="747420" y="393332"/>
                  </a:lnTo>
                  <a:lnTo>
                    <a:pt x="817765" y="423295"/>
                  </a:lnTo>
                  <a:lnTo>
                    <a:pt x="888109" y="452219"/>
                  </a:lnTo>
                  <a:lnTo>
                    <a:pt x="958454" y="480140"/>
                  </a:lnTo>
                  <a:lnTo>
                    <a:pt x="1028798" y="507092"/>
                  </a:lnTo>
                  <a:lnTo>
                    <a:pt x="1099143" y="533110"/>
                  </a:lnTo>
                  <a:lnTo>
                    <a:pt x="1169487" y="558225"/>
                  </a:lnTo>
                  <a:lnTo>
                    <a:pt x="1239832" y="582469"/>
                  </a:lnTo>
                  <a:lnTo>
                    <a:pt x="1310176" y="605872"/>
                  </a:lnTo>
                  <a:lnTo>
                    <a:pt x="1380521" y="628464"/>
                  </a:lnTo>
                  <a:lnTo>
                    <a:pt x="1450865" y="650271"/>
                  </a:lnTo>
                  <a:lnTo>
                    <a:pt x="1521210" y="671323"/>
                  </a:lnTo>
                  <a:lnTo>
                    <a:pt x="1591554" y="691644"/>
                  </a:lnTo>
                  <a:lnTo>
                    <a:pt x="1661899" y="711260"/>
                  </a:lnTo>
                  <a:lnTo>
                    <a:pt x="1732243" y="730196"/>
                  </a:lnTo>
                  <a:lnTo>
                    <a:pt x="1802588" y="748475"/>
                  </a:lnTo>
                  <a:lnTo>
                    <a:pt x="1872932" y="766121"/>
                  </a:lnTo>
                  <a:lnTo>
                    <a:pt x="1943277" y="783154"/>
                  </a:lnTo>
                  <a:lnTo>
                    <a:pt x="2013621" y="799596"/>
                  </a:lnTo>
                  <a:lnTo>
                    <a:pt x="2083965" y="815468"/>
                  </a:lnTo>
                  <a:lnTo>
                    <a:pt x="2154310" y="830790"/>
                  </a:lnTo>
                  <a:lnTo>
                    <a:pt x="2224654" y="845580"/>
                  </a:lnTo>
                  <a:lnTo>
                    <a:pt x="2294999" y="859857"/>
                  </a:lnTo>
                  <a:lnTo>
                    <a:pt x="2365343" y="873639"/>
                  </a:lnTo>
                  <a:lnTo>
                    <a:pt x="2435688" y="886943"/>
                  </a:lnTo>
                  <a:lnTo>
                    <a:pt x="2506032" y="899785"/>
                  </a:lnTo>
                  <a:lnTo>
                    <a:pt x="2576377" y="912182"/>
                  </a:lnTo>
                  <a:lnTo>
                    <a:pt x="2646721" y="924149"/>
                  </a:lnTo>
                  <a:lnTo>
                    <a:pt x="2717066" y="935701"/>
                  </a:lnTo>
                  <a:lnTo>
                    <a:pt x="2787410" y="946852"/>
                  </a:lnTo>
                  <a:lnTo>
                    <a:pt x="2857755" y="957617"/>
                  </a:lnTo>
                  <a:lnTo>
                    <a:pt x="2928099" y="955940"/>
                  </a:lnTo>
                  <a:lnTo>
                    <a:pt x="2998444" y="953953"/>
                  </a:lnTo>
                  <a:lnTo>
                    <a:pt x="3068788" y="951952"/>
                  </a:lnTo>
                  <a:lnTo>
                    <a:pt x="3139133" y="949938"/>
                  </a:lnTo>
                  <a:lnTo>
                    <a:pt x="3209477" y="947911"/>
                  </a:lnTo>
                  <a:lnTo>
                    <a:pt x="3279822" y="945871"/>
                  </a:lnTo>
                  <a:lnTo>
                    <a:pt x="3350166" y="943817"/>
                  </a:lnTo>
                  <a:lnTo>
                    <a:pt x="3420511" y="941750"/>
                  </a:lnTo>
                  <a:lnTo>
                    <a:pt x="3490855" y="939669"/>
                  </a:lnTo>
                  <a:lnTo>
                    <a:pt x="3561200" y="937574"/>
                  </a:lnTo>
                  <a:lnTo>
                    <a:pt x="3631544" y="935465"/>
                  </a:lnTo>
                  <a:lnTo>
                    <a:pt x="3701889" y="933343"/>
                  </a:lnTo>
                  <a:lnTo>
                    <a:pt x="3772233" y="931206"/>
                  </a:lnTo>
                  <a:lnTo>
                    <a:pt x="3842578" y="929056"/>
                  </a:lnTo>
                  <a:lnTo>
                    <a:pt x="3912922" y="926891"/>
                  </a:lnTo>
                  <a:lnTo>
                    <a:pt x="3983267" y="924712"/>
                  </a:lnTo>
                  <a:lnTo>
                    <a:pt x="4053611" y="922518"/>
                  </a:lnTo>
                  <a:lnTo>
                    <a:pt x="4123956" y="920310"/>
                  </a:lnTo>
                  <a:lnTo>
                    <a:pt x="4194300" y="918088"/>
                  </a:lnTo>
                  <a:lnTo>
                    <a:pt x="4264645" y="915851"/>
                  </a:lnTo>
                  <a:lnTo>
                    <a:pt x="4334989" y="913599"/>
                  </a:lnTo>
                  <a:lnTo>
                    <a:pt x="4405334" y="911332"/>
                  </a:lnTo>
                  <a:lnTo>
                    <a:pt x="4475678" y="909050"/>
                  </a:lnTo>
                  <a:lnTo>
                    <a:pt x="4546023" y="906753"/>
                  </a:lnTo>
                  <a:lnTo>
                    <a:pt x="4616367" y="904442"/>
                  </a:lnTo>
                  <a:lnTo>
                    <a:pt x="4686712" y="902114"/>
                  </a:lnTo>
                  <a:lnTo>
                    <a:pt x="4757056" y="899772"/>
                  </a:lnTo>
                  <a:lnTo>
                    <a:pt x="4827401" y="897414"/>
                  </a:lnTo>
                  <a:lnTo>
                    <a:pt x="4897745" y="895040"/>
                  </a:lnTo>
                  <a:lnTo>
                    <a:pt x="4968090" y="892651"/>
                  </a:lnTo>
                  <a:lnTo>
                    <a:pt x="5038434" y="890246"/>
                  </a:lnTo>
                  <a:lnTo>
                    <a:pt x="5108779" y="887825"/>
                  </a:lnTo>
                  <a:lnTo>
                    <a:pt x="5179123" y="885388"/>
                  </a:lnTo>
                  <a:lnTo>
                    <a:pt x="5249468" y="882936"/>
                  </a:lnTo>
                  <a:lnTo>
                    <a:pt x="5319812" y="880466"/>
                  </a:lnTo>
                  <a:lnTo>
                    <a:pt x="5390157" y="877981"/>
                  </a:lnTo>
                  <a:lnTo>
                    <a:pt x="5460501" y="875479"/>
                  </a:lnTo>
                  <a:lnTo>
                    <a:pt x="5530846" y="872961"/>
                  </a:lnTo>
                  <a:lnTo>
                    <a:pt x="5601190" y="870426"/>
                  </a:lnTo>
                  <a:lnTo>
                    <a:pt x="5671535" y="867875"/>
                  </a:lnTo>
                  <a:lnTo>
                    <a:pt x="5741879" y="865306"/>
                  </a:lnTo>
                  <a:lnTo>
                    <a:pt x="5812223" y="862721"/>
                  </a:lnTo>
                  <a:lnTo>
                    <a:pt x="5882568" y="860118"/>
                  </a:lnTo>
                  <a:lnTo>
                    <a:pt x="5952912" y="857499"/>
                  </a:lnTo>
                  <a:lnTo>
                    <a:pt x="6023257" y="854862"/>
                  </a:lnTo>
                  <a:lnTo>
                    <a:pt x="6093601" y="852208"/>
                  </a:lnTo>
                  <a:lnTo>
                    <a:pt x="6163946" y="849536"/>
                  </a:lnTo>
                  <a:lnTo>
                    <a:pt x="6234290" y="846847"/>
                  </a:lnTo>
                  <a:lnTo>
                    <a:pt x="6304635" y="844139"/>
                  </a:lnTo>
                  <a:lnTo>
                    <a:pt x="6374979" y="841414"/>
                  </a:lnTo>
                  <a:lnTo>
                    <a:pt x="6445324" y="838671"/>
                  </a:lnTo>
                  <a:lnTo>
                    <a:pt x="6515668" y="835910"/>
                  </a:lnTo>
                  <a:lnTo>
                    <a:pt x="6586013" y="833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1007"/>
              <a:ext cx="6964104" cy="253157"/>
            </a:xfrm>
            <a:custGeom>
              <a:avLst/>
              <a:pathLst>
                <a:path w="6964104" h="253157">
                  <a:moveTo>
                    <a:pt x="6964104" y="253157"/>
                  </a:moveTo>
                  <a:lnTo>
                    <a:pt x="6893760" y="251500"/>
                  </a:lnTo>
                  <a:lnTo>
                    <a:pt x="6823415" y="249782"/>
                  </a:lnTo>
                  <a:lnTo>
                    <a:pt x="6753071" y="248004"/>
                  </a:lnTo>
                  <a:lnTo>
                    <a:pt x="6682726" y="246161"/>
                  </a:lnTo>
                  <a:lnTo>
                    <a:pt x="6612382" y="244252"/>
                  </a:lnTo>
                  <a:lnTo>
                    <a:pt x="6542037" y="242275"/>
                  </a:lnTo>
                  <a:lnTo>
                    <a:pt x="6471693" y="240226"/>
                  </a:lnTo>
                  <a:lnTo>
                    <a:pt x="6401348" y="238104"/>
                  </a:lnTo>
                  <a:lnTo>
                    <a:pt x="6331004" y="235906"/>
                  </a:lnTo>
                  <a:lnTo>
                    <a:pt x="6260659" y="233628"/>
                  </a:lnTo>
                  <a:lnTo>
                    <a:pt x="6190315" y="231269"/>
                  </a:lnTo>
                  <a:lnTo>
                    <a:pt x="6119970" y="228825"/>
                  </a:lnTo>
                  <a:lnTo>
                    <a:pt x="6049626" y="226293"/>
                  </a:lnTo>
                  <a:lnTo>
                    <a:pt x="5979281" y="223671"/>
                  </a:lnTo>
                  <a:lnTo>
                    <a:pt x="5908937" y="220954"/>
                  </a:lnTo>
                  <a:lnTo>
                    <a:pt x="5838592" y="218139"/>
                  </a:lnTo>
                  <a:lnTo>
                    <a:pt x="5768248" y="215223"/>
                  </a:lnTo>
                  <a:lnTo>
                    <a:pt x="5697903" y="212203"/>
                  </a:lnTo>
                  <a:lnTo>
                    <a:pt x="5627559" y="209074"/>
                  </a:lnTo>
                  <a:lnTo>
                    <a:pt x="5557214" y="205832"/>
                  </a:lnTo>
                  <a:lnTo>
                    <a:pt x="5486870" y="202475"/>
                  </a:lnTo>
                  <a:lnTo>
                    <a:pt x="5416525" y="198996"/>
                  </a:lnTo>
                  <a:lnTo>
                    <a:pt x="5346181" y="195392"/>
                  </a:lnTo>
                  <a:lnTo>
                    <a:pt x="5275836" y="191659"/>
                  </a:lnTo>
                  <a:lnTo>
                    <a:pt x="5205492" y="187792"/>
                  </a:lnTo>
                  <a:lnTo>
                    <a:pt x="5135147" y="183786"/>
                  </a:lnTo>
                  <a:lnTo>
                    <a:pt x="5064803" y="179636"/>
                  </a:lnTo>
                  <a:lnTo>
                    <a:pt x="4994458" y="175337"/>
                  </a:lnTo>
                  <a:lnTo>
                    <a:pt x="4924114" y="170883"/>
                  </a:lnTo>
                  <a:lnTo>
                    <a:pt x="4853769" y="166269"/>
                  </a:lnTo>
                  <a:lnTo>
                    <a:pt x="4783425" y="161490"/>
                  </a:lnTo>
                  <a:lnTo>
                    <a:pt x="4713080" y="156539"/>
                  </a:lnTo>
                  <a:lnTo>
                    <a:pt x="4642736" y="151409"/>
                  </a:lnTo>
                  <a:lnTo>
                    <a:pt x="4572391" y="146096"/>
                  </a:lnTo>
                  <a:lnTo>
                    <a:pt x="4502047" y="140592"/>
                  </a:lnTo>
                  <a:lnTo>
                    <a:pt x="4431702" y="134890"/>
                  </a:lnTo>
                  <a:lnTo>
                    <a:pt x="4361358" y="128983"/>
                  </a:lnTo>
                  <a:lnTo>
                    <a:pt x="4291013" y="122863"/>
                  </a:lnTo>
                  <a:lnTo>
                    <a:pt x="4220669" y="116524"/>
                  </a:lnTo>
                  <a:lnTo>
                    <a:pt x="4150324" y="109957"/>
                  </a:lnTo>
                  <a:lnTo>
                    <a:pt x="4079980" y="103155"/>
                  </a:lnTo>
                  <a:lnTo>
                    <a:pt x="4009635" y="96107"/>
                  </a:lnTo>
                  <a:lnTo>
                    <a:pt x="3939291" y="88807"/>
                  </a:lnTo>
                  <a:lnTo>
                    <a:pt x="3868946" y="81244"/>
                  </a:lnTo>
                  <a:lnTo>
                    <a:pt x="3798602" y="73409"/>
                  </a:lnTo>
                  <a:lnTo>
                    <a:pt x="3728257" y="65293"/>
                  </a:lnTo>
                  <a:lnTo>
                    <a:pt x="3657913" y="56886"/>
                  </a:lnTo>
                  <a:lnTo>
                    <a:pt x="3587569" y="48176"/>
                  </a:lnTo>
                  <a:lnTo>
                    <a:pt x="3517224" y="39153"/>
                  </a:lnTo>
                  <a:lnTo>
                    <a:pt x="3446880" y="29806"/>
                  </a:lnTo>
                  <a:lnTo>
                    <a:pt x="3376535" y="20123"/>
                  </a:lnTo>
                  <a:lnTo>
                    <a:pt x="3306191" y="10093"/>
                  </a:lnTo>
                  <a:lnTo>
                    <a:pt x="3235846" y="0"/>
                  </a:lnTo>
                  <a:lnTo>
                    <a:pt x="3165502" y="1961"/>
                  </a:lnTo>
                  <a:lnTo>
                    <a:pt x="3095157" y="3910"/>
                  </a:lnTo>
                  <a:lnTo>
                    <a:pt x="3024813" y="5845"/>
                  </a:lnTo>
                  <a:lnTo>
                    <a:pt x="2954468" y="7769"/>
                  </a:lnTo>
                  <a:lnTo>
                    <a:pt x="2884124" y="9679"/>
                  </a:lnTo>
                  <a:lnTo>
                    <a:pt x="2813779" y="11577"/>
                  </a:lnTo>
                  <a:lnTo>
                    <a:pt x="2743435" y="13463"/>
                  </a:lnTo>
                  <a:lnTo>
                    <a:pt x="2673090" y="15336"/>
                  </a:lnTo>
                  <a:lnTo>
                    <a:pt x="2602746" y="17197"/>
                  </a:lnTo>
                  <a:lnTo>
                    <a:pt x="2532401" y="19046"/>
                  </a:lnTo>
                  <a:lnTo>
                    <a:pt x="2462057" y="20882"/>
                  </a:lnTo>
                  <a:lnTo>
                    <a:pt x="2391712" y="22707"/>
                  </a:lnTo>
                  <a:lnTo>
                    <a:pt x="2321368" y="24520"/>
                  </a:lnTo>
                  <a:lnTo>
                    <a:pt x="2251023" y="26321"/>
                  </a:lnTo>
                  <a:lnTo>
                    <a:pt x="2180679" y="28110"/>
                  </a:lnTo>
                  <a:lnTo>
                    <a:pt x="2110334" y="29887"/>
                  </a:lnTo>
                  <a:lnTo>
                    <a:pt x="2039990" y="31652"/>
                  </a:lnTo>
                  <a:lnTo>
                    <a:pt x="1969645" y="33406"/>
                  </a:lnTo>
                  <a:lnTo>
                    <a:pt x="1899301" y="35149"/>
                  </a:lnTo>
                  <a:lnTo>
                    <a:pt x="1828956" y="36880"/>
                  </a:lnTo>
                  <a:lnTo>
                    <a:pt x="1758612" y="38600"/>
                  </a:lnTo>
                  <a:lnTo>
                    <a:pt x="1688267" y="40308"/>
                  </a:lnTo>
                  <a:lnTo>
                    <a:pt x="1617923" y="42006"/>
                  </a:lnTo>
                  <a:lnTo>
                    <a:pt x="1547578" y="43692"/>
                  </a:lnTo>
                  <a:lnTo>
                    <a:pt x="1477234" y="45367"/>
                  </a:lnTo>
                  <a:lnTo>
                    <a:pt x="1406889" y="47031"/>
                  </a:lnTo>
                  <a:lnTo>
                    <a:pt x="1336545" y="48684"/>
                  </a:lnTo>
                  <a:lnTo>
                    <a:pt x="1266200" y="50327"/>
                  </a:lnTo>
                  <a:lnTo>
                    <a:pt x="1195856" y="51958"/>
                  </a:lnTo>
                  <a:lnTo>
                    <a:pt x="1125511" y="53579"/>
                  </a:lnTo>
                  <a:lnTo>
                    <a:pt x="1055167" y="55190"/>
                  </a:lnTo>
                  <a:lnTo>
                    <a:pt x="984822" y="56789"/>
                  </a:lnTo>
                  <a:lnTo>
                    <a:pt x="914478" y="58379"/>
                  </a:lnTo>
                  <a:lnTo>
                    <a:pt x="844133" y="59958"/>
                  </a:lnTo>
                  <a:lnTo>
                    <a:pt x="773789" y="61526"/>
                  </a:lnTo>
                  <a:lnTo>
                    <a:pt x="703444" y="63084"/>
                  </a:lnTo>
                  <a:lnTo>
                    <a:pt x="633100" y="64632"/>
                  </a:lnTo>
                  <a:lnTo>
                    <a:pt x="562755" y="66170"/>
                  </a:lnTo>
                  <a:lnTo>
                    <a:pt x="492411" y="67698"/>
                  </a:lnTo>
                  <a:lnTo>
                    <a:pt x="422066" y="69216"/>
                  </a:lnTo>
                  <a:lnTo>
                    <a:pt x="351722" y="70724"/>
                  </a:lnTo>
                  <a:lnTo>
                    <a:pt x="281377" y="72222"/>
                  </a:lnTo>
                  <a:lnTo>
                    <a:pt x="211033" y="73710"/>
                  </a:lnTo>
                  <a:lnTo>
                    <a:pt x="140688" y="75188"/>
                  </a:lnTo>
                  <a:lnTo>
                    <a:pt x="70344" y="76657"/>
                  </a:lnTo>
                  <a:lnTo>
                    <a:pt x="0" y="78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820551"/>
              <a:ext cx="6964104" cy="439877"/>
            </a:xfrm>
            <a:custGeom>
              <a:avLst/>
              <a:pathLst>
                <a:path w="6964104" h="439877">
                  <a:moveTo>
                    <a:pt x="0" y="0"/>
                  </a:moveTo>
                  <a:lnTo>
                    <a:pt x="70344" y="8267"/>
                  </a:lnTo>
                  <a:lnTo>
                    <a:pt x="140688" y="16416"/>
                  </a:lnTo>
                  <a:lnTo>
                    <a:pt x="211033" y="24449"/>
                  </a:lnTo>
                  <a:lnTo>
                    <a:pt x="281377" y="32367"/>
                  </a:lnTo>
                  <a:lnTo>
                    <a:pt x="351722" y="40173"/>
                  </a:lnTo>
                  <a:lnTo>
                    <a:pt x="422066" y="47867"/>
                  </a:lnTo>
                  <a:lnTo>
                    <a:pt x="492411" y="55452"/>
                  </a:lnTo>
                  <a:lnTo>
                    <a:pt x="562755" y="62928"/>
                  </a:lnTo>
                  <a:lnTo>
                    <a:pt x="633100" y="70298"/>
                  </a:lnTo>
                  <a:lnTo>
                    <a:pt x="703444" y="77563"/>
                  </a:lnTo>
                  <a:lnTo>
                    <a:pt x="773789" y="84724"/>
                  </a:lnTo>
                  <a:lnTo>
                    <a:pt x="844133" y="91783"/>
                  </a:lnTo>
                  <a:lnTo>
                    <a:pt x="914478" y="98741"/>
                  </a:lnTo>
                  <a:lnTo>
                    <a:pt x="984822" y="105600"/>
                  </a:lnTo>
                  <a:lnTo>
                    <a:pt x="1055167" y="112362"/>
                  </a:lnTo>
                  <a:lnTo>
                    <a:pt x="1125511" y="119027"/>
                  </a:lnTo>
                  <a:lnTo>
                    <a:pt x="1195856" y="125596"/>
                  </a:lnTo>
                  <a:lnTo>
                    <a:pt x="1266200" y="132072"/>
                  </a:lnTo>
                  <a:lnTo>
                    <a:pt x="1336545" y="138456"/>
                  </a:lnTo>
                  <a:lnTo>
                    <a:pt x="1406889" y="144749"/>
                  </a:lnTo>
                  <a:lnTo>
                    <a:pt x="1477234" y="150952"/>
                  </a:lnTo>
                  <a:lnTo>
                    <a:pt x="1547578" y="157067"/>
                  </a:lnTo>
                  <a:lnTo>
                    <a:pt x="1617923" y="163094"/>
                  </a:lnTo>
                  <a:lnTo>
                    <a:pt x="1688267" y="169035"/>
                  </a:lnTo>
                  <a:lnTo>
                    <a:pt x="1758612" y="174892"/>
                  </a:lnTo>
                  <a:lnTo>
                    <a:pt x="1828956" y="180665"/>
                  </a:lnTo>
                  <a:lnTo>
                    <a:pt x="1899301" y="186356"/>
                  </a:lnTo>
                  <a:lnTo>
                    <a:pt x="1969645" y="191966"/>
                  </a:lnTo>
                  <a:lnTo>
                    <a:pt x="2039990" y="197496"/>
                  </a:lnTo>
                  <a:lnTo>
                    <a:pt x="2110334" y="202946"/>
                  </a:lnTo>
                  <a:lnTo>
                    <a:pt x="2180679" y="208320"/>
                  </a:lnTo>
                  <a:lnTo>
                    <a:pt x="2251023" y="213616"/>
                  </a:lnTo>
                  <a:lnTo>
                    <a:pt x="2321368" y="218837"/>
                  </a:lnTo>
                  <a:lnTo>
                    <a:pt x="2391712" y="223984"/>
                  </a:lnTo>
                  <a:lnTo>
                    <a:pt x="2462057" y="229057"/>
                  </a:lnTo>
                  <a:lnTo>
                    <a:pt x="2532401" y="234058"/>
                  </a:lnTo>
                  <a:lnTo>
                    <a:pt x="2602746" y="238987"/>
                  </a:lnTo>
                  <a:lnTo>
                    <a:pt x="2673090" y="243846"/>
                  </a:lnTo>
                  <a:lnTo>
                    <a:pt x="2743435" y="248636"/>
                  </a:lnTo>
                  <a:lnTo>
                    <a:pt x="2813779" y="253358"/>
                  </a:lnTo>
                  <a:lnTo>
                    <a:pt x="2884124" y="258012"/>
                  </a:lnTo>
                  <a:lnTo>
                    <a:pt x="2954468" y="262600"/>
                  </a:lnTo>
                  <a:lnTo>
                    <a:pt x="3024813" y="267122"/>
                  </a:lnTo>
                  <a:lnTo>
                    <a:pt x="3095157" y="271580"/>
                  </a:lnTo>
                  <a:lnTo>
                    <a:pt x="3165502" y="275975"/>
                  </a:lnTo>
                  <a:lnTo>
                    <a:pt x="3235846" y="280306"/>
                  </a:lnTo>
                  <a:lnTo>
                    <a:pt x="3306191" y="284576"/>
                  </a:lnTo>
                  <a:lnTo>
                    <a:pt x="3376535" y="288785"/>
                  </a:lnTo>
                  <a:lnTo>
                    <a:pt x="3446880" y="292935"/>
                  </a:lnTo>
                  <a:lnTo>
                    <a:pt x="3517224" y="297024"/>
                  </a:lnTo>
                  <a:lnTo>
                    <a:pt x="3587569" y="301056"/>
                  </a:lnTo>
                  <a:lnTo>
                    <a:pt x="3657913" y="305030"/>
                  </a:lnTo>
                  <a:lnTo>
                    <a:pt x="3728257" y="308947"/>
                  </a:lnTo>
                  <a:lnTo>
                    <a:pt x="3798602" y="312809"/>
                  </a:lnTo>
                  <a:lnTo>
                    <a:pt x="3868946" y="316616"/>
                  </a:lnTo>
                  <a:lnTo>
                    <a:pt x="3939291" y="320368"/>
                  </a:lnTo>
                  <a:lnTo>
                    <a:pt x="4009635" y="324066"/>
                  </a:lnTo>
                  <a:lnTo>
                    <a:pt x="4079980" y="327712"/>
                  </a:lnTo>
                  <a:lnTo>
                    <a:pt x="4150324" y="331306"/>
                  </a:lnTo>
                  <a:lnTo>
                    <a:pt x="4220669" y="334849"/>
                  </a:lnTo>
                  <a:lnTo>
                    <a:pt x="4291013" y="338341"/>
                  </a:lnTo>
                  <a:lnTo>
                    <a:pt x="4361358" y="341784"/>
                  </a:lnTo>
                  <a:lnTo>
                    <a:pt x="4431702" y="345177"/>
                  </a:lnTo>
                  <a:lnTo>
                    <a:pt x="4502047" y="348522"/>
                  </a:lnTo>
                  <a:lnTo>
                    <a:pt x="4572391" y="351819"/>
                  </a:lnTo>
                  <a:lnTo>
                    <a:pt x="4642736" y="355069"/>
                  </a:lnTo>
                  <a:lnTo>
                    <a:pt x="4713080" y="358273"/>
                  </a:lnTo>
                  <a:lnTo>
                    <a:pt x="4783425" y="361431"/>
                  </a:lnTo>
                  <a:lnTo>
                    <a:pt x="4853769" y="364544"/>
                  </a:lnTo>
                  <a:lnTo>
                    <a:pt x="4924114" y="367613"/>
                  </a:lnTo>
                  <a:lnTo>
                    <a:pt x="4994458" y="370638"/>
                  </a:lnTo>
                  <a:lnTo>
                    <a:pt x="5064803" y="373620"/>
                  </a:lnTo>
                  <a:lnTo>
                    <a:pt x="5135147" y="376559"/>
                  </a:lnTo>
                  <a:lnTo>
                    <a:pt x="5205492" y="379457"/>
                  </a:lnTo>
                  <a:lnTo>
                    <a:pt x="5275836" y="382313"/>
                  </a:lnTo>
                  <a:lnTo>
                    <a:pt x="5346181" y="385128"/>
                  </a:lnTo>
                  <a:lnTo>
                    <a:pt x="5416525" y="387903"/>
                  </a:lnTo>
                  <a:lnTo>
                    <a:pt x="5486870" y="390639"/>
                  </a:lnTo>
                  <a:lnTo>
                    <a:pt x="5557214" y="393336"/>
                  </a:lnTo>
                  <a:lnTo>
                    <a:pt x="5627559" y="395994"/>
                  </a:lnTo>
                  <a:lnTo>
                    <a:pt x="5697903" y="398614"/>
                  </a:lnTo>
                  <a:lnTo>
                    <a:pt x="5768248" y="401197"/>
                  </a:lnTo>
                  <a:lnTo>
                    <a:pt x="5838592" y="403743"/>
                  </a:lnTo>
                  <a:lnTo>
                    <a:pt x="5908937" y="406253"/>
                  </a:lnTo>
                  <a:lnTo>
                    <a:pt x="5979281" y="408727"/>
                  </a:lnTo>
                  <a:lnTo>
                    <a:pt x="6049626" y="411165"/>
                  </a:lnTo>
                  <a:lnTo>
                    <a:pt x="6119970" y="413569"/>
                  </a:lnTo>
                  <a:lnTo>
                    <a:pt x="6190315" y="415939"/>
                  </a:lnTo>
                  <a:lnTo>
                    <a:pt x="6260659" y="418275"/>
                  </a:lnTo>
                  <a:lnTo>
                    <a:pt x="6331004" y="420577"/>
                  </a:lnTo>
                  <a:lnTo>
                    <a:pt x="6401348" y="422847"/>
                  </a:lnTo>
                  <a:lnTo>
                    <a:pt x="6471693" y="425084"/>
                  </a:lnTo>
                  <a:lnTo>
                    <a:pt x="6542037" y="427290"/>
                  </a:lnTo>
                  <a:lnTo>
                    <a:pt x="6612382" y="429464"/>
                  </a:lnTo>
                  <a:lnTo>
                    <a:pt x="6682726" y="431607"/>
                  </a:lnTo>
                  <a:lnTo>
                    <a:pt x="6753071" y="433719"/>
                  </a:lnTo>
                  <a:lnTo>
                    <a:pt x="6823415" y="435801"/>
                  </a:lnTo>
                  <a:lnTo>
                    <a:pt x="6893760" y="437854"/>
                  </a:lnTo>
                  <a:lnTo>
                    <a:pt x="6964104" y="4398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(0.93-1.50), p_Bonf = 1.000 (n = 6)  |  per IQR decline (Δ = 29.5 %): 1.63 (0.80-3.31)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11072"/>
            </a:xfrm>
            <a:custGeom>
              <a:avLst/>
              <a:pathLst>
                <a:path w="6964104" h="1211072">
                  <a:moveTo>
                    <a:pt x="378091" y="0"/>
                  </a:moveTo>
                  <a:lnTo>
                    <a:pt x="422066" y="27619"/>
                  </a:lnTo>
                  <a:lnTo>
                    <a:pt x="492411" y="70267"/>
                  </a:lnTo>
                  <a:lnTo>
                    <a:pt x="562755" y="111436"/>
                  </a:lnTo>
                  <a:lnTo>
                    <a:pt x="633100" y="151177"/>
                  </a:lnTo>
                  <a:lnTo>
                    <a:pt x="703444" y="189539"/>
                  </a:lnTo>
                  <a:lnTo>
                    <a:pt x="773789" y="226571"/>
                  </a:lnTo>
                  <a:lnTo>
                    <a:pt x="844133" y="262318"/>
                  </a:lnTo>
                  <a:lnTo>
                    <a:pt x="914478" y="296826"/>
                  </a:lnTo>
                  <a:lnTo>
                    <a:pt x="984822" y="330137"/>
                  </a:lnTo>
                  <a:lnTo>
                    <a:pt x="1055167" y="362292"/>
                  </a:lnTo>
                  <a:lnTo>
                    <a:pt x="1125511" y="393332"/>
                  </a:lnTo>
                  <a:lnTo>
                    <a:pt x="1195856" y="423295"/>
                  </a:lnTo>
                  <a:lnTo>
                    <a:pt x="1266200" y="452219"/>
                  </a:lnTo>
                  <a:lnTo>
                    <a:pt x="1336545" y="480140"/>
                  </a:lnTo>
                  <a:lnTo>
                    <a:pt x="1406889" y="507092"/>
                  </a:lnTo>
                  <a:lnTo>
                    <a:pt x="1477234" y="533110"/>
                  </a:lnTo>
                  <a:lnTo>
                    <a:pt x="1547578" y="558225"/>
                  </a:lnTo>
                  <a:lnTo>
                    <a:pt x="1617923" y="582469"/>
                  </a:lnTo>
                  <a:lnTo>
                    <a:pt x="1688267" y="605872"/>
                  </a:lnTo>
                  <a:lnTo>
                    <a:pt x="1758612" y="628464"/>
                  </a:lnTo>
                  <a:lnTo>
                    <a:pt x="1828956" y="650271"/>
                  </a:lnTo>
                  <a:lnTo>
                    <a:pt x="1899301" y="671323"/>
                  </a:lnTo>
                  <a:lnTo>
                    <a:pt x="1969645" y="691644"/>
                  </a:lnTo>
                  <a:lnTo>
                    <a:pt x="2039990" y="711260"/>
                  </a:lnTo>
                  <a:lnTo>
                    <a:pt x="2110334" y="730196"/>
                  </a:lnTo>
                  <a:lnTo>
                    <a:pt x="2180679" y="748475"/>
                  </a:lnTo>
                  <a:lnTo>
                    <a:pt x="2251023" y="766121"/>
                  </a:lnTo>
                  <a:lnTo>
                    <a:pt x="2321368" y="783154"/>
                  </a:lnTo>
                  <a:lnTo>
                    <a:pt x="2391712" y="799596"/>
                  </a:lnTo>
                  <a:lnTo>
                    <a:pt x="2462057" y="815468"/>
                  </a:lnTo>
                  <a:lnTo>
                    <a:pt x="2532401" y="830790"/>
                  </a:lnTo>
                  <a:lnTo>
                    <a:pt x="2602746" y="845580"/>
                  </a:lnTo>
                  <a:lnTo>
                    <a:pt x="2673090" y="859857"/>
                  </a:lnTo>
                  <a:lnTo>
                    <a:pt x="2743435" y="873639"/>
                  </a:lnTo>
                  <a:lnTo>
                    <a:pt x="2813779" y="886943"/>
                  </a:lnTo>
                  <a:lnTo>
                    <a:pt x="2884124" y="899785"/>
                  </a:lnTo>
                  <a:lnTo>
                    <a:pt x="2954468" y="912182"/>
                  </a:lnTo>
                  <a:lnTo>
                    <a:pt x="3024813" y="924149"/>
                  </a:lnTo>
                  <a:lnTo>
                    <a:pt x="3095157" y="935701"/>
                  </a:lnTo>
                  <a:lnTo>
                    <a:pt x="3165502" y="946852"/>
                  </a:lnTo>
                  <a:lnTo>
                    <a:pt x="3235846" y="957617"/>
                  </a:lnTo>
                  <a:lnTo>
                    <a:pt x="3306191" y="955940"/>
                  </a:lnTo>
                  <a:lnTo>
                    <a:pt x="3376535" y="953953"/>
                  </a:lnTo>
                  <a:lnTo>
                    <a:pt x="3446880" y="951952"/>
                  </a:lnTo>
                  <a:lnTo>
                    <a:pt x="3517224" y="949938"/>
                  </a:lnTo>
                  <a:lnTo>
                    <a:pt x="3587569" y="947911"/>
                  </a:lnTo>
                  <a:lnTo>
                    <a:pt x="3657913" y="945871"/>
                  </a:lnTo>
                  <a:lnTo>
                    <a:pt x="3728257" y="943817"/>
                  </a:lnTo>
                  <a:lnTo>
                    <a:pt x="3798602" y="941750"/>
                  </a:lnTo>
                  <a:lnTo>
                    <a:pt x="3868946" y="939669"/>
                  </a:lnTo>
                  <a:lnTo>
                    <a:pt x="3939291" y="937574"/>
                  </a:lnTo>
                  <a:lnTo>
                    <a:pt x="4009635" y="935465"/>
                  </a:lnTo>
                  <a:lnTo>
                    <a:pt x="4079980" y="933343"/>
                  </a:lnTo>
                  <a:lnTo>
                    <a:pt x="4150324" y="931206"/>
                  </a:lnTo>
                  <a:lnTo>
                    <a:pt x="4220669" y="929056"/>
                  </a:lnTo>
                  <a:lnTo>
                    <a:pt x="4291013" y="926891"/>
                  </a:lnTo>
                  <a:lnTo>
                    <a:pt x="4361358" y="924712"/>
                  </a:lnTo>
                  <a:lnTo>
                    <a:pt x="4431702" y="922518"/>
                  </a:lnTo>
                  <a:lnTo>
                    <a:pt x="4502047" y="920310"/>
                  </a:lnTo>
                  <a:lnTo>
                    <a:pt x="4572391" y="918088"/>
                  </a:lnTo>
                  <a:lnTo>
                    <a:pt x="4642736" y="915851"/>
                  </a:lnTo>
                  <a:lnTo>
                    <a:pt x="4713080" y="913599"/>
                  </a:lnTo>
                  <a:lnTo>
                    <a:pt x="4783425" y="911332"/>
                  </a:lnTo>
                  <a:lnTo>
                    <a:pt x="4853769" y="909050"/>
                  </a:lnTo>
                  <a:lnTo>
                    <a:pt x="4924114" y="906753"/>
                  </a:lnTo>
                  <a:lnTo>
                    <a:pt x="4994458" y="904442"/>
                  </a:lnTo>
                  <a:lnTo>
                    <a:pt x="5064803" y="902114"/>
                  </a:lnTo>
                  <a:lnTo>
                    <a:pt x="5135147" y="899772"/>
                  </a:lnTo>
                  <a:lnTo>
                    <a:pt x="5205492" y="897414"/>
                  </a:lnTo>
                  <a:lnTo>
                    <a:pt x="5275836" y="895040"/>
                  </a:lnTo>
                  <a:lnTo>
                    <a:pt x="5346181" y="892651"/>
                  </a:lnTo>
                  <a:lnTo>
                    <a:pt x="5416525" y="890246"/>
                  </a:lnTo>
                  <a:lnTo>
                    <a:pt x="5486870" y="887825"/>
                  </a:lnTo>
                  <a:lnTo>
                    <a:pt x="5557214" y="885388"/>
                  </a:lnTo>
                  <a:lnTo>
                    <a:pt x="5627559" y="882936"/>
                  </a:lnTo>
                  <a:lnTo>
                    <a:pt x="5697903" y="880466"/>
                  </a:lnTo>
                  <a:lnTo>
                    <a:pt x="5768248" y="877981"/>
                  </a:lnTo>
                  <a:lnTo>
                    <a:pt x="5838592" y="875479"/>
                  </a:lnTo>
                  <a:lnTo>
                    <a:pt x="5908937" y="872961"/>
                  </a:lnTo>
                  <a:lnTo>
                    <a:pt x="5979281" y="870426"/>
                  </a:lnTo>
                  <a:lnTo>
                    <a:pt x="6049626" y="867875"/>
                  </a:lnTo>
                  <a:lnTo>
                    <a:pt x="6119970" y="865306"/>
                  </a:lnTo>
                  <a:lnTo>
                    <a:pt x="6190315" y="862721"/>
                  </a:lnTo>
                  <a:lnTo>
                    <a:pt x="6260659" y="860118"/>
                  </a:lnTo>
                  <a:lnTo>
                    <a:pt x="6331004" y="857499"/>
                  </a:lnTo>
                  <a:lnTo>
                    <a:pt x="6401348" y="854862"/>
                  </a:lnTo>
                  <a:lnTo>
                    <a:pt x="6471693" y="852208"/>
                  </a:lnTo>
                  <a:lnTo>
                    <a:pt x="6542037" y="849536"/>
                  </a:lnTo>
                  <a:lnTo>
                    <a:pt x="6612382" y="846847"/>
                  </a:lnTo>
                  <a:lnTo>
                    <a:pt x="6682726" y="844139"/>
                  </a:lnTo>
                  <a:lnTo>
                    <a:pt x="6753071" y="841414"/>
                  </a:lnTo>
                  <a:lnTo>
                    <a:pt x="6823415" y="838671"/>
                  </a:lnTo>
                  <a:lnTo>
                    <a:pt x="6893760" y="835910"/>
                  </a:lnTo>
                  <a:lnTo>
                    <a:pt x="6964104" y="833131"/>
                  </a:lnTo>
                  <a:lnTo>
                    <a:pt x="6964104" y="1211072"/>
                  </a:lnTo>
                  <a:lnTo>
                    <a:pt x="6893760" y="1209415"/>
                  </a:lnTo>
                  <a:lnTo>
                    <a:pt x="6823415" y="1207698"/>
                  </a:lnTo>
                  <a:lnTo>
                    <a:pt x="6753071" y="1205919"/>
                  </a:lnTo>
                  <a:lnTo>
                    <a:pt x="6682726" y="1204076"/>
                  </a:lnTo>
                  <a:lnTo>
                    <a:pt x="6612382" y="1202167"/>
                  </a:lnTo>
                  <a:lnTo>
                    <a:pt x="6542037" y="1200190"/>
                  </a:lnTo>
                  <a:lnTo>
                    <a:pt x="6471693" y="1198141"/>
                  </a:lnTo>
                  <a:lnTo>
                    <a:pt x="6401348" y="1196019"/>
                  </a:lnTo>
                  <a:lnTo>
                    <a:pt x="6331004" y="1193821"/>
                  </a:lnTo>
                  <a:lnTo>
                    <a:pt x="6260659" y="1191544"/>
                  </a:lnTo>
                  <a:lnTo>
                    <a:pt x="6190315" y="1189184"/>
                  </a:lnTo>
                  <a:lnTo>
                    <a:pt x="6119970" y="1186740"/>
                  </a:lnTo>
                  <a:lnTo>
                    <a:pt x="6049626" y="1184209"/>
                  </a:lnTo>
                  <a:lnTo>
                    <a:pt x="5979281" y="1181586"/>
                  </a:lnTo>
                  <a:lnTo>
                    <a:pt x="5908937" y="1178869"/>
                  </a:lnTo>
                  <a:lnTo>
                    <a:pt x="5838592" y="1176054"/>
                  </a:lnTo>
                  <a:lnTo>
                    <a:pt x="5768248" y="1173139"/>
                  </a:lnTo>
                  <a:lnTo>
                    <a:pt x="5697903" y="1170118"/>
                  </a:lnTo>
                  <a:lnTo>
                    <a:pt x="5627559" y="1166989"/>
                  </a:lnTo>
                  <a:lnTo>
                    <a:pt x="5557214" y="1163748"/>
                  </a:lnTo>
                  <a:lnTo>
                    <a:pt x="5486870" y="1160390"/>
                  </a:lnTo>
                  <a:lnTo>
                    <a:pt x="5416525" y="1156911"/>
                  </a:lnTo>
                  <a:lnTo>
                    <a:pt x="5346181" y="1153308"/>
                  </a:lnTo>
                  <a:lnTo>
                    <a:pt x="5275836" y="1149574"/>
                  </a:lnTo>
                  <a:lnTo>
                    <a:pt x="5205492" y="1145707"/>
                  </a:lnTo>
                  <a:lnTo>
                    <a:pt x="5135147" y="1141701"/>
                  </a:lnTo>
                  <a:lnTo>
                    <a:pt x="5064803" y="1137551"/>
                  </a:lnTo>
                  <a:lnTo>
                    <a:pt x="4994458" y="1133252"/>
                  </a:lnTo>
                  <a:lnTo>
                    <a:pt x="4924114" y="1128798"/>
                  </a:lnTo>
                  <a:lnTo>
                    <a:pt x="4853769" y="1124184"/>
                  </a:lnTo>
                  <a:lnTo>
                    <a:pt x="4783425" y="1119405"/>
                  </a:lnTo>
                  <a:lnTo>
                    <a:pt x="4713080" y="1114454"/>
                  </a:lnTo>
                  <a:lnTo>
                    <a:pt x="4642736" y="1109325"/>
                  </a:lnTo>
                  <a:lnTo>
                    <a:pt x="4572391" y="1104011"/>
                  </a:lnTo>
                  <a:lnTo>
                    <a:pt x="4502047" y="1098507"/>
                  </a:lnTo>
                  <a:lnTo>
                    <a:pt x="4431702" y="1092805"/>
                  </a:lnTo>
                  <a:lnTo>
                    <a:pt x="4361358" y="1086898"/>
                  </a:lnTo>
                  <a:lnTo>
                    <a:pt x="4291013" y="1080779"/>
                  </a:lnTo>
                  <a:lnTo>
                    <a:pt x="4220669" y="1074439"/>
                  </a:lnTo>
                  <a:lnTo>
                    <a:pt x="4150324" y="1067873"/>
                  </a:lnTo>
                  <a:lnTo>
                    <a:pt x="4079980" y="1061070"/>
                  </a:lnTo>
                  <a:lnTo>
                    <a:pt x="4009635" y="1054022"/>
                  </a:lnTo>
                  <a:lnTo>
                    <a:pt x="3939291" y="1046722"/>
                  </a:lnTo>
                  <a:lnTo>
                    <a:pt x="3868946" y="1039159"/>
                  </a:lnTo>
                  <a:lnTo>
                    <a:pt x="3798602" y="1031325"/>
                  </a:lnTo>
                  <a:lnTo>
                    <a:pt x="3728257" y="1023209"/>
                  </a:lnTo>
                  <a:lnTo>
                    <a:pt x="3657913" y="1014801"/>
                  </a:lnTo>
                  <a:lnTo>
                    <a:pt x="3587569" y="1006091"/>
                  </a:lnTo>
                  <a:lnTo>
                    <a:pt x="3517224" y="997068"/>
                  </a:lnTo>
                  <a:lnTo>
                    <a:pt x="3446880" y="987721"/>
                  </a:lnTo>
                  <a:lnTo>
                    <a:pt x="3376535" y="978039"/>
                  </a:lnTo>
                  <a:lnTo>
                    <a:pt x="3306191" y="968008"/>
                  </a:lnTo>
                  <a:lnTo>
                    <a:pt x="3235846" y="957915"/>
                  </a:lnTo>
                  <a:lnTo>
                    <a:pt x="3165502" y="959876"/>
                  </a:lnTo>
                  <a:lnTo>
                    <a:pt x="3095157" y="961825"/>
                  </a:lnTo>
                  <a:lnTo>
                    <a:pt x="3024813" y="963761"/>
                  </a:lnTo>
                  <a:lnTo>
                    <a:pt x="2954468" y="965684"/>
                  </a:lnTo>
                  <a:lnTo>
                    <a:pt x="2884124" y="967594"/>
                  </a:lnTo>
                  <a:lnTo>
                    <a:pt x="2813779" y="969492"/>
                  </a:lnTo>
                  <a:lnTo>
                    <a:pt x="2743435" y="971378"/>
                  </a:lnTo>
                  <a:lnTo>
                    <a:pt x="2673090" y="973251"/>
                  </a:lnTo>
                  <a:lnTo>
                    <a:pt x="2602746" y="975112"/>
                  </a:lnTo>
                  <a:lnTo>
                    <a:pt x="2532401" y="976961"/>
                  </a:lnTo>
                  <a:lnTo>
                    <a:pt x="2462057" y="978798"/>
                  </a:lnTo>
                  <a:lnTo>
                    <a:pt x="2391712" y="980622"/>
                  </a:lnTo>
                  <a:lnTo>
                    <a:pt x="2321368" y="982435"/>
                  </a:lnTo>
                  <a:lnTo>
                    <a:pt x="2251023" y="984236"/>
                  </a:lnTo>
                  <a:lnTo>
                    <a:pt x="2180679" y="986025"/>
                  </a:lnTo>
                  <a:lnTo>
                    <a:pt x="2110334" y="987802"/>
                  </a:lnTo>
                  <a:lnTo>
                    <a:pt x="2039990" y="989568"/>
                  </a:lnTo>
                  <a:lnTo>
                    <a:pt x="1969645" y="991322"/>
                  </a:lnTo>
                  <a:lnTo>
                    <a:pt x="1899301" y="993064"/>
                  </a:lnTo>
                  <a:lnTo>
                    <a:pt x="1828956" y="994795"/>
                  </a:lnTo>
                  <a:lnTo>
                    <a:pt x="1758612" y="996515"/>
                  </a:lnTo>
                  <a:lnTo>
                    <a:pt x="1688267" y="998223"/>
                  </a:lnTo>
                  <a:lnTo>
                    <a:pt x="1617923" y="999921"/>
                  </a:lnTo>
                  <a:lnTo>
                    <a:pt x="1547578" y="1001607"/>
                  </a:lnTo>
                  <a:lnTo>
                    <a:pt x="1477234" y="1003282"/>
                  </a:lnTo>
                  <a:lnTo>
                    <a:pt x="1406889" y="1004946"/>
                  </a:lnTo>
                  <a:lnTo>
                    <a:pt x="1336545" y="1006599"/>
                  </a:lnTo>
                  <a:lnTo>
                    <a:pt x="1266200" y="1008242"/>
                  </a:lnTo>
                  <a:lnTo>
                    <a:pt x="1195856" y="1009874"/>
                  </a:lnTo>
                  <a:lnTo>
                    <a:pt x="1125511" y="1011494"/>
                  </a:lnTo>
                  <a:lnTo>
                    <a:pt x="1055167" y="1013105"/>
                  </a:lnTo>
                  <a:lnTo>
                    <a:pt x="984822" y="1014705"/>
                  </a:lnTo>
                  <a:lnTo>
                    <a:pt x="914478" y="1016294"/>
                  </a:lnTo>
                  <a:lnTo>
                    <a:pt x="844133" y="1017873"/>
                  </a:lnTo>
                  <a:lnTo>
                    <a:pt x="773789" y="1019441"/>
                  </a:lnTo>
                  <a:lnTo>
                    <a:pt x="703444" y="1021000"/>
                  </a:lnTo>
                  <a:lnTo>
                    <a:pt x="633100" y="1022548"/>
                  </a:lnTo>
                  <a:lnTo>
                    <a:pt x="562755" y="1024085"/>
                  </a:lnTo>
                  <a:lnTo>
                    <a:pt x="492411" y="1025613"/>
                  </a:lnTo>
                  <a:lnTo>
                    <a:pt x="422066" y="1027131"/>
                  </a:lnTo>
                  <a:lnTo>
                    <a:pt x="351722" y="1028639"/>
                  </a:lnTo>
                  <a:lnTo>
                    <a:pt x="281377" y="1030137"/>
                  </a:lnTo>
                  <a:lnTo>
                    <a:pt x="211033" y="1031625"/>
                  </a:lnTo>
                  <a:lnTo>
                    <a:pt x="140688" y="1033103"/>
                  </a:lnTo>
                  <a:lnTo>
                    <a:pt x="70344" y="1034572"/>
                  </a:lnTo>
                  <a:lnTo>
                    <a:pt x="0" y="10360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613403" y="4336484"/>
              <a:ext cx="6586013" cy="957617"/>
            </a:xfrm>
            <a:custGeom>
              <a:avLst/>
              <a:pathLst>
                <a:path w="6586013" h="957617">
                  <a:moveTo>
                    <a:pt x="0" y="0"/>
                  </a:moveTo>
                  <a:lnTo>
                    <a:pt x="43975" y="27619"/>
                  </a:lnTo>
                  <a:lnTo>
                    <a:pt x="114320" y="70267"/>
                  </a:lnTo>
                  <a:lnTo>
                    <a:pt x="184664" y="111436"/>
                  </a:lnTo>
                  <a:lnTo>
                    <a:pt x="255009" y="151177"/>
                  </a:lnTo>
                  <a:lnTo>
                    <a:pt x="325353" y="189539"/>
                  </a:lnTo>
                  <a:lnTo>
                    <a:pt x="395698" y="226571"/>
                  </a:lnTo>
                  <a:lnTo>
                    <a:pt x="466042" y="262318"/>
                  </a:lnTo>
                  <a:lnTo>
                    <a:pt x="536387" y="296826"/>
                  </a:lnTo>
                  <a:lnTo>
                    <a:pt x="606731" y="330137"/>
                  </a:lnTo>
                  <a:lnTo>
                    <a:pt x="677076" y="362292"/>
                  </a:lnTo>
                  <a:lnTo>
                    <a:pt x="747420" y="393332"/>
                  </a:lnTo>
                  <a:lnTo>
                    <a:pt x="817765" y="423295"/>
                  </a:lnTo>
                  <a:lnTo>
                    <a:pt x="888109" y="452219"/>
                  </a:lnTo>
                  <a:lnTo>
                    <a:pt x="958454" y="480140"/>
                  </a:lnTo>
                  <a:lnTo>
                    <a:pt x="1028798" y="507092"/>
                  </a:lnTo>
                  <a:lnTo>
                    <a:pt x="1099143" y="533110"/>
                  </a:lnTo>
                  <a:lnTo>
                    <a:pt x="1169487" y="558225"/>
                  </a:lnTo>
                  <a:lnTo>
                    <a:pt x="1239832" y="582469"/>
                  </a:lnTo>
                  <a:lnTo>
                    <a:pt x="1310176" y="605872"/>
                  </a:lnTo>
                  <a:lnTo>
                    <a:pt x="1380521" y="628464"/>
                  </a:lnTo>
                  <a:lnTo>
                    <a:pt x="1450865" y="650271"/>
                  </a:lnTo>
                  <a:lnTo>
                    <a:pt x="1521210" y="671323"/>
                  </a:lnTo>
                  <a:lnTo>
                    <a:pt x="1591554" y="691644"/>
                  </a:lnTo>
                  <a:lnTo>
                    <a:pt x="1661899" y="711260"/>
                  </a:lnTo>
                  <a:lnTo>
                    <a:pt x="1732243" y="730196"/>
                  </a:lnTo>
                  <a:lnTo>
                    <a:pt x="1802588" y="748475"/>
                  </a:lnTo>
                  <a:lnTo>
                    <a:pt x="1872932" y="766121"/>
                  </a:lnTo>
                  <a:lnTo>
                    <a:pt x="1943277" y="783154"/>
                  </a:lnTo>
                  <a:lnTo>
                    <a:pt x="2013621" y="799596"/>
                  </a:lnTo>
                  <a:lnTo>
                    <a:pt x="2083965" y="815468"/>
                  </a:lnTo>
                  <a:lnTo>
                    <a:pt x="2154310" y="830790"/>
                  </a:lnTo>
                  <a:lnTo>
                    <a:pt x="2224654" y="845580"/>
                  </a:lnTo>
                  <a:lnTo>
                    <a:pt x="2294999" y="859857"/>
                  </a:lnTo>
                  <a:lnTo>
                    <a:pt x="2365343" y="873639"/>
                  </a:lnTo>
                  <a:lnTo>
                    <a:pt x="2435688" y="886943"/>
                  </a:lnTo>
                  <a:lnTo>
                    <a:pt x="2506032" y="899785"/>
                  </a:lnTo>
                  <a:lnTo>
                    <a:pt x="2576377" y="912182"/>
                  </a:lnTo>
                  <a:lnTo>
                    <a:pt x="2646721" y="924149"/>
                  </a:lnTo>
                  <a:lnTo>
                    <a:pt x="2717066" y="935701"/>
                  </a:lnTo>
                  <a:lnTo>
                    <a:pt x="2787410" y="946852"/>
                  </a:lnTo>
                  <a:lnTo>
                    <a:pt x="2857755" y="957617"/>
                  </a:lnTo>
                  <a:lnTo>
                    <a:pt x="2928099" y="955940"/>
                  </a:lnTo>
                  <a:lnTo>
                    <a:pt x="2998444" y="953953"/>
                  </a:lnTo>
                  <a:lnTo>
                    <a:pt x="3068788" y="951952"/>
                  </a:lnTo>
                  <a:lnTo>
                    <a:pt x="3139133" y="949938"/>
                  </a:lnTo>
                  <a:lnTo>
                    <a:pt x="3209477" y="947911"/>
                  </a:lnTo>
                  <a:lnTo>
                    <a:pt x="3279822" y="945871"/>
                  </a:lnTo>
                  <a:lnTo>
                    <a:pt x="3350166" y="943817"/>
                  </a:lnTo>
                  <a:lnTo>
                    <a:pt x="3420511" y="941750"/>
                  </a:lnTo>
                  <a:lnTo>
                    <a:pt x="3490855" y="939669"/>
                  </a:lnTo>
                  <a:lnTo>
                    <a:pt x="3561200" y="937574"/>
                  </a:lnTo>
                  <a:lnTo>
                    <a:pt x="3631544" y="935465"/>
                  </a:lnTo>
                  <a:lnTo>
                    <a:pt x="3701889" y="933343"/>
                  </a:lnTo>
                  <a:lnTo>
                    <a:pt x="3772233" y="931206"/>
                  </a:lnTo>
                  <a:lnTo>
                    <a:pt x="3842578" y="929056"/>
                  </a:lnTo>
                  <a:lnTo>
                    <a:pt x="3912922" y="926891"/>
                  </a:lnTo>
                  <a:lnTo>
                    <a:pt x="3983267" y="924712"/>
                  </a:lnTo>
                  <a:lnTo>
                    <a:pt x="4053611" y="922518"/>
                  </a:lnTo>
                  <a:lnTo>
                    <a:pt x="4123956" y="920310"/>
                  </a:lnTo>
                  <a:lnTo>
                    <a:pt x="4194300" y="918088"/>
                  </a:lnTo>
                  <a:lnTo>
                    <a:pt x="4264645" y="915851"/>
                  </a:lnTo>
                  <a:lnTo>
                    <a:pt x="4334989" y="913599"/>
                  </a:lnTo>
                  <a:lnTo>
                    <a:pt x="4405334" y="911332"/>
                  </a:lnTo>
                  <a:lnTo>
                    <a:pt x="4475678" y="909050"/>
                  </a:lnTo>
                  <a:lnTo>
                    <a:pt x="4546023" y="906753"/>
                  </a:lnTo>
                  <a:lnTo>
                    <a:pt x="4616367" y="904442"/>
                  </a:lnTo>
                  <a:lnTo>
                    <a:pt x="4686712" y="902114"/>
                  </a:lnTo>
                  <a:lnTo>
                    <a:pt x="4757056" y="899772"/>
                  </a:lnTo>
                  <a:lnTo>
                    <a:pt x="4827401" y="897414"/>
                  </a:lnTo>
                  <a:lnTo>
                    <a:pt x="4897745" y="895040"/>
                  </a:lnTo>
                  <a:lnTo>
                    <a:pt x="4968090" y="892651"/>
                  </a:lnTo>
                  <a:lnTo>
                    <a:pt x="5038434" y="890246"/>
                  </a:lnTo>
                  <a:lnTo>
                    <a:pt x="5108779" y="887825"/>
                  </a:lnTo>
                  <a:lnTo>
                    <a:pt x="5179123" y="885388"/>
                  </a:lnTo>
                  <a:lnTo>
                    <a:pt x="5249468" y="882936"/>
                  </a:lnTo>
                  <a:lnTo>
                    <a:pt x="5319812" y="880466"/>
                  </a:lnTo>
                  <a:lnTo>
                    <a:pt x="5390157" y="877981"/>
                  </a:lnTo>
                  <a:lnTo>
                    <a:pt x="5460501" y="875479"/>
                  </a:lnTo>
                  <a:lnTo>
                    <a:pt x="5530846" y="872961"/>
                  </a:lnTo>
                  <a:lnTo>
                    <a:pt x="5601190" y="870426"/>
                  </a:lnTo>
                  <a:lnTo>
                    <a:pt x="5671535" y="867875"/>
                  </a:lnTo>
                  <a:lnTo>
                    <a:pt x="5741879" y="865306"/>
                  </a:lnTo>
                  <a:lnTo>
                    <a:pt x="5812223" y="862721"/>
                  </a:lnTo>
                  <a:lnTo>
                    <a:pt x="5882568" y="860118"/>
                  </a:lnTo>
                  <a:lnTo>
                    <a:pt x="5952912" y="857499"/>
                  </a:lnTo>
                  <a:lnTo>
                    <a:pt x="6023257" y="854862"/>
                  </a:lnTo>
                  <a:lnTo>
                    <a:pt x="6093601" y="852208"/>
                  </a:lnTo>
                  <a:lnTo>
                    <a:pt x="6163946" y="849536"/>
                  </a:lnTo>
                  <a:lnTo>
                    <a:pt x="6234290" y="846847"/>
                  </a:lnTo>
                  <a:lnTo>
                    <a:pt x="6304635" y="844139"/>
                  </a:lnTo>
                  <a:lnTo>
                    <a:pt x="6374979" y="841414"/>
                  </a:lnTo>
                  <a:lnTo>
                    <a:pt x="6445324" y="838671"/>
                  </a:lnTo>
                  <a:lnTo>
                    <a:pt x="6515668" y="835910"/>
                  </a:lnTo>
                  <a:lnTo>
                    <a:pt x="6586013" y="833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4399"/>
              <a:ext cx="6964104" cy="253157"/>
            </a:xfrm>
            <a:custGeom>
              <a:avLst/>
              <a:pathLst>
                <a:path w="6964104" h="253157">
                  <a:moveTo>
                    <a:pt x="6964104" y="253157"/>
                  </a:moveTo>
                  <a:lnTo>
                    <a:pt x="6893760" y="251500"/>
                  </a:lnTo>
                  <a:lnTo>
                    <a:pt x="6823415" y="249782"/>
                  </a:lnTo>
                  <a:lnTo>
                    <a:pt x="6753071" y="248004"/>
                  </a:lnTo>
                  <a:lnTo>
                    <a:pt x="6682726" y="246161"/>
                  </a:lnTo>
                  <a:lnTo>
                    <a:pt x="6612382" y="244252"/>
                  </a:lnTo>
                  <a:lnTo>
                    <a:pt x="6542037" y="242275"/>
                  </a:lnTo>
                  <a:lnTo>
                    <a:pt x="6471693" y="240226"/>
                  </a:lnTo>
                  <a:lnTo>
                    <a:pt x="6401348" y="238104"/>
                  </a:lnTo>
                  <a:lnTo>
                    <a:pt x="6331004" y="235906"/>
                  </a:lnTo>
                  <a:lnTo>
                    <a:pt x="6260659" y="233628"/>
                  </a:lnTo>
                  <a:lnTo>
                    <a:pt x="6190315" y="231269"/>
                  </a:lnTo>
                  <a:lnTo>
                    <a:pt x="6119970" y="228825"/>
                  </a:lnTo>
                  <a:lnTo>
                    <a:pt x="6049626" y="226293"/>
                  </a:lnTo>
                  <a:lnTo>
                    <a:pt x="5979281" y="223671"/>
                  </a:lnTo>
                  <a:lnTo>
                    <a:pt x="5908937" y="220954"/>
                  </a:lnTo>
                  <a:lnTo>
                    <a:pt x="5838592" y="218139"/>
                  </a:lnTo>
                  <a:lnTo>
                    <a:pt x="5768248" y="215223"/>
                  </a:lnTo>
                  <a:lnTo>
                    <a:pt x="5697903" y="212203"/>
                  </a:lnTo>
                  <a:lnTo>
                    <a:pt x="5627559" y="209074"/>
                  </a:lnTo>
                  <a:lnTo>
                    <a:pt x="5557214" y="205832"/>
                  </a:lnTo>
                  <a:lnTo>
                    <a:pt x="5486870" y="202475"/>
                  </a:lnTo>
                  <a:lnTo>
                    <a:pt x="5416525" y="198996"/>
                  </a:lnTo>
                  <a:lnTo>
                    <a:pt x="5346181" y="195392"/>
                  </a:lnTo>
                  <a:lnTo>
                    <a:pt x="5275836" y="191659"/>
                  </a:lnTo>
                  <a:lnTo>
                    <a:pt x="5205492" y="187792"/>
                  </a:lnTo>
                  <a:lnTo>
                    <a:pt x="5135147" y="183786"/>
                  </a:lnTo>
                  <a:lnTo>
                    <a:pt x="5064803" y="179636"/>
                  </a:lnTo>
                  <a:lnTo>
                    <a:pt x="4994458" y="175337"/>
                  </a:lnTo>
                  <a:lnTo>
                    <a:pt x="4924114" y="170883"/>
                  </a:lnTo>
                  <a:lnTo>
                    <a:pt x="4853769" y="166269"/>
                  </a:lnTo>
                  <a:lnTo>
                    <a:pt x="4783425" y="161490"/>
                  </a:lnTo>
                  <a:lnTo>
                    <a:pt x="4713080" y="156539"/>
                  </a:lnTo>
                  <a:lnTo>
                    <a:pt x="4642736" y="151409"/>
                  </a:lnTo>
                  <a:lnTo>
                    <a:pt x="4572391" y="146096"/>
                  </a:lnTo>
                  <a:lnTo>
                    <a:pt x="4502047" y="140592"/>
                  </a:lnTo>
                  <a:lnTo>
                    <a:pt x="4431702" y="134890"/>
                  </a:lnTo>
                  <a:lnTo>
                    <a:pt x="4361358" y="128983"/>
                  </a:lnTo>
                  <a:lnTo>
                    <a:pt x="4291013" y="122863"/>
                  </a:lnTo>
                  <a:lnTo>
                    <a:pt x="4220669" y="116524"/>
                  </a:lnTo>
                  <a:lnTo>
                    <a:pt x="4150324" y="109957"/>
                  </a:lnTo>
                  <a:lnTo>
                    <a:pt x="4079980" y="103155"/>
                  </a:lnTo>
                  <a:lnTo>
                    <a:pt x="4009635" y="96107"/>
                  </a:lnTo>
                  <a:lnTo>
                    <a:pt x="3939291" y="88807"/>
                  </a:lnTo>
                  <a:lnTo>
                    <a:pt x="3868946" y="81244"/>
                  </a:lnTo>
                  <a:lnTo>
                    <a:pt x="3798602" y="73409"/>
                  </a:lnTo>
                  <a:lnTo>
                    <a:pt x="3728257" y="65293"/>
                  </a:lnTo>
                  <a:lnTo>
                    <a:pt x="3657913" y="56886"/>
                  </a:lnTo>
                  <a:lnTo>
                    <a:pt x="3587569" y="48176"/>
                  </a:lnTo>
                  <a:lnTo>
                    <a:pt x="3517224" y="39153"/>
                  </a:lnTo>
                  <a:lnTo>
                    <a:pt x="3446880" y="29806"/>
                  </a:lnTo>
                  <a:lnTo>
                    <a:pt x="3376535" y="20123"/>
                  </a:lnTo>
                  <a:lnTo>
                    <a:pt x="3306191" y="10093"/>
                  </a:lnTo>
                  <a:lnTo>
                    <a:pt x="3235846" y="0"/>
                  </a:lnTo>
                  <a:lnTo>
                    <a:pt x="3165502" y="1961"/>
                  </a:lnTo>
                  <a:lnTo>
                    <a:pt x="3095157" y="3910"/>
                  </a:lnTo>
                  <a:lnTo>
                    <a:pt x="3024813" y="5845"/>
                  </a:lnTo>
                  <a:lnTo>
                    <a:pt x="2954468" y="7769"/>
                  </a:lnTo>
                  <a:lnTo>
                    <a:pt x="2884124" y="9679"/>
                  </a:lnTo>
                  <a:lnTo>
                    <a:pt x="2813779" y="11577"/>
                  </a:lnTo>
                  <a:lnTo>
                    <a:pt x="2743435" y="13463"/>
                  </a:lnTo>
                  <a:lnTo>
                    <a:pt x="2673090" y="15336"/>
                  </a:lnTo>
                  <a:lnTo>
                    <a:pt x="2602746" y="17197"/>
                  </a:lnTo>
                  <a:lnTo>
                    <a:pt x="2532401" y="19046"/>
                  </a:lnTo>
                  <a:lnTo>
                    <a:pt x="2462057" y="20882"/>
                  </a:lnTo>
                  <a:lnTo>
                    <a:pt x="2391712" y="22707"/>
                  </a:lnTo>
                  <a:lnTo>
                    <a:pt x="2321368" y="24520"/>
                  </a:lnTo>
                  <a:lnTo>
                    <a:pt x="2251023" y="26321"/>
                  </a:lnTo>
                  <a:lnTo>
                    <a:pt x="2180679" y="28110"/>
                  </a:lnTo>
                  <a:lnTo>
                    <a:pt x="2110334" y="29887"/>
                  </a:lnTo>
                  <a:lnTo>
                    <a:pt x="2039990" y="31652"/>
                  </a:lnTo>
                  <a:lnTo>
                    <a:pt x="1969645" y="33406"/>
                  </a:lnTo>
                  <a:lnTo>
                    <a:pt x="1899301" y="35149"/>
                  </a:lnTo>
                  <a:lnTo>
                    <a:pt x="1828956" y="36880"/>
                  </a:lnTo>
                  <a:lnTo>
                    <a:pt x="1758612" y="38600"/>
                  </a:lnTo>
                  <a:lnTo>
                    <a:pt x="1688267" y="40308"/>
                  </a:lnTo>
                  <a:lnTo>
                    <a:pt x="1617923" y="42006"/>
                  </a:lnTo>
                  <a:lnTo>
                    <a:pt x="1547578" y="43692"/>
                  </a:lnTo>
                  <a:lnTo>
                    <a:pt x="1477234" y="45367"/>
                  </a:lnTo>
                  <a:lnTo>
                    <a:pt x="1406889" y="47031"/>
                  </a:lnTo>
                  <a:lnTo>
                    <a:pt x="1336545" y="48684"/>
                  </a:lnTo>
                  <a:lnTo>
                    <a:pt x="1266200" y="50327"/>
                  </a:lnTo>
                  <a:lnTo>
                    <a:pt x="1195856" y="51958"/>
                  </a:lnTo>
                  <a:lnTo>
                    <a:pt x="1125511" y="53579"/>
                  </a:lnTo>
                  <a:lnTo>
                    <a:pt x="1055167" y="55190"/>
                  </a:lnTo>
                  <a:lnTo>
                    <a:pt x="984822" y="56789"/>
                  </a:lnTo>
                  <a:lnTo>
                    <a:pt x="914478" y="58379"/>
                  </a:lnTo>
                  <a:lnTo>
                    <a:pt x="844133" y="59958"/>
                  </a:lnTo>
                  <a:lnTo>
                    <a:pt x="773789" y="61526"/>
                  </a:lnTo>
                  <a:lnTo>
                    <a:pt x="703444" y="63084"/>
                  </a:lnTo>
                  <a:lnTo>
                    <a:pt x="633100" y="64632"/>
                  </a:lnTo>
                  <a:lnTo>
                    <a:pt x="562755" y="66170"/>
                  </a:lnTo>
                  <a:lnTo>
                    <a:pt x="492411" y="67698"/>
                  </a:lnTo>
                  <a:lnTo>
                    <a:pt x="422066" y="69216"/>
                  </a:lnTo>
                  <a:lnTo>
                    <a:pt x="351722" y="70724"/>
                  </a:lnTo>
                  <a:lnTo>
                    <a:pt x="281377" y="72222"/>
                  </a:lnTo>
                  <a:lnTo>
                    <a:pt x="211033" y="73710"/>
                  </a:lnTo>
                  <a:lnTo>
                    <a:pt x="140688" y="75188"/>
                  </a:lnTo>
                  <a:lnTo>
                    <a:pt x="70344" y="76657"/>
                  </a:lnTo>
                  <a:lnTo>
                    <a:pt x="0" y="78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5013943"/>
              <a:ext cx="6964104" cy="439877"/>
            </a:xfrm>
            <a:custGeom>
              <a:avLst/>
              <a:pathLst>
                <a:path w="6964104" h="439877">
                  <a:moveTo>
                    <a:pt x="0" y="0"/>
                  </a:moveTo>
                  <a:lnTo>
                    <a:pt x="70344" y="8267"/>
                  </a:lnTo>
                  <a:lnTo>
                    <a:pt x="140688" y="16416"/>
                  </a:lnTo>
                  <a:lnTo>
                    <a:pt x="211033" y="24449"/>
                  </a:lnTo>
                  <a:lnTo>
                    <a:pt x="281377" y="32367"/>
                  </a:lnTo>
                  <a:lnTo>
                    <a:pt x="351722" y="40173"/>
                  </a:lnTo>
                  <a:lnTo>
                    <a:pt x="422066" y="47867"/>
                  </a:lnTo>
                  <a:lnTo>
                    <a:pt x="492411" y="55452"/>
                  </a:lnTo>
                  <a:lnTo>
                    <a:pt x="562755" y="62928"/>
                  </a:lnTo>
                  <a:lnTo>
                    <a:pt x="633100" y="70298"/>
                  </a:lnTo>
                  <a:lnTo>
                    <a:pt x="703444" y="77563"/>
                  </a:lnTo>
                  <a:lnTo>
                    <a:pt x="773789" y="84724"/>
                  </a:lnTo>
                  <a:lnTo>
                    <a:pt x="844133" y="91783"/>
                  </a:lnTo>
                  <a:lnTo>
                    <a:pt x="914478" y="98741"/>
                  </a:lnTo>
                  <a:lnTo>
                    <a:pt x="984822" y="105600"/>
                  </a:lnTo>
                  <a:lnTo>
                    <a:pt x="1055167" y="112362"/>
                  </a:lnTo>
                  <a:lnTo>
                    <a:pt x="1125511" y="119027"/>
                  </a:lnTo>
                  <a:lnTo>
                    <a:pt x="1195856" y="125596"/>
                  </a:lnTo>
                  <a:lnTo>
                    <a:pt x="1266200" y="132072"/>
                  </a:lnTo>
                  <a:lnTo>
                    <a:pt x="1336545" y="138456"/>
                  </a:lnTo>
                  <a:lnTo>
                    <a:pt x="1406889" y="144749"/>
                  </a:lnTo>
                  <a:lnTo>
                    <a:pt x="1477234" y="150952"/>
                  </a:lnTo>
                  <a:lnTo>
                    <a:pt x="1547578" y="157067"/>
                  </a:lnTo>
                  <a:lnTo>
                    <a:pt x="1617923" y="163094"/>
                  </a:lnTo>
                  <a:lnTo>
                    <a:pt x="1688267" y="169035"/>
                  </a:lnTo>
                  <a:lnTo>
                    <a:pt x="1758612" y="174892"/>
                  </a:lnTo>
                  <a:lnTo>
                    <a:pt x="1828956" y="180665"/>
                  </a:lnTo>
                  <a:lnTo>
                    <a:pt x="1899301" y="186356"/>
                  </a:lnTo>
                  <a:lnTo>
                    <a:pt x="1969645" y="191966"/>
                  </a:lnTo>
                  <a:lnTo>
                    <a:pt x="2039990" y="197496"/>
                  </a:lnTo>
                  <a:lnTo>
                    <a:pt x="2110334" y="202946"/>
                  </a:lnTo>
                  <a:lnTo>
                    <a:pt x="2180679" y="208320"/>
                  </a:lnTo>
                  <a:lnTo>
                    <a:pt x="2251023" y="213616"/>
                  </a:lnTo>
                  <a:lnTo>
                    <a:pt x="2321368" y="218837"/>
                  </a:lnTo>
                  <a:lnTo>
                    <a:pt x="2391712" y="223984"/>
                  </a:lnTo>
                  <a:lnTo>
                    <a:pt x="2462057" y="229057"/>
                  </a:lnTo>
                  <a:lnTo>
                    <a:pt x="2532401" y="234058"/>
                  </a:lnTo>
                  <a:lnTo>
                    <a:pt x="2602746" y="238987"/>
                  </a:lnTo>
                  <a:lnTo>
                    <a:pt x="2673090" y="243846"/>
                  </a:lnTo>
                  <a:lnTo>
                    <a:pt x="2743435" y="248636"/>
                  </a:lnTo>
                  <a:lnTo>
                    <a:pt x="2813779" y="253358"/>
                  </a:lnTo>
                  <a:lnTo>
                    <a:pt x="2884124" y="258012"/>
                  </a:lnTo>
                  <a:lnTo>
                    <a:pt x="2954468" y="262600"/>
                  </a:lnTo>
                  <a:lnTo>
                    <a:pt x="3024813" y="267122"/>
                  </a:lnTo>
                  <a:lnTo>
                    <a:pt x="3095157" y="271580"/>
                  </a:lnTo>
                  <a:lnTo>
                    <a:pt x="3165502" y="275975"/>
                  </a:lnTo>
                  <a:lnTo>
                    <a:pt x="3235846" y="280306"/>
                  </a:lnTo>
                  <a:lnTo>
                    <a:pt x="3306191" y="284576"/>
                  </a:lnTo>
                  <a:lnTo>
                    <a:pt x="3376535" y="288785"/>
                  </a:lnTo>
                  <a:lnTo>
                    <a:pt x="3446880" y="292935"/>
                  </a:lnTo>
                  <a:lnTo>
                    <a:pt x="3517224" y="297024"/>
                  </a:lnTo>
                  <a:lnTo>
                    <a:pt x="3587569" y="301056"/>
                  </a:lnTo>
                  <a:lnTo>
                    <a:pt x="3657913" y="305030"/>
                  </a:lnTo>
                  <a:lnTo>
                    <a:pt x="3728257" y="308947"/>
                  </a:lnTo>
                  <a:lnTo>
                    <a:pt x="3798602" y="312809"/>
                  </a:lnTo>
                  <a:lnTo>
                    <a:pt x="3868946" y="316616"/>
                  </a:lnTo>
                  <a:lnTo>
                    <a:pt x="3939291" y="320368"/>
                  </a:lnTo>
                  <a:lnTo>
                    <a:pt x="4009635" y="324066"/>
                  </a:lnTo>
                  <a:lnTo>
                    <a:pt x="4079980" y="327712"/>
                  </a:lnTo>
                  <a:lnTo>
                    <a:pt x="4150324" y="331306"/>
                  </a:lnTo>
                  <a:lnTo>
                    <a:pt x="4220669" y="334849"/>
                  </a:lnTo>
                  <a:lnTo>
                    <a:pt x="4291013" y="338341"/>
                  </a:lnTo>
                  <a:lnTo>
                    <a:pt x="4361358" y="341784"/>
                  </a:lnTo>
                  <a:lnTo>
                    <a:pt x="4431702" y="345177"/>
                  </a:lnTo>
                  <a:lnTo>
                    <a:pt x="4502047" y="348522"/>
                  </a:lnTo>
                  <a:lnTo>
                    <a:pt x="4572391" y="351819"/>
                  </a:lnTo>
                  <a:lnTo>
                    <a:pt x="4642736" y="355069"/>
                  </a:lnTo>
                  <a:lnTo>
                    <a:pt x="4713080" y="358273"/>
                  </a:lnTo>
                  <a:lnTo>
                    <a:pt x="4783425" y="361431"/>
                  </a:lnTo>
                  <a:lnTo>
                    <a:pt x="4853769" y="364544"/>
                  </a:lnTo>
                  <a:lnTo>
                    <a:pt x="4924114" y="367613"/>
                  </a:lnTo>
                  <a:lnTo>
                    <a:pt x="4994458" y="370638"/>
                  </a:lnTo>
                  <a:lnTo>
                    <a:pt x="5064803" y="373620"/>
                  </a:lnTo>
                  <a:lnTo>
                    <a:pt x="5135147" y="376559"/>
                  </a:lnTo>
                  <a:lnTo>
                    <a:pt x="5205492" y="379457"/>
                  </a:lnTo>
                  <a:lnTo>
                    <a:pt x="5275836" y="382313"/>
                  </a:lnTo>
                  <a:lnTo>
                    <a:pt x="5346181" y="385128"/>
                  </a:lnTo>
                  <a:lnTo>
                    <a:pt x="5416525" y="387903"/>
                  </a:lnTo>
                  <a:lnTo>
                    <a:pt x="5486870" y="390639"/>
                  </a:lnTo>
                  <a:lnTo>
                    <a:pt x="5557214" y="393336"/>
                  </a:lnTo>
                  <a:lnTo>
                    <a:pt x="5627559" y="395994"/>
                  </a:lnTo>
                  <a:lnTo>
                    <a:pt x="5697903" y="398614"/>
                  </a:lnTo>
                  <a:lnTo>
                    <a:pt x="5768248" y="401197"/>
                  </a:lnTo>
                  <a:lnTo>
                    <a:pt x="5838592" y="403743"/>
                  </a:lnTo>
                  <a:lnTo>
                    <a:pt x="5908937" y="406253"/>
                  </a:lnTo>
                  <a:lnTo>
                    <a:pt x="5979281" y="408727"/>
                  </a:lnTo>
                  <a:lnTo>
                    <a:pt x="6049626" y="411165"/>
                  </a:lnTo>
                  <a:lnTo>
                    <a:pt x="6119970" y="413569"/>
                  </a:lnTo>
                  <a:lnTo>
                    <a:pt x="6190315" y="415939"/>
                  </a:lnTo>
                  <a:lnTo>
                    <a:pt x="6260659" y="418275"/>
                  </a:lnTo>
                  <a:lnTo>
                    <a:pt x="6331004" y="420577"/>
                  </a:lnTo>
                  <a:lnTo>
                    <a:pt x="6401348" y="422847"/>
                  </a:lnTo>
                  <a:lnTo>
                    <a:pt x="6471693" y="425084"/>
                  </a:lnTo>
                  <a:lnTo>
                    <a:pt x="6542037" y="427290"/>
                  </a:lnTo>
                  <a:lnTo>
                    <a:pt x="6612382" y="429464"/>
                  </a:lnTo>
                  <a:lnTo>
                    <a:pt x="6682726" y="431607"/>
                  </a:lnTo>
                  <a:lnTo>
                    <a:pt x="6753071" y="433719"/>
                  </a:lnTo>
                  <a:lnTo>
                    <a:pt x="6823415" y="435801"/>
                  </a:lnTo>
                  <a:lnTo>
                    <a:pt x="6893760" y="437854"/>
                  </a:lnTo>
                  <a:lnTo>
                    <a:pt x="6964104" y="4398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(0.93-1.50), p_Bonf = 1.000 (n = 6)  |  per IQR decline (Δ = 29.5 %): 1.63 (0.80-3.31)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2026-07-22T08:00:09Z</dcterms:modified>
  <cp:category/>
</cp:coreProperties>
</file>