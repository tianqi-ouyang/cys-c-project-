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355920"/>
            </a:xfrm>
            <a:custGeom>
              <a:avLst/>
              <a:pathLst>
                <a:path w="7392041" h="3355920">
                  <a:moveTo>
                    <a:pt x="160100" y="0"/>
                  </a:moveTo>
                  <a:lnTo>
                    <a:pt x="208389" y="76534"/>
                  </a:lnTo>
                  <a:lnTo>
                    <a:pt x="285632" y="194713"/>
                  </a:lnTo>
                  <a:lnTo>
                    <a:pt x="362876" y="308793"/>
                  </a:lnTo>
                  <a:lnTo>
                    <a:pt x="440119" y="418916"/>
                  </a:lnTo>
                  <a:lnTo>
                    <a:pt x="517363" y="525220"/>
                  </a:lnTo>
                  <a:lnTo>
                    <a:pt x="594606" y="627836"/>
                  </a:lnTo>
                  <a:lnTo>
                    <a:pt x="671850" y="726894"/>
                  </a:lnTo>
                  <a:lnTo>
                    <a:pt x="749094" y="822515"/>
                  </a:lnTo>
                  <a:lnTo>
                    <a:pt x="826337" y="914820"/>
                  </a:lnTo>
                  <a:lnTo>
                    <a:pt x="903581" y="1003923"/>
                  </a:lnTo>
                  <a:lnTo>
                    <a:pt x="980824" y="1089936"/>
                  </a:lnTo>
                  <a:lnTo>
                    <a:pt x="1058068" y="1172965"/>
                  </a:lnTo>
                  <a:lnTo>
                    <a:pt x="1135311" y="1253114"/>
                  </a:lnTo>
                  <a:lnTo>
                    <a:pt x="1212555" y="1330484"/>
                  </a:lnTo>
                  <a:lnTo>
                    <a:pt x="1289799" y="1405170"/>
                  </a:lnTo>
                  <a:lnTo>
                    <a:pt x="1367042" y="1477265"/>
                  </a:lnTo>
                  <a:lnTo>
                    <a:pt x="1444286" y="1546860"/>
                  </a:lnTo>
                  <a:lnTo>
                    <a:pt x="1521529" y="1614041"/>
                  </a:lnTo>
                  <a:lnTo>
                    <a:pt x="1598773" y="1678892"/>
                  </a:lnTo>
                  <a:lnTo>
                    <a:pt x="1676016" y="1741493"/>
                  </a:lnTo>
                  <a:lnTo>
                    <a:pt x="1753260" y="1801923"/>
                  </a:lnTo>
                  <a:lnTo>
                    <a:pt x="1830504" y="1860257"/>
                  </a:lnTo>
                  <a:lnTo>
                    <a:pt x="1907747" y="1916568"/>
                  </a:lnTo>
                  <a:lnTo>
                    <a:pt x="1984991" y="1970926"/>
                  </a:lnTo>
                  <a:lnTo>
                    <a:pt x="2062234" y="2023398"/>
                  </a:lnTo>
                  <a:lnTo>
                    <a:pt x="2139478" y="2074050"/>
                  </a:lnTo>
                  <a:lnTo>
                    <a:pt x="2216721" y="2122945"/>
                  </a:lnTo>
                  <a:lnTo>
                    <a:pt x="2293965" y="2170145"/>
                  </a:lnTo>
                  <a:lnTo>
                    <a:pt x="2371209" y="2215707"/>
                  </a:lnTo>
                  <a:lnTo>
                    <a:pt x="2448452" y="2259689"/>
                  </a:lnTo>
                  <a:lnTo>
                    <a:pt x="2525696" y="2302145"/>
                  </a:lnTo>
                  <a:lnTo>
                    <a:pt x="2602939" y="2343129"/>
                  </a:lnTo>
                  <a:lnTo>
                    <a:pt x="2680183" y="2382691"/>
                  </a:lnTo>
                  <a:lnTo>
                    <a:pt x="2757426" y="2420882"/>
                  </a:lnTo>
                  <a:lnTo>
                    <a:pt x="2834670" y="2457747"/>
                  </a:lnTo>
                  <a:lnTo>
                    <a:pt x="2911914" y="2493334"/>
                  </a:lnTo>
                  <a:lnTo>
                    <a:pt x="2989157" y="2527686"/>
                  </a:lnTo>
                  <a:lnTo>
                    <a:pt x="3066401" y="2560847"/>
                  </a:lnTo>
                  <a:lnTo>
                    <a:pt x="3143644" y="2592858"/>
                  </a:lnTo>
                  <a:lnTo>
                    <a:pt x="3220888" y="2623758"/>
                  </a:lnTo>
                  <a:lnTo>
                    <a:pt x="3298131" y="2653587"/>
                  </a:lnTo>
                  <a:lnTo>
                    <a:pt x="3375375" y="2648941"/>
                  </a:lnTo>
                  <a:lnTo>
                    <a:pt x="3452619" y="2643434"/>
                  </a:lnTo>
                  <a:lnTo>
                    <a:pt x="3529862" y="2637890"/>
                  </a:lnTo>
                  <a:lnTo>
                    <a:pt x="3607106" y="2632310"/>
                  </a:lnTo>
                  <a:lnTo>
                    <a:pt x="3684349" y="2626693"/>
                  </a:lnTo>
                  <a:lnTo>
                    <a:pt x="3761593" y="2621039"/>
                  </a:lnTo>
                  <a:lnTo>
                    <a:pt x="3838836" y="2615348"/>
                  </a:lnTo>
                  <a:lnTo>
                    <a:pt x="3916080" y="2609619"/>
                  </a:lnTo>
                  <a:lnTo>
                    <a:pt x="3993324" y="2603852"/>
                  </a:lnTo>
                  <a:lnTo>
                    <a:pt x="4070567" y="2598047"/>
                  </a:lnTo>
                  <a:lnTo>
                    <a:pt x="4147811" y="2592204"/>
                  </a:lnTo>
                  <a:lnTo>
                    <a:pt x="4225054" y="2586323"/>
                  </a:lnTo>
                  <a:lnTo>
                    <a:pt x="4302298" y="2580402"/>
                  </a:lnTo>
                  <a:lnTo>
                    <a:pt x="4379541" y="2574443"/>
                  </a:lnTo>
                  <a:lnTo>
                    <a:pt x="4456785" y="2568444"/>
                  </a:lnTo>
                  <a:lnTo>
                    <a:pt x="4534029" y="2562406"/>
                  </a:lnTo>
                  <a:lnTo>
                    <a:pt x="4611272" y="2556328"/>
                  </a:lnTo>
                  <a:lnTo>
                    <a:pt x="4688516" y="2550210"/>
                  </a:lnTo>
                  <a:lnTo>
                    <a:pt x="4765759" y="2544051"/>
                  </a:lnTo>
                  <a:lnTo>
                    <a:pt x="4843003" y="2537852"/>
                  </a:lnTo>
                  <a:lnTo>
                    <a:pt x="4920246" y="2531612"/>
                  </a:lnTo>
                  <a:lnTo>
                    <a:pt x="4997490" y="2525330"/>
                  </a:lnTo>
                  <a:lnTo>
                    <a:pt x="5074734" y="2519008"/>
                  </a:lnTo>
                  <a:lnTo>
                    <a:pt x="5151977" y="2512643"/>
                  </a:lnTo>
                  <a:lnTo>
                    <a:pt x="5229221" y="2506237"/>
                  </a:lnTo>
                  <a:lnTo>
                    <a:pt x="5306464" y="2499788"/>
                  </a:lnTo>
                  <a:lnTo>
                    <a:pt x="5383708" y="2493297"/>
                  </a:lnTo>
                  <a:lnTo>
                    <a:pt x="5460951" y="2486763"/>
                  </a:lnTo>
                  <a:lnTo>
                    <a:pt x="5538195" y="2480185"/>
                  </a:lnTo>
                  <a:lnTo>
                    <a:pt x="5615439" y="2473565"/>
                  </a:lnTo>
                  <a:lnTo>
                    <a:pt x="5692682" y="2466901"/>
                  </a:lnTo>
                  <a:lnTo>
                    <a:pt x="5769926" y="2460192"/>
                  </a:lnTo>
                  <a:lnTo>
                    <a:pt x="5847169" y="2453440"/>
                  </a:lnTo>
                  <a:lnTo>
                    <a:pt x="5924413" y="2446643"/>
                  </a:lnTo>
                  <a:lnTo>
                    <a:pt x="6001656" y="2439801"/>
                  </a:lnTo>
                  <a:lnTo>
                    <a:pt x="6078900" y="2432914"/>
                  </a:lnTo>
                  <a:lnTo>
                    <a:pt x="6156144" y="2425982"/>
                  </a:lnTo>
                  <a:lnTo>
                    <a:pt x="6233387" y="2419003"/>
                  </a:lnTo>
                  <a:lnTo>
                    <a:pt x="6310631" y="2411979"/>
                  </a:lnTo>
                  <a:lnTo>
                    <a:pt x="6387874" y="2404909"/>
                  </a:lnTo>
                  <a:lnTo>
                    <a:pt x="6465118" y="2397792"/>
                  </a:lnTo>
                  <a:lnTo>
                    <a:pt x="6542361" y="2390627"/>
                  </a:lnTo>
                  <a:lnTo>
                    <a:pt x="6619605" y="2383416"/>
                  </a:lnTo>
                  <a:lnTo>
                    <a:pt x="6696849" y="2376157"/>
                  </a:lnTo>
                  <a:lnTo>
                    <a:pt x="6774092" y="2368850"/>
                  </a:lnTo>
                  <a:lnTo>
                    <a:pt x="6851336" y="2361495"/>
                  </a:lnTo>
                  <a:lnTo>
                    <a:pt x="6928579" y="2354092"/>
                  </a:lnTo>
                  <a:lnTo>
                    <a:pt x="7005823" y="2346639"/>
                  </a:lnTo>
                  <a:lnTo>
                    <a:pt x="7083066" y="2339138"/>
                  </a:lnTo>
                  <a:lnTo>
                    <a:pt x="7160310" y="2331586"/>
                  </a:lnTo>
                  <a:lnTo>
                    <a:pt x="7237554" y="2323986"/>
                  </a:lnTo>
                  <a:lnTo>
                    <a:pt x="7314797" y="2316335"/>
                  </a:lnTo>
                  <a:lnTo>
                    <a:pt x="7392041" y="2308633"/>
                  </a:lnTo>
                  <a:lnTo>
                    <a:pt x="7392041" y="3355920"/>
                  </a:lnTo>
                  <a:lnTo>
                    <a:pt x="7314797" y="3351327"/>
                  </a:lnTo>
                  <a:lnTo>
                    <a:pt x="7237554" y="3346569"/>
                  </a:lnTo>
                  <a:lnTo>
                    <a:pt x="7160310" y="3341640"/>
                  </a:lnTo>
                  <a:lnTo>
                    <a:pt x="7083066" y="3336534"/>
                  </a:lnTo>
                  <a:lnTo>
                    <a:pt x="7005823" y="3331244"/>
                  </a:lnTo>
                  <a:lnTo>
                    <a:pt x="6928579" y="3325765"/>
                  </a:lnTo>
                  <a:lnTo>
                    <a:pt x="6851336" y="3320088"/>
                  </a:lnTo>
                  <a:lnTo>
                    <a:pt x="6774092" y="3314208"/>
                  </a:lnTo>
                  <a:lnTo>
                    <a:pt x="6696849" y="3308116"/>
                  </a:lnTo>
                  <a:lnTo>
                    <a:pt x="6619605" y="3301805"/>
                  </a:lnTo>
                  <a:lnTo>
                    <a:pt x="6542361" y="3295268"/>
                  </a:lnTo>
                  <a:lnTo>
                    <a:pt x="6465118" y="3288496"/>
                  </a:lnTo>
                  <a:lnTo>
                    <a:pt x="6387874" y="3281480"/>
                  </a:lnTo>
                  <a:lnTo>
                    <a:pt x="6310631" y="3274212"/>
                  </a:lnTo>
                  <a:lnTo>
                    <a:pt x="6233387" y="3266684"/>
                  </a:lnTo>
                  <a:lnTo>
                    <a:pt x="6156144" y="3258884"/>
                  </a:lnTo>
                  <a:lnTo>
                    <a:pt x="6078900" y="3250805"/>
                  </a:lnTo>
                  <a:lnTo>
                    <a:pt x="6001656" y="3242435"/>
                  </a:lnTo>
                  <a:lnTo>
                    <a:pt x="5924413" y="3233764"/>
                  </a:lnTo>
                  <a:lnTo>
                    <a:pt x="5847169" y="3224782"/>
                  </a:lnTo>
                  <a:lnTo>
                    <a:pt x="5769926" y="3215477"/>
                  </a:lnTo>
                  <a:lnTo>
                    <a:pt x="5692682" y="3205838"/>
                  </a:lnTo>
                  <a:lnTo>
                    <a:pt x="5615439" y="3195852"/>
                  </a:lnTo>
                  <a:lnTo>
                    <a:pt x="5538195" y="3185508"/>
                  </a:lnTo>
                  <a:lnTo>
                    <a:pt x="5460951" y="3174792"/>
                  </a:lnTo>
                  <a:lnTo>
                    <a:pt x="5383708" y="3163690"/>
                  </a:lnTo>
                  <a:lnTo>
                    <a:pt x="5306464" y="3152190"/>
                  </a:lnTo>
                  <a:lnTo>
                    <a:pt x="5229221" y="3140277"/>
                  </a:lnTo>
                  <a:lnTo>
                    <a:pt x="5151977" y="3127936"/>
                  </a:lnTo>
                  <a:lnTo>
                    <a:pt x="5074734" y="3115151"/>
                  </a:lnTo>
                  <a:lnTo>
                    <a:pt x="4997490" y="3101907"/>
                  </a:lnTo>
                  <a:lnTo>
                    <a:pt x="4920246" y="3088187"/>
                  </a:lnTo>
                  <a:lnTo>
                    <a:pt x="4843003" y="3073974"/>
                  </a:lnTo>
                  <a:lnTo>
                    <a:pt x="4765759" y="3059251"/>
                  </a:lnTo>
                  <a:lnTo>
                    <a:pt x="4688516" y="3043998"/>
                  </a:lnTo>
                  <a:lnTo>
                    <a:pt x="4611272" y="3028197"/>
                  </a:lnTo>
                  <a:lnTo>
                    <a:pt x="4534029" y="3011829"/>
                  </a:lnTo>
                  <a:lnTo>
                    <a:pt x="4456785" y="2994872"/>
                  </a:lnTo>
                  <a:lnTo>
                    <a:pt x="4379541" y="2977306"/>
                  </a:lnTo>
                  <a:lnTo>
                    <a:pt x="4302298" y="2959109"/>
                  </a:lnTo>
                  <a:lnTo>
                    <a:pt x="4225054" y="2940258"/>
                  </a:lnTo>
                  <a:lnTo>
                    <a:pt x="4147811" y="2920730"/>
                  </a:lnTo>
                  <a:lnTo>
                    <a:pt x="4070567" y="2900500"/>
                  </a:lnTo>
                  <a:lnTo>
                    <a:pt x="3993324" y="2879543"/>
                  </a:lnTo>
                  <a:lnTo>
                    <a:pt x="3916080" y="2857834"/>
                  </a:lnTo>
                  <a:lnTo>
                    <a:pt x="3838836" y="2835344"/>
                  </a:lnTo>
                  <a:lnTo>
                    <a:pt x="3761593" y="2812046"/>
                  </a:lnTo>
                  <a:lnTo>
                    <a:pt x="3684349" y="2787911"/>
                  </a:lnTo>
                  <a:lnTo>
                    <a:pt x="3607106" y="2762908"/>
                  </a:lnTo>
                  <a:lnTo>
                    <a:pt x="3529862" y="2737008"/>
                  </a:lnTo>
                  <a:lnTo>
                    <a:pt x="3452619" y="2710177"/>
                  </a:lnTo>
                  <a:lnTo>
                    <a:pt x="3375375" y="2682381"/>
                  </a:lnTo>
                  <a:lnTo>
                    <a:pt x="3298131" y="2654412"/>
                  </a:lnTo>
                  <a:lnTo>
                    <a:pt x="3220888" y="2659848"/>
                  </a:lnTo>
                  <a:lnTo>
                    <a:pt x="3143644" y="2665247"/>
                  </a:lnTo>
                  <a:lnTo>
                    <a:pt x="3066401" y="2670612"/>
                  </a:lnTo>
                  <a:lnTo>
                    <a:pt x="2989157" y="2675941"/>
                  </a:lnTo>
                  <a:lnTo>
                    <a:pt x="2911914" y="2681235"/>
                  </a:lnTo>
                  <a:lnTo>
                    <a:pt x="2834670" y="2686495"/>
                  </a:lnTo>
                  <a:lnTo>
                    <a:pt x="2757426" y="2691720"/>
                  </a:lnTo>
                  <a:lnTo>
                    <a:pt x="2680183" y="2696911"/>
                  </a:lnTo>
                  <a:lnTo>
                    <a:pt x="2602939" y="2702067"/>
                  </a:lnTo>
                  <a:lnTo>
                    <a:pt x="2525696" y="2707190"/>
                  </a:lnTo>
                  <a:lnTo>
                    <a:pt x="2448452" y="2712280"/>
                  </a:lnTo>
                  <a:lnTo>
                    <a:pt x="2371209" y="2717336"/>
                  </a:lnTo>
                  <a:lnTo>
                    <a:pt x="2293965" y="2722359"/>
                  </a:lnTo>
                  <a:lnTo>
                    <a:pt x="2216721" y="2727349"/>
                  </a:lnTo>
                  <a:lnTo>
                    <a:pt x="2139478" y="2732306"/>
                  </a:lnTo>
                  <a:lnTo>
                    <a:pt x="2062234" y="2737231"/>
                  </a:lnTo>
                  <a:lnTo>
                    <a:pt x="1984991" y="2742123"/>
                  </a:lnTo>
                  <a:lnTo>
                    <a:pt x="1907747" y="2746984"/>
                  </a:lnTo>
                  <a:lnTo>
                    <a:pt x="1830504" y="2751813"/>
                  </a:lnTo>
                  <a:lnTo>
                    <a:pt x="1753260" y="2756610"/>
                  </a:lnTo>
                  <a:lnTo>
                    <a:pt x="1676016" y="2761375"/>
                  </a:lnTo>
                  <a:lnTo>
                    <a:pt x="1598773" y="2766109"/>
                  </a:lnTo>
                  <a:lnTo>
                    <a:pt x="1521529" y="2770813"/>
                  </a:lnTo>
                  <a:lnTo>
                    <a:pt x="1444286" y="2775485"/>
                  </a:lnTo>
                  <a:lnTo>
                    <a:pt x="1367042" y="2780127"/>
                  </a:lnTo>
                  <a:lnTo>
                    <a:pt x="1289799" y="2784738"/>
                  </a:lnTo>
                  <a:lnTo>
                    <a:pt x="1212555" y="2789320"/>
                  </a:lnTo>
                  <a:lnTo>
                    <a:pt x="1135311" y="2793871"/>
                  </a:lnTo>
                  <a:lnTo>
                    <a:pt x="1058068" y="2798392"/>
                  </a:lnTo>
                  <a:lnTo>
                    <a:pt x="980824" y="2802884"/>
                  </a:lnTo>
                  <a:lnTo>
                    <a:pt x="903581" y="2807346"/>
                  </a:lnTo>
                  <a:lnTo>
                    <a:pt x="826337" y="2811779"/>
                  </a:lnTo>
                  <a:lnTo>
                    <a:pt x="749094" y="2816183"/>
                  </a:lnTo>
                  <a:lnTo>
                    <a:pt x="671850" y="2820558"/>
                  </a:lnTo>
                  <a:lnTo>
                    <a:pt x="594606" y="2824905"/>
                  </a:lnTo>
                  <a:lnTo>
                    <a:pt x="517363" y="2829223"/>
                  </a:lnTo>
                  <a:lnTo>
                    <a:pt x="440119" y="2833512"/>
                  </a:lnTo>
                  <a:lnTo>
                    <a:pt x="362876" y="2837774"/>
                  </a:lnTo>
                  <a:lnTo>
                    <a:pt x="285632" y="2842007"/>
                  </a:lnTo>
                  <a:lnTo>
                    <a:pt x="208389" y="2846213"/>
                  </a:lnTo>
                  <a:lnTo>
                    <a:pt x="131145" y="2850391"/>
                  </a:lnTo>
                  <a:lnTo>
                    <a:pt x="53901" y="2854542"/>
                  </a:lnTo>
                  <a:lnTo>
                    <a:pt x="0" y="28574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77618" y="2073503"/>
              <a:ext cx="7231940" cy="2653587"/>
            </a:xfrm>
            <a:custGeom>
              <a:avLst/>
              <a:pathLst>
                <a:path w="7231940" h="2653587">
                  <a:moveTo>
                    <a:pt x="0" y="0"/>
                  </a:moveTo>
                  <a:lnTo>
                    <a:pt x="48288" y="76534"/>
                  </a:lnTo>
                  <a:lnTo>
                    <a:pt x="125532" y="194713"/>
                  </a:lnTo>
                  <a:lnTo>
                    <a:pt x="202775" y="308793"/>
                  </a:lnTo>
                  <a:lnTo>
                    <a:pt x="280019" y="418916"/>
                  </a:lnTo>
                  <a:lnTo>
                    <a:pt x="357263" y="525220"/>
                  </a:lnTo>
                  <a:lnTo>
                    <a:pt x="434506" y="627836"/>
                  </a:lnTo>
                  <a:lnTo>
                    <a:pt x="511750" y="726894"/>
                  </a:lnTo>
                  <a:lnTo>
                    <a:pt x="588993" y="822515"/>
                  </a:lnTo>
                  <a:lnTo>
                    <a:pt x="666237" y="914820"/>
                  </a:lnTo>
                  <a:lnTo>
                    <a:pt x="743480" y="1003923"/>
                  </a:lnTo>
                  <a:lnTo>
                    <a:pt x="820724" y="1089936"/>
                  </a:lnTo>
                  <a:lnTo>
                    <a:pt x="897968" y="1172965"/>
                  </a:lnTo>
                  <a:lnTo>
                    <a:pt x="975211" y="1253114"/>
                  </a:lnTo>
                  <a:lnTo>
                    <a:pt x="1052455" y="1330484"/>
                  </a:lnTo>
                  <a:lnTo>
                    <a:pt x="1129698" y="1405170"/>
                  </a:lnTo>
                  <a:lnTo>
                    <a:pt x="1206942" y="1477265"/>
                  </a:lnTo>
                  <a:lnTo>
                    <a:pt x="1284185" y="1546860"/>
                  </a:lnTo>
                  <a:lnTo>
                    <a:pt x="1361429" y="1614041"/>
                  </a:lnTo>
                  <a:lnTo>
                    <a:pt x="1438673" y="1678892"/>
                  </a:lnTo>
                  <a:lnTo>
                    <a:pt x="1515916" y="1741493"/>
                  </a:lnTo>
                  <a:lnTo>
                    <a:pt x="1593160" y="1801923"/>
                  </a:lnTo>
                  <a:lnTo>
                    <a:pt x="1670403" y="1860257"/>
                  </a:lnTo>
                  <a:lnTo>
                    <a:pt x="1747647" y="1916568"/>
                  </a:lnTo>
                  <a:lnTo>
                    <a:pt x="1824890" y="1970926"/>
                  </a:lnTo>
                  <a:lnTo>
                    <a:pt x="1902134" y="2023398"/>
                  </a:lnTo>
                  <a:lnTo>
                    <a:pt x="1979378" y="2074050"/>
                  </a:lnTo>
                  <a:lnTo>
                    <a:pt x="2056621" y="2122945"/>
                  </a:lnTo>
                  <a:lnTo>
                    <a:pt x="2133865" y="2170145"/>
                  </a:lnTo>
                  <a:lnTo>
                    <a:pt x="2211108" y="2215707"/>
                  </a:lnTo>
                  <a:lnTo>
                    <a:pt x="2288352" y="2259689"/>
                  </a:lnTo>
                  <a:lnTo>
                    <a:pt x="2365595" y="2302145"/>
                  </a:lnTo>
                  <a:lnTo>
                    <a:pt x="2442839" y="2343129"/>
                  </a:lnTo>
                  <a:lnTo>
                    <a:pt x="2520083" y="2382691"/>
                  </a:lnTo>
                  <a:lnTo>
                    <a:pt x="2597326" y="2420882"/>
                  </a:lnTo>
                  <a:lnTo>
                    <a:pt x="2674570" y="2457747"/>
                  </a:lnTo>
                  <a:lnTo>
                    <a:pt x="2751813" y="2493334"/>
                  </a:lnTo>
                  <a:lnTo>
                    <a:pt x="2829057" y="2527686"/>
                  </a:lnTo>
                  <a:lnTo>
                    <a:pt x="2906300" y="2560847"/>
                  </a:lnTo>
                  <a:lnTo>
                    <a:pt x="2983544" y="2592858"/>
                  </a:lnTo>
                  <a:lnTo>
                    <a:pt x="3060788" y="2623758"/>
                  </a:lnTo>
                  <a:lnTo>
                    <a:pt x="3138031" y="2653587"/>
                  </a:lnTo>
                  <a:lnTo>
                    <a:pt x="3215275" y="2648941"/>
                  </a:lnTo>
                  <a:lnTo>
                    <a:pt x="3292518" y="2643434"/>
                  </a:lnTo>
                  <a:lnTo>
                    <a:pt x="3369762" y="2637890"/>
                  </a:lnTo>
                  <a:lnTo>
                    <a:pt x="3447005" y="2632310"/>
                  </a:lnTo>
                  <a:lnTo>
                    <a:pt x="3524249" y="2626693"/>
                  </a:lnTo>
                  <a:lnTo>
                    <a:pt x="3601493" y="2621039"/>
                  </a:lnTo>
                  <a:lnTo>
                    <a:pt x="3678736" y="2615348"/>
                  </a:lnTo>
                  <a:lnTo>
                    <a:pt x="3755980" y="2609619"/>
                  </a:lnTo>
                  <a:lnTo>
                    <a:pt x="3833223" y="2603852"/>
                  </a:lnTo>
                  <a:lnTo>
                    <a:pt x="3910467" y="2598047"/>
                  </a:lnTo>
                  <a:lnTo>
                    <a:pt x="3987710" y="2592204"/>
                  </a:lnTo>
                  <a:lnTo>
                    <a:pt x="4064954" y="2586323"/>
                  </a:lnTo>
                  <a:lnTo>
                    <a:pt x="4142198" y="2580402"/>
                  </a:lnTo>
                  <a:lnTo>
                    <a:pt x="4219441" y="2574443"/>
                  </a:lnTo>
                  <a:lnTo>
                    <a:pt x="4296685" y="2568444"/>
                  </a:lnTo>
                  <a:lnTo>
                    <a:pt x="4373928" y="2562406"/>
                  </a:lnTo>
                  <a:lnTo>
                    <a:pt x="4451172" y="2556328"/>
                  </a:lnTo>
                  <a:lnTo>
                    <a:pt x="4528415" y="2550210"/>
                  </a:lnTo>
                  <a:lnTo>
                    <a:pt x="4605659" y="2544051"/>
                  </a:lnTo>
                  <a:lnTo>
                    <a:pt x="4682903" y="2537852"/>
                  </a:lnTo>
                  <a:lnTo>
                    <a:pt x="4760146" y="2531612"/>
                  </a:lnTo>
                  <a:lnTo>
                    <a:pt x="4837390" y="2525330"/>
                  </a:lnTo>
                  <a:lnTo>
                    <a:pt x="4914633" y="2519008"/>
                  </a:lnTo>
                  <a:lnTo>
                    <a:pt x="4991877" y="2512643"/>
                  </a:lnTo>
                  <a:lnTo>
                    <a:pt x="5069120" y="2506237"/>
                  </a:lnTo>
                  <a:lnTo>
                    <a:pt x="5146364" y="2499788"/>
                  </a:lnTo>
                  <a:lnTo>
                    <a:pt x="5223608" y="2493297"/>
                  </a:lnTo>
                  <a:lnTo>
                    <a:pt x="5300851" y="2486763"/>
                  </a:lnTo>
                  <a:lnTo>
                    <a:pt x="5378095" y="2480185"/>
                  </a:lnTo>
                  <a:lnTo>
                    <a:pt x="5455338" y="2473565"/>
                  </a:lnTo>
                  <a:lnTo>
                    <a:pt x="5532582" y="2466901"/>
                  </a:lnTo>
                  <a:lnTo>
                    <a:pt x="5609825" y="2460192"/>
                  </a:lnTo>
                  <a:lnTo>
                    <a:pt x="5687069" y="2453440"/>
                  </a:lnTo>
                  <a:lnTo>
                    <a:pt x="5764313" y="2446643"/>
                  </a:lnTo>
                  <a:lnTo>
                    <a:pt x="5841556" y="2439801"/>
                  </a:lnTo>
                  <a:lnTo>
                    <a:pt x="5918800" y="2432914"/>
                  </a:lnTo>
                  <a:lnTo>
                    <a:pt x="5996043" y="2425982"/>
                  </a:lnTo>
                  <a:lnTo>
                    <a:pt x="6073287" y="2419003"/>
                  </a:lnTo>
                  <a:lnTo>
                    <a:pt x="6150530" y="2411979"/>
                  </a:lnTo>
                  <a:lnTo>
                    <a:pt x="6227774" y="2404909"/>
                  </a:lnTo>
                  <a:lnTo>
                    <a:pt x="6305018" y="2397792"/>
                  </a:lnTo>
                  <a:lnTo>
                    <a:pt x="6382261" y="2390627"/>
                  </a:lnTo>
                  <a:lnTo>
                    <a:pt x="6459505" y="2383416"/>
                  </a:lnTo>
                  <a:lnTo>
                    <a:pt x="6536748" y="2376157"/>
                  </a:lnTo>
                  <a:lnTo>
                    <a:pt x="6613992" y="2368850"/>
                  </a:lnTo>
                  <a:lnTo>
                    <a:pt x="6691235" y="2361495"/>
                  </a:lnTo>
                  <a:lnTo>
                    <a:pt x="6768479" y="2354092"/>
                  </a:lnTo>
                  <a:lnTo>
                    <a:pt x="6845723" y="2346639"/>
                  </a:lnTo>
                  <a:lnTo>
                    <a:pt x="6922966" y="2339138"/>
                  </a:lnTo>
                  <a:lnTo>
                    <a:pt x="7000210" y="2331586"/>
                  </a:lnTo>
                  <a:lnTo>
                    <a:pt x="7077453" y="2323986"/>
                  </a:lnTo>
                  <a:lnTo>
                    <a:pt x="7154697" y="2316335"/>
                  </a:lnTo>
                  <a:lnTo>
                    <a:pt x="7231940" y="23086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915"/>
              <a:ext cx="7392041" cy="701507"/>
            </a:xfrm>
            <a:custGeom>
              <a:avLst/>
              <a:pathLst>
                <a:path w="7392041" h="701507">
                  <a:moveTo>
                    <a:pt x="7392041" y="701507"/>
                  </a:moveTo>
                  <a:lnTo>
                    <a:pt x="7314797" y="696914"/>
                  </a:lnTo>
                  <a:lnTo>
                    <a:pt x="7237554" y="692156"/>
                  </a:lnTo>
                  <a:lnTo>
                    <a:pt x="7160310" y="687227"/>
                  </a:lnTo>
                  <a:lnTo>
                    <a:pt x="7083066" y="682121"/>
                  </a:lnTo>
                  <a:lnTo>
                    <a:pt x="7005823" y="676831"/>
                  </a:lnTo>
                  <a:lnTo>
                    <a:pt x="6928579" y="671352"/>
                  </a:lnTo>
                  <a:lnTo>
                    <a:pt x="6851336" y="665675"/>
                  </a:lnTo>
                  <a:lnTo>
                    <a:pt x="6774092" y="659795"/>
                  </a:lnTo>
                  <a:lnTo>
                    <a:pt x="6696849" y="653703"/>
                  </a:lnTo>
                  <a:lnTo>
                    <a:pt x="6619605" y="647392"/>
                  </a:lnTo>
                  <a:lnTo>
                    <a:pt x="6542361" y="640855"/>
                  </a:lnTo>
                  <a:lnTo>
                    <a:pt x="6465118" y="634083"/>
                  </a:lnTo>
                  <a:lnTo>
                    <a:pt x="6387874" y="627067"/>
                  </a:lnTo>
                  <a:lnTo>
                    <a:pt x="6310631" y="619799"/>
                  </a:lnTo>
                  <a:lnTo>
                    <a:pt x="6233387" y="612271"/>
                  </a:lnTo>
                  <a:lnTo>
                    <a:pt x="6156144" y="604471"/>
                  </a:lnTo>
                  <a:lnTo>
                    <a:pt x="6078900" y="596392"/>
                  </a:lnTo>
                  <a:lnTo>
                    <a:pt x="6001656" y="588022"/>
                  </a:lnTo>
                  <a:lnTo>
                    <a:pt x="5924413" y="579351"/>
                  </a:lnTo>
                  <a:lnTo>
                    <a:pt x="5847169" y="570369"/>
                  </a:lnTo>
                  <a:lnTo>
                    <a:pt x="5769926" y="561064"/>
                  </a:lnTo>
                  <a:lnTo>
                    <a:pt x="5692682" y="551425"/>
                  </a:lnTo>
                  <a:lnTo>
                    <a:pt x="5615439" y="541439"/>
                  </a:lnTo>
                  <a:lnTo>
                    <a:pt x="5538195" y="531095"/>
                  </a:lnTo>
                  <a:lnTo>
                    <a:pt x="5460951" y="520379"/>
                  </a:lnTo>
                  <a:lnTo>
                    <a:pt x="5383708" y="509278"/>
                  </a:lnTo>
                  <a:lnTo>
                    <a:pt x="5306464" y="497778"/>
                  </a:lnTo>
                  <a:lnTo>
                    <a:pt x="5229221" y="485864"/>
                  </a:lnTo>
                  <a:lnTo>
                    <a:pt x="5151977" y="473523"/>
                  </a:lnTo>
                  <a:lnTo>
                    <a:pt x="5074734" y="460738"/>
                  </a:lnTo>
                  <a:lnTo>
                    <a:pt x="4997490" y="447494"/>
                  </a:lnTo>
                  <a:lnTo>
                    <a:pt x="4920246" y="433774"/>
                  </a:lnTo>
                  <a:lnTo>
                    <a:pt x="4843003" y="419561"/>
                  </a:lnTo>
                  <a:lnTo>
                    <a:pt x="4765759" y="404838"/>
                  </a:lnTo>
                  <a:lnTo>
                    <a:pt x="4688516" y="389585"/>
                  </a:lnTo>
                  <a:lnTo>
                    <a:pt x="4611272" y="373784"/>
                  </a:lnTo>
                  <a:lnTo>
                    <a:pt x="4534029" y="357416"/>
                  </a:lnTo>
                  <a:lnTo>
                    <a:pt x="4456785" y="340459"/>
                  </a:lnTo>
                  <a:lnTo>
                    <a:pt x="4379541" y="322893"/>
                  </a:lnTo>
                  <a:lnTo>
                    <a:pt x="4302298" y="304696"/>
                  </a:lnTo>
                  <a:lnTo>
                    <a:pt x="4225054" y="285845"/>
                  </a:lnTo>
                  <a:lnTo>
                    <a:pt x="4147811" y="266317"/>
                  </a:lnTo>
                  <a:lnTo>
                    <a:pt x="4070567" y="246087"/>
                  </a:lnTo>
                  <a:lnTo>
                    <a:pt x="3993324" y="225130"/>
                  </a:lnTo>
                  <a:lnTo>
                    <a:pt x="3916080" y="203421"/>
                  </a:lnTo>
                  <a:lnTo>
                    <a:pt x="3838836" y="180931"/>
                  </a:lnTo>
                  <a:lnTo>
                    <a:pt x="3761593" y="157633"/>
                  </a:lnTo>
                  <a:lnTo>
                    <a:pt x="3684349" y="133498"/>
                  </a:lnTo>
                  <a:lnTo>
                    <a:pt x="3607106" y="108496"/>
                  </a:lnTo>
                  <a:lnTo>
                    <a:pt x="3529862" y="82595"/>
                  </a:lnTo>
                  <a:lnTo>
                    <a:pt x="3452619" y="55764"/>
                  </a:lnTo>
                  <a:lnTo>
                    <a:pt x="3375375" y="27968"/>
                  </a:lnTo>
                  <a:lnTo>
                    <a:pt x="3298131" y="0"/>
                  </a:lnTo>
                  <a:lnTo>
                    <a:pt x="3220888" y="5435"/>
                  </a:lnTo>
                  <a:lnTo>
                    <a:pt x="3143644" y="10835"/>
                  </a:lnTo>
                  <a:lnTo>
                    <a:pt x="3066401" y="16199"/>
                  </a:lnTo>
                  <a:lnTo>
                    <a:pt x="2989157" y="21528"/>
                  </a:lnTo>
                  <a:lnTo>
                    <a:pt x="2911914" y="26822"/>
                  </a:lnTo>
                  <a:lnTo>
                    <a:pt x="2834670" y="32082"/>
                  </a:lnTo>
                  <a:lnTo>
                    <a:pt x="2757426" y="37307"/>
                  </a:lnTo>
                  <a:lnTo>
                    <a:pt x="2680183" y="42498"/>
                  </a:lnTo>
                  <a:lnTo>
                    <a:pt x="2602939" y="47654"/>
                  </a:lnTo>
                  <a:lnTo>
                    <a:pt x="2525696" y="52777"/>
                  </a:lnTo>
                  <a:lnTo>
                    <a:pt x="2448452" y="57867"/>
                  </a:lnTo>
                  <a:lnTo>
                    <a:pt x="2371209" y="62923"/>
                  </a:lnTo>
                  <a:lnTo>
                    <a:pt x="2293965" y="67946"/>
                  </a:lnTo>
                  <a:lnTo>
                    <a:pt x="2216721" y="72936"/>
                  </a:lnTo>
                  <a:lnTo>
                    <a:pt x="2139478" y="77893"/>
                  </a:lnTo>
                  <a:lnTo>
                    <a:pt x="2062234" y="82818"/>
                  </a:lnTo>
                  <a:lnTo>
                    <a:pt x="1984991" y="87711"/>
                  </a:lnTo>
                  <a:lnTo>
                    <a:pt x="1907747" y="92571"/>
                  </a:lnTo>
                  <a:lnTo>
                    <a:pt x="1830504" y="97400"/>
                  </a:lnTo>
                  <a:lnTo>
                    <a:pt x="1753260" y="102197"/>
                  </a:lnTo>
                  <a:lnTo>
                    <a:pt x="1676016" y="106962"/>
                  </a:lnTo>
                  <a:lnTo>
                    <a:pt x="1598773" y="111697"/>
                  </a:lnTo>
                  <a:lnTo>
                    <a:pt x="1521529" y="116400"/>
                  </a:lnTo>
                  <a:lnTo>
                    <a:pt x="1444286" y="121072"/>
                  </a:lnTo>
                  <a:lnTo>
                    <a:pt x="1367042" y="125714"/>
                  </a:lnTo>
                  <a:lnTo>
                    <a:pt x="1289799" y="130325"/>
                  </a:lnTo>
                  <a:lnTo>
                    <a:pt x="1212555" y="134907"/>
                  </a:lnTo>
                  <a:lnTo>
                    <a:pt x="1135311" y="139458"/>
                  </a:lnTo>
                  <a:lnTo>
                    <a:pt x="1058068" y="143979"/>
                  </a:lnTo>
                  <a:lnTo>
                    <a:pt x="980824" y="148471"/>
                  </a:lnTo>
                  <a:lnTo>
                    <a:pt x="903581" y="152933"/>
                  </a:lnTo>
                  <a:lnTo>
                    <a:pt x="826337" y="157366"/>
                  </a:lnTo>
                  <a:lnTo>
                    <a:pt x="749094" y="161770"/>
                  </a:lnTo>
                  <a:lnTo>
                    <a:pt x="671850" y="166145"/>
                  </a:lnTo>
                  <a:lnTo>
                    <a:pt x="594606" y="170492"/>
                  </a:lnTo>
                  <a:lnTo>
                    <a:pt x="517363" y="174810"/>
                  </a:lnTo>
                  <a:lnTo>
                    <a:pt x="440119" y="179099"/>
                  </a:lnTo>
                  <a:lnTo>
                    <a:pt x="362876" y="183361"/>
                  </a:lnTo>
                  <a:lnTo>
                    <a:pt x="285632" y="187594"/>
                  </a:lnTo>
                  <a:lnTo>
                    <a:pt x="208389" y="191800"/>
                  </a:lnTo>
                  <a:lnTo>
                    <a:pt x="131145" y="195979"/>
                  </a:lnTo>
                  <a:lnTo>
                    <a:pt x="53901" y="200129"/>
                  </a:lnTo>
                  <a:lnTo>
                    <a:pt x="0" y="2030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025145"/>
              <a:ext cx="7392041" cy="1144534"/>
            </a:xfrm>
            <a:custGeom>
              <a:avLst/>
              <a:pathLst>
                <a:path w="7392041" h="1144534">
                  <a:moveTo>
                    <a:pt x="0" y="0"/>
                  </a:moveTo>
                  <a:lnTo>
                    <a:pt x="53901" y="15311"/>
                  </a:lnTo>
                  <a:lnTo>
                    <a:pt x="131145" y="36941"/>
                  </a:lnTo>
                  <a:lnTo>
                    <a:pt x="208389" y="58262"/>
                  </a:lnTo>
                  <a:lnTo>
                    <a:pt x="285632" y="79279"/>
                  </a:lnTo>
                  <a:lnTo>
                    <a:pt x="362876" y="99996"/>
                  </a:lnTo>
                  <a:lnTo>
                    <a:pt x="440119" y="120418"/>
                  </a:lnTo>
                  <a:lnTo>
                    <a:pt x="517363" y="140549"/>
                  </a:lnTo>
                  <a:lnTo>
                    <a:pt x="594606" y="160393"/>
                  </a:lnTo>
                  <a:lnTo>
                    <a:pt x="671850" y="179953"/>
                  </a:lnTo>
                  <a:lnTo>
                    <a:pt x="749094" y="199235"/>
                  </a:lnTo>
                  <a:lnTo>
                    <a:pt x="826337" y="218242"/>
                  </a:lnTo>
                  <a:lnTo>
                    <a:pt x="903581" y="236978"/>
                  </a:lnTo>
                  <a:lnTo>
                    <a:pt x="980824" y="255446"/>
                  </a:lnTo>
                  <a:lnTo>
                    <a:pt x="1058068" y="273651"/>
                  </a:lnTo>
                  <a:lnTo>
                    <a:pt x="1135311" y="291597"/>
                  </a:lnTo>
                  <a:lnTo>
                    <a:pt x="1212555" y="309287"/>
                  </a:lnTo>
                  <a:lnTo>
                    <a:pt x="1289799" y="326724"/>
                  </a:lnTo>
                  <a:lnTo>
                    <a:pt x="1367042" y="343913"/>
                  </a:lnTo>
                  <a:lnTo>
                    <a:pt x="1444286" y="360856"/>
                  </a:lnTo>
                  <a:lnTo>
                    <a:pt x="1521529" y="377559"/>
                  </a:lnTo>
                  <a:lnTo>
                    <a:pt x="1598773" y="394022"/>
                  </a:lnTo>
                  <a:lnTo>
                    <a:pt x="1676016" y="410252"/>
                  </a:lnTo>
                  <a:lnTo>
                    <a:pt x="1753260" y="426249"/>
                  </a:lnTo>
                  <a:lnTo>
                    <a:pt x="1830504" y="442019"/>
                  </a:lnTo>
                  <a:lnTo>
                    <a:pt x="1907747" y="457563"/>
                  </a:lnTo>
                  <a:lnTo>
                    <a:pt x="1984991" y="472886"/>
                  </a:lnTo>
                  <a:lnTo>
                    <a:pt x="2062234" y="487991"/>
                  </a:lnTo>
                  <a:lnTo>
                    <a:pt x="2139478" y="502880"/>
                  </a:lnTo>
                  <a:lnTo>
                    <a:pt x="2216721" y="517557"/>
                  </a:lnTo>
                  <a:lnTo>
                    <a:pt x="2293965" y="532024"/>
                  </a:lnTo>
                  <a:lnTo>
                    <a:pt x="2371209" y="546285"/>
                  </a:lnTo>
                  <a:lnTo>
                    <a:pt x="2448452" y="560343"/>
                  </a:lnTo>
                  <a:lnTo>
                    <a:pt x="2525696" y="574201"/>
                  </a:lnTo>
                  <a:lnTo>
                    <a:pt x="2602939" y="587860"/>
                  </a:lnTo>
                  <a:lnTo>
                    <a:pt x="2680183" y="601325"/>
                  </a:lnTo>
                  <a:lnTo>
                    <a:pt x="2757426" y="614598"/>
                  </a:lnTo>
                  <a:lnTo>
                    <a:pt x="2834670" y="627682"/>
                  </a:lnTo>
                  <a:lnTo>
                    <a:pt x="2911914" y="640579"/>
                  </a:lnTo>
                  <a:lnTo>
                    <a:pt x="2989157" y="653292"/>
                  </a:lnTo>
                  <a:lnTo>
                    <a:pt x="3066401" y="665824"/>
                  </a:lnTo>
                  <a:lnTo>
                    <a:pt x="3143644" y="678177"/>
                  </a:lnTo>
                  <a:lnTo>
                    <a:pt x="3220888" y="690354"/>
                  </a:lnTo>
                  <a:lnTo>
                    <a:pt x="3298131" y="702358"/>
                  </a:lnTo>
                  <a:lnTo>
                    <a:pt x="3375375" y="714190"/>
                  </a:lnTo>
                  <a:lnTo>
                    <a:pt x="3452619" y="725854"/>
                  </a:lnTo>
                  <a:lnTo>
                    <a:pt x="3529862" y="737351"/>
                  </a:lnTo>
                  <a:lnTo>
                    <a:pt x="3607106" y="748684"/>
                  </a:lnTo>
                  <a:lnTo>
                    <a:pt x="3684349" y="759856"/>
                  </a:lnTo>
                  <a:lnTo>
                    <a:pt x="3761593" y="770868"/>
                  </a:lnTo>
                  <a:lnTo>
                    <a:pt x="3838836" y="781723"/>
                  </a:lnTo>
                  <a:lnTo>
                    <a:pt x="3916080" y="792424"/>
                  </a:lnTo>
                  <a:lnTo>
                    <a:pt x="3993324" y="802971"/>
                  </a:lnTo>
                  <a:lnTo>
                    <a:pt x="4070567" y="813369"/>
                  </a:lnTo>
                  <a:lnTo>
                    <a:pt x="4147811" y="823618"/>
                  </a:lnTo>
                  <a:lnTo>
                    <a:pt x="4225054" y="833721"/>
                  </a:lnTo>
                  <a:lnTo>
                    <a:pt x="4302298" y="843680"/>
                  </a:lnTo>
                  <a:lnTo>
                    <a:pt x="4379541" y="853497"/>
                  </a:lnTo>
                  <a:lnTo>
                    <a:pt x="4456785" y="863174"/>
                  </a:lnTo>
                  <a:lnTo>
                    <a:pt x="4534029" y="872713"/>
                  </a:lnTo>
                  <a:lnTo>
                    <a:pt x="4611272" y="882116"/>
                  </a:lnTo>
                  <a:lnTo>
                    <a:pt x="4688516" y="891385"/>
                  </a:lnTo>
                  <a:lnTo>
                    <a:pt x="4765759" y="900522"/>
                  </a:lnTo>
                  <a:lnTo>
                    <a:pt x="4843003" y="909528"/>
                  </a:lnTo>
                  <a:lnTo>
                    <a:pt x="4920246" y="918406"/>
                  </a:lnTo>
                  <a:lnTo>
                    <a:pt x="4997490" y="927157"/>
                  </a:lnTo>
                  <a:lnTo>
                    <a:pt x="5074734" y="935784"/>
                  </a:lnTo>
                  <a:lnTo>
                    <a:pt x="5151977" y="944287"/>
                  </a:lnTo>
                  <a:lnTo>
                    <a:pt x="5229221" y="952670"/>
                  </a:lnTo>
                  <a:lnTo>
                    <a:pt x="5306464" y="960932"/>
                  </a:lnTo>
                  <a:lnTo>
                    <a:pt x="5383708" y="969077"/>
                  </a:lnTo>
                  <a:lnTo>
                    <a:pt x="5460951" y="977106"/>
                  </a:lnTo>
                  <a:lnTo>
                    <a:pt x="5538195" y="985020"/>
                  </a:lnTo>
                  <a:lnTo>
                    <a:pt x="5615439" y="992822"/>
                  </a:lnTo>
                  <a:lnTo>
                    <a:pt x="5692682" y="1000512"/>
                  </a:lnTo>
                  <a:lnTo>
                    <a:pt x="5769926" y="1008093"/>
                  </a:lnTo>
                  <a:lnTo>
                    <a:pt x="5847169" y="1015565"/>
                  </a:lnTo>
                  <a:lnTo>
                    <a:pt x="5924413" y="1022931"/>
                  </a:lnTo>
                  <a:lnTo>
                    <a:pt x="6001656" y="1030192"/>
                  </a:lnTo>
                  <a:lnTo>
                    <a:pt x="6078900" y="1037349"/>
                  </a:lnTo>
                  <a:lnTo>
                    <a:pt x="6156144" y="1044404"/>
                  </a:lnTo>
                  <a:lnTo>
                    <a:pt x="6233387" y="1051359"/>
                  </a:lnTo>
                  <a:lnTo>
                    <a:pt x="6310631" y="1058214"/>
                  </a:lnTo>
                  <a:lnTo>
                    <a:pt x="6387874" y="1064972"/>
                  </a:lnTo>
                  <a:lnTo>
                    <a:pt x="6465118" y="1071633"/>
                  </a:lnTo>
                  <a:lnTo>
                    <a:pt x="6542361" y="1078200"/>
                  </a:lnTo>
                  <a:lnTo>
                    <a:pt x="6619605" y="1084672"/>
                  </a:lnTo>
                  <a:lnTo>
                    <a:pt x="6696849" y="1091053"/>
                  </a:lnTo>
                  <a:lnTo>
                    <a:pt x="6774092" y="1097342"/>
                  </a:lnTo>
                  <a:lnTo>
                    <a:pt x="6851336" y="1103542"/>
                  </a:lnTo>
                  <a:lnTo>
                    <a:pt x="6928579" y="1109653"/>
                  </a:lnTo>
                  <a:lnTo>
                    <a:pt x="7005823" y="1115677"/>
                  </a:lnTo>
                  <a:lnTo>
                    <a:pt x="7083066" y="1121616"/>
                  </a:lnTo>
                  <a:lnTo>
                    <a:pt x="7160310" y="1127469"/>
                  </a:lnTo>
                  <a:lnTo>
                    <a:pt x="7237554" y="1133239"/>
                  </a:lnTo>
                  <a:lnTo>
                    <a:pt x="7314797" y="1138927"/>
                  </a:lnTo>
                  <a:lnTo>
                    <a:pt x="7392041" y="114453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1693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1.18 (0.93-1.50), p = 0.179  |  per IQR decline (Δ = 0.30): 1.63 (0.80-3.31)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6151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2026-05-28T22:32:41Z</dcterms:modified>
  <cp:category/>
</cp:coreProperties>
</file>