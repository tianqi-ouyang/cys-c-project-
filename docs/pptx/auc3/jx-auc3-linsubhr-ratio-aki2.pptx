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18619"/>
            </a:xfrm>
            <a:custGeom>
              <a:avLst/>
              <a:pathLst>
                <a:path w="7392041" h="3518619">
                  <a:moveTo>
                    <a:pt x="160100" y="0"/>
                  </a:moveTo>
                  <a:lnTo>
                    <a:pt x="208389" y="80244"/>
                  </a:lnTo>
                  <a:lnTo>
                    <a:pt x="285632" y="204153"/>
                  </a:lnTo>
                  <a:lnTo>
                    <a:pt x="362876" y="323764"/>
                  </a:lnTo>
                  <a:lnTo>
                    <a:pt x="440119" y="439226"/>
                  </a:lnTo>
                  <a:lnTo>
                    <a:pt x="517363" y="550683"/>
                  </a:lnTo>
                  <a:lnTo>
                    <a:pt x="594606" y="658275"/>
                  </a:lnTo>
                  <a:lnTo>
                    <a:pt x="671850" y="762134"/>
                  </a:lnTo>
                  <a:lnTo>
                    <a:pt x="749094" y="862392"/>
                  </a:lnTo>
                  <a:lnTo>
                    <a:pt x="826337" y="959172"/>
                  </a:lnTo>
                  <a:lnTo>
                    <a:pt x="903581" y="1052595"/>
                  </a:lnTo>
                  <a:lnTo>
                    <a:pt x="980824" y="1142777"/>
                  </a:lnTo>
                  <a:lnTo>
                    <a:pt x="1058068" y="1229832"/>
                  </a:lnTo>
                  <a:lnTo>
                    <a:pt x="1135311" y="1313867"/>
                  </a:lnTo>
                  <a:lnTo>
                    <a:pt x="1212555" y="1394988"/>
                  </a:lnTo>
                  <a:lnTo>
                    <a:pt x="1289799" y="1473294"/>
                  </a:lnTo>
                  <a:lnTo>
                    <a:pt x="1367042" y="1548885"/>
                  </a:lnTo>
                  <a:lnTo>
                    <a:pt x="1444286" y="1621854"/>
                  </a:lnTo>
                  <a:lnTo>
                    <a:pt x="1521529" y="1692292"/>
                  </a:lnTo>
                  <a:lnTo>
                    <a:pt x="1598773" y="1760287"/>
                  </a:lnTo>
                  <a:lnTo>
                    <a:pt x="1676016" y="1825923"/>
                  </a:lnTo>
                  <a:lnTo>
                    <a:pt x="1753260" y="1889283"/>
                  </a:lnTo>
                  <a:lnTo>
                    <a:pt x="1830504" y="1950445"/>
                  </a:lnTo>
                  <a:lnTo>
                    <a:pt x="1907747" y="2009486"/>
                  </a:lnTo>
                  <a:lnTo>
                    <a:pt x="1984991" y="2066479"/>
                  </a:lnTo>
                  <a:lnTo>
                    <a:pt x="2062234" y="2121495"/>
                  </a:lnTo>
                  <a:lnTo>
                    <a:pt x="2139478" y="2174603"/>
                  </a:lnTo>
                  <a:lnTo>
                    <a:pt x="2216721" y="2225869"/>
                  </a:lnTo>
                  <a:lnTo>
                    <a:pt x="2293965" y="2275356"/>
                  </a:lnTo>
                  <a:lnTo>
                    <a:pt x="2371209" y="2323127"/>
                  </a:lnTo>
                  <a:lnTo>
                    <a:pt x="2448452" y="2369242"/>
                  </a:lnTo>
                  <a:lnTo>
                    <a:pt x="2525696" y="2413756"/>
                  </a:lnTo>
                  <a:lnTo>
                    <a:pt x="2602939" y="2456727"/>
                  </a:lnTo>
                  <a:lnTo>
                    <a:pt x="2680183" y="2498208"/>
                  </a:lnTo>
                  <a:lnTo>
                    <a:pt x="2757426" y="2538249"/>
                  </a:lnTo>
                  <a:lnTo>
                    <a:pt x="2834670" y="2576902"/>
                  </a:lnTo>
                  <a:lnTo>
                    <a:pt x="2911914" y="2614214"/>
                  </a:lnTo>
                  <a:lnTo>
                    <a:pt x="2989157" y="2650232"/>
                  </a:lnTo>
                  <a:lnTo>
                    <a:pt x="3066401" y="2685001"/>
                  </a:lnTo>
                  <a:lnTo>
                    <a:pt x="3143644" y="2718563"/>
                  </a:lnTo>
                  <a:lnTo>
                    <a:pt x="3220888" y="2750962"/>
                  </a:lnTo>
                  <a:lnTo>
                    <a:pt x="3298131" y="2782237"/>
                  </a:lnTo>
                  <a:lnTo>
                    <a:pt x="3375375" y="2777366"/>
                  </a:lnTo>
                  <a:lnTo>
                    <a:pt x="3452619" y="2771591"/>
                  </a:lnTo>
                  <a:lnTo>
                    <a:pt x="3529862" y="2765779"/>
                  </a:lnTo>
                  <a:lnTo>
                    <a:pt x="3607106" y="2759928"/>
                  </a:lnTo>
                  <a:lnTo>
                    <a:pt x="3684349" y="2754039"/>
                  </a:lnTo>
                  <a:lnTo>
                    <a:pt x="3761593" y="2748111"/>
                  </a:lnTo>
                  <a:lnTo>
                    <a:pt x="3838836" y="2742143"/>
                  </a:lnTo>
                  <a:lnTo>
                    <a:pt x="3916080" y="2736137"/>
                  </a:lnTo>
                  <a:lnTo>
                    <a:pt x="3993324" y="2730091"/>
                  </a:lnTo>
                  <a:lnTo>
                    <a:pt x="4070567" y="2724004"/>
                  </a:lnTo>
                  <a:lnTo>
                    <a:pt x="4147811" y="2717878"/>
                  </a:lnTo>
                  <a:lnTo>
                    <a:pt x="4225054" y="2711711"/>
                  </a:lnTo>
                  <a:lnTo>
                    <a:pt x="4302298" y="2705504"/>
                  </a:lnTo>
                  <a:lnTo>
                    <a:pt x="4379541" y="2699256"/>
                  </a:lnTo>
                  <a:lnTo>
                    <a:pt x="4456785" y="2692966"/>
                  </a:lnTo>
                  <a:lnTo>
                    <a:pt x="4534029" y="2686635"/>
                  </a:lnTo>
                  <a:lnTo>
                    <a:pt x="4611272" y="2680262"/>
                  </a:lnTo>
                  <a:lnTo>
                    <a:pt x="4688516" y="2673847"/>
                  </a:lnTo>
                  <a:lnTo>
                    <a:pt x="4765759" y="2667390"/>
                  </a:lnTo>
                  <a:lnTo>
                    <a:pt x="4843003" y="2660890"/>
                  </a:lnTo>
                  <a:lnTo>
                    <a:pt x="4920246" y="2654348"/>
                  </a:lnTo>
                  <a:lnTo>
                    <a:pt x="4997490" y="2647762"/>
                  </a:lnTo>
                  <a:lnTo>
                    <a:pt x="5074734" y="2641133"/>
                  </a:lnTo>
                  <a:lnTo>
                    <a:pt x="5151977" y="2634459"/>
                  </a:lnTo>
                  <a:lnTo>
                    <a:pt x="5229221" y="2627742"/>
                  </a:lnTo>
                  <a:lnTo>
                    <a:pt x="5306464" y="2620981"/>
                  </a:lnTo>
                  <a:lnTo>
                    <a:pt x="5383708" y="2614175"/>
                  </a:lnTo>
                  <a:lnTo>
                    <a:pt x="5460951" y="2607324"/>
                  </a:lnTo>
                  <a:lnTo>
                    <a:pt x="5538195" y="2600428"/>
                  </a:lnTo>
                  <a:lnTo>
                    <a:pt x="5615439" y="2593487"/>
                  </a:lnTo>
                  <a:lnTo>
                    <a:pt x="5692682" y="2586499"/>
                  </a:lnTo>
                  <a:lnTo>
                    <a:pt x="5769926" y="2579466"/>
                  </a:lnTo>
                  <a:lnTo>
                    <a:pt x="5847169" y="2572386"/>
                  </a:lnTo>
                  <a:lnTo>
                    <a:pt x="5924413" y="2565260"/>
                  </a:lnTo>
                  <a:lnTo>
                    <a:pt x="6001656" y="2558086"/>
                  </a:lnTo>
                  <a:lnTo>
                    <a:pt x="6078900" y="2550865"/>
                  </a:lnTo>
                  <a:lnTo>
                    <a:pt x="6156144" y="2543597"/>
                  </a:lnTo>
                  <a:lnTo>
                    <a:pt x="6233387" y="2536280"/>
                  </a:lnTo>
                  <a:lnTo>
                    <a:pt x="6310631" y="2528915"/>
                  </a:lnTo>
                  <a:lnTo>
                    <a:pt x="6387874" y="2521502"/>
                  </a:lnTo>
                  <a:lnTo>
                    <a:pt x="6465118" y="2514040"/>
                  </a:lnTo>
                  <a:lnTo>
                    <a:pt x="6542361" y="2506528"/>
                  </a:lnTo>
                  <a:lnTo>
                    <a:pt x="6619605" y="2498967"/>
                  </a:lnTo>
                  <a:lnTo>
                    <a:pt x="6696849" y="2491356"/>
                  </a:lnTo>
                  <a:lnTo>
                    <a:pt x="6774092" y="2483695"/>
                  </a:lnTo>
                  <a:lnTo>
                    <a:pt x="6851336" y="2475984"/>
                  </a:lnTo>
                  <a:lnTo>
                    <a:pt x="6928579" y="2468221"/>
                  </a:lnTo>
                  <a:lnTo>
                    <a:pt x="7005823" y="2460407"/>
                  </a:lnTo>
                  <a:lnTo>
                    <a:pt x="7083066" y="2452542"/>
                  </a:lnTo>
                  <a:lnTo>
                    <a:pt x="7160310" y="2444625"/>
                  </a:lnTo>
                  <a:lnTo>
                    <a:pt x="7237554" y="2436656"/>
                  </a:lnTo>
                  <a:lnTo>
                    <a:pt x="7314797" y="2428634"/>
                  </a:lnTo>
                  <a:lnTo>
                    <a:pt x="7392041" y="2420559"/>
                  </a:lnTo>
                  <a:lnTo>
                    <a:pt x="7392041" y="3518619"/>
                  </a:lnTo>
                  <a:lnTo>
                    <a:pt x="7314797" y="3513804"/>
                  </a:lnTo>
                  <a:lnTo>
                    <a:pt x="7237554" y="3508815"/>
                  </a:lnTo>
                  <a:lnTo>
                    <a:pt x="7160310" y="3503647"/>
                  </a:lnTo>
                  <a:lnTo>
                    <a:pt x="7083066" y="3498294"/>
                  </a:lnTo>
                  <a:lnTo>
                    <a:pt x="7005823" y="3492748"/>
                  </a:lnTo>
                  <a:lnTo>
                    <a:pt x="6928579" y="3487002"/>
                  </a:lnTo>
                  <a:lnTo>
                    <a:pt x="6851336" y="3481051"/>
                  </a:lnTo>
                  <a:lnTo>
                    <a:pt x="6774092" y="3474885"/>
                  </a:lnTo>
                  <a:lnTo>
                    <a:pt x="6696849" y="3468498"/>
                  </a:lnTo>
                  <a:lnTo>
                    <a:pt x="6619605" y="3461881"/>
                  </a:lnTo>
                  <a:lnTo>
                    <a:pt x="6542361" y="3455027"/>
                  </a:lnTo>
                  <a:lnTo>
                    <a:pt x="6465118" y="3447927"/>
                  </a:lnTo>
                  <a:lnTo>
                    <a:pt x="6387874" y="3440571"/>
                  </a:lnTo>
                  <a:lnTo>
                    <a:pt x="6310631" y="3432951"/>
                  </a:lnTo>
                  <a:lnTo>
                    <a:pt x="6233387" y="3425057"/>
                  </a:lnTo>
                  <a:lnTo>
                    <a:pt x="6156144" y="3416879"/>
                  </a:lnTo>
                  <a:lnTo>
                    <a:pt x="6078900" y="3408408"/>
                  </a:lnTo>
                  <a:lnTo>
                    <a:pt x="6001656" y="3399632"/>
                  </a:lnTo>
                  <a:lnTo>
                    <a:pt x="5924413" y="3390541"/>
                  </a:lnTo>
                  <a:lnTo>
                    <a:pt x="5847169" y="3381124"/>
                  </a:lnTo>
                  <a:lnTo>
                    <a:pt x="5769926" y="3371368"/>
                  </a:lnTo>
                  <a:lnTo>
                    <a:pt x="5692682" y="3361261"/>
                  </a:lnTo>
                  <a:lnTo>
                    <a:pt x="5615439" y="3350791"/>
                  </a:lnTo>
                  <a:lnTo>
                    <a:pt x="5538195" y="3339946"/>
                  </a:lnTo>
                  <a:lnTo>
                    <a:pt x="5460951" y="3328710"/>
                  </a:lnTo>
                  <a:lnTo>
                    <a:pt x="5383708" y="3317071"/>
                  </a:lnTo>
                  <a:lnTo>
                    <a:pt x="5306464" y="3305013"/>
                  </a:lnTo>
                  <a:lnTo>
                    <a:pt x="5229221" y="3292522"/>
                  </a:lnTo>
                  <a:lnTo>
                    <a:pt x="5151977" y="3279583"/>
                  </a:lnTo>
                  <a:lnTo>
                    <a:pt x="5074734" y="3266178"/>
                  </a:lnTo>
                  <a:lnTo>
                    <a:pt x="4997490" y="3252292"/>
                  </a:lnTo>
                  <a:lnTo>
                    <a:pt x="4920246" y="3237907"/>
                  </a:lnTo>
                  <a:lnTo>
                    <a:pt x="4843003" y="3223005"/>
                  </a:lnTo>
                  <a:lnTo>
                    <a:pt x="4765759" y="3207567"/>
                  </a:lnTo>
                  <a:lnTo>
                    <a:pt x="4688516" y="3191575"/>
                  </a:lnTo>
                  <a:lnTo>
                    <a:pt x="4611272" y="3175008"/>
                  </a:lnTo>
                  <a:lnTo>
                    <a:pt x="4534029" y="3157846"/>
                  </a:lnTo>
                  <a:lnTo>
                    <a:pt x="4456785" y="3140068"/>
                  </a:lnTo>
                  <a:lnTo>
                    <a:pt x="4379541" y="3121650"/>
                  </a:lnTo>
                  <a:lnTo>
                    <a:pt x="4302298" y="3102571"/>
                  </a:lnTo>
                  <a:lnTo>
                    <a:pt x="4225054" y="3082806"/>
                  </a:lnTo>
                  <a:lnTo>
                    <a:pt x="4147811" y="3062331"/>
                  </a:lnTo>
                  <a:lnTo>
                    <a:pt x="4070567" y="3041120"/>
                  </a:lnTo>
                  <a:lnTo>
                    <a:pt x="3993324" y="3019148"/>
                  </a:lnTo>
                  <a:lnTo>
                    <a:pt x="3916080" y="2996385"/>
                  </a:lnTo>
                  <a:lnTo>
                    <a:pt x="3838836" y="2972805"/>
                  </a:lnTo>
                  <a:lnTo>
                    <a:pt x="3761593" y="2948378"/>
                  </a:lnTo>
                  <a:lnTo>
                    <a:pt x="3684349" y="2923072"/>
                  </a:lnTo>
                  <a:lnTo>
                    <a:pt x="3607106" y="2896858"/>
                  </a:lnTo>
                  <a:lnTo>
                    <a:pt x="3529862" y="2869702"/>
                  </a:lnTo>
                  <a:lnTo>
                    <a:pt x="3452619" y="2841570"/>
                  </a:lnTo>
                  <a:lnTo>
                    <a:pt x="3375375" y="2812427"/>
                  </a:lnTo>
                  <a:lnTo>
                    <a:pt x="3298131" y="2783102"/>
                  </a:lnTo>
                  <a:lnTo>
                    <a:pt x="3220888" y="2788801"/>
                  </a:lnTo>
                  <a:lnTo>
                    <a:pt x="3143644" y="2794462"/>
                  </a:lnTo>
                  <a:lnTo>
                    <a:pt x="3066401" y="2800087"/>
                  </a:lnTo>
                  <a:lnTo>
                    <a:pt x="2989157" y="2805674"/>
                  </a:lnTo>
                  <a:lnTo>
                    <a:pt x="2911914" y="2811225"/>
                  </a:lnTo>
                  <a:lnTo>
                    <a:pt x="2834670" y="2816740"/>
                  </a:lnTo>
                  <a:lnTo>
                    <a:pt x="2757426" y="2822218"/>
                  </a:lnTo>
                  <a:lnTo>
                    <a:pt x="2680183" y="2827661"/>
                  </a:lnTo>
                  <a:lnTo>
                    <a:pt x="2602939" y="2833067"/>
                  </a:lnTo>
                  <a:lnTo>
                    <a:pt x="2525696" y="2838439"/>
                  </a:lnTo>
                  <a:lnTo>
                    <a:pt x="2448452" y="2843775"/>
                  </a:lnTo>
                  <a:lnTo>
                    <a:pt x="2371209" y="2849076"/>
                  </a:lnTo>
                  <a:lnTo>
                    <a:pt x="2293965" y="2854343"/>
                  </a:lnTo>
                  <a:lnTo>
                    <a:pt x="2216721" y="2859574"/>
                  </a:lnTo>
                  <a:lnTo>
                    <a:pt x="2139478" y="2864772"/>
                  </a:lnTo>
                  <a:lnTo>
                    <a:pt x="2062234" y="2869936"/>
                  </a:lnTo>
                  <a:lnTo>
                    <a:pt x="1984991" y="2875065"/>
                  </a:lnTo>
                  <a:lnTo>
                    <a:pt x="1907747" y="2880162"/>
                  </a:lnTo>
                  <a:lnTo>
                    <a:pt x="1830504" y="2885224"/>
                  </a:lnTo>
                  <a:lnTo>
                    <a:pt x="1753260" y="2890254"/>
                  </a:lnTo>
                  <a:lnTo>
                    <a:pt x="1676016" y="2895250"/>
                  </a:lnTo>
                  <a:lnTo>
                    <a:pt x="1598773" y="2900214"/>
                  </a:lnTo>
                  <a:lnTo>
                    <a:pt x="1521529" y="2905146"/>
                  </a:lnTo>
                  <a:lnTo>
                    <a:pt x="1444286" y="2910045"/>
                  </a:lnTo>
                  <a:lnTo>
                    <a:pt x="1367042" y="2914911"/>
                  </a:lnTo>
                  <a:lnTo>
                    <a:pt x="1289799" y="2919746"/>
                  </a:lnTo>
                  <a:lnTo>
                    <a:pt x="1212555" y="2924550"/>
                  </a:lnTo>
                  <a:lnTo>
                    <a:pt x="1135311" y="2929321"/>
                  </a:lnTo>
                  <a:lnTo>
                    <a:pt x="1058068" y="2934062"/>
                  </a:lnTo>
                  <a:lnTo>
                    <a:pt x="980824" y="2938772"/>
                  </a:lnTo>
                  <a:lnTo>
                    <a:pt x="903581" y="2943450"/>
                  </a:lnTo>
                  <a:lnTo>
                    <a:pt x="826337" y="2948098"/>
                  </a:lnTo>
                  <a:lnTo>
                    <a:pt x="749094" y="2952716"/>
                  </a:lnTo>
                  <a:lnTo>
                    <a:pt x="671850" y="2957303"/>
                  </a:lnTo>
                  <a:lnTo>
                    <a:pt x="594606" y="2961860"/>
                  </a:lnTo>
                  <a:lnTo>
                    <a:pt x="517363" y="2966387"/>
                  </a:lnTo>
                  <a:lnTo>
                    <a:pt x="440119" y="2970885"/>
                  </a:lnTo>
                  <a:lnTo>
                    <a:pt x="362876" y="2975353"/>
                  </a:lnTo>
                  <a:lnTo>
                    <a:pt x="285632" y="2979792"/>
                  </a:lnTo>
                  <a:lnTo>
                    <a:pt x="208389" y="2984202"/>
                  </a:lnTo>
                  <a:lnTo>
                    <a:pt x="131145" y="2988582"/>
                  </a:lnTo>
                  <a:lnTo>
                    <a:pt x="53901" y="2992935"/>
                  </a:lnTo>
                  <a:lnTo>
                    <a:pt x="0" y="2995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1896563"/>
              <a:ext cx="7231940" cy="2782237"/>
            </a:xfrm>
            <a:custGeom>
              <a:avLst/>
              <a:pathLst>
                <a:path w="7231940" h="2782237">
                  <a:moveTo>
                    <a:pt x="0" y="0"/>
                  </a:moveTo>
                  <a:lnTo>
                    <a:pt x="48288" y="80244"/>
                  </a:lnTo>
                  <a:lnTo>
                    <a:pt x="125532" y="204153"/>
                  </a:lnTo>
                  <a:lnTo>
                    <a:pt x="202775" y="323764"/>
                  </a:lnTo>
                  <a:lnTo>
                    <a:pt x="280019" y="439226"/>
                  </a:lnTo>
                  <a:lnTo>
                    <a:pt x="357263" y="550683"/>
                  </a:lnTo>
                  <a:lnTo>
                    <a:pt x="434506" y="658275"/>
                  </a:lnTo>
                  <a:lnTo>
                    <a:pt x="511750" y="762134"/>
                  </a:lnTo>
                  <a:lnTo>
                    <a:pt x="588993" y="862392"/>
                  </a:lnTo>
                  <a:lnTo>
                    <a:pt x="666237" y="959172"/>
                  </a:lnTo>
                  <a:lnTo>
                    <a:pt x="743480" y="1052595"/>
                  </a:lnTo>
                  <a:lnTo>
                    <a:pt x="820724" y="1142777"/>
                  </a:lnTo>
                  <a:lnTo>
                    <a:pt x="897968" y="1229832"/>
                  </a:lnTo>
                  <a:lnTo>
                    <a:pt x="975211" y="1313867"/>
                  </a:lnTo>
                  <a:lnTo>
                    <a:pt x="1052455" y="1394988"/>
                  </a:lnTo>
                  <a:lnTo>
                    <a:pt x="1129698" y="1473294"/>
                  </a:lnTo>
                  <a:lnTo>
                    <a:pt x="1206942" y="1548885"/>
                  </a:lnTo>
                  <a:lnTo>
                    <a:pt x="1284185" y="1621854"/>
                  </a:lnTo>
                  <a:lnTo>
                    <a:pt x="1361429" y="1692292"/>
                  </a:lnTo>
                  <a:lnTo>
                    <a:pt x="1438673" y="1760287"/>
                  </a:lnTo>
                  <a:lnTo>
                    <a:pt x="1515916" y="1825923"/>
                  </a:lnTo>
                  <a:lnTo>
                    <a:pt x="1593160" y="1889283"/>
                  </a:lnTo>
                  <a:lnTo>
                    <a:pt x="1670403" y="1950445"/>
                  </a:lnTo>
                  <a:lnTo>
                    <a:pt x="1747647" y="2009486"/>
                  </a:lnTo>
                  <a:lnTo>
                    <a:pt x="1824890" y="2066479"/>
                  </a:lnTo>
                  <a:lnTo>
                    <a:pt x="1902134" y="2121495"/>
                  </a:lnTo>
                  <a:lnTo>
                    <a:pt x="1979378" y="2174603"/>
                  </a:lnTo>
                  <a:lnTo>
                    <a:pt x="2056621" y="2225869"/>
                  </a:lnTo>
                  <a:lnTo>
                    <a:pt x="2133865" y="2275356"/>
                  </a:lnTo>
                  <a:lnTo>
                    <a:pt x="2211108" y="2323127"/>
                  </a:lnTo>
                  <a:lnTo>
                    <a:pt x="2288352" y="2369242"/>
                  </a:lnTo>
                  <a:lnTo>
                    <a:pt x="2365595" y="2413756"/>
                  </a:lnTo>
                  <a:lnTo>
                    <a:pt x="2442839" y="2456727"/>
                  </a:lnTo>
                  <a:lnTo>
                    <a:pt x="2520083" y="2498208"/>
                  </a:lnTo>
                  <a:lnTo>
                    <a:pt x="2597326" y="2538249"/>
                  </a:lnTo>
                  <a:lnTo>
                    <a:pt x="2674570" y="2576902"/>
                  </a:lnTo>
                  <a:lnTo>
                    <a:pt x="2751813" y="2614214"/>
                  </a:lnTo>
                  <a:lnTo>
                    <a:pt x="2829057" y="2650232"/>
                  </a:lnTo>
                  <a:lnTo>
                    <a:pt x="2906300" y="2685001"/>
                  </a:lnTo>
                  <a:lnTo>
                    <a:pt x="2983544" y="2718563"/>
                  </a:lnTo>
                  <a:lnTo>
                    <a:pt x="3060788" y="2750962"/>
                  </a:lnTo>
                  <a:lnTo>
                    <a:pt x="3138031" y="2782237"/>
                  </a:lnTo>
                  <a:lnTo>
                    <a:pt x="3215275" y="2777366"/>
                  </a:lnTo>
                  <a:lnTo>
                    <a:pt x="3292518" y="2771591"/>
                  </a:lnTo>
                  <a:lnTo>
                    <a:pt x="3369762" y="2765779"/>
                  </a:lnTo>
                  <a:lnTo>
                    <a:pt x="3447005" y="2759928"/>
                  </a:lnTo>
                  <a:lnTo>
                    <a:pt x="3524249" y="2754039"/>
                  </a:lnTo>
                  <a:lnTo>
                    <a:pt x="3601493" y="2748111"/>
                  </a:lnTo>
                  <a:lnTo>
                    <a:pt x="3678736" y="2742143"/>
                  </a:lnTo>
                  <a:lnTo>
                    <a:pt x="3755980" y="2736137"/>
                  </a:lnTo>
                  <a:lnTo>
                    <a:pt x="3833223" y="2730091"/>
                  </a:lnTo>
                  <a:lnTo>
                    <a:pt x="3910467" y="2724004"/>
                  </a:lnTo>
                  <a:lnTo>
                    <a:pt x="3987710" y="2717878"/>
                  </a:lnTo>
                  <a:lnTo>
                    <a:pt x="4064954" y="2711711"/>
                  </a:lnTo>
                  <a:lnTo>
                    <a:pt x="4142198" y="2705504"/>
                  </a:lnTo>
                  <a:lnTo>
                    <a:pt x="4219441" y="2699256"/>
                  </a:lnTo>
                  <a:lnTo>
                    <a:pt x="4296685" y="2692966"/>
                  </a:lnTo>
                  <a:lnTo>
                    <a:pt x="4373928" y="2686635"/>
                  </a:lnTo>
                  <a:lnTo>
                    <a:pt x="4451172" y="2680262"/>
                  </a:lnTo>
                  <a:lnTo>
                    <a:pt x="4528415" y="2673847"/>
                  </a:lnTo>
                  <a:lnTo>
                    <a:pt x="4605659" y="2667390"/>
                  </a:lnTo>
                  <a:lnTo>
                    <a:pt x="4682903" y="2660890"/>
                  </a:lnTo>
                  <a:lnTo>
                    <a:pt x="4760146" y="2654348"/>
                  </a:lnTo>
                  <a:lnTo>
                    <a:pt x="4837390" y="2647762"/>
                  </a:lnTo>
                  <a:lnTo>
                    <a:pt x="4914633" y="2641133"/>
                  </a:lnTo>
                  <a:lnTo>
                    <a:pt x="4991877" y="2634459"/>
                  </a:lnTo>
                  <a:lnTo>
                    <a:pt x="5069120" y="2627742"/>
                  </a:lnTo>
                  <a:lnTo>
                    <a:pt x="5146364" y="2620981"/>
                  </a:lnTo>
                  <a:lnTo>
                    <a:pt x="5223608" y="2614175"/>
                  </a:lnTo>
                  <a:lnTo>
                    <a:pt x="5300851" y="2607324"/>
                  </a:lnTo>
                  <a:lnTo>
                    <a:pt x="5378095" y="2600428"/>
                  </a:lnTo>
                  <a:lnTo>
                    <a:pt x="5455338" y="2593487"/>
                  </a:lnTo>
                  <a:lnTo>
                    <a:pt x="5532582" y="2586499"/>
                  </a:lnTo>
                  <a:lnTo>
                    <a:pt x="5609825" y="2579466"/>
                  </a:lnTo>
                  <a:lnTo>
                    <a:pt x="5687069" y="2572386"/>
                  </a:lnTo>
                  <a:lnTo>
                    <a:pt x="5764313" y="2565260"/>
                  </a:lnTo>
                  <a:lnTo>
                    <a:pt x="5841556" y="2558086"/>
                  </a:lnTo>
                  <a:lnTo>
                    <a:pt x="5918800" y="2550865"/>
                  </a:lnTo>
                  <a:lnTo>
                    <a:pt x="5996043" y="2543597"/>
                  </a:lnTo>
                  <a:lnTo>
                    <a:pt x="6073287" y="2536280"/>
                  </a:lnTo>
                  <a:lnTo>
                    <a:pt x="6150530" y="2528915"/>
                  </a:lnTo>
                  <a:lnTo>
                    <a:pt x="6227774" y="2521502"/>
                  </a:lnTo>
                  <a:lnTo>
                    <a:pt x="6305018" y="2514040"/>
                  </a:lnTo>
                  <a:lnTo>
                    <a:pt x="6382261" y="2506528"/>
                  </a:lnTo>
                  <a:lnTo>
                    <a:pt x="6459505" y="2498967"/>
                  </a:lnTo>
                  <a:lnTo>
                    <a:pt x="6536748" y="2491356"/>
                  </a:lnTo>
                  <a:lnTo>
                    <a:pt x="6613992" y="2483695"/>
                  </a:lnTo>
                  <a:lnTo>
                    <a:pt x="6691235" y="2475984"/>
                  </a:lnTo>
                  <a:lnTo>
                    <a:pt x="6768479" y="2468221"/>
                  </a:lnTo>
                  <a:lnTo>
                    <a:pt x="6845723" y="2460407"/>
                  </a:lnTo>
                  <a:lnTo>
                    <a:pt x="6922966" y="2452542"/>
                  </a:lnTo>
                  <a:lnTo>
                    <a:pt x="7000210" y="2444625"/>
                  </a:lnTo>
                  <a:lnTo>
                    <a:pt x="7077453" y="2436656"/>
                  </a:lnTo>
                  <a:lnTo>
                    <a:pt x="7154697" y="2428634"/>
                  </a:lnTo>
                  <a:lnTo>
                    <a:pt x="7231940" y="2420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665"/>
              <a:ext cx="7392041" cy="735517"/>
            </a:xfrm>
            <a:custGeom>
              <a:avLst/>
              <a:pathLst>
                <a:path w="7392041" h="735517">
                  <a:moveTo>
                    <a:pt x="7392041" y="735517"/>
                  </a:moveTo>
                  <a:lnTo>
                    <a:pt x="7314797" y="730701"/>
                  </a:lnTo>
                  <a:lnTo>
                    <a:pt x="7237554" y="725713"/>
                  </a:lnTo>
                  <a:lnTo>
                    <a:pt x="7160310" y="720545"/>
                  </a:lnTo>
                  <a:lnTo>
                    <a:pt x="7083066" y="715191"/>
                  </a:lnTo>
                  <a:lnTo>
                    <a:pt x="7005823" y="709645"/>
                  </a:lnTo>
                  <a:lnTo>
                    <a:pt x="6928579" y="703900"/>
                  </a:lnTo>
                  <a:lnTo>
                    <a:pt x="6851336" y="697948"/>
                  </a:lnTo>
                  <a:lnTo>
                    <a:pt x="6774092" y="691783"/>
                  </a:lnTo>
                  <a:lnTo>
                    <a:pt x="6696849" y="685396"/>
                  </a:lnTo>
                  <a:lnTo>
                    <a:pt x="6619605" y="678779"/>
                  </a:lnTo>
                  <a:lnTo>
                    <a:pt x="6542361" y="671925"/>
                  </a:lnTo>
                  <a:lnTo>
                    <a:pt x="6465118" y="664824"/>
                  </a:lnTo>
                  <a:lnTo>
                    <a:pt x="6387874" y="657468"/>
                  </a:lnTo>
                  <a:lnTo>
                    <a:pt x="6310631" y="649848"/>
                  </a:lnTo>
                  <a:lnTo>
                    <a:pt x="6233387" y="641954"/>
                  </a:lnTo>
                  <a:lnTo>
                    <a:pt x="6156144" y="633777"/>
                  </a:lnTo>
                  <a:lnTo>
                    <a:pt x="6078900" y="625306"/>
                  </a:lnTo>
                  <a:lnTo>
                    <a:pt x="6001656" y="616530"/>
                  </a:lnTo>
                  <a:lnTo>
                    <a:pt x="5924413" y="607439"/>
                  </a:lnTo>
                  <a:lnTo>
                    <a:pt x="5847169" y="598021"/>
                  </a:lnTo>
                  <a:lnTo>
                    <a:pt x="5769926" y="588265"/>
                  </a:lnTo>
                  <a:lnTo>
                    <a:pt x="5692682" y="578159"/>
                  </a:lnTo>
                  <a:lnTo>
                    <a:pt x="5615439" y="567689"/>
                  </a:lnTo>
                  <a:lnTo>
                    <a:pt x="5538195" y="556843"/>
                  </a:lnTo>
                  <a:lnTo>
                    <a:pt x="5460951" y="545607"/>
                  </a:lnTo>
                  <a:lnTo>
                    <a:pt x="5383708" y="533968"/>
                  </a:lnTo>
                  <a:lnTo>
                    <a:pt x="5306464" y="521910"/>
                  </a:lnTo>
                  <a:lnTo>
                    <a:pt x="5229221" y="509420"/>
                  </a:lnTo>
                  <a:lnTo>
                    <a:pt x="5151977" y="496480"/>
                  </a:lnTo>
                  <a:lnTo>
                    <a:pt x="5074734" y="483076"/>
                  </a:lnTo>
                  <a:lnTo>
                    <a:pt x="4997490" y="469189"/>
                  </a:lnTo>
                  <a:lnTo>
                    <a:pt x="4920246" y="454804"/>
                  </a:lnTo>
                  <a:lnTo>
                    <a:pt x="4843003" y="439902"/>
                  </a:lnTo>
                  <a:lnTo>
                    <a:pt x="4765759" y="424465"/>
                  </a:lnTo>
                  <a:lnTo>
                    <a:pt x="4688516" y="408473"/>
                  </a:lnTo>
                  <a:lnTo>
                    <a:pt x="4611272" y="391906"/>
                  </a:lnTo>
                  <a:lnTo>
                    <a:pt x="4534029" y="374744"/>
                  </a:lnTo>
                  <a:lnTo>
                    <a:pt x="4456785" y="356965"/>
                  </a:lnTo>
                  <a:lnTo>
                    <a:pt x="4379541" y="338548"/>
                  </a:lnTo>
                  <a:lnTo>
                    <a:pt x="4302298" y="319468"/>
                  </a:lnTo>
                  <a:lnTo>
                    <a:pt x="4225054" y="299704"/>
                  </a:lnTo>
                  <a:lnTo>
                    <a:pt x="4147811" y="279229"/>
                  </a:lnTo>
                  <a:lnTo>
                    <a:pt x="4070567" y="258018"/>
                  </a:lnTo>
                  <a:lnTo>
                    <a:pt x="3993324" y="236045"/>
                  </a:lnTo>
                  <a:lnTo>
                    <a:pt x="3916080" y="213283"/>
                  </a:lnTo>
                  <a:lnTo>
                    <a:pt x="3838836" y="189703"/>
                  </a:lnTo>
                  <a:lnTo>
                    <a:pt x="3761593" y="165275"/>
                  </a:lnTo>
                  <a:lnTo>
                    <a:pt x="3684349" y="139970"/>
                  </a:lnTo>
                  <a:lnTo>
                    <a:pt x="3607106" y="113756"/>
                  </a:lnTo>
                  <a:lnTo>
                    <a:pt x="3529862" y="86599"/>
                  </a:lnTo>
                  <a:lnTo>
                    <a:pt x="3452619" y="58467"/>
                  </a:lnTo>
                  <a:lnTo>
                    <a:pt x="3375375" y="29324"/>
                  </a:lnTo>
                  <a:lnTo>
                    <a:pt x="3298131" y="0"/>
                  </a:lnTo>
                  <a:lnTo>
                    <a:pt x="3220888" y="5698"/>
                  </a:lnTo>
                  <a:lnTo>
                    <a:pt x="3143644" y="11360"/>
                  </a:lnTo>
                  <a:lnTo>
                    <a:pt x="3066401" y="16984"/>
                  </a:lnTo>
                  <a:lnTo>
                    <a:pt x="2989157" y="22572"/>
                  </a:lnTo>
                  <a:lnTo>
                    <a:pt x="2911914" y="28123"/>
                  </a:lnTo>
                  <a:lnTo>
                    <a:pt x="2834670" y="33637"/>
                  </a:lnTo>
                  <a:lnTo>
                    <a:pt x="2757426" y="39116"/>
                  </a:lnTo>
                  <a:lnTo>
                    <a:pt x="2680183" y="44558"/>
                  </a:lnTo>
                  <a:lnTo>
                    <a:pt x="2602939" y="49965"/>
                  </a:lnTo>
                  <a:lnTo>
                    <a:pt x="2525696" y="55336"/>
                  </a:lnTo>
                  <a:lnTo>
                    <a:pt x="2448452" y="60672"/>
                  </a:lnTo>
                  <a:lnTo>
                    <a:pt x="2371209" y="65974"/>
                  </a:lnTo>
                  <a:lnTo>
                    <a:pt x="2293965" y="71240"/>
                  </a:lnTo>
                  <a:lnTo>
                    <a:pt x="2216721" y="76472"/>
                  </a:lnTo>
                  <a:lnTo>
                    <a:pt x="2139478" y="81670"/>
                  </a:lnTo>
                  <a:lnTo>
                    <a:pt x="2062234" y="86833"/>
                  </a:lnTo>
                  <a:lnTo>
                    <a:pt x="1984991" y="91963"/>
                  </a:lnTo>
                  <a:lnTo>
                    <a:pt x="1907747" y="97059"/>
                  </a:lnTo>
                  <a:lnTo>
                    <a:pt x="1830504" y="102122"/>
                  </a:lnTo>
                  <a:lnTo>
                    <a:pt x="1753260" y="107151"/>
                  </a:lnTo>
                  <a:lnTo>
                    <a:pt x="1676016" y="112148"/>
                  </a:lnTo>
                  <a:lnTo>
                    <a:pt x="1598773" y="117112"/>
                  </a:lnTo>
                  <a:lnTo>
                    <a:pt x="1521529" y="122043"/>
                  </a:lnTo>
                  <a:lnTo>
                    <a:pt x="1444286" y="126942"/>
                  </a:lnTo>
                  <a:lnTo>
                    <a:pt x="1367042" y="131809"/>
                  </a:lnTo>
                  <a:lnTo>
                    <a:pt x="1289799" y="136644"/>
                  </a:lnTo>
                  <a:lnTo>
                    <a:pt x="1212555" y="141447"/>
                  </a:lnTo>
                  <a:lnTo>
                    <a:pt x="1135311" y="146219"/>
                  </a:lnTo>
                  <a:lnTo>
                    <a:pt x="1058068" y="150960"/>
                  </a:lnTo>
                  <a:lnTo>
                    <a:pt x="980824" y="155669"/>
                  </a:lnTo>
                  <a:lnTo>
                    <a:pt x="903581" y="160348"/>
                  </a:lnTo>
                  <a:lnTo>
                    <a:pt x="826337" y="164996"/>
                  </a:lnTo>
                  <a:lnTo>
                    <a:pt x="749094" y="169613"/>
                  </a:lnTo>
                  <a:lnTo>
                    <a:pt x="671850" y="174200"/>
                  </a:lnTo>
                  <a:lnTo>
                    <a:pt x="594606" y="178757"/>
                  </a:lnTo>
                  <a:lnTo>
                    <a:pt x="517363" y="183285"/>
                  </a:lnTo>
                  <a:lnTo>
                    <a:pt x="440119" y="187782"/>
                  </a:lnTo>
                  <a:lnTo>
                    <a:pt x="362876" y="192250"/>
                  </a:lnTo>
                  <a:lnTo>
                    <a:pt x="285632" y="196689"/>
                  </a:lnTo>
                  <a:lnTo>
                    <a:pt x="208389" y="201099"/>
                  </a:lnTo>
                  <a:lnTo>
                    <a:pt x="131145" y="205480"/>
                  </a:lnTo>
                  <a:lnTo>
                    <a:pt x="53901" y="209832"/>
                  </a:lnTo>
                  <a:lnTo>
                    <a:pt x="0" y="2128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42823"/>
              <a:ext cx="7392041" cy="1200023"/>
            </a:xfrm>
            <a:custGeom>
              <a:avLst/>
              <a:pathLst>
                <a:path w="7392041" h="1200023">
                  <a:moveTo>
                    <a:pt x="0" y="0"/>
                  </a:moveTo>
                  <a:lnTo>
                    <a:pt x="53901" y="16054"/>
                  </a:lnTo>
                  <a:lnTo>
                    <a:pt x="131145" y="38732"/>
                  </a:lnTo>
                  <a:lnTo>
                    <a:pt x="208389" y="61087"/>
                  </a:lnTo>
                  <a:lnTo>
                    <a:pt x="285632" y="83123"/>
                  </a:lnTo>
                  <a:lnTo>
                    <a:pt x="362876" y="104844"/>
                  </a:lnTo>
                  <a:lnTo>
                    <a:pt x="440119" y="126256"/>
                  </a:lnTo>
                  <a:lnTo>
                    <a:pt x="517363" y="147363"/>
                  </a:lnTo>
                  <a:lnTo>
                    <a:pt x="594606" y="168169"/>
                  </a:lnTo>
                  <a:lnTo>
                    <a:pt x="671850" y="188678"/>
                  </a:lnTo>
                  <a:lnTo>
                    <a:pt x="749094" y="208894"/>
                  </a:lnTo>
                  <a:lnTo>
                    <a:pt x="826337" y="228823"/>
                  </a:lnTo>
                  <a:lnTo>
                    <a:pt x="903581" y="248467"/>
                  </a:lnTo>
                  <a:lnTo>
                    <a:pt x="980824" y="267831"/>
                  </a:lnTo>
                  <a:lnTo>
                    <a:pt x="1058068" y="286918"/>
                  </a:lnTo>
                  <a:lnTo>
                    <a:pt x="1135311" y="305734"/>
                  </a:lnTo>
                  <a:lnTo>
                    <a:pt x="1212555" y="324281"/>
                  </a:lnTo>
                  <a:lnTo>
                    <a:pt x="1289799" y="342564"/>
                  </a:lnTo>
                  <a:lnTo>
                    <a:pt x="1367042" y="360586"/>
                  </a:lnTo>
                  <a:lnTo>
                    <a:pt x="1444286" y="378351"/>
                  </a:lnTo>
                  <a:lnTo>
                    <a:pt x="1521529" y="395863"/>
                  </a:lnTo>
                  <a:lnTo>
                    <a:pt x="1598773" y="413125"/>
                  </a:lnTo>
                  <a:lnTo>
                    <a:pt x="1676016" y="430141"/>
                  </a:lnTo>
                  <a:lnTo>
                    <a:pt x="1753260" y="446914"/>
                  </a:lnTo>
                  <a:lnTo>
                    <a:pt x="1830504" y="463448"/>
                  </a:lnTo>
                  <a:lnTo>
                    <a:pt x="1907747" y="479747"/>
                  </a:lnTo>
                  <a:lnTo>
                    <a:pt x="1984991" y="495813"/>
                  </a:lnTo>
                  <a:lnTo>
                    <a:pt x="2062234" y="511649"/>
                  </a:lnTo>
                  <a:lnTo>
                    <a:pt x="2139478" y="527260"/>
                  </a:lnTo>
                  <a:lnTo>
                    <a:pt x="2216721" y="542649"/>
                  </a:lnTo>
                  <a:lnTo>
                    <a:pt x="2293965" y="557818"/>
                  </a:lnTo>
                  <a:lnTo>
                    <a:pt x="2371209" y="572770"/>
                  </a:lnTo>
                  <a:lnTo>
                    <a:pt x="2448452" y="587510"/>
                  </a:lnTo>
                  <a:lnTo>
                    <a:pt x="2525696" y="602039"/>
                  </a:lnTo>
                  <a:lnTo>
                    <a:pt x="2602939" y="616361"/>
                  </a:lnTo>
                  <a:lnTo>
                    <a:pt x="2680183" y="630478"/>
                  </a:lnTo>
                  <a:lnTo>
                    <a:pt x="2757426" y="644395"/>
                  </a:lnTo>
                  <a:lnTo>
                    <a:pt x="2834670" y="658113"/>
                  </a:lnTo>
                  <a:lnTo>
                    <a:pt x="2911914" y="671635"/>
                  </a:lnTo>
                  <a:lnTo>
                    <a:pt x="2989157" y="684965"/>
                  </a:lnTo>
                  <a:lnTo>
                    <a:pt x="3066401" y="698104"/>
                  </a:lnTo>
                  <a:lnTo>
                    <a:pt x="3143644" y="711056"/>
                  </a:lnTo>
                  <a:lnTo>
                    <a:pt x="3220888" y="723824"/>
                  </a:lnTo>
                  <a:lnTo>
                    <a:pt x="3298131" y="736409"/>
                  </a:lnTo>
                  <a:lnTo>
                    <a:pt x="3375375" y="748815"/>
                  </a:lnTo>
                  <a:lnTo>
                    <a:pt x="3452619" y="761044"/>
                  </a:lnTo>
                  <a:lnTo>
                    <a:pt x="3529862" y="773098"/>
                  </a:lnTo>
                  <a:lnTo>
                    <a:pt x="3607106" y="784981"/>
                  </a:lnTo>
                  <a:lnTo>
                    <a:pt x="3684349" y="796694"/>
                  </a:lnTo>
                  <a:lnTo>
                    <a:pt x="3761593" y="808241"/>
                  </a:lnTo>
                  <a:lnTo>
                    <a:pt x="3838836" y="819622"/>
                  </a:lnTo>
                  <a:lnTo>
                    <a:pt x="3916080" y="830841"/>
                  </a:lnTo>
                  <a:lnTo>
                    <a:pt x="3993324" y="841901"/>
                  </a:lnTo>
                  <a:lnTo>
                    <a:pt x="4070567" y="852802"/>
                  </a:lnTo>
                  <a:lnTo>
                    <a:pt x="4147811" y="863548"/>
                  </a:lnTo>
                  <a:lnTo>
                    <a:pt x="4225054" y="874141"/>
                  </a:lnTo>
                  <a:lnTo>
                    <a:pt x="4302298" y="884583"/>
                  </a:lnTo>
                  <a:lnTo>
                    <a:pt x="4379541" y="894876"/>
                  </a:lnTo>
                  <a:lnTo>
                    <a:pt x="4456785" y="905022"/>
                  </a:lnTo>
                  <a:lnTo>
                    <a:pt x="4534029" y="915023"/>
                  </a:lnTo>
                  <a:lnTo>
                    <a:pt x="4611272" y="924882"/>
                  </a:lnTo>
                  <a:lnTo>
                    <a:pt x="4688516" y="934600"/>
                  </a:lnTo>
                  <a:lnTo>
                    <a:pt x="4765759" y="944180"/>
                  </a:lnTo>
                  <a:lnTo>
                    <a:pt x="4843003" y="953623"/>
                  </a:lnTo>
                  <a:lnTo>
                    <a:pt x="4920246" y="962932"/>
                  </a:lnTo>
                  <a:lnTo>
                    <a:pt x="4997490" y="972107"/>
                  </a:lnTo>
                  <a:lnTo>
                    <a:pt x="5074734" y="981152"/>
                  </a:lnTo>
                  <a:lnTo>
                    <a:pt x="5151977" y="990068"/>
                  </a:lnTo>
                  <a:lnTo>
                    <a:pt x="5229221" y="998856"/>
                  </a:lnTo>
                  <a:lnTo>
                    <a:pt x="5306464" y="1007520"/>
                  </a:lnTo>
                  <a:lnTo>
                    <a:pt x="5383708" y="1016060"/>
                  </a:lnTo>
                  <a:lnTo>
                    <a:pt x="5460951" y="1024478"/>
                  </a:lnTo>
                  <a:lnTo>
                    <a:pt x="5538195" y="1032776"/>
                  </a:lnTo>
                  <a:lnTo>
                    <a:pt x="5615439" y="1040955"/>
                  </a:lnTo>
                  <a:lnTo>
                    <a:pt x="5692682" y="1049018"/>
                  </a:lnTo>
                  <a:lnTo>
                    <a:pt x="5769926" y="1056966"/>
                  </a:lnTo>
                  <a:lnTo>
                    <a:pt x="5847169" y="1064801"/>
                  </a:lnTo>
                  <a:lnTo>
                    <a:pt x="5924413" y="1072524"/>
                  </a:lnTo>
                  <a:lnTo>
                    <a:pt x="6001656" y="1080137"/>
                  </a:lnTo>
                  <a:lnTo>
                    <a:pt x="6078900" y="1087641"/>
                  </a:lnTo>
                  <a:lnTo>
                    <a:pt x="6156144" y="1095039"/>
                  </a:lnTo>
                  <a:lnTo>
                    <a:pt x="6233387" y="1102330"/>
                  </a:lnTo>
                  <a:lnTo>
                    <a:pt x="6310631" y="1109518"/>
                  </a:lnTo>
                  <a:lnTo>
                    <a:pt x="6387874" y="1116603"/>
                  </a:lnTo>
                  <a:lnTo>
                    <a:pt x="6465118" y="1123588"/>
                  </a:lnTo>
                  <a:lnTo>
                    <a:pt x="6542361" y="1130472"/>
                  </a:lnTo>
                  <a:lnTo>
                    <a:pt x="6619605" y="1137259"/>
                  </a:lnTo>
                  <a:lnTo>
                    <a:pt x="6696849" y="1143949"/>
                  </a:lnTo>
                  <a:lnTo>
                    <a:pt x="6774092" y="1150543"/>
                  </a:lnTo>
                  <a:lnTo>
                    <a:pt x="6851336" y="1157043"/>
                  </a:lnTo>
                  <a:lnTo>
                    <a:pt x="6928579" y="1163451"/>
                  </a:lnTo>
                  <a:lnTo>
                    <a:pt x="7005823" y="1169767"/>
                  </a:lnTo>
                  <a:lnTo>
                    <a:pt x="7083066" y="1175993"/>
                  </a:lnTo>
                  <a:lnTo>
                    <a:pt x="7160310" y="1182131"/>
                  </a:lnTo>
                  <a:lnTo>
                    <a:pt x="7237554" y="1188180"/>
                  </a:lnTo>
                  <a:lnTo>
                    <a:pt x="7314797" y="1194144"/>
                  </a:lnTo>
                  <a:lnTo>
                    <a:pt x="7392041" y="12000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2026-05-26T09:08:34Z</dcterms:modified>
  <cp:category/>
</cp:coreProperties>
</file>